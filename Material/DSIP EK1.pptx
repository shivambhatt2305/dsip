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8" r:id="rId15"/>
    <p:sldId id="277" r:id="rId16"/>
    <p:sldId id="276" r:id="rId17"/>
    <p:sldId id="275" r:id="rId18"/>
    <p:sldId id="274" r:id="rId19"/>
    <p:sldId id="273" r:id="rId20"/>
    <p:sldId id="272" r:id="rId21"/>
    <p:sldId id="271" r:id="rId22"/>
    <p:sldId id="270" r:id="rId23"/>
    <p:sldId id="269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5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16" r:id="rId53"/>
    <p:sldId id="315" r:id="rId54"/>
    <p:sldId id="314" r:id="rId55"/>
    <p:sldId id="313" r:id="rId56"/>
    <p:sldId id="312" r:id="rId57"/>
    <p:sldId id="311" r:id="rId58"/>
    <p:sldId id="310" r:id="rId59"/>
    <p:sldId id="309" r:id="rId60"/>
    <p:sldId id="308" r:id="rId61"/>
    <p:sldId id="307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40" r:id="rId83"/>
    <p:sldId id="339" r:id="rId84"/>
    <p:sldId id="338" r:id="rId85"/>
    <p:sldId id="337" r:id="rId86"/>
    <p:sldId id="341" r:id="rId8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4368214-EE5E-4E00-A1C8-4CA27A8408D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8"/>
            <p14:sldId id="277"/>
            <p14:sldId id="276"/>
            <p14:sldId id="275"/>
            <p14:sldId id="274"/>
            <p14:sldId id="273"/>
            <p14:sldId id="272"/>
            <p14:sldId id="271"/>
            <p14:sldId id="270"/>
            <p14:sldId id="269"/>
            <p14:sldId id="279"/>
            <p14:sldId id="280"/>
            <p14:sldId id="281"/>
            <p14:sldId id="282"/>
            <p14:sldId id="283"/>
            <p14:sldId id="284"/>
            <p14:sldId id="286"/>
            <p14:sldId id="287"/>
            <p14:sldId id="285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16"/>
            <p14:sldId id="315"/>
            <p14:sldId id="314"/>
            <p14:sldId id="313"/>
            <p14:sldId id="312"/>
            <p14:sldId id="311"/>
            <p14:sldId id="310"/>
            <p14:sldId id="309"/>
          </p14:sldIdLst>
        </p14:section>
        <p14:section name="Untitled Section" id="{145379D3-B971-4954-BF2B-A2EB7C69F16A}">
          <p14:sldIdLst>
            <p14:sldId id="308"/>
            <p14:sldId id="307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40"/>
            <p14:sldId id="339"/>
            <p14:sldId id="338"/>
            <p14:sldId id="337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5" autoAdjust="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6:47:37.1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9109 2165 0,'-40'0'31,"-1"0"-15,41-40-16,0 80 125,41-40-125,-1 0 16,0 0-1,0 0-15,0 0 0,0 0 0,0 0 16,0 0-16,1 0 0,-1-40 16,0 40-16,0 0 0,0 0 0,0 0 0,40 0 15,-39 0-15,-1 0 0,0 0 0,0 0 0,0 0 16,0 0-16,0 0 15,0 0-15,1 0 0,-1 0 0,0 0 0,-40 40 16,40-40-16,0 0 0,0 0 16,0 0-16,0 0 0,41 0 0,-41 0 0,0 0 15,40 0-15,0 0 16,-39 0-16,39-40 0,-40 40 0,40 0 0,-40 0 16,1 0-16,-1 0 0,0 0 0,40 0 0,-40 0 15,0-40-15,0 40 16,1 0-16,-1 0 0,0 0 0,0 0 15,0 0 1,0 0-16,0 0 0,0 0 0,41 0 16,-41 0-16,0 0 0,0 0 15,40 0-15,-40 0 0,41 0 0,-41 0 0,40 0 16,-40 0-16,0 0 16,0 0-16,1 0 0,-1 0 0,0 0 15,0 0-15</inkml:trace>
  <inkml:trace contextRef="#ctx0" brushRef="#br0" timeOffset="649.9615">11757 1724 0,'-40'0'16,"80"0"93,0 0-109,0 0 16,0 40-16,1-40 15,-1 0-15,0 40 0,0-40 16,0 0 0,0 0-16,-40 40 0,40-40 0,0 0 31,-40 40-15,41-40-1,-1 0 1,-40 40-16,0 1 31,0-1 0,0 0-31,-40-40 16,40 40 0,-41-40-16,1 40 0,0 0 15,40 0-15,-40-40 0,40 40 0,-40-40 0,40 40 16,-40 1-16,0-41 15,0 40-15,-1 0 0</inkml:trace>
  <inkml:trace contextRef="#ctx0" brushRef="#br0" timeOffset="1419.9136">12359 1122 0,'0'-40'16,"40"40"31,-40 40 0,0 0-16,0 1-31,0-1 0,0 0 0,0 0 16,0 0-16,0 0 0,0 0 0,0 0 15,0 0-15,0 1 0,0-1 16,0 0-16,0 40 0,0-40 0,0 0 0,0 0 15,0 40-15,0-39 16,0 39-16,0-40 0,0 40 0,0-40 0,0 0 16,0 41-16,0-41 0,0 0 15,0 40-15,0-40 0,0 40 0,-40-40 0,40 41 16,0-41-16,0 0 16,-40 40-16,40 0 0,0-40 0,0 41 0,0-41 15,0 40-15,0 0 0,0-40 0,0 40 0,40 1 16,-40-1-16,0-40 0,0 40 15,40-40-15,-40 40 0,0-39 0,0-1 0,0 0 16,0 0-16,0 0 16</inkml:trace>
  <inkml:trace contextRef="#ctx0" brushRef="#br0" timeOffset="3749.7717">12319 1122 0,'-40'0'0,"40"-40"31,80 40-16,-40 0 1,0 0 15,0 0-15,0 0-16,1 0 0,-1 0 16,0 0-16,0 0 0,0-40 0,0 40 0,40 0 15,-39 0-15,-1 0 16,0 0-16,40 0 0,-40 0 0,40 0 0,-39 0 15,39 0-15,0 0 0,0 0 16,1-40-16,-1 40 0,0 0 0,40 0 0,-39 0 16,39-40-16,-40 40 15,41-40-15,-41 40 0,0 0 0,41 0 0,-41 0 16,0 0-16,0 0 0,1 0 16,-1 0-16,40 0 0,-39 0 0,-1 0 0,0 0 15,0 0-15,41 0 0,-41 0 0,0 0 0,0 0 16,-39 0-16,39 0 15,-40 0-15,0 0 0,40 0 0,-40 0 0,1 0 16,-1-40-16,0 40 16,0 0-16,0 0 0,0 0 15,0-40-15,0 40 16,1 0-16,-1 0 0,0 0 0,0 0 0,0 0 16,0 0-16,0 0 0,0 0 0,1 0 15,-41 40 141,0 0-140,40-40 0,-40 40-16,0 0 0,0 0 15,0 0-15,0 0 16,0 0-16,0 1 0,0-1 0,0 0 16,0 0-16,0 0 0,0 0 0,0 0 15,0 0 1,0 0-16,0 1 0,0 39 0,0-40 0,0 0 15,0 0-15,0 0 0,40 0 16,-40 0-16,0 41 0,0-41 0,40 0 0,-40 0 16,0 0-16,0 0 15,0 0-15,40 40 0,-40-39 0,0-1 0,0 0 16,0 0-16,0 0 0,0 0 16,0 0-16,0 0 0,0 0 0,0 0 0,0 1 15,0-1-15,0 0 0,-40 0 0,40 0 0,0 0 16,0 40-16,0-40 15,0 1-15,0-1 0,0 0 0,0 0 0,-40 0 16,40 0-16,0 0 0,0 0 16,0 0-16,0 0 0,0 1 0,0-1 0,0 0 15,0 0 1,0 0-16,0 0 0,40 0 0,-40 0 16,0 0-16,0 1 0,0-1 0,0 0 15,0 0 1,-40-40 15,0 40-31,0-40 31,40 40-31,-41-40 0,1 0 32,0 0-17,0 0 16,0 0-31,0 0 0,0 0 16,0 0-16,-1 0 16,1 0-16,0 40 0,-40-40 0,40 0 0,0 40 15,-41-40-15,41 0 0,0 0 16,-40 0-16,40 0 0,0 0 0,0 40 0,-1-40 16,1 0-16,0 0 0,0 0 0,0 0 15,0 0 1,0 0-16,0-40 0,-1 40 15,1 0-15,0-40 0,0 40 16,0 0-16,0 0 0,0 0 0,0 0 0,-1 0 16,1 0-16,0 0 15,0 40-15,0-40 0,0 0 0,0 40 0,0-40 16,-1 0-16,1 0 16,0 0-16,40 40 0,-40-40 0,0 0 15,0 0-15,0 0 0,-1 0 16,1 0-16,0 0 15,0 0-15,0 0 0,0 0 0,0 0 16,0 0-16,-1 0 0,1 0 16,0 0-16,0 0 0,0 0 15,0 0 1,0 0-16,40 41 0,-40-41 16,-1 0-16,1 0 0,0 0 15,0 0-15,0 0 16,0 0-16,0 0 0,0 0 0,-1 0 15,1 0 1,0-41-16,0 41 0,0 0 16,0 0-16,0 0 15,0 0-15,-1-40 16,1 40 0,0 0-16,0 0 15,0 0 1,0 0-1,0 0 17,0 0-32,-1 0 15,1-40 1,0 40-16,0 0 16,0 0-1,0 0 63,0 0-62,0 0 0,-1 0-1,1 0-15,0 0 0,0 0 31,40-40 1,-40 40 30,0 0-46</inkml:trace>
  <inkml:trace contextRef="#ctx0" brushRef="#br0" timeOffset="4509.6691">13523 1323 0,'0'0'0,"-41"0"0,1 0 15,0 0 1,0 0 15,40 40-31,0 0 0,-40-40 16,40 40-16,0 0 15,0 0-15,0 1 16,0-1 0,0 0-16,0 0 0,40-40 15,-40 40-15,40-40 0,-40 40 0,0 0 16,40-40-16,-40 40 15,40-40-15,-40 40 0,0 0 16,0 1 0,-40-41-16,40 40 0,-40-40 15,40 40-15,-40-40 0,0 0 16,40 40-16,-40-40 0,0 40 0,0-40 16,-1 0-16,1 0 0,0 0 15,40-40 1,0 0-1</inkml:trace>
  <inkml:trace contextRef="#ctx0" brushRef="#br0" timeOffset="5009.6386">13563 1684 0,'0'40'47,"0"0"-32,40 0-15,-40 0 16,40-40-16,0 40 0,0-40 16,-40 40-16,40-40 0,0 0 15,-40 41-15,41-41 16,-41-41-1,40 1 1,-40 0-16,0 0 0,0 0 16,0 0-1,0 80 48,0 0-48,0 0-15,-40 0 0,40 0 16,0 1-16,0-1 16,0 0-16,0 0 0,0 0 0,-41-40 15,41 40-15,-40 0 0,40 0 16,0 0-16,-40-40 0,40 41 0,-40-1 0,40 0 16,-40-40-16,40 40 0,-40-40 31,40-40-16</inkml:trace>
  <inkml:trace contextRef="#ctx0" brushRef="#br0" timeOffset="5399.6719">14445 1684 0,'-40'0'0,"0"40"47,40 0-32,0 0 1,0 0-16,0 0 0,0 0 31,0 1-31,40-41 16,-40 40-16,0 0 15,0 0-15,0 0 32,-40-40-32,40 40 0,-40-40 0,0 40 15,0-40-15,0 0 0,0 0 16,-1 0-1,41-40-15,-40 40 0,0-40 16</inkml:trace>
  <inkml:trace contextRef="#ctx0" brushRef="#br0" timeOffset="5749.6327">14646 1443 0,'0'80'63,"40"-80"-63,-40 81 15,40-41 1,-40 0-16,0 0 0,0 0 0,0 0 16,0 0-16,0 0 0,0 0 0,0 1 0,0-1 15,0 0-15,0 0 16,0 0-16,0 0 0</inkml:trace>
  <inkml:trace contextRef="#ctx0" brushRef="#br0" timeOffset="6179.5498">14887 1924 0,'-80'0'15,"160"0"17,-40 0-32,40 0 0,-40 0 15,1 0 1,-1 0-16,0 0 16,0-40-16,0 0 15,-40 0 1,0 0-16,0 0 15,-40 40 1,0 0 0,0 40-1,0 0-15,-1 0 16,41 0 0,0 0-16,0 1 0,0-1 15,0 0-15,0 0 0,0 0 0,41-40 16,-41 40-16,40 0 15,-40 0-15,40-40 16,0 0-16,0 0 16,0-40-16,-40 0 15</inkml:trace>
  <inkml:trace contextRef="#ctx0" brushRef="#br0" timeOffset="6769.5898">15609 1764 0,'0'0'15,"40"40"32,-40 0-47,40-40 0,-40 40 16,41 0 0,-41 1-16,0-1 0,0 0 15,0 0-15,0 0 0,0 0 16,0-80 31,0 0-47,0 0 0,0 0 15,0 0-15,40 40 16,-40-41-16,0 1 0,40 40 16,0 0-16,-40 40 31,40-40-31,-40 41 0,0-1 15,0 0 1,0 0-16,40-80 63,-40-40-63,40 80 0,-40-41 0,40 1 15,-40 0-15,41 40 0,-41-40 31,40 40-31,0 40 16,-40 0 0,40 0-16,-40 1 31,0-1-31,0 0 0,0 0 0,0 0 16,0 0-16,0 0 0,0 0 0,0 0 15,0 1 1,0-1-16,0 0 0</inkml:trace>
  <inkml:trace contextRef="#ctx0" brushRef="#br0" timeOffset="7709.5323">16973 2326 0,'41'0'156,"-1"40"-156,0-40 0,0 0 16,0 0 0,0 0-16,0 0 0,0 0 0,1 0 15,-1 0-15,0 0 0,40 0 16,-40 0-16,40 0 0,1 0 0,-1 0 0,0 0 16,0 0-16,41 0 0,-41-40 0,0 40 0,41 0 15,-41 0-15,0 0 16,1 0-16,-1 0 0,0 0 0,0 0 0,1 0 15,-41 0-15,40 0 0,0 0 16,-40 0-16,41 0 0,-41 0 0,40 0 0,-40 0 16,40 0-16,-40 0 15,41 0-15,-41 0 0,0-41 0,0 41 0,0 0 16,0 0-16,0 0 0,-40-40 0,41 40 0,-1 0 16,-80 0 30,-1 0-14,1 0-17,0 0 1,40-40 0</inkml:trace>
  <inkml:trace contextRef="#ctx0" brushRef="#br0" timeOffset="8079.4342">19542 2045 0,'-41'0'0,"41"-40"0,-40 40 31,40-40-31,0 80 47,40 0-31,-40 0-16,41-40 0,-1 0 15,-40 40-15,40-40 16,0 0-16,0 0 0,-40 40 0,40-40 0,0 0 16,0 0-16,1 40 0,-1-40 0,0 0 15,-40 40 1,0 0-1,0 1 1,-40-41-16,40 40 0,-40-40 0,-1 40 0,1-40 16,0 40-16,-40-40 15,40 40-15,0-40 0,0 40 0,-1-40 0,1 0 16,0 40-16,0-40 0,0 0 0</inkml:trace>
  <inkml:trace contextRef="#ctx0" brushRef="#br0" timeOffset="9469.3684">5377 2406 0,'40'-40'47,"-40"0"-31,40 40-16,0-41 15,0 41 1,1 0-16,-1 0 16,0 0-16,0 0 0,0 41 15,0-41-15,-40 40 16,40-40-16,0 80 0,-40-40 0,0 0 15,0 0-15,0 0 16,0 0-16,-40 0 0,40 1 0,0-1 0,-40 0 16,0 0-1,40 0-15,-40-40 0,40 40 16,-40-40-16,40-40 31,0 0-31,40 0 0,-40 0 16,40 0-16,0-1 15,-40 1-15,40 0 0,0 0 0,1 0 16,-1 0-16,0 0 16,0 0-16,0 40 0,0-40 0,-40 0 0,40 40 15,0-41-15,1 1 16,-1 40-16,-40-40 0,40 0 0,0 0 16,-40 0-16,40 40 15,-40-40-15,-40 40 63,0 0-48,-40 0-15,80 40 0,-41-40 0,1 40 16,40 0-16,-40-40 0,40 40 0,-40-40 0,40 40 16,-40 0-16,40 1 15,-40-41-15,40 40 0,0 0 0,0 0 0,0 0 16,0 0-16,0 0 0,0 0 15,40 0-15,-40 0 0,40 1 0,0-1 16,-40 0 0,40-40-16,0 0 0,1 40 0,-1-40 15,0 0 1,0 0-16,0-40 0,0 40 16,0-40-16,0 0 0</inkml:trace>
  <inkml:trace contextRef="#ctx0" brushRef="#br0" timeOffset="9889.399">7223 1884 0,'0'-40'0,"-40"40"15,40-40-15,-41 40 47,41 40-31,-40 0-16,40 0 0,-40 1 15,40-1 1,0 0-16,-40 0 0,40 0 0,0 0 0,0 0 16,0 0-16,0 0 0,0 1 15,0-1-15,0 0 0,40 0 16,-40 0-16,40-40 0,-40 40 0,40-40 16,1 0-1,-41 40-15,40-40 0,0 0 16,0 0-16,0 0 15</inkml:trace>
  <inkml:trace contextRef="#ctx0" brushRef="#br0" timeOffset="10379.3707">7383 2165 0,'0'0'16,"0"-80"15,40 40-15,41 40-1,-41 0 1,0 40 0,-40 0-16,0 80 15,0-80-15,0 1 0,0-1 31,-40-40-31,40 40 32,40-40-32,-40-40 15,40-161 1,40 81 0,-40 120-1,1-40 1,-1 40 15,-40 40-31,40 40 31,-40 0-31,0-40 0,40 41 16,-40-41-16,0 0 0,0 0 16,0 0-1</inkml:trace>
  <inkml:trace contextRef="#ctx0" brushRef="#br0" timeOffset="10679.3517">8065 1844 0,'0'0'0,"0"-40"15,0 0 1,41 40 0,-1 0-1,40 80 1,-80-40-16,80 81 16,-80-81-16,0 0 0,40 80 15,-40-80-15,0 41 16,0-41-16,-80 80 15,-40 40 17,80-120-32</inkml:trace>
  <inkml:trace contextRef="#ctx0" brushRef="#br0" timeOffset="12349.25">21066 1884 0,'0'40'110,"0"1"-110,0-1 15,40 0 1,-40 0-16,0 0 0,41-40 16,-41 40-16,40 0 15,0 0-15,0-40 0,-40 40 16,40-40-16,0 0 0,0 0 0,0 0 16,1 0-1,-1-40-15,0 0 16,0 0-16,-40 0 15,40 0-15,-40 0 0,40 0 0,-40 0 16,0-1 0,0 1-16,0 0 15,0 80 32,0 0-31,0 1-16,0-1 15,0 0-15,0 0 16,0 0-16,0 0 0,0 0 0,0 0 16,0 0-16,0 1 15,0-1-15,0 0 0,0 0 0,0 0 0,0 0 16,0 0-16,-40-40 0,40 40 0,-40 0 0,40 0 16,-40 1-16,40-1 0,-40 0 15,40 0-15,0 0 0,-40 0 0,-1 0 16,41 0-16,0 0 15,-40-40-15,40 41 0,-40-1 16,40-80 15,-40 40-31,40-41 16,0 1-16,0 0 0,0 0 0,-40 40 0,40-40 16,0 0-16,0 0 0,0 0 0,0 0 15,40-1-15,-40 1 16,40 0-16,0 40 0,-40-40 15,40 40-15,1 0 16,-41-40-16,40 40 0,0 0 16,0 0-16,0 0 15,0 0-15,0 0 16,0 0-16,1 0 0,-1 0 16,0 0-16,0 0 15</inkml:trace>
  <inkml:trace contextRef="#ctx0" brushRef="#br0" timeOffset="12709.1714">22431 2005 0,'0'0'0,"0"-40"15,-40 40 1,-1 0 31,41 40-47,0 0 16,-40 0-16,40 0 0,-40 0 15,40 0-15,0 0 0,0 0 0,-40 1 0,40-1 16,0 0-16,0 0 15,0 0-15,0 0 0,0 0 0,0 0 0,0 0 16,0 0 0,40-40-16,-40 41 0,40-41 0,-40 40 15,40-40-15,1 0 16,-1 0-16,-40-81 0,40 81 16</inkml:trace>
  <inkml:trace contextRef="#ctx0" brushRef="#br0" timeOffset="13199.1988">22912 2205 0,'-40'-40'0,"40"0"0,-40 40 16,120 0 15,-80 40-15,40-40-16,-40 40 15,40 0-15,-40 0 0,0 1 16,0-1 0,0 0-16,0 0 31,0-80-15,0 0-16,0 0 15,0-1 1,0 1-16,41 40 0,-41-40 15,40 40-15,-40-40 16,40 40-16,0 0 0,0-40 16,0 40-1,0 0-15,0 40 32,-40 0-17,0 0-15,0 0 0,0 1 16,41-1-1,-41 0-15,0 0 16,0 0-16,-41 0 16</inkml:trace>
  <inkml:trace contextRef="#ctx0" brushRef="#br0" timeOffset="13479.1822">23875 1965 0,'-40'0'16,"80"0"-16,-40 0 31,40 0-31,-40 40 16,81 40-1,-41-40-15,-40 0 16,0 0-16,0 161 16,-40-121-1,-1-40-15,-79 120 16,80-119-16,0-1 0,-81 40 16,81-80-16,0 0 0</inkml:trace>
  <inkml:trace contextRef="#ctx0" brushRef="#br0" timeOffset="14829.0995">13482 3288 0,'0'0'0,"41"0"15,-1 0 1,0 0-16,0 0 16,0 0-16,0 0 0,-40-40 15,40 40-15,-40-40 16,0 0-16,40 40 0,-40-40 0,0 0 15,0-1-15,0 1 16,41 40-16,-41-40 0,0 0 0,0 0 0,0 0 16,0 0-16,0 0 15,40 40-15,-40-40 0,0-1 0,0 1 16,0 80 15,0 1-15,0-1-16,-40 0 15,40 0-15,0 0 0,-41-40 0,41 40 16,0 0-16,-40 0 16,40 41-16,0-41 0,0 0 0,0 0 0,0 0 15,0 0-15,0 0 0,0 0 16,0 0-16,0 0 0,0 1 0,0-1 0,0 0 16,0 0-16,0 0 0,0 0 15,-40 0 1,40-80 46,0 0-62,40 0 16,-40 0-16,40 0 0,-40 0 16,41 40-16,-41-41 0,40 1 15,0 0-15,0 0 0,0 40 16,-40-40-1,40 40-15,-40 40 47,40-40-31,-40 40-16,0 0 0,0 0 16,0 1-16,0-1 0,0 0 15,0 0-15,40-40 16,-40 40-16,0 0 0,0 0 15,0 0 1,0 0 0,41-40-1,-1 0-15,-40-40 16,40 40-16,-40-40 0</inkml:trace>
  <inkml:trace contextRef="#ctx0" brushRef="#br0" timeOffset="15199.0206">14726 2847 0,'-40'0'15,"-40"0"32,80 40-47,0 0 0,-40-40 16,40 40-16,0 0 0,0 0 0,0 1 0,0-1 16,0 0-16,0 0 15,0 0-15,0 0 0,0 0 0,0 0 0,0 0 16,40 0-1,-40 1-15,0-1 0,40-40 0,-40 40 0,40-40 16,-40 40-16,40-40 0,1 0 16,-41 40-16,40-40 0,0 0 15,0-80 1</inkml:trace>
  <inkml:trace contextRef="#ctx0" brushRef="#br0" timeOffset="15718.9893">14967 3088 0,'0'0'0,"-40"0"16,40-41 0,80 41-1,-80-40-15,40 40 16,1 81-16,-41-41 15,0 40 1,0 40 0,0-80-1,0-80 32,0 0-31,0 0-16,40 0 0,-40 0 0,40 40 15,-40-40-15,0 0 16,40-1-16,0 41 0,-40-40 0,40 40 16,-40-40-16,40 40 15,0 0 1,-40 40 0,41-40-1,-41 40-15,0 1 0,0-1 16,0 0-16,0 0 15,0 0-15,0 0 0,0 0 16,0 0-16,0 0 16,-41 0-16,41 1 15</inkml:trace>
  <inkml:trace contextRef="#ctx0" brushRef="#br0" timeOffset="15969.0331">15810 2927 0,'-40'-40'31,"40"0"-31,40 40 16,40 0-1,-40 0 1,0 241 0,-40-161-1,0 0-15,-120 161 16,80-161-16,-40-40 0,39 40 0</inkml:trace>
  <inkml:trace contextRef="#ctx0" brushRef="#br0" timeOffset="40137.5228">24838 2326 0,'40'0'15,"-80"0"17,0 0-17,80 0 48,0 0-63,0-41 15,1 41-15,-1-40 16,0 40-16,0 0 0,0 0 16,0-40-1,0 40-15,0 0 16,1 0-1,-41 40-15</inkml:trace>
  <inkml:trace contextRef="#ctx0" brushRef="#br0" timeOffset="40397.4724">24878 2606 0,'-120'40'16,"240"-80"-16,-200 80 31,160-40-15,-40 0-16,1 0 15,-1 0-15,0 0 0,0 0 0,0 0 16,0 0-1,0 0-15,-40-40 0,40 40 16</inkml:trace>
  <inkml:trace contextRef="#ctx0" brushRef="#br0" timeOffset="40977.4376">25480 2125 0,'0'0'16,"0"-80"0,0 40-16,40 0 15,1 40-15,79-41 16,-80 41-16,40 0 31,41 81-15,-121-1-16,0 40 15,0-80-15,0 0 0,-40 41 16,-1-1 15,1-80-15,80-40 0,81-81 15,-121 81-31,80 0 0,-80 0 0,40 40 15,-40-40-15,121-40 16,-81 40-16,0 40 16,-40-40-16,0-1 31,-40 41-31,0 0 31,40 41-15,-41-1-1,1 40 1,40 0-16,0 81 31,81-81-15,119-40 0,-120-40-16</inkml:trace>
  <inkml:trace contextRef="#ctx0" brushRef="#br0" timeOffset="41247.4203">26885 1844 0,'-121'-40'31,"242"80"-31,-322-80 16,201 80-16,0 0 15,-40 121 1,40-121-16,0 120 31,0-120-31,80 41 16,-40-81-16,0 80 16,1-80-16,-1 0 15,-40-40 1</inkml:trace>
  <inkml:trace contextRef="#ctx0" brushRef="#br0" timeOffset="41557.4019">27045 2005 0,'0'-40'15,"0"80"17,0 0-17,40-40-15,-40 40 0,40-40 0,1 40 16,-41 0-1,0 0-15,40-40 0,-40 40 16,40-80 0,-40 0-1,40 0-15,-40 0 0,40 0 16,-40 80 31,0 0-47,0 0 15,0 0-15,0 0 16,0 0-16,0 1 16,0-1-16</inkml:trace>
  <inkml:trace contextRef="#ctx0" brushRef="#br0" timeOffset="41797.3878">27607 1965 0,'0'0'16,"0"-41"-1,40 41 17,40 81-17,-40-41 1,-40 0-16,0 80 15,-40-80-15,40 0 0,-120 81 16,120-81-16,-80 40 16,40-80-16</inkml:trace>
  <inkml:trace contextRef="#ctx0" brushRef="#br0" timeOffset="42787.3273">28369 1844 0,'-40'-40'16,"40"80"0,0 0-1,0 0-15,0 1 0,40-1 16,-40 0-16,0 0 0,0 40 0,0-40 0,0 0 15,0 0-15,0 1 16,0-1-16,0 0 0,0 0 0,0 0 16,40-80 15,1 0-31,-1 40 0,0-40 0,-40 0 16,40-1-16,0 1 15,0 0-15,0 0 0,-40 0 0,40 0 16,1 0-16,-41 0 15,40 40-15,-40-40 0,0-1 16,40 41 15,-120 0 16,39 0-31,41 41-16,-80-41 0,40 0 15,0 0-15,0 0 0,0 0 16,0 0-16,-1 0 0,1 40 0,0-40 16,0 0-16,0 0 0,0 0 15,0 40 1,0-40-16,-1 0 0,1 0 16,40 40-1,40-40 32,41 0-47,-41 0 0,0 0 16,0 0-16,0 0 0,0 0 15,0 0-15,1 40 0,-1-40 0,0 0 16,0 0 0,-40 40-16,40-40 0,0 40 0,0-40 15,0 40 1,1-40-16,-1 0 0,0 0 15,0 0 1,0 0 0,-80 0 15,40-40-31,-40 40 16,40-40-16,-40 40 15,0 0-15,-1 0 0,1-40 16,0 40-16,0-40 15,0 40-15,0-40 0,0 0 16,0 40-16,-1-40 0,1-1 16,0 1-1,0 0-15,40 0 0,-40 40 16,40-40 0,-40 40-16,40 40 46,0 0-30,0 0 0</inkml:trace>
  <inkml:trace contextRef="#ctx0" brushRef="#br0" timeOffset="43467.2858">29332 2045 0,'0'0'0,"-40"40"31,40 0-31,81-40 31,-41 0-15,40-80-1,-40 40-15,-40 0 16,40-1-16,-40-79 16,0 40-1,0 0 1,-40 120 15,40 0-31,0 0 0,0 0 0,0 0 16,0 0-16,0 0 15,0 1-15,0-1 0,0 0 0,0 0 0,0 0 16,0 0-16,40 0 16,-40 0-16,0 0 0,0 1 0,0-1 15,40-40-15,-40 40 16,0-80 15,0 0-15,0-1-16,40 41 0,-40-40 0,0 0 15,41 40-15,-41-40 16,40 40-16,-40-40 0,40 40 0,0-40 16,0 40-1,0 0-15,0 0 16,-40 40-1,40-40-15,-40 40 0,0 0 0,0 0 16,0 0-16,0 1 0,0-1 16,0 0-1,0 0-15,41-40 32,39 0-32,-80-40 0</inkml:trace>
  <inkml:trace contextRef="#ctx0" brushRef="#br0" timeOffset="43717.2708">30376 1804 0,'-40'0'16,"80"0"-16,-201 0 15,121 0 1,40 40-16,-40 0 15,40 0-15,0 1 0,0-1 0,0 0 16,0 0-16,0 0 0,0 0 0,0 0 0,0 0 16,40 0-16,-40 1 15,40-41-15,-40 40 0,40-40 0,-40 40 0,40-40 16,1 0-16,-1 0 16,0 0-16</inkml:trace>
  <inkml:trace contextRef="#ctx0" brushRef="#br0" timeOffset="44097.2472">30536 1924 0,'0'0'15,"-40"0"1,40 41 15,40-1-31,-40 0 16,40 40-1,-40 40 1,40-160 15,1 0-15,-1 0 0,40-40-1,-80 40-15,40 0 16,0 40-16,-40 40 31,0 0-31,40 0 16,-40 80 15,0-80-31,0 0 31</inkml:trace>
  <inkml:trace contextRef="#ctx0" brushRef="#br0" timeOffset="44357.2325">31218 1804 0,'0'-40'31,"40"40"-16,1 0 1,-41 40-16,40-40 0,-40 40 0,40-40 0,-40 40 16,40 0-16,-40 1 0,0-1 0,0 0 0,0 0 15,0 0-15,0 0 16,-40 0-16,40 0 0,-80 41 0,39-41 0,1 0 16,-40 0-16,40 0 0,-40 0 15,-1 0-15,1 0 0</inkml:trace>
  <inkml:trace contextRef="#ctx0" brushRef="#br0" timeOffset="47247.0569">5216 4852 0,'0'-40'15,"41"80"110,-1 0-125,0-40 0,0 40 16,-40 0-16,40 1 0,0-1 0,-40 0 16,40 0-16,0 0 15,1 0-15,-1 0 0,0 0 0,0 0 0,-40 1 16,40-1-16,-40 0 0,40 0 16,-40 0-16,40 0 0,-40 0 0,0 0 15,0 0 1</inkml:trace>
  <inkml:trace contextRef="#ctx0" brushRef="#br0" timeOffset="47647.032">6019 4732 0,'-40'0'31,"0"0"1,40 40-32,-40-40 15,40 40-15,-41 0 16,41 0-16,-40 0 0,0 0 0,0 1 0,0 39 16,-40-40-16,40 40 15,-41-40-15,41 40 0,-40-39 0,40 39 0,0-40 16,-41 0-16,41 0 0,0 0 15,0 0-15,0 0 0,0 0 0,40 1 0,-40-41 16,0 0-16</inkml:trace>
  <inkml:trace contextRef="#ctx0" brushRef="#br0" timeOffset="48706.9703">6862 4692 0,'0'0'0,"0"-40"15,0 0 1,-41 40 0,1 0-16,-40 40 31,0 40-31,40-40 0,-81 160 31,81-119-31,0-1 0,0 80 16,0-79-16,40-1 15,0 0-15,80 80 16,161-39 0,-41-121-1,-159 0-15</inkml:trace>
  <inkml:trace contextRef="#ctx0" brushRef="#br0" timeOffset="49306.9315">7102 5133 0,'0'0'15,"0"-40"1,0 0-1,40 40 17,1 0-17,39 0 1,-40 0 0,161 0-1,-161 0-15,80-40 16,-80-1-16,0 41 0,1 0 15,-122 41 17,81-1-32,-40-40 15,-40 200 1,40-160-16,-40 81 31,39-121-31,1 40 0,40 0 0,-120 120 31,-1-80-15,121-39-16,41-41 31,-1 0 1,0 0-32,0 0 15,0 0-15,0 0 16,0 0-16,1 0 0,-1-41 0,0 41 15,0 0-15,0-40 0,0 40 0,0 0 0,0 0 16,1-40-16,-1 40 16,0 0-16,0 0 0</inkml:trace>
  <inkml:trace contextRef="#ctx0" brushRef="#br0" timeOffset="49606.9147">8186 4732 0,'0'-40'0,"0"80"0,0-120 15,40 80 1,-40 80 0,80 80-1,-80-80-15,0 241 16,-80-240-16,40-1 0,0 0 16,-201 201-1</inkml:trace>
  <inkml:trace contextRef="#ctx0" brushRef="#br0" timeOffset="51756.7848">13844 4892 0,'0'0'0,"0"-40"0,0 80 47,-41-40-31,41 80-16,0-39 15,0-1-15,0 0 0,0 0 0,-40 40 0,40-40 16,-40 40-16,40-39 0,0 39 16,0-40-16,-40 0 0,40 40 0,-40-40 0,40 0 15,0 41-15,-40-41 16,0 0-16,40 0 0,0 0 15</inkml:trace>
  <inkml:trace contextRef="#ctx0" brushRef="#br0" timeOffset="52236.777">13763 5494 0,'0'0'15,"0"-40"-15,0 0 16,40 40-16,1-40 16,119 40-1,1 0 1,-81 0 0,40 0-1,-80 0 1,0 0-1,-40-121 1,0 1 0,0 40 15,0-1-15,0 41-1,0 80 16,0 1-15,0-1-16,0 0 0,0 0 0,0 0 16,0 40-16,0-40 15,0 0-15,0 41 0,-40-41 0,40 40 0,0-40 16,0 40-16,0-40 0,0 41 16,0-41-16,0 0 0,-40 0 0,40 0 0,0 0 15,-40-40-15,40 40 16</inkml:trace>
  <inkml:trace contextRef="#ctx0" brushRef="#br0" timeOffset="52586.7342">15088 5013 0,'0'0'16,"-41"0"-1,1 40 17,40 0-32,-40-40 15,-40 240 1,40 41-1,40-80 17,40-121-32,40 0 31,0-80-31</inkml:trace>
  <inkml:trace contextRef="#ctx0" brushRef="#br0" timeOffset="53096.7023">15489 5414 0,'-40'0'16,"80"0"-16,-80-40 15,40-1-15,40 41 16,80-40-1,81 0 1,-81 0 0,-80 40-1,-40 40 32,-40 0-31,40 0-1,-40 1-15,40-1 0,-40-40 0,40 40 0,-40 0 16,0 0-16,40 0 0,-40-40 0,40 40 16,-41 0-16,1 0 15,0 0-15,0 1 16,80-41 31,0 0-47,-40-41 15,40 41-15,1 0 0,-1 0 0,0 0 0,0 0 16,0-40-16,0 40 16,0 0-16,0 0 0,1 0 0,-1-40 15,0 40-15,0 0 16,0 0-16,0 0 0,0 0 0,0 0 31</inkml:trace>
  <inkml:trace contextRef="#ctx0" brushRef="#br0" timeOffset="53376.7066">16492 5093 0,'-40'-40'16,"40"0"-16,0-1 15,80 41 1,-40 121 0,-40 119 15,-40-39-31,-161 80 31,81-161-31,-81 40 16</inkml:trace>
  <inkml:trace contextRef="#ctx0" brushRef="#br0" timeOffset="55357.065">21187 4451 0,'-40'0'16,"40"40"78,0 0-79,0 0-15,0 1 0,40-41 0,-40 40 16,0 0-16,40-40 0,-40 40 16,40 0-16,-40 0 0,40 0 0,0 0 0,-40 0 15,40 0-15,0 1 16,-40-1-16,41 0 0,-41 0 0,40 0 0,0 0 16,-40 0-16,40 0 15</inkml:trace>
  <inkml:trace contextRef="#ctx0" brushRef="#br0" timeOffset="55687.1">21909 4652 0,'-40'0'16,"80"0"-16,-80-40 0,40-1 31,0 82-15,0-1-16,0 0 15,-40 0-15,40 0 16,0 0-16,-40 40 0,40-40 0,-41 0 0,41 41 16,-40-41-16,0 40 15,40 0-15,-40-40 0,0 41 0,0-41 0,0 40 16,0 0-16,-1-40 0,1 0 15,40 40-15,-40-39 0,0-1 0,40 0 0,-40-40 16,40 40-16,0 0 0,-40-40 0,40 40 16</inkml:trace>
  <inkml:trace contextRef="#ctx0" brushRef="#br0" timeOffset="56067.0209">22391 4571 0,'0'-80'31,"0"40"-31,0 80 32,0 40-17,-41-39-15,41-1 0,-40-40 16,0 40-16,40 0 16,-40 0-16,0 40 0,40-40 0,-40 40 0,0-39 15,40 39-15,-40 0 0,-1 0 16,1-40-16,40 41 0,-40-1 0,40-40 0,-40 0 15,40 0-15,0 0 0,0 0 0,0 0 0,40 0 16,0-40 0,0 0-16,1 0 0,-1 0 0,40-40 15,-40 40-15,0-40 0,0 40 16</inkml:trace>
  <inkml:trace contextRef="#ctx0" brushRef="#br0" timeOffset="56646.9717">22752 4972 0,'0'0'16,"0"-40"0,0 0-1,0 0 1,40 40-16,0 0 15,80 0 1,-39 0 0,79 0-1,-80-40 1,-40 40 15,-80 40 16,40 0-31,-40-40-16,40 40 0,-40 0 15,40 1-15,-40-1 0,0-40 0,40 40 0,-40 0 16,0 0-16,40 0 16,-41 0-16,1 0 0,40 0 0,-40 1 0,0-41 15,40 40-15,-40-40 0,40 40 16,-40-40-16,40 40 0,40-40 31,0 0-15,40 0-16,-40 0 15,1 0-15,-1 0 0,0 0 16,0 0-16,0 0 0,0 0 0,0 0 0,0 0 16,1 0-16,-1 0 15,0 0-15,0 0 0,0 0 0,0 0 16,0 0-16,-40-40 15,40 40-15,-40-40 0</inkml:trace>
  <inkml:trace contextRef="#ctx0" brushRef="#br0" timeOffset="56926.9493">23955 4692 0,'0'-40'0,"0"80"0,0-120 31,41 120-31,-1 0 16,-40 40-1,0-40-15,40 0 0,-40 0 0,0 40 0,0-39 16,0-1-16,0 40 15,0 0-15,-80-40 0,80 40 0,-41-39 0,1 39 16,0-40-16,0 0 0,-40 40 0,40-40 0,0 0 16,-1 0-16,1-40 0,0 41 15,-40-41-15</inkml:trace>
  <inkml:trace contextRef="#ctx0" brushRef="#br0" timeOffset="58666.9196">26162 3088 0,'-40'0'0,"80"0"141,1 0-141,-1 0 0,0 0 15,0 0 1,0 0-16,0 0 0,0 0 0,0 0 16,1 0-16,-1 0 15,0 0-15,0 0 0,0 0 0,0 0 16,0 0-16,0 0 15,1 0-15,-1 0 0,0 0 16,-40 40-16,40-40 0,0 0 16,0 0-1,0 0-15,0 0 0,1 0 16,-1-40-16,0 40 16,0-41-16,0 41 0,0 0 0,0 0 15,0 0-15,1 0 16,-1 0-1,0 0-15,0 0 16,0 0 0,0 0-16,0 0 15,0 0-15,1 0 16,-1 0-16,0 0 0,0 0 16,0 0-1,0 0-15,0 0 16,-40-40-16,40 40 15,1 0-15,-1 0 0,-40-40 0,40 40 16,0 0-16,0 0 0,0 0 0,0 0 0,0 0 16,1 0-16,39 0 15,-40 0-15,0 0 0,0 0 0,0 0 0,0 0 16,1 0-16,-1 0 0,0 0 16,0 0-16,0 0 15,0 0 1,0 0-16,1 0 15,-1 0-15,0 0 0,0 0 16,0 0-16,0 0 16,0 0-16,0 0 0,1 0 0,-1 0 31,0 0-15,0 0-1,0 0-15,0 0 31,0 0-31,0 0 16,1 0 0,-1 0-1,0 0 17,0 0-32,0 0 0,0 0 15,0 0-15,0 0 16,1 0-16,-1 0 0,0 0 0,0 0 15,-40 40-15,40-40 0,0 0 16,0 0 0,0 0-16,1 0 0,-1 0 15,-40-40 1,40 40-16,0 0 0,0 0 16,0 0-1,0 0-15,0 0 0,1 0 16,-1 0-1</inkml:trace>
  <inkml:trace contextRef="#ctx0" brushRef="#br0" timeOffset="59736.8539">24918 4812 0,'-40'0'16,"0"0"-1,80 0 110,0 0-125,1 0 0,-1 0 0,0 0 16,0 0-16,0 0 0,40 0 0,-40 0 0,41 0 16,-41 0-16,40 0 15,-40 0-15,41 0 0,-41 0 0,0 0 0,0 0 16,-40-40-16,40 40 0,0 0 16,-80 0 15</inkml:trace>
  <inkml:trace contextRef="#ctx0" brushRef="#br0" timeOffset="60166.7561">24678 5374 0,'0'40'15,"40"-40"17,0 0-32,0 0 15,0 0-15,0 0 16,0 0-16,1 0 0,-1 0 0,0-40 15,40 40-15,-40 0 0,0 0 0,0 0 0,41-41 16,-41 41-16,0 0 16,0 0-16,0 0 0,0 0 0,1 0 15,-1 0-15,0 0 0,0 0 16,-80 0 15,0 0 0,80 0-15,0 0-16</inkml:trace>
  <inkml:trace contextRef="#ctx0" brushRef="#br0" timeOffset="61436.6762">26243 4491 0,'0'40'157,"0"0"-157,40-40 15,-40 41-15,40-1 16,0 0-16,0 0 0,0 0 0,-40 0 16,40-40-16,1 40 0,-1 0 15,0 0-15,0 0 0,0 1 0,0-1 0,0 0 16,0 0-16,1 0 15,-41 0-15,40 0 0,0-40 0,-40 40 0,40 0 16,0 1-16,0-41 16,0 0-1</inkml:trace>
  <inkml:trace contextRef="#ctx0" brushRef="#br0" timeOffset="61826.6541">26764 4491 0,'0'0'15,"0"-40"1,0 80 47,0 0-48,-40 0-15,0 1 16,40-1-16,-40 40 0,0-40 0,0 0 15,0 40-15,-1-40 0,1 41 0,0-41 0,0 40 16,0 0-16,0-40 16,0 0-16,0 0 0,40 1 0,-41-1 0,1 0 0,40 0 15,0 0-15,-40-40 16,40 40-16</inkml:trace>
  <inkml:trace contextRef="#ctx0" brushRef="#br0" timeOffset="62266.7001">27366 4571 0,'0'0'0,"-40"0"0,0 0 31,40-40-31,0 80 47,-40-40-47,40 41 0,-40-1 0,40 0 0,-40 0 16,40 0-16,-41 0 15,41 0-15,-40 0 0,40 0 0,0 41 0,0-41 16,-40 0-16,40 40 0,0-40 16,0 0-16,0 0 0,0 0 0,0 1 15,0-1-15,0 0 0,40 0 16,0 0-16,1-40 15,-1 0-15,0 0 0</inkml:trace>
  <inkml:trace contextRef="#ctx0" brushRef="#br0" timeOffset="62846.6648">27727 4812 0,'-40'0'15,"80"0"-15,-80-40 0,0 40 32,80 0-1,40 0-31,-39 0 0,-1 0 0,0 0 15,0 0-15,0 0 0,40 0 0,-40 0 0,1 0 16,-1 0 0,0 0-16,0 0 0,0 0 15,-80 0 32,40 40-47,-40-40 16,40 40-1,-40 0-15,0-40 0,40 40 16,-41 0-16,1-40 0,0 41 0,40-1 0,-40 0 0,0 0 16,0 0-16,0 0 15,0 0-15,-1 0 0,1-40 16,40 40-16,0 1 16,-40-41-16,80 0 31,41 0-31,-41 0 15,0 0-15,-40-41 0,40 41 0,0 0 16,0 0-16,0 0 16,0 0-16,1 0 0,-1 0 0,-40-40 0,40 40 0,0 0 15,0 0 1,0 0-16</inkml:trace>
  <inkml:trace contextRef="#ctx0" brushRef="#br0" timeOffset="63186.5692">28730 4612 0,'-40'-41'32,"40"1"-32,40 40 31,-40 40-31,41-40 0,-1 81 16,-40-41-16,40-40 0,0 40 15,0 0-15,-40 40 0,0-40 0,40 0 0,-40 0 16,0 1-16,0 39 15,0-40-15,0 0 0,0 40 0,-40-40 0,40 0 0,-80 1 16,80-1-16,-40 0 0,0 0 0,-1 0 16,-39 0-16,40-40 0,0 40 15,0-40-15,0 0 0,0 40 0,-1-40 0</inkml:trace>
  <inkml:trace contextRef="#ctx0" brushRef="#br0" timeOffset="63716.6122">29373 4571 0,'-41'-40'16,"1"40"-16,0 0 31,40-40-15,0 80-1,40 121 16,-40-41-31,0 161 16,-40-41 15,-40-79-15,40-121 0</inkml:trace>
  <inkml:trace contextRef="#ctx0" brushRef="#br0" timeOffset="64176.5847">29332 5213 0,'0'0'16,"-40"-40"-16,40 0 0,40 40 31,1 0-31,159 40 31,-120-40-31,41 0 16,-81 0-16,0 0 0,0 0 16,0-80-1,0-41 17,-40-39-17,0 80 1,-40 0-1,0 80 1,40-40 0,0 80-1,-40 40 1,40 120 15,-40 41-15,40-40-1,0-1 1,40-160-16</inkml:trace>
  <inkml:trace contextRef="#ctx0" brushRef="#br0" timeOffset="64516.5635">30576 4571 0,'0'0'16,"0"-40"-1,-40 80 16,-40 121-15,40-1-16,0-39 16,40 159-1,80-79 17,40-121-17,1-80 1,-41-40-16</inkml:trace>
  <inkml:trace contextRef="#ctx0" brushRef="#br0" timeOffset="65096.5293">30857 4812 0,'0'0'15,"40"0"48,0 0-48,1 0-15,-1 0 0,0 0 0,0 0 0,0 0 16,0 0-16,0 0 16,0 0-16,41 0 0,-41-40 0,0 40 15,0-40-15,0 40 16,0 0-16,-80 0 47,0 0-32,40 40-15,-40-40 0,40 40 16,-40-40-16,40 40 0,-40-40 0,0 40 0,-1 0 16,1 0-1,0 1-15,40-1 0,-40-40 0,40 40 16,-40-40-16,40 40 0,-40 0 16,40 0-16,0 0 31,0 0-16,40-40-15,40 0 16,-40 0-16,0 0 16,1-40-16,-1 40 0,0-40 0,0 40 0,0-40 15,0 40-15,0 0 16,0-40-16,1 40 0,-1 0 0,-40-40 16,40 40-16,0-40 15</inkml:trace>
  <inkml:trace contextRef="#ctx0" brushRef="#br0" timeOffset="65456.4747">31780 4451 0,'40'0'31,"0"0"-31,0 0 31,121 161-15,-161-121-16,40 120 16,-40-80-16,-120 201 15,39-201-15,-79 81 16,-41-1-16</inkml:trace>
  <inkml:trace contextRef="#ctx0" brushRef="#br0" timeOffset="78825.6204">1364 7459 0,'81'0'62,"-81"-40"-62,0 0 16,40 40-1,-40 40 32,-40-40-31,40 40 31,0 0-47,-41-40 0,41 80 15,0-40-15,0 1 16,0-1-16,0 0 0,0 0 0,0 0 0,0 0 16,0 0-16,0 0 15,0 0-15,0 0 0,0 1 16,41-41-16,-41 40 0,0 0 16,40-40-16,0 0 0,0 0 15,0 0-15,0 0 0,0 0 0,-40-40 16,40 40-16,-40-40 15,41 40-15,-1-41 0,-40 1 16,40 40-16,-40-40 0,0 0 16,40 0-16,-40 0 0,0 0 15,0 0 1,40 0-16,-40 0 16,0-1-16,0 1 15,0 80 63,0 1-78,0-1 16,0 0 0,-80 0-16,80 0 0,0 0 15,0 0-15,0 0 0,0 0 0,0 0 16,0 1-1,0-1-15,0 0 16,80-40-16,-80 40 16,80-40-16,-40 0 15,1 0-15,-1 0 16,0 0-16</inkml:trace>
  <inkml:trace contextRef="#ctx0" brushRef="#br0" timeOffset="79335.6643">2327 7579 0,'0'0'16,"40"0"30,1 81-46,-1-81 0,-40 40 16,0 0-16,0 0 16,0 0-16,0 0 0,0 0 15,0 0-15,-40 0 16,40 0-16,-41-40 0,41 41 16,0-82 15,0 1-31,41 40 0,-41-80 0,40 80 15,-40-40-15,40 0 16,-40 0-16,40 40 0,0-40 0,0 0 16,0 0-16,0 40 15,-40-41-15,41 41 0,-1 0 32,-40 41-17,0-1-15,0 0 0,0 0 16,0 0-16,0 0 15,0 0-15,0 0 0,0 0 16,0 0 0,0 1-16,40-41 0,-40 40 0,40 0 15,0-40 1,0 0 0</inkml:trace>
  <inkml:trace contextRef="#ctx0" brushRef="#br0" timeOffset="79575.6491">3290 7740 0,'0'0'16,"0"40"-1,0 0 1,0 40-1,0-40-15,0 0 0,0 0 16,0 1-16,0-1 16,0 0-16,0 0 0</inkml:trace>
  <inkml:trace contextRef="#ctx0" brushRef="#br0" timeOffset="79765.638">3451 7459 0,'0'-40'0,"0"80"0,0-160 15,0 160 16</inkml:trace>
  <inkml:trace contextRef="#ctx0" brushRef="#br0" timeOffset="80145.6167">4093 7299 0,'0'0'16,"0"40"15,0 0-31,40 40 31,-40 0-31,0 41 16,-80 39 0,80 0 15,0-120-31,0 81 16,0-81-16,40 0 15,0-40 1,0-40-1,0 40-15</inkml:trace>
  <inkml:trace contextRef="#ctx0" brushRef="#br0" timeOffset="80335.5524">4173 7900 0,'-40'0'16,"80"0"-16,-120-40 15,80 0 1,80 40 0,-40 0-16,0-40 0,1 40 15,-1 0-15,0 0 16,0 0-16,0 0 0,0 0 16</inkml:trace>
  <inkml:trace contextRef="#ctx0" brushRef="#br0" timeOffset="80815.5324">5939 7860 0,'-40'-80'15,"80"160"-15,-121-240 16,81 200 15,0 0-31,-40 0 16,40 0-16,0 0 15,0 0-15,0 0 0,0 0 0,40 1 16,-40-1-16,0 0 16,81-40-16,-81 40 0,0 0 0,0 0 15,0 0-15,0 0 0,0 0 16,-40 1-16,-1-41 15,1 0-15,0 0 0,0 0 16,-40 0-16,40 0 16,0 0-16,-1 0 0,1 0 0,0 0 0,0 0 15,40-41-15,-40 41 16</inkml:trace>
  <inkml:trace contextRef="#ctx0" brushRef="#br0" timeOffset="81115.4816">6420 7499 0,'-40'0'16,"80"0"-16,-80 40 15,40 40 17,0 1-32,0-1 0,0 120 31,0-160-31,-40 1 0,0 79 16,40-80-16,-40 80 15,40-80-15</inkml:trace>
  <inkml:trace contextRef="#ctx0" brushRef="#br0" timeOffset="81495.4766">6260 8101 0,'0'-40'31,"40"40"-31,40 0 15,-40-41-15,0 41 0,41 0 0,-41 0 0,0 0 16,0 0-16,0 0 16,-40-40-16,40 40 0,0 0 0,-40-40 15,40 40-15,-40-40 16,41 0-16,-41 0 31,-41 40-31,1 0 16,-40 0-16,80 40 0,-40-40 15,40 40-15,-40-40 0,40 40 16,-40-40-16,40 40 0,0 0 0,-40-40 0,40 41 16,0-1-1,0 0-15,40-40 0,-40 40 0,40-40 16,40 40-16,-40-40 16,0 0-16,0 0 0,1 0 15,-1 0-15,0 0 0,0 0 0,0 0 0,0 0 16</inkml:trace>
  <inkml:trace contextRef="#ctx0" brushRef="#br0" timeOffset="81835.5119">7544 7940 0,'-40'-40'0,"0"40"0,40-40 32,-41 40-32,41 120 15,0 81 16,0-41-15,0-120 0,0 1-16,0-1 0,0 0 0,41 0 31</inkml:trace>
  <inkml:trace contextRef="#ctx0" brushRef="#br0" timeOffset="82075.4969">7343 8181 0,'0'-161'31,"0"322"-31,80-482 16,-80 281-16,81 0 0,39-40 16,0 80-1,-79 0-15,-1 0 16,-40 40-16,0 40 15,-121 120 17,-79-39-17,119-81 1</inkml:trace>
  <inkml:trace contextRef="#ctx0" brushRef="#br0" timeOffset="82735.4584">8667 7700 0,'-80'0'0,"160"0"0,-200 0 0,0 0 32,79 40-32,41 0 15,-40 0 1,161 80 0,-121-80-16,160 41 15,-120-41-15,0 0 16,1-40-16,-1 40 31,-40 0-31,0 0 0,-81-40 16,41 0-16,-120 40 15,80-40-15,39 0 0,-39 0 32,40 0-32,40-40 0</inkml:trace>
  <inkml:trace contextRef="#ctx0" brushRef="#br0" timeOffset="82965.4429">9229 7860 0,'-40'0'0,"40"-40"16,-80 40-16,40 0 15,40 40 1,0 0-16,0 40 16,0-40-16,0 121 15,40-121 1,-40 0-16,40 40 16</inkml:trace>
  <inkml:trace contextRef="#ctx0" brushRef="#br0" timeOffset="83165.4316">9069 7780 0,'-41'-80'15,"82"160"-15,-122-241 16,81 121-16,40 40 31,81 0-31</inkml:trace>
  <inkml:trace contextRef="#ctx0" brushRef="#br0" timeOffset="83775.331">9871 7780 0,'-40'0'0,"40"-40"16,-40 40 0,0 0-16,-41 0 31,41 120-15,161 0-1,39-80 1,1-80 15,-81-120-15,-80 40-1,-40 80 1,0-1 0,0 162-1,40-1 16,0-40-31,40 121 16,-40-161-16,0 40 0,40 81 16,0-81-16,-40 120 31,0-160-31,0 0 0,0 81 16,0-81-16,-80 40 15,80-40-15,-40-40 0,-1 0 16,-119 40-1,120-80 1,0 40-16,-41-120 16,41 80-16,40-81 15,0 81-15,121-80 32,-81 80-32,0 0 0,0 40 0,161-120 15,-161 120 1,0-41-16,40 1 15,-80 0-15</inkml:trace>
  <inkml:trace contextRef="#ctx0" brushRef="#br0" timeOffset="84185.3695">10593 7980 0,'0'0'0,"0"-40"0,-40 40 31,80 0-15,-40 40-16,40-40 15,-40 40-15,41-40 0,-41 41 0,40-1 0,0 0 16,-40 0-16,0 0 16,0 0-16,0 0 0,0 0 15,0 0-15,0-80 47,40 0-47,-40 0 16,40 0-16,-40 0 0,40 0 0,0 40 0,-40-40 15,41 0-15,-1 40 16,-40-41-16,40 41 0,0-40 16,0 40-1,-40 40-15,40-40 0,-40 41 16,0-1-16,0 0 0,0 0 15,0 0 1,0 0-16,0 0 0,0 0 16,0 0-16,0 1 15,40-41-15</inkml:trace>
  <inkml:trace contextRef="#ctx0" brushRef="#br0" timeOffset="84805.2754">11918 8101 0,'-161'-40'15,"322"80"-15,-362-121 16,161 81-16,40 41 31,0-1-31,0 0 16,0 0-16,40 80 15,0-120-15,-40 40 0,80 0 16,-40-40 0,1-160-1,-1 0 17,0 39-17,-40 161 1,0 81-1,120-1 17,81-40-17,-41-80 1,-120-40 0,-40 0-16,81-80 15,-81 80-15,0-1 0,0 1 16,0-200-1,-81-1 1,1 161 15,40 80-15,40 120 0,40 121-1,0-81 1,0-120-16,41 241 15,-81-241-15,0 40 0,0 41 32,0-81-32,-40 80 15</inkml:trace>
  <inkml:trace contextRef="#ctx0" brushRef="#br0" timeOffset="87055.1385">1404 9103 0,'-40'0'78,"80"0"-31,1 0-47,-1 0 16,0 0-1,0 0-15,0 0 0,0 0 0,0 0 16,0 40-16,1-40 16,-1 41-16,0-41 0,0 0 0,0 0 15,0 0-15,0 0 0,0 0 0,1 0 0,39 0 16,-40 0-16,40 0 15,0 0-15,1 0 0,-1 0 0,0 0 0,0 0 16,-39 0-16,39 0 0,-40 0 16,40 0-16,-40 0 0,41 0 0,-41 0 0,0 0 15,40 0-15,-40 0 16,40 0-16,-39 0 0,39-41 0,0 41 0,-40 0 16,41 0-16,-41 0 0,40 0 0,-40-40 0,40 40 15,-40 0-15,1 0 0,39 0 16,-40 0-16,0 0 0,40 0 0,-40 0 0,1 0 15,39 0-15,-40 0 16,0 0-16,0 0 0,0 0 0,41 0 0,-41 0 16,0 0-16,0 0 0,0 0 15,40 0-15,-40 0 0,1 0 0,39 0 0,-40 0 16,0 0-16,40 0 16,-40 0-16,41 0 0,-1 0 0,-40 0 0,0 0 15,40 0-15,-39 0 0,-1 0 0,0 0 0,0 0 16,0 0-16,0 0 0,0 0 15,0 0-15,1 0 0,-1 0 32,-40-40-32,40 40 0,0 0 15,0 0-15,0 0 16,0 0-16,0 0 0,1 0 0,39 0 0,-40 40 16,0-40-16,0 0 0,40 0 0,-39 0 0,-1 0 15,0 0-15,0 0 16,0 0-16,0 0 0,0 0 0,0 0 15,1 0 1,-1 0-16,0 0 0,0 0 0,0 0 16,0 0-1,0 0-15,0 0 0,1 0 0,-1 0 16,0 0-16,0 0 0,0 0 16,0 0-16,0 0 0,1 40 15,-1-40-15,0 0 0,-40 41 0,40-41 16,0 0-1,0 0-15,0 0 0,0 0 16,41 0-16,-41 0 0,0 0 16,0 0-16,0 0 0,0 0 0,0 0 0,1 0 15,-1 0-15,0 0 16,0 0-16,0 0 0,40 0 0,-40 0 0,1 0 16,-1 0-16,0 0 0,0 0 0,0 0 15,0 0-15,0 0 16,0 0-16,1 0 0,-1 0 0,40 0 0,-40 0 15,0 0-15,0 0 16,0 0-16,1 0 0,-1 40 0,0-40 0,0 0 16,0 0-16,0 0 0,40 0 15,-39 0-15,-1 0 0,0 0 0,0 0 0,0 0 16,40 0-16,-40 0 16,1 0-16,39 0 0,-40 0 0,40 0 0,-40 0 15,0 0-15,41 0 0,-1 0 0,-40 0 0,40 0 16,-40 0-16,1 0 0,-1 0 15,0 0-15,0 0 0,0 0 0,0 0 16,0 0-16,0 0 16,1 40-16,-1-40 0,0 0 0,0 0 15,0 0-15,0 0 0,0 0 16,1 0-16,39 0 0,-40 0 0,0 40 0,0-40 16,0 0-16,0 0 0,1 0 0,-1 0 0,0 0 15,0 0 1,0 0-16,0 0 0,0 0 0,0 0 15,1 0-15,-1 0 16,0 0-16,0 0 0,0 0 0,0 0 0,0 0 16,0 0-16,1 0 15,39 0-15,-40 0 0,0 0 0,0 0 0,40 0 16,-39 0-16,-1 0 0,0 0 16,0 0-16,0 0 0,0 0 0,0 0 0,0 0 15,1 0-15,-1 0 0,0 0 0,0 0 16,0 0-16,0 40 15,0-40-15,0 0 0,1 0 0,-1 0 16,0 0-16,0 0 16</inkml:trace>
  <inkml:trace contextRef="#ctx0" brushRef="#br0" timeOffset="95074.637">14445 7700 0,'-40'0'0,"0"0"15,0 0 1,120 0 0,-120 0 46,40 40-46,0 0-1,0 0-15,0 0 16,0 0-16,0 0 0,0 0 16,0 0-16,0 1 0,0-1 0,0 0 15,0 0-15,0 0 16,0 0-16,0 0 0,40 0 15,0-40 1,1 40-16,-1-40 16,0 0-1,0-40-15,0 40 0,-40-40 16,40 40-16,-40-40 16,40 0-16,1 0 0,-41 0 15,40 0-15,-40 0 0,40 40 0,-40-41 0,0 1 16,40 0-16,0 40 15,-40-40-15,0 0 0,0 0 16,40 40 0,-40 40 93,0 0-93,-40-40-1,40 40-15,0 0 0,-40-40 0,40 40 0,-40 1 16,40-1-16,0 0 16,0 0-16,-40 0 0,40 0 15,0 0-15,0 0 0,0 0 16,0 1-16,40-41 15,-40 40-15,40-40 0,0 0 16,0 0-16,0 0 16,0 0-16,1-40 0,-1 40 0,0 0 15,0 0 1,0 0-16,-40-41 0</inkml:trace>
  <inkml:trace contextRef="#ctx0" brushRef="#br0" timeOffset="95594.6034">16091 7539 0,'0'0'0,"-40"0"62,40 40-62,-41-40 16,1 0-16,40 40 16,0 1-16,-40-1 0,0 0 15,40 0-15,-40 0 0,0 40 0,40-40 0,-40 0 0,40 0 16,0 41-16,-40-41 15,40 0-15,0 0 0,0 0 0,0 0 0,0 0 16,0 0-16,40 1 16,-40-1-16,40-40 0,-40 40 15,40-40-15,0 0 16,0 0-16,0 0 0,0 0 16</inkml:trace>
  <inkml:trace contextRef="#ctx0" brushRef="#br0" timeOffset="96244.6383">16572 7980 0,'0'-40'15,"0"0"-15,0 80 32,0 0-32,0 0 15,40-40-15,-40 41 16,0-1-16,40 0 0,-40 0 15,0 0-15,0 0 16,0 0-16,0 0 16,0-80 46,0 0-62,0 0 0,81 0 0,-81 0 16,0 0-16,40 0 15,0-1-15,-40 1 16,40 40-16,0 0 16,-40-40-16,40 40 0,0-40 15,1 40 1,-1 0-16,0 0 16,-40 40-1,40-40 1,-40 40-16,0 0 0,0 1 15,0-1-15,0 0 16,0 0-16,0 0 0,-40 0 16,40 0-16,-40 0 15,40 0-15,0 1 0,0-1 0,0 0 16,0 0 0,0 0-16,40-40 0,0 0 15,0 0-15,0 0 16,0 0-16</inkml:trace>
  <inkml:trace contextRef="#ctx0" brushRef="#br0" timeOffset="96664.6121">17816 7660 0,'0'0'16,"0"40"-1,80-40 1,1 40 0,-1 40 15,-40 40-15,-80 81-1,-161 39 1,-120 1 15,161-161-31</inkml:trace>
  <inkml:trace contextRef="#ctx0" brushRef="#br0" timeOffset="100244.3533">19060 7940 0,'-40'0'16,"0"0"15,120 0 47,-40 0-78,0 0 16,41 0-16,-41 0 15,40 0-15,-40 0 0,40 0 0,-40-40 0,41 40 16,-41 0-16,40 0 0,-40 0 0,0 0 0,0 0 16,1 0-16,-1 0 0,0 0 15,0 40-15,0-40 0,-40 40 0</inkml:trace>
  <inkml:trace contextRef="#ctx0" brushRef="#br0" timeOffset="100534.3016">19100 8462 0,'0'0'0,"-40"0"0,0 40 16,0-40-1,120 0 1,-40 0-16,0 0 16,0 0-16,1 0 15,39 0-15,-40 0 0,0 0 0,40 0 0,1 0 16,-41 0-16,40 0 0,-40 0 15,40 0-15,-40 0 0,1 0 0,-1 0 0,0 0 16,0-40-16,0 40 16,0-40-16</inkml:trace>
  <inkml:trace contextRef="#ctx0" brushRef="#br0" timeOffset="101844.2974">20986 7740 0,'0'0'16,"-40"40"-16,80-40 31,0 0 0,-40-40-31,40 40 0,-40-40 16,40 40-1,-40-40-15,0-1 0,41 41 0,-41-40 16,0 0-16,0 0 0,0 0 0,0 0 16,0 0-16,0 0 15,0 0-15,-41 40 78,41 40-62,0 0-16,0 0 16,0 0-16,0 0 0,0 0 0,0 0 15,0 0-15,0 1 0,0-1 16,0 0-16,0 0 0,0 0 0,0 0 0,0 0 15,0 0-15,0 0 16,0 0-16,0 1 0,0-1 0,0 0 16,0 0-1,0 0-15,0 0 16,0 0 0,-40-40 30,0 0-30,0 0 0,0 0-16,0 0 0,0 0 0,0 0 15,-1 0-15,41 40 0,-40-40 16,40 40-16,-40-40 0,80 0 47,0-40-47,1 40 15,-1-40-15,0 40 0,0 0 16,0 0-16,0-40 0,0 40 0,0-40 0,1 40 16,-1 0-1,0 0-15,0 0 0,0 0 0,0 0 16,0 0-16,0 0 0,1 0 0,-1 0 16,0 0-1</inkml:trace>
  <inkml:trace contextRef="#ctx0" brushRef="#br0" timeOffset="102974.1597">23273 7619 0,'-40'0'31,"40"-40"-31,0 0 32,40 40-17,-40-40 1,40 40-16,1 0 16,-1 0-16,-40 40 15,40-40-15,-40 40 16,40-40-16,-40 40 0,0 1 0,0-1 15,0 0-15,0 0 16,0 0-16,0 0 0,0 0 0,-40-40 16,40 40-16,0 0 15,-40 0-15,40 1 0,-40-41 16,40-41 15,40 41-31,-40-40 0,40 0 16,40 0-1,-80 0-15,40 0 0,-40 0 0,40 0 0,0 0 16,1 0-16,-41-1 16,40 41-16,-40-40 0,40 40 15,0 0 17,0 40-32,0-40 15,0 0-15,0 41 16,-40-1-16,41 0 0,-1-40 0,-40 40 0,0 0 15,40 0 1,-40 0-16,0 0 0,0 0 16,0 0-16,0 1 15,0-1-15,0 0 0,-40-40 16,40 40-16,0 0 0,0 0 16,40-40-1</inkml:trace>
  <inkml:trace contextRef="#ctx0" brushRef="#br0" timeOffset="103654.1151">24718 7579 0,'0'0'15,"-40"0"1,80 0 31,-40 40-47,40-40 0,0 41 15,0-41-15,0 0 16,0 40-16,1-40 0,-1 0 0,40 0 0,-40 0 16,0 40-16,0-40 0,0 0 15,1 0-15,-1 0 0,0 0 0,0 0 0,0 0 16,-40 40 15,-40-40-31,0 40 0,0 0 16,0-40-1,40 40-15,-41-40 0,41 40 0,-40-40 0,40 40 16,-40-40-16,0 40 16,0 1-16,0-41 0,0 40 0,40 0 15,-40-40-15,-1 40 0,1-40 16,40 40-16,-40-40 0,40 40 0,-40-40 16,40 40-16,-40-40 31</inkml:trace>
  <inkml:trace contextRef="#ctx0" brushRef="#br0" timeOffset="103964.1186">25561 8101 0,'0'0'16,"-41"0"-16,1 0 31,0 0-15,40 40-16,-120 40 31,-1 80-16,1-39 1,40-41 15,80-40-15</inkml:trace>
  <inkml:trace contextRef="#ctx0" brushRef="#br0" timeOffset="104664.1359">26283 7700 0,'-80'0'15,"39"0"-15,1 0 32,0 0-17,40-40 1,0 80 0,-40 40 15,-80 40-16,120 0 1,40 1 15,80-41-15,41-80 0,-41 0-1,-80-40 16,0-40-15,-40-1 0,-40 1 15,-80 0-15,40 40-1,-1 0 1,-39 80 15,-41 40-31</inkml:trace>
  <inkml:trace contextRef="#ctx0" brushRef="#br0" timeOffset="105444.0789">22190 7660 0,'0'0'15,"-40"-41"1,40 1 0,0 0 15,0 80-16,0 0 1,40 41 0,-40-41-1,0 0-15</inkml:trace>
  <inkml:trace contextRef="#ctx0" brushRef="#br0" timeOffset="105624.0683">22310 8261 0,'-40'80'16,"40"-40"-1,0 1 1,-40 39 0,-40 0-1,-81-40 1</inkml:trace>
  <inkml:trace contextRef="#ctx0" brushRef="#br0" timeOffset="108003.8512">20866 9063 0,'-40'0'31,"-1"0"297,1 0-265,40 40-48,-40-40-15,0 0 16,40 40 62,0 1-78,-40-1 16,40 0-1,-40 0-15,40 0 16,0 0-16,0 0 16,40 0-16,-40 0 15,40-40-15,0 40 0,0-40 16,0 0-1,1 0-15,-1 0 0,0 0 16,0 0-16,0-40 0,0 40 16,0 0-16,0 0 0,-40-40 15,41 40-15,-41-40 32,0 0-17,-41 40-15,41-40 16,-40 0-1,40 0 1,-40 40-16,40-40 0,-40 40 16,40-40-1,-40 40-15,0-41 0,0 41 16,40-40-16,-40 40 0,-1 0 16,1 0-1</inkml:trace>
  <inkml:trace contextRef="#ctx0" brushRef="#br0" timeOffset="108373.8272">21869 9143 0,'40'0'16,"0"-40"-1,-120 40 64,80 40-79,-40-40 15,40 41 1,-40-41-16</inkml:trace>
  <inkml:trace contextRef="#ctx0" brushRef="#br0" timeOffset="108573.8892">21869 9504 0,'0'0'16,"-40"81"-1,0-1 1,40 0-1,-81 0 17,-119 0-17,79-39 1</inkml:trace>
  <inkml:trace contextRef="#ctx0" brushRef="#br0" timeOffset="109073.8589">22832 9264 0,'-40'0'16,"80"0"-16,-120 0 0,40 0 16,-1 0-16,-39 0 15,80 40 1,-40 80-1,80 0 1,40-79 15,1-41-31,39-41 16,-80 41 0,0-80-1,-40-40 1,-80 0-1,-40 39 17,80 81-17</inkml:trace>
  <inkml:trace contextRef="#ctx0" brushRef="#br0" timeOffset="109353.7667">23354 9063 0,'0'0'0,"-41"0"16,1 0-1,40 40 1,40 81-1,-40 79 17,0-80-32,-40 1 15,40-81 17</inkml:trace>
  <inkml:trace contextRef="#ctx0" brushRef="#br0" timeOffset="109853.7382">23354 9544 0,'-41'0'16,"82"0"-16,39-40 16,80 0-1,-39 0 1,-1-80-1,-80 0 17,-40-1-17,0 81 1,0 80 0,0 40-1,0-39 1,0-1-16,0 0 0,0 0 0,0 0 15,0 0-15,0 0 0,0 0 16,0 0-16,0 0 0,0 1 16,0-82 15,0 1-15,40 40-16,-40-40 15,40 40-15,-40-40 0,41 40 16,-1 0-1,0 0-15,-40 40 16,0 0 0,0 0-16,0 1 15,0-1-15,0 0 0,0 0 32,0 0-32,40-40 15</inkml:trace>
  <inkml:trace contextRef="#ctx0" brushRef="#br0" timeOffset="110193.7157">24597 9585 0,'-40'0'0,"80"0"0,-120 0 31,120-41-31,0 41 16,161-80-1,-161 40 1,-40-40 0,-80 40-1,-40 40 17,-1 120-17,81 0 1,0 41-1,80-41 1,40-80 15,-40-40-31,81 0 16</inkml:trace>
  <inkml:trace contextRef="#ctx0" brushRef="#br0" timeOffset="110573.7677">24838 9504 0,'0'-40'15,"0"80"-15,40-120 16,0 80-16,1 0 16,159 40-1,-120 0 1,-80 81 15,-80-41-15,40-40-1,0-40 1,0-40 0,40-40-1,120-81 16,-40 121-31,1-40 32,-1 80-17</inkml:trace>
  <inkml:trace contextRef="#ctx0" brushRef="#br0" timeOffset="111083.7369">25681 9304 0,'0'-40'16,"0"80"-16,0-40 31,0 40-16,-40 0-15,40 0 0,0 0 16,0 0-16,0 0 16,0 1-16,40-41 0,-40 40 0,0 0 0,40-40 15,-40 40-15,40-40 0,0 0 16,0 0 0,1 0-16,-1-40 15,-40 0-15,40 0 16,-40-1-16,0 1 0,0 80 62,0 1-62,40-41 0,-40 40 16,40-40-16,-40 40 0,40-40 0,0 0 16,0 0-1,1 0-15,-1 0 0,0-40 0,0 40 16,-40-81-1,40 81-15,-40-40 0,0 0 0,0 0 0,0 0 16,-80 0 0,80 0-16,-40 0 0,0 40 0,-1-40 15,1 40-15,0 0 16</inkml:trace>
  <inkml:trace contextRef="#ctx0" brushRef="#br0" timeOffset="111323.7237">26363 9304 0,'0'-40'0,"-40"40"16,40-40 0,0 80-1,0 120 16,0-80-31,0 41 32,0-81-17</inkml:trace>
  <inkml:trace contextRef="#ctx0" brushRef="#br0" timeOffset="111483.7136">26323 9103 0,'-40'-40'16,"80"80"-16,-120-120 16,120 40-1</inkml:trace>
  <inkml:trace contextRef="#ctx0" brushRef="#br0" timeOffset="112013.6821">26684 9103 0,'-40'-40'0,"80"80"0,-120-80 31,80 80-31,40 41 16,40 39-1,0 0 1,-80 0 15,-120 1-15,40-121-1,40 0 17,160-121-17,81 1 1,-161 80 0,40-40-1,-40 40 1,-40-40 15,-40 120 0,40 0-31,0 40 16,0 40 0,80-80-1,1 41 1,-41-81-1</inkml:trace>
  <inkml:trace contextRef="#ctx0" brushRef="#br0" timeOffset="114473.4898">3330 10146 0,'0'40'16,"0"0"62,0 0-78,0 0 16,0 1-1,0-1-15,0 0 0,0 0 16,0 0-16,0 0 0,0 0 16,0 0-16,0 0 15,0 1-15,0-1 0,-40 0 0,40 0 16,0 40-16,0-40 15,0 0-15,0 0 0,0 0 0,-40 41 0,40-41 16,0 0-16,0 0 0,0 40 16,0-40-16,0 0 0,0 1 0,0 39 0,0-40 15,0 0-15,0 0 0,40 0 0,-40 0 0,0 0 16,0 0-16,0 1 16,0-1-16,0 0 0,40 0 0,-40 0 0,0 0 15,0 0-15,0 0 0,0 0 16,0 1-16,0-1 0,0 0 0,0 0 0,0 0 15,0 0 1,0 0-16,0 0 0,0 0 0,0 0 0,0 1 16,-40-1-16,40 0 0,0 0 15,0 0-15,-40 0 0,40 40 0,0-40 0,0 1 16,0 39-16,0-40 0,0 40 0,-40-40 0,40 0 16,0 0-16,0 41 15,0-41-15,0 0 0,0 0 0,-40 0 0,40 0 16,0 0-16,0 0 0,0 0 15,0 1-15,0-1 0,0 0 0,0 0 0,0 0 16,0 0-16,0 0 16,0 0-16,0 0 0,0 0 15,0 1-15,0-1 0,0 0 0,0 0 16,0 0-16,0 0 0,0 0 16,0 0-16,0 0 0,0 1 0,0-1 0,0 0 15,-40 0-15,40 0 16,0 0-16,0 0 0,0 0 0,0 0 0,-40 41 15,40-41-15,0 0 0,0 0 16,0 0-16,0 0 0,0 0 0,-40 0 0,40 0 16,0 1-16,0-1 15,0 0-15,0 0 0,0 0 0,0 0 0,0 0 16,0 0-16,-41 0 0,41 41 0,0-41 0,0 0 16,0 0-16,-40 0 0,40 40 15,0-40-15,0 0 0,0 1 0,-40-1 0,40 40 16,0-40-16,0 0 15,0 0-15,-40 40 0,40-40 0,0 1 0,0-1 16,0 0-16,0 0 0,0 40 16,0-40-16,0 0 0,0 0 0,0 1 0,0 39 15,0-40-15,0 0 0,0 40 0,0-40 0,0 0 16,0 41-16,0-41 16,0 40-16,0-40 0,-40 40 0,40 0 0,0-39 15,0 39-15,-40 0 0,40 0 16,0-40-16,0 40 0,-40 1 0,40-1 0,0-40 15,0 40-15,0-40 16,0 41-16,0-41 0,0 0 0,40 0 0,-40 0 16,0 0-16,40 0 0,-40 0 15,40 0-15,-40 0 0,0 1 16,0-1-16,0 0 0,0 0 16,-40 0-16,0 0 15</inkml:trace>
  <inkml:trace contextRef="#ctx0" brushRef="#br0" timeOffset="116153.4288">1806 12191 0,'0'0'16,"0"-40"15,-40 40 47,80 0-31,0 0-47,0 0 16,40 0 0,-40 0-16,0 0 0,1 0 0,-1 0 15,0 0-15,0 0 0,0 0 16,0 0-16,0 0 0,0 0 0,1 0 0,-1 40 15,0-40-15,0 0 16,40 0-16,-40 0 0,0 0 0,1 0 0,39 0 16,-40 41-16,0-41 0,0 0 15,0 0-15,41 0 0,-41 0 0,0 0 0,0 0 16,0 0-16,0 0 0,0 0 0,0 0 0,41 0 16,-41 0-16,0 0 15,0 0-15,0 0 0,0 0 0,1 0 16,-1 0-16,0 0 15,0 0-15,0 0 0,0 0 0,0 0 0,0 0 16,1 0-16,-1 0 16,0 0-16,0 0 0,0 0 0,0 0 0,40 0 15,-39 0-15,-1 0 0,0 0 0,0 0 0,0 0 16,0 0-16,0 0 16,0 0-16,1 0 0,-1 0 0,0 0 15,0 0 1,0 0-16,0 0 0,0-41 0,0 41 15,1 0-15,-1 0 0,0 0 16,0 0-16,0 0 0,40 0 0,-40 0 0,1 0 16,-1 0-16,0 41 15,40-41-15,-40 0 0,0 0 0,0 0 0,1 0 16,-1 0-16,0 0 0,0 0 16,0 0-1,0 0-15,0 0 16,0 0-1,1 0-15,-1 0 16,0 0-16,0 0 0,0 0 16,0 0-16,0 0 0,0 0 15,1 0-15,-1 0 0,0 0 0,0 0 16,0 0 0,0 0-16,0 0 0,0 0 15,1 0-15,-1 40 16,0-40-16,0 0 0,0 0 0,0 0 15,0 0 1,0 0-16,1 0 0,-1 0 0,0 0 0,0 0 16,0 0-16,0 0 0,0 0 15,0 0-15,1 0 0,-1 40 0,0-40 16,0 0-16,0 0 0,0 0 0,0 0 16,1 0-1,-1 0-15,0 0 0,0 0 16,0 0-16,0 0 15,0 0-15,0 0 0,1 0 0,-1 0 16,0 0 0,0 0-16,0 0 0,0 0 15,0 0-15,0 0 0,1 0 16,-1 0-16,0 0 16,0 0-16,0 0 0,0 0 0,0 0 15,0 0-15,1 0 16,-1 0-16,0 0 15</inkml:trace>
  <inkml:trace contextRef="#ctx0" brushRef="#br0" timeOffset="117873.3242">3250 12272 0,'40'0'63,"0"0"-32,-40-40-31,0 80 47,0 0-32,-40-40 32,40-40-31,-40 40-1,40 40 79,-40-40-78,40-40 15,0 0-15,0-1-16,40 41 15,-40-40-15,0 80 47,0 1-47,0-1 16,0 0-16,0 0 15,-40 0 17,0-40-32,0 0 0,40-40 15,0 0-15,0 0 16,0 0-16,40-1 16,0 41-16,0-40 15,0 40 1,-40 40 15,0 1-31,0-1 16,-40 0-1,40 0-15,-80-40 16,80-40 0,0 0-1,0 0-15,40 40 16,-40-41-16,40 41 15,-40 41 17,0-1-32,0 0 15,0 0-15,0-80 47,-40 40-31,40-40-16</inkml:trace>
  <inkml:trace contextRef="#ctx0" brushRef="#br0" timeOffset="118633.2804">2648 12673 0,'-40'0'109,"40"40"-109,0 40 0,-40-80 16,40 40-16,-40-40 0,40 40 0,-40 0 0,40 0 15,0 1-15,0-1 16,0 0-16,0 0 16,40-40-16,-40 40 15,40-40-15,0 0 0,0 0 0,0 0 16,1 0-16,-1-40 15,0 0-15,0 0 0,-40 0 16,40 40 0,-40-41-16,0 1 0,0 0 0,0 0 15,-40 40-15,40-40 0,-40 40 0,-40-40 16,39 40 0,1 0-16,0 0 0,0 80 15,0-80 1</inkml:trace>
  <inkml:trace contextRef="#ctx0" brushRef="#br0" timeOffset="119733.1699">4133 12191 0,'40'0'78,"-40"-40"-31,0 80-16,0 1-15,40-41 0,-40 40-16,40-40 15,-40 40-15,0-80 94,0 0-78,0 80 62,0 0-78,0 0 15,-40-40-15,40 40 16,0-80 31,0 0-47,0 0 15,0 0-15,0-1 16,0 82 31,0-1-47,0 0 0,0 0 16,-40-40-16,40 40 15,0 0-15,-40-40 0,40 40 0</inkml:trace>
  <inkml:trace contextRef="#ctx0" brushRef="#br0" timeOffset="120033.1931">4133 12953 0,'0'0'0,"-40"0"16,40 41 15,0-1-15,0 0-1,0 0-15,0 0 16,-40 0-16,40 0 15,0 0-15,0 0 0,-40-40 0,40 40 16</inkml:trace>
  <inkml:trace contextRef="#ctx0" brushRef="#br0" timeOffset="120573.1606">5297 12352 0,'0'-40'15,"0"0"1,-40 40-16,40 40 140,-41 0-140,41 0 0,0 0 16,0 0-16,0 0 16,0 0-16,0 0 15,0 1-15</inkml:trace>
  <inkml:trace contextRef="#ctx0" brushRef="#br0" timeOffset="120983.1355">5136 12913 0,'0'-40'31,"0"0"-31,40 40 16,0-40 0,1 40-16,-1 0 15,0 0-15,0 40 0,0 40 32,-40-40-32,40 81 15,-40-81-15,-40 40 16,0-80-16,0 80 31,0-80-31,40-40 16,80 40-16,-80-40 15,40 40-15,0-40 16,0 40-16,0 0 0,1 0 16,-1 0-1,0 0-15,0 0 0</inkml:trace>
  <inkml:trace contextRef="#ctx0" brushRef="#br0" timeOffset="121473.1065">6581 12472 0,'0'-40'0,"-40"40"16,40-40 0,0 80 93,0 0-109,-41 0 16,41 0-1,0 0-15,0 1 16,0-1-16,0 0 16,0 0-1</inkml:trace>
  <inkml:trace contextRef="#ctx0" brushRef="#br0" timeOffset="121873.0631">6420 13074 0,'0'0'0,"40"0"47,-40-40-47,40 40 0,41 0 15,-41 0 1,0 0 0,-40 40-16,0 0 15,0 0-15,-40-40 0,40 40 16,0 0-16,-40-40 15,40 40-15,-40-40 0,40 40 0,0 0 32,40-40-17,-40 41-15,0-1 0,0 0 16,0 0 0,0 0-16,-81-40 0,41 0 15,0 0-15,0 40 16,0-40-16,-40 0 0,40 0 0</inkml:trace>
  <inkml:trace contextRef="#ctx0" brushRef="#br0" timeOffset="124332.9321">3130 12392 0,'-40'0'31,"40"-40"47,0 0-62,0 0 0,0 0 15,0-1-31,0 1 31,0 0-31,0 0 16,0 0-1,0 0 1,0 0 0,0 0-1,0 0 1,0-1-1,0 1 1,0 0 15,0 0-15,0 0 0,0 0-16,0 0 93,0 0-77,0 0 15,0 0-15,0-1 46,0 1-30,0 80 171,0 1-188,40-1-15,-40 0 0,0 0 16,0 0-16,40 0 16,-40 0-16,0 0 0,0 40 0,0-39 0,0-1 15,0 0-15,0 0 0,0 0 16,0 0-16,0 0 0,0 0 15,0 0 1,0 1 31,40-1-16,-40 0 32,0-80 30,0 0-77,0-1-16,0 1 0,0 0 0,0 0 16,0 0-16,0 0 0,0 0 0,0-40 0,0 39 15,0 1-15,0 0 16,0 0-16,0 0 16,0 0-1,0 0 16,0 0-15,-40 40 0,40-40-16,0 0 15,0-1 1,0 1 0,0 0-1,0 80 48,0 0-63,0 1 15,0-1-15,0 0 16,0 0-16,0 0 0,0 0 0,0 0 16,0 0-16,0 0 15,0 0-15,0 1 0,0-1 0,0 0 0,0 0 16,0 0-16,0 0 15,0 0-15,0 0 0,0-80 110,0 0-95,0 0-15,0 0 16,40 0-16,-40 0 0,0 0 0,0-1 0,0 1 16,0 0-16,0 0 0,0 0 0,0 0 0,0 0 15,40 40-15,-40-40 16,0 80 15,0 0-31,0 0 16,0 0-16,0 0 15,0 0-15,0 0 0,0 1 0,0-1 0,0 0 16,0 0-16,0 0 0,0 0 16,0 0-16,0 0 0,0 0 15</inkml:trace>
  <inkml:trace contextRef="#ctx0" brushRef="#br0" timeOffset="125792.8433">4053 11750 0,'0'-40'16,"0"0"15,0 0-15,0 0 15,40 40 31,-40-40-62,0 0 94,40 40-94,-40-40 16,40 40-16,-40 40 140,0 0-140,0 0 16,0 0-16,0 0 16,0 0-16,0 0 0,0 0 15,0 0-15,0 1 16,0-1-16,0 0 0,0 0 0,0 0 15,0 0-15,0 0 16,0 0-16,0 0 31,0-80 47,0 0-62,40 0-16,-40 0 0,0 0 16,0 0-16,0 0 0,0 0 0,0-1 0,0-39 15,0 40-15,0 0 0,-40 0 0,40 0 0,0 0 16,0 0-16,0 0 16,0-1-1,0 82 48,0-1-63,40 0 0,-40 0 15,0 0-15,40 0 0,-40 0 16,0 0-16,41 0 0,-41 0 0,0 1 16,0-1-1,0 0-15,0 0 0,0 0 0,0 0 16,0 0-1,0-80 64,0 0-79,0 0 0,0 0 0,0 0 15,0 0-15,0-41 16,0 41-16,0 0 0,0 0 0,0 0 0,0 0 15,0 0-15,0 0 16,0 80 47,0 0-48,0 0 16,0 0-15,-41-40-16,1 0 16</inkml:trace>
  <inkml:trace contextRef="#ctx0" brushRef="#br0" timeOffset="127612.7331">5136 12191 0,'-40'0'0,"40"41"16,40-41 15,-40-41-31,40 41 0,-40-40 16,40 40 0,-40-40 77,0 0-77,0 0-16,0 0 31,41 40-31,-41-40 0,40 40 0,-40-40 0,0 0 16,0-1-16,0 1 15,40 40-15,-40-40 0,0 0 32,0 0-17,0 0 17,0 0-17,0 0 1,0 0 31,0 80 31,0 0-63,0 0 1,0 0 0,0 0-16,0 0 0,0 0 15,0 0-15,0 1 0,0-1 0,0 0 16,0 0 0,0 0-16,0 0 0,0 0 0,0 0 15,0 0 1,0 1-1,0-1 17,0-80 93,0-1-125,0 1 15,0 0-15,0 0 0,0 0 16,0 0-16,0 0 0,0 0 16,0 0-16,0-1 0,0 1 0,0 0 0,0 0 15,-40 0-15,40 0 16,0 0-16,0 0 0,0 0 15,0 80 95,0 0-95,0 0-15,0 0 16,0 0-16,0 0 16,0 0-16,0 0 0,0 1 0,0-1 0,0 0 15,0 0-15,0 0 0,0 0 0,0 0 0,0 0 16,0 0-16,0 1 16,0-1-16,0 0 15,-40-40-15,40-40 47,0 0-47,0-1 0,0 1 16,0 0-16,0 0 0,0 0 0,40 0 0,-40 0 15,0-40-15,0 39 0,0 1 16,0-40-16,0 40 0,40 0 0,-40 0 0,0 0 16,0 0-16,0 0 15,0-1 16,0 82 16,0-1-47,0 0 16,0 0-16,0 0 16,-40 0-16,40 0 15,-40-40-15</inkml:trace>
  <inkml:trace contextRef="#ctx0" brushRef="#br0" timeOffset="129192.6383">6621 12272 0,'0'40'62,"0"0"-15,-40-40-47,0 0 78,40-40-15,0 0-63,40 0 0,-40-1 15,0 1-15,40 0 0,-40 0 16,0 0-16,40 0 0,-40 0 0,0 0 15,0 0-15,0-1 16,0 1-16,0 0 0,0 0 16,0 80 109,0 0-110,0 0-15,0 1 16,0-1-16,0 0 16,0 0-16,0 0 0,0 0 0,0 0 15,0 0 1,0 0-16,0 1 0,0-1 15,0 0 1,0-80 62,0 0-62,0-1-1,0 1-15,0 0 0,0 0 0,0 0 0,0 0 16,0 0-16,0 0 0,0 0 0,40-1 0,-40 1 16,0 0-16,0 0 0,0 0 15,0 0-15,0 0 0,0 0 16,0 0 0,0 0-16,0-1 15,0 1 1,0 80 15,0 1-15,0-1-16,0 0 0,0 0 15,0 0 1,0 0-16,0 0 0,0 0 16,0 0-1,0 0 1,0-80 46,0-40-62,0 40 16,0 0-16,0 0 16,0 0-16,0 0 15,0 80 32,0 0-47,0 0 16,0 0-16,-40 0 15,40 0 1</inkml:trace>
  <inkml:trace contextRef="#ctx0" brushRef="#br0" timeOffset="129642.6112">7343 11871 0,'0'0'15,"-40"0"-15,0 0 16,80 0 15,0 0-15,0 0-1,0 0 1,-40 40-16,-40-40 47,40-40-31,0-1 15,40 41-16,1 0 1</inkml:trace>
  <inkml:trace contextRef="#ctx0" brushRef="#br0" timeOffset="129822.5241">7905 11911 0,'-40'0'0,"0"0"0,80 0 32,0 0-17,0 0-15,0 0 0</inkml:trace>
  <inkml:trace contextRef="#ctx0" brushRef="#br0" timeOffset="129992.5892">8467 11951 0,'0'0'0,"-40"0"15,-1 0 1,82-40 15,119 40-31</inkml:trace>
  <inkml:trace contextRef="#ctx0" brushRef="#br0" timeOffset="130162.5873">9269 11951 0,'0'0'0,"-40"0"0,0 0 0,0 0 0,0 0 15,40-40 1,40 40-16,120 0 31,-39-40-31</inkml:trace>
  <inkml:trace contextRef="#ctx0" brushRef="#br0" timeOffset="130332.5683">9711 11911 0,'-41'0'0,"41"40"15,0-80 1,41 40-16,-1 0 16,0 0-1,0 0-15,0 0 0,0 0 16,0 0 0</inkml:trace>
  <inkml:trace contextRef="#ctx0" brushRef="#br0" timeOffset="130422.5627">9991 11911 0,'-40'0'0,"0"0"16</inkml:trace>
  <inkml:trace contextRef="#ctx0" brushRef="#br0" timeOffset="131382.505">8226 12312 0,'0'40'0,"0"-80"94,-40 40-78,80 40 30,40-40-30,-40 0-16,0 0 0,1 0 0,-1 0 0,40 0 16,-40 0-16,40 40 0,-40-40 15,41 0-15,-41 0 0,40 0 0,-40 0 0,0 40 16,41-40-16,-41 0 16,0 0-16,0 0 0,0 0 0,0 0 0,0 0 0,0 0 15,1 0-15,-1 0 16,0 0-16,0 0 0,0 0 0,0 0 15,0 0-15,0 0 16,1 0-16,-1 0 0,0 0 16,0 0-16,0 0 0,0 0 15,0 0-15,0 0 16,41 0-16,-41 0 0,0 40 16,0-40-16,0 0 15,0 0-15,0 0 0,1 40 0,-1-40 0,0 0 16,0 0-1,0 0-15,0 0 0,0 0 125</inkml:trace>
  <inkml:trace contextRef="#ctx0" brushRef="#br0" timeOffset="131762.4091">10553 12312 0,'-40'0'0,"80"0"0,-120 0 31,80 40 1,40-40-32,40 0 0,-40 0 15,1 40-15,-1 0 16,0-40-16,0 0 0,0 40 0,0-40 15,0 0-15,1 40 16,-1-40-16,0 0 0,0 0 16,-40 40-16,0 0 31,-40-40-31,0 41 0,-41-1 16,41-40-1,0 40-15,0 0 0,-40-40 0,40 40 0,-1 0 16,1-40-16,0 40 15,-40 0-15,40-40 0,0 0 0,-41 40 0</inkml:trace>
  <inkml:trace contextRef="#ctx0" brushRef="#br0" timeOffset="132842.3589">3250 10387 0,'0'-40'0,"0"-1"31,-40 41 16,40 41-47,-40-1 16,0 0 0,0-40-16,40 40 0,-40 0 0,-1-40 15,41 40-15,-40 0 16,0-40-16,80 0 31,-40-40-15,40 40-16,-40-40 0,41 40 0,-41-40 0,40 0 15,0 40-15,0-40 0,-40 0 16,40 40-16,0-41 0,0 41 0,-40-40 0,40 40 16,-40-40-16,41 40 15,-41-40-15,40 40 16,-40 40 15,40-40-31,-40 40 0,40-40 0,-40 40 16,40-40-16,0 41 0,-40-1 15,40-40-15,1 40 0,-41 0 0,40 0 16,0-40-16,0 40 0,0 0 16,-40 0-16,40-40 0</inkml:trace>
  <inkml:trace contextRef="#ctx0" brushRef="#br0" timeOffset="134812.2955">4053 9785 0,'0'40'109,"0"0"-109,0 0 31,0 1-31,40-41 0,-40 40 16,40 0-16,0 0 31,0-40-31,-40 40 0,40-40 16,1 0 15,-1 0 0,0 0-15,0-40-16,0 0 16,-40 0-16,40 40 0,-40-40 0,40 40 0,-40-41 15,0 1 1,0 0-16,0 0 16,0 0-1,0 80 173,0 0-157,0 0-31,0 0 0,0 1 16,0-1-16,40 0 15,-40 0-15,0 0 0,0 0 16,0 0-16,41 0 15,-41 0-15,40-40 0,0 0 16,0 0-16,-40 40 0,40-40 0,0 0 16,0 0-16,0 0 15,1-40-15,-1 0 0</inkml:trace>
  <inkml:trace contextRef="#ctx0" brushRef="#br0" timeOffset="135142.2047">5216 9585 0,'0'0'15,"0"-41"-15,-40 41 47,40 41-31,-40-41-1,40 80-15,0-40 0,-40 0 0,40 0 16,0 0-16,0 0 16,0 0-16,0 1 0,0-1 0,0 0 15,40-40-15,-40 40 0,40 0 16,0-40-16,-40 40 0,41-40 15,-1 0-15,0 0 16</inkml:trace>
  <inkml:trace contextRef="#ctx0" brushRef="#br0" timeOffset="135572.2499">5497 9785 0,'0'0'0,"40"0"15,-40-40-15,41 0 16,-1 40 0,-40 40-1,0 80 17,0-39-17,0-41 1,40-40 15,-40-40-15,40-81-1,80 81 1,-80 40 15,1 40-15,-1 81-1,0-1 1,0 0 15,0-120-31</inkml:trace>
  <inkml:trace contextRef="#ctx0" brushRef="#br0" timeOffset="135792.2367">6380 9785 0,'0'0'0,"0"-40"31,120 40-15,-39 160-1,-81 41 16,-161-1-15,81-119-16</inkml:trace>
  <inkml:trace contextRef="#ctx0" brushRef="#br0" timeOffset="137982.0289">10032 13314 0,'0'40'0,"40"-40"47,0 0-32,0 0 1,-40 41-16,40-41 0,0 0 16,-40 40-16,40-40 15,0 40-15,1-40 0,-1 0 0,-40 40 16,40-40-16,0 0 15,0 40-15,40-40 0,-40 0 0,1 0 0,-1 0 16,0 0-16,0 0 0,0 0 0,0 0 0,0 0 16,1-40-16,-41 0 15,0 0 1,0 0-16,0-1 16,-41 41-16,41-40 0,-40 40 15,40-40-15,-40 40 16,0 0-16,0 0 15,0 0-15,0 0 16,-1 0 0,1 0-16,0 0 15,0 0 1,40 40-16,-40-40 0,0 0 16,40 40-1,-40-40-15,0 41 0,-1-41 16,1 40-16,0 0 15,0 0-15,0 0 0,0 0 16,0 0-16,0-40 0,40 40 16,-41-40-16,1 0 15,40 40-15,-40-40 0,0 0 0,0 0 16,0 41-16,0-41 16,0-81-1,40 41 1,0 0-16,0 0 15,0 0 1,0 0-16,0 0 16,40 40-16,-40-40 15,40 40-15,0 0 16,0 0-16,0 0 0,0 0 16,0 0-16,1 0 15,-1 40-15,0-40 0,0 40 0</inkml:trace>
  <inkml:trace contextRef="#ctx0" brushRef="#br0" timeOffset="144321.6736">15248 10948 0,'0'40'15,"-40"-40"1,40 40-1,-40-40 157,40 40-172,0 1 16,0-1 0,0 0-16,0 0 0,0 0 15,-40 0 1,40 0-16,0 0 0,0 0 0,0 1 0,0-1 15,0 0-15,0 0 0,0 0 0,0 0 0,0 0 16,40 0-16,-40 0 16,0 0-16,40-40 0,-40 41 15,40-41-15,0 0 16,0 0-16,0 0 0,1 0 16,-1-41-16,0 41 0,-40-40 15,40 40-15,0-40 0,0 40 0,-40-40 0,40 40 16,-40-40-16,40 40 15,-40-40-15,0 0 0,41 0 16,-41 0-16,0 0 0,0-1 0,0 1 16,0 0-16,0 0 15,0 0-15,0 0 0,0 0 16,-41 40-16,41-40 16,0 80 30,0 0-14,0 0-32,0 0 0,-40 0 15,40 0 1,0 0-16,0 1 0,0-1 0,0 0 16,0 0-16,0 0 15,0 0-15,0 0 0,0 0 16,40 0-16,-40 0 0,41 1 15,-1-1-15,0-40 0,0 40 0,0-40 16,-40 40-16,40-40 0,0 0 0,0 40 0,1-40 16,-1 0-1,0 0-15,0 0 0,0 0 0,0-40 0</inkml:trace>
  <inkml:trace contextRef="#ctx0" brushRef="#br0" timeOffset="144821.6134">16973 10948 0,'0'-40'31,"-40"40"-16,0 0 1,40 40 0,-40 0-16,40 0 15,-40-40-15,40 40 0,-40 1 16,40-1-16,-40 0 0,40 0 0,0 0 16,0 0-16,-40 0 15,40 0-15,0 0 0,0 1 0,0-1 0,0 0 16,0 0-16,0 0 0,0 0 15,40 0-15,-40 0 0,0 0 0,40 0 16,-40 1-16,40-41 0,-40 40 0,40 0 0,-40 0 16,40-40-16,0 40 15,-40 0-15,40-40 0,-40 40 0,41-40 0,-1 0 16,0 0-16</inkml:trace>
  <inkml:trace contextRef="#ctx0" brushRef="#br0" timeOffset="146091.6127">17254 11189 0,'0'-40'31,"0"0"-31,40 40 16,1 0-1,-1 0 1,0 0-1,-40 40-15,40-40 0,-40 80 16,0-40-16,40 0 0,-40 0 16,0 0-16,0 41 15,0-41-15,0 0 0,0 0 0,-40 0 0,40 0 16,0 0-16,-40 0 0,40 0 16,0 0-16,-40-40 0,40 41 0,0-1 15,0-80 1,40-41-1,-40 41-15,40 0 0,-40 0 0,40 0 0,0 0 16,-40-40-16,40 40 0,0-41 16,1 41-16,-1 0 0,-40 0 0,40 0 0,0 0 15,-40 0-15,40 40 16,-40-40-16,40 40 0,-40-41 0,40 41 16,-40 81-1,0-41-15,0 0 16,40-40-16,-40 40 15,0 0-15,0 0 0,0 40 0,0-39 0,0-1 16,0 0-16,0 0 0,-40 40 0,40-40 0,0 0 16,0 0-16,-40 0 0,40 1 15,0-1-15,0 0 0,40-40 32</inkml:trace>
  <inkml:trace contextRef="#ctx0" brushRef="#br0" timeOffset="146341.5967">18338 11710 0,'-40'-40'0,"80"80"0,-120-80 0,80-40 31,80 40-31,-40 40 0,0 0 16,0 0-16,0-40 0,0 40 0,1 0 16,-1 0-16,0 0 15,0 0-15,0 0 16,0 0-16,0 0 16,0 0-16</inkml:trace>
  <inkml:trace contextRef="#ctx0" brushRef="#br0" timeOffset="147071.4771">19180 11149 0,'0'0'0,"0"-40"16,-40 40-16,40-41 16,0 1-1,40 40-15,1 0 0,-41-40 16,40 40-16,0 0 0,0-40 15,0 40-15,0 0 0,0 0 0,0 0 16,1 0-16,-1 0 0,-40 40 16,40-40-16,-40 40 15,0 0-15,0 1 0,0-1 0,0 0 16,-40 0-16,40 0 0,-40 0 16,-1 0-16,41 0 0,-80 0 0,80 1 15,-40-41-15,40 40 16,0 0-16,-40-40 0,40 40 0,0 0 15,40-40 1,0 0 0,-40 40-16,40-40 0,0 0 15,1 40 1,-1-40-16,-40 40 0,40-40 16,-40 40-16,0 0 15,0 1-15,-40-41 0,40 40 16,-81-40-16,81 40 15,-40 0-15,0-40 0,0 40 0,0-40 16,0 40-16,0-40 0,0 0 0,-1 0 16,1 0-16,0-40 15,0 0-15</inkml:trace>
  <inkml:trace contextRef="#ctx0" brushRef="#br0" timeOffset="147481.5263">20143 10908 0,'0'0'16,"-40"0"0,121 40-1,-1 0 1,40 201-1,-80 0 17,-40-81-32,-160 121 31,-41-81-15,1-79-1</inkml:trace>
  <inkml:trace contextRef="#ctx0" brushRef="#br0" timeOffset="148261.4809">21106 11349 0,'-40'0'15,"40"-40"17,40 40-17,1 0-15,-1 0 16,0-40-16,0 40 0,40 0 0,-40 0 0,0-40 16,41 40-16,-41 0 15,0 0-15,0 0 0,0 0 0,0 0 0,0 0 16,1 0-16,-1 0 0,0 0 15</inkml:trace>
  <inkml:trace contextRef="#ctx0" brushRef="#br0" timeOffset="148491.403">21307 11911 0,'0'0'16,"-40"0"-16,0 40 0,80-40 31,40 0-31,-80-40 0,80 40 16,-39 0-16,-1 0 0,40 0 15,-40 0-15,40 0 0,-40 0 0,1 0 0,39-40 16</inkml:trace>
  <inkml:trace contextRef="#ctx0" brushRef="#br0" timeOffset="149681.3939">22712 11510 0,'0'0'0,"0"40"0,-41-40 16,82 0-1,-41-40-15,160 0 16,-120-1-16,40-79 31,-80 80-31,41 0 0,-41-80 31,-41-41-15,1 41 0,40 160 30,0 40-30,0-40 0,0 0-16,0 0 0,0 1 0,0-1 15,0 0-15,0 40 0,0-40 16,0 0-16,0 0 0,0 0 0,0 41 0,0-41 16,0 0-16,0 0 15,0 40-15,0-40 0,0 0 0,0 0 0,0 1 16,0-1-16,0 0 0,0 0 0,0 0 15,0 0 1,-40-40 47,0 0-63,0 0 15,0 0 1,0 0-16,0 0 15,-1 0-15,1 0 16,40 40 0,-40-40-16,0 0 31,80 0 16,0 0-47,0-40 0,1 40 15,-1-40-15,0 40 16,0 0-16,0 0 0,0 0 0,0 0 16,0 0-16,1-40 15,-1 40-15,0 0 0,0 0 16,0 0 0,0 0-16,0 0 0,-80 0 93,0 0-93</inkml:trace>
  <inkml:trace contextRef="#ctx0" brushRef="#br0" timeOffset="151431.2872">17455 12512 0,'0'0'0,"-40"0"15,0 0 1,40-40 15,40 40-15,-40-40-16,40 40 0,0 0 15,0 0 1,-40-40-16,0 80 47,40-40-16,0 0-15,1 0-16,-1 0 0,0 0 15,0 0-15,0 0 0,0 0 16,0 0-16,-40 40 16,40-40-16,1 0 0,-1 40 0,0-40 15,0 0-15,0 0 16,0 0-16,0 0 0,1 0 0,-1 0 16,0 0-16,-40-40 0,40 40 15,0 0-15,0 0 0,0 0 0,0 0 0,1-40 16,-1 40-16,0 0 0,0-40 0,0 40 15,0 0 1,0 0-16,0 0 0,1 0 16,-1 0-1,0 0 1,0 0 0,0 0-1,0 0-15,0 0 16,0 0-1,1 0-15,-1 0 32</inkml:trace>
  <inkml:trace contextRef="#ctx0" brushRef="#br0" timeOffset="152491.1485">24878 11109 0,'40'0'15,"1"0"-15,-41-41 16,0 1 0,0 0-1,-41 80 17,1 0-17,0 1-15</inkml:trace>
  <inkml:trace contextRef="#ctx0" brushRef="#br0" timeOffset="152711.2108">24638 11911 0,'0'0'16,"-41"120"-1,1 0 1,0-80 0,40 1-16,-40 39 15,0-40-15,0 0 0,0-40 16,0 0-16</inkml:trace>
  <inkml:trace contextRef="#ctx0" brushRef="#br0" timeOffset="154291.1136">25841 11269 0,'0'-40'16,"0"0"-16,41 40 31,-41-40-31,40 40 16,0 0 0,-40-40-16,40 40 0,0-41 31,0 41-16,0 0-15,0 0 16,1 41-16,-1-1 16,-40 0-16,40-40 15,-40 80-15,0-40 16,0 0-16,0 0 0,-40-40 0,40 40 16,-40 1-16,-1-1 15,41 0-15,0 0 0,-40-40 0,40 40 16,0-80 15,0 0-31,40 40 16,-40-40-16,41 0 0,-41-1 15,40 1-15,0 0 0,-40 0 0,40 0 0,-40 0 16,40 0-16,-40 0 16,40 40-16,-40-40 0,40-1 0,0 1 15,1 40 1,-1 0-1,0 0 1,0 40 0,-40 1-16,0-1 15,0 0-15,0 0 16,0 0-16,0 0 0,0 0 0,0 0 16,0 0-16,0 1 15,0-1-15,0 0 0,0 0 16,0 0-16,0 0 0,0 0 15,40-40-15,-40 40 16,40-40-16,0 0 16</inkml:trace>
  <inkml:trace contextRef="#ctx0" brushRef="#br0" timeOffset="154621.0189">27045 11389 0,'-40'-40'16,"40"0"15,40 40-15,40 0-1,-39 0-15,-1 0 16,0 0-16,0 0 16,0 0-16,0 0 0,0 0 0,41 0 15,-41 0-15,0 0 16,0-40-16</inkml:trace>
  <inkml:trace contextRef="#ctx0" brushRef="#br0" timeOffset="155441.0476">28008 10748 0,'0'0'0,"-40"0"0,0-40 16,0 40-1,40-41-15,80 41 16,-40 0 0,0 0-16,-40-40 15,40 40-15,1 0 0,-1 0 0,0 0 16,0 0 0,-40 40-16,40-40 0,-40 41 0,40-1 15,-40 0 1,0 0-16,0 0 0,-40 0 0,40 0 15,-40-40-15,40 40 0,-40 0 0,40 0 0,-40-40 16,40 41-16,-40-41 16,40 40-16,-41-40 0,1 40 0,80-80 47,1 0-32,-1 40-15,0 0 0,0 0 16,-40-41-16,40 41 0,0 0 0,0 0 15,0 0 1,-40 41-16,0-1 16,0 0-1,0 0-15,0 0 0,0 0 16,0 0-16,-40-40 0,40 40 16,-40 0-16,0 1 0,0-41 15,40 40-15,-40-40 16,40 40-16,-40-40 0,0 0 15,-1 0-15,1 0 0,0 0 16,0 0-16,0 0 16,0 0-16,0 0 0,0 0 31</inkml:trace>
  <inkml:trace contextRef="#ctx0" brushRef="#br0" timeOffset="156141.0016">28730 10708 0,'-40'0'16,"0"0"-16,120 0 31,-80-41-31,41 41 16,-1 0-16,0 0 16,0 0-16,0 41 15,0-41 1,0 40-16,1 0 0,-1-40 15,0 0-15,0 40 0,0-40 16,0 0-16,-40 40 16,40-40-16,0 0 15,-80 0 32,40 40-31,-40-40-16,40 40 0,-40-40 15,0 40 1,0 0-16,0 0 0,0 1 16,-1-1-16,1 0 15,0 0-15,0-40 0,40 40 0,-40-40 16,40 40-16,-40-40 16,40 40-16,-40-40 0,40 40 0,0 0 31,-41-40-31</inkml:trace>
  <inkml:trace contextRef="#ctx0" brushRef="#br0" timeOffset="156450.9107">29453 11349 0,'0'-40'16,"-40"40"-1,40 40 17,-40 0-32,40 0 15,-41 1 1,1-41-16,40 40 0,-40 0 0,0-40 15,40 40-15,-40 0 0,0 0 0,0 0 16,40 0 0,-40-40-16,40 40 0,-41-40 0,41 40 15,-40-40 1</inkml:trace>
  <inkml:trace contextRef="#ctx0" brushRef="#br0" timeOffset="157140.9422">30255 10587 0,'-40'0'16,"40"-40"-16,-40 40 31,40 40-31,-80-40 16,40 40-1,0-40 1,-1 40-16,1 81 31,0-121-31,0 120 16,0-80-16,40 0 0,0 0 16,40 41-1,0-41 1,40 0-1,-39-40-15,79 0 16,-80 0-16,-40-40 16,120-41-1,-79 1 1,-41 40-16,40-80 16,-40 80-16,0-40 15,0 39 1,0 1-16,-40 0 31,-1 40-15,-39 0-1,40 0-15,0 0 32,0 0-32,0 0 0,0 0 15,-1 0 1,1 40-16</inkml:trace>
  <inkml:trace contextRef="#ctx0" brushRef="#br0" timeOffset="159260.8113">26082 12552 0,'-40'0'16,"40"-40"-16,0 0 31,40 40-15,0 0 15,0 0-15,1 0-16,-1 0 0,0 0 15,0 0-15,0 0 0,0 0 16,-40 40-16,0 0 16,0 0-16,0 1 15,-40-1 1,40 0-16,-40 0 0,40 0 16,0 0-1,-40-40-15,40-40 31,40-40-15,0 40-16,0 0 16,0-1-1,0 41-15,-40-40 0,41 40 0,-41-40 16,40 40 0,0 0-16,0 0 15,-40-40-15,40 40 16,0 0-1,0 0-15,-40 40 16,0 0 0,0 0-16,0 1 0,0-1 15,-40 0-15,40 0 16,0 0-16,-40 0 0,40 0 16,0 0-1,0 0-15,0 1 16,40-1-16,0-40 15</inkml:trace>
  <inkml:trace contextRef="#ctx0" brushRef="#br0" timeOffset="159920.72">27406 12472 0,'-40'0'0,"0"0"16,80 0 31,0 40-32,0-40-15,41 0 0,-81 40 16,40-40-16,0 0 15,0 0-15,0 40 16,0-40 0,0 0-16,1 0 0,-1 0 15,0 0-15,0 0 16,-80 0 31,0 0-32,0 41 1,-1-1-16,1 0 16,0-40-16,40 40 15,0 0-15,-40-40 0,40 40 0,-40 0 16,40 0-16,-40-40 16,0 40-16,40 1 0,-40-41 15,40 40-15,-41-40 0,41 40 16,-40-40-1</inkml:trace>
  <inkml:trace contextRef="#ctx0" brushRef="#br0" timeOffset="160330.7469">28169 12953 0,'-121'0'16,"121"41"-16,-40-41 15,0 40 1,40 0 15,-40-40-31,0 80 16,0-80-16,40 40 0,-81 0 15,81 0-15,-80 40 16,80-39-16,-40-41 0,40 40 31,0 0-31,-40-40 0</inkml:trace>
  <inkml:trace contextRef="#ctx0" brushRef="#br0" timeOffset="161170.6211">28409 12472 0,'0'-40'15,"0"0"1,0 0 15,41 40 0,-1 0-15,0 0-16,0 0 31,0 0-31,0 0 0,0 0 16,0 0-16,1 0 15,-1 0 1,-40 40-16,0 0 0,0 0 16,0 0-1,0 0-15,-40-40 0,40 40 16,0 1-16,-41-41 16,1 40-16,0-40 0,40 40 15,-40-40-15,40 40 0,-40-40 16,0 0-1,40 40-15,40-40 47,0 0-31,0 0 0,0-40-16,0 40 15,1 0 1,-1 0-16,-40 40 31,0 0-31,40-40 16,-40 40-16,0 0 15,0 0-15,-80-40 0,80 41 0,0-1 16,-41-40-16,41 40 16,-40-40-16,40 40 0,0 0 0,-40-40 15,0 0-15,40 40 0,-40-40 0,40 40 16,-40-40-16,0 0 15,0 0-15,-1 0 16,1-40 0,0 40-16,0-40 0</inkml:trace>
  <inkml:trace contextRef="#ctx0" brushRef="#br0" timeOffset="161910.5768">27767 11750 0,'-40'0'0,"80"0"0,-120 0 15,80-40 32</inkml:trace>
  <inkml:trace contextRef="#ctx0" brushRef="#br0" timeOffset="162340.6256">31419 11028 0,'0'-40'0,"-40"40"15,40-40 1,-40 40-16,80 0 63</inkml:trace>
  <inkml:trace contextRef="#ctx0" brushRef="#br0" timeOffset="181459.4668">3090 15320 0,'0'40'15,"-40"-40"110,-1 0-125,1 0 16,0 0 0,0 0-1,40 40-15,-40-40 0,0 0 16,0 0-1,0 0 17,-1 0 15,1 0-47,0 0 31,0 0-16,0 0 1,0 0-16,0 0 16,0 0-1,-1 0-15,1 0 16,0 0-16,0 0 31,0-40 63,80 40-16,0 0-47,0 0-15,0 0 0,1 0-16,-1 40 15,0-40-15,0 0 16,0 0-1,0 0-15,0 0 0,0 0 0,1 0 0,-1 0 16,0 0-16,0 0 0,0 0 16,0 0-16,0 0 0,0 0 0,1 0 15,-1 0 1,0 0 0,0 40-16,0-40 15,0 0 1,0 0-16,0 0 0,1 0 15,-1 0-15,0 0 16,0 0-16,0 0 0,0 0 16,0 0-16,1 0 15,-1 0 1,0 0-16,0 0 31,0 0-31,0 0 0,0 0 16,0 0-16,1 0 15,-1 0-15,0 0 0,0 40 16,0-40 0,0 0-16,0 0 15,0 0 1,1 0 15,-1 0-15,0 0-1,0 0 1,0 0-16,0 0 31,0 0-31,0 0 16,1 0 0,-41 40-16,40-40 15,0 0-15,0 0 0,0 0 16,0 40-1,0-40-15,0 0 0,1 0 0,-1 0 0,0 0 16,0 0-16,0 0 16,0 0-16,0 0 0,0 0 0,1 0 15,-1 0 1,0 0-16,0 0 0,0 40 16,0-40-16,0 0 0,0 0 0,1 0 15,-1 0-15,0 0 0,0 0 16,0 0-16,0 40 15,0-40 1,0 0-16,1 0 16,-1 0-16,0 0 15,0 0-15,0 0 0,0 0 0,0 0 0,0 0 16,1 41-16,-1-41 0,0 0 0,0 0 0,0 0 16,0 0-16,0 0 15,0 0-15,1 40 0,-1-40 0,0 0 0,0 0 16,0 0-16,0 0 0,0 0 15,0 0-15,41 0 0,-41 0 0,0 0 0,40 0 16,-40 0-16,41 0 16,-41 0-16,0 0 0,40 0 0,-40 0 0,0 0 15,1 0-15,-1 0 0,0 40 16,0-40-16,0 0 0,0 0 0,0 0 16,0 0-16,1 0 0,39 0 15,-40 0-15,0 0 16,0 0-16,0 40 0,0-40 0,41 0 0,-41 0 15,0 0-15,40 0 0,-40 0 16,41 0-16,-41 40 0,40-40 0,-40 0 0,0 0 16,0 0-16,0 0 15,1 0-15,-1 0 0,0 0 0,0 0 0,0 0 16,0 0-16,0 0 0,41 0 0,-41 0 0,40 0 16,0 0-16,-40 0 0,41 0 15,-1 0-15,0 0 0,-40 0 0,40 0 0,1 40 16,-41-40-16,40 0 15,-40 40-15,0-40 0,0 0 0,1 0 0,-1 0 16,0 0-16,0 0 16,0 0-16,-40 40 0,40-40 0,0 0 0,0 0 15,1 0-15,39 40 16,-40-40-16,40 0 0,-40 0 0,0 0 0,41 41 16,-41-41-16,0 0 0,0 0 0,0 0 0,0 0 15,1 0-15,-1 0 0,0 0 16,0 0-16,0 0 0,0 0 0,0 0 15,0 0-15,41 0 16,-41 0-16,0 0 0,40 0 0,-40 0 0,0 0 16,41 0-16,-41 0 0,0 0 15,0 0-15,0 0 0,0 0 16,0 0 15,1 0-15,-1 0-1,0 0-15,0 0 32,0 0-32,0 0 15,-40-41 1,40 41-16,-40-40 16</inkml:trace>
  <inkml:trace contextRef="#ctx0" brushRef="#br0" timeOffset="181779.3889">11918 15801 0,'-41'-40'15,"82"40"16,-1 40-31,40-40 16,-40 40-16,0-40 16,0 40-16,0-40 0,1 0 0,-1 40 0,0-40 15,0 40 1,0-40-16,0 40 0,-40 1 31,-40-41-31,0 0 16,0 40-16,0-40 0,-41 0 0,41 0 15,0 0-15,-40 0 16,40 0-16,-40 0 0,-1 0 0</inkml:trace>
  <inkml:trace contextRef="#ctx0" brushRef="#br0" timeOffset="183049.3693">6500 14638 0,'-40'0'0,"0"0"16,40-40-16,-40 40 0,0 0 31,40-40 47,0 0-46,0-1-17</inkml:trace>
  <inkml:trace contextRef="#ctx0" brushRef="#br0" timeOffset="184849.1839">6260 15721 0,'0'40'109,"0"0"-109,0-80 63,0 0-32,0 0-31,40 40 16,-40-41-16,0 1 0,0 80 62,0 1-31,0-1-31,0 0 0,0 0 16,0 0 0</inkml:trace>
  <inkml:trace contextRef="#ctx0" brushRef="#br0" timeOffset="185409.2251">6099 16202 0,'-40'0'15,"40"-40"1,0 0-16,40 40 16,0 0-16,-40-40 15,40 40-15,1 0 0,-41-40 0,40 40 16,0 0-1,0 0-15,0 0 0,-40 40 16,40-40 0,-40 40-16,0 0 15,-80 0-15,40 0 16,0 0-16,0 0 16,-1-40-16,1 0 0,121 0 46,-41 0-30,-40 40 0,40-40-16,-40 40 15,0 1-15,-80-1 0,39-40 16,1 40-16,0 0 0,0-40 0,0 0 16,0 0-1,0 40-15,0-40 0,-1 0 16,41-40-1,0 0-15,0 0 0,41 0 16</inkml:trace>
  <inkml:trace contextRef="#ctx0" brushRef="#br0" timeOffset="185909.1939">7343 15801 0,'0'-40'15,"0"0"17,-40 40-17,40 40 95,0 0-95,0 0-15,0 0 16,0 0-1,0 0-15,0 0 0,0 1 16</inkml:trace>
  <inkml:trace contextRef="#ctx0" brushRef="#br0" timeOffset="186239.1752">7223 16402 0,'0'0'16,"-40"0"-1,-1 0 1,-79 81 15,40-1-15,40-40-1,80-40 1,0 0 0,0 0-16,0-40 0,81 40 31,-81 0-31,40-40 16,-40 40-16,0 0 0</inkml:trace>
  <inkml:trace contextRef="#ctx0" brushRef="#br0" timeOffset="186459.1607">7343 16483 0,'-40'-40'0,"80"80"0,-120-80 16,80-1-16,-40 41 31,40 81-15,-40-41-1,-1 40 1,1 0 0,40-40-16,0 0 0,0 1 0,-40-1 31,40 0-31</inkml:trace>
  <inkml:trace contextRef="#ctx0" brushRef="#br0" timeOffset="186849.0623">8467 15841 0,'0'-40'47,"40"40"-47,0 0 31,-80 40-15,40 0-1,-80-40-15,80 80 0,-41-80 0,41 40 0,0 1 16,0-1-16,0 0 0,0 0 0,0 0 16,0 0-16</inkml:trace>
  <inkml:trace contextRef="#ctx0" brushRef="#br0" timeOffset="187139.0853">8427 16563 0,'-81'0'16,"41"0"-16,0 40 31,80 0-15,0 40-1,0 41 1,-160-1 15,-40-80-15,119-80-1</inkml:trace>
  <inkml:trace contextRef="#ctx0" brushRef="#br0" timeOffset="187279.1117">8507 16443 0,'0'-41'16,"0"82"-16,0-122 0,40 81 0,-40-40 15,40 40-15,121-80 16,-121 40-16,0 40 0,0-40 15,40 40 1,-80-40-16</inkml:trace>
  <inkml:trace contextRef="#ctx0" brushRef="#br0" timeOffset="188318.973">6260 15640 0,'0'0'0,"-40"41"15,-1-41 1,41 40-16,0 0 0,-40-40 0,0 0 16,40 40-16,40-40 31,-40-40 0,0 0-31,40 40 16,1-40-1,-41-1 1,0 1 0,0 0-1,0 0-15,0 0 0,0 0 16,0 0-16,40 40 0,-40-40 15,0 0-15,0 0 0,40-41 0,-40 41 0,40 0 16,-40 0 0,0 0-16,40 40 0,-40-40 0,0 0 0,0 0 15,40-1 1,-40 1-16,0 0 0,0 0 16,0 0-16,40 40 0,-40-40 0,0 0 31,0 0-31,0 0 62,0 0 48,0-1-79,0 1-31,0 0 16,0 0-1,0 80 16,0 0-15,0 0 0,0 1-1,40-1-15</inkml:trace>
  <inkml:trace contextRef="#ctx0" brushRef="#br0" timeOffset="189168.9963">7263 15560 0,'0'0'16,"40"0"-1,0 0 1,0 0-16,-80 0 47,40 40 15,-40-40-46,40 40 15,40-80 32,-40 0-63,40 40 15,-40-40-15,0 0 0,0 0 0,40 0 0,-40 0 16,0 0-16,0 0 0,41-1 0,-41 1 0,0-40 16,0 40-16,40 0 15,-40 0-15,0 0 0,0 0 0,40 40 0,-40-41 16,0 1-16,0 0 15,40 0-15,-40 0 16,40 0 0,-40 0-1,0 0 1,40 40-16,-40 40 203,0 0-187</inkml:trace>
  <inkml:trace contextRef="#ctx0" brushRef="#br0" timeOffset="190028.8693">8748 15721 0,'-41'0'16,"82"0"-16,-82 40 0,1-40 15,0 0 1,0 0-16,40 40 47,0-80 78,0 0-125,0 0 16,0-1-16,40 1 0,-40 0 15,40 0-15,-40 0 16,0 0-16,0 0 0,40 0 0,-40 0 0,41 0 15,-41-1 1,40 1-16,-40 0 0,0 0 0,0 0 16,0 0-16,0 0 15,0 0-15,0 0 0,0-1 16,0 1-16,0 0 16,40 0-1,-40 0-15,0 0 31,40 40 79,0 0-110,0 0 15,0 0 1,-40 40-16</inkml:trace>
  <inkml:trace contextRef="#ctx0" brushRef="#br0" timeOffset="190318.8509">9751 15320 0,'0'-40'15,"0"80"-15,40-80 47,0 40-47,0 40 16,0-40-16,0 0 15,0 0-15,1 0 0,-1 0 0</inkml:trace>
  <inkml:trace contextRef="#ctx0" brushRef="#br0" timeOffset="190488.9184">10714 15400 0,'0'0'0,"-40"-40"16,-41 0-1,162 0 17,79 40-17,-120 0 1,0 40-16</inkml:trace>
  <inkml:trace contextRef="#ctx0" brushRef="#br0" timeOffset="190648.9061">11356 15400 0,'-80'0'16,"80"-40"-16,0 0 16,0 0-1,40 40 16,0 0-31,80 0 16,-80 40-16</inkml:trace>
  <inkml:trace contextRef="#ctx0" brushRef="#br0" timeOffset="190788.8973">11998 15400 0,'0'0'15,"-40"0"1,-81-40-1,161 40 17</inkml:trace>
  <inkml:trace contextRef="#ctx0" brushRef="#br0" timeOffset="191548.7789">13242 15320 0,'40'0'31,"0"0"-31,0 0 16,0 0-16,0 40 0,0-40 15,1 0-15,-1 0 0,0 0 0,0 0 0,0 0 16,0 0-1,0 0-15,0 0 0,1 0 16,-41-40-16,0 0 16,0-1-16,40 41 0,-40-40 0,0 0 15,0 0-15,0 0 0,-81 0 16,81 0 0,-40 40-16,0 0 0,0 0 15,0 0-15,0 0 16,0 0-16,0 0 0,-1 40 0,1-40 15,0 0 1,0 40-16,0 0 0,40 0 0,-40-40 16,40 40-16,-40-40 0,40 40 15,-40-40-15,40 41 0,-41-1 0,1 0 16,40 0-16,-40-40 0,0 40 0,40 0 0,-40-40 16,40 40-16,-40-40 15,40 40-15,-40-40 0,0 0 0,-1 0 16,1 0-1,0 0-15,0-40 16,0 40 0,40-40-16,-40 40 0,40-40 0,-40 0 15,40 0-15,0 0 0,0 0 16,80-1 0,-40 41-16,0 0 15,0 0-15,0 0 16,1 0-16,-1 0 0,0 0 0,0 0 0,0 0 15,0 0-15,0 0 0,0 0 16,1 41-16,-41-1 0,40-40 16,-40 40-16,0 0 15</inkml:trace>
  <inkml:trace contextRef="#ctx0" brushRef="#br0" timeOffset="194718.5859">1886 13876 0,'0'40'125,"0"0"-110,-40 0-15,40 0 0,0 0 32,0 0-32,40-40 15,-40 41-15,40-41 0,0 0 16,0 0 0,0 0-16,1-41 0,-1 41 15,-40-40 1,40 40-16,-40-40 0,0 0 15,40 40 1,-40-40 15,-40 40 47,40 40-62,0 0-16,0 0 16,0 0-1,40-40-15,-40 41 0,40-41 32,0 0-32,0 0 0</inkml:trace>
  <inkml:trace contextRef="#ctx0" brushRef="#br0" timeOffset="195188.6321">2568 13916 0,'0'0'0,"0"-40"47,-40 40 15,40 40-46,-40-40-16,40 40 0,0 0 0,-40-40 16,40 40-16,-40-40 0,40 40 15,0 0-15,0 1 0,0-1 16,0 0-1,40-40-15,-40 40 0,40-40 16,0 0 0,0 0-16,0 0 0,0 0 15,-40-40-15,40 40 0</inkml:trace>
  <inkml:trace contextRef="#ctx0" brushRef="#br0" timeOffset="195618.5293">2809 14036 0,'0'0'0,"0"-40"15,40 0-15,-40 0 16,40 40 0,-40 40-1,0 0 1,0 40-1,0 41 17,0-161-1,40 40-15,-40-41-16,40 1 0,-40 0 0,40 40 0,-40-40 15,41 40-15,-1-40 16,0 40-16,0 0 15,0-40-15,0 40 16,-40 40 0,0 0-1,0 0-15,0 0 16,0 0-16,0 1 16,0-1-16,0 0 15,0 0-15</inkml:trace>
  <inkml:trace contextRef="#ctx0" brushRef="#br0" timeOffset="195858.5182">3571 14116 0,'0'-40'31,"40"40"0,1 0-31,-1 0 0,0 0 16,0 0-16,0 0 0,0 0 16,0 0-1,0 0-15,1 0 0,-1 0 0,-40-40 0</inkml:trace>
  <inkml:trace contextRef="#ctx0" brushRef="#br0" timeOffset="196488.5581">4213 14036 0,'0'-40'16,"40"40"-1,1 0-15,-41-40 16,40 40-1,-40 40 17,0 0-17,0 0 1,0 0 0,0 1-1,0-1 1,-40-40-16,40 40 31,0 0 47,0 0-78,0 0 31,-41-40-31,1 0 0,0 40 16,0-40 0,0 0-16,0 0 15,0 0-15,0 0 16,-1-40 31</inkml:trace>
  <inkml:trace contextRef="#ctx0" brushRef="#br0" timeOffset="198478.3621">4093 14036 0,'0'-40'31,"0"0"110,40 40-79,0 0-46,0 0 0,0 0-1,1 0 1,-1 0-1,-40-40 1,0 80 31,40-40-31,-40 40-1,0 0 1,40-40-1,-80 0 48,40 40-47,-40-40-16,40 40 15,-40-40 1,-1 0-16,41 41 0,-40-41 31,40 40-31,-40-40 94,80 0 93,0 40-155,1-40-1,-41 40-31,40-40 62,-40 40-15,0 0-31,0 0 15,-40-40-15,40 40-16,-41-40 31,1 0-15,0 0-1,0 0-15,0 0 31,40 40-31,-40-40 0,0 0 32,0 0-17,40-40 17</inkml:trace>
  <inkml:trace contextRef="#ctx0" brushRef="#br0" timeOffset="199228.3853">4574 13996 0,'0'0'0,"0"-40"79,41 40-79,-1 0 93,-40-40-93,0 80 63,0 0-48,40 0-15,-40 0 16,40-40-16,-40 40 16,40 1-16,0-1 0,-40 0 0,0 0 15,40-40-15,-40 40 0,0 0 0,0 0 16,0 0-16,-40 0 16,40 1-16,-80-41 0,80 40 0,-80 0 0,40-40 15</inkml:trace>
  <inkml:trace contextRef="#ctx0" brushRef="#br0" timeOffset="225856.7688">17014 13715 0,'0'41'0,"0"-1"93,0 0-77,-41-40-16,41 40 16,0 0-16,-40 0 15,40 0-15,0 0 0,0 0 16,0 0-16,0 1 16,0-1-16,0 0 0,0 0 0,0 0 15,0 0-15,0 0 16,40 0-16,1-40 15,-1 0-15,0 0 0,0 0 16,0 0 0,0 0-16,-40-40 0,40 40 0,0-40 0,1 0 15,-1 40-15,-40-40 16,40 0-16,0 0 0,-40 0 0,0-1 16,40 41-1,-40-40-15,0 0 0,0 0 16,0 0-1,40 40-15,-40-40 16,0 0-16,0 80 63,0 0-48,0 0 1,0 0-16,-40 0 15,40 0-15,0 1 0,0-1 0,-40 0 16,40 0-16,0 0 16,0 0-16,0 0 0,0 0 0,0 0 15,40-40-15,-40 41 16,40-1-16,0-40 0,0 40 16,1-40-16,-1 0 15,0 0-15</inkml:trace>
  <inkml:trace contextRef="#ctx0" brushRef="#br0" timeOffset="226146.6962">18258 14076 0,'0'0'15,"-41"-40"1,1 40-1,40 40 1,-80 121 0,40-121-1,40 0-15,0 40 16,0-40-16,0 81 16,120-1-1,1-40 16,-41-80-31</inkml:trace>
  <inkml:trace contextRef="#ctx0" brushRef="#br0" timeOffset="226486.6622">18659 14197 0,'0'-40'15,"0"80"-15,0 0 31,80-40-31,-40 0 0,0 80 0,0-40 16,-40 0-16,41-40 16,-41 40-16,0 0 0,0 1 0,40-41 31,-40-41-15,0 1-16,40 40 15,-40-40-15,40 0 0,-40 0 0,40 40 0,0-40 16,0 0-1,0 40-15,-40-40 0,41 40 0,-1 0 16,0 40-16,-40 40 16,0-40-16,0 0 0,0 0 15,0 0-15,0 1 0,0-1 0,-40 0 16,40 0-16,0 0 16,-40 0-16,40 0 0,0 0 0,0 0 15,-41-40-15,41 40 16</inkml:trace>
  <inkml:trace contextRef="#ctx0" brushRef="#br0" timeOffset="226896.65">19863 14477 0,'-41'0'0,"1"0"15,80 0 17,1 0-17,39 0 1,-40 0-16,0 0 0,0 0 0,0 0 16,0 0-16,41 0 0,-41 0 15,0 0-15,40-40 0,-40 40 0,0 0 0,1-40 16,-1 40-16,0 0 15,0 0-15,0 0 16</inkml:trace>
  <inkml:trace contextRef="#ctx0" brushRef="#br0" timeOffset="227176.633">20184 14157 0,'0'0'16,"-41"0"0,41 40 15,0 0-31,-40-40 16,40 40-16,0 0 15,0 0-15,0 0 0,0 0 0,0 0 16,0 1-16,0-1 0,-40 0 15,40 0-15,0 0 0,-40 0 0,40 0 0,0 40 16,0-40-16,0 1 0,0-1 0,0 0 16,0 0-1</inkml:trace>
  <inkml:trace contextRef="#ctx0" brushRef="#br0" timeOffset="227486.6072">20826 14036 0,'0'0'0,"0"40"31,0 0-15,0 1-16,0-1 0,0 0 16,0 0-16,0 0 0,0 0 15,0 0-15,0 0 0,0 0 0,0 1 0,0-1 16,0 0 0,0 0-16,0 0 0,0 0 0,0 0 15</inkml:trace>
  <inkml:trace contextRef="#ctx0" brushRef="#br0" timeOffset="227826.5773">21468 13956 0,'80'0'32,"-40"0"-32,-40 40 0,40-40 0,-40 40 15,40 0-15,-40 0 16,80 1-16,-80-1 0,0 0 0,41 0 15,-41 0-15,0 0 0,0 40 0,0-40 0,-81 1 16,81-1-16,-40 0 0,0 0 16,0 0-16,-40 0 0,40 0 0,-1 0 0,1 0 15,0 0-15,-40 1 16,40-41-16,0 40 0,0 0 0</inkml:trace>
  <inkml:trace contextRef="#ctx0" brushRef="#br0" timeOffset="228196.5543">22471 14437 0,'-40'-40'16,"40"0"-1,40 40-15,0 0 16,80 0-1,-80 0-15,161 0 16,-161 0-16,0 0 0,81 0 31,-81 0-31,0 0 0,0-40 0</inkml:trace>
  <inkml:trace contextRef="#ctx0" brushRef="#br0" timeOffset="228396.5434">22591 14718 0,'-120'40'15,"240"-80"-15,-200 80 16,160-40-16,121 0 31,40-40-15,-201 40-1,0 0-15,-40-40 0</inkml:trace>
  <inkml:trace contextRef="#ctx0" brushRef="#br0" timeOffset="229466.5497">23915 14518 0,'-40'0'0,"40"40"16,40-40 15,0 0-31,1 0 16,-41-40-16,40 40 15,-40-41-15,40 41 0,0 0 0,-40-40 16,0 0-16,0 0 15,0 0-15,40 40 0,-40-40 0,0 0 0,0 0 16,0 0-16,0-1 0,0 1 0,0 0 16,0 0-1,-40 40 1,0 0 0,40 40-16,0 0 15,0 0 1,0 1-16,0-1 0,0 0 15,0 0-15,0 0 0,0 0 0,0 0 16,0 0-16,0 0 16,40 1-16,-40-1 0,40 0 0,-40 0 15,0 0-15,0 0 0,40 0 16,0 0-16,-40 0 0,0 0 0,40 1 16,-40-1-1,-40-40 16,40 40-31,-40-40 0,0 0 16,0 0-16,0 0 0,0 0 16,0 0-16,40 40 15,-41-40-15,1 0 0,0 0 16,40 40 0,40-40 15,0 0-16,1 0-15,-1 0 0,0 0 0,0-40 16,0 40-16,0 0 16,0-40-16,0 40 0,1 0 0,-1 0 15,0 0 1,-40-40-16,40 40 0,0 0 31,-80 0 63,0 0-78,0 0-16,0-40 0</inkml:trace>
  <inkml:trace contextRef="#ctx0" brushRef="#br0" timeOffset="230676.4767">18779 15400 0,'0'40'16,"0"-80"-16,-40 80 62,80-40 48,0 0-95,41 0-15,-41 0 16,0 0-1,0 0-15,0 0 0,0-40 0,0 40 16,0 0-16,1 0 0,-1 0 0,0 0 0,0 0 16,40 0-16,-40 0 0,41-40 15,-41 40-15,40 0 0,0 0 0,-40 0 0,41 0 16,-1 0-16,-40 0 16,40 0-16,-40 0 0,0 0 0,1 0 0,-1 0 15,0 0-15,0 0 0,0 0 16,0 0-16,0 0 15,0 0-15,1 0 0,-1 0 16,0 0 0,0 0-16,0 0 0,0 0 0,0 0 15,0 0-15,1 0 16,-1 0 0,-80 0 30,-1 0-46,1 0 16,0 0-16,0 0 0,0 0 16,0 0-1</inkml:trace>
  <inkml:trace contextRef="#ctx0" brushRef="#br0" timeOffset="231706.3393">26203 14558 0,'0'-40'15,"0"-1"1,-41 41 15,41 41 0,-40-41-31,40 40 0,-40-40 0,40 40 32</inkml:trace>
  <inkml:trace contextRef="#ctx0" brushRef="#br0" timeOffset="231896.3307">26162 14959 0,'0'40'32,"0"-80"-32,0 160 15,0-80-15,0 40 16,-80 41 15,40-41-31,0-80 0,-40 80 16,40-80-16</inkml:trace>
  <inkml:trace contextRef="#ctx0" brushRef="#br0" timeOffset="232396.2996">27125 14598 0,'0'0'0,"-40"0"31,80 0-15,1 40-16,39 80 31,-80-80-31,0 0 0,0 41 31,-40-41-31,40-80 32,0-1-32,40 1 15,-40 0-15,40 40 0,-40-40 16,40 0-16,0 0 0,0 0 0,0 40 0,-40-40 15,41 40-15,-1 0 0,0 0 0,0 0 32,0 0-32,-40 40 0,0 0 15,0 0 1,0 0-16,0 0 0,0 0 0,0 0 16,0 1-16,0-1 0,0 0 15,0 0-15,-40-40 0,40 40 16,0 0-16,0 0 0,40-40 15</inkml:trace>
  <inkml:trace contextRef="#ctx0" brushRef="#br0" timeOffset="232606.3598">28249 14798 0,'0'0'16,"-40"0"-1,120-40 1,0 40 0,-40-40-16,201 40 15,-201 0-15,41 0 0,-1 0 16,0 0 15,-40 0-31</inkml:trace>
  <inkml:trace contextRef="#ctx0" brushRef="#br0" timeOffset="232866.2692">28650 14558 0,'-40'-40'16,"80"80"-16,-120-80 0,40-1 15,0 41 1,40 41-16,0-1 15,0 0-15,0 0 16,0 0 0,0 0-16,0 0 0,0 0 0,0 0 0,0 0 0,0 1 15,0-1-15,40 0 16,-40 0-16,0 0 0,40-40 0,-40 40 0,0 0 16,40-40-16,0 0 15,0 0-15</inkml:trace>
  <inkml:trace contextRef="#ctx0" brushRef="#br0" timeOffset="233106.3306">29132 14598 0,'0'-40'15,"0"0"1,0 80-1,0 40 1,0-40 0,0 0-16,0 0 0,0 0 0,0 0 15,0 0 1,0 1-16,0-1 0,-40-40 0,40 40 0,0 0 31,40-40-31</inkml:trace>
  <inkml:trace contextRef="#ctx0" brushRef="#br0" timeOffset="233576.3013">29774 14477 0,'-80'0'15,"160"41"17,-40-41-17,0 0-15,0 40 0,40-40 0,-39 0 0,-1 0 16,0 0-16,0 0 0,40 0 0,-40 0 0,0 0 0,1 0 15,-1 0 1,0 0-16,0 0 0,-80 0 31,0 0-15,40 40-16,-40-40 16,-41 0-16,81 40 0,-40-40 0,0 40 15,40 0-15,-40-40 16,0 40-16,40 0 0,-40 0 0,0 0 0,40 1 15,-41-1-15,41 0 0,-40 0 0,0-40 0,40 40 0,0 0 16,-40-40-16,40 40 16,-40-40-16,40 40 0</inkml:trace>
  <inkml:trace contextRef="#ctx0" brushRef="#br0" timeOffset="233866.2178">30657 15039 0,'0'-40'15,"0"80"-15,-121-120 16,81 80-1,40 80-15,-40-80 0,40 40 16,0 0 0,-40-40-16,40 40 0,0 0 0,-40-40 0,40 40 15,-40 1-15,-1-1 0,1-40 16,40 40-16,-40 0 0,0 0 0,0 0 0,0-40 16,0 40-16,0 0 15,-1 0-15</inkml:trace>
  <inkml:trace contextRef="#ctx0" brushRef="#br0" timeOffset="234376.2515">31339 14357 0,'0'-80'16,"-40"80"-16,40-40 31,-41 40-31,-39 0 16,40 40-1,-40 120 1,80 1 15,0-121-31,80 0 16,0 0 0,1-40-16,39-40 31,-40-40-16,-40-41 1,-80 41 0,-80 0-1,80 80 1,-121-40 0,1 120-1,-41 40 1</inkml:trace>
  <inkml:trace contextRef="#ctx0" brushRef="#br0" timeOffset="235696.1007">27005 15921 0,'-40'0'0,"80"0"63,0 0-48,0 0-15,0 0 32,1 0-32,-1 0 15,0 0 1,-40 40-16,40-40 16,-40 40-1,0 1-15,0-1 16,0 0-16,0 0 15,-40-40-15,40 40 16,-40-40-16,40 40 16,0-80 15,40 40-15,-40-40-16,40 40 0,-40-40 0,40 40 0,0-40 15,0 0-15,0 40 16,1-41-16,-1 1 0,0 0 0,0 40 15,0-40-15,0 40 16,-40-40 0,40 40-1,-40 40 1,0 0 0,0 0-1,0 0-15,0 1 0,0-1 16,40 0-16,-40 0 0,0 0 15,0 0 1,41-40-16,-41 40 0,40 0 31,0-40-31,0 0 16</inkml:trace>
  <inkml:trace contextRef="#ctx0" brushRef="#br0" timeOffset="236386.0878">28490 15921 0,'-40'0'16,"-1"0"30,41 40 33,41-40-79,-1 0 15,-40 40-15,40-40 0,0 0 0,0 0 16,0 0-16,0 0 0,0 41 0,1-41 0,-1 0 15,0 0-15,0 0 16,0 0-16,0 40 0,0-40 0,1 0 0,-1 0 16,0 0-1,-80 0 32,40 40-31,-40-40-1,40 40-15,-41-40 0,1 40 0,0-40 16,40 40-16,-40-40 16,0 40-16,0-40 0,0 40 0,-1 0 15,1-40-15,0 40 16,0 1-16,40-1 31,-40-40-31</inkml:trace>
  <inkml:trace contextRef="#ctx0" brushRef="#br0" timeOffset="236686.0383">29132 16523 0,'-40'0'32,"0"0"-32,-1 0 31,41 40-31,-40-40 0,0 40 16,0 0-1,40 0-15,-40-40 0,40 40 0,-40 0 16,0-40-16,40 41 0,-41-41 0,41 40 15,-40-40-15,40 40 16,40-40 15,-40-40-31,41 40 0</inkml:trace>
  <inkml:trace contextRef="#ctx0" brushRef="#br0" timeOffset="237056.0916">29694 16322 0,'-41'0'16,"82"0"-16,-122 0 0,41 0 0,80 0 63,0 0-48,1 0 1,-1 0-16,0 0 0,0 0 0,0 0 15,0 0-15,0 0 0,0 0 0,1 0 16,-1 0-16,0 0 0,0 0 16,0 0-16,0 0 0</inkml:trace>
  <inkml:trace contextRef="#ctx0" brushRef="#br0" timeOffset="237585.985">30576 16042 0,'-40'0'0,"0"0"31,40 40 63,0 0-16,0 0-63,0 0 1,0 0 0,0 0-16,0 0 0,-40-40 0,40 40 0,0 0 15,0 1-15,0-1 16,-40 0-16,40 0 0,0 0 0,0 0 16</inkml:trace>
  <inkml:trace contextRef="#ctx0" brushRef="#br0" timeOffset="238815.9073">28891 15480 0,'0'0'0,"-40"0"15,0 0-15,0 0 0,-1 0 0,1 0 16,0 0 0,80 0 15</inkml:trace>
  <inkml:trace contextRef="#ctx0" brushRef="#br0" timeOffset="239205.8863">32382 14999 0,'0'40'0,"-40"-40"63,40-40-32</inkml:trace>
  <inkml:trace contextRef="#ctx0" brushRef="#br0" timeOffset="246885.4827">963 17926 0,'-40'0'16,"80"-40"46,-80 40 1,80 0-1,0-40-46,0 40 15,0 0 0,1 0-31,-1 0 16,0 0-16,0 0 15,0 0 1,0 0-16,0-40 0,0 40 16,1 0-1,-1 0-15,-40-40 16,40 40 0,0 0-16,0 0 15,0 0-15,0 0 16,0 0-1,1 0 1,-41 40 0,40-40-16,0 0 15,0 0 1,0 0-16,0 0 16,-40-40-1,40 40-15,0 0 16,-40-40-16,41 40 15,-1 0 1,0 0 0,0 0-1,0 0 1,0 0 0,0 0-1,0 0 48,1 0-32,-1 0 0,0 0-31,0 0 16,0 0-1,0 0 1,0 0 0,0 0-1,1 0-15,-1 0 16,0 0-16,0 0 16,0 0-16,-40 40 0,40-40 15,0 0-15,-40 40 78,40-40-78,-40 40 16,41-40-16,-1 0 0,-40 40 16,40-40-16,-40 40 15,40-40-15,0 0 16,0 41-16,0-41 15,0 0-15,1 0 16,-1 0-16,0-41 16,0 41-1,0 0-15,-40-40 0,40 40 16,0 0 0,1 0-16,-1 0 15,0 0 1,0 40-1,0-40-15,0 0 16,0 0-16,0 0 16,1 0-16,-1 41 0,0-41 15,0 0 1,0 0 0,0 0-16,0 0 15,0 0-15,1 0 0,-1 0 0,0 0 16,0 0-16,0 0 0,0 0 0,0 40 15,0-40-15,1 0 16,-1 0-16,0 40 0,0-40 0,0 0 16,0 0-16,0 0 15,0 0-15,1 0 0,-1 0 0,0 0 16,0 0 0,0 0-16,0 0 0,0 0 0,0 0 0,1 0 15,-1 0-15,0 0 0,0 0 16,0 0-16,0 40 15,0-40-15,0 0 0,-40 40 0,41-40 16,-1 0 0,0 0-16,0 0 0,0 0 15,0 0-15,0 0 0,0 0 16,1 0-16,-1 0 0,0 0 16,0 40-1,0-40-15,0 0 0,0 0 16,0 0-16,1 0 15,-1 0-15,0 0 16,0 0-16,0 0 0,0 0 16,0 0-16,0 0 15,1 0-15,-1 0 0,0 0 0,0 0 0,0 0 16,0 0-16,0 0 0,0 0 16,1 0-16,-1 0 0,0 0 15,0 0-15,0 0 0,-40 40 16,40-40-16,0 0 15,0 0-15,1 0 0,-1 0 0,0 0 16,0 0-16,0 0 0,0 0 16,0 0-16,1 0 0,-1 0 0,0 0 0,40 40 15,-40-40-15,0 0 16,0 0-16,1 0 0,-1 0 0,0 0 0,0 0 16,40 0-16,-40 0 0,0 0 15,1 0-15,-1 0 0,40 0 0,-40 0 0,40 0 16,-40-40-16,41 40 0,-41 0 0,40 0 0,-40 0 15,40 0-15,-39 0 16,39 0-16,0 0 0,-40 0 0,0 0 0,41 0 16,-41 0-16,0 0 0,0 0 15,0 0-15,0 0 0,0 0 0,0 0 0,1 0 16,-1 0 0,0 0-16,0 0 0,40 0 0,-40 0 0,0 0 15,1 40-15,-1-40 0,0 0 0,40 0 0,-40 0 16,0 0-16,0 0 0,41 0 15,-41 0-15,0 0 0,0 0 0,0 0 16,0 0-16,0 0 16,1 0-16,-1 0 0,0 0 0,0 0 0,40 0 15,-40 0-15,0 0 0,1-40 16,-1 40-16,40 0 0,-40 0 0,0 0 0,0 0 16,1 0-16,-1 0 15,0 0-15,-80-40 16</inkml:trace>
  <inkml:trace contextRef="#ctx0" brushRef="#br0" timeOffset="248105.4183">1846 17846 0,'40'0'78,"0"0"-46,0 0-32,-40-40 15,40 40 1,-40-40 0,0 0-1,-40 40 1,40 40 15,0 0-31,0 0 16,0 0-1,0 0-15,0 1 16,0-82 15,0 1-31,0 0 16,0 0-16,0 0 15,0 0-15,0 0 0,0 0 32,0 80-1,0 0-31,40-40 16,-40 40-16,0 0 0,0 0 15</inkml:trace>
  <inkml:trace contextRef="#ctx0" brushRef="#br0" timeOffset="248465.3971">1485 18528 0,'0'0'0,"40"0"78,0 0-78,0 0 0,0 0 16,0 0-16,0 0 16,1-40-16,-1 40 0</inkml:trace>
  <inkml:trace contextRef="#ctx0" brushRef="#br0" timeOffset="248675.3839">2006 18488 0,'-40'0'31,"40"40"0,0 0-15,0 0-16,0 0 0,0 0 0,0 1 16,0-1-1</inkml:trace>
  <inkml:trace contextRef="#ctx0" brushRef="#br0" timeOffset="249455.2617">2929 18287 0,'-40'0'94,"0"0"-79,40 41-15,-40-41 0,0 0 0,40 40 16,0 0 0,40-40-1,-40 40-15,40-40 31,0 40-31,0-40 32,0 0-17,0 0 1,-40-40-16,41 40 0,-1-40 16,-40 0-1,40 40-15,-40-40 0,0-1 0,0 1 16,0 0-16,-40 40 0,40-40 15,-40 40-15,-1 0 16,1 0-16,0 0 16,40 40-1,-40-40-15,40 40 0,-40-40 0,40 40 16</inkml:trace>
  <inkml:trace contextRef="#ctx0" brushRef="#br0" timeOffset="249955.237">3932 17926 0,'-40'0'15,"0"0"1,40 41 0,0-1-1,0 0 79,0 0-94,0 0 16,0 0-1,0 0-15,0 0 16,0 0 0</inkml:trace>
  <inkml:trace contextRef="#ctx0" brushRef="#br0" timeOffset="250265.2873">3772 18688 0,'0'0'0,"-40"0"0,40 41 47,0-1-31,0 0-16,0 0 0,0 0 15,0 0-15,0 0 16</inkml:trace>
  <inkml:trace contextRef="#ctx0" brushRef="#br0" timeOffset="250785.2262">5216 17926 0,'0'0'0,"41"0"0,-41 41 15,0-1 1,-41-40 15,41 40-15,-40-40 0,40 40-1,0 0 1,0 0-1,0 0-15,0 0 0,0 0 16</inkml:trace>
  <inkml:trace contextRef="#ctx0" brushRef="#br0" timeOffset="251235.1532">5056 18688 0,'0'41'15,"40"-82"16,0 41-31,-40-40 0,40 40 16,0 0-16,1 0 16,-1 0-16,0 40 15,-40 1 1,0-1-16,0 0 0,-80 0 16,80 0-16,-41 0 0,41 0 0,-40-40 15,40 40-15,-40-40 0,40 40 16,0-80 15,80 40-31,-80-40 0,41 40 16,-41-40-16,40 40 0,-40-40 15,40 40-15,0 0 0,0 0 16,0 0 0,0 0-16,0 0 15,1 0-15</inkml:trace>
  <inkml:trace contextRef="#ctx0" brushRef="#br0" timeOffset="253375.0232">2046 17726 0,'0'0'0,"0"40"0,41-80 47,-41 80 16,0 0-32,-41-40-31,41-40 47,-40 40-47,40-40 0,0 0 15,0 0 1,0 0-16,0 0 16,0-1-1,0 1-15,0 0 32,0 0-17,0 0 1,0 0-1,0 0-15,0 0 32,0 0-32,0-1 15,0 1 1,0 0 46,0 0-46,0 0 15,-40 40-31,40-40 16,0 0 0,0 0-16,0 0 15,0 0 157,0-1-141,0 82 126,0-1-157,0 0 15,0 0 1,40 0-16</inkml:trace>
  <inkml:trace contextRef="#ctx0" brushRef="#br0" timeOffset="254675.0241">2809 17806 0,'40'0'16,"-40"-40"93,0 0-93,0 0-1,-40 0 1,40 0-1,0 0-15,0-1 16,0 1 0,0 0-16,-40 40 0,40-40 15,0 0 1,0 0-16,40 40 16,-40-40-16,0 0 15,40 40-15,-40-40 0,0-1 16,0 1-1,0 0 1,0 0 15,0 0 1,0 0-17,0 0 48,0 0-48,-40 40 1,40-40-16,0 0 16,0-1 93,40 1-78,-40 0 0,0 80 79,0 0-79,0 1-31,0-1 16,0 0-16,0 0 15</inkml:trace>
  <inkml:trace contextRef="#ctx0" brushRef="#br0" timeOffset="255904.9475">3772 17926 0,'-40'0'94,"40"-40"-16,0 0-47,40 40-31,-40-40 0,0 0 16,0 0 0,0 0-16,0 0 0,40 40 15,-40-40-15,0 0 16,0-1 0,0 1-1,0 0 1,0 0-16,0 0 15,0 0-15,-40 0 16,40 0-16,0 0 31,40 40-15,-40-41-16,40 41 16,-40-40-1,0 0 16,0 0-15,0 0 47,0 0-32,-40 40 63,40-40-79,0 0 1,0 0-1,0 80 64,0 0-48,0 0-16</inkml:trace>
  <inkml:trace contextRef="#ctx0" brushRef="#br0" timeOffset="257344.8017">5337 18047 0,'0'-40'188,"0"0"-173,0-1 1,0 1-1,0 0 1,0 0 0,40 0-1,-40 0 1,40 40 0,-40-40-16,0 0 15,0 0 1,0 0-1,0-1 1,0 1-16,0 0 16,0 0-1,0 0 1,0 0 0,0 0 30,0 0-30,0 0 15,0-1-15,0 1 0,0 0 30,40 40-30,-40-40-16</inkml:trace>
  <inkml:trace contextRef="#ctx0" brushRef="#br0" timeOffset="257754.8325">6099 17485 0,'0'0'0,"0"40"31,40-40 16,0 0-31,1 0-1</inkml:trace>
  <inkml:trace contextRef="#ctx0" brushRef="#br0" timeOffset="257994.743">6821 17485 0,'0'0'16,"41"0"0,-1 0-1,0 0 1,0 0-16,0 0 16,-40 40-1</inkml:trace>
  <inkml:trace contextRef="#ctx0" brushRef="#br0" timeOffset="258164.7508">7423 17525 0,'0'0'16,"41"0"-16,-1 0 31,0 0 0</inkml:trace>
  <inkml:trace contextRef="#ctx0" brushRef="#br0" timeOffset="258334.7224">8226 17646 0,'-80'0'15,"160"0"-15,-200 0 0,79 0 16,122 0 31,-41 0-47,0 0 0</inkml:trace>
  <inkml:trace contextRef="#ctx0" brushRef="#br0" timeOffset="258474.7167">8507 17726 0,'40'0'32,"0"-40"-17</inkml:trace>
  <inkml:trace contextRef="#ctx0" brushRef="#br0" timeOffset="258654.7776">9069 17846 0,'-121'0'16,"242"0"-16,-202 0 31,121 0-16,1 0 1,-1 0-16</inkml:trace>
  <inkml:trace contextRef="#ctx0" brushRef="#br0" timeOffset="261914.5061">361 16202 0,'0'-40'47,"-40"40"0,40-40 78,0 80-78,0 0-32,0 0 1,0 0-16,0 0 15,0 0 1,40-40 0,0 0-1,0 0 17,1 0-32,-1 0 15,0 0 16,-40-40 1,40 40-32,-40-40 0,40 40 15,-40-40 1,40 40-16,-40-40 0,0 0 31,0 0 47,0 0 63,0 80 15,0 0-140,-40 0-1,40 0-15,0 0 32,0 0-32,0 0 15,40 0 1,0-40 0,-40 41 15,40-41-31</inkml:trace>
  <inkml:trace contextRef="#ctx0" brushRef="#br0" timeOffset="262434.4948">1043 15961 0,'0'40'31,"-40"1"47,40-1-62,-40 0 0,40 0-16,0 0 15,0 0 1,-40-40-16,40 40 0,0 0 16,0 0-16,0 0 15,0 1 1,40-41-1,-40 40-15,40-40 16,0 0 15,-40-40-31</inkml:trace>
  <inkml:trace contextRef="#ctx0" brushRef="#br0" timeOffset="263114.5073">1164 16162 0,'0'-40'0,"0"0"47,40 80 0,0-40-32,-40 40-15,0 0 16,0 0 15,-40 0-15,40 0-1,0-80 48,0 0-47,40 40-16,-40-40 15,80 40 16,0 0 63,-80 40-78,0 0-1,0 0 1,0 0 0,0 0-1,0 1 1</inkml:trace>
  <inkml:trace contextRef="#ctx0" brushRef="#br0" timeOffset="263504.4094">1525 16202 0,'40'0'109,"0"0"-109,0 0 0,0 0 16,0 0-16,1 0 16,-1 0-16,0 0 15,0 0-15</inkml:trace>
  <inkml:trace contextRef="#ctx0" brushRef="#br0" timeOffset="264084.3726">1685 16082 0,'-40'0'15,"80"0"48,-40 40 140,0 0-188,40-40-15,-40 40 0,41-40 16,-41 40-16,0 0 16,0 0-16,-41 0 15,41 0 1</inkml:trace>
  <inkml:trace contextRef="#ctx0" brushRef="#br0" timeOffset="264674.3546">2207 16082 0,'0'40'141,"0"0"-126,0 0-15,40-40 16,-40 40-16,0 0 0,0 0 15,40 0 1,-40 0-16,0 1 16,0-1-1</inkml:trace>
  <inkml:trace contextRef="#ctx0" brushRef="#br0" timeOffset="265074.3148">2528 15921 0,'0'40'16,"40"-40"15,-40 40-15,40-40-16,-40 41 15,40-41-15,-40 40 0,0 0 16,0 0-16,0 0 16,0 0-16,-40 0 0,40 0 0,-40 0 15,0 0-15,0-40 16,0 41-16,0-1 0,-1 0 0,-39 0 0</inkml:trace>
  <inkml:trace contextRef="#ctx0" brushRef="#br0" timeOffset="267434.1786">12038 18127 0,'80'0'32,"-40"0"-17,0 0 1,1 40-16,-1-40 0,0 0 0,0 0 16,0 40-16,0-40 0,0 0 0,0 0 15,1 0-15,-1 0 16,0-40-16,-40 0 15,0 0 1,0 0-16,-40 40 0,40-40 0,-40 40 16,40-40-16,-41 40 15,1-41-15,0 41 0,0-40 16,0 40-16,0 0 0,0 0 16,40 40-16,-40-40 15,-1 41-15,1-41 0,40 40 0,-40 0 0,0-40 16,40 40-16,-40 0 15,0 0-15,40 0 0,-40-40 0,40 40 16,0 0-16,-40-40 0,-1 41 16,41-1-16,-40-40 0,0 0 15,40 40-15,-40-40 16,0 0-16,40-80 16,-40-1-1,40 41 1,0 0-16,80 0 0,-40 0 15,0 40 1,0 0-16,1 0 0,-1 0 0,0 0 16,0 0-1,0 0-15</inkml:trace>
  <inkml:trace contextRef="#ctx0" brushRef="#br0" timeOffset="316633.2566">15890 17124 0,'-40'40'0,"0"-40"16,0 0-16,0 0 15,80 0 32,0 0-31,0 0-16,-40-40 0,40 40 15,0 0-15,0 0 16,-40-40-16,40 40 16,1 0-16,-1 0 0,0 0 0,0 0 15,0 0-15,-40 40 0,40-40 16,0 40-16,0 1 0,-40-1 0,41 0 0,-1-40 15,0 80-15,0 0 16,0-40-16,-40 0 0,0 1 16,40-1-16,-40 0 0,0 0 0,0 0 0,0 0 15,0 0-15,-40-40 16,40 40-16,-80 0 0,40-40 31,40-40-31,0-40 16,0 40-16,0 0 15,0 0-15,0 0 0,0 0 0,40-1 0,0 1 16,-40 0 0,40 0-16,0 0 0,-40 0 0,40 40 15,0-40-15,1 40 0,-41-40 0,40 40 0,0-40 16,0 40 0,0 0-16,0 0 0,0 0 15,-40 40 1,40-40-16,1 0 15</inkml:trace>
  <inkml:trace contextRef="#ctx0" brushRef="#br0" timeOffset="316893.1855">17415 17124 0,'-80'0'16,"80"40"15,0 41-31,0-41 16,0 0 0,0 0-16,0 0 0,0 0 0,40 0 0,-40 0 15,0 1-15,0-1 0,0 0 16,0 0-16,0 0 0,0 0 0,0 0 15,-40-40 1</inkml:trace>
  <inkml:trace contextRef="#ctx0" brushRef="#br0" timeOffset="317083.2306">17294 17164 0,'0'0'0,"0"-160"15,0 80 1</inkml:trace>
  <inkml:trace contextRef="#ctx0" brushRef="#br0" timeOffset="317743.1364">18217 17245 0,'0'0'16,"-120"80"-1,80-40-15,0 80 32,0-80-17,80 1 1,120-122 15,-120 41-31,1-120 16,-41 39 15,-41 121-31,41-40 31,-40 121-31,40 79 31,0 41-15,0 79 0,-40-39-1,0-121 1,40-80-16,-80 41 16,80-41-16,-81 40 15,1-40 1,80-120 15,0-121-15,0 121-16,80 0 31,-39 40-15,-1 0-1,80-41-15</inkml:trace>
  <inkml:trace contextRef="#ctx0" brushRef="#br0" timeOffset="318193.0914">18619 17084 0,'-40'-40'15,"40"0"1,0 120-16,0 0 16,40 1-1,-40-1-15,0 201 16,0-241-16,0 120 31,-40-160-31,-1 120 16,41-160-1,41 40-15,-41-80 0,40 80 16,-40-40-16,80 0 16,-80 0-16,40 0 0,-40 0 0,0 0 0,40 40 15,0-41-15,-40 1 0,40 40 0,1 40 32,-41 1-32,0 39 15,0-40 1,0 0-16,0 0 0,0 0 0,0 0 15,0 0-15,0 0 16,0 1-16,40-41 0,-40 40 0,0 0 16,0 0-16,40-40 15,0 0 1</inkml:trace>
  <inkml:trace contextRef="#ctx0" brushRef="#br0" timeOffset="318533.1421">19582 17124 0,'0'0'16,"-40"-80"-1,40 40 1,0 80-1,0 0 1,0 40-16,0 41 16,0 119 15,80-39-15,-80-81-1,80-80-15,0 41 31,-40-81-31,1 0 0,79-41 32,-120 1-32,40 40 0</inkml:trace>
  <inkml:trace contextRef="#ctx0" brushRef="#br0" timeOffset="318733.1309">19461 17726 0,'0'0'16,"0"-40"-16,40 0 16,1 40-16,159-80 31,-160 39-31,81 1 16,-81 40-16,0 0 0</inkml:trace>
  <inkml:trace contextRef="#ctx0" brushRef="#br0" timeOffset="319223.1006">21909 17205 0,'-40'0'16,"80"0"-16,-120 0 15,40 0-15,-81 40 16,-39 40 0,120 40-1,160-40 17,40 41-17,1-41 1,-161-40-1,-120 40 1,39-80-16,-119 40 16,119-40-16,41 0 0,0 0 15,-120-80 1,160 40-16</inkml:trace>
  <inkml:trace contextRef="#ctx0" brushRef="#br0" timeOffset="319463.033">22190 17405 0,'0'-40'16,"0"80"15,0 0-16,0 0 1,0 0-16,0 1 0,40-1 0,-40 0 0,0 0 16,0 0-16,0 0 0,40 0 0,-40 0 15,0 0-15,0 0 16</inkml:trace>
  <inkml:trace contextRef="#ctx0" brushRef="#br0" timeOffset="319643.0753">22190 17164 0,'-40'0'0,"80"0"0,-120-80 15,80 40-15,-40-40 16,80 120 15</inkml:trace>
  <inkml:trace contextRef="#ctx0" brushRef="#br0" timeOffset="320173.0416">23113 17686 0,'-40'-40'16,"80"80"-16,-120-80 0,-1 40 16,41 0-16,-80 0 15,80 0-15,0 80 16,40-40-16,-41 0 0,41 40 31,0-40-31,81 1 0,-41-41 0,40 0 16,40-41 15,1-79-15,-121-120-1,-80-41 16,39 160-15,41 81 0,0 80 15,0 1-31,0-1 16,0 0-16,0 0 0,0 0 0,0 0 0,0 0 15,0 0-15,0 41 16,0-41-16,41 0 0,-41 0 0,40 0 0,-40 0 15,40 40-15,0-40 16,-40 0-16,40 1 0,-40-1 0,40 0 0,-40 0 16,40 0-16</inkml:trace>
  <inkml:trace contextRef="#ctx0" brushRef="#br0" timeOffset="320533.0207">23434 17967 0,'0'-41'15,"0"82"-15,40-82 0,-40 1 0,80 40 0,-40-40 16,-40 0 0,121 0-1,-81 0-15,0 0 16,-40 0-16,0 0 15,-40 40 1,0-40-16,-121 40 16,41 80 15,80-40-31,40 0 0,0 80 31,40-80-31,40 0 16,-40-40-16,40 41 15,-39-41-15,119 40 16,-120-40 0,0 0-16</inkml:trace>
  <inkml:trace contextRef="#ctx0" brushRef="#br0" timeOffset="320972.9934">24718 17846 0,'-40'0'16,"80"0"-16,-120 0 0,39 0 0,1 0 0,-40 0 16,40 40-1,40 41 1,40-1 15,80-80-15,-79 0-1,-41-40-15,40-41 16,-40 41-16,0 0 0,40-80 16,-40 40-16,0-41 15,-80 81-15,39-160 16,1 120 0,0 80-1,-40 120 1,80-40-1,0 161 1,80 39 0,0-79 15,-39-161-31,-1-40 0,-40 40 0</inkml:trace>
  <inkml:trace contextRef="#ctx0" brushRef="#br0" timeOffset="321462.9647">26363 17365 0,'-40'-40'15,"80"80"-15,-120-80 0,0 40 32,-41 80-17,81 81 1,120-1 0,-40-80-1,1-40-15,-1 121 16,-40-81-16,0-40 0,0 0 15,-121 121 1,-39-121 0,39-161 15,121 41-31</inkml:trace>
  <inkml:trace contextRef="#ctx0" brushRef="#br0" timeOffset="321802.9439">26443 17846 0,'121'40'15,"-242"-80"-15,282 80 0,-81-40 16,-40 0-16,121-80 16,-121 80-16,40-40 15,-80 0-15,40-40 16,-80 0 15,-120 39-15,39 82-1,1 79 1,80 40 15,80-80-31,-40-39 0,200 39 31,-159-40-31,-1-40 0,0 0 0,201 0 32,-121-40-32</inkml:trace>
  <inkml:trace contextRef="#ctx0" brushRef="#br0" timeOffset="322322.9115">27527 17606 0,'-121'40'0,"242"-80"0,-282 80 0,121 0 16,40 0-16,-40 0 15,160 0 1,-80-40-16,41 0 16,-41 0-16,40-40 15,-40-120 16,-40 120-31,-40-1 0,40 1 16,-40 40-16,0 0 16,40 40-1,-40 41 1,40-41-16,0 80 16,0-80-16,0 0 0,40 121 31,-40-121-31,40 160 15,-40-160-15,0 1 0,0 79 16,0-80 0,0 0-16,-40-40 0,0 0 31,40-40-31,0 0 0,0 0 0,0 0 16,80-81-1,-80 81-15,80-80 31,-40 80-31,0 0 0,-40 0 16,41 40-16,-41-41 16,40 41-16,0-40 15,0 40-15</inkml:trace>
  <inkml:trace contextRef="#ctx0" brushRef="#br0" timeOffset="322712.8886">28088 17646 0,'-40'0'0,"80"0"0,-80 40 31,40 0-15,0 0-1,0 0-15,0 0 0,40-40 16,-40 40-16,41 0 15,-1 1-15,0-41 0,0 40 16,0-40 0,0 0-16,-40-40 0,40 40 15,-40-41-15,40-39 0,-40 40 16,41 0-16,-41 0 0,0 0 16,0 0-16,-41 80 46,41 0-30,0 0-16,0 0 0,0 0 16,0 0-16,41 0 0,-41 1 0,40-1 15,-40 0 1,40-40-16,0 40 0,0-40 0,0 40 16,0-40-16</inkml:trace>
  <inkml:trace contextRef="#ctx0" brushRef="#br0" timeOffset="323032.8706">28931 17766 0,'0'0'0,"0"40"32,40-40-17,41 0-15,-41-40 16,0 40-16,0-40 0,0 40 0,-40-40 0,40 40 15,-40-40 1,0 0-16,-40 0 16,-40 40-16,0 0 0,39 80 15,1-40-15,0-40 16,40 40-16,0 0 0,-40-40 0,40 40 0,0 0 16,0 0-16,0 0 15,0 1-15,0-1 0,40-40 0,-40 40 16,0 0-16,40-40 0,-40 40 15,40-40-15,1 40 0,-1-40 0,0 0 16,0 0 0,0 0-16</inkml:trace>
  <inkml:trace contextRef="#ctx0" brushRef="#br0" timeOffset="323412.7711">29413 17686 0,'0'0'15,"0"40"17,40-40-32,0 40 15,40 80 1,-80-80 15,40-40-15,0-40-1,-40 0 1,41 0-16,-1 0 16,0 40-16,-40 40 15,0 0 17,0 0-32,0 41 15,0-41-15,0 0 0,0 0 16,0 0 15</inkml:trace>
  <inkml:trace contextRef="#ctx0" brushRef="#br0" timeOffset="323642.757">30456 17686 0,'-201'-40'31,"402"80"-31,-442-80 16,201 80 0,0 40-1,0-40-15,40 80 16,0-79-16,80 39 16,0-40-1,1 0 1,-41-40-16</inkml:trace>
  <inkml:trace contextRef="#ctx0" brushRef="#br0" timeOffset="323912.8176">30657 17886 0,'0'40'31,"0"-80"-31,120 80 31,-80-40-31,40-40 16,-40 40-16,-40-120 16,0 80-16,-120 0 15,80 40-15,-80 40 32,79-40-32,41 40 0,-80 80 15,40-80-15,40 81 16,40-81-16,-40 0 0,161 0 31,-121 0-31,40-40 0,-40 0 0,0 0 16</inkml:trace>
  <inkml:trace contextRef="#ctx0" brushRef="#br0" timeOffset="344621.5141">28490 7018 0,'-40'0'15,"40"40"17,0 0 30,0 0-46,0 0-16,0 0 0,0 0 0,0 1 15,0-1-15,0 0 16,0 0-16,0 0 0,40 0 0,-40 0 16,40 0-1,-40 0-15,40-40 0,0 41 16,0-41-1,0 0-15,0-41 16,1 41-16,-41-40 0,40 40 0,-40-40 16,40 0-16,0 0 15,-40 0-15,40 0 16,-40 0 0,0 0-16,40-1 0,-40 1 31,0 0-31,0 0 15,0 0-15,0 0 16,0 80 62,0 0-78,0 0 31,0 0-31,0 0 0,0 1 16,0-1-16,0 0 0,0 0 16,0 0-16,40 0 15,-40 0-15,0 0 0,0 0 16,41-40 0,-41 41-16,40-41 15,0 0-15,0 0 16,-40-41-16</inkml:trace>
  <inkml:trace contextRef="#ctx0" brushRef="#br0" timeOffset="345001.514">29332 6697 0,'0'-40'0,"0"80"0,0 0 63,0 0-63,-40-40 15,40 40-15,0 0 0,0 1 16,0-1-16,0 0 0,0 0 16,0 0-16,0 0 0,0 0 0,0 0 15,0 0-15,40 0 16,-40 1-16,0-1 0,0 0 0,41 0 16,-41 0-16,40-40 15,-40 40-15,40-40 0,0 0 31</inkml:trace>
  <inkml:trace contextRef="#ctx0" brushRef="#br0" timeOffset="345571.5008">29613 6938 0,'0'-40'16,"0"80"-16,0-121 15,0 41 1,40 40-16,1 0 31,-1 40-31,0 1 31,-40 79-15,-40 0 0,0-40-1,-1 1 1,1-41 0,80-40 15,1 0-16,-1 0 1,0 40 0,-40 0-1,0 40 1,-40-40 0,40 40-1,-81-39-15,1-1 31,40-40-31,0 0 16,0-40 0,0-1-1,40 1-15</inkml:trace>
  <inkml:trace contextRef="#ctx0" brushRef="#br0" timeOffset="346101.4671">29934 7138 0,'-40'0'31,"80"0"-15,0 40-16,-40 0 31,41-40-31,-41 40 0,0 1 16,0-1 0,0 0-16,0 0 0,0 0 15,-41 0 1,41-80 15,41 0-15,-41-40-1,40 80-15,-40-40 16,40 40-16,-40-41 0,40 1 16,-40 80 15,0 1-16,0-1 1,40-40-16,-40 40 0,0 0 16,0 0-16,0 0 15,-40-40-15,40 40 16,40-40 15</inkml:trace>
  <inkml:trace contextRef="#ctx0" brushRef="#br0" timeOffset="346341.3786">30616 7419 0,'0'-40'0,"0"0"31,41 40-31,-1 0 0,0 0 16,0 0-16,0 0 0,0-40 0,0 40 16,0 0-1,1 0-15,-1-41 0,0 41 16,0 0-16,-40-40 16</inkml:trace>
  <inkml:trace contextRef="#ctx0" brushRef="#br0" timeOffset="346611.437">30817 7018 0,'-40'0'31,"80"0"-31,-80 40 16,40 0-16,0 40 31,0 41-15,0 39-1,0-120 1,-80 80 0,80-79-1</inkml:trace>
  <inkml:trace contextRef="#ctx0" brushRef="#br0" timeOffset="346991.3441">31459 7098 0,'-40'0'15,"80"0"-15,-120-40 16,40 40 0,0 80-1,-1 0 1,1-40 0,0 1-1,40 39 1,40-80-1,161-40 17,-41-41-17,-39 41 1,-81 40 15</inkml:trace>
  <inkml:trace contextRef="#ctx0" brushRef="#br0" timeOffset="347221.3476">31499 7058 0,'0'0'0,"-40"0"0,0 0 15,0 0 1,40 40-16,0 0 15,0 0-15,0 0 0,0 0 16,0 1 0,0-1-16,0 0 0,0 0 0,0 0 15,0 0-15,0 0 0,0 0 16,0 0-16,0 1 16,40-41-1</inkml:trace>
  <inkml:trace contextRef="#ctx0" brushRef="#br0" timeOffset="347521.3294">31981 6777 0,'0'0'0,"-40"0"0,40-40 32,40 40-17,-40 40-15,0 0 16,0 0-16,0 1 0,0-1 0,0 0 16,0 40-16,0-40 0,0 0 15,0 0-15,0 40 0,0-39 0,-40-1 0,40 0 16,-41 40-16,41-40 0,-40-40 0,0 80 0,0-40 15,0 1 1,0-1-16</inkml:trace>
  <inkml:trace contextRef="#ctx0" brushRef="#br0" timeOffset="349101.2871">27487 6657 0,'40'0'0,"-40"40"78,40-40-78,-40 40 0,0 0 16,40 0-16,-40 0 16,40 1-16,-40-1 0,0 40 0,0-40 0,40 40 15,-40 0-15,40-40 0,-40 41 16,40-41-16,-40 40 0,41-40 0,-41 40 0,40-40 16,0 1-16,-40-1 15,40 0-15,-40 40 0,40-40 0,-40 0 0,40 0 16,-40 0-16,0 41 0,40-41 0,-40 0 0,0 0 15,0 0-15,40 0 0,-40 40 16,0-40-16,0 1 0,0-1 0,0 40 0,0-40 16,0 0-16,0 0 15,0 0-15,0 0 0,0 0 0,0 1 0,0-1 16,41 0-16,-41 0 0,40 0 16,-40 0-16,0 0 0,40-40 15,0 0 1,0 0-16,0 0 15,0 0 1,0 0 0,1 0 15,-1 0-31,0 0 16,0 0-16,0 0 15,0 0-15,0 0 0,0 0 16,1 0-16,-1 0 15,0 40-15,0-40 16,0 0-16,0 0 0,41 40 0,-41-40 16,0 0-16,0 0 0,40 41 15,-40-41-15,0 0 0,41 40 0,-41-40 0,0 0 16,0 40-16,40-40 16,-40 0-16,1 0 0,-1 40 0,0-40 0,0 0 15,0 0-15,0 40 0,0-40 16,0 0-16,1 0 0,39 40 0,-40-40 0,0 0 15,0 0-15,40 40 0,-39-40 0,-1 0 0,0 0 16,0 40-16,0-40 16,0 0-16,0 40 0,0-40 0,-40 40 0,41-40 15,-1 0-15,0 41 0,0-1 16,0-40-16,0 40 0,0-40 0,0 0 16,1 0-16,-1 40 15,0-40-15,0 0 0,40 40 0,-40-40 0,0 0 16,1 40-16,-1-40 0,0 0 0,0 40 0,0-40 15,0 40-15,0-40 16,0 0-16,-40 40 0,41-40 0,-1 0 0,0 0 16,0 0-1,0 0-15,0 0 0,0 0 0,0 0 16,1 0-16,-1 0 16,0 0-16,0 0 15,0 0-15,0 0 16,0 0-16,0 0 15,1 0-15,-1 0 16,0 0-16,0 0 16,0 0-16,0 0 15,0 0 1,0 0-16,1 0 16,-1 0-1,0 0-15,0 41 0,0-41 16,0 0-16,0 0 15,1 0 1,-1 0-16,0 0 16,0 0-1,0 40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6:54:22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3451 1965 0,'0'-41'15,"-40"41"32,40 41 63,0-82-110,0 82 750,0-1-735,0 0-15,0 0 0,0 0 16,0 0-16,40 0 0,-40 0 0,0 0 15,0 1-15,40-1 0,-40 0 16,40-40 0,0 40-16,0-40 0,1 0 15,-1 0-15,0 0 16,0 0-16,0 0 0,0 0 16,0 0-16,0-40 0,1 0 15,-1 40-15,-40-40 0,40-1 0,0 41 16,-40-40-16,40 40 0,-40-40 0,40 40 15,-40-40-15,0 0 0,0 0 0,40 0 16,-40 0-16,0 0 0,0-1 16,40 1-16,-40 0 0,0 0 15,0 0-15,0 0 16,0 0 0,0 80 30,-40 0-46,40 0 16,0 0-16,0 0 16,0 0-16,-40-40 0,40 41 0,0-1 15,0 0-15,0 0 0,0 0 16,0 0-16,0 0 0,40-40 0,-40 40 16,0 0-16,40-40 0,-40 41 0,81-41 15,-41 40-15,0-40 0,0 0 16,0 0-16,0 0 0,0 0 15,1 0-15,-1-40 16,0 40-16,0-41 0,0 41 16,-40-40-16,40 40 0</inkml:trace>
  <inkml:trace contextRef="#ctx0" brushRef="#br0" timeOffset="440.8741">5216 1283 0,'0'0'0,"-40"0"15,40 40 17,0 0-17,0 0-15,-40 161 16,0 79-1,40 1 1,0-120 0,80-81-1,-80-40-15,40-40 16,1 0 0,39 0-16,-40-40 15</inkml:trace>
  <inkml:trace contextRef="#ctx0" brushRef="#br0" timeOffset="780.0549">5939 1965 0,'0'0'0,"-40"0"15,-1 0 1,122 0 15,-41 0-31,0 0 16,0 0-16,0 0 0,0-41 0,41 41 15,-41-40-15,0 40 0,0 0 0,0 0 16,0-40-16,0 40 0,0 0 16,-40-40-16,41 40 0,-1 0 15,0 0 1</inkml:trace>
  <inkml:trace contextRef="#ctx0" brushRef="#br0" timeOffset="1393.0679">7142 1483 0,'-40'-40'0,"40"0"16,40 40-1,1 0-15,39 40 16,0 81-1,-80-81-15,40 80 16,-40-80 0,0 40-16,-40 41 15,40-81 1,0-80 15,0-1-31,40-119 16,41 40-1,-41 80-15,40-41 16,-40 81-16,-40-40 16,40 40-16,40 0 15,1 40 1,-41 81 0,0-1-1,-40-40 1,0-40-16,40 41 15,-40-41-15,0 0 16,0 0 0,0 0-16</inkml:trace>
  <inkml:trace contextRef="#ctx0" brushRef="#br0" timeOffset="1835.7842">8667 1764 0,'-40'0'0,"80"0"0,-120 40 15,120-40 17,0 0-17,0 0-15,1 0 0,-1 0 16,0 0-16,0 0 0,0 0 0,0 0 16,0 0-16,0 0 0,1 0 15,-1 0-15,0 0 0,0 0 0,0 0 16,0 0-16,0 0 0,0 0 15</inkml:trace>
  <inkml:trace contextRef="#ctx0" brushRef="#br0" timeOffset="2167.9752">9831 1483 0,'-40'-40'15,"0"40"1,40 40 15,0 0-31,0 1 0,0-1 16,0 0-16,0 0 0,0 0 15,0 0-15,0 40 0,0-40 0,0 0 16,0 1-16,0-1 0,40 0 16,-40 0-16,0 0 0,0 0 15,0 0-15,40-40 0,-40 40 16,40-40 0</inkml:trace>
  <inkml:trace contextRef="#ctx0" brushRef="#br0" timeOffset="2501.0637">10353 1203 0,'-41'0'0,"82"0"0,-41 40 31,80 0-31,0 40 16,81 80 0,-121 1-1,-40-121-15,0 120 16,-40-120-16,40 41 0,-121-1 15,-79 80 1,79-39 0</inkml:trace>
  <inkml:trace contextRef="#ctx0" brushRef="#br0" timeOffset="3263.65">11877 1804 0,'41'0'15,"-1"0"17,40 0-17,-40 0-15,0 0 16,40 0-16,-39 0 0,-1 0 0,0 0 15,40-40-15,-40 40 0,0 0 16,0 0-16,1 0 0,-1 0 0,0 0 16,0 0-16,0 0 0,0 0 15,0 0-15</inkml:trace>
  <inkml:trace contextRef="#ctx0" brushRef="#br0" timeOffset="3483.9565">11918 2326 0,'0'0'0,"-41"0"15,82 0 1,-1 0 0,0 0-16,0-41 0,0 41 15,0 0-15,0 0 0,0 0 16,1 0-16,-1 0 0,0 0 0,0 0 0,0 0 15,0 0-15,0 0 16,0 0-16,1 0 0</inkml:trace>
  <inkml:trace contextRef="#ctx0" brushRef="#br0" timeOffset="4790.7854">14726 802 0,'0'0'0,"-40"0"78,0 0 234,0 40 17</inkml:trace>
  <inkml:trace contextRef="#ctx0" brushRef="#br0" timeOffset="5820.7219">14325 1724 0,'80'-40'31,"-40"0"-15,1 0-16,-41 0 16,40 40-16,-40-41 0,40 41 0,-40-40 0,0 0 15,0 0 1,40 40-16,-40-40 0,0 0 0,0 0 15,0 0 1,0 0-16,0-1 16,0 82 46,0-1-46,0 0-1,0 0-15,0 0 0,0 0 0,0 0 0,0 0 16,0 0-16,0 1 0,0-1 16,0 0-16,0 0 0,0 0 0,0 0 0,0 0 15,0 0-15,0 0 0,0 0 0,0 1 0,0-1 16,0 0 0,0 0-16,0 0 0,0 0 15,0 0 1,0 0-16,0 0 31,-40-40 32,0 0-48,0 0-15,-1 0 16,1 0-1,0 0-15,0 0 0,0 0 32,0 0-32,0 0 0,80-40 78,0 40-63,0 0-15,-40-40 0,40 40 16,0 0-16,0 0 0,1 0 0,-1 0 16,0 0-16,0 0 0,0 0 15,0 0 1,0 0-16,1 0 0,-1 0 16,0 0-16,0 0 15,0 0-15,0 0 31,-80 0 48,0 0-48</inkml:trace>
  <inkml:trace contextRef="#ctx0" brushRef="#br0" timeOffset="7010.6503">6942 2847 0,'0'40'94,"40"-40"-63,0 0-15,0 0-1,0 0 1,-40 40-16,40-40 0,1 0 0,-1 0 0,0 0 16,40 0-16,-40 0 0,0 0 15,41 0-15,-1 0 0,-40 0 0,40 0 0,1 0 16,-41 0-16,40 0 15,-40 0-15,0 0 0,40 0 0,-39 0 0,-1 0 16,0 0-16,0 0 0,0 0 16,0 0-16,0 0 0,0 0 0,1 0 0,-1 0 15,0 0-15,0 0 0,0 0 0,0 0 0,0 0 16,0 0-16,1 0 16,-1 0-16,0 0 0,0 0 0,0 0 0,0 0 15,0 0-15,0 0 0,1 0 16,-1 0-16,0 0 0,0 0 15,0 0 1,0 0-16,0 0 16</inkml:trace>
  <inkml:trace contextRef="#ctx0" brushRef="#br0" timeOffset="8080.5293">18378 1684 0,'-40'0'0,"0"0"16,80 0 30,0 0-30,0 0 0,0 0-16,0 0 0,0 0 0,1 0 15,-1 0-15,0 0 0,0 0 0,40 0 0,-40 0 16,0 0-16,1 0 16,-1 0-16,0 0 0,0 0 31,-40-40-31</inkml:trace>
  <inkml:trace contextRef="#ctx0" brushRef="#br0" timeOffset="8560.5548">19100 1443 0,'0'0'0,"0"-40"31,40 40-31,81 0 32,-1 40-17,-80 81 1,0 39 0,-40-120-1,0 0-15,0 0 16,0-80 15,0 0-31,40 0 16,1 0-16,-41 0 0,40 0 0,-40 0 15,40-1-15,0 1 16,0 0-16,0 40 16,0 0-1,-40-40-15,40 40 0,1 0 16,-1 0-16,-40 40 0,40-40 15,-40 40-15,40-40 0,-40 40 0,0 1 0,40-1 16,0 0 0,-40 0-16,0 0 0,40 0 0,-40 0 0,0 0 15,0 0-15,0 0 0,0 1 16,0-1-16,40-40 0,-40 40 16,0 0-16</inkml:trace>
  <inkml:trace contextRef="#ctx0" brushRef="#br0" timeOffset="8810.5403">20665 1604 0,'-40'0'0,"80"0"0,-40 0 31,40 0-15,0-40 0,121 40-1,-121 0-15,0-41 0,40 1 32,-40 40-32,1 0 0,-41-40 0</inkml:trace>
  <inkml:trace contextRef="#ctx0" brushRef="#br0" timeOffset="9100.5215">21508 1162 0,'0'0'15,"0"41"17,0-1-17,0 0-15,0 0 0,0 0 0,0 0 16,0 0-16,0 0 0,0 0 16,-40 1-16,40-1 0,-41 0 0,41 0 0,-40 0 15,40 0-15,-40-40 16,40 40-16,0 0 0,0 0 15,40-40 1</inkml:trace>
  <inkml:trace contextRef="#ctx0" brushRef="#br0" timeOffset="9570.4935">22471 1403 0,'40'0'31,"0"40"-15,0-40-16,0 0 0,0 0 0,41 0 15,-41 0-15,0 40 16,0-40-16,40 0 0,-40 40 0,1-40 0,-1 0 16,0 0-16,-40 41 62,-40-41-62,40 40 0,0 0 16,-40-40-16,-1 40 0,1 0 15,0-40-15,0 40 0,0 0 0,0 0 0,0 0 16,0 0-16,-1 1 16,1-41-16,0 40 0,0 0 0,0-40 0,40 40 15,-40 0-15,0-40 0,40 40 0,-40-40 0,40 40 16,-41-40-16</inkml:trace>
  <inkml:trace contextRef="#ctx0" brushRef="#br0" timeOffset="9860.48">23313 1924 0,'-40'-40'31,"0"40"-31,0 0 16,40 40 0,-40-40-16,0 121 15,0-121-15,-81 160 32,81-120-32,0 0 15,0 1-15,-40-1 16,80 0-16,0 0 15</inkml:trace>
  <inkml:trace contextRef="#ctx0" brushRef="#br0" timeOffset="10370.4477">24276 1483 0,'-40'-40'16,"80"80"-16,-120-80 15,40 40-15,0 80 16,-40 41 0,40-81-16,-1 40 31,41-40-31,0 0 0,0 0 16,0 0-16,81 41 15,-41-81-15,40 40 31,-40-40-31,121-40 16,-161 0-16,40 40 0,0-121 16,0 81-16,0 0 15,-40 0-15,40-120 16,-40 79 0,-40 1-1,-40 40 1,40 40-16,-40 40 31,39-40-31,1 40 0,0-40 0,-40 40 16,40 41-16</inkml:trace>
  <inkml:trace contextRef="#ctx0" brushRef="#br0" timeOffset="11680.2901">19782 2887 0,'0'0'15,"0"-40"1,40 40 0,1 0-1,-1 0 1,40-40-1,0 40 1,0 40 0,-80 40-1,0 81 1,0-121-16,-40 80 31,0-80-31,40 0 0,40-80 31,0 0-15,-40 0 0,41 0-16,-1 0 0,0 0 0,0-1 0,-40 1 15,40 0-15,0 40 0,0-40 0,0 40 0,1-40 16,-1 0-16,0 40 16,0 0-16,0 0 15,-40 40 16,0 40-15,0-40-16,0 0 0,0 1 0,0-1 16,0 0-16,0 0 0,0 0 0,0 0 15,0 0-15,0 0 16,0 0-16,40 0 0,0-40 16,-40 41-1,40-41-15</inkml:trace>
  <inkml:trace contextRef="#ctx0" brushRef="#br0" timeOffset="12150.3372">21869 2847 0,'0'0'16,"-40"0"0,0 0 15,40 40-31,-41-40 0,1 40 16,0-40-16,0 40 15,0-40-15,0 40 0,0 0 0,0-40 16,-1 41-16,1-41 0,0 40 15,0-40-15,40 40 0,-40-40 16,80 0 15,0 0-15,0 0 0,0 0-16,1 0 0,-1 0 15,0 0 1,0 0-16,0 40 0,0-40 0,0 0 0,0 0 15,1 40-15,-1-40 16,0 0-16,0 0 0,0 40 16,0-40-16</inkml:trace>
  <inkml:trace contextRef="#ctx0" brushRef="#br0" timeOffset="12460.3177">21347 3689 0,'0'0'15,"-40"40"1,80-40 15,0 0-15,0 0-16,1 0 0,-1 0 15,0 0-15,0 0 16,0 0-16,0 0 0,0 0 0,0 0 16,1 0-16,-1 0 15,0 0-15,0 0 0,0 0 16,0 0-1</inkml:trace>
  <inkml:trace contextRef="#ctx0" brushRef="#br0" timeOffset="13100.2048">22792 3288 0,'40'0'63,"0"0"-47,0 0-16,0 0 0,0 0 0,1 40 15,-1-40 1,0 0-16,0 0 0,0 0 0,0 0 15,0 0-15</inkml:trace>
  <inkml:trace contextRef="#ctx0" brushRef="#br0" timeOffset="13410.2643">23554 3007 0,'0'0'15,"0"-40"-15,-40 40 32,0 0-17,40 40 1,0 81-1,0-41 1,0-40-16,0 120 16,-40-120-16,40 1 0,-80 79 15,80-80-15,-41 40 0</inkml:trace>
  <inkml:trace contextRef="#ctx0" brushRef="#br0" timeOffset="15840.0404">9149 4210 0,'0'0'0,"-40"0"16,0 0 0,40 41 46,0-1-62,0 0 0,-41 0 0,41 0 16,0 0-16,-40 0 0,40 0 15,-40 0-15,40 1 0,0-1 0,0 0 0,0 0 16,0 0-16,0 0 0,-40 0 0,40 0 0,0 0 16,0 0-16,0 1 15,0-1-15,0 0 0,0 0 0,0 0 0,0 0 16,0 40-16,0-40 0,0 1 16,0-1-16,0 40 0,0-40 0,0 40 0,0-40 15,0 0-15,0 0 16,0 41-16,0-41 0,0 0 0,0 0 0,-40 0 15,40 0-15,0 0 0,0 0 16,0 1-16,-40-1 0,40 0 0,0 0 0,0 0 16,0 0-16,0 0 0,0 0 0,0 0 0,0 0 15,0 1-15,0-1 16,0 0-16,0 0 0,40 0 0,-40 0 16,0 0-16,40 0 0,-40 0 15,0 1-15,0-1 0,0 0 0,40 40 0,-40-40 16,0 0-16,0 0 15,0 40-15,0-39 0,0-1 0,0 0 0,0 40 16,0-40-16,0 0 0,0 0 0,0 41 0,0-41 16,-40 0-16,40 0 0,0 40 15,-40-40-15,40 0 0,0 0 0,0 41 0,0-41 16,0 0-16,0 0 16,0 0-16,0 0 0,0 0 0,0 0 0,0 0 15,0 1-15,0-1 0,40 0 16,-40 0-16,40-40 0</inkml:trace>
  <inkml:trace contextRef="#ctx0" brushRef="#br0" timeOffset="17390.0218">1124 7499 0,'-41'0'15,"82"0"-15,-122 0 16,121 0 15,1 0-31,-1 0 16,0 0-16,0 0 0,0 0 0,-40-40 0,40 40 15,0 0-15,0 0 0,-40-40 16,41 40-16,-1 0 0,0 0 0,0-40 0,0 40 16,0 0-1,0-40-15,0 40 0,41 0 0,-41 0 0,0 0 16,0 0-16,40 0 0,-40 0 15,1 0-15,39 0 0,-40 0 0,40 0 0,-40 0 16,0 0-16,41 0 0,-41 0 0,0 0 0,40 0 16,-40 0-16,41 0 15,-41 0-15,40 0 0,-40 0 0,40 0 0,1 0 16,-1 0-16,0-40 0,0 40 16,41 0-16,-41 0 0,0 0 0,1 0 0,-1 0 15,-40-41-15,40 41 16,-40 0-16,0 0 0,1 0 0,-1 0 0,0 0 15,0 0-15,0 41 0,0-41 16,0 0-16,0 0 0,1 0 0,39 0 16,-40 0-16,0 0 0,40 0 0,-40 0 0,41 0 15,-1 0-15,0 0 16,-40 0-16,41 0 0,-1 40 0,0-40 0,0 0 16,1 0-16,-1 0 0,0 0 15,0 0-15,1 0 0,-1 0 0,-40 0 0,40 0 16,0 0-16,-39 0 15,39 0-15,0 0 0,-40 0 0,40 0 0,1 0 16,-1 0-16,0 0 0,0 0 0,-39 0 0,39 0 16,0 0-16,-40 0 0,40 0 15,-39 0-15,39 0 0,-40 0 0,40 0 0,-40 0 16,41 0-16,-41 0 16,0 0-16,40 0 0,-40 0 0,0 0 0,41 0 15,-41 0-15,0 0 0,0 0 16,40 0-16,-40-40 0,1 40 0,-1 0 0,0 0 15,0 0-15,40 0 16,-40 0-16,0 0 0,1 0 0,-1-41 0,40 41 16,-40 0-16,0 0 0,0 0 0,0 0 0,1 0 15,-1 0-15,0 0 0,0 0 16,0 0-16,0 0 0,0 0 0,0 0 16,1 0-1,-1 0-15,0 0 0,0 0 0,0 0 16,0 0-16,0 0 0,0 0 15,1 0-15,-1 0 0,0 0 0,0 0 0,0 0 16,0 0-16,0-40 0,0 40 0,41 0 0,-41 0 16,0 0-16,0 0 15,0 0-15,40 0 0,-39 0 0,-1 0 0,0 0 16,40-40-16,-40 40 0,0 0 16,41 0-16,-41 0 0,0 0 0,40 0 0,-40 0 15,0 0-15,41 0 16,-41 0-16,0 0 0,40 0 0,-40 0 0,0 0 15,0 0-15,1 0 0,-1 0 16,0 0-16,0 0 0,0 0 0,0 0 0,0 0 16,1 0-16,-1 0 0,0 0 15,0 0-15,0-40 16,0 40-16,0 0 0,0 0 0,1 0 0,-1 0 16,0 0-16,40 0 0,-40 0 15,0 0-15,0 0 0,1 0 0,-1 0 0,0 0 16,40 0-16,-40-40 15,0 40-15,0 0 0,1 0 0,-1 0 0,0-40 16,0 40-16,0 0 0,0 0 0,40 0 0,-39 0 16,-1 0-16,0 0 0,0 0 15,0 0-15,0 0 0,0 0 0,0 0 0,1 0 16,-1 0-16,0 0 16,0 0-16,0 0 0,0 0 0,0 0 0,41 0 15,-41 0-15,0 0 0,0 0 16,0 0-16,0 0 0,0 0 0,0 0 0,1 0 15,-41-40 1,40 40-16,0 0 0</inkml:trace>
  <inkml:trace contextRef="#ctx0" brushRef="#br0" timeOffset="19399.8214">7704 7218 0,'0'40'125,"0"1"-93,-40-41-32,0 0 15,80-41 32,0 41-47,0 0 16,1 0-1,-41-40-15,40 40 16,-40 40 0,-40 1-1,-1-41-15,1 0 32,0 0-32,40-41 31,40 1-16,0 40 1,-40-40-16,41 40 0,-1 0 16,-40 40-1,0 0 1,-40 1-16,-1-1 31,41-80 0,0-1-31,0 82 47,0-1-31,-40 0 0,40 0-16,-40-40 31,40-40 0,0 0-31,0 0 31,0-1 32,0 1-32,0 0-15,0 0-16,0 0 15,0 0-15,0 0 0,0 0 16,0 0 0,0 0-16,0-1 15,0 1 1,0 0 15,0 0-15,0 0-16,0 0 0,-40 40 15,40-40-15,0 0 0,0 0 16,0-1-16,0 1 16,0 0 15,0 0-16,0 0 1,0 0 0,0 0-1,40 40-15,-40-40 16,40 40-16,-40-40 31,0 0-15,0-1-1,0 1 1,0 0 0,0 0 31,40 40 15,-40-40-62,0 0 31,41 40 16,-41 40-31,0 0-1,0 0 1,-41-40 0,1 0-1</inkml:trace>
  <inkml:trace contextRef="#ctx0" brushRef="#br0" timeOffset="20749.8177">6420 7299 0,'-40'0'16,"40"-41"31,0 82 15,-40-41-46,40 40-16,0 0 0,-40-40 16,0 0 15,40-40-16,0 0 1,0-1-16,40 41 0,-40-40 16,40 40-16,-40-40 15,40 40-15,-40-40 16,0 80 15,0 0-15,-40 0-16,40 1 15,-40-1-15,40-80 32,0-1-17,0 1 1,0 0-16,0 80 62,-40-40-62,40 40 16,0-80 15,0 0-15,0 0 0,0 0-16,0 0 0,0 0 0,0 0 15,0 0-15,0 0 0,0-1 16,0 1-16,0 0 0,40 40 0,-40-40 15,0 0 1,0 0-16,0 0 16,0 0-16,0 0 15,0-1 1,0 1-16,0 0 0,0 0 0,40 40 16,-40-40-16,0 0 15,0 0-15,0 0 0,40 40 0,-40-40 0,0 0 16,0-1-16,0 1 15,0 0 1,40 40-16,-40-40 0,0 0 31,0 0-15,0 0 0,0 0-1,-40 40 1,40-40 31,0 80 46,-40-40-77,40 40-16,-40-40 0,40 40 0,-40-40 16,40 40-16</inkml:trace>
  <inkml:trace contextRef="#ctx0" brushRef="#br0" timeOffset="21929.6862">5016 7379 0,'0'-40'15,"0"80"-15,0-120 16,-40 39 62,0 41-62,40-40-1,0 0-15,0 0 16,0 0-16,0 0 0,0 0 16,40 40-16,-40-40 0,40 40 15,-40 40 17,0 0-32,0 0 15,0 0-15,0 0 16,0 0-16,-40-40 31,40-40-15,-40 40-16,40-40 15,0 0 1,0 0 93,0 0-109,0 0 16,0 0-16,0 0 16,0-1-16,0 1 0,0 0 0,0 0 15,0 0-15,0 0 16,0-40-16,0 40 0,0-1 0,0 1 15,0 0-15,0 0 16,0 0-16,0 0 31,40 40-15,-40-40 0,0 0-1,0 0-15,0 0 0,0-1 16,0 1-1,0 0-15,0 0 16,0 0 93,0 80-62,0 0-31,0 0-16,0 0 16,0 1-1,40-1-15</inkml:trace>
  <inkml:trace contextRef="#ctx0" brushRef="#br0" timeOffset="22419.6384">7062 7940 0,'-40'0'15,"120"0"16,-40 0-31,1 0 16,-1 0 0,0 0-16,0 0 0,0 0 15,0 0 1,0 0-16,1 0 0</inkml:trace>
  <inkml:trace contextRef="#ctx0" brushRef="#br0" timeOffset="22669.6263">7664 7900 0,'-40'0'16,"40"-40"-16,-40 40 0,40 40 78,0 0-78,0 0 16,0 0-16,0 1 0,0-1 15,0 0 1,0 0-16,0 0 0</inkml:trace>
  <inkml:trace contextRef="#ctx0" brushRef="#br0" timeOffset="23129.5967">5497 8221 0,'-40'0'16,"80"0"31,0-40-32,1 40 1,-1-40-16,0 40 0,0 0 0,0-40 15,0 40-15,0 0 0,-40-40 0,40 40 0,1 0 16,-41-41 0</inkml:trace>
  <inkml:trace contextRef="#ctx0" brushRef="#br0" timeOffset="23419.6528">6019 7900 0,'0'0'0,"40"0"15,0 0 1,40 0 15,-39 40-31,-41 81 32,-41-1-17,1-80-15,0 0 16,80-40-1,0 0-15,41-40 16,-41 40 0,0 0-16,0-40 0,0 40 0,0 0 0,0 0 15,1 0 1,-1 0-16,-40-40 0,40 40 16</inkml:trace>
  <inkml:trace contextRef="#ctx0" brushRef="#br0" timeOffset="23829.5703">3692 8341 0,'80'0'47,"-40"0"-47,-40-40 16,40 40-16,0 0 16,0-40-16,1 40 0,-1 0 0,0-40 0,0 40 15,0 0-15,0-40 16,0 40-16,0-40 0</inkml:trace>
  <inkml:trace contextRef="#ctx0" brushRef="#br0" timeOffset="24259.6018">4655 7940 0,'0'0'16,"0"-40"-1,40 0 1,0 40-16,40-40 31,-40 40-31,0 0 16,-40 40-16,0 0 16,-40 40-1,0 41 1,0-81-1,80 0 17,40-40-17,-39 0 1,-1 40 0,-40 0-1,-81-40 1,-119 40-1,-1 0 1,1-40 0</inkml:trace>
  <inkml:trace contextRef="#ctx0" brushRef="#br0" timeOffset="24609.5805">3692 6697 0,'-40'0'32,"-1"0"-32,41-40 31,0 0-31,0 0 15,-40 0-15</inkml:trace>
  <inkml:trace contextRef="#ctx0" brushRef="#br0" timeOffset="24799.5694">3050 6697 0,'0'0'0,"-41"0"0,1 0 0,0 0 16,40-40-16,-40 0 0,0 40 16,40-40-16,0 0 15,-40 40-15,0 0 32,0 0-32</inkml:trace>
  <inkml:trace contextRef="#ctx0" brushRef="#br0" timeOffset="24979.5114">1846 6777 0,'-121'0'15,"242"0"-15,-282 0 16,161-40-16,0 0 16,0 0-1,-80 40 16,-40 40-31</inkml:trace>
  <inkml:trace contextRef="#ctx0" brushRef="#br0" timeOffset="25439.4618">722 8101 0,'0'0'0,"-40"0"0,0 0 15,40-40-15,40 40 32,0 0-17,0 0 1,1 0-16,-1 0 0,0 0 0,0 0 16,0 0-16,0 0 0,0 0 15,0 0-15,1 0 0</inkml:trace>
  <inkml:trace contextRef="#ctx0" brushRef="#br0" timeOffset="25949.4431">1485 8061 0,'80'0'31,"-40"0"-15,201-41-1,-161 1-15,121 40 16,-161 0-16,0 0 0,0-40 16,0 40-16,-40-40 15,40 0 1,-40 0 0,0 0-1,-40 0-15,0 40 16,-40 0-1,0 40 1,39 0 0,41 0-16,-40 0 15,0 0-15,-40 81 16,40-81 0,-81 40-16,41-40 15,40 0-15,0 0 16,0-40-16,0 0 15,40-40-15,-40-40 0,40 40 16,0 0 0,0 0-16,40-1 0,0 41 15,-40-40 1,40 40-16,0 0 0,0 0 16,0 0-16,0 0 15,1 0-15,-1 40 0,0-40 0</inkml:trace>
  <inkml:trace contextRef="#ctx0" brushRef="#br0" timeOffset="27039.3986">8828 4170 0,'0'40'62,"-40"-40"-62,40 41 0,0-1 16,-40-40-16,40 40 16,-41 0-1,1-40-15,40 40 16,-40-40-16,40 40 0,-40-40 16,0 40-16,0-40 15,40 40-15,40-40 31,-40-40-31,40 40 0,-40-40 0,80 40 16,-40-80-16,1 80 0,-1-40 16,0 0-16,0 0 0,0 40 0,-40-41 15,40 41-15,0-40 16,0 40-16,-40-40 0,41 40 16,-1 0 15,-40 40-16,40-40-15,0 0 0,0 40 16,-40 1-16,40-1 0,0 0 16,-40 0-1,40 0-15,-40 0 16,41-40 0</inkml:trace>
  <inkml:trace contextRef="#ctx0" brushRef="#br0" timeOffset="27649.3975">9911 4210 0,'-40'0'15,"40"-40"-15,-80 40 32,40 40-17,40 1-15,40 39 16,-40-40-16,0 0 0,40-40 15,0 40-15,0 0 16,121 0 0,-121-40-1,80-80 1,-80-40 15,-40-1-15,0 81-1,0 80 64,0 1-79,0-1 15,0 0-15,0 0 16,0 0-16,0 0 0,0 0 0,0 0 15,0 0-15,40-40 0,-40 41 0,41-1 16,-1-40 0,0 40-1,0-40-15</inkml:trace>
  <inkml:trace contextRef="#ctx0" brushRef="#br0" timeOffset="27939.3082">10914 3970 0,'0'0'16,"-40"0"-16,0 0 31,40 40-31,-40-40 0,40 40 15,0 0-15,0 0 0,-40 0 0,40 0 16,0 1-16,0-1 0,0 0 16,0 0-16,0 0 0,40 0 0,-40 0 15,40 0 1,-40 0-16,40 1 0,0-1 16,-40 0-1,41-40-15</inkml:trace>
  <inkml:trace contextRef="#ctx0" brushRef="#br0" timeOffset="28209.3635">11195 4411 0,'-80'-40'31,"160"80"-31,-160-120 15,120 80-15,-40-40 16,40 40 0,81 0-1,-41-40 1,0 40 0,0 0-1,-80-41-15</inkml:trace>
  <inkml:trace contextRef="#ctx0" brushRef="#br0" timeOffset="28709.3337">11877 4010 0,'0'-40'0,"0"80"0,0-120 32,41 80-32,-41 40 15,80 80 1,-40-40 15,-40 1-15,0-1-1,0-120 17,40 0-17,80-81 1,-39 81 0,-41 0 15,0 80-16,0 40 1,-40 1 0,40-41-16,-40 0 31,0 80-15,0-80-1</inkml:trace>
  <inkml:trace contextRef="#ctx0" brushRef="#br0" timeOffset="28949.3184">12840 4491 0,'-40'-80'16,"80"160"-16,-80-240 15,80 160-15,81-40 32,39 40-17,1 0 1,-41 0 15,-80 0-31</inkml:trace>
  <inkml:trace contextRef="#ctx0" brushRef="#br0" timeOffset="29189.3027">13603 4090 0,'-40'-40'16,"0"40"15,40 40-16,0 0-15,-41 0 16,41 0-16,0 1 16,0-1-16,0 0 0,0 0 0,-40 0 15,40 0-15,0 0 16,0 0-16,0 0 0,0 1 16,40-41-1</inkml:trace>
  <inkml:trace contextRef="#ctx0" brushRef="#br0" timeOffset="29449.2888">14084 3970 0,'0'-80'16,"0"160"-16,0-241 15,40 161-15,41 0 32,39 241-17,-200 80 1,-362 80 15,322-321-31</inkml:trace>
  <inkml:trace contextRef="#ctx0" brushRef="#br0" timeOffset="31109.1883">8627 5895 0,'0'0'0,"40"0"47</inkml:trace>
  <inkml:trace contextRef="#ctx0" brushRef="#br0" timeOffset="31399.0989">8386 5815 0,'0'0'0,"-40"0"0,0 0 0,0 0 16,0 0 15,0 0-15,0 0-1,0 0 1,-1 0 15</inkml:trace>
  <inkml:trace contextRef="#ctx0" brushRef="#br0" timeOffset="31529.0856">7945 5775 0,'0'0'0,"-40"0"15,40 40 1,-40-40 15,0 0-31</inkml:trace>
  <inkml:trace contextRef="#ctx0" brushRef="#br0" timeOffset="31609.1559">7584 5815 0,'0'0'15,"0"40"-15</inkml:trace>
  <inkml:trace contextRef="#ctx0" brushRef="#br0" timeOffset="32129.1237">5618 5775 0,'40'0'0,"-120"0"47,39 0-47</inkml:trace>
  <inkml:trace contextRef="#ctx0" brushRef="#br0" timeOffset="33469.0426">9550 5534 0,'-40'0'16,"40"-40"15,0 0-15,40 40 0,0-40-1,40 0 1,-39-41-1,-1 41 17,-80 40-17,-1 0 1,82 0 93,-41 40-109,0 0 16,0 1 0,0-1-16,0 0 15,0 0-15,0 0 16,0 0-16,0 0 0,0 0 15,0 0-15,0 0 0,40 1 0,-40-1 16,0 0 0,40-40-16,-40 40 0,-40-40 93,0 0-93,-1 0 16,1 0-16,0 0 16,0 0-1,0 0-15,80 0 94,0-40-78,0 40-16,0 0 0,1 0 15,-1 0 1,0 0-16,0 0 0,0 0 0,0 0 16,0 0-16,0 0 15,1 0-15,-1 0 0,0 0 0,0 0 16</inkml:trace>
  <inkml:trace contextRef="#ctx0" brushRef="#br0" timeOffset="38168.757">19421 5293 0,'-40'0'0,"40"40"47,0 1-31,-40-41-16,40 40 0,-40 0 0,40 0 15,0 0-15,0 0 0,0 0 0,0 0 16,0 0-16,0 0 0,0 1 16,40-1-16,-40 0 0,40 0 0,0 0 15,0 0-15,0 0 16,1-40-16,-1 40 0,0-40 0,0 0 16,0 0-16,0 0 15,0-40-15,0 0 0,1 40 0,-41-80 16,40 80-16,-40-40 0,0 0 0,0 0 0,40-1 15,-40 1 1,0 0-16,0 0 0,0 0 0,0 0 16,0 0-16,0 0 15,-40 40-15,40 40 47,40-40-31,-40 80-16,40-40 0,-40 0 0,0 0 15,0 0-15,0 1 0,0-1 0,0 0 16,40 0-16,-40 0 16,0 0-16,40-40 0,-40 40 0,40 0 15,0-40 1,1 0-16,-1 0 0,0 0 0,0 0 0,0 0 16,0 0-16</inkml:trace>
  <inkml:trace contextRef="#ctx0" brushRef="#br0" timeOffset="38438.7422">20705 5374 0,'0'0'0,"-40"-41"16,0 41-16,0 81 31,0 119-16,40-120-15,40 121 32,40-1-17,0-159 1,41-1 0,-81-40-16</inkml:trace>
  <inkml:trace contextRef="#ctx0" brushRef="#br0" timeOffset="38858.7155">21106 5734 0,'-40'0'32,"80"0"-1,41 0-31,-41 41 15,0-41-15,0 0 0,0 0 16,0 0-16,0 0 16,1 0-16,-1 0 0,-40-41 0,40 41 0,0 0 15,-40-40-15,40 40 0,-40 40 63,-40-40-63,80 0 62</inkml:trace>
  <inkml:trace contextRef="#ctx0" brushRef="#br0" timeOffset="39448.6795">22190 5534 0,'-40'-40'16,"80"80"-16,-40-80 31,40 40-15,40 80 0,-80 40-1,0 1 1,-40-41-1,40-40 1,0-80 15,80-121-15,-39 121 0,39-40-16,0 0 31,-40 80-16,40 80 1,-39 81 0,-1-121-1,-40 40 1,0 0-16,0 0 31,0 1-31</inkml:trace>
  <inkml:trace contextRef="#ctx0" brushRef="#br0" timeOffset="39858.6588">23594 5815 0,'-40'0'0,"80"0"0,-120 0 0,40 0 15,0 0 1,40-40 0,80 40-1,81 0 1,-1 0-1,81 0 1,-201 0 0,0 0-1</inkml:trace>
  <inkml:trace contextRef="#ctx0" brushRef="#br0" timeOffset="40868.5185">25440 5374 0,'0'-41'15,"-80"41"48,0 0-47,39 0-16,1 0 15,0 0-15,0 0 0,-40 0 0,40 0 0,0 0 16,-1 41-16,-39-41 0,40 0 0,0 0 0,0 0 15,0 0 1,40 40-16,-40-40 0,80 0 78,-40 40-62,0 0-16,0 0 0,0 0 0,0 0 15,0 0-15,40-40 0,-40 40 0,0 0 0,0 1 16,40-1-16,-40 0 16,0 0-16,40 0 0,0 0 31,0-40-31,0 0 16,1 0-1,-1 0-15,0-40 0,0 40 16,0 0-16,0 0 0,0 0 0,-40 40 15,40-40 1,-40 40-16,0 0 0,0 0 31,0 1-31,-40-41 0,40 40 0,-40-40 0,40 40 16,-40-40-16,0 40 0,0 0 16,0-40-16,0 40 0,-1 0 0,1-40 15,0 0-15,40 40 16,-40-40-16,0 0 0,0 0 15,0 0-15,40-40 16,0 0-16</inkml:trace>
  <inkml:trace contextRef="#ctx0" brushRef="#br0" timeOffset="41398.5611">25801 5133 0,'0'-40'16,"0"80"-16,-40-120 16,0 80-16,40 40 31,40-40-31,81 120 31,-41 0-31,0 41 31,-80 39-15,0-119 0,-40 119-1,-40-39 1,-1-81-1,41-40-15,-40 0 16,0 0 0</inkml:trace>
  <inkml:trace contextRef="#ctx0" brushRef="#br0" timeOffset="41738.5435">26644 5734 0,'-80'0'15,"160"0"-15,-200-40 16,120 0 0,40 40-16,0 0 15,160-40 1,41 40 15,-161 0-31,1 0 16,39 0-1,-80 0 1</inkml:trace>
  <inkml:trace contextRef="#ctx0" brushRef="#br0" timeOffset="41918.488">26684 6095 0,'0'0'0,"-40"0"0,0 41 15,80-41 1,40-41 0,-40 41-16,41 0 0,-41 0 0,0 0 0,0 0 15,0 0-15,40-40 16,-40 40-16,1 0 0,-1 0 0,-40-40 16,40 40-16</inkml:trace>
  <inkml:trace contextRef="#ctx0" brushRef="#br0" timeOffset="43418.3668">27647 5775 0,'40'0'31,"0"0"-16,0-41-15,1 1 16,-1 0 0,0 0-16,-40 0 15,0 0-15,0 0 16,0 0-16,0 0 0,-40 0 16,40-1-1,0 1-15,-40 40 16,40-40-16,-41 40 15,41-40-15,-40 40 16,0 0 0,0 40 15,40 0-15,0 0-16,0 1 0,0-1 0,0 0 15,0 0-15,0 0 16,0 0-16,0 40 0,0-40 0,0 0 0,0 1 15,0-1-15,0 0 0,0 0 0,0 0 0,0 0 16,0 0-16,0 0 0,0 0 16,40 1-16,-40-1 0,40 0 15,-40 0 1,0 0-16,0 0 31,-40-40-15,0 0-1,40 40 1,-40-40-16,0 0 16,0 40-16,0-40 15,-1 0-15,1 0 16,80 0 46,1 0-46,-1 0 0,0 0-16,0 0 15,0-40 1,0 40-16,0 0 16,0 0-1,1 0-15,-1 0 0,-80 0 94,-1 0-78,1 0-16,0 0 0,40 40 0,-40-40 15,0 0-15,0 0 16,0 0-16,80 0 47,40 0-47,-80-40 0,40 40 0,0 0 15,0-40-15,1 40 16,-1 0-16,0 0 0,0-40 0,0 40 0,0 0 16</inkml:trace>
  <inkml:trace contextRef="#ctx0" brushRef="#br0" timeOffset="43938.407">27567 5734 0,'-40'0'16,"40"41"0,0-82 15,40 41-15,0 0-1,0-40-15</inkml:trace>
  <inkml:trace contextRef="#ctx0" brushRef="#br0" timeOffset="44858.3518">28851 5454 0,'0'-40'0,"0"80"125</inkml:trace>
  <inkml:trace contextRef="#ctx0" brushRef="#br0" timeOffset="45058.339">28851 6136 0,'-80'80'15,"160"-160"-15,-241 240 16,161-120-16,0 0 16,-40-40-16,0 80 15,40-40-15,-40-40 0,0 41 32,40-1-32,-40-40 0</inkml:trace>
  <inkml:trace contextRef="#ctx0" brushRef="#br0" timeOffset="45398.3186">29453 6015 0,'-40'40'16,"80"-80"-16,-161 80 15,121-80-15,81 40 16,-1 0-1,-40-40 1,40 40 0,-40 0-16,1 0 31,-1 0-31,-40-40 0</inkml:trace>
  <inkml:trace contextRef="#ctx0" brushRef="#br0" timeOffset="45888.289">29814 5654 0,'0'0'15,"0"40"17,80 0-17,-40 1-15,0-1 0,1 0 16,-41 0-16,0 0 15,40-40-15,-40 40 0,0 0 0,0 0 16,0 0 0,0 1-1,0-82 1,0 1 0,40 40-16,-40-80 15,40 80-15,-40-40 0,40 0 0,0 0 16,0 0-16,0 0 0,-40-1 15,41 41-15,-41-40 16,40 40 15,-40 40-15,0 1-16,0-1 16,40 0-16,-40 0 0,0 0 15,0 0-15,0 0 0,0 0 0,0 0 16,0 1-1,0-1-15,0 0 0,0 0 16,40-40 0,-40 40-16,40-40 15</inkml:trace>
  <inkml:trace contextRef="#ctx0" brushRef="#br0" timeOffset="46178.1954">30897 6055 0,'-40'-40'16,"80"40"31,0 0-47,1 0 0,-1 0 15,0 0-15,0 0 0,0 0 16,0 0-16,0 0 16,0 0-1</inkml:trace>
  <inkml:trace contextRef="#ctx0" brushRef="#br0" timeOffset="46858.2293">31740 5614 0,'0'0'0,"-40"0"15,0 0 1,-41 0 0,41 0-16,0 0 15,0 0-15,40 40 156,0 0-156,-40 0 16,40 1-16,-40-1 16,40 0-16,0 0 0,0 0 15,0 0 1,0 0-16,0 0 16,40-40-1,0 0-15,0 40 16,0-40-16,0 0 15,1 0-15,-1 41 16,-40-1-16,0 0 16,0 0-1,-40-40-15,40 40 0,-41-40 0,41 40 16,-40-40-16,40 40 0,-40-40 16,0 40-16,0-40 0,0 40 15,0-40 1,0 0-1</inkml:trace>
  <inkml:trace contextRef="#ctx0" brushRef="#br0" timeOffset="47458.1928">31981 5775 0,'0'0'15,"0"40"1,0-80 15,40 80-15,0-40-16,40 0 15,-40 40-15,0-40 16,-40 40-16,41-40 0,-1 0 0,0 0 31,-40 40-31,0 0 32,-40-40-17,40 40 1,-40-40-1,40 40-15,-41-40 0,41 40 16,-40-40-16,0 41 16,40-1-16,-40-40 0,40 40 0,-40 0 15,0 0 1,40 0-16,-40-40 0,40 40 0,0 0 16,0 0-1</inkml:trace>
  <inkml:trace contextRef="#ctx0" brushRef="#br0" timeOffset="47718.1786">32623 6296 0,'-40'0'16,"80"0"-16,-121 0 15,81 40 17,-40 0-32,40 0 15,-40 0 1,0 0-16,0 1 0,-40-1 31,80 0-31,0 0 0</inkml:trace>
  <inkml:trace contextRef="#ctx0" brushRef="#br0" timeOffset="48108.0784">32944 6015 0,'-40'0'15,"80"0"-15,-80-40 0,0 40 47,40 40-31,0 0-16,0 0 0,0 1 16,0-1-1,40-40-15,-40 40 0,40-40 16,0 0-16,0 0 0,0 0 15,0 0-15,0 0 16,-40-40-16,41 40 16,-41-40-16,0-1 15,0 1-15,0 0 16,-41 40-16,41-40 16,-40 40-16,40-40 0,-40 40 0,0 0 15,0 0-15,0 0 16,0 0-16,0 0 15,40 40-15,-41-40 0,41 40 16</inkml:trace>
  <inkml:trace contextRef="#ctx0" brushRef="#br0" timeOffset="49048.0968">30095 7258 0,'-40'0'16,"40"-40"-1,40 40 17,0 40-1,-40 1-16,0-1 1,40 0-16,-40 0 0,0 0 0,0 0 16,0 0-1,0 0-15,0 0 16,-40-40-16,80 0 31,-40-40-31,40 40 0,-40-40 16,40 40-16,-40-40 15,0 0-15,40 40 0,1-40 0,-41 0 0,40 0 16,0 0-16,0-1 16,-40 1-16,40 40 0,0 0 15,-40-40 1,40 40-16,0 0 31,-40 40-31,41 0 0,-41 41 16,40-41-16,-40 0 0,0 0 15,0 0-15,0 0 16,0 0-16,0 0 0,0 1 16,0-1-1,0 0-15,0 0 32,40-40-32</inkml:trace>
  <inkml:trace contextRef="#ctx0" brushRef="#br0" timeOffset="49468.0721">31700 7178 0,'40'-80'16,"0"80"-1,-40-40 1,-40 80 0,0-40-1,40 40-15,-201 80 32,121-39-32,0-1 15,40-40-15,40 0 31,40-40-15,0 0 0,0 0-16,0 0 0,0 0 0,0 0 0,0 0 15,1 0 1,-1 0-16,0 0 0,0 0 16,-40 40-1,40-40-15,-40 40 0,0 0 16,0 1-16</inkml:trace>
  <inkml:trace contextRef="#ctx0" brushRef="#br0" timeOffset="49717.9845">31459 7860 0,'0'0'16,"-40"0"-16,-40 0 15,40-40-15,80 40 32,0 40-32,40-40 15,-40 40-15,0-40 16,0 40-16,1-40 0,-1 0 16,0 0-1,0 0-15,0 0 0,0 0 16,0 0-16,-40-40 0,40 40 15</inkml:trace>
  <inkml:trace contextRef="#ctx0" brushRef="#br0" timeOffset="50977.9232">32944 7098 0,'0'0'16,"0"-40"-16,0 0 15,0 0-15,-40 40 47,0 0-47,40 40 16,0 0-1,-41-40-15,1 0 172,0 0-125,0 0-31,0 0-1,0 0-15,0 0 0,-1 0 16,1 0 0,0 0-16,0 0 15,40 40-15,0 0 172,0 0-172,0 0 31,0 0-31,0 1 32,40-41-17,-40 40 157,0 0-172,0 0 16,40-40-1,-40 40-15,40-40 16,1 0 0,-1 0-16,0 0 0,0 0 15,0 0-15,0 0 0,0 0 16,1 40-1,-41 0-15,0 0 16,0 0-16,-41 1 16,41-1-16,-40-40 0,40 40 0,-40-40 15,40 40-15,-80-40 16,80 40-16,-40-40 0,40 40 0,-40-40 0,-1 0 16,1 0-1,0 0-15,40-40 16,-40 0-16,40 0 0,-40 0 15</inkml:trace>
  <inkml:trace contextRef="#ctx0" brushRef="#br0" timeOffset="51307.9615">31900 7258 0,'0'0'15,"-40"0"1,121 0 15,39 0-15,-80 0 0,0 0-16,0 0 0</inkml:trace>
  <inkml:trace contextRef="#ctx0" brushRef="#br0" timeOffset="54157.7868">9791 10266 0,'0'-40'78,"0"80"-16,0 0-46,0 41-16,0-41 15,0 0-15,0 0 16,0 0-16,0 0 0,0 0 0,0 0 16,0 1-1,0-1-15,0 0 0,0 0 0,0 0 16,0 40-16,0-40 16,0 0-16,-40 0 0,40 1 0,0-1 0,0 40 15,-40-40-15,40 0 0,0 40 0,0-40 0,0 1 16,0-1-16,-41 0 15,41 40-15,0-40 0,0 0 0,0 0 0,0 0 16,0 0-16,0 1 16,0-1-16,0 0 0,0 0 15,0 0-15,0 0 16,0 0-16,0 0 0,0 0 16,0 1-16,0-1 0,0 0 0,0 0 0,0 0 15,-40 0-15,40 0 16,0 0-16,0 0 0,0 0 0,0 1 15,0-1 1,0 0-16,0 0 0,0 0 16,0 0-16,0 0 15,0 0-15,0 0 0,0 1 0,0-1 16,0 0 0,0 0-16,0 0 0,0 0 0,0 0 0,0 0 15,0 0-15,0 0 0,0 1 0,-40-41 0,40 40 16,0 0-16,0 0 0,0 0 15,-40-40-15,40 40 0,0-80 32,0 0-17,40 0-15,-40 0 0,0 0 16,0-1-16,40 1 0</inkml:trace>
  <inkml:trace contextRef="#ctx0" brushRef="#br0" timeOffset="56027.6006">2207 12994 0,'-40'0'0,"40"-41"16,-40 41-1,0 0 1,-1 0-1,1 0 1,80 0 125,1 0-141,-1 0 15,0 0-15,0 0 16,0 0-16,0 0 0,0 0 16,0-40-16,1 40 0,-1 0 0,0 0 0,0 0 15,40 0-15,-40 0 16,0 0-16,1 0 0,-1 0 0,0 0 0,0 0 15,0 0-15,0 0 0,0 0 16,0 0-16,1 0 0,-1 40 16,0-40-16,0 0 15,0 0-15,0 41 0,0-41 0,0 0 16,41 0-16,-41 40 0,0-40 16,0 0-16,40 0 0,-39 0 0,39 0 0,-40 0 15,0 0-15,40 0 0,-40 0 0,41 0 0,-41 0 16,40 0-16,-40-40 15,40 40-15,-39 0 0,-1 0 0,40 0 0,-40 0 16,0 0-16,0 0 0,0-41 16,1 41-16,-1 0 0,0 0 0,0 0 0,40 0 15,-40 0-15,0 0 16,1 0-16,39 0 0,-40 0 0,0 0 0,40 0 16,-40 0-16,41 0 0,-41 0 0,40 0 0,-40 0 15,40 0-15,1 0 0,-41 0 16,40 0-16,-40 0 0,40 0 0,1 0 0,-41 0 15,40 0-15,0 0 16,-40 0-16,41 0 0,-1 0 0,-40 0 0,0 0 16,40-40-16,-39 40 0,-1 0 15,40 0-15,-40 0 0,0 0 0,0 0 0,0 0 16,41 0-16,-41 40 16,0-40-16,0 0 0,40 0 0,-40 0 0,1 0 15,39 0-15,-40 0 0,40 0 0,-40 0 0,41 0 16,-41 0-16,40 0 0,-40 0 15,40 0-15,-39 0 0,39 0 0,-40-40 0,0 40 16,0 0-16,0 0 16,0 0-16,1 0 0,-1 0 0,40 0 0,-40 0 15,0 0-15,40 0 0,-39 0 16,-1 0-16,40 0 0,-40 0 0,40 0 0,-40-40 16,1 40-16,39 0 0,-40 0 0,0 0 0,40 0 15,-40 0-15,1 0 16,-1 0-16,0 0 0,0 0 0,0 0 0,0 0 15,0 0-15,0 0 0,1 0 16,-1-40-16,0 40 0,0 0 0,0 0 0,0 0 16,0 0-1,0 0-15,1 0 0,-1 0 0,0 0 16,0 0-16,0 0 16,0 0-16,0 0 0,0 0 0,1 0 0,-1 0 15,0 0-15,0 0 0,0 0 0,0 0 0,0 0 16,0 0-16,1 0 15,-1 0-15,0 0 0,0 0 0,0 0 16,0 0 0,0 0-16,0 0 0,1 0 15,-1 0 1,0 0-16,0 0 16,0 0-16,0 0 31,0 0-16,1 0 1,-1 0-16,0 0 16,0 0-1,-40-40-15,0 0 0</inkml:trace>
  <inkml:trace contextRef="#ctx0" brushRef="#br0" timeOffset="65907.0021">8788 12753 0,'-40'0'31,"40"40"63,0 0-79,-41-40-15,41 40 0,-40 0 16,0-40-1,40 40-15,-40-40 16,40 41-16,-40-41 0,0 0 16,40-41 15,80 41-31,-80-40 0,40 0 16,0 0-16,-40 0 0,40 40 0,-40-40 15,41 40-15,-41 40 31,-41-40-15,41 40-16,0 0 0,0 0 0,-40-40 0,40 40 16,-80 1-16,40-1 15,40 0-15,-40-40 0,40-40 16,40 40 0,-40-40-1,40-1-15,-40 1 0,40 40 16,-40-40-16,0 80 47,-40-40-47,40 40 15,0 1-15</inkml:trace>
  <inkml:trace contextRef="#ctx0" brushRef="#br0" timeOffset="66746.9684">7584 13034 0,'-40'0'16,"80"0"-16,-80-40 31,40-1-31,0 1 16,40-40-1,-80 120 16,40 0-15,-40 0-16,40 1 16,-81 39-1,81-40 1,41-80 15,-41 0-15,40-41-1,-40 41-15,80-40 32,-80 120-17,0 0 1,0 0-16,-40-40 0,40 41 16,0-1-16,-40-40 0,40 40 15,0-80 32,40 40-31</inkml:trace>
  <inkml:trace contextRef="#ctx0" brushRef="#br0" timeOffset="67706.9099">6621 12994 0,'0'0'16,"0"40"-16,-40-40 15,0 0 1,-1 0 15,41-40-15,-80 40 31,40 0-32,40 40 1,0-80 15,-40 40 16,40 40-47,0 0 16,0 0-1,0-80 95,0 0-95,0 0-15,0-1 16,0 1 0,0 80 15,0 1-31,0-1 16,-40 0-16,40 0 0,0 0 0,0 0 15,0 0 1</inkml:trace>
  <inkml:trace contextRef="#ctx0" brushRef="#br0" timeOffset="68486.871">5497 12953 0,'-40'0'32,"80"0"-32,-120-40 0,40 40 31,40 40-15,0 1-1,-40-41-15,40 40 16,0 0-1,-40 0 1,40 0-16,0 0 0,-40 0 16,-1-40 15,41-40-15,0 0-1,0 0-15,0 0 16,0 0-16,0 0 15,0-1-15,0 82 47,0-1-47,0 0 16,0 0-16,0 0 16,0 0-16,0-80 62,0 0-62</inkml:trace>
  <inkml:trace contextRef="#ctx0" brushRef="#br0" timeOffset="70246.8147">4253 13074 0,'41'0'31,"-41"40"63,0 0-79,0-80 64,0 0-64,0 0-15,0 0 16,0-1-16,-81 1 15,81 80 32,0 1-47,0-1 16,0 0 15,0-80 219,0 0-109,0-1-126,0 1 1,0 0 0,0 0-1,0 0-15,0 0 16,0 0-16,0 0 31,40 40-31,-40-40 0,0-1 16,0 1-1,0 0-15,41 0 16,-41 0 0,40 0-16,-40 0 15,0 0 1,0 0-16,40 0 16,-40-1-1,0 1 1,0 0-16,0 0 15,0 0 1,0 0 15,0 0-15,0 0 109,0 0-125,0 80 47,0 0-32,-40 0 1,40 0 0,-40-40-16</inkml:trace>
  <inkml:trace contextRef="#ctx0" brushRef="#br0" timeOffset="71406.7393">3050 13034 0,'0'40'0,"40"-80"47,-40 0-32,0-1 48,0 1-48,80 40-15,-80-40 16,0 0-16,0 0 0,0 0 16,0 0-1,0 0-15,0 0 16,40 40-16,-40-41 16,0 1-1,0 0-15,40 40 0,-40-40 0,0 0 0,0 0 16,40 40-16,-40-40 15,40 0-15,-40 0 0,0 0 0,41-1 16,-41 1-16,0 0 16,0 0-16,0 0 31,0 0-15,0 0-16,40 40 15,-40-40 1,0 0 15,40 40-31,-40-41 0,0 1 16,-40 40 140,0 0-156</inkml:trace>
  <inkml:trace contextRef="#ctx0" brushRef="#br0" timeOffset="72466.6758">2408 12873 0,'0'0'0,"-41"0"0,41 40 157,0-80-17,0-40-124,0 40-1,0 0-15,0 0 0,0 0 0,0-1 16,0 1-16,0 0 16,0 0-16,0 0 0,41 40 15,-41-40 1,0 0-16,0 0 16,0 0-16,40 0 15,-40-1-15,0 1 16,0 0-16,0 0 15,0 0 1,0 0 15,0 0-15,0 0 15,0 0-31,0-1 16,0 82 109,0-1-110</inkml:trace>
  <inkml:trace contextRef="#ctx0" brushRef="#br0" timeOffset="73086.6377">3772 13836 0,'0'0'0,"-40"0"15,0 0 32,120 0 0,-40 0-31,0 0-1,0 0-15,0 0 0,1 0 16,-1 0-1,-40-40-15,40 40 0</inkml:trace>
  <inkml:trace contextRef="#ctx0" brushRef="#br0" timeOffset="73726.5273">4534 13595 0,'-40'0'31,"0"0"32,0 0-32,0 0-31,0 0 16,0 0-16,-1 0 31,1 0-31,0 40 31,40 0 16,40 0-47,-40 1 16,40-41-1,1 40 1,-1-40-1,0 0 1,0 0 0,0 40 15,-40 0-31,0 0 0,0 0 16,-80-40-16,80 40 0,-80 0 15,39-40-15,1 0 16,0 40-16,0-40 0,0 0 0,0 40 15,0-40-15,0 0 16,-1 41-16</inkml:trace>
  <inkml:trace contextRef="#ctx0" brushRef="#br0" timeOffset="74136.5739">2648 13876 0,'0'0'0,"-40"0"16,40-40-1,40 40 32,0 0-31,1 0-16,-1-40 0,0 40 15,0 0-15</inkml:trace>
  <inkml:trace contextRef="#ctx0" brushRef="#br0" timeOffset="74506.5517">3371 13515 0,'-41'-40'16,"41"80"15,-40-40-31,0 80 16,40-40-1,-40 0-15,40 0 0,0 1 16,0-1 0,0 0-16,40-40 15,0 0-15,0 0 0,1 0 16,-1 0-16,-40-40 16,40 0-16,-40-1 15,-40 41 1,0 0-1,-41 0-15,41 41 16,0-1-16,0-40 0,-40 0 0,40 0 16,-1 40-16,1-40 15,40 40-15</inkml:trace>
  <inkml:trace contextRef="#ctx0" brushRef="#br0" timeOffset="75056.4764">1204 13715 0,'40'0'47,"0"0"-31,0 0-16,0 0 15,0 0-15,1 0 0,-1 0 0,0-40 16,0 40-16,0 0 0,0-40 0,0 40 16,0 0-16,1 0 0,-1 0 15</inkml:trace>
  <inkml:trace contextRef="#ctx0" brushRef="#br0" timeOffset="75456.4973">2087 13435 0,'0'0'15,"40"0"1,80 0 15,0-40-31,1-1 16,-121 1 15,-40 40 0,40 40-31,0 1 16,-40 39 0,-1 80-1,41 1 17,0-41-17,0-80 1</inkml:trace>
  <inkml:trace contextRef="#ctx0" brushRef="#br0" timeOffset="75656.4818">2087 13836 0,'-81'0'16,"81"-40"-16,0 0 15,161-41 1,-81 41 0,161-40-1,-201 80-15,-40-40 0</inkml:trace>
  <inkml:trace contextRef="#ctx0" brushRef="#br0" timeOffset="76306.4417">1966 12272 0,'-40'0'15,"0"0"1,0 40-16,-40-40 0,39 0 16,1 0-1,40-40 1,-40 40-16,0 0 16</inkml:trace>
  <inkml:trace contextRef="#ctx0" brushRef="#br0" timeOffset="76496.3608">1244 12552 0,'0'0'0,"-40"0"0,0 0 0,0 0 15,40-40 1,-41 40-16,1 0 15,40-40 1,-40 40-16,40-40 0,-40 40 0,0 0 16</inkml:trace>
  <inkml:trace contextRef="#ctx0" brushRef="#br0" timeOffset="76686.4187">562 12552 0,'-161'0'16,"121"40"-16,0-40 15,0 0-15,0 0 16</inkml:trace>
  <inkml:trace contextRef="#ctx0" brushRef="#br0" timeOffset="77606.363">361 12272 0,'0'0'16,"40"0"62,0 0-62,41 0-1,-41 0-15,0 0 0,0 0 0,0 0 16,0 0-16</inkml:trace>
  <inkml:trace contextRef="#ctx0" brushRef="#br0" timeOffset="78136.3311">1124 12111 0,'0'40'15,"40"-40"1,0 0-16,0 0 16,0 0-16,0 0 15,0 0-15,-40-40 0,40 40 0,1 0 16,-1 0-16,-40-40 16,40 40-16,-40-40 15,0 0 1,0 0-16,0 0 15,-80 40-15,80-40 16,-41 40 0,1 40-1,0 0-15,40 0 16,-40 0-16,40 0 16,0 0-1,0 0 1,-40-40-16,40 40 0,-40 1 15,0-41 1,40 40-16,-40-40 0,-1 0 31,1 0-31,0 0 0,0 0 16,40-40-16,0-1 16,0 1-1,0 0-15,40 0 16,-40 0-1,40 40-15,-40-40 0,40 40 0,1 0 16,-1 0 0,0 40-16,-40 0 15,40-40-15</inkml:trace>
  <inkml:trace contextRef="#ctx0" brushRef="#br0" timeOffset="82006.0956">8106 13876 0,'0'0'0,"-41"0"16,41 40-16,-40-40 0,0 0 125,40 40-109,40-40-1,0 0 1,1 0-16,-1-40 0,0 40 15,0-40-15,0 40 16,0 0-16,0 0 0,0-40 0,1 40 16,-1 0-1</inkml:trace>
  <inkml:trace contextRef="#ctx0" brushRef="#br0" timeOffset="82276.0046">8707 13756 0,'-40'-41'15,"40"1"-15,40 0 32,-40 80 14,0 0-30,0 1-16,0-1 0,0 0 0,0 0 16,0 0-16,-40-40 0,40 40 15,-40 0-15,40 0 0</inkml:trace>
  <inkml:trace contextRef="#ctx0" brushRef="#br0" timeOffset="82835.9745">7022 13956 0,'-40'0'0,"80"-40"78,0 40-62,0 0-1,0 0-15,1 0 16</inkml:trace>
  <inkml:trace contextRef="#ctx0" brushRef="#br0" timeOffset="83236.0217">7343 13715 0,'0'-40'0,"0"0"16,40 40 0,0 0-16,121-80 15,-121 80-15,0 0 0,0 0 31,-40 80-15,-40-40-16,0 41 16,40-41-16,-80 80 15,0-40 1,120-80 0,80-40 15,41 0-16,-81 0 1</inkml:trace>
  <inkml:trace contextRef="#ctx0" brushRef="#br0" timeOffset="83805.9374">5858 13876 0,'41'0'31,"-1"-40"-15,0 40-1,0 0-15,0-40 0,0 40 0,0 0 16,0 0 0</inkml:trace>
  <inkml:trace contextRef="#ctx0" brushRef="#br0" timeOffset="84245.9601">6380 13675 0,'0'-40'16,"40"40"-16,0 0 15,41-40 1,-41 40-16,0 0 16,0 0-1,-40 40-15,0 0 16,-40-40-16,40 40 0,-40 1 0,-41-1 16,81 0-16,-40 0 15,0 0-15,0 0 0,40 0 31,40-40-31,0 0 16,0 0-16,1 0 16,-1-40-16,0 40 0,0 0 0,0 0 15,0 0-15,-40 40 16,0 0 0,-40-40-16,40 40 0,-40-40 0,40 40 15,-80-40-15,40 41 0,-1-1 16,1 0-16,0-40 0,0 40 0,0-40 15,0 0 1,0 0-16,0-40 16</inkml:trace>
  <inkml:trace contextRef="#ctx0" brushRef="#br0" timeOffset="84825.8498">4574 13956 0,'41'0'16,"-41"-40"-16,40 40 15,-40-40 1,40 40-16,0 0 0,0 0 0,0 0 16,-40-40-16,40 40 0,0 0 15,1 0-15,-1 0 16,0-40 0,0 40-1</inkml:trace>
  <inkml:trace contextRef="#ctx0" brushRef="#br0" timeOffset="85175.8308">5497 13595 0,'-40'0'31,"40"40"-15,-40-40-16,40 40 16,-40-40-1,40 40 1,40-40 15,40 0-15,-40 0-16,1 0 0,-1 0 0,0-40 15,0 40-15,0 0 0,0 0 0,0 0 16,0 0 0,-40-40-16,41 40 0</inkml:trace>
  <inkml:trace contextRef="#ctx0" brushRef="#br0" timeOffset="85375.8167">5578 13635 0,'0'0'16,"0"-40"-16,-41 40 0,41-40 31,0 80-31,0 40 16,0-40-16,0 1 15,0-1-15,0 0 0,0 0 0,-40 40 0,40-40 16,0 0-16,-40 0 16,40 0-16,-40 1 0,40-1 0,-40 0 0</inkml:trace>
  <inkml:trace contextRef="#ctx0" brushRef="#br0" timeOffset="112034.2737">7785 2606 0,'0'40'0,"40"-40"187,-40 40-171,40-40 15,0 0-15,0-40-16</inkml:trace>
  <inkml:trace contextRef="#ctx0" brushRef="#br0" timeOffset="114234.1414">9951 10026 0,'0'0'0,"-40"0"0,0 0 0,0 0 16,0 0 0,0 0-1,40 40 48,-40-40-63,40 40 0,-41-40 0,1 40 0,0 0 15,0-40-15,0 40 0,0 0 16,40 0 0,-40-40-16,40-40 47,0 0-32,40 0-15,-40 0 0,0 0 0,40 40 16,-40-40-16,0 0 0,40 0 15,-40 0-15,0-1 16,40 41-16,-40 41 31,0-1-15,40 0 0,-40 0-16,40 0 15,-40 0 1,41-40-16,-41 40 0,40-40 0,0 40 0,0 0 15,0-40-15,0 40 0,0-40 16,0 0-16</inkml:trace>
  <inkml:trace contextRef="#ctx0" brushRef="#br0" timeOffset="114844.1038">11035 9705 0,'-40'-40'15,"0"40"1,40-40 0,0 80 15,0 0-31,40 0 0,-40 0 16,0 0-16,0 0 15,0 0-15,0 1 0,40-1 0,-40 40 0,40-40 16,-40 0-16,0 0 0,40 0 15,-40 0-15,40 0 0,-40 1 0,40-41 16,0 0-16,1 0 0,-1 0 0,0 0 16,0-41-16,0 41 15,0-80-15,0 40 0,0 0 0,1 0 16,-41 0-16,0 0 0,0 0 16,40 0-16,-40-1 0,0 1 0,0 0 15,0 0 1,-40 0-16,40 80 47,0 0-32,0 0 1,0 0-16,0 1 0,0-1 0,0 0 16,0 0-16,40 0 0,-40 0 15,40-40-15,-40 40 0,40 0 0,-40 0 0,40-40 16,-40 40-16,40-40 15,0 41-15,0-41 0,1 0 0</inkml:trace>
  <inkml:trace contextRef="#ctx0" brushRef="#br0" timeOffset="115114.0874">12439 9665 0,'-40'0'0,"0"-40"16,-40 40 0,40 200 15,40-120-31,0-39 0,0 79 31,0-80-31,0 0 0,80 0 16,-80 0-16,80-40 15,-40 0-15,81 40 16,-41-120-16</inkml:trace>
  <inkml:trace contextRef="#ctx0" brushRef="#br0" timeOffset="115314.0753">12921 9946 0,'0'0'0,"0"-41"0,-40 41 15,40-40-15,40 40 16,0 0 0,80 0 15,-80 0-31,41 0 0,-41 0 0,0 0 16,0 0-1</inkml:trace>
  <inkml:trace contextRef="#ctx0" brushRef="#br0" timeOffset="115734.0504">13803 9504 0,'-80'-40'15,"80"0"-15,-40 0 16,80 40-1,0 40 1,41 0 0,-41 121-1,-40-121-15,0 80 16,0-80-16,0 0 0,-40 0 31,40 1-31,0-82 16,0 1-1,0 0-15,40 40 0,-40-40 0,40 0 0,-40 0 16,40 0-16,-40 0 0,40 40 0,0 0 16,0 0-1,0 0-15,1 40 16,-41 0 0,40-40-16,-40 40 0,0 0 0,0 0 15,0 0-15,0 0 16,0 1-16,-40-1 0,40 0 15,0 0-15</inkml:trace>
  <inkml:trace contextRef="#ctx0" brushRef="#br0" timeOffset="115973.9621">14927 9825 0,'-40'0'15,"80"0"-15,-120 0 0,80-80 32,40 80-32,161-40 15,-121 40-15,-40 0 0,0 0 16,80 0-16,-79 0 0,79-40 15,-80 40-15</inkml:trace>
  <inkml:trace contextRef="#ctx0" brushRef="#br0" timeOffset="116534.0032">16492 9264 0,'-40'0'31,"80"0"-31,-80-40 16,0 40-16,0 0 16,-1 0-1,-39 0 1,-40 40-1,40-40 1,39 0 0,41 40 31,0 0-47,0 0 15,41-40-15,-41 40 16,0 0-16,0 0 15,0 0 1,0 1-16,40-1 16,0-40-1,0 0-15,0 40 16,0-40-16,0 0 16,0 0-16,1 40 15,-1 0 1,-40 0-16,0 0 0,0 0 15,0 0-15,-40-40 0,40 41 0,-81-41 16,41 40-16,0 0 16,-40-40-16,40 40 0,0-40 0,-41 40 0,41-40 15,0 0-15,0 0 0,0 0 16,0 40-16,0-40 0</inkml:trace>
  <inkml:trace contextRef="#ctx0" brushRef="#br0" timeOffset="116763.912">16813 9264 0,'0'-40'15,"0"80"1,0 0-1,0 0-15,0 0 0,0 0 0,0 40 16,0-40-16,0 41 0,-40-41 16,40 40-16,-40-40 0,0 40 0,-41 1 0,41-41 15,0 40-15</inkml:trace>
  <inkml:trace contextRef="#ctx0" brushRef="#br0" timeOffset="118453.8837">22591 9143 0,'0'0'0,"0"-40"0,-40 40 16,40 40 15,-40-40-31,40 81 16,0-41-16,0 0 15,-40 0-15,40 0 0,0 0 0,0 0 0,0 0 16,0 41-16,0-41 0,0 0 16,0 0-16,0 40 0,40-40 0,-40 0 15,40 0-15,40 1 16,-40-41-16,1 0 0,-1 0 15,0 0-15,0-41 0,0 41 0,0-80 0,0 40 16,0 0-16,1 0 0,-1-40 16,0 40-16,-40-1 0,40-39 0,-40 40 0,0-40 15,0 40-15,0 0 16,0 0-16,0 0 0,0-1 0,0 1 16,0 80 30,0 1-30,0-1-16,0 0 0,0 0 0,0 40 16,0-40-16,0 0 0,0 0 15,40 0-15,-40 1 0,0-1 0,40 0 0,-40 0 16,0 0 0,40 0-16,-40 0 0,40 0 0,1-40 15,-41 40-15,40-40 0,0 0 16,0 0-16,0 0 0,0 0 0</inkml:trace>
  <inkml:trace contextRef="#ctx0" brushRef="#br0" timeOffset="118723.7985">24156 9063 0,'-80'0'15,"160"0"-15,-200 0 0,39 40 16,81 0-16,-40 1 0,40 79 31,0-40-31,0-40 0,40 80 16,-40-79-16,41 79 16,-1-80-16,80 80 15,41-80 1,-81-40-1</inkml:trace>
  <inkml:trace contextRef="#ctx0" brushRef="#br0" timeOffset="118903.8183">24798 9585 0,'-80'0'16,"160"0"-16,-200 0 0,120-41 0,80 41 31,40-40-31,81 0 31,-81 0-31</inkml:trace>
  <inkml:trace contextRef="#ctx0" brushRef="#br0" timeOffset="119323.7572">25480 9023 0,'0'-40'15,"0"80"-15,0-120 16,0 160 0,40-80-1,-40 40-15,81 81 16,-81-41-16,0-40 0,0 0 0,-40 80 15,40-80-15,-81 121 16,81-121-16,-40-40 0,40 40 31,80-200-15,-80 119-16,121-159 16,-81 160-16,0 0 0,40-81 31,-40 121-31,1-40 0,-41 80 15,40 1-15,-40 39 16,0-40-16,40 120 16,-40-120-16,0 0 0,0 1 15,40 119 1,0-80 15,40-40-31</inkml:trace>
  <inkml:trace contextRef="#ctx0" brushRef="#br0" timeOffset="119563.8179">26483 9544 0,'-40'-40'31,"80"80"-31,-80-120 0,121 80 0,-1-40 15,0 40-15,0-40 16,-40 40-16,161 0 16,-40 0 15,-41-40-15</inkml:trace>
  <inkml:trace contextRef="#ctx0" brushRef="#br0" timeOffset="119783.7296">26965 9143 0,'0'0'16,"0"-40"-16,-40 40 16,0-40-16,40 80 31,40 0-31,-40 1 0,0-1 15,0 0-15,40 0 0,-40 40 0,0-40 0,0 0 16,0 0-16,0 41 0,0-41 16,0 0-16,0 0 0,0 0 0,0 0 0,0 0 15,0 0-15,-40 0 16,40 1-16</inkml:trace>
  <inkml:trace contextRef="#ctx0" brushRef="#br0" timeOffset="120263.7747">27487 9103 0,'0'-40'16,"0"80"-16,0-120 15,40 80-15,0 0 16,0 40 0,0 0-1,-40 0-15,80 81 16,-80-81-16,0 0 0,0 40 31,0-40-31,-80 40 16,80-39-16,40-41 47,0 0-32,0 40-15,-40 0 16,0 0 0,0 0-16,-40 0 0,40 0 0,-40 0 15,0 0 1,40 1-16,-40-41 0,40 40 0,-40-40 0,0 40 15,0-40-15,-1 0 0,1 0 16,0 0 0,40-40-16,-40 40 0,40-40 0,0-1 15</inkml:trace>
  <inkml:trace contextRef="#ctx0" brushRef="#br0" timeOffset="120623.6773">28129 8983 0,'40'0'32,"0"40"-17,0-40-15,0 40 0,0-40 16,-40 40-16,40 0 0,-40 1 0,40-1 0,-40 0 16,0 0-16,0 0 15,0 40-15,0-40 0,0 0 0,-40 0 0,40 41 16,-40-41-16,40 0 0,-80 0 0,40 0 0,0 0 15,0 40-15,-1-39 0,1-41 16,0 40-16,0 0 0,0-40 0,0 40 0</inkml:trace>
  <inkml:trace contextRef="#ctx0" brushRef="#br0" timeOffset="121103.6491">28730 9384 0,'0'0'0,"-40"0"16,40-40 31,40 40-47,1-40 0,-1 40 16,0 0-16,0 0 15,0 0-15,0 0 0,0 0 0,1 0 16,-1 0-16,0 0 0,0 0 0,0 40 15,0-40-15,-40 40 16</inkml:trace>
  <inkml:trace contextRef="#ctx0" brushRef="#br0" timeOffset="121353.7096">28851 9745 0,'-40'40'15,"0"-40"-15,-1 40 16,82-40 15,199 0-15,1-40-1</inkml:trace>
  <inkml:trace contextRef="#ctx0" brushRef="#br0" timeOffset="123963.4739">29613 9585 0,'0'40'0,"40"-40"32,1 0-17,-1-40-15,0 40 16,0-41-16,0 1 15,-40 0-15,40 40 16,-40-40 0,0 0-16,40 40 0,-40-40 0,0 0 15,0 0-15,40 40 0,-40-40 16,0 0-16,0-1 0,0 1 31,-40 40-31,40 40 47,-40-40-31,40 41-1,0-1-15,0 0 0,-40 0 0,40 0 0,0 0 16,0 0-16,0 0 16,0 0-16,0 0 0,0 1 0,0-1 15,0 0-15,0 0 16,0 0-16,0 0 0,0 0 0,0 0 15,0 0-15,0 1 0,0-1 16,-40-40-16,40 40 16,-40-40 31,0 0-32,0 0-15,-1 0 16,82 0 31,-1 0-32,0 0-15,0 0 16,0 0 0,0 0-16,0 0 0,0-40 0,1 40 15,-1 0-15,0 0 16,0 0-16,0 0 0,-40-40 15</inkml:trace>
  <inkml:trace contextRef="#ctx0" brushRef="#br0" timeOffset="124863.4215">25440 10627 0,'40'-40'31,"-40"0"-31,-40 40 15,0 0 79,0 0-78,0 0-16,80 0 78,0 0-78,0 0 16,0 0-16,0 0 0,1 0 15,-1 0 1,0 0-16,0 0 0,0 0 0,0 0 0,0 0 15,0 0-15,1 0 0,39 0 0,-40 0 0,0 0 16,0 0-16,40 0 0,-39 0 16,-1 0-16,0 0 0,0 0 0,40 0 0,-40 0 15,0 0-15,1 0 16,-1 0-16,0 0 0,0 0 0,0 0 0,0 40 16,0-40-16,0 0 0,1 0 15,-1 0-15,0 0 0,0 0 0,0 0 16,0 0-16,0 0 0,0 0 15,1-40 1</inkml:trace>
  <inkml:trace contextRef="#ctx0" brushRef="#br0" timeOffset="126293.3327">30416 9304 0,'0'-40'16,"0"80"93,0 0-109,0 0 0,0 0 16</inkml:trace>
  <inkml:trace contextRef="#ctx0" brushRef="#br0" timeOffset="126493.3984">30657 10066 0,'-41'40'15,"82"-80"-15,-82 120 0,41-40 0,0 0 31</inkml:trace>
  <inkml:trace contextRef="#ctx0" brushRef="#br0" timeOffset="127443.2621">31138 9665 0,'40'0'109,"0"0"-78,0-40-15,1 40 0,-41-40-16,40 40 15,0 0-15</inkml:trace>
  <inkml:trace contextRef="#ctx0" brushRef="#br0" timeOffset="127923.2366">31419 9344 0,'0'-40'15,"0"80"32,40-40-47,-40 40 0,0 40 16,0-40-1,0 0-15,0 1 0,0-1 16,0 0 0,0 0-16,0 0 15,80-40 1,-80-80-16,0 40 15,0 0-15,40-1 0,1 1 16,-41 0-16,40 0 16,-40 0-16,0 0 15,40 40-15,0 0 32,-40 40-17,0 0-15,40-40 0,-40 40 16,0 0-16,40-40 0,-40 40 15,0 1-15,0-1 16,0 0-16,0 0 0,-40-40 16,40 40-16,0 0 15,0 0-15,40-40 32,0 0-32</inkml:trace>
  <inkml:trace contextRef="#ctx0" brushRef="#br0" timeOffset="128163.237">31981 9504 0,'0'0'15,"0"-40"-15,40 40 31,0 0-15,0 0-16,0 0 0,0 0 0,0 0 16,1 0-1,-1 0-15,0 0 0,0 0 0,0 0 16,0 0 0</inkml:trace>
  <inkml:trace contextRef="#ctx0" brushRef="#br0" timeOffset="128423.2037">32181 9344 0,'0'0'16,"-40"-40"0,40 80 15,0 0-31,0 40 31,0 81-15,0-121-1,0 40 1,40-80 0</inkml:trace>
  <inkml:trace contextRef="#ctx0" brushRef="#br0" timeOffset="128893.2503">32502 9344 0,'0'-40'16,"-40"0"-16,40 0 15,0 0 1,40 40-1,0 0 1,1 0-16,-1 120 31,-40-80-31,0 40 16,-40 0 0,-1 1-1,1-81-15,0 40 31,120-40-15,-39 0 0,-1 0-1,0 40 1,-40 0 0,-40 120-1,-121-39 1,81-81 15,40-40-15,40-40-1</inkml:trace>
  <inkml:trace contextRef="#ctx0" brushRef="#br0" timeOffset="129273.2284">32904 9344 0,'40'0'0,"-80"0"0,120 0 31,-40 0-15,0 0-16,0 40 15,0-40 1,-40 40-16,0 0 16,-40 0-1,0-40 1,40 40 0,-40-40-16,40 41 0,-40-1 15,40 0-15,-40-40 0,40 40 16,0 0-16,0 0 15,-40-40-15,0 40 0,40 0 16,-41-40 0</inkml:trace>
  <inkml:trace contextRef="#ctx0" brushRef="#br0" timeOffset="129503.1775">33144 9865 0,'-40'0'15,"0"0"1,0 0 0,40 40-16,-40 1 15,40-1-15,-40 0 16,40 0-1,0 0-15,-40-40 0,40 40 16</inkml:trace>
  <inkml:trace contextRef="#ctx0" brushRef="#br0" timeOffset="129883.1145">33425 9544 0,'0'0'15,"0"-40"-15,0 80 32,-40 1-17,40-1-15,0 40 16,0-40-16,0 0 15,40-40 1,0 0 0,1 0-16,-41-40 0,0 0 15,40 40-15,-40-40 16,40 0-16,-40 0 0,0-1 0,0 1 16,0 0-1,-40 40 1,0 40-1,-1-40-15,1 0 0,40 40 16,-40-40-16,0 0 0,40 41 0,-40-1 16</inkml:trace>
  <inkml:trace contextRef="#ctx0" brushRef="#br0" timeOffset="130863.0921">31018 10868 0,'-40'0'16,"40"-40"-16,0 0 15,40 80 48,-40 0-48,0 0-15,0 0 16,0 0-16,0 0 0,0 0 16,0 1-16,0-1 15,0-80 17,40-1-17,-40 1-15,40 40 0,-40-40 0,40 0 0,0 40 16,-40-40-16,40 0 0,0 40 15,-40-40-15,41 40 0,-1 0 32,-40 40-1,0 0-31,0 0 16,0 0-16,0 0 15,0 0-15,0 1 0,0-1 16,0 0-16,0 0 15</inkml:trace>
  <inkml:trace contextRef="#ctx0" brushRef="#br0" timeOffset="131313.103">32021 10667 0,'0'0'16,"0"-40"-16,-40 40 31,0 0-15,40 40-1,-81 1 1,41 39-1,-40 0 1,-40 0 15,160-80 1,0 0-32,0 0 15,0 0-15,0 0 31,0 40-15,41 0 0,-41 41 15,0-81-15</inkml:trace>
  <inkml:trace contextRef="#ctx0" brushRef="#br0" timeOffset="131553.0889">31700 11349 0,'-40'0'16,"80"0"-16,-80-40 15,80 40 1,40 0-1,-40 40 17,40 0-17,1-40 1,-41-40 0</inkml:trace>
  <inkml:trace contextRef="#ctx0" brushRef="#br0" timeOffset="132222.975">32382 10667 0,'0'0'0,"-40"0"0,40-40 31,40 0 1,0 40-17,0-40-15,0 40 16,0 0 0,1 0-16,-1 0 0,0 40 15,-40 0-15,40-40 0,-40 40 16,0 1-1,-40-1-15,0 0 0,0 0 16,40 0-16,-41-40 16,41 40-16,-40 0 0,0-40 15,80 0 48,0 0-63,1 0 0,-1 0 15,0 0 1,-40 40-16,0 0 16,0 0-1,0 1-15,0-1 16,0 0 0,-40-40-16,40 40 0,-40-40 0,40 40 0,-41-40 15,41 40-15,-40-40 0,0 40 0,0-40 16,0 40-16,0-40 0,0 0 15,0 0-15,-1 0 0,1-40 0</inkml:trace>
  <inkml:trace contextRef="#ctx0" brushRef="#br0" timeOffset="134362.8468">9390 15360 0,'-41'0'16,"1"0"15,40 40 94,0 0-109,0 0-1,0 0 1,0 0 0,0 0-16,0 0 0,0 1 0,0-1 15,0 0-15,0 0 0,0 0 0,-40 0 16,40 0-1,0 0-15,-40 0 0,40 1 16,0-1-16,0 0 16,0 0-16,0 0 0,0 0 15,0 0-15,0 0 16,0 0-16,0 0 0,0 1 16,0-1-16,0 0 0,0 0 15,-40 0-15,40 0 0,0 0 0,-40 40 16,40-39-16,0-1 0,-40 0 0,40 0 0,0 0 15,0 0-15,-40 0 16,40 0-16,0 0 0,0 0 0,0 1 0,0-1 16,-41 0-16,41 0 15,0 0-15,0 0 0,0 0 0,0 0 16,0 0 0,0 1-16,-40-1 0,40 0 0,0 0 15,0 0-15,-40 0 0,40 0 0,0 0 16,0 0-1,-40-40-15,40 40 0,0 1 16,0-1 0,0 0-16,0 0 0,-40-40 15,40 40-15,0 0 0,0 0 16,0 0-16,0-80 47,0 0-32,0 0 1,0 0-16,0 0 0,0 0 0,-40 0 0</inkml:trace>
  <inkml:trace contextRef="#ctx0" brushRef="#br0" timeOffset="136382.7409">762 17886 0,'0'0'15,"0"-40"-15,0 0 32,41 40-1,-1 0-15,0 0-1,0 0 1,0 0-1,0 0 1,0 40 0,0-40-16,1 0 15,-1 0-15,-40 40 0,40-40 16,0 0-16,0 0 0,0 0 0,0 0 0,0 0 16,1 0-16,-1 0 0,0 0 0,40-40 0,-40 40 15,40 0-15,1-40 16,-41 40-16,40 0 0,0 0 0,1 0 0,-1 0 15,-40 0-15,40 0 0,0 0 16,-39 0-16,39 0 0,-40 0 0,0 0 0,0 0 16,0 0-16,41 0 15,-41 0-15,0 0 0,0 0 0,0 0 0,0 0 16,0 0-16,0 0 0,1 0 16,-1 0-16,40 0 0,-40 0 0,0 0 0,40 0 15,1-40-15,-41 40 0,40 0 0,0 0 0,-39 0 16,39 0-16,0 0 15,0 0-15,-40 0 0,41 0 0,-1-40 0,0 40 16,0 0-16,-39 0 0,39 0 16,0 0-16,-40 0 0,40 0 0,-39 0 0,39 0 15,-40 0-15,0 0 16,0 0-16,0 0 0,0 0 0,41 0 0,-41 0 16,0 0-16,0 0 0,0 40 0,0-40 0,0 0 15,41 0-15,-41 0 0,40 0 16,-40 0-16,40 0 0,1-40 0,-41 40 0,40 0 15,0-40-15,-40 40 16,41 0-16,-1 0 0,-40 0 0,40 0 0,-40 0 16,41 0-16,-41 0 0,0 0 15,40 0-15,-40 0 0,0 0 0,1 0 0,39-40 16,-40 40-16,0 0 16,0 0-16,40 0 0,-39 0 0,-1 0 0,0 0 15,40 0-15,-40 0 0,0 0 0,41 0 0,-41 0 16,0 0-16,0 0 0,0 0 15,0 0-15,0 0 0,1 0 0,-1 0 0,0 0 16,0 0-16,40 0 16,-40 0-16,0 0 0,1 0 0,39 0 0,-40 0 15,0 0-15,40 0 0,-40 0 16,41 0-16,-41 0 0,40 0 0,-40 0 0,40 0 16,-39 0-16,39 0 0,-40 0 0,0 0 0,0 0 15,0 0-15,0 0 16,1 0-16,-1 0 0,40 0 0,-40 0 0,0 0 15,0 0-15,0 0 0,41-40 16,-41 40-16,40 0 0,-40 0 0,40 0 0,-39-40 16,39 40-16,-40 0 15,40 0-15,-40 0 0,0 0 0,41 0 0,-41 0 16,0 0-16,0 0 0,0 0 16,40 0-16,-39 0 0,-1 0 0,0 0 0,0 0 15,0 0-15,0 0 0,0 0 0,0 0 0,41 0 16,-41 0-16,40 0 15,0-41-15,-40 41 0,41 0 0,-1 0 0,0 0 16,-40 0-16,41 0 0,-41 0 16,40 0-16,-40-40 0,0 40 0,0 0 0,1 0 15,-1 0-15,0 0 16,0 0-16,0 0 0,0 0 0,0 0 16,0 0-16,1 0 0,-1 0 0,0-40 15,0 40-15,0 0 0,0 0 16,0 0-16,41 0 0,-41 0 0,0 0 0,0 0 15,0 0-15,40 0 16,-40-40-16,1 40 0,-1 0 0,0 0 16,0 0-16,0 0 15,0 0-15,0 0 32,0 0-32,1 0 0,-1 0 15,0 0-15,0 0 0,0 0 0,0 0 0,0 0 16,0 0-16,1 0 0,-1-40 15,0 40-15,0 0 0,0 0 16,0 0 0,0-40-1,0 40-15,1 0 16,-1-40-16,0 40 16,-80 0 62,0 0-63,40-40-15</inkml:trace>
  <inkml:trace contextRef="#ctx0" brushRef="#br0" timeOffset="137202.7188">11757 17485 0,'40'0'15,"-40"-40"-15,0 80 78,0 0-46,-40-40-1,80 0 16,0 0-32,-80 41 17,0-1-17,0-40 1,0 0-1,40-40-15,0-1 16,0 1-16,80 0 16,-40 0-16,0 40 0,-40-40 15,40 40-15,1 0 16,-41 80 0,-41-80-16,41 40 0,-40-40 15,40 40-15,-40-40 0,40 41 16,-40-41-16,0 40 0,0-40 0,40-81 31,0 41-31,0 0 16,40 40-1,-40 40 32,-40 0-31</inkml:trace>
  <inkml:trace contextRef="#ctx0" brushRef="#br0" timeOffset="137802.7149">10433 17606 0,'0'0'0,"40"0"15,0-81 1,40 81-1,-80 41 32,0-1-31,0 0-16,-80-40 0,80 40 16,0 0-16,-40-40 0,40 40 0,-40-40 15,0 0-15,40 40 16,0-80-1,40 40-15,-40-40 16,40 40-16,-40-80 0,40 40 0,0 40 0,0-40 16,-40-1-16,40 41 0,-40-40 15,41 40-15,-82 40 32,1 1-32,0-1 15,0 0-15,0 0 16,40-80-1,0-40 1,0 39 0,40 41-16,-40-40 0,0 0 15,0 0 1</inkml:trace>
  <inkml:trace contextRef="#ctx0" brushRef="#br0" timeOffset="138682.6607">9630 17606 0,'0'-40'15,"-40"40"79,40 40-78,-40-40-16,80-40 93,-40-1-93,40 41 0,0 0 16,1 0 0,-41-40-16,40 40 0,-40 81 15,0-41 1,0 0-1,-40-40-15,40 40 0,-41-40 0,41 40 16,-40-40-16,40-80 31,0 40-15,40 0-16,1 40 16,-1 0-1,-40 40 1,0 0-1,0 0 1,-40-40-16,-1 0 16,1 0-16,40-40 15,0 0-15,0 0 16,40-1 0</inkml:trace>
  <inkml:trace contextRef="#ctx0" brushRef="#br0" timeOffset="139362.6171">9028 17686 0,'0'0'0,"41"0"31,-41-40 16,40 40-31,-40-40 0,0 80 15,-40-40-31,-1 40 0,1 0 15,0-40 1,40-40 15,40 40-15,-40-40-16,40 0 16,1 0-16,-1 40 15,-40-41-15,0 122 31,-40-81-31,40 80 0,-41-80 16,41 40-16,-40-40 16,0 0-16,40 40 0,-40-40 0,0 0 31,40-40-31,0 0 16,0 0-16,0 80 62,0 0-62</inkml:trace>
  <inkml:trace contextRef="#ctx0" brushRef="#br0" timeOffset="140162.5659">7704 17766 0,'0'40'15,"0"0"-15,-40-40 16,40-40 31,0 0-32,0 0 1,-40 80 93,0 0-109,0-40 16,40 40 0,0-80-1,40 0-15,0 0 16,-40 0-16,40 40 15,-40-40-15,40 40 0,-40-40 0,40 40 0,1 0 16,-41 40 15,-41 0-15,41 0-16,-40-40 0,40 40 16,-40-40-16,40 40 0,-40-40 0,0 0 31,40-40-31,0 0 0,0 0 15,40 0-15,-40 0 16,40 40-16,-40-40 0,40 40 31,-40 40-31,0 0 16</inkml:trace>
  <inkml:trace contextRef="#ctx0" brushRef="#br0" timeOffset="141150.7212">11677 17485 0,'40'-40'157,"-40"0"-157,40 0 0,-40 0 15,0 0 1,0 0-16,0 0 0,40-1 0,-40 1 15,0 0-15,0 0 16,0 0-16,0 0 0,0 0 0,0 0 16,0 0-16,0 0 15,0-1-15,0 1 0,0 0 16,-40 0-16,40 0 0,0 0 31,0 0-31,0 0 16,40 40-1,-40-40-15,40 40 0,-40-41 16,40 1 0,-80 40 77,40 40-77,0 1-16,0-1 16,0 0-16,-40-40 15,40 40 1</inkml:trace>
  <inkml:trace contextRef="#ctx0" brushRef="#br0" timeOffset="141400.7526">10633 17485 0,'0'0'0,"-40"0"15</inkml:trace>
  <inkml:trace contextRef="#ctx0" brushRef="#br0" timeOffset="142030.7059">10593 17485 0,'0'40'15,"-80"1"16,80-1 1,-40 0-17,40 0-15,0-80 78,0 0-62,0 0-16,0-1 16,0 1-1,40 0 1,-40 0-16,40 0 16,-40 0-16,0 0 15,0 0-15,40 0 0,-40-1 0,0 1 0,0 0 16,0 0-16,0 0 15,0 0-15,0 0 0,0 0 16,0 0-16,0 0 16,40 40-16,-40-41 0,0 1 15,0 0 1,0 0 0,0 0 30,0 0-30,41 40 0,-41-40-16,0 80 125,-41-40-110,41 40-15,-40-40 16</inkml:trace>
  <inkml:trace contextRef="#ctx0" brushRef="#br0" timeOffset="142975.3105">9711 17686 0,'-41'40'16,"41"0"0,-40-40-1,40 40 1,-40-40 15,40-40 0,0 0-31,0 0 32,0 0-17,0 0 17,0 0-17,0-1 1,40 41-16,-40-40 0,0 0 0,0 0 15,0 0 1,40 0-16,-40 0 0,41 0 0,-41 0 16,0-1-16,0 1 0,40 0 15,-40 0 1,0 0-16,0 0 0,0 0 16,40 0-1,-40 0-15,0 0 0,0-1 16,0 1-1,0 0 1,0 0 0,0 0 15,0 80 125,0 0-156,0 0 16,0 0-1</inkml:trace>
  <inkml:trace contextRef="#ctx0" brushRef="#br0" timeOffset="144734.133">8908 17606 0,'0'0'0,"0"40"63,0 0-32,0 0 47,0-80-31,0 0-16,0 0-31,0 0 0,40-1 16,-40 1-16,0 0 16,0 0-16,0 0 15,0 0 1,40 0-16,-40 0 0,0 0 15,0-1-15,0 1 16,0 0-16,40 40 16,-40-40-16,0 0 31,0 0-15,0 0-1,41 40-15,-41-40 0,0 0 16,0 0-1,40-1 1,-40 1 78,0 0-79,40 40-15,-40-40 16,0 0 0,0 0 31,0 80 46,0 0-77,0 0 15,-40-40-15,40 40-16,0 0 15,0 1 1</inkml:trace>
  <inkml:trace contextRef="#ctx0" brushRef="#br0" timeOffset="146003.9988">7744 17606 0,'-40'0'16,"0"0"-1,0 0 1,40 40 0,-40-40-1,40 40 17,0 0-1,0-80 31,0 0-62,0 0 32,0 0-32,0-1 0,0 1 15,40 0-15,-40 0 16,0 0-16,40 0 0,-40 0 15,0 0-15,0 0 0,0-1 16,0 1-16,0 0 16,0 0-16,0 0 0,0 0 15,0 0 1,0 0 15,0 0-15,40 40-1,-40-40-15,0-1 16,0 1 47,0 0-32,0 0-16,0 0 79,40 40-47,-40 40 62,0 0-93,0 0 0,0 0-16</inkml:trace>
  <inkml:trace contextRef="#ctx0" brushRef="#br0" timeOffset="146993.9393">8306 17726 0,'-40'0'0,"40"-40"47,0 0 62,0 0-93,40 40 0,-40-40-16,0-1 0,0 1 15,0 0 1,0 0 0,0 0-1,0 0 1,0 0-1,0 0 1,0 0-16,40 40 0,-40-41 16,0 1-1,40 40-15,-40-40 0,0 0 0,0 0 16,0 0-16,0 0 16,0 0-16,0 0 15,0 0 1,41 40 31,-41-41-32,40 41 1,-40-40-16,40 40 16,-40-40-16,0 0 15,0 0 32,0 0-31,0 80 77,-40-40-77,40 40-16,0 0 16</inkml:trace>
  <inkml:trace contextRef="#ctx0" brushRef="#br0" timeOffset="147493.9653">7423 17205 0,'-40'-81'15,"0"81"-15,0 0 32,0-40-32,0 40 15,0 0-15,-1 40 0,1-40 16,0 0-1</inkml:trace>
  <inkml:trace contextRef="#ctx0" brushRef="#br0" timeOffset="147693.9527">6420 17285 0,'-80'0'0,"160"0"0,-240-80 31,160 39-31,-40 1 16,-41 0 0,1 40-1</inkml:trace>
  <inkml:trace contextRef="#ctx0" brushRef="#br0" timeOffset="147893.9413">5417 17365 0,'-40'-40'31,"80"80"-31,-120-120 0,40 40 0,0 0 0,-1-41 16,1 81-16,-40-40 31,40 40-31,0 0 0,0 0 0,-81 80 31,81-80-31</inkml:trace>
  <inkml:trace contextRef="#ctx0" brushRef="#br0" timeOffset="148133.8537">3692 17285 0,'-81'0'15,"162"0"-15,-402-40 16,240 40-16,41 0 0,-120-40 31,120 40-31,-121 0 16,121 0-16,0 0 0,0 0 0,0 0 15,-1 80 1</inkml:trace>
  <inkml:trace contextRef="#ctx0" brushRef="#br0" timeOffset="149273.7833">10232 14959 0,'-40'0'0,"40"-40"15,0 80 64,0 0-79,0 0 15,0 0-15,0 0 0,0 0 16,0 0-16,0 0 0,0 1 0,0-1 15,40-40-15,-40 40 0,0 0 0,40-40 32,0 0-32,1 0 0,-1 0 15,0 0-15,0 0 16,-40-40-16,40 40 0,0 0 0,-40-40 16,40 0-16,0-1 15,-40 1-15,41 40 0,-41-40 0,0 0 0,0 0 16,0 0-16,0 0 0,0 0 15,-41 0-15,41-1 16,0 82 31,0-1-31,0 0-16,0 0 15,41-40-15,-41 40 16,0 0-16,0 0 0,0 0 0,40-40 15,-40 40-15,40-40 0,-40 41 0,40-41 0,-40 40 16,40-40-16,0 40 16,0-40-16,1 0 0,-41 40 0,40-40 15,0 0 1,0 0-16</inkml:trace>
  <inkml:trace contextRef="#ctx0" brushRef="#br0" timeOffset="149573.7889">11276 14718 0,'-41'0'32,"82"0"-32,-122 0 15,81 40-15,-40 0 16,40 0-16,0 41 15,0-41-15,0 0 0,0 0 32,0 0-32,80 40 15,-80-40-15,41-40 0,39 40 16,-40 1-16,40-41 31,-40 0-31,0 0 0,1-41 0</inkml:trace>
  <inkml:trace contextRef="#ctx0" brushRef="#br0" timeOffset="149813.7501">11677 14959 0,'0'-40'16,"-40"40"-16,80 0 78,0 0-62,0 0-16,0 0 0,0 0 31,0 0-15,1-41-1,-41 1-15</inkml:trace>
  <inkml:trace contextRef="#ctx0" brushRef="#br0" timeOffset="150373.7327">12158 14758 0,'0'0'0,"0"-40"0,0 0 31,40 40 0,1 40-15,-1 0 0,-40 0-1,40 0-15,-40 0 0,0 1 16,0-1 0,0-80 15,0-1-31,40-39 15,-40 40-15,40 0 0,-40 0 16,40 40-16,-40-40 0,40 0 16,0 40-16,1 0 15,-1 0 1,-40 40-16,40 0 16,-40 40-1,0-40-15,0 0 0,0 0 0,40-40 16,-40 41-16,0-1 0,0 0 15,40-40 1,-40 40-16,40-40 16</inkml:trace>
  <inkml:trace contextRef="#ctx0" brushRef="#br0" timeOffset="150613.7752">13242 14919 0,'0'-81'15,"0"162"-15,0-202 0,80 41 16,-40 40-16,0 40 0,40-40 16,121 0-1,-81 40 1,-79 0-1,-1 0-15</inkml:trace>
  <inkml:trace contextRef="#ctx0" brushRef="#br0" timeOffset="150853.7628">13563 14477 0,'-81'0'15,"162"0"-15,-202-40 32,121 80-1,0 1-31,0-1 0,40 0 16,-40 0-16,0 0 0,0 0 15,0 0-15,41 0 0,-41 40 0,0-39 0,0-1 16,40 0-16,-40 0 0,0 0 15,40 0 1</inkml:trace>
  <inkml:trace contextRef="#ctx0" brushRef="#br0" timeOffset="151403.652">14165 14397 0,'-41'-40'16,"82"80"-16,-82-160 16,122 120-16,39-40 15,81 0 17,-161 80-17,-40 40 1,0-40-16,-40 40 0,40-40 0,-40 81 15,-1-121 1,1 40-16,80-40 16,1 0 15,-1 0-31,0 0 0,0 0 0,-40 40 31,0 40-15,0-40-16,-40 0 0,-40 81 31,39-121-31,1 40 0,-40-40 16,40 40-16,0-40 15,0 0-15,40-80 0</inkml:trace>
  <inkml:trace contextRef="#ctx0" brushRef="#br0" timeOffset="151643.714">14847 14197 0,'40'0'16,"0"0"-16,40 0 16,-80 40-1,40-40-15,1 120 16,-41-80-16,0 0 0,0 0 0,-121 281 31,-79 0-15,159-281-16,1 40 0</inkml:trace>
  <inkml:trace contextRef="#ctx0" brushRef="#br0" timeOffset="152803.5663">19822 16563 0,'-40'0'15,"40"40"-15,-40-40 16,0 0 0,40 40-16,40-40 31,0 0-31,0 0 0,1-40 16,-1 40-16,40-40 15,-40 40-15,0-40 0,40 0 0,-39 0 0,39-1 16,-40 1-16,0 0 0,0 0 0,0-40 0,-40 40 15,40 0-15,-40-40 0,0 39 16,0-39-16,0 40 0,0 0 0,0-40 0,-40 40 16,40 0-16,-80-41 15,80 41-15,-40 40 0,40-40 0,-40 0 0,0 40 16,40-40 0,-40 40-16,40 80 15,0-40 1,0 0-16,-41 0 0,41 1 0,0-1 0,-40 0 15,40 40-15,0-40 0,0 40 0,0 1 0,0-41 16,0 40-16,40 0 0,-40 0 16,41-40-16,-41 41 0,40-1 0,-40-40 0,40 40 15,0-40-15,0 0 16,-40 0-16,40 1 0,0-1 0,-40 0 0,40-40 16,-40 40-16,41-40 0,-1 0 15</inkml:trace>
  <inkml:trace contextRef="#ctx0" brushRef="#br0" timeOffset="153183.5468">21347 16162 0,'-40'-40'16,"80"80"-16,-40-80 15,40 40-15,41-40 16,79 0 0,-80-41 15,-40 1-15,-160 80-1,-81 40 1,81 161 15,120-161-31,0 0 0,120 80 31,-79-80-31,-1 0 0,80 1 16,-40-1-16,1-40 16,-41 0-16,120 0 0</inkml:trace>
  <inkml:trace contextRef="#ctx0" brushRef="#br0" timeOffset="153453.6026">22712 15400 0,'-81'0'15,"162"0"-15,-202 0 0,81 40 16,0 0-16,40 0 0,-40 40 15,120 161 1,0 80 15,-80-201-31,40-40 0,-40 41 16,0-41-16,-40 120 16,40-119-1,-40-41-15,0 0 16</inkml:trace>
  <inkml:trace contextRef="#ctx0" brushRef="#br0" timeOffset="153643.5912">22391 16683 0,'-41'-40'31,"41"0"-31,0 0 0,41 0 16,-1 0-16,80-41 0,-80 81 0,161-120 31,-41 0-15,-120 120-16,1-40 15</inkml:trace>
  <inkml:trace contextRef="#ctx0" brushRef="#br0" timeOffset="153873.5202">23273 15440 0,'-40'-40'32,"0"40"-32,40 40 15,0 40 1,0 40 0,40-79-16,-40 199 15,0-200-15,0 41 0,0 79 16,0-80-16,0 81 31,0-121-31,0 0 0</inkml:trace>
  <inkml:trace contextRef="#ctx0" brushRef="#br0" timeOffset="154033.5675">23394 16122 0,'-40'0'15,"80"0"-15,-121-80 16,81 39-16,161-39 16,-41 0-1,-80 80-15,121-40 16</inkml:trace>
  <inkml:trace contextRef="#ctx0" brushRef="#br0" timeOffset="154363.4753">25039 15480 0,'-40'0'16,"80"0"-16,-161 0 15,81 0-15,40 40 16,0 0-16,121 121 16,-121-81-16,40-40 0,80 80 31,-120-80-31,40 41 0,0-41 0,-40 40 31,-200 0-15,-41-40-1,161-200 1</inkml:trace>
  <inkml:trace contextRef="#ctx0" brushRef="#br0" timeOffset="154563.4626">25601 15681 0,'0'0'0,"0"80"16,0-40 0,40 0-16,-40 0 0,0 0 15,0 0-15,0 0 16,0 1-16,0-1 0,0 0 0,0 0 16,0 0-1,0 0-15,-40-40 0</inkml:trace>
  <inkml:trace contextRef="#ctx0" brushRef="#br0" timeOffset="154733.5251">25801 15320 0,'-160'-81'16,"320"162"-16,-360-202 0,79 81 15,121 0-15,40 40 0,41 40 16</inkml:trace>
  <inkml:trace contextRef="#ctx0" brushRef="#br0" timeOffset="155173.4351">26644 15801 0,'-161'0'15,"322"0"-15,-402 40 0,41 0 32,159 0-32,1-40 0,-40 121 15,200 39 1,-79-160-16,159 40 15,-160-40-15,0 0 0,1 0 16,39-160 0,-80 79-1,0 1-15,-40-160 16,40 159-16,0 1 0,-40-120 31,40 160-31,0-41 16,-41 81-16,41 81 0,0-41 15,0 0-15,0 40 0,0-40 16,0 0-16,0 40 0,41 1 0,-41-41 0,40 40 16,-40 0-16,40-40 15,-40 40-15,40-39 0,-40-1 0,40 40 0,-40-40 16,0 0-16,0 0 0,40-40 16,-40 40-16</inkml:trace>
  <inkml:trace contextRef="#ctx0" brushRef="#br0" timeOffset="155483.4802">27206 16082 0,'0'0'0,"-40"0"16,120-121-1,0 81-15,0-40 16,-40 80-16,-40-40 0,41-40 31,-82 40-31,-79-1 31,80 82-31,-40-1 16,40 200 0,120-39 15,120-81-16,-79-80-15</inkml:trace>
  <inkml:trace contextRef="#ctx0" brushRef="#br0" timeOffset="155853.4573">28369 15921 0,'-160'0'16,"320"0"-16,-441 40 31,281 0-31,41 41 16,39-41-16,-40-40 15,80 0 1,-80-40 0,1-161-1,-82-40 1,41 121-1,-40 80-15,0-160 16,40 159-16,-40 41 16,40 41-16,0-1 15,0 0-15,0 0 16,0 0-16,-40 40 0,40 0 0,0-40 0,0 41 16,0-1-16,0 0 0,0 0 15,40 1-15,-40-1 0,40 0 0,-40-40 0,40 40 16,-40-40-16,40 41 0,1-41 0,-41 0 0,40-40 15,0 40-15,0 0 16</inkml:trace>
  <inkml:trace contextRef="#ctx0" brushRef="#br0" timeOffset="156163.4398">29373 15560 0,'-81'-80'15,"81"40"-15,0 80 16,0 40 15,40-40-31,41 121 16,-81-81-16,40-40 0,-40 0 0,0 201 31,-80-41-15,-81-160-1,121-80 1</inkml:trace>
  <inkml:trace contextRef="#ctx0" brushRef="#br0" timeOffset="156923.3259">29653 15881 0,'0'0'16,"41"0"0,-1 0-16,40-40 15,-40 40 1,0-40-16,0 40 0,-40-40 16,40 0-16,-40 0 15,0-1-15,0 1 0,-40 0 0,40 0 16,-40 40-16,40-40 0,-40 0 0,0 40 31,40 40-31,0 40 16,0-40-16,0 0 0,0 1 15,0-1-15,0 0 0,0 0 0,0 0 0,0 0 16,40-40-16,-40 40 16,40 0-16,0-40 0,0 40 0,1-40 15,-1 0-15,0 0 0,0 0 0,0 0 0,0-40 16,0 40-16,0-40 0,1 40 15,-41-40-15,40 0 0,-40 0 0,40 0 0,-40 0 16,0 0-16,0-1 16,0 1-16,40 0 0,-40 0 0,0 0 0,0 0 15,0 0-15,0 80 16,-40-40 0,40 40-16,-40 0 15,40 0-15,-40 0 0,40 41 0,0-41 0,0 0 16,0 0-16,-41 0 0,41 0 0,0 0 15,41-40 1,-1 0-16,0-40 16,0 0-1,-40 0-15,0 0 0,0 0 0,40 0 0,-40-1 16,0 1-16,40 0 0,-40 0 16,0 0-16,0 80 15,-40 0 1,40 0-16,0 0 15,-40 41-15,40-41 0,0 0 0,0 40 0,0-40 16,0 40-16,0-39 0,0 39 16,0 0-16,0-40 0,0 40 0,0 0 0,0-39 15,0 39-15,40-40 16,-40 0-16,0 0 0,0 0 0,40 0 0,-40 0 16,40-80-1,-40 0-15,40 0 16,-40 0-16,41 0 0,-41 0 0,40 0 0,-40 0 15,40 40-15,-40-41 16,40 1-16,-40 0 0,0 0 0,40 40 0,-40-40 16,0 0-16,40 40 0,-40-40 15,0 0-15,40 40 16,-40-40 0,0 0-16</inkml:trace>
  <inkml:trace contextRef="#ctx0" brushRef="#br0" timeOffset="157313.3699">31178 15440 0,'-40'-40'0,"80"80"0,-80-120 31,0 80-31,40 80 0,0-40 16,0 40-16,0 81 31,80-41-15,0-120-1,-80-40 1,41 0 0,-41-121-1,0 121-15,0 80 31,0 0-15,0 121 0,80-41 15,-80-80-31,40-40 16,0 0-16,-40-40 15</inkml:trace>
  <inkml:trace contextRef="#ctx0" brushRef="#br0" timeOffset="157603.3552">31700 15600 0,'0'0'0,"0"-40"0,0 0 32,120 0-17,-80 0-15,41-40 16,-81 40-16,0 0 15,0-1-15,-41 41 16,1 0-16,-40 41 16,-40 159 15,120 1-15,40-81-1,40-40 1,-40-80-16</inkml:trace>
  <inkml:trace contextRef="#ctx0" brushRef="#br0" timeOffset="157883.2648">32021 15400 0,'0'0'0,"0"40"15,0 0 1,40-40-1,-40 40-15,0 0 0,40 0 16,-40 0 0,40-80 15,0 0-31,-40 0 0,40 0 16,1 40-1,-41 40 1,0 40-16,0-40 0,0 1 15,-41-1-15,41 0 16,0 0-16,-40 0 0,40 0 16</inkml:trace>
  <inkml:trace contextRef="#ctx0" brushRef="#br0" timeOffset="158073.2654">32663 15400 0,'-40'0'16,"80"0"-16,-120 40 0,-1-40 0,41 40 0,0 0 15,40 80 1,40 41 15,-40-121-31,40 40 16,0-80-16</inkml:trace>
  <inkml:trace contextRef="#ctx0" brushRef="#br0" timeOffset="158403.2679">32944 15640 0,'0'0'0,"-40"0"15,40 41-15,40-41 31,80 0-15,1-81 0,-121 41-16,0 0 15,40 40-15,-40-40 16,-81 40 0,1 40-1,0 161 1,80-161-16,0 0 15,0 0-15,0 40 16,80-40 15</inkml:trace>
  <inkml:trace contextRef="#ctx0" brushRef="#br0" timeOffset="159143.2573">29814 15199 0,'0'40'31,"-40"-40"-31,0 0 16,0 0-1,-1 0-15,1 0 16,0 0-16,0 0 15,40 41 1,-40-41-16,40 40 0,-40-40 0,40 40 16,0 0-1,0 0-15,0 0 0</inkml:trace>
  <inkml:trace contextRef="#ctx0" brushRef="#br0" timeOffset="250694.3075">11155 18127 0,'0'0'0,"40"0"62,0 0-30,-40-40-32,41 40 15,-1-40 1,0 40 0,0 0-1,0 0 16,0 0-15,0 0-16,-40 40 16,40-40-1,-40 40-15,41-40 16,-41 40-16,0 0 16,0 0-1,-41-40 1,41 40-16,-40-40 0,0 41 15,0-41 1,40 40 0,-40-40-16,80 0 62,0 0-31,0 0-31,0 0 16,1 0-16,-82 0 63,1 0-63,40 40 15,0 0 48,0 0-32,-40 0-15,0-40-1,40 40-15,-40 0 16,0-40-1,0 40-15,0-40 0,-1 40 16,1-40-16,0 0 31,0 0-31,0 0 16,0 0-16,40-40 16,-40 40-16,40-40 0,0 0 31,-40 40-31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6:59:44.1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3250 2285 0,'40'41'78,"-40"-1"-47,0-80 31,-40 40-46,0 0 15,0 0-31,0 0 16,0 0 0,0 0-1,-1 0 1,1 0-16,0 40 15,0-40 1,0 40-16,0-40 16,40 40-16,-40-40 0,40 40 0,-40-40 15,40 40-15,-41-40 16,41 40-16,0 0 16,0 0-1,0 0 1,41-40-16,-41 41 15,40-41-15,-40 40 0,40 0 16,0-40-16,-40 40 0,40-40 0,0 0 16,0 0-1,0 0-15,1 0 16,-1 0-16,0 0 16,0-40-16,0 40 0,0 0 15,-40-40-15,0 0 16,40-1-16,0 1 0,-40 0 15,0 0-15,41 40 16,-41-40-16,0 0 0,0 0 16,0 0-16,0 0 31,-41 40-31,41 40 94,0 0-79,0 0 1,-40 0 0,40 0-1,0 0-15,0 0 16,0 0-16,0 1 15,40-41 1,-40 40-16,41 0 0,-1-40 16,0 40-16,0-40 15,0 0-15,0 0 16,0 0-16,1 0 0,-1 0 16,0-40-1,0 0-15,0 40 0,-40-40 0,40 40 16,-40-41-16</inkml:trace>
  <inkml:trace contextRef="#ctx0" brushRef="#br0" timeOffset="649.8855">3732 1684 0,'0'0'0,"40"0"32,0 0-17,0 0-15,-40 40 0,40-40 0,-40 40 16,40-40 0,-40 40-16,41-40 0,-41 40 0,40 0 15,-40 0-15,40-40 16,-40 41-16,0-1 0,0 0 31,0-80 0,0 0-31,0-1 16,0 1-16,40 0 0,-40 0 16,0 0-1,40 40-15,40-40 0,-40 40 16,1 0-16,-41-40 15,40 40-15,0 0 0,0 0 16,-40 40-16,0 0 16,40-40-16,-40 40 15,0 0-15,0 0 0,0 0 16,0 1-16,0-1 16,0 0-16,0 0 0,0 0 15,0 0 1,0 0-1,40-40-15,0 0 16</inkml:trace>
  <inkml:trace contextRef="#ctx0" brushRef="#br0" timeOffset="1509.8368">5257 2085 0,'0'80'78,"-41"-80"-62,41 40-16,0 0 0,0 0 0,0 1 15,0-1-15,-40-40 0,40 40 16,0 0-16,0 0 0,0 0 0,0 0 16,0 0-16,0 0 0,40 0 15,1-40 1,-1 0-16,0 0 16,-40-40-16,40 40 0,0-40 15,0 0-15,0 0 0,0 0 16,1 0-16,-1 0 15,-40 0-15,40 0 0,-40-1 16,40 41-16,-40-40 0,0 0 16,0 0-1,0 80 63,0 0-62,0 0-16,-40-40 0,40 41 16,0-1-16,0 0 0,0 0 15,0 0-15,0 0 16,0 0-16,0 0 0,0 0 16,40-40-1,-40 40-15,40-40 0,0 0 16,0 0-16,0 0 15</inkml:trace>
  <inkml:trace contextRef="#ctx0" brushRef="#br0" timeOffset="1879.8112">6541 2005 0,'-41'-40'16,"82"80"-16,-162-80 31,81 80-31,40 0 0,-80 80 31,80 0-15,-40-79-16,40 39 0,0-40 0,0 0 16,120 120-1,-80-79 17,81-81-17,-81-41-15</inkml:trace>
  <inkml:trace contextRef="#ctx0" brushRef="#br0" timeOffset="2359.8607">6821 2285 0,'0'-40'31,"41"40"-15,-1 0-1,0 0-15,0 40 16,-40 1-16,0-1 16,0 0-1,0 0-15,0 0 16,-40-40-16,40 40 16,0 0-1,0-80 16,40 0-31,0 0 16,0 0-16,0 0 0,0 0 16,-40-1-16,41 41 0,-1 0 31,-40-40-31,40 40 0,0 0 31,0 0-31,-40 40 0,0 1 31,0-1-31,0 0 0,0 0 16,0 0-16,0 0 16,0 0-1,-40-40-15,40 40 16</inkml:trace>
  <inkml:trace contextRef="#ctx0" brushRef="#br0" timeOffset="2669.7821">8025 2005 0,'0'0'15,"0"-40"1,0 120 15,0-40-31,40-40 0,-40 40 0,0 0 16,41-40-16,-41 40 0,0 0 16,0 0-16,0 1 0,0-1 0,0 0 15,0 0-15,0 0 16,-41 0-16,41 0 0,-40 0 0,40 0 15,-40-40-15,40 40 0,-40-40 16,40 41-16,-40-41 0,0 40 0,0-40 16</inkml:trace>
  <inkml:trace contextRef="#ctx0" brushRef="#br0" timeOffset="3319.7985">9871 1924 0,'-40'0'31,"40"41"-15,-40-1-16,0 0 16,0 0-16,-1 0 15,1 0-15,0-40 0,0 40 0,0 0 0,0-40 16,-40 40-16,39 1 0,1-41 16,0 0-16,0 40 0,0-40 0,0 0 15,0 0 1,80 0 31,-40 40-32,40-40 1,0 0-16,-40 40 0,40 0 0,0-40 0,-40 40 16,40-40-16,1 40 0,-1 0 15,0 0-15,0 0 0,0 1 16,-40-1-1,40-40-15,-40 40 0,40-40 16,-40 40-16,40-40 0,1 0 31</inkml:trace>
  <inkml:trace contextRef="#ctx0" brushRef="#br0" timeOffset="4039.7548">9711 2526 0,'-81'0'16,"162"0"-16,-202 0 31,81 0-31,0 0 0,80 0 63,0 0-48,0 0 1,0 0-16,1 0 0,-1 0 0,0 0 16,0 0-16,40 0 0,-40 0 0,0 0 0,1 0 15,39 0-15,-40 0 16,0 0-16,0 0 0,0 0 0,0 0 16,1-40-16,-1 40 15,0 0-15,40 0 0,-40 0 0,0 0 0,0-40 16,1 40-16,-1 0 15,40 0-15,-40 0 0,40 0 0,1 0 0,-1 0 16,0 0-16,0 40 0,1-40 0,-1 0 0,0 40 16,-40-40-16,41 0 0,-41 0 15,40 0-15,-40 0 0,0 0 0,0 0 0,0 0 16,1 0-16,-1 0 16,0 0-16,40 0 0,-40 0 0,40 0 0,-39 0 15,39 0-15,-40 0 0,40 0 16,-40 0-16,0 0 0,41 0 0,-41 0 0,0 0 15,0 0-15,0 0 16,0 0-16,0 0 16,1 0-16,-1 0 15,0 0 48,-40-40-32</inkml:trace>
  <inkml:trace contextRef="#ctx0" brushRef="#br0" timeOffset="4449.6884">13001 2285 0,'0'0'0,"-40"0"16,40-40-16,-40 40 31,40 40 0,0 1-15,40-41-16,0 0 15,-40 40-15,40-40 0,-40 40 0,40-40 16,0 0-16,-40 40 0,40-40 0,1 0 0,-1 40 16,0-40-16,0 0 15,0 0-15,-40 40 47,-40-40-47,40 40 0,-40 0 16,-40 0-16,39 0 0,1-40 0,0 41 15,0-41-15,40 40 16,-40 0-16,0-40 0,0 40 0,0-40 16,40 40-16,-41-40 0,1 0 15,40 40-15</inkml:trace>
  <inkml:trace contextRef="#ctx0" brushRef="#br0" timeOffset="5279.6178">11235 1884 0,'0'0'0,"-40"0"32,80 0 15,1 0-32,-1 0 1,0 0-16,0 0 0,0 0 15,0 0-15,0 0 16,0 0-16,1-40 0,-1 40 0,0 0 16,-40 40 46,0 0-62,0 1 16,0-1-1,-40 0-15,0 0 16,-1 0-16,1-40 0,0 40 16,0-40-1,40 40-15,-40-40 0,0 0 0,40 40 16,-40-40 0,80 0 46,0 0-46,0 0-16,0 0 0,0 0 0,0 0 15,1 0-15,-1 0 16,0 0-16,0 0 0,0 0 0,0 0 0,0 0 16,0 0-16,1 0 0,-1 0 15,0 0-15,0 0 31</inkml:trace>
  <inkml:trace contextRef="#ctx0" brushRef="#br0" timeOffset="6669.5954">15409 882 0,'0'0'0,"40"0"78,40 0-62,-40 0-1,0 0-15,0 0 0,0 0 0,41 0 0,-41 0 16,0 0-16,40 0 0,-40 0 16,41 0-16,-41 0 0,40 0 0,-40 0 0,0 0 15,0 0-15,0 0 16,1 0 0,-41 40 30,-41-40-46,1 40 16,40 0-16,-40-40 0,40 40 0,-80 0 16,40 0-16,0 0 15,0 1-15,-1-41 0,1 40 0,0 0 0,0 0 16,0 0-16,0-40 16,40 40-16,-40 0 0,0-40 0,40 40 0,-41-40 15,41 40-15,-40-40 16,40 41-16,-40-41 15,80 0 48,0 0-63,1 0 16,-1 0-1,0 0-15,0 0 0,0 0 0,0 0 0,0 0 16,0 40-16,1-40 0,-1 0 15,0 0-15,40 0 0,-40 0 0,0 0 0,0 0 16,1 0-16,-1 0 0,0 0 0,0 0 16,0 0-16,0 0 15,0 0-15,-80 0 47,40 40-16,-40-40-31,0 0 16,0 0 0</inkml:trace>
  <inkml:trace contextRef="#ctx0" brushRef="#br0" timeOffset="7439.549">15248 2326 0,'-40'0'16,"80"0"-16,-120 0 0,40 0 15,0 0-15,40 40 0,-81-40 32,41 0-17,0 0 1,0 0 31,40 40 78,40-40-125,0 0 0,0 0 15,0 40-15,1-40 0,39 0 0,-40 0 0,40 0 16,0 0-16,-39 0 0,39 0 16,0 0-16,0 0 0,1 0 0,-41 0 0,40 0 15,0 0-15,0 0 16,1 0-16,-1 0 0,0 0 0,0 0 0,1 0 16,39 0-16,-40 0 0,41 0 15,-41 0-15,40 0 0,-39 0 0,-1 0 0,40 0 16,-40 0-16,1 0 15,-1 0-15,0 0 0,0 40 0,1-40 0,-41 0 16,40 0-16,-40 0 0,0 0 0,0 0 0,1 0 16,-1 0-16,-40 40 0,40-40 15,-80 0 48,0 0-32,-1 0-15</inkml:trace>
  <inkml:trace contextRef="#ctx0" brushRef="#br0" timeOffset="8549.4808">14606 3208 0,'-40'0'16,"80"0"-16,-40 0 47,40 0-47,0 0 16,0 0-16,1 0 15,-1 0-15,0 0 0,0 0 0,0 0 0,0 0 16,0 0-16,41 0 15,-41 0-15,0 0 0,0 0 0,0-40 0,0 40 16,0 0-16,0 0 0,1 0 0,-1 0 0,0 0 16,0 0-1,-40-40-15,40 40 0,-40 40 78,-40 0-62,40 0 0,-40 0-16,40 0 0,-40-40 0,40 40 15,-40 0-15,40 0 16,-41-40-16,41 41 0,-40-1 0,40 0 0,-40-40 16,0 40-16,40 0 0,-40 0 15,0-40-15,40 40 0,-40 0 0,0-40 0,40 40 16,-41 1-16,1-1 15,0 0-15,0 0 16,40 0-16,-40-40 0,40 40 16,-40-40-16,80 0 93,0 0-93,40 0 16,-40 0 0,1 0-16,-1 0 0,0 0 0,0 0 0,0 0 15,0 0-15,0 0 0,0 0 16,1 0-16,-1 0 0,0 0 16,0 40-1,0-40-15,0 0 0,0 40 16,0-40-1,1 0 1,-41-40-16,40 0 16</inkml:trace>
  <inkml:trace contextRef="#ctx0" brushRef="#br0" timeOffset="8829.3892">16171 3890 0,'0'-40'31,"0"80"-31,40-80 31,0 40-31,0 0 16,0 0-1,1 40-15,-1-40 0,0 40 16,0-40-16,0 0 16,0 0-1,0 0-15,0 0 0</inkml:trace>
  <inkml:trace contextRef="#ctx0" brushRef="#br0" timeOffset="9779.3314">17656 3689 0,'0'0'0,"-41"0"0,1-40 16,0 40-1,0 0-15,0 0 16,-40 0-1,80 40-15,-121 0 16,81-40-16,40 40 0,-80 0 31,80 1-31,-40 39 16,40-40-16,0 0 16,40-40-1,80 40 1,-80-40-1,1-40-15,79-40 16,-80 40-16,-40 0 0,40-1 16,-40 1-16,40 40 0,-40-40 15,0 0 1,0 80 93,0 0-93,0 0 0,0 1-16,40-41 0,-40 40 15,0 0-15,41-40 16,-41 40-16,40 0 0,0-40 15,-40 40-15,40-40 16,0 0 0,0 0-16,0 0 15,0 0-15,1 0 16,-1-40-16,0 40 16,0 0-1,-40-40-15,40 40 16,-40-40-1,40 40 1,0 0 47,-40-40 124</inkml:trace>
  <inkml:trace contextRef="#ctx0" brushRef="#br0" timeOffset="10839.3426">16452 3890 0,'-40'-40'47,"0"40"0,-1 0-32,1 0 1,40 40-16,40-40 62,1 0-62,-1 0 16,0 0 0,0 0-16,0 0 0,0 0 0,0 0 15,0 0-15,1 0 16,-1 0-16,0 0 16,0 0-1,0 0 16,-80 0 16,0 0-31,0 0 0,0 0-16,-1 0 0,1 0 15,0 0 1,0 0-16,0 0 0,0 0 0,0 0 15,0 0-15,-1 0 0,1 0 16,0 0-16,0 0 16,0 0-16,0 0 31,80 0 47,0 0-78,0 0 16</inkml:trace>
  <inkml:trace contextRef="#ctx0" brushRef="#br0" timeOffset="12549.1793">21066 1323 0,'-40'0'16,"0"0"-1,40 40 48,0 0-63,0 0 15,0 0-15,-40 0 0,40 1 0,0-1 0,0 0 16,0 0-16,0 0 16,0 0-16,0 0 0,0 0 0,0 40 0,0-39 15,0-1-15,0 0 16,0 0-16,0 0 0,0 0 16,0 0-1,0-80 16,0 0-15,0 0-16,0 0 0,0 0 0,0 0 16,0-41-16,0 41 15,0 0-15,0-40 0,0 40 0,0 0 0,40 0 16,-40 0-16,0-1 0,0 1 16,0 0-16,0 0 0,40 0 0,-40 0 0,40 40 15,-40-40-15,40 40 16,-40-40-16,41 0 0,-41-1 15,40 41-15,-40-40 0,40 40 0,0 0 16,0 0 0,-40 40-16,40 1 0,0-41 0,-40 40 15,0 0-15,0 0 16,40 0-16,-40 0 0,0 0 0,0 0 16,0 0-1,-40 1-15,0-1 0,-40 0 16,40-40-16,40 40 15,-40-40-15,0 40 0,-1-40 0,41 40 16,-40-40-16,40-40 31,0 0-31,-40 40 16,40-40 0,0 0 15,40 40-31,0 0 15,1 0-15,-41 40 16,40-40-16,0 40 16,0-40-16,-40 40 0,40-40 0,0 40 15,0 0-15,0 0 16,1-40-16,-1 40 0,0 0 31,0-40-31,-40 41 16,40-41-16,0 0 15,0 0-15,0 0 16,1 0-16,-1 0 0,0 0 0,0 0 16,-40-41-16</inkml:trace>
  <inkml:trace contextRef="#ctx0" brushRef="#br0" timeOffset="13119.205">22471 1243 0,'-40'0'0,"80"0"0,-80-40 31,0 40-15,-1 0-1,41 40-15,-40-40 16,0 40-16,40 0 0,-40-40 0,40 40 16,-40 0-16,40 0 15,0 0-15,0 0 0,0 1 16,0-1 0,0 0-16,40-40 0,-40 40 0,0 0 15,80-40-15,-80 40 0,40-40 16,1 0-16,-1 0 0,0 0 0,0 0 15,0 0-15,0 0 0,-40-40 0,40 40 16,0-40 0,1 40-16,-41-40 0,0 0 15,0 0 1,0-1-16,0 1 0,0 0 16,0 0-16,-41 40 15,41-40-15,0 0 0,-40 40 16,40-40-16,-40 40 15,40-40-15,-40 40 16,0 0-16,0 0 31,0 0-31,0 0 32</inkml:trace>
  <inkml:trace contextRef="#ctx0" brushRef="#br0" timeOffset="13679.0952">23354 1122 0,'0'0'0,"-41"0"16,1 0-1,-40 40 17,80 1-32,-80-1 15,80 0-15,-40 0 16,0 0-16,40 0 15,-41 0-15,41 0 0,-40 81 32,40-41-17,0-40-15,81 0 16,-41 0-16,0-40 16,0 0-1,0 0-15,80 0 31,-79 0-31,-1 0 0,40 0 16,-80-40-16,40 40 31,-80 0 1,0 0-1,0 0 0,40 40-31</inkml:trace>
  <inkml:trace contextRef="#ctx0" brushRef="#br0" timeOffset="19118.8391">25761 1082 0,'-40'0'16,"40"-40"0,0 0-1,0 80 17,0 0-17,0 0-15,-40-40 16,40 40-16,0 1 0,0-1 0,0 0 0,0 40 15,0-40-15,0 40 16,-40-40-16,40 1 0,0 39 0,0-40 0,0 0 0,0 40 16,0-40-16,-40 0 15,40 0-15,0 1 0,0-1 0,0 0 16,0 0 0,40-40-16,40 0 15,-40-40 1</inkml:trace>
  <inkml:trace contextRef="#ctx0" brushRef="#br0" timeOffset="19818.797">26483 1243 0,'-40'-40'31,"121"40"0,-41 0-31,0 0 0,0 0 16,0 40-16,0-40 16,0 40-16,0-40 0,1 0 15,-1 0 1,0 40-16,0-40 0,0 0 15,0 0-15,0 0 0,0 0 0,1 0 0,-1 0 16,0 0 0,0 0-16,0 0 15,-80 0 32,40 40-47,-40 0 16,0 0-16,0 0 31,-1 0-31,1-40 0,0 41 16,0-41-16,40 40 0,-40 0 15,0-40-15,0 40 0,0 0 0,-1-40 16,41 40-16,-40-40 16,40 40-16,-40-40 0,40 40 0,-40-40 0,40 40 15,-40-40-15,40 40 16,0 1 31,40-41-47,0 0 15,40 0-15,-39 0 16,-1 0-16,0 0 0,0 0 16,0 0-1,0 0-15,0 0 0,0 0 0,1 0 16,-1 0-16,0 0 0,0 0 15,0 0-15,0 40 0,0-40 16,0 0-16,1 0 0,-1 0 16,0-40-1</inkml:trace>
  <inkml:trace contextRef="#ctx0" brushRef="#br0" timeOffset="20158.7764">27928 1243 0,'0'0'15,"0"-40"-15,-40 40 0,40-41 16,0 82-1,-40 39 1,0 120 15,40-160-31,0 81 0,0-81 0,0 120 32,0-80-32,0 41 15,-41-1 1,41-80-1</inkml:trace>
  <inkml:trace contextRef="#ctx0" brushRef="#br0" timeOffset="20758.7403">28730 1443 0,'0'0'16,"0"-40"-16,-40 40 15,40 40 16,0 0-31,40-40 16,-40 40-16,41-40 16,-1 41-16,0-1 0,0-40 0,0 40 0,0-40 15,0 40-15,1-40 16,-1 0-16,0 0 0,0 40 0,0-40 0,0 0 16,0 0-16,0 40 15,1-40 1,-41 40-16,-41-40 31,41 40-31,-40-40 0,40 40 0,-40-40 16,0 40-16,0-40 15,0 41-15,0-1 16,0 0 0,-1-40-16,41 40 0,-40-40 0,0 40 0,0-40 15,0 40-15,0 0 0,0 0 16,-1-40-16,1 40 0,0 1 15,0-41-15,40 40 0,-40-40 0,0 40 0,0 0 16,0-40 0,40 40-16,40-40 47,0-40-32,-40 0-15,40 0 16,0 40-16</inkml:trace>
  <inkml:trace contextRef="#ctx0" brushRef="#br0" timeOffset="21578.6154">30576 1644 0,'0'0'0,"-40"0"15,0 0 1,-40 0 15,40 0-31,-81 0 16,81 0-16,0 0 16,-40 40-16,-41 80 31,81 0-16,40-79-15,40-1 16,161 0 0,-161-40-16,0 0 15,41 0 1,-1-121 0,-40 1-1,-40 40 1,0 120 46,0 0-46,0 0 0,0 0-16,0 0 0,80-40 0,-80 41 0,0-1 15,80 0 1,-39-40-16,-1 40 0,0-40 15,0 0-15,0 0 0,0 40 0,0-40 16,0 0-16,1 0 16,-1 0-16,-40-40 0,40 40 15,-40-40 1,-40 40 62,0 0-47,-1 40-31</inkml:trace>
  <inkml:trace contextRef="#ctx0" brushRef="#br0" timeOffset="26248.3524">27928 4291 0,'-40'0'0,"40"-40"15,0 80 110,0 0-109,0 0-16,0 0 15,0 0 1,0 0-16,0 0 16,0 0-16,0 1 15,0-1-15,0 0 0,0 0 0,0 0 16,0 0 0,40 0-16,-40 0 0,0 0 15,0 0-15,0 1 16,40-1-16,-40 0 0,0 0 0,0 0 0,0 0 15,0 0-15,0 0 0,0 0 0,0 1 0,0-1 16,0 0 0,0 0-16,0 0 0,0 0 0,0 0 15,0 0-15,0 0 16,0 0-16,0 1 0,-40-1 16,40 0-1,0 0-15,0 0 16,0 0-16,0 0 0,40-40 15,-40 40-15,0 0 16,0 1-16,0-1 0,0 0 16,0 0-1,0 0-15,0 0 16,0 0 0,0 0-16,-40-40 0,40 40 0,0 0 15,0 1-15,0-1 16,0 0-1,0 0-15,0 0 0,0 0 16,0 0-16,0 0 0,0 0 16,0 1-16,0-1 0,0 0 0,0 0 15,0 0-15,0 0 16,0 0-16,0 0 0,0 0 0,40 0 16,-40 1-16,0-1 15,40 0-15,-40 0 0,40 0 0,-40 0 16,0 0-16,0 0 0,0 0 15,0 1-15,0-1 16,0 0-16,0 0 0,0 0 16,0 0-16,0 0 15,0 0-15,0 0 0,0 0 0,0 1 16,0-1-16,0 0 16,0 0-16,0 0 0,0 0 0,0 0 15,0 0-15,0 0 0,0 1 0,-40-1 16,40 0-16,0 0 15,0 0-15,0 0 16,0 0 0,0 0-16,0 0 15,0 0 1,0 1-16,0-1 31,0-80-15</inkml:trace>
  <inkml:trace contextRef="#ctx0" brushRef="#br0" timeOffset="27738.3162">24798 6898 0,'-40'0'31,"40"-41"-15,40 41 62,0 0-62,0 41-16,0-41 15,1 0-15,-1 0 16,0 0-16,0 0 0,0-41 0,0 41 16,0 0-16,0 0 0,1 0 15,-1 0-15,0 0 0,40 0 0,-40 0 0,0-40 16,1 40-16,39 0 0,-40 0 0,40 0 0,-40 0 15,41 0-15,-41 0 16,40 0-16,-40 0 0,40 0 0,-40 0 0,1 0 16,39 0-16,-40 0 0,0 0 15,0 0-15,0 0 0,0 0 0,1 40 0,-1-40 16,0 0-16,0 0 16,40 0-16,-40 0 0,0 0 0,1 0 0,-1 0 15,0 0-15,0 0 0,0 0 0,0 0 0,0 0 16,0 0-16,1-40 0,-1 40 15,0 0-15,0 0 0,0 0 0,0 0 0,40 0 16,-39 0-16,39 0 16,-40 0-16,40 0 0,0 0 0,-39 0 0,39 0 15,-40 0-15,40 0 0,0 0 16,-39 0-16,39 0 0,-40 0 0,0 0 0,0 0 16,0 0-16,0 0 15,1 0-15,-1 0 0,0 0 0,0 40 16,0-40-16,0 0 0,0 0 0,0 0 15,1 0-15,-1 0 0,40 0 16,-40 0-16,0 0 0,0 0 0,1 0 0,-1 0 16,40 0-16,-40 0 15,0 0-15,0 0 0,0 0 0,1 0 0,-1 0 16,0 0-16,0 0 16,0 0-16,0 0 0,0 0 0,0 0 15,1 0-15,-1 41 0,0-41 16,0 0-1,0 0-15,0 0 0,0 0 16,0 0-16,1 0 0,-1 0 16,0 0-16,0 0 0,0 0 0,0 0 15,0 0-15,0 0 16,1 0-16,-1 0 0,0 0 0,0 0 16,0 0-16,0 0 0,0 0 15,0 0-15,1 0 0,-1 0 0,0 0 0,0 0 16,0 0-16,0 0 0,0 0 15,0 0 1,1 0 0,-1 0-1,0 0-15,0 0 32,0 0-17,0 0 16,0 0-15,-80 0 47,0 0-48,0 0-15</inkml:trace>
  <inkml:trace contextRef="#ctx0" brushRef="#br0" timeOffset="30488.1506">28008 5775 0,'0'-41'47,"-80"41"78,80-40-125,-40 40 78,0 0-62,0 0-1,-1 0-15,1 0 16,0 0 0,0 0-16,0 0 47,0 0-32,0 0 1,0 0-16,-1 0 31,1 0-31,40 40 0,-40-40 16,0 0-1,40 41-15,-40-41 0,0 0 16,0 40 0,0-40-16,-1 40 0,1-40 15,40 40 1,-40-40-16,40 40 15,-40-40-15,40 40 32,-40-40-32,40 40 0,-40 0 31,40 0-31,-40 1 16,40-1-16,0 0 15,-40 0-15,40 0 16,0 0-16,0 0 0,0 0 31,0 0-31,0 0 0,0 1 16,0-1-1,0 0 17,0 0-17,40-40-15,-40 40 0,0 0 16,0 0-1,40 0 1,-40 0 0,0 1-16,0-1 0,0 0 15,0 0-15,40-40 16,-40 40-16,0 0 0,40 0 31,-40 0-31,40-40 16,-40 40-16,40-40 0,0 40 15,1-40-15,-41 41 16,40-41-16,0 40 0,0-40 16,0 40-1,0-40-15,-40 40 16,40-40-16,-40 40 16,40-40-16,1 40 0,-1-40 15,0 40-15,0-40 16,-40 40-16,40-40 15,0 40-15,0-40 0,0 0 0,1 41 16,-1-41-16,0 0 16,0 0-16,0 40 0,0-40 15,0 0 1,0 0-16,1 0 16,-1 0-16,0 0 15,0 0-15,0 0 0,-40 40 16,40-40-16,0 0 0,0 0 0,1 0 15,-1 0 1,0 0-16,0 0 0,0 0 16,0 0-16,0 0 15,-40-40-15,40 40 0,1 0 16,-1 0 0,-40-40-16,40 40 0,0 0 0,-40-41 15,40 41-15,0 0 0,-40-40 16,40 40-1,-40-40-15,41 40 0,-41-40 16,40 40-16,-40-40 16,0 0-16,40 40 0,-40-40 15,0 0-15,40 40 16,-40-40-16,40-1 0,-40 1 31,40 40-31,-40-40 0,40 40 0,-40-40 16,0 0-16,0 0 15,40 40-15,-40-40 16,0 0-16,0 0 16,41 40-1,-41-40-15,0-1 16,0 1 0,0 0-1,0 0 1,-41 40-1,41-40-15,0 0 0,0 0 16,-40 0 0,40 0-1,-40-1 1,40 1 0,-40 40-1,40-40-15,-40 40 16,40-40-16,-40 40 0,40-40 0,-40 40 15,40-40 1,-40 40-16,40-40 0,-41 0 16,1 0-1,0 40 17,40-40-32,-40 40 15,40-41-15,-40 41 0,40-40 0,-40 40 16,40-40-1,-40 40-15,40-40 16,-41 40 0,1 0 31,40-40-47,-40 40 15,0-40 1,0 40-16,40-40 15,-40 40 1,0 0-16,40-40 0,-40 40 31,-1 0-15,1 0 0,0 0-1,0 0-15,0 0 16,0 0-1,0 0 1,0-40 0,-1 40 15,41 80 0</inkml:trace>
  <inkml:trace contextRef="#ctx0" brushRef="#br0" timeOffset="53696.6661">28811 6176 0,'80'0'0,"-40"0"0,0 0 15,-40-40 1,-40 40 31,0 0-32,40 40 1,-40-40-16,40 40 0,0 0 31,0-80 16,0 0-16,40 40-31,0-40 32,0 40-32,0-41 15,1 41 1,-41-40-16,40 40 0,0-40 0,40 40 0,-40-40 16,0 0-16,0 0 0,41 0 0,-41 0 0,40 0 15,-40-1-15,40 1 16,1 0-16,-41 0 0,40 0 0,0 0 0,1 0 15,-1 0-15,0 0 0,0 0 16,1-1-16,-1 1 0,-40 0 0,40 0 0,-40 0 16,0 40-16,1-40 15,-1 40-15,0-40 0,-80 40 94,40 40-78,-40 0-1,40 0 1,-41-40-16</inkml:trace>
  <inkml:trace contextRef="#ctx0" brushRef="#br0" timeOffset="54406.6558">29332 6617 0,'41'0'0,"-41"-40"31,40 40-15,0 0 78,0 0-94,0 0 0,0 0 0,0 0 15,0 0-15,1 0 16,39-40-16,40 40 0,-40-41 0,41 1 0,-1 0 16,1 40-16,-1-40 0,0 0 0,1 40 0,39-40 15,-39 40-15,-1-40 0,0 40 16,1 0-16,-1-40 0,0 40 0,-39 0 0,-1 0 15,-40 0-15,40 0 16,-40 0-16,1 0 0,-41 40 31,-41-40-15,1 0 0,0 0-1,0 0 1,0 0-1,0 0 1</inkml:trace>
  <inkml:trace contextRef="#ctx0" brushRef="#br0" timeOffset="55336.6035">29373 7419 0,'0'0'16,"0"40"-16,40-40 31,0 0-15,-80 0 156,0-40-141,-1 40 0,41-40-31,0 0 0,-40 40 16,0-40-16,0 40 16,40-41-16,0 82 46,0-1-30,0 0-16,0 0 16,0 0-16,0 0 15,0 0 1,0 0-16,40-40 0,-40 40 0,40 1 16,-40-1-16,40 0 0,-40 0 0,41 0 0,-41 40 15,40-40-15,0 0 0,-40 41 16,40-41-16,-40 0 0,40 0 0,0 0 0,-40 0 15,40 0-15,0 0 16,-40 0-16,41 1 0,-1-1 0,-40 0 16,40 0-16,-40 0 15,40 0-15,-40 0 0</inkml:trace>
  <inkml:trace contextRef="#ctx0" brushRef="#br0" timeOffset="55936.566">28570 7940 0,'0'0'16,"40"0"-16,-40-40 47,-40 40 62,0 0-93,40 40-1,-40-40-15,40 40 0,-40-40 0,40 40 16,0 1-16,0-1 0,-41 0 0,41 0 0,-40 0 16,40 40-16,-40-40 15,40 0-15,-40 41 0,40-41 0,-40 40 0,0-40 16,40 0-16,-40 0 0,40 0 15,-40 0-15,40 1 0,-41-1 0,41 0 0,0 0 16,-40-40 0,40 40-16,-40-40 0</inkml:trace>
  <inkml:trace contextRef="#ctx0" brushRef="#br0" timeOffset="56376.5146">27928 7900 0,'0'0'0,"-40"0"47,0 0-47,0 0 15,-1 0 1,1 40-16,0-40 0,0 0 15,0 40-15,0-40 16,0 40-16,0-40 0,-1 41 0,-39-1 0,40-40 16,-40 40-16,0 0 0,39 0 15,-39 0-15,0 0 0,40 0 0,-40 0 0,39 1 16,1-1-16,0 0 0,0 0 0,0 0 0,0 0 16,40 0-1,-40-40-15</inkml:trace>
  <inkml:trace contextRef="#ctx0" brushRef="#br0" timeOffset="56926.5081">27206 7619 0,'0'0'0,"40"0"16,-40-40 0,40 0-1,0 40 1,-40-40 0,-40 40 15,0 0-16,-40 0 1,-121 0 15,-40 80-15,41 1-16,79-41 16,-160 40-1,41-40 16,119 0-15,81-40 0</inkml:trace>
  <inkml:trace contextRef="#ctx0" brushRef="#br0" timeOffset="57556.4352">25761 5815 0,'-40'0'16,"80"0"-16,-120 0 0,-40 0 15,79 0-15,1 0 16,0 0-16,80 0 47,0 0-32,1 0-15,-1 0 16,0 0-16,0 0 0,0 0 16,0 40-16,0-40 0,0 0 0,1 40 0,-1 0 15,0 0-15,0-40 16,0 40-16,0 0 0,40 0 0,-39 1 0,39-1 15,-40-40-15,40 40 0,-40 0 16,41-40-16,-1 40 0,-40-40 0,40 40 0,-40-40 16,0 40-16,1-40 15,-1 0-15,0 0 0</inkml:trace>
  <inkml:trace contextRef="#ctx0" brushRef="#br0" timeOffset="58106.4162">27085 4892 0,'0'-40'32,"0"0"-1,40 40-31,-40 40 31,0 40-15,41-40-16,-41 41 15,0-1-15,40 0 0,-40-40 0,40 40 0,-40 1 16,40-1-16,-40 0 0,40-40 0,0 40 0,-40-40 16,40 1-16,-40-1 0,40 0 15</inkml:trace>
  <inkml:trace contextRef="#ctx0" brushRef="#br0" timeOffset="58686.4373">28931 4531 0,'-40'0'31,"40"40"32,0 1-48,-40-41-15,40 40 0,0 0 0,0 0 16,-40 0-16,0 40 15,40 0-15,-41 1 0,1-1 0,40 0 0,-40 40 16,40-39-16,0 39 0,0-40 16,-40 0-16,40 0 0,0 41 0,0-41 0,0 0 15,0-40-15</inkml:trace>
  <inkml:trace contextRef="#ctx0" brushRef="#br0" timeOffset="61786.249">28129 6496 0,'40'0'62,"-40"-40"-46,40 40 47,-80 0-17,0 40-30,-1 1 0,1-1-1,40 0-15,-40-40 16,0 0 15,80 0 0,0 0-15,0 0 0,1 0-1,-1 0 1,-40 40 0,40-40-16,0 0 15,0 40 1,0-40-16,0 0 15,0 0 1,1 0-16</inkml:trace>
  <inkml:trace contextRef="#ctx0" brushRef="#br0" timeOffset="62256.2043">28329 6617 0,'0'0'0,"0"-40"47,40 40 0,0 0-47,1 0 15,-1 40-15,0-40 16,0 0-16,0 0 0,0 0 15,0 0-15,0 0 16,1 0-16,-1 0 0,0 0 16,0 0-16,0-40 15,0 40-15,0 0 0,1 0 0,-1 0 16,0 0-16,0 0 0,0 0 0,0 0 16,0 0-1,0 0-15,1 0 16</inkml:trace>
  <inkml:trace contextRef="#ctx0" brushRef="#br0" timeOffset="62656.2008">29092 6456 0,'0'0'15,"-40"0"1,80 0 62,0 0-62,0 0-16,0 0 15,0 0 1,0 0-16,0 0 31,-40 40-15,0 1-16,0-1 16,-40-40-16,40 40 15,-40 0-15,0-40 0,40 40 16,-40-40-16,0 0 15,40 40-15,-40-40 16</inkml:trace>
  <inkml:trace contextRef="#ctx0" brushRef="#br0" timeOffset="63906.1209">28530 6256 0,'-40'0'0,"0"0"31,-1 0 47,41 40-62,-40-40 0,40 40-1,0 0 1,40 0 15,1-40-31,-1 0 31,0-40-31,-40 0 16,0 0-16,0 0 31,0 0 0,0 80 48,40-40-48,0 40-31,0-40 15,0 0 1,0 0-16,1 0 16,-1 0-1,0 0-15,0 0 16,0 0-16,0 0 31,0 0-31,-40-40 16</inkml:trace>
  <inkml:trace contextRef="#ctx0" brushRef="#br0" timeOffset="103361.7502">1445 4692 0,'40'0'110,"0"0"-110,0 0 0,0 0 15,0 0 1,0 0-16,0 0 0,1 0 0,-1 40 16,0-40-16,0 0 0,0 40 15,-40 0-15,40 0 16,-40 0-16,0 0 0,0 0 15,0 1-15,0-1 16,0 0-16,-40-40 16,40 40-1,0-80 1,0 0-16,-40 40 16,40-81-16,0 41 15,0 0-15,0 0 0,0 0 16,0 0-16,40 40 15,-40-40-15,80 0 0,-80 0 0,40 40 16,1-40 0,-1-1-16,0 41 0,0 0 0,0-40 15,0 40 1,0 0-16,0 0 0,1 0 16,-1 0-1</inkml:trace>
  <inkml:trace contextRef="#ctx0" brushRef="#br0" timeOffset="103591.7171">2528 4451 0,'0'40'31,"0"0"0,0 0-31,0 1 0,0-1 16,0 0-16,0 0 16,0 0-16,0 0 0,0 0 0,0 0 15,0 0 1,0 0-16,0 1 0</inkml:trace>
  <inkml:trace contextRef="#ctx0" brushRef="#br0" timeOffset="104721.9577">3210 4491 0,'0'40'0,"-40"-40"32,0 0-17,0 0 16,40 40-31,-40 1 16,40-1 0,0 0-16,40-40 15,0 0 1,0 0-16,0 0 16,-40-80-16,40 80 0,-40-41 31,0 1-31,0 0 0,-40 40 31,0 0-15,40 40-1,0 0-15,0 1 16,0-1-16,0 0 0,40-40 16,-40 40-16,0 0 0,0 0 15,40 0-15,-40 0 0,0 0 0,0 41 0,0-41 16,0 0-16,0 40 15,0-40-15,0 0 0,0 0 0,-40 0 0,40 1 16,0-1-16,0 0 0,0 0 16,0 0-16,-40-40 0,40 40 15,0 0 1,-40-40-16,0 0 0,40 40 16,-40-40-16,40-40 15,0 0 1,-41 40-16,41-80 0,0 40 0,0 0 15,0 0 1,0-1-16,0 1 0,0 0 0,81 40 0,-81-40 16,40 0-16,0 0 15,-40 0-15,40 40 0,0-40 0,0 0 16,0-1-16,1 41 0,-41-40 0</inkml:trace>
  <inkml:trace contextRef="#ctx0" brushRef="#br0" timeOffset="105091.9162">2528 4251 0,'40'0'0,"0"0"16,-40 40 15,-40 0-15,40 0-16,-40-40 0,40 40 16</inkml:trace>
  <inkml:trace contextRef="#ctx0" brushRef="#br0" timeOffset="105731.9337">3772 4210 0,'0'0'0,"-80"0"0,40 0 0,-1 0 31,41 41 0,41-41-31,-41 40 16,40 0-16,-40 0 0,0 0 0,0 0 16,0 0-16,0 0 15,0 0-15,0 1 0,0-1 0,0 0 0,0 0 16,0 0-1,0 0-15,0 0 0,0 0 16,0-80 15,40 0-15,-40 0-16,40 40 0,-40-40 0,40 0 16,-40 0-16,40 40 0,-40-40 0,40 40 0,-40-41 31,40 41-31,-40 41 15,41-41 1,-41 40-16,40-40 0,-40 40 0,0 0 16,40-40-16,-40 40 15,0 0-15,0 0 0,40-40 0,-40 40 16,0 0-16,40-40 16,0 0-1</inkml:trace>
  <inkml:trace contextRef="#ctx0" brushRef="#br0" timeOffset="105991.8431">4494 4291 0,'-40'0'16,"80"0"-16,-120 0 0,80 40 31,0 0-31,0 0 15,0 0-15,0 0 16,0 0-16,0 0 0,0 1 0,0-1 16,0 0-16,0 0 15,0 0-15,0 0 0,0 0 16,0 0-16,0 0 0,0 0 16,40 1-16,0-41 15</inkml:trace>
  <inkml:trace contextRef="#ctx0" brushRef="#br0" timeOffset="106205.1574">4414 4692 0,'-40'0'15,"80"0"-15,-120 0 16,40 0-16,40-40 15,40 0 1,160-1 0,-119 1-1,-41 40-15</inkml:trace>
  <inkml:trace contextRef="#ctx0" brushRef="#br0" timeOffset="106624.4929">5537 4491 0,'-40'0'0,"80"0"0,-120 0 16,40 0-16,40 40 31,-40 0-15,0 1-16,40-1 0,0 0 0,0 40 31,40-40-31,-40 0 0,40 0 31,0 0-31,-40 0 0,0 1 0,0-1 16,-40 80-1,0-120-15,-40 80 32,40-80-32,-1 0 0,-39-80 15,80 0-15</inkml:trace>
  <inkml:trace contextRef="#ctx0" brushRef="#br0" timeOffset="106884.4616">5818 4652 0,'0'0'0,"0"40"32,0 0-17,0 0-15,0 40 16,0-40-16,0 0 16,0 0-16,0 1 15,0-1-15,0 0 0,0 0 0,0 0 16,0 0-16,-40-40 15</inkml:trace>
  <inkml:trace contextRef="#ctx0" brushRef="#br0" timeOffset="107064.4864">5778 4411 0,'0'0'15,"-40"0"-15,-40-40 16</inkml:trace>
  <inkml:trace contextRef="#ctx0" brushRef="#br0" timeOffset="107604.4177">6340 4812 0,'-40'0'15,"0"0"-15,0 0 0,40 40 16,-41-40-16,1 0 16,40 40-16,-40-40 0,40 40 15,-40 0 1,40 1-16,0-1 0,0 0 16,-40 0-16,40 0 15,80 0 1,-40-40-1,0-40-15,1 0 16,-1-40-16,-40 40 0,0-1 16,0 1-16,0 0 0,0 0 15,0 0-15,0 0 0,0 0 0,0 0 16,-40 0-16,40 0 16,-41 40-16,41-41 0,-40 41 15,40 41 16,0-1-15,40 0 0,-40 0-16,0 0 0,0 0 0,41 0 0,-41 0 15,0 0-15,0 0 0,0 1 16,40-1-16,-40 0 0,40-40 0,-40 40 0,0 0 16,0 0-16,40-40 15</inkml:trace>
  <inkml:trace contextRef="#ctx0" brushRef="#br0" timeOffset="107974.4331">6781 5053 0,'0'0'15,"0"-40"-15,40-1 16,1 1-16,-1 0 15,0 40-15,-40-40 32,0 0-17,-80 40 1,-1 0 15,1 120-15,0 1-1,80 39 1,160-80 15,1-40-15,-121-40-16</inkml:trace>
  <inkml:trace contextRef="#ctx0" brushRef="#br0" timeOffset="108394.3955">7504 4852 0,'-81'40'31,"162"-80"-31,-242 120 0,81-40 16,40 1-16,40 39 15,0 0 16,40-40-15,40-40 0,-80-40-16,80-40 15,-39-121 17,-41 1-17,-81 79 1,81 81-1,0 80 32,0 1-31,0-1-16,0 0 0,0 0 16,0 40-16,40-40 0,-40 0 15,0 0-15,0 41 0,0-41 0,0 0 0,0 40 16,0-40-16,0 0 15,0 0-15,0 0 0,0 1 0</inkml:trace>
  <inkml:trace contextRef="#ctx0" brushRef="#br0" timeOffset="108774.4016">8427 4732 0,'-41'-40'16,"82"80"-16,-122-80 0,41 40 0,0 0 0,0 0 31,0 0-31,0 80 31,0 0-15,40 40 0,40 81-1,0-41 17,-80-39-17,0-121 1,-1-40-16</inkml:trace>
  <inkml:trace contextRef="#ctx0" brushRef="#br0" timeOffset="110260.4974">8467 4932 0,'0'0'15,"0"40"-15,0 1 0,40-41 16,160-41-1,41 1 17,-241 0-32,0 0 15,0 0-15,-40 40 16,0-40 0,-40 40-1,-41 40 16,41 80-15,40 1 0,120-1-1,81-40 17,-121-80-32,120 0 15,-120-40-15,41 40 0,-41-40 16,0 0-16,80-80 31,-39-41-15,-81 81-1,-41 80 1,1 0 0,0 0-16,40 40 15,-40 0-15,40 0 0,-40 0 16,40 0-16,0 1 15,0-1-15,0 0 16,40-40-16,0 0 16,0-40-16,0 0 15,-40-1-15,41 41 0,-41-40 0,0 0 16,0 0-16,40 40 16,-40-40-16,0 0 0,0 0 15,0 80 16,0 0-15,-40 0-16,40 0 0,0 0 16,0 0-16,0 1 0,0-1 0,0 0 15,0 0-15,0 0 0,0 0 16,0 40-16,0-40 0,0 1 0,0 39 0,0-40 16,0 0-16,0 40 15,0-40-15,40 0 0,-40 0 0,0 1 0,40-1 16,-40 0-16,0 0 15,0-80 17,0 0-32,0 0 0,0-1 0,0 1 15,40 0-15,-40 0 0,40 0 0,-40-40 0,40 40 16,-40 0-16,40 0 0,-40-1 16,40 1-16,-40 0 0,41 40 0,-41-40 0,0 0 15,40 40 1,-40-40-16,40 40 0,-40-40 15,0 0-15,40 0 16,-40-1-16,0 1 16,40 0-16,-40 0 0,0 0 15,0 80 63,0 0-78,0 0 16,0 0-16,0 1 0,0-1 16,0 0-16,0 0 0,0 0 0,40 0 0,-40 0 15,0 0-15,40-40 0,-40 40 16,40-40 0,1 0-16,-1 0 15,-40-40-15,40 0 16,0 40-16,-40-40 0,0 0 0,40 0 0,-40 0 15,40 40-15,-40-40 16,0 0-16,40-1 0,-40 1 0,40 40 0,-40-40 16,41 40-16,-41-40 15,0 120 1,0-40-16,0 1 16,0-1-16,40 0 15,-40 0-15,0 0 0,0 0 0,0 0 16,40 0-16,0-40 15,0 40-15,0-40 0,0 0 16,0 0-16,1 0 16,-1 0-16,0-40 0,0 40 0,0-40 0,0 0 15,-40 0-15,40 0 0,1 40 0,-41-80 0,40 40 16,-40-1-16,40 1 0,-40 0 16,40 40-16,-40-40 0,40 0 0,-40 0 31,-40 40-16,0 40-15,0 0 16,0 0-16,40 40 16,0-39-16,0-1 0,40 0 15,0 0 1,0-40-16,0 0 16,-40 40-16,40-40 0,0 0 15,0 0-15,1 0 0,-41-40 0,40 40 16,0-40-16,0 40 15</inkml:trace>
  <inkml:trace contextRef="#ctx0" brushRef="#br0" timeOffset="110760.4702">11556 4772 0,'0'0'0,"0"-40"15,-40 40 17,0 0-1,40 40-31,0 0 15,0 0 1,0 0-16,0 0 0,40-40 0,-40 40 0,40 1 16,-40-1-16,41 0 0,-41 0 0,40 0 0,-40 0 15,0 0 1,0 0-16,0 0 0,-40-40 16,-1 0-1,1 0-15,0 0 0,0 0 0,0 0 16,0 0-16,0 0 15,0 0-15,-1 0 0</inkml:trace>
  <inkml:trace contextRef="#ctx0" brushRef="#br0" timeOffset="111910.4157">11436 4772 0,'0'0'0,"-40"0"16,40 40 124,40 0-140,-40 0 16,40-40-16,-40 40 15,0 0-15,40 1 0,0-41 16,-40 40-16,0 0 16,41-40-16,-41 40 0,0 0 15,40-40-15,-40 40 0,0 0 32,0 0-1,0-80 16,40 0-32,0 0 1,0 0-16,-40 0 0,40 0 16,-40 0-16,40 40 0,-40-41 15,40 1-15,-40 0 0,41 0 0,-1 40 31,-40 40 1,40 0-17,-40 0-15,0 1 16,0-1-16,0 0 16,40 0-16,-40 0 15,0 0-15,40-40 16,-40 40-16,40-40 0,-40 40 15,40-40 1,0 0-16,1 0 0</inkml:trace>
  <inkml:trace contextRef="#ctx0" brushRef="#br0" timeOffset="112170.4579">12760 4812 0,'-80'0'16,"160"0"-16,-200 0 0,80 0 15,0 0-15,40 40 16,-41 0 0,1 121-1,40-1 1,121-80 15,-41-40-31</inkml:trace>
  <inkml:trace contextRef="#ctx0" brushRef="#br0" timeOffset="112490.4374">13041 5053 0,'0'0'0,"-40"0"0,120 0 16,0 0 0,1-81-1,39 1 1,-120 40 0,-160 40 15,39 120-16,81-79-15,40 119 16,0-120-16,0 0 16,40 40-16,161-39 31,-1-41-15,-39 0-16</inkml:trace>
  <inkml:trace contextRef="#ctx0" brushRef="#br0" timeOffset="119374.5297">17736 5574 0,'-40'0'0,"0"-40"32,80 40-17,-40-40 16,0 0 1,0 0-1,0 0-31,0-1 0,0 1 16,0 0-16,0 0 15,0 0 1,0 0-16,0 0 0,0 0 15,0 0-15,0-1 16,40 41-16,-40-40 0,0 0 31,0 0-31,0 0 16,0 0 0,-40 80 109,40 0-110,-40 0 1,-1 0-1,1-40-15,40 40 16,-40-40 0,0 0-16,40 41 15,0-82 32,0 1-31,0 0-1,40 40-15,-40-40 0,40 40 16,-40-40-16,40 40 0,1-40 0,-1 0 31,0 40-31,0-40 16,0 40 0,0 0-16,-40-40 0,0 80 78,40 0-78,0-40 15,1 40-15,-41 0 16,40 0-16,0 0 0,-40 0 16,40-40-16,-40 40 0,0 1 15,40-41-15,-40 40 0,40 0 0,0-40 16</inkml:trace>
  <inkml:trace contextRef="#ctx0" brushRef="#br0" timeOffset="126474.1717">1164 9785 0,'-40'0'0,"80"0"344,0 0-328,0 0-16,0 0 0,0 0 15,0 0-15,-40-40 16,40 40-16,1 0 0,-1 0 0,0 0 15,0 0-15,0 0 0,0 0 0,0-40 0,0 40 16,1 0-16,-1 0 0,0 0 16,0 0-16,0 0 0,0 0 15</inkml:trace>
  <inkml:trace contextRef="#ctx0" brushRef="#br0" timeOffset="127624.0283">3451 9103 0,'-40'0'15,"0"0"32,-1 0-15,1 0-17,0 0 1,0 0-16,0 40 15,0-40-15,0 41 0,0-1 16,-1-40-16,41 40 0,-40-40 0,40 40 16,-40 0-1,40 0-15,0 0 0,-40-40 16,40 40-16,0 0 16,0 0-16,0 1 15,40-41-15,-40 40 16,40-40-16,0 0 0,1 0 15,-41 40-15,40-40 0,0 0 0,0 0 16,0 0-16,0-40 16,0 0-16,0-1 0,-40 1 15,41 0 1,-41 0-16,0 0 0,0 0 16,40 0-16,-40 0 0,0 0 15,0 0-15,40-1 0,-40 1 16,0 0-1,0 80 32,0 0-31,0 1 0,0-1-16,0 0 0,0 0 0,-80 0 15,80 0-15,0 0 0,0 0 16,0 0-16,0 0 0,0 1 0,0-1 0,0 0 15,0 0-15,40 0 0,-40 0 0,0 0 0,80 0 16,-40 0 0,-40 1-16,40-41 0,-40 40 0,40-40 0,-40 40 15,41-40-15,-1 0 16,0 0-16,0 0 0,0 0 16,0 0-16,-40-40 15,40 40-15,0-40 0,1-1 0,-41 1 16</inkml:trace>
  <inkml:trace contextRef="#ctx0" brushRef="#br0" timeOffset="128404.0571">3852 8381 0,'0'0'0,"0"-40"0,40 0 31,0 40-16,1 0-15,-1 0 0,0 0 16,0 0 0,0 0-16,-40 40 0,40-40 0,-40 40 0,40 1 15,-40-1 1,0 0-16,0 0 0,0 0 16,0 0-1,0 0-15,0 0 0,0-80 47,0 0-47,0 0 16,0 0-1,40 40-15,-40-40 0,41 40 0,-41-40 0,40 0 16,0 40 0,-40-41-16,40 41 0,0-40 0,0 40 15,0 0 1,0 0-16,-40-40 0,41 40 0,-1 0 15,0 40 1,-40 0 0,40 1-16,-40-1 0,0 0 15,0 0 1,40 0-16,-40 0 0,0 0 0,0 0 16,0 0-16,0 0 0,0 1 15,0-1-15,0 0 0,0 0 0,0 0 16,0 0-16,0 0 15</inkml:trace>
  <inkml:trace contextRef="#ctx0" brushRef="#br0" timeOffset="129523.9137">5618 9103 0,'-40'0'31,"40"81"16,-41-41-32,41 0-15,0 0 16,0 0-16,0 0 0,0 0 0,0 0 16,0 0-16,0 0 15,41 1-15,-41-1 0,0 0 16,40-40-16,-40 40 0,40-40 16,-40 40-16,40-40 0,0 0 15,0 0 1,-40-40-16,40 0 15,0 0-15,-40 0 0,41-1 16,-41 1-16,0 0 0,0 0 16,0 0-16,0 0 0,0 0 0,40 40 0,-40-40 15,0 0-15,0 0 16,0-1 0,0 82 30,0-1-30,0 0-16,0 0 0,0 0 16,0 0-16,0 0 0,0 0 15,0 0-15,0 0 0,0 1 0,0-1 0,0 0 16,0 0-16,0 0 16,0 0-16,40 0 0,0-40 15,-40 40-15,40-40 0,0 0 16,0 0-16,0 0 0,1 0 0,-41-40 15,80 40-15,-40-40 0</inkml:trace>
  <inkml:trace contextRef="#ctx0" brushRef="#br0" timeOffset="129903.9624">6982 8702 0,'-80'0'32,"40"0"-32,-1 0 15,1 0 1,-40 161-1,40-41 1,0 161 0,80-1 15,0-199-31,0 119 31,81-160-15,-41-40-16,0-40 0</inkml:trace>
  <inkml:trace contextRef="#ctx0" brushRef="#br0" timeOffset="130183.9454">7183 9464 0,'0'0'0,"-41"0"16,41-40-1,81 40-15,-81-40 16,40 0-16,0 40 0,0 0 31,0 0-31,0 0 16,1 0-16,-1 0 15,0 0 1,0 0-16,-40-40 0,40 40 0,0 0 16,-40-40-1,40 40-15</inkml:trace>
  <inkml:trace contextRef="#ctx0" brushRef="#br0" timeOffset="130743.9119">7744 8903 0,'0'-40'31,"0"80"-31,0-120 0,0 39 0,41 41 16,39 0 15,40 81-15,-120-1-1,80 80 1,-80-39 0,0-41-1,0-120 16,0 0-15,0 0-16,0-1 16,0 1-16,0 0 0,41 0 0,-41 0 15,40 0-15,0 0 16,-40 0-16,40 40 0,0 0 31,0 0-15,-40 40-16,40 0 0,-40 0 15,40-40-15,-40 40 16,0 0-16,41 0 0,-41 0 0,0 1 16,0-1-1,0 0-15,0 0 0,0 0 16,40 0-16,-40 0 16,0 0-16,0 0 15</inkml:trace>
  <inkml:trace contextRef="#ctx0" brushRef="#br0" timeOffset="131103.8909">9309 9184 0,'0'0'0,"-80"0"32,40 0-17,80 0 1,121 0-1,-81 40 1,80-40 0,41-40 15,-161 40-31,80-41 16</inkml:trace>
  <inkml:trace contextRef="#ctx0" brushRef="#br0" timeOffset="131423.7953">10272 8823 0,'0'-41'0,"-40"41"15,40-40-15,0 80 32,0 41-1,0-41-31,0 0 0,0 0 0,0 0 16,0 0-16,0 0 0,0 0 15,0 1-15,0 39 0,-40-40 0,40 0 0,0 0 16,0 0-16,0 0 0,0 0 0,0 0 15,0 1-15,0-1 16,0 0 0</inkml:trace>
  <inkml:trace contextRef="#ctx0" brushRef="#br0" timeOffset="131923.7679">10955 8622 0,'0'0'0,"-41"0"16,82 0 31,-41 40-47,40-40 0,-40 40 0,40 0 0,-40 0 16,80 1-16,-40-1 0,-40 0 15,40 40-15,-40-40 0,0 40 0,0-40 0,40 41 16,-40-41-16,0 40 0,0-40 0,0 40 0,-80-40 15,80 41-15,-80-41 16,40 0-16,0 0 0,0 0 0,-41 40 0,1-80 16,40 40-16</inkml:trace>
  <inkml:trace contextRef="#ctx0" brushRef="#br0" timeOffset="133363.7103">13242 8542 0,'0'0'0,"-40"0"15,-1 0 16,41 40-31,0 0 0,-40-40 16,40 40-16,-40 0 16,0 0-16,0 0 0,0 1 0,0-1 15,0 40-15,40-40 0,-41 0 16,1 0-16,0 0 0,0 0 0,0-40 0,0 41 16,40-1-16,-40-40 15,0 40-15,-1-40 0,41 40 0,-40-40 16,0 0-16,40-40 31,0 0-31,0 0 0,0-1 16,0 1-1,40 40-15,-40 40 32,0 1-32,40-41 0,-40 40 15,81 0-15,-81 0 16,40 0-16,0-40 0,-40 40 0,40 0 0,0 40 15,0-40-15,-40 1 0,40-1 0,-40 0 0,41 0 16,-41 0-16,40 0 0,-40 0 16,40 0-16,-40 0 0,40-40 0,-40 41 15,40-1 1,0-40-16,0 0 0,0 0 16,1 0-16,-41-40 15,40 40-15,0-81 0,0 81 0</inkml:trace>
  <inkml:trace contextRef="#ctx0" brushRef="#br0" timeOffset="133873.665">12961 9304 0,'0'0'0,"-40"0"16,0 0 0,40 40 46,40 0-46,40-40-16,-40 0 15,0 0-15,0 0 16,41 0-16,-41 40 0,0-40 0,40 0 0,-40 0 16,40 0-16,1 0 15,-1 0-15,0 0 0,0 0 0,-39 0 0,39 0 16,0 0-16,-40-40 0,40 40 16,-39 0-16,39 0 0,-40-40 0,0 40 0,40 0 15,-40 0-15,41 0 16,-41 0-16,40 0 0,-40-40 0,41 40 0,-41 0 15,40 0-15,0 0 0,-40 0 0,41 0 0,-1 0 16,-40 0-16,40 40 0,0-40 16,-39 0-16,39 0 0,0 0 0,-40 0 0,0 0 15,0 0-15,1 0 16,-1 0-16,0 0 0,0 0 0,0 0 16,0 0-1,-40-40-15</inkml:trace>
  <inkml:trace contextRef="#ctx0" brushRef="#br0" timeOffset="134363.6943">15569 9023 0,'-160'0'16,"320"0"-16,-401 0 31,281 0-15,1 40-1,-1-40-15,0 0 0,0 80 16,0-80-16,0 41 0,0-41 0,0 0 0,1 0 16,-1 40-16,0 0 15,0-40-15,0 0 0,0 0 0,0 0 16,-40 40-16,40-40 16,-120 40 30,40 0-30,40 0-16,-40-40 0,0 40 16,0 0-16,0 0 0,-1 1 0,1-41 0,0 40 15,40 0-15,-40 0 16,0-40-16,0 40 0,40 0 0,-40-40 0,0 40 16,-1-40-1</inkml:trace>
  <inkml:trace contextRef="#ctx0" brushRef="#br0" timeOffset="135183.6415">13884 8662 0,'0'0'0,"-81"0"16,41 0-1,0 0 1,80 0-1,-40-40 1,161 40 0,-121 0-1,120 0 1,1 0 15,-121 0-15,-80 0 15,0 40-31,0 0 16,0 0-1,-1 0-15,1 1 0,0-1 0,0-40 16,40 40-16,-40-40 16,40 40-16,-40 0 0,0-40 0,40 40 15,40-40 79,-40 40-94,40-40 16,0 0-16,0 0 15,0 0-15,0 0 0,1 0 0,-1 0 0,40 0 16,-40 0-16,40 0 0,-40 0 0,1 0 0,-1 0 15,0 0-15,0 0 0,0 0 16,0-40-16,0 40 0</inkml:trace>
  <inkml:trace contextRef="#ctx0" brushRef="#br0" timeOffset="136643.4863">17294 8221 0,'0'0'0,"-40"0"15,0 0 1,0 0-16,80 0 94,40 0-94,-39 0 15,-1 0-15,0 0 0,0 0 0,0 0 0,40 0 16,-40 0-16,41 0 0,-41 0 0,0 0 0,0 0 15,0 0-15,0 0 16,0 0-16,1 0 0,-1 0 0,0 0 0,0 0 16,0 0-1,0 0-15,-80 0 110,40 40-95,-40-40-15,0 40 16,0-40 0,0 40-1,-1-40-15,1 40 0,0 1 16,0-41-16,0 40 0,0 0 15,0 0-15,0-40 0,40 40 16,-41 0-16,1 0 0,0-40 0,40 40 0,-40-40 16,0 40-16,40 0 15,-40-40-15,0 0 0,40 41 0,-40-1 0,-1-40 16,41 40-16,-40 0 16,40 0-16,-40-40 15,40 40 1,-40-40-1,120 0 79,-40 0-78,1 0-16,-1 0 0,0 0 0,0 0 15,0 0-15,0 0 16,0 0-16,0 0 0,1 0 0,-1 0 16,0 0-16,0 0 0,40 0 15,-40 0-15,0 0 0,1 0 0,-1 0 0,40 0 16,-40 0-16,0 0 16,0 0-16,1 0 0,-1 0 0,0 0 0,0 40 15,0-40-15,0 0 0,0 0 16,0 0-16,1 0 0,-1 0 15,-40-40 32</inkml:trace>
  <inkml:trace contextRef="#ctx0" brushRef="#br0" timeOffset="137373.4338">17054 10026 0,'-40'40'31,"80"-80"-31,-121 80 0,1-40 16,40 0-16,0 0 16,0 0 30,80 0 1,40 0-31,-40 0-16,0 0 0,41 0 16,-1 0-1,-40 0-15,0 0 0,0 0 0,41 0 16,-41 0-16,40 0 0,0 0 0,-40 0 0,41 0 15,-1 0-15,-40 0 0,40 0 16,-40 0-16,41 0 0,-41 0 0,0 0 0,40 0 16,-40 0-16,0 0 15,1 0-15,-1 0 0,0 0 0,0 0 0,0 0 16,40 0-16,-40 0 0,1 0 16,-1 0-16,0 0 0,0 0 0,0 0 15,0 0 1,0 0-1,0 0 17,-80 0 30,0 0-62,0 0 0</inkml:trace>
  <inkml:trace contextRef="#ctx0" brushRef="#br0" timeOffset="138283.3978">16291 10868 0,'40'0'32,"1"0"-1,39 0-31,-80-40 0,40 40 15,0 0-15,0 0 0,0 0 0,0 0 0,1 0 16,-1 0-16,0 0 16,0 0-16,0 0 0,0-40 0,0 40 15,0 0-15,1 0 16,-1 0-16,0-40 0,0 40 16,-40 40 15,0 0-31,-40-40 15,40 40 1,-40-40-16,40 40 16,-40-40-16,40 40 15,-41-40-15,41 40 0,-40-40 0,0 40 0,0 0 16,0 1-16,0-1 16,0 0-16,0 0 0,-1 0 0,1 0 0,0-40 15,0 40-15,0 0 0,40 0 0,-40 1 0,0-1 16,0 0-16,-1 0 15,41 0-15,-40 0 0,0 0 16,40 0 0,40-40 46,0 0-62,1 0 16,-1 0-1,0 0-15,0 0 16,0 0-16,0 0 0,0 0 16,0 0-16,1 0 15,-1 0-15,0 0 16,0 0-16,0 0 16,0 0-16,0 0 15,-40 40-15,40-40 16,1 0-16,-1 0 15,0 0-15,-40-40 0,40 40 16,0-40-16</inkml:trace>
  <inkml:trace contextRef="#ctx0" brushRef="#br0" timeOffset="138573.3633">17535 11550 0,'-40'0'15,"80"0"17,0 0-17,0 0-15,1 0 16,-1 0-16,0 0 15,0 40-15,0-40 16,0 0 0,0 0-16,0 0 15,1 0 1</inkml:trace>
  <inkml:trace contextRef="#ctx0" brushRef="#br0" timeOffset="139283.3923">18940 11309 0,'0'0'16,"0"-40"-1,-40 0 1,-1 40 0,1-40 15,0 40-31,-40 0 16,40 0-16,0 0 0,40 40 15,-121 40 1,41-40-16,40 0 15,40 81 1,40-41 15,0-80-31,0 0 0,41 0 32,-41 0-32,0 0 0,0-40 15,0 0-15,40-41 16,-40 41-16,-40 0 0,41-40 15,-41 40-15,0 0 16,40 0-16,-40 0 16,0 80 31,-40-40-32,40 40-15,0 0 0,0 0 16,0 0-16,0 0 0,0 0 0,40-40 15,-40 40-15,0 1 0,0-1 16,40-40-16,0 40 0,0-40 0,-40 40 16,40-40-16,0 0 15,-40 40-15,40-40 0,1 0 0,-1 0 16,0 0 0,0 0-16,-40-40 0,40 40 15,-40-40-15,40 40 0,-40-40 16,0 0-1,0-1-15</inkml:trace>
  <inkml:trace contextRef="#ctx0" brushRef="#br0" timeOffset="140283.3323">17615 11470 0,'-40'0'16,"0"0"62,0 0-47,0 0-31,80 0 63,0 40-63,0-40 16,0 0-16,1 0 15,-1 0-15,0 0 0,0 0 0,0 0 16,0 0-16,0 0 0,0 0 0,1 0 15,-1 0 1,-80 0 31,40 40-31,-41-40-1,1 0-15,0 0 16,0 0-16,0 0 15,0 0-15,0 0 0,0 0 16,-1 0 0,1 0-16,40-40 0,-40 40 31,80 0 16,0 0-47,1 0 0,-1 40 15,0-40-15,0 0 16,0 0-16,-40 40 0,40-40 0,0 0 0,0 0 16,1 0-1,-82 0 1,1 0 0,0 0-16,0 0 15,0 0-15,0 0 0,0-40 0,0 40 16,-1 0-1,1 0-15,0-40 0</inkml:trace>
  <inkml:trace contextRef="#ctx0" brushRef="#br0" timeOffset="141483.2593">19983 9304 0,'0'-40'0,"-40"40"47,40 40 0,0 0-31,0 0-1</inkml:trace>
  <inkml:trace contextRef="#ctx0" brushRef="#br0" timeOffset="141683.2477">20023 10066 0,'-40'80'16,"80"-160"-16,-160 280 15,120-160-15,-40 1 16,-41 39 15,1-40-15</inkml:trace>
  <inkml:trace contextRef="#ctx0" brushRef="#br0" timeOffset="142453.1999">21588 9946 0,'-40'40'31,"80"0"-15,-40 0 0,0 0-16,0 0 0,0 0 0,0 0 0,0 0 15,0 0-15,0 1 0,-40-1 0,40 0 16,0 0-16,0 0 15,0 0 1,0-120 15,0 40-31,0 0 16,0 0-16,0-1 0,0-39 0,0 40 16,0 0-16,0-40 15,40 40-15,-40-40 0,40 39 0,0-39 0,-40 40 16,40 0-16,0 0 0,1 0 0,-1 0 15,0 40-15,-40-40 16,40 40-16,0 0 0,0-41 0,0 41 16,1 0-1,-1 0-15,-40 41 0,0 39 16,0-40-16,0 0 16,0 0-16,0 0 0,-40 0 0,40 0 0,-41 1 15,41-1-15,-80 0 0,40-40 0,0 40 0,0 0 16,0-40-16,-1 40 15,1-40-15,0 40 0,0-40 0,0 0 16,0 0-16,40-40 16,0 0-16,0 0 15,40 40 1,0 0 0,0 0-1,0 0-15,0 0 0,-40 40 0,41-40 16,-1 40-16,0-40 0,0 40 0,0-40 0,-40 40 15,40 0-15,0-40 16,1 40-16,-1 1 0,0-41 16,-40 40-16,40 0 15,0-40 1</inkml:trace>
  <inkml:trace contextRef="#ctx0" brushRef="#br0" timeOffset="142853.1763">22992 10026 0,'-80'-40'16,"160"80"-16,-200-80 16,80 40-16,0 0 15,0 120 1,0 0 15,40-80-31,0 0 0,40 41 31,0-81-31,40 0 0,-40 0 16,0 0-16,41-81 16,-41 81-16,-40-40 0,40 40 15,-40-80-15,0-40 31,-80 40-15,39 80-16,1-40 16,0 40-16,-80 0 15,80 0 1,80 0 15</inkml:trace>
  <inkml:trace contextRef="#ctx0" brushRef="#br0" timeOffset="143203.1577">23554 9986 0,'0'0'0,"-40"0"0,0 0 16,0 0-1,0 0 17,0 40-32,40 0 0,-41-40 0,41 40 15,-40-40-15,40 40 16,0 0-16,0 0 0,0 0 0,0 0 16,0 1-1,0-1-15,0 0 0,0 0 16,40-40-16,-40 40 0,41-40 0,-41 40 0,40-40 15,0 0-15,-40 40 0,80-40 16,-40 0-16,0 0 16,0 0-1,1-40-15,-1 40 0,0 0 16</inkml:trace>
  <inkml:trace contextRef="#ctx0" brushRef="#br0" timeOffset="144103.0253">25199 9986 0,'-40'0'63,"40"40"-48,0 0-15,0 0 0,0 0 16,0 0-16,0 0 0,0 40 15,0-39-15,0-1 0,0 0 0,0 40 0,40-40 16,-40 0-16,0 0 16,0 0-16,0 1 0,0-1 0,0 0 0,0 0 15,0 0-15,0 0 0,0 0 16,0 0-16,0 0 0,0 0 16</inkml:trace>
  <inkml:trace contextRef="#ctx0" brushRef="#br0" timeOffset="144763.0601">26042 10266 0,'-80'0'16,"80"-40"-1,40 40 1,-40-40-16,40 40 0,0 0 16,0 0-16,0 0 0,1 0 15,-1 0-15,0 0 16,0 40-16,0-40 0,0 0 0,0 0 0,0 0 16,1 0-16,-1 0 15,0 0-15,-80 0 63,0 0-48,40 40-15,-41-40 0,41 40 0,-40-40 0,40 41 16,-40-41-16,0 40 16,0 0-16,0 0 0,0-40 0,0 40 0,-1 0 15,41 0-15,-40 0 0,0-40 0,40 40 0,-40 1 16,0-1-1,40 0-15,40-40 47,0 0-31,0 0-16,0 0 0,1 0 16,-1 0-16,0 0 15,0 0-15,0 0 0,0 0 0,0 0 0,0-40 16,1 40-16,-1 0 0,0 0 15,0 0-15,0 0 16,0-40 0,0 40 46,0 0-46,1 0-1</inkml:trace>
  <inkml:trace contextRef="#ctx0" brushRef="#br0" timeOffset="145093.0399">27085 10186 0,'0'0'0,"-40"-40"31,40 0-31,-40 40 16,40 40 15,0 0-15,-40 0-16,40 0 0,0 0 15,0 41-15,0-41 0,0 0 0,0 0 0,0 0 16,0 40-16,-40-40 0,40 1 15,0-1-15,0 0 0,0 40 0,0-40 0,0 0 16,0 0-16,0 0 16,0 0-16,0 1 0,0-1 0,0 0 0,0 0 15,40-40 1,0-40 0</inkml:trace>
  <inkml:trace contextRef="#ctx0" brushRef="#br0" timeOffset="145902.9907">29011 10066 0,'0'-40'15,"0"0"1,-40 40 15,0 0-15,0 40-1,-40 40 1,-41 0 0,81 0-1,0-80-15,-120 161 16,119-121-16,1-40 0,-80 120 15,80-120-15,0 40 16,0 0-16,-1-40 16,1 0-16,-40 41 15,80-1-15,-40 0 16,80-40 15,0 0-31,40 0 16,-39 0-16,-1 0 0,0 0 15,0 0-15,0 0 0,0 0 16,0 0-16,0 0 0,1 0 0,-1 40 16,0-40-16,0 40 15,0 0-15,0-40 0,0 40 0,0-40 16,1 40-16,-41 0 0,40-40 16,0 40-16,0 1 0,0-41 0,-40 40 0,40-40 15,-40 40-15,40-40 0,1 40 0,-1 0 31,0-40-15,0 0 31,0 0 31</inkml:trace>
  <inkml:trace contextRef="#ctx0" brushRef="#br0" timeOffset="146732.8669">30416 10507 0,'-40'-40'16,"80"80"-16,-120-80 0,39 0 0,1 0 15,0 40 1,0 0-16,-40 0 31,40 0-31,-41 40 16,81 0-16,-80 0 16,80 0-16,-40 0 0,40 0 15,-40 41 1,40-41-1,80 0-15,-40 0 16,0-40-16,1 0 0,39 0 16,-40 0-16,40-40 15,-40 40-15,41-80 16,-1-81 15,-80 121-31,0 80 78,0 40-78,0-40 32,0 1-32,0-1 0,40 0 15,40 0-15,-40 0 0,0-40 16,1 40-16,-1-40 0,0 0 15,0 0-15,0 0 0,0 0 0,0 0 16,0 0 0,1-40-16,-1 40 0,-40-40 31,0 80 94,-40-40-125,-1 0 16</inkml:trace>
  <inkml:trace contextRef="#ctx0" brushRef="#br0" timeOffset="148292.7701">24838 13635 0,'0'-40'16,"-40"40"-16,0 0 0,40-40 16,0 0-1,0 80 95,0 0-95,-40 0-15,40 0 0,0 0 16,0 1-1,-40-1-15,40 0 0,0 0 0,0 0 16,0 0-16,0 0 16,0 0-16,0 0 0,0 0 15,0 1-15,40-1 16,-40 0-16,0 0 0,40 0 0,-40 0 0,0 0 16,40 0-16,-40 0 0,0 1 15,0-1-15,0 0 0,0 40 0,0-40 16,0 0-16,0 0 0,0 0 0,0 0 0,0 41 15,-40-41-15,40 0 16,0 0-16,0 0 0,0 40 0,0-40 0,0 1 16,0-1-16,0 0 0,0 0 15,0 0-15,0 0 0,0 0 0,0 0 0,0 0 16,0 0-16,0 1 16,0-1-16,0 0 0,0 0 0,0 0 0,0 0 15,0 0-15,-40 0 0,40 0 0,0 1 0,0-1 16,0 0-16,0 0 0,0 0 15,0 0-15,0 0 0,0 0 0,0 0 16,0 0-16,0 1 16,0-1-16,0 0 0,0 0 15,0 0-15,0 0 16,0 0-16,0 0 0,0 0 0,0 1 16,0-1-1,0 0-15,0 0 0,0 0 0,0 0 0,0 0 16,0 0-16,0 0 0,0 0 0,0 1 0,0-1 15,40 0-15,-40 0 16,0 0-16,0 0 0,0 0 0,0 0 0,0 0 16,0 1-16,40-1 15,-40 0-15,0 0 0,0 0 0,0 0 0,0 0 16,0 0-16,0 0 0,0 0 16,0 1-16,0-1 0,40-40 15,-120 0 16,80 40-15,-40-40-16,0 40 0,0-40 16</inkml:trace>
  <inkml:trace contextRef="#ctx0" brushRef="#br0" timeOffset="149532.7179">21548 16242 0,'-40'40'16,"80"-80"-16,-120 80 15,120-40 95,0 0-95,0 0 1,0 0-16,0 0 16,0 0-16,0 0 15,1 0-15,-1 0 0,0 0 16,0 0 0,0 0-16,0 0 0,0 0 0,1 0 0,-1 0 15,0 0-15,0 0 0,0 0 0,0 0 0,0 0 16,0 0-16,41 0 0,-41 0 15,40 0-15,-40 0 0,40 0 0,-39 0 0,39 0 16,-40 0-16,0 0 16,40 0-16,-40 0 0,1 0 0,39 0 0,-40 0 15,0 0-15,40 0 0,-40 0 16,1 0-16,39 0 0,-40 0 0,40 0 0,0 0 16,1 0-16,-1 0 0,0 0 0,41 0 0,-41 0 15,40 0-15,-40 0 16,41 40-16,-41-40 0,0 0 0,1 0 0,-1 0 15,-40 40-15,40-40 0,0 0 16,-39 0-16,-1 0 0,0 0 0,40 0 0,-40 0 16,0 0-16,0 0 15,1 0-15,39 0 0,-40 0 0,0 0 0,0 0 16,0 0-16,1 0 0,-1 0 16,0 0-16,40 0 0,-40 0 0,0 0 0,41 0 15,-41 0-15,0 0 0,0 0 0,40 0 0,-40 0 16,0 0-16,1 0 15,-1 0-15,0 40 0,0-40 0,40 0 0,-40 0 16,0 0-16,41 0 0,-41 0 16,0 0-16,40 0 0,-40 0 0,41 0 0,-41 0 15,0 0-15,40 0 16,-40 41-16,0-41 0,0 0 0,1 0 16,-1 0-16,0 0 0,0 0 15,0 0 1,0 0-16,0 0 0,0 0 0,1 0 15,-1 0-15,0 0 16,0 0-16,0 0 0,0 0 0,0 0 0,0 0 16,1 0-16,-1 0 15,0 0-15,0 0 0,0 0 32,-80 0 30</inkml:trace>
  <inkml:trace contextRef="#ctx0" brushRef="#br0" timeOffset="152562.5107">24798 14718 0,'0'0'0,"-40"0"31,0 0-15,40-40 15,-40 40-31,0 0 15,-1 0 1,1 0 0,0 0-1,0 0-15,0 0 0,0 0 16,0 0 0,0 0-1,-1 0 1,1 0-1,0 0-15,40 40 0,-40-40 16,0 0-16,0 0 16,0 40-16,0-40 15,40 40-15,-41-40 16,41 40-16,-40-40 0,40 40 16,-40-40-16,0 41 0,40-1 15,-40-40-15,40 40 16,-40-40-16,40 40 0,-40-40 15,40 40-15,-40-40 16,40 40-16,-41 0 0,41 0 16,-40-40-16,40 40 0,-40 1 15,40-1-15,-40-40 0,40 40 16,-40 0 0,0 0-16,40 0 0,-40 0 15,40 0-15,-40-40 0,40 40 0,0 0 16,-41-40-16,41 41 0,0-1 15,0 0-15,0 0 16,0 0 0,0 0-16,0 0 15,0 0 1,0 0-16,0 1 0,0-1 16,0 0-16,0 0 0,0 0 15,0 0 1,0 0-16,0 0 0,41 0 15,-41 0-15,0 1 16,40-1-16,0-40 16,-40 40-1,40-40-15,-40 40 0,40-40 16,-40 40 0,40 0-16,0 0 15,0 0-15,1-40 31,-41 40-31,40-40 0,-40 41 0,40-41 16,0 40-16,0-40 16,-40 40-16,40-40 0,-40 40 0,40-40 15,0 0-15,-40 40 16,41-40-16,-1 0 0,-40 40 0,40-40 0,0 0 16,-40 40-16,40-40 0,0 0 0,-40 40 0,40-40 15,0 0-15,1 0 0,-41 40 16,40-40-16,0 0 0,0 0 0,-40 40 0,40-40 15,0 0-15,0 0 16,0 0-16,1 0 0,-1 41 16,0-41-16,0 0 15,0 0-15,0 0 16,0 0-16,0 0 16,1 0-16,-1 40 0,0-40 15,0 0-15,0 0 0,0 0 0,0 0 16,0 0-16,1 0 0,-1 0 15,0 0-15,0 0 0,0 0 16,0 0 0,0 0-16,1 0 15,-1 0 1,0 0-16,0 0 0,0 0 16,0 0-16,0 0 15,0 0 1,-40-40-16,41 40 15,-1 0 1,-40-41-16,40 41 16,0 0-1,-40-40-15,40 40 0,-40-40 16,40 40 0,-40-40-16,40 40 15,-40-40-15,0 0 16,40 40-1,-40-40-15,0 0 0,41 0 16,-41 0 0,0-1-16,40 41 15,-40-40 1,0 0-16,0 0 16,40 0-16,-40 0 15,40 0 1,-40 0-16,0 0 15,40 40 1,-40-41-16,0 1 16,0 0-1,0 0 1,0 0 0,0 0-16,0 0 15,0 0-15,0 0 16,0 0-1,0-1-15,0 1 16,0 0 0,-40 40-1,40-40-15,0 0 16,-40 40-16,40-40 0,0 0 16,-40 0 15,40 0 0,-40-1-31,40 1 31,-41 40-31,41-40 0,-40 0 16,40 0 0,-40 40-16,0 0 15,40-40-15,-40 40 16,40-40-16,-40 0 15,40 0 1,-40 0 0,40-1-16,-40 41 31,40-40-31,0 0 31,-41 40-31,41-40 16,-40 40-16,40-40 31,-40 40-31,40-40 0,-40 40 16,40-40-1,-40 40-15,40-40 0,-40 40 16,40-40 0,-40 40-16,0-41 15,40 1 1,-41 40-16,41-40 15,0 0 1,-40 40 0,0 0 15,40-40-31,-40 40 16,0 0 15,0 0-16,0 0 1,-1 0-16,41-40 16,-40 40-1,0 0 17,40-40-32,-40 40 0,40-40 15,-40 40-15,0 0 16,0 0-1,0 0 1,-1 0 0,1 0 31,0 0-32,0 0-15,0 0 16,0 0-16,0 0 31,0 0-31,-1 0 31,1 0-31,0 0 32,0 0-32,0 0 15,40 40-15,-40-40 0,40 40 16,-40 0-1,40 0-15</inkml:trace>
  <inkml:trace contextRef="#ctx0" brushRef="#br0" timeOffset="153222.4749">24317 14598 0,'0'0'16,"-41"0"-1,41 40 32,-40-40-47,0 40 16,40 0-1,-40-40 1,40 40-16,-40-40 0,40 40 0,0 0 16,-40-40-16,40 40 15,-40 1-15,40-1 0,-40 0 0,40 0 16,-41 0-16,41 0 16,-40 0-16,0 0 0,40 0 0,-40 1 0,40-1 15,-40 0-15,0 0 0,40 0 0,-40 0 0,40 0 16,-40 0-16,40 0 0,-41 0 15,1-40-15,40 41 0,-40-1 0,0 0 16,0 0 0,40 0-16,-40-40 0,40 40 0,0 0 15,-40-40 1,40 40-16,0 0 16,-40-40-16,80-40 46,0 40 33,-40-40-79,40 0 0</inkml:trace>
  <inkml:trace contextRef="#ctx0" brushRef="#br0" timeOffset="153972.4258">24878 14678 0,'-40'-40'32,"40"80"-17,-40-40 63,0 0-62,40 40 0,-40-40-16,40 40 0,-40-40 0,40 80 15,-40-40 1,40 1-16,-41-1 0,41 0 0,-40 0 15,40 0-15,0 40 0,-40-40 16,40 0-16,-40 1 0,40-1 0,-40 0 0,40 0 16,-40 40-16,40-40 15,-40 0-15,40 0 0,-40 0 0,40 41 0,-41-41 16,41 0-16,-40 0 0,40 0 16,-40 0-16,40 0 0,-40 0 0,0 1 0,40-1 15,0 0-15,-40 0 0,40 0 0,-40 0 0,40 0 16,-40-40-16,40 40 15,-41 0-15,41 0 0,-40 1 0,40-1 16,-40 0 0,0 0-16,40 0 0,-40 0 0,40 0 15,-40 0 1,40 0-16,0 1 62,40-41-46,0 0 0,0-41-1,-40 1 1,40 40-16,-40-40 16,40 40-16,-40-40 0</inkml:trace>
  <inkml:trace contextRef="#ctx0" brushRef="#br0" timeOffset="154742.3809">25561 15159 0,'0'0'16,"0"-40"0,0 0-1,40 40 1,-80 0 62,40 40-78,-41-40 16,41 40-16,-40-40 0,40 40 0,0 0 15,-40-40 1,40 41-16,-40-1 0,40 0 15,-40 0-15,40 0 16,-40 0-16,40 0 0,-40 0 0,40 0 0,-41 0 16,41 1-16,-40-1 0,40 0 15,-40 0-15,40 0 0,0 0 0,-40-40 16,40 40-16,-40 0 16,40 0-16,-40 1 0,40-1 0,-40 0 0,0 0 15,-1 0-15,1 0 0,0 0 0,40 0 16,-40 0-16,40 0 0,-40-40 15,40 41-15,0-1 0,-40 0 0,40 0 16,-40-40-16,40 40 16,-40 0-16,40 0 0,0 0 15,-41 0-15,41 1 16,-40-1-16,40 0 0,-40-40 0,40 40 16,-40 0-16,40 0 15,-40 0 1,40 0-16,0 0 15,-40-40-15,40 40 16,0-80 47,0 0-63,0 0 0,40 40 15,-40-40-15,0 0 0</inkml:trace>
  <inkml:trace contextRef="#ctx0" brushRef="#br0" timeOffset="155512.3538">26243 15681 0,'0'0'0,"0"40"31,-40-40-31,-1 0 47,1 0-16,40 40-31,-40-40 0,40 40 0,-40-40 0,0 0 16,40 40-1,-40 0-15,0-40 16,40 40 0,-40 0-1,-1 0 1,1 1-16,0-1 15,40 0-15,-40 0 0,0-40 0,0 40 0,0 0 16,0 0-16,-1 0 16,41 0-16,-40 0 0,0 1 0,40-1 0,-40-40 15,40 40-15,-40 0 0,0-40 16,40 40-16,-40 0 0,-1 0 0,41 0 16,-40-40-16,40 40 0,-40 1 0,40-1 0,-40-40 15,40 40-15,-40 0 16,0 0-16,0-40 0,40 40 15,-40-40 1,40 40-16,-41-40 16,41 40-1,-40-40 17,80 0-1,-40-40-31,41 40 15</inkml:trace>
  <inkml:trace contextRef="#ctx0" brushRef="#br0" timeOffset="156332.2817">26443 16122 0,'-40'0'0,"80"0"47,-80 0 62,0 0-93,40 40-16,-40-40 0,40 40 0,0 0 15,-40-40-15,40 40 16,-40 0-1,40 0-15,-40-40 0,40 40 0,-41 1 16,1-41 0,40 40-16,0 0 0,-40-40 0,0 0 0,40 40 15,-40-40-15,40 40 16,-40-40-16,40 40 0,-40-40 0,0 40 16,40 0-16,-41-40 0,41 40 0,-40-40 15,40 41-15,-40-1 16,40 0-1,-40-40-15,40 40 16,-40-40-16,40 40 16,-40-40-16,40 40 15,-40-40-15,0 40 32,-1-40-17,41 40-15,-40-40 0,40-40 78,0 0-62</inkml:trace>
  <inkml:trace contextRef="#ctx0" brushRef="#br0" timeOffset="156812.2543">25922 16884 0,'0'0'0,"-40"0"16,40 40-1,-41 0 1,1-40 0,0 40-1,0 0-15,0 0 31,0 0-15,0-40 0</inkml:trace>
  <inkml:trace contextRef="#ctx0" brushRef="#br0" timeOffset="161512.0363">1204 12392 0,'-40'0'0,"40"40"15,-40-40 1,80 40 15,0-40-15,0 0 15,-40 40-31,40-40 16,0 0-1,0-40 32,-40 0-47,0 0 16,40 40-16,-40-40 0,0 0 0,41 0 15,-41 0 1,0-1-16,40 1 0,-40 0 0,0 0 16,40 0-16,-40 0 0,0 0 0,0 0 15,0 0-15,0-1 16,0 1-16,0 0 0,0 0 15,0 0 1,0 0-16,0 0 0,0 0 16,0 0-1,0 0-15,0-1 0,0 1 16,-40 40 15,40 40 32,0 1-63,0-1 15,0 0-15,-40-40 16,40 40-16,0 0 0,0 0 16,0 0-16,0 0 0,0 0 0,0 0 15,0 1 1,0-1-16,0 0 0,0 0 0,0 0 15,0 0-15,0 0 16,0 0-16,0 0 0,0 1 0,0-1 16,0 0-1,0 0-15,0 0 0,40-40 0,-40 40 16,40 0-16,-40 0 0,40-40 16,-40 40-1,40-40-15,0 0 0,0 0 16,-40-40-1,40 40-15,1-40 0</inkml:trace>
  <inkml:trace contextRef="#ctx0" brushRef="#br0" timeOffset="162112.0024">2087 12031 0,'0'0'16,"-41"40"-16,82-40 47,-1 0-16,-40 40-31,40-40 16,0 0-1,0 0-15,0 0 16,-40-40-16,40 40 0,-40-40 16,40 40-16,-40-40 0,0 0 15,41 40 1,-41-40-16,0 0 15,0-1 1,-41 41 0,1 0-1,0 0 1,40 41-16,-40-41 0,40 40 0,-40-40 16,0 40-1,40 0-15,-40-40 0,40 40 0,-40 0 16,40 0-1,0 0-15,0 0 16,0 1-16,0-1 16,40-40-16,-40 40 0,40 0 15,-40 0 1,40-40-16,0 40 16,0-40-16,0 0 15,0 0-15</inkml:trace>
  <inkml:trace contextRef="#ctx0" brushRef="#br0" timeOffset="162531.9771">2969 11790 0,'0'0'0,"-40"-40"31,0 40-15,0 80-1,0 81 1,0-41 15,40 81-15,-40-41-1,-1 1 1,1-41 15,0 0-15,40-80-1</inkml:trace>
  <inkml:trace contextRef="#ctx0" brushRef="#br0" timeOffset="162761.9633">2568 12793 0,'-40'0'15,"40"-40"-15,0 0 16,120 0 15,41-41-15,-81 41 0,0 0-1,-40 0-15</inkml:trace>
  <inkml:trace contextRef="#ctx0" brushRef="#br0" timeOffset="163081.9411">3491 11830 0,'-40'-40'15,"80"80"-15,-80-120 16,40 40-16,0 80 63,0 0-63,0 0 15,0 1-15,0-1 0,0 0 0,0 0 16,0 0-16,0 0 15,0 0-15,0 0 0,-40 0 0,40 1 16,0-1-16,0 0 16,0 0-16,0 0 0,0 0 31</inkml:trace>
  <inkml:trace contextRef="#ctx0" brushRef="#br0" timeOffset="163301.9277">3290 12272 0,'-40'0'16,"80"0"15,-40-40-31,40 40 0,-40-41 16,81 41-16,-41-40 0,0 40 15,0-40-15,0 40 0,-40-40 0,40 40 16,1 0-16,-41-40 16,40 40-16</inkml:trace>
  <inkml:trace contextRef="#ctx0" brushRef="#br0" timeOffset="164051.905">4855 11790 0,'-40'0'16,"0"0"-16,0 0 15,0 40 17,40 1-17,-40-41 1,40 40-16,0 0 0,-40-40 0,40 40 15,0 0-15,0 0 16,0 0-16,0 0 0,40-40 16,-40 40-16,40-40 15,-40 41-15,40-41 0,-40 40 0,40-40 0,-40 40 16,40 0-16,-40 0 16,0 0-1,-80-40-15,40 40 0,0-40 16,0 0-1,-1 0-15,1 0 16,40-40-16,-40 40 16,40-40-16,0 0 0,0 0 0</inkml:trace>
  <inkml:trace contextRef="#ctx0" brushRef="#br0" timeOffset="164331.8873">5297 11991 0,'0'0'15,"0"-40"-15,0 80 47,0 0-47,0 0 16,40 0-16,-40 0 15,0 0-15,0 1 0,0-1 16,0 0-16,0 0 16,0 0-16,0 0 0,-40 0 15,40 0-15,-40-40 16,40 40-16</inkml:trace>
  <inkml:trace contextRef="#ctx0" brushRef="#br0" timeOffset="164531.8559">5497 11830 0,'0'0'0,"-40"0"0,-40 0 31,40 0-31,0 0 16,80-40-1,40 40 1</inkml:trace>
  <inkml:trace contextRef="#ctx0" brushRef="#br0" timeOffset="165251.8841">6019 12232 0,'0'0'0,"-40"0"0,0 0 31,-41 0-15,41 0-16,0 40 31,0 0-31,0 80 31,40-40-15,120-80-1,-80 0 1,41-80 0,-1-40-1,-40 80 1,-40-81-1,0 1 1,0-40 0,0-1 15,40 121-15,-40 80-1,-40 0 1,40 0-16,0 0 15,0 1-15,0-1 16,0 0-16,0 0 0,0 0 0,0 0 16,0 0-16,0 0 15,0 0-15,0 1 0,0-1 0,0 0 0,0 0 16,0 0-16,0 0 0,0 0 16,0 0-1,40-40-15,-40 40 0,40-40 16</inkml:trace>
  <inkml:trace contextRef="#ctx0" brushRef="#br0" timeOffset="165951.7875">6541 12352 0,'-41'0'31,"82"0"0,-1 0-15,0 0-1,0 0-15,-40-40 47,40 0-47,-40 0 16,0-1-16,0 1 15,0 0-15,-40 40 32,0 0-17,0 0-15,0 0 16,40 40-16,-41-40 0,41 40 0,0 1 16,-40-1-16,40 0 0,0 0 15,0 0 1,0 0-16,0 0 0,0 0 0,0 0 15,40-40-15,-40 40 16,41-40-16,-41 41 0,40-41 16,0 0-16,0 0 15,0 0-15,0 0 16,0 0-16</inkml:trace>
  <inkml:trace contextRef="#ctx0" brushRef="#br0" timeOffset="167291.761">7102 12151 0,'0'40'0,"0"1"469,-40-1-454,40 0-15,-40-40 16,40 40-16,0 0 0,0 0 31,40-40-15,0 0 0,0 0-1,1-40-15,-41 0 16,40 0-1,-40 0-15,0 0 16,0-1-16,0 1 16,0 0-16,0 0 0,0 0 15,0 0-15,0 0 16,0 0-16,0 0 0,0-1 0,0 1 16,-40 80 62,40 1-63,0-1-15,0 0 0,0 0 16,0 0-16,-41-40 0,41 40 0,0 0 0,0 0 16,0 0-16,0 1 15,0-1-15,41 0 0,-41 0 0,0 0 16,0 0-16,40 0 15,-40 0-15,0 0 0,0 0 0,40-40 16,-40 41 0</inkml:trace>
  <inkml:trace contextRef="#ctx0" brushRef="#br0" timeOffset="168001.7195">8507 12031 0,'0'40'16,"-40"-40"0,0 0 62,-1 0-78,1 0 15,40 40 1,-40-40-16,0 0 0,0 40 16,40 0-16,0 1 15,0-1 1,0 0-16,0 0 0,40 0 15,-40 0-15,40 0 16,0 0-16,-40 0 0,0 0 16,40-40-16,-40 41 15,0-1 1,-40-40-16,-40 0 16,40 0-1,0-40-15,40-1 16</inkml:trace>
  <inkml:trace contextRef="#ctx0" brushRef="#br0" timeOffset="168431.6926">8627 12392 0,'0'0'16,"40"0"-16,121-40 31,-81 40-15,-40-40-16,-40 0 15,40 40 1,-40-40 0,0-1-1,-40 41 1,-80 0-1,80 0 1,-41 41 0,1 39 15,80-40-31,-40 40 16,120 0 15,-80-40-31,81 41 31,-41-81-15,40 0-1</inkml:trace>
  <inkml:trace contextRef="#ctx0" brushRef="#br0" timeOffset="169341.5875">9590 12272 0,'0'0'0,"-80"0"31,40 0-15,0 0-1,0 0-15,-1 40 16,1-40-16,0 40 16,0 0-16,0 0 15,40 0-15,0 0 16,0 0-16,0 0 15,0 1-15,40-41 0,0 0 32,0 0-32,0 0 0,1 0 15,-1-41-15,0 41 16,0-40-16,-40 0 0,0 0 16,40 40-16,-40-40 0,40 0 15,-40 0 1,-40 40 62,40 40-78,-40 0 31,40 0-31,0 0 0,0 0 16,0 0-16,-40-40 15,40 41-15,0-1 0,0 0 16,0 0-16,-40-40 16,40 40-16,0 0 0,0 0 0,0 0 15,-40 0 1,40 1-16,0-1 0,0 0 16,-41-40-16,41 40 0,0 0 15,41-40 32,-41-40-47,40 40 16,0-40-1,0 0-15,0 0 16,0-1-16,0 1 31,0 40-31,-40-40 0,41 40 0,-41-40 16,40 0-16,-40 0 15,40 40-15,-40-40 0,40 40 16,-40-40 0,0 0 15</inkml:trace>
  <inkml:trace contextRef="#ctx0" brushRef="#br0" timeOffset="170121.5141">10152 12312 0,'0'0'0,"-80"0"63,80 40-48,0 0 1,0 0-16,0 0 31,0 0-31,0 0 0,0 0 16,0 1-1,0-1-15,0 0 16,40-40 0,-40 40-16,40-40 0,0 0 15,0 0-15,0-40 16,0 40 0,-40-40-16,41 40 0,-1-40 0,0-1 15,-40 1 1,40 40-16,-40-40 0,0 0 15,0 0-15,40 40 16,-40-40-16,0 0 0,0 0 16,0 80 46,-40-40-46,40 40-16,0 0 15,0 0-15,-40 0 0,40 0 16,0 0 0,0 1-16,0-1 0,0 0 15,0 0-15,40-40 16,-40 40 0,40-40-16,0 0 15,0 0 1</inkml:trace>
  <inkml:trace contextRef="#ctx0" brushRef="#br0" timeOffset="170611.5603">10874 12673 0,'-80'0'16,"160"-40"-1,-40 40-15,1 0 16,-1 0 0,-40-41-16,40 41 15,0 0-15,-40-40 0,40 40 16,-40-40 0,0 0-16,0 0 31,-40 40-16,0 0 1,0 0-16,0 0 31,40 40-31,-41-40 16,41 40-16,0 0 0,0 0 16,-40-40-16,40 41 15,0-1-15,0 0 16,0 0-1,0 0-15,40 0 16,-40 0-16,41-40 16,-41 40-16,40-40 0,0 0 15,0 0-15,0 0 16,-40-40 0,40 40-16,0-40 0,0 40 15,-40-40-15</inkml:trace>
  <inkml:trace contextRef="#ctx0" brushRef="#br0" timeOffset="171191.5239">11516 12392 0,'0'-40'31,"40"40"0,-40 40-31,41-40 0,-41 40 0,0 0 16,0 0 0,0 0-16,0 0 15,0 1 1,-41-1-1,82-80 48,-1 40-63,-40-41 0,40 41 0,-40-40 16,40 40-16,-40-40 15,40 40-15,0-40 0,0 40 16,-40-40-1,40 40-15,1 0 16,-41 40 31,0 0-31,0 0-16,0 0 0,0 1 15,0-1 1,0 0-16,0 0 15,0 0 1</inkml:trace>
  <inkml:trace contextRef="#ctx0" brushRef="#br0" timeOffset="172331.4553">12439 12392 0,'0'0'0,"-40"0"0,0 0 15,40 40 32,-40-40-47,40 40 0,-40-40 16,40 40-16,-40-40 0,-1 40 0,1-40 16,0 40-1,40 1-15,-40-1 0,40 0 16,0 0-16,0 0 15,0 0-15,40-40 0,-40 40 16,40-40 0,0 0-16,1 0 0,-1 0 15,0 0-15,0 0 0,0-40 16</inkml:trace>
  <inkml:trace contextRef="#ctx0" brushRef="#br0" timeOffset="172711.3759">12640 12633 0,'-40'0'0,"120"0"16,-40 0-16,0 0 16,0 0-1,41 0 1,-81-41-1,40 41-15,-40-40 16,0 0-16,0 0 16,-81 40 15,81 40-15,-40 0-16,-40 0 0,40-40 15,40 41 1,-40-41-16,40 40 0,0 0 0,0 0 15,40 0 1,40-40-16,-40 0 16,0 0-16,1 0 0,-1 0 15,40-40-15,-40 40 0,0 0 0,40 0 0,-39-40 16,-1 40-16,40-40 0,0 0 0</inkml:trace>
  <inkml:trace contextRef="#ctx0" brushRef="#br0" timeOffset="175291.2192">1364 15360 0,'-40'0'0,"0"0"16,80 0 62,0 0-78,0 0 16,-40-40-16,41 40 15,-1 0-15,-40-40 0,40 40 0,0 0 16,0 0 0,0 0-16,-40 40 15,40 0-15,-40 0 0,40 0 16,-40 0-16,0 0 16,0 0-16,0 0 0,0 0 0,0 1 15,0-1-15,-40 0 16,40 0-16,-40 0 0,40 0 0,-40 0 15,0 0-15,40 0 16,0-80 15,40 0-15,0 0-16,0 0 0,-40 0 16,40 40-16,1-40 0,-1 0 15,0 0-15,0-1 0,0 41 0,0-40 16,0 0-16,0 0 15,1 0-15,-1 0 0,0 40 0,-40-40 0,40 0 16,0 0-16,-40 0 0,40 40 16,-40-41-16,40 1 0,-40 0 0,0 0 15,0 0-15,-40 40 32,0 0-17,0 0 1,40 40-16,-40-40 0,0 40 15,0 0 1,-1 0-16,1-40 0,0 41 0,40-1 0,-40-40 16,40 40-16,-40 0 0,40 0 15,-40-40-15,40 40 0,0 0 0,0 0 0,0 0 16,0 0-16,40 1 0,-40-1 0,80 0 0,-80 0 16,40-40-16,0 40 15,1 0-15,-1-40 0,0 40 0,0-40 0,0 40 16,0-40-16,0 0 0,0 0 15,1 0-15,-1 0 0,0 0 16,-40-40 0</inkml:trace>
  <inkml:trace contextRef="#ctx0" brushRef="#br0" timeOffset="175611.2041">2809 15721 0,'0'0'0,"0"-40"31,0 80 0,0 0-15,0 0 15,0 0-15,0 0-16,0 0 15,0 0-15,0 0 0,-40 1 0,40 39 0,0-40 16,0 0-16,0 0 16,-40 0-16,40 0 0,0 0 0,0 0 0,-41-40 15,41 41-15</inkml:trace>
  <inkml:trace contextRef="#ctx0" brushRef="#br0" timeOffset="176191.2205">3571 15079 0,'0'0'0,"-40"0"0,40-40 0,0 0 16,-40 40-16,0 0 16,0 40-1,0 0-15,40 0 16,0 0 0,0 0-16,0 0 15,0 1-15,0-1 0,0 0 16,0 0-16,40 0 0,-40 40 0,0-40 0,0 0 15,0 0-15,40 1 16,-40-1-16,0 0 0,0 0 0,40 0 0,0 0 16,0 0-1,0-40-15</inkml:trace>
  <inkml:trace contextRef="#ctx0" brushRef="#br0" timeOffset="176611.1953">3852 15280 0,'0'-41'16,"-40"41"-16,40 41 15,40 39 1,40 80 0,-80-120-16,0 0 15,0 0-15,41 41 16,-41-41 15,0-80-15,0-41-1,40 41-15,40-120 16,-40 120-16,0 0 0,0 0 16,0 0-1,41 40 1,-41 120-1,-40-40 1,0-40-16,0 40 16,0-40-16,-40 161 15,0-81 1,40-80 0,120-80-1,-80 40-15</inkml:trace>
  <inkml:trace contextRef="#ctx0" brushRef="#br0" timeOffset="176841.1813">5056 14999 0,'-40'0'0,"40"40"0,-40-40 31,40 40-31,80 0 16,-80 0-16,40 0 0,0 41 15,0-41-15,-40 40 16,0-40-16,0 40 16,0-40-16,-120 161 15,120-161-15,-80 0 0,-1 80 16,41-80-16,0 1 16,0-1-16</inkml:trace>
  <inkml:trace contextRef="#ctx0" brushRef="#br0" timeOffset="177311.1533">6179 15721 0,'0'0'0,"41"0"32,-1 0-17,0 0-15,0 0 0,40 0 0,-40-40 0,41 40 16,-1 0-16,-40 0 0,0 0 15,40 0-15,-40 0 0,1 0 0,-1 0 0,0 0 16,0 0 0,0 40-16</inkml:trace>
  <inkml:trace contextRef="#ctx0" brushRef="#br0" timeOffset="177591.1368">6581 15360 0,'-81'0'16,"162"0"-16,-162 40 16,81 0-1,41 80 1,-1 161-1,-40-161 1,0-39-16,0 159 16,0-200-16,-40 40 0,40 1 15,0-41-15,0 0 16</inkml:trace>
  <inkml:trace contextRef="#ctx0" brushRef="#br0" timeOffset="178131.1047">7022 15600 0,'-40'0'15,"80"0"-15,-40-80 31,80 40-31,-40 40 16,81 120 0,-121 41-1,-121-1 17,41-80-17,40-39 1,160-122 15,41-119-15,-81 120-1,-40 39-15,1-39 0,-1 40 0,40-80 16,-40 40 15,-80 80 0,0 40-31,0 40 16,40 80 0,0-120-16,0 161 15,0-161-15,0 0 0,40 0 16,-40 0 0,40 41-1,80-81 1</inkml:trace>
  <inkml:trace contextRef="#ctx0" brushRef="#br0" timeOffset="178501.0137">8146 15721 0,'0'0'16,"-40"0"-16,-1 0 15,1 0 1,161 0-1,-41 0 1,0 80 0,-120 0-1,0-40 1,40 0-16,-120 41 16,79-81-16,41-41 31,41 41-16,-1 0 1,0 0-16,0 0 0,0 0 0,0 0 16,0 0-1,0 0-15,1 0 0,-1 0 16,0 0-16,0 41 0,0-41 16,0 0-1,-40-41-15,40 41 16</inkml:trace>
  <inkml:trace contextRef="#ctx0" brushRef="#br0" timeOffset="178791.0651">8948 15079 0,'0'0'0,"-40"-40"0,0 40 15,0 0-15,-40 40 16,39 120 15,41-79-31,0-41 0,0 40 16,0 0-16,41 81 16,79-1-1,0-40 16,-80-120-31,1 0 0,-1 0 16,0-40-16,0 0 16</inkml:trace>
  <inkml:trace contextRef="#ctx0" brushRef="#br0" timeOffset="179191.0422">9309 15239 0,'-40'-40'15,"80"80"-15,-80-40 16,40 41 0,0-1-1,40-40-15,-40 40 0,0 0 0,40 0 0,-40 0 16,0 0-16,0 0 0,0 0 0,0 0 16,0 1-16,0-1 0,0 0 15,-40-40-15,80-40 31,-40 0-15,41 40-16,-41-41 0,40 41 16,-40-40-16,40 0 0,-40 0 0,40 40 0,0-40 15,0 40-15,0 0 32,-40 40-32,40 0 0,-40 0 15,0 0 1,41-40-16,-41 41 0,0-1 0,0 0 15,0 0 1,0 0-16,0 0 0,0 0 16</inkml:trace>
  <inkml:trace contextRef="#ctx0" brushRef="#br0" timeOffset="179450.9663">10152 15239 0,'0'0'0,"0"41"32,40-41-32,-40 40 0,40-40 15,-40 40-15,40 0 16,-40 0-16,0 0 0,40 0 0,-40 0 0,0 0 15,0 0-15,0 1 0,0-1 16,0 0-16,0 0 0,-80 0 0,80 0 0,-40 0 16,40 0-16,-40 0 15,0 1-15,40-1 0,-40-40 0,40 40 16</inkml:trace>
  <inkml:trace contextRef="#ctx0" brushRef="#br0" timeOffset="180200.9022">11155 15079 0,'-40'-40'16,"40"0"-16,-40 40 31,-40 160-15,-1-80-1,41-39-15,0-1 0,0 0 0,-121 40 16,81 40 15,40-120-31,40-40 31,0-40-15,40 80 15,0 40-31,0-40 0,-40 40 0,41-40 16,-41 40-16,40 0 16,0-40-16,0 40 0,0 1 0,0-1 0,-40 0 15,40-40-15,1 40 0,-1 0 16,0 0-16,-40 0 0,40 0 0,-40 0 15,40-40 1,-40 41-16,40-41 31,-40-41-31</inkml:trace>
  <inkml:trace contextRef="#ctx0" brushRef="#br0" timeOffset="180770.9253">11035 15600 0,'-80'-40'16,"160"80"-16,-201-80 16,81 40-16,40-40 15,40 40 48,1 0-63,-1 0 0,0 0 15,0 0-15,0 40 16,0-40-16,40 0 0,-39 0 0,-1 0 0,0 40 16,40-40-16,-40 0 0,0 0 15,0 0-15,1 0 0,-1 0 0,0 0 0,0 0 16,0 0-1,0 0-15,0 0 0,0-40 16,1 40-16,-1 0 16,0 0-16,0 0 0,40 0 0,-40 0 15,0 0-15,41 0 0,-41 0 0,40 0 0,0 0 16,-40 0-16,1 40 16,-1-40-16,0 0 0,0 0 0,-80 0 31,40-40 16,0 80 0,-40-40-32,0 0 16</inkml:trace>
  <inkml:trace contextRef="#ctx0" brushRef="#br0" timeOffset="181150.9193">12680 15239 0,'0'0'0,"-40"-40"0,0 0 16,120 40 15,-40 0-31,0 40 0,0-40 0,0 0 16,1 40-16,-1-40 0,0 41 15,0-41-15,0 0 0,-40 40 31,40-40-31,-40 40 16,0 0 0,-80-40-16,80 40 0,-40-40 15,40 40-15,0 0 0,-40 0 0,0 0 16,40 0-16,-41 1 16,1-1-16,0 0 0,0 0 0,40 0 15,-40 0-15,0 0 0,0-40 16,40 40-16,-40 0 0,-1-40 0,41 41 0,-40-41 15,40 40-15,-40-40 16</inkml:trace>
  <inkml:trace contextRef="#ctx0" brushRef="#br0" timeOffset="182050.8642">13763 14919 0,'0'-41'62,"40"82"-46,1 39-16,-1-80 0,-40 40 15,40 0-15,0 40 16,0-40-16,-40 0 0,40 1 0,0-1 0,0 0 16,1 0-16,-1 0 0,-40 0 15,40-40-15,0 40 0,0 0 0,0 0 0,0 0 16,0 1-1,-40-1-15,41-40 0,-41 40 16,40-40-16,0 0 16</inkml:trace>
  <inkml:trace contextRef="#ctx0" brushRef="#br0" timeOffset="182360.8479">14526 14999 0,'-81'0'16,"41"0"-16,0 0 16,0 0 15,0 80-16,0-40-15,-40 121 32,39-121-32,-79 200 15,80-200-15,0 41 0,-40 39 16,39-80-16,-39 80 16,80-80-16,-40-40 0</inkml:trace>
  <inkml:trace contextRef="#ctx0" brushRef="#br0" timeOffset="182660.8288">14726 15480 0,'0'0'31,"41"0"-15,-41 40 0,0 0-16,0 0 15,40 41-15,-40-41 0,0 120 32,0-120-32,0 0 0,-40 41 15,40-41-15,0 40 16,-41-80-16,41 80 15</inkml:trace>
  <inkml:trace contextRef="#ctx0" brushRef="#br0" timeOffset="182970.8272">15569 14919 0,'-80'-41'15,"160"82"-15,-240-82 32,160 82-32,0 79 15,-41 0 1,41-80-16,-40 161 15,40-121-15,0-40 0,0 80 16,0-79-16,81 119 16,-81-120-16,40-40 15,0 40 1,40-40-16</inkml:trace>
  <inkml:trace contextRef="#ctx0" brushRef="#br0" timeOffset="183440.7108">15930 15320 0,'0'0'0,"-40"0"0,0 0 32,80 40-17,40-40-15,1 0 16,-41 0-16,80-40 15,-80 40 1,-40-40 0,0 80 15,0 0-15,-40-40-1,40 40-15,-40-40 0,40 40 0,-40-40 0,0 40 16,40 0-16,-40-40 0,-1 40 15,41 0-15,-40-40 0,40 40 0,-40-40 0,40 41 16,-40-41-16,40 40 16,0 0-16,0 0 15,40-40-15,0 0 16,0 0 0,1 0-16,-1 0 0,0 0 15,-40-40-15,40 40 16,0 0-16,-40-40 0,40 40 15,0 0 1,0 0 0,1 0-16,-1 0 0,0 0 15</inkml:trace>
  <inkml:trace contextRef="#ctx0" brushRef="#br0" timeOffset="183810.7056">16893 15119 0,'-40'0'16,"80"0"-16,-120 0 15,80-40-15,40 40 16,-40 40 0,80 40-1,-80-40-15,81 161 16,-81-161-16,0 0 0,40 121 31,-40-121-31,-81 120 16,41-160-16,0 40 0,0 0 15,0 0-15,0 1 0,-81 39 32,81-80-32</inkml:trace>
  <inkml:trace contextRef="#ctx0" brushRef="#br0" timeOffset="184090.7411">17736 15640 0,'-40'0'31,"80"0"-15,40 0-1,-40 0-15,0 0 0,0 0 0,1 0 16,-1 0-16,0 0 0,0 0 16,0 0-16,0 0 0,0 0 47</inkml:trace>
  <inkml:trace contextRef="#ctx0" brushRef="#br0" timeOffset="184410.7218">18057 15320 0,'-40'0'0,"80"0"0,-120 0 31,80 40 1,0 0-32,0 0 0,0 0 0,0 0 15,-41 0-15,41 0 0,0 0 0,0 1 0,0-1 16,-40 0-16,40 0 16,0 0-16,0 0 0,0 0 0,40-40 15,-40 40-15,0 0 16,41-40-16,-1 0 31</inkml:trace>
  <inkml:trace contextRef="#ctx0" brushRef="#br0" timeOffset="184700.7048">18579 15360 0,'0'0'15,"-41"-40"-15,1 0 32,40 80-32,161 120 31,-1 0-16,-79-39 1,-41-81 0,-40 0-16</inkml:trace>
  <inkml:trace contextRef="#ctx0" brushRef="#br0" timeOffset="184990.6143">19140 15199 0,'-120'-40'16,"240"80"-16,-280-80 16,120 40-16,0 0 15,-1 80 1,-119 121 15,120-121-31,-40 81 16,39 39-1,1-39 1,40-121 0,-40-40-16,40 40 15</inkml:trace>
  <inkml:trace contextRef="#ctx0" brushRef="#br0" timeOffset="185420.6782">19100 15801 0,'-40'-40'15,"40"0"-15,0 0 16,40 40 0,40 0-1,-39 0 1,39 40 0,0 0-1,-80 80 16,-40-80-31,40 0 0,-80 41 32,40-41-32,40 0 0,-41-40 15,122 0 1,-41 0 0,40 0-1,0 0 1,-80-40-16,81 40 15,-41 0-15,0 0 0,0 0 16,0 0 0</inkml:trace>
  <inkml:trace contextRef="#ctx0" brushRef="#br0" timeOffset="185790.6378">20184 15199 0,'0'0'16,"-121"-80"-1,41 120 1,40 0 0,-40 161-1,80-161-15,0 40 16,0 0-16,0 81 16,40-1-1,0-120 1,-40 0-16,120-40 15,-80 0-15,0 0 0</inkml:trace>
  <inkml:trace contextRef="#ctx0" brushRef="#br0" timeOffset="186250.6101">20344 15520 0,'0'-40'0,"0"80"0,40-120 16,81 80-1,-81-40 1,0 40-16,80 0 16,-80 0-16,0 0 0,1 0 15,-82 0 32,1 40-31,0 0-16,0-40 0,0 40 0,40 0 15,-40-40-15,0 40 0,40 0 0,-40-40 0,40 41 16,-41-1-16,1 0 16,0-40-16,0 40 15,80-40 16,0 0-15,0 0-16,1 0 0,-1 0 16,0 0-16,0 0 0,0 0 15,0 0-15,0 0 16,0 0-16,1 0 0,-1-40 31,0 40-31,0 0 0,0 0 16</inkml:trace>
  <inkml:trace contextRef="#ctx0" brushRef="#br0" timeOffset="186570.6133">21387 15079 0,'0'-40'0,"0"80"0,0-40 31,0 80-15,0 81-1,0-121-15,-80 160 31,80-160-31,-40 0 0,40 1 0,-201 159 32,-39-80-17,199-79-15</inkml:trace>
  <inkml:trace contextRef="#ctx0" brushRef="#br0" timeOffset="187670.5237">14245 16643 0,'0'0'15,"-40"0"-15,0-40 16,40 0-16,-41 40 31,41 40-31,0 80 32,0 41-32,0 79 31,0-159-31,-40-1 15,0 0 1</inkml:trace>
  <inkml:trace contextRef="#ctx0" brushRef="#br0" timeOffset="188170.4953">14084 17004 0,'-40'-120'32,"40"80"-32,0 0 0,0-1 0,80-79 15,41 40 17,-1 80-17,-80 0 1,0 40-1,-40 80 1,-80 41 0,0-41-1,-40-40 1,39-40 0,1 0-1,80-80 16,40 0-31,0 0 32,-40 80-1,40-40-31,-40 40 0,41 0 16,-41 1-16,40-41 15,0 40-15,0-40 16,-40 40-16,40-40 0,0 0 15,-40 40-15,40-40 0,0 0 16,1 0-16,-1 0 16</inkml:trace>
  <inkml:trace contextRef="#ctx0" brushRef="#br0" timeOffset="188410.4809">14726 17245 0,'0'0'0,"0"-40"32,0 80-17,0 0 1,0 0-16,0 40 16,0-40-16,0 81 15,0-41 1,-40 0-1,40-40 1</inkml:trace>
  <inkml:trace contextRef="#ctx0" brushRef="#br0" timeOffset="189290.4253">18859 16683 0,'-40'-40'16,"80"80"-16,-80-120 0,40 160 47,0-40-47,0 0 0,0 1 0,0-1 16,-40 0-16,40 0 0,0 0 15,-40 0-15,40 0 0,0 0 0,-40 0 0,40 41 16,0-41-16,0 0 15,-40 0-15,40 0 0,-40 0 0,40 0 16,0 0 0</inkml:trace>
  <inkml:trace contextRef="#ctx0" brushRef="#br0" timeOffset="189830.3178">18739 16884 0,'0'0'0,"-40"-40"15,40 0 1,80-1 0,0 1-1,1 40 16,-41 0-15,-40 40 0,-40 161-1,-121-41 17,1-79-17,79-41 1,41-80 15,40-41-15,81 41-1,-1 40 1,40 80 15,41 41-15,-1-81-1,-39 0 17,-41-40-17</inkml:trace>
  <inkml:trace contextRef="#ctx0" brushRef="#br0" timeOffset="190310.2877">19622 17245 0,'-40'-40'16,"40"-1"-16,40 41 15,0-40 1,80 80 0,-120 121-1,-80-41 16,0-40-15,40-80 0,40 41-1,40-41 1,0 0 0,120 0-1,-39 0 1,-1 0 15,-80 0-15,0 0-16,-80 0 93,0 0-61,0 0-32</inkml:trace>
  <inkml:trace contextRef="#ctx0" brushRef="#br0" timeOffset="191480.2297">14084 17164 0,'40'0'16,"-80"0"15,40 41 63,0-1-78,-40 0-16,40 0 0,0 0 0,-40 0 15,40 0-15,0 0 0,0 0 16,0 1-16</inkml:trace>
  <inkml:trace contextRef="#ctx0" brushRef="#br0" timeOffset="193000.1293">11316 17606 0,'0'40'47,"0"0"-31,-40-40-16,40 40 0,0 0 15,0 0 1,0 0-16,0 0 0,0 0 0,0 1 0,0-1 16,0 0-16,0 0 0,0 40 0,0-40 0,0 0 15,0 0-15,0 1 0,0-1 16,0 0-16,0 0 0,0 0 16,0-80 30,0 0-46,0 0 0,0 0 16,0-1-16,0 1 0,0 0 0,40 0 0,-40 0 16,0 0-16,0 0 15,40 0-15,-40 0 0,0-1 0,0 1 0,40 0 16,-40 0-16,0 0 0,40 0 16,-40 0-16,40 0 0,0 0 0,0 40 15,-40-40 1,41 40-16,-1 0 0,0 0 15,0 0 1,0 0-16,-40 40 0,40 0 16,-40 0-16,0 0 0,0 0 15,0 0 1,-40 0-16,40 0 0,-40 0 0,0 1 16,0-41-16,40 40 15,-40-40-15,-1 40 0,1-40 0,0 0 16,0 40-16,0-40 15,0 0-15,0 0 16,0-40 15,40 0 1,40 40-1,0 0-31,0 0 15,0 40 1,0-40-16,-40 40 0,40-40 0,0 40 0,1 0 16,-41 0-16,40 0 0,0 0 0,-40 1 15,0-1-15,40 0 16,-40 0-16,0 0 0,0 0 16,0 0-1,40-40 1</inkml:trace>
  <inkml:trace contextRef="#ctx0" brushRef="#br0" timeOffset="193250.1851">12198 18328 0,'0'0'15,"-40"0"1,40 40 15,0 40-15,0 0-1,0-40-15,0 0 16,-40 0-16,-40 81 31,80-41-31</inkml:trace>
  <inkml:trace contextRef="#ctx0" brushRef="#br0" timeOffset="193890.1465">12640 18648 0,'0'0'0,"-40"0"0,-41 40 16,81-80 46,0 0-46,0-40-1,0 40 1,0 0-16,0 0 0,0 0 16,41 40-16,-41-40 15,0-1-15,0 1 0,40 0 0,-40 0 0,40 0 16,-40 0-16,40 0 0,-40 0 16,40 0-16,0 40 0,-40-41 0,40 1 0,0 0 15,1 0 1,-1 0-1,0 40 1,0 0 0,0 0-16,0 0 15,0 0 1,-40 40-16,0 0 0,40-40 16,-40 40-16,0 0 0,0 1 15,0-1-15,41-40 0,-41 40 16,0 0-16,0 0 15,0 0-15,0 0 0,0 0 16,0 0-16,0 1 0,0-1 0,0 0 16,0 0-16,0 0 15,0 0-15,0 0 0,0 0 16,40-40-16,-40 40 16,0 0-16,40-40 31,0 0-16</inkml:trace>
  <inkml:trace contextRef="#ctx0" brushRef="#br0" timeOffset="194650.1017">14165 18328 0,'0'0'16,"-41"0"-1,41-41-15,0 122 32,0-41-17,0 120 1,0-80 15,-40-40-15,0 1-1,40-82-15,0-39 16,80-80 15,-39 40-31,-1-1 16,80-39-1,-40 80 1,1 80 15,39 40-15,-40 0 0,-80 120 15,-80 1-16,-81-81 1,1 0 0,80-80 15,40 0-15,40-80-1,40 80 16,-40 40-15,160 0 0,-39 0-1,-41 40 17,0-80-17,0 0 1,1 0-16</inkml:trace>
  <inkml:trace contextRef="#ctx0" brushRef="#br0" timeOffset="195210.0674">15288 18608 0,'0'0'15,"0"-40"1,80 0-1,41 0 1,-41 40 15,-80 120-15,-40-40 0,0 1-16,-40-1 31,39-40-16,41 0 1,41-40 15,-1 0-15,80-40 0,0 0-1,41 0 16,-121 40-15,0 0 0,0 0-1,0 0 17,1 0-1,-41 40-31,80 0 31,0-40-15,-40 0-16,0-40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03:43.6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2247 2326 0,'0'-41'0,"40"41"0,-40-40 15,40 40 1,-40-40 0,40 40 15,1 0-16,-1 0 1,0 0-16,0 0 0,0 0 16,0 0-16,0 0 0,0 0 15,1 0-15,-41 40 0,40-40 0,-40 40 0,40-40 16,-40 81-16,0-41 16,0 0-16,0 0 0,0 0 0,0 0 0,0 0 15,-40 0-15,40 0 0,-40 41 0,40-41 0,-41 0 16,1 0-16,0 0 15,40 0-15,-40-40 0,40 40 16,0-80-16,0 0 16,40 0-16,-40 0 0,80 0 15,-39 0-15,-1 0 0,0-1 16,0-39-16,0 40 0,0 0 0,40-40 0,-39 40 16,-1 0-16,0 0 0,0-1 0,0 41 0,0-40 15,-40 0-15,40 40 16,-40-40-16,40 40 0,-40-40 15,0 0 1,-40 40 15,0 0-15,0 40 0,0 0-16,0 0 0,0-40 15,40 40-15,-40-40 0,40 40 0,-41-40 0,41 41 16,0-1-16,0 0 15,-40 0-15,40 0 0,0 0 16,0 0-16,0 0 0,81-40 16,-81 40-16,0 0 0,40-40 0,0 41 15,0-41-15,-40 40 16,40-40-16,0 40 0,0-40 0,0 0 16</inkml:trace>
  <inkml:trace contextRef="#ctx0" brushRef="#br0" timeOffset="259.9978">3812 2125 0,'-40'40'0,"80"-80"0,-120 80 0,40-40 15,0 0-15,40 40 16,0 0-1,0 0-15,0 1 0,0-1 16,0 0 0,0 0-16,0 0 0,0 0 0,0 0 0,0 0 15,0 0-15,0 0 16,0 1-16,40-41 0,-40 40 0,40-40 0,-40 40 16,40 0-16,0-40 0,0 0 0</inkml:trace>
  <inkml:trace contextRef="#ctx0" brushRef="#br0" timeOffset="640.0173">4133 2245 0,'-80'0'32,"160"0"-32,-160 40 15,160-40-15,0 161 31,-40-41-15,-40-40 0,0-120 15,0 0-15,0 0-16,41 0 0,-1 0 0,40-40 31,0 40-16,-40 40 1,41 120 0,-41 0-1,-40 0 17,0-79-32,-40 39 15,40-40-15</inkml:trace>
  <inkml:trace contextRef="#ctx0" brushRef="#br0" timeOffset="889.9267">5016 2165 0,'0'0'16,"0"40"-1,80 0 1,-40 0-1,0 121 1,-40-121-16,0 40 16,0-40-16,-80 121 15,-40 39 17,80-160-32</inkml:trace>
  <inkml:trace contextRef="#ctx0" brushRef="#br0" timeOffset="1259.9793">6541 2566 0,'-161'0'16,"322"0"-16,-322-40 15,201 40-15,-40-40 16,40 40-16,201-80 15,-201 80-15,201-80 32,-81 39-17,-119 41-15,119 0 16,-120 0-16,0 0 0,41 0 16</inkml:trace>
  <inkml:trace contextRef="#ctx0" brushRef="#br0" timeOffset="1469.9047">6942 2887 0,'-121'0'16,"242"0"-16,-282 0 16,121 0-16,80 0 15,41 0-15,-41-40 16,0 40-16,40 0 15,-40 0-15,40-40 0,-39 40 0,-1 0 0,40-40 16,-40 40-16,0 0 0,0 0 16,1 0-16,39-40 0,-40 40 0,0 0 0,0 0 15,0-41-15</inkml:trace>
  <inkml:trace contextRef="#ctx0" brushRef="#br0" timeOffset="2559.9009">8868 2045 0,'0'-40'16,"-40"40"109,40 40-31,-40-40-1,40 40-61,0 0-32,0 0 15,0 0-15,0 0 0,0 0 16,0 1-16,40-41 0,-40 40 0,0 0 0,40 0 16,-40 0-16,0 0 0,40 0 0,0-40 15,-40 40-15,40-40 16,0 0-16,1 0 0,-1 0 15,0-40 1,0 40-16,-40-40 0,40 0 0,-40 0 0,40 0 16,0 40-16,-40-40 15,0 0-15,40-1 0,-40 1 0,0 0 16,0 0-16,41 40 0,-41-40 16,0 0-16,0 80 78,0 0-78,0 0 15,0 0 1,0 0-16,0 1 0,0-1 0,0 0 16,0 0-16,0 0 0,0 0 0,0 0 0,40 0 15,0 0-15,-40 0 16,0 1-16,40-1 0,-40 0 15,40-40-15,0 40 16</inkml:trace>
  <inkml:trace contextRef="#ctx0" brushRef="#br0" timeOffset="2839.8834">10553 1965 0,'-80'0'16,"160"0"-16,-200 0 0,40 0 16,39 0-16,41 40 0,0 40 31,-40 0-31,40-40 0,0 161 16,0-161-16,81 0 0,-81 0 15,80 80 1,40-120-1,41 0 1,-121 0-16</inkml:trace>
  <inkml:trace contextRef="#ctx0" brushRef="#br0" timeOffset="3189.8636">11155 2165 0,'-80'0'31,"80"40"-15,0 0 0,80-40-16,-80 40 0,0 1 0,40-41 15,-40 40-15,40 0 16,-40 0-16,41-40 16,-41 40-16,40-80 31,-40-40-31,40 80 0,0-40 0,-40-1 15,40 41-15,-40-40 16,40 40-16,-40-40 0,40 40 0,-40-40 0,40 40 16,1 0-1,-41 40-15,40 0 16,-40 0 0,0 1-16,40-1 0,-40 0 0,0 0 15,0 0-15,0 0 0,0 0 0,-40 0 16,40 0-16,-40 0 15,40 1-15</inkml:trace>
  <inkml:trace contextRef="#ctx0" brushRef="#br0" timeOffset="3449.8467">12439 2005 0,'0'0'15,"-40"0"1,40 40 15,80 0-31,41 160 32,-121 41-17,-40-121-15,-1-80 0,-39 81 31,80-81-31,-40-40 0,40 40 0,-40-40 0</inkml:trace>
  <inkml:trace contextRef="#ctx0" brushRef="#br0" timeOffset="3769.7852">14004 2406 0,'-40'0'16,"40"-40"-1,0 0-15,40 40 16,0 0-16,0-41 15,0 41-15,41 0 0,-41 0 0,0 0 0,0 0 16,40 0-16,-40 0 16,1 0-16,-1 0 0,0 0 0,0 0 0,0 0 15,0-40-15,0 40 0,41 0 16,-41 0-16,0 0 0,40 0 0,-40 0 0,0 0 16,41 0-16,-41 0 0,0 0 0,0 0 15</inkml:trace>
  <inkml:trace contextRef="#ctx0" brushRef="#br0" timeOffset="4039.769">14526 2005 0,'-40'0'0,"40"40"47,0 0-31,40-40-16,-40 40 0,0 0 0,0 0 15,40 0-15,-40 0 16,0 1-16,40-1 0,-40 0 0,0 0 0,0 0 16,40 0-16,-40 0 0,0 0 0,0 0 0,40 0 15,-40 1-15,0-1 0,40 0 16,-40 0-16</inkml:trace>
  <inkml:trace contextRef="#ctx0" brushRef="#br0" timeOffset="6359.5943">16693 1965 0,'0'-41'125,"40"41"-125,-40-40 0,40 40 16,0 0-16,0-40 16,0 40-16,-40-40 0,40 40 0,0 0 0,1-40 15,-1 40 1,0 0 0,-40 40-16,0 40 15,0-40-15,0 1 16,0 39-16,0-40 0,0 0 0,0 0 15,0 0-15,-40 0 16,40 0-16,-40 1 0,40-1 16,0 0-16,-41-40 15,82 0 17,-41-40-17,40 40-15,0 0 16,0 0-16,0 0 15,0 0-15,0 0 0,0 0 0,1 0 16,-1 40 0,-40 0-16,40-40 0,-40 40 0,0 0 15,0 0-15,0 0 16,0 0-16,0 0 0,-40-40 0,40 41 0,-40-1 16,-1 0-16,41 0 0,-40-40 0,0 0 15,0 40-15,0-40 16,0 0-16,0 0 0,0 0 0,-1 0 15,1 0-15,0 0 16,0 0-16,40-40 0,-40 40 0,0 0 0,40-40 16,-40 40-1,40-40-15,0 0 0</inkml:trace>
  <inkml:trace contextRef="#ctx0" brushRef="#br0" timeOffset="7119.5666">17375 1323 0,'40'0'47,"0"0"-32,0 0 1,0 0-16,0 0 0,0 0 0,-40 40 16,41-40-16,-41 40 15,40 0-15,-40 0 16,0 0-16,0 1 0,0-1 16,-40-40-16,40 40 0,-41 0 15,41-80 16,0 0-15,41 0-16,-1-1 16,-40 1-16,40 0 0,-40 0 15,40 0 1,0 40-16,0 0 31,-40 40-31,0 0 16,40 0-16,-40 0 0,40 1 15,-40-1-15,0 0 16,41 0-16,-41 0 0,0 0 0,40-40 16,-40 40-16,40-40 0,-40 40 15,0 0-15,40-40 0,0 40 0,0-40 16</inkml:trace>
  <inkml:trace contextRef="#ctx0" brushRef="#br0" timeOffset="7889.5055">19421 1924 0,'-40'0'0,"40"-40"31,0 80 16,0 1-32,0-1-15,0 0 16,0 0-16,0 0 0,40 0 0,-40 0 16,0 0-16,0 0 0,0 1 15,40-41-15,-40 40 0,40-40 0,-40 40 0,41-40 16,-41 40-16,40-40 0,0 0 0,0 0 16,0 0-1,0 0-15,-40-40 0,40 40 0,-40-40 16,40 40-16,-40-40 0,41-1 15,-1 1-15,-40 0 0,40 0 0,-40 0 16,40 0-16,-40 0 16,0 0-16,40 40 0,-40-40 0,0 80 78,0 0-78,0 0 0,0 0 15,0 0-15,0 0 0,0 0 16,0 0-16,0 1 0,0-1 0,0 0 0,0 0 16,0 0-1,40 0-15,-40 0 0,40-40 0,0 40 16,1-40-16,-41 40 0,40-40 0,0 0 16,0 0-16</inkml:trace>
  <inkml:trace contextRef="#ctx0" brushRef="#br0" timeOffset="8239.5574">21106 1884 0,'0'-40'16,"-40"40"15,0 40-31,0 0 31,0 41-31,0 119 31,40-120-31,0-39 0,80 119 32,-80-120-32,40-40 0,0 80 15,0-40-15,1-40 16,-1 0-16,0 0 0</inkml:trace>
  <inkml:trace contextRef="#ctx0" brushRef="#br0" timeOffset="8699.5292">21668 2205 0,'0'0'0,"-40"-40"16,40 0 0,40 40-1,40 120 16,-39-80-31,-1 81 32,-40-41-17,0-120 1,40 0 0,80-121 15,1 81-16,-81 80 1,0 0 0,40 80-1,-80-40-15,40 41 16,-40-41-16,0 0 0,0 0 31,0 0-31,-40 40 16,0-80-16,40 40 15</inkml:trace>
  <inkml:trace contextRef="#ctx0" brushRef="#br0" timeOffset="8949.4399">22872 1924 0,'0'-40'15,"40"40"-15,0 0 16,41 40 0,-41-40-16,40 201 15,-40-161-15,-40 0 0,0 40 16,-120 201-1,-201 80 1</inkml:trace>
  <inkml:trace contextRef="#ctx0" brushRef="#br0" timeOffset="18738.8443">10112 3850 0,'0'40'15,"0"0"157,0 0-156,0 0-16,0 0 15,0 0-15,0 0 16,0 0-16,0 0 0,0 1 16,0-1-16,0 0 15,0 0-15,0 0 0,0 0 0,0 0 0,0 0 16,-40 0-16,40 1 0,0-1 0,0 0 0,0 0 16,0 0-16,0 0 0,0 0 15,0 0-15,0 0 0,0 0 0,0 1 16,0-1-1,0 0-15,0-80 47,0 0-47,0-1 16</inkml:trace>
  <inkml:trace contextRef="#ctx0" brushRef="#br0" timeOffset="19368.806">9911 4050 0,'0'40'15,"-40"-40"-15,40 40 78,-40-40-78,40-40 47,0 0-31,0 0-1,0 0-15,40 40 0,-40-40 16,40 40 0,-40-40-1,40 40 17,0 0-17,1 0 1,-1 0-16,0 0 0,0 0 15,0 40 1,0 0-16,0-40 16,0 0-1,-40 40-15,41 0 0,-41 0 16</inkml:trace>
  <inkml:trace contextRef="#ctx0" brushRef="#br0" timeOffset="20068.803">9751 5173 0,'0'-40'16,"0"80"-16,-40-80 16,40 0-16,0 0 31,40 40-15,0 0-1,0 0 1,0 0 15,-40 80-31,40-80 0,-40 40 0,40-40 16,-40 40-16,40-40 0,-40 40 15,0 0-15,41-40 0,-41 40 16,0 1 0,40-41-1,-40-41 16,40 41-15,-40-40-16,40 0 16,0 0-16,-40 0 0,40 40 15,-40-40-15,0 0 16,40 40 0,-40-40-16,40 40 31,-40-40-31,41 40 0</inkml:trace>
  <inkml:trace contextRef="#ctx0" brushRef="#br0" timeOffset="26008.4219">9470 6095 0,'0'41'0,"40"-41"125,0 0-110,0 0-15,0 0 0,0 0 16,1 0-16,-1 0 15,0 0-15,0 0 0,40 0 0,-40 0 0,0 0 16,1 0-16,-1 0 16,0 0-16,0-41 0,0 41 0,0 0 15,0 0-15,0 0 16,-40 41 0,41-41-16,-41 40 31,0 0 16,-41-40-32,1 0 1,40 40-16,-40-40 16,0 0-16,40 40 0,-40-40 15,0 40-15,0-40 0,40 40 16,-40-40-16,40 40 15,-41-40-15,41 40 0,-40 0 0,0-40 0,0 41 16,40-1-16,-40-40 0,0 40 16,0 0-16,0-40 0,40 40 0,-41-40 15,1 40-15,0 0 0,0-40 16,40 40-16,-40-40 16,40 40-16,0-80 62,40 40-46,0 0-16,0 0 15,0 0 1,1 0-16,-1 0 0,0 0 0,0 0 16,0 0-16,0 0 15,40 0-15,-39 0 0,-1 0 0,40 0 0,-40 0 16,0 0-16,0 0 0,41 0 15,-41-40-15,0 40 0,0 0 0,0 0 0,0 0 16,0 0-16,0 0 16,1 0-16,-1 0 0,0 0 0,0 0 15,0 0-15,-40-40 16,40 40-16</inkml:trace>
  <inkml:trace contextRef="#ctx0" brushRef="#br0" timeOffset="26718.3773">8988 7499 0,'-40'0'0,"0"0"0,0 0 15,0 0 1,0 0-16,80 0 109,0 0-77,0 0-32,0 40 0,0-40 15,0 0-15,1 0 0,-1 0 0,0 40 16,0-40-16,40 0 0,-40 0 16,41 0-16,-41 0 0,40 0 0,0 0 0,0 0 15,1 0-15,-1 0 16,0 0-16,0 0 0,1-40 0,-1 40 0,0 0 15,41-40-15,-1 40 0,-40 0 16,41 0-16,-1-40 0,0 40 0,1 0 0,-1-40 16,1 40-16,-1 0 0,0-40 0,-39 40 0,-1 0 15,0 0-15,0 0 16,1 0-16,-41 0 0,0 0 0,0 0 0,-40 40 47,-40-40-32,40 40 1,-40-40 0,0 0-16,-1-40 15</inkml:trace>
  <inkml:trace contextRef="#ctx0" brushRef="#br0" timeOffset="27618.3032">8748 8462 0,'-41'0'31,"1"0"-31,40-40 16,-40 40-1,80 0 1,41 0 0,-41 0-1,160-41 1,1 41-1,-41 0 17,-119 0-17,-41 41 48,-41-1-63,41 0 0,-40-40 15,40 40-15,-40 0 16,0-40-16,40 40 0,-40 0 0,0 0 0,0 0 16,0 0-16,40 1 0,-41 39 0,1-40 15,0 0-15,40 0 0,-40 0 16,40 40-16,-40-39 0,40-1 0,-40-40 0,40 40 16,0 0-16,0 0 15,0-80 32,40 40-31,-40-40-16,40 40 0,0 0 0,-40-40 15,40 40-15,0-40 0,1-1 0,-1 41 16,0-40-16,0 40 16,0 0-16,0 0 15,0 0 1,-40 40-16,40-40 0,1 0 15,-1 41 1,0-41-16,0 0 16,0 0-16,0 0 0,0 0 15,0 0 1,1 0-16,-1 0 0,0-41 0</inkml:trace>
  <inkml:trace contextRef="#ctx0" brushRef="#br0" timeOffset="27898.3059">10112 8983 0,'0'0'0,"-40"0"0,-41 0 31,81-40-31,81 40 15,-1-40 1,80 0 0,-79 40-16,-41 0 31,80 0-15,-40 0-1</inkml:trace>
  <inkml:trace contextRef="#ctx0" brushRef="#br0" timeOffset="28268.2872">11235 8502 0,'0'0'15,"0"-40"1,0 0 0,-40 40-1,40 40 1,40 0-1,-40 80 1,0 0 0,0 81-1,-40-1 17,40-119-32</inkml:trace>
  <inkml:trace contextRef="#ctx0" brushRef="#br0" timeOffset="29608.2585">7905 1965 0,'0'0'0,"0"-41"47,0 82 94,0-1-141,40 0 0,-40 0 15,0 0-15,0 0 0,40 0 16,-40 0-16,0 0 0,0 41 0,40-41 0,-40 0 16,0 0-16,0 0 0,0 0 0,0 0 15,40-40-15,-40 40 16</inkml:trace>
  <inkml:trace contextRef="#ctx0" brushRef="#br0" timeOffset="30688.1925">8065 1243 0,'0'0'0,"41"0"62,-41 40-62,0 0 31,0 0 1,40 0-32,-40 0 15,40 0-15,-40 0 16,0 1 0,0-82 46,0 1-62,0 0 16,0 0-16,80 0 0,-80 0 15,40 40 1,-40-40-16,0 0 0,40 40 16,0 0-16,1 0 15,-41 40 16,40-40 1,-40 40-32,40-40 15,-40 40-15,0 0 32,40-40-32,-40 40 0,0 0 31,40 0-31,0 1 15,-40-1 1,40-40-16,0 0 16,1-40 15,-41-1-31,40 41 16,-40-40-16,0 0 15,40 40 16</inkml:trace>
  <inkml:trace contextRef="#ctx0" brushRef="#br0" timeOffset="45407.2587">9149 10507 0,'0'-40'15,"40"40"1,-40-40-16,40 40 0,0 0 16,-80 0 46,40 40-62,0 0 31,0 0-15,0 0-16,0 0 16,0 0-16,0 1 0,0-1 0,0 0 15,-40 0-15,40 0 0,0 0 16,0 0-16,0 0 0,0 0 0,0 0 16,0 1-1,0-1-15,0 0 0,40-40 16</inkml:trace>
  <inkml:trace contextRef="#ctx0" brushRef="#br0" timeOffset="46137.1798">9590 10587 0,'0'-40'0,"0"0"62,40 40-62,0 0 16,1 0-16,-1 0 16,0 0-16,0 0 15,0 0-15,0 0 0,0 0 16,0 0-16,1 0 16,-1 0-16,0 0 15,-80 40 79,0 0-63,-41 0-31,41 0 16,40 1-16,-40-41 15,40 40-15,-40-40 0,40 40 0,-40 0 16,0 0-16,40 0 16,-40-40-16,80 0 78,0 0-63,0 0-15,0 0 0,0 0 0,0 0 16,0 0-16,1-40 16,-1 40-16,0 0 0,0 0 15,0 0 1,0 0-16,0 0 16</inkml:trace>
  <inkml:trace contextRef="#ctx0" brushRef="#br0" timeOffset="46527.2314">10473 10507 0,'0'-40'0,"-40"40"16,40 40 62,0 0-47,0 0-31,0 0 16,0 0-1,0 1-15,-40-41 0,40 40 0,0 0 16,0 0-16,0 0 0,0 0 16,0 0-16,0 0 0,0 0 0,0 0 15,0 1 1</inkml:trace>
  <inkml:trace contextRef="#ctx0" brushRef="#br0" timeOffset="47337.1089">11075 10467 0,'-40'0'31,"80"0"47,-40 40-78,40-40 0,-40 40 16,40-40-16,0 40 16,0-40-16,-40 40 15,41-40 1,-1 0-16,0 0 15,-40 40 1,40-40 0,-80 0 93,0 0-93,40 41-1,-40-41-15,-1 40 16,41 0-16,0 0 16,-40-40-16,40 40 0,-40 0 0,40 0 0,-40 0 15,0 0-15,40 0 0,-40 1 16,0-1-16,40 0 0,-40-40 0,40 40 15,40-40 17</inkml:trace>
  <inkml:trace contextRef="#ctx0" brushRef="#br0" timeOffset="47997.066">11757 10467 0,'0'-40'47,"0"80"93,0 0-124,0 0-16,0 0 0,0 0 16,0 0-16,0 1 15,-40-1-15,40 40 0,0-40 0,-40 0 0,40 0 16,-40 40-16,40-40 0,-40 1 16,40-1-16</inkml:trace>
  <inkml:trace contextRef="#ctx0" brushRef="#br0" timeOffset="50416.9206">14084 6657 0,'0'40'0,"-40"-40"31,80 0 110,0 0-141,1 0 0,-1 0 15,40 0-15,-40 0 0,0 0 0,40 0 0,-39-40 16,-1 40-16,40 0 16,-40 0-16,0 0 0,41-40 0,-41 40 0,0 0 15,0 0-15,40 0 0,-40 0 16,0-40-16,1 40 0,-1 0 16,0 0-16,0 0 15,0 0 1</inkml:trace>
  <inkml:trace contextRef="#ctx0" brushRef="#br0" timeOffset="50826.9705">14847 6336 0,'0'-40'15,"-40"40"1,40-40-1,0 120 48,0-40-47,-40 0-1,40 0-15,0 0 16,0 1-16,-41-1 0,41 0 0,0 0 15,0 0-15,0 40 0,0-40 0,0 0 0,0 1 16,0-1-16,0 0 16,0 0-16</inkml:trace>
  <inkml:trace contextRef="#ctx0" brushRef="#br0" timeOffset="52366.8042">18739 3649 0,'0'40'31,"0"0"-16,-40 0 17,40 0-32,-40-40 0,40 41 0,-40-41 15,40 40-15,-40-40 0,40 40 16,-41-40-16,41 40 0,-40 0 16,80-80 30,1 40-30,-41-80-16,40 80 0,-40-40 0,40-1 0,-40 1 16,40 0-16,-40 0 15,40 40-15,-40-40 0,40 40 16,-40-40 0,0 80 15,40-40-16,-40 40-15,40-40 0,-40 40 0,41-40 16,-41 40-16,40-40 0,-40 40 16,40-40-16,-40 41 0,40-41 0,-40 40 15,40-40-15,-40 40 0,40-40 16</inkml:trace>
  <inkml:trace contextRef="#ctx0" brushRef="#br0" timeOffset="52856.7748">18739 3809 0,'0'0'0,"0"-40"31,0 80 31,40 1-46,-40-1-16,0 0 16,40 0-16,-40 0 15,0 0-15,0 0 0,0 0 0,0 0 16,0 0-16,0 1 15,0-1-15,0 0 0,0 0 0,0 0 16,0 0-16,0 0 16,0 0-1,40-40-15,-40 40 0,0 1 32,0-1-32,0 0 15,0 0 1</inkml:trace>
  <inkml:trace contextRef="#ctx0" brushRef="#br0" timeOffset="53496.7348">18378 4692 0,'0'-40'31,"0"80"48,40-40-64,-40 40-15,40 0 0,0-40 16,-40 40-16,40 0 15,1 0-15,-41 0 16,40-40-16,-40 40 0,40-40 0,-40 41 0,0-1 16,40-40-16,-40 40 15,0 0-15,40 0 0,-40 0 32,40-40-32,-40-40 31,40 0-31,-40 0 15,40 0-15,-40 0 0,41-1 0,-41 1 16,40 40-16,-40-40 16,40 40-16,-40-40 0,40 40 0,0-40 15,0 40 1,0 0-16,0 0 16,1 0-1,-1 0-15,-80 0 63,-1 0-48,1 0 1</inkml:trace>
  <inkml:trace contextRef="#ctx0" brushRef="#br0" timeOffset="58666.4945">17214 6015 0,'-40'0'15,"40"-40"1,40 40 172,0 0-188,0-40 0,1 40 15,-1 0-15,-40-40 16,40 40-16,0 0 0,0 0 0,0-40 15,0 40-15,0 0 0,1 0 0,-1 0 16,0 0-16,0-40 16,0 40-16,0 0 0,0 0 15,-40-40 1,0 80 62,-40-40-78,40 40 16,0 0-1,-40-40-15,40 40 0,-40-40 0,40 40 16,-40-40-16,40 40 16,-40-40-16,40 40 0,-40-40 0,40 40 0,-41-40 15,1 41 1,0-1-16,0-40 0,40 40 15,-40-40-15,40 40 0,-40-40 0,40 40 16,-40 0-16,40 0 16,0 0-16,-40 0 15,40 0 1,0 1 0,-41-41-16,82 0 93,-41-41-93,40 41 0,0 0 16,0 0 0,0 0-16,0 0 0,0 0 15,0 0 1,1 0-16,-1 0 0,0 0 15,0 0-15,0 0 0,0 0 16,0 0 0,0 0-16,1 0 0,-1 0 0,0 0 15,0 0-15,0 0 0,0 0 16,0 0-16,1 0 31</inkml:trace>
  <inkml:trace contextRef="#ctx0" brushRef="#br0" timeOffset="59386.4507">17054 6938 0,'0'0'0,"-40"0"31,-1 0-15,82 0 78,-1 0-79,0 0 1,0 0-16,0 0 0,0 0 16,0 0-1,0 0-15,1 0 0,-1 0 0,0 0 0,0 0 16,0 0-16,0 0 0,0 40 0,0-40 15,1 40-15,-1-40 0,0 40 16,0-40-16,0 0 0,0 0 0,0 0 0,41 0 16,-41 0-16,0 0 15,0 0-15,40 0 0,-40 0 0,1 0 0,39 0 16,-40 0-16,40 0 0,-40 0 16,0 0-16,1 0 0,-1 0 0,0 0 0,0 0 15,0 0 1,0 0-16,0 0 0,0 0 15,-40 40 48,-40-40-47,0 0-1</inkml:trace>
  <inkml:trace contextRef="#ctx0" brushRef="#br0" timeOffset="60576.3254">16773 7780 0,'40'0'78,"0"0"-78,0 0 0,0 0 16,0 0-16,1 0 0,-1 0 15,0 0-15,0 0 0,0 0 0,0 0 16,0 0 0,0 0-16,1 0 0,-1 0 15,0 0 1,0 0-16,0 0 0,0 0 15,-40 40 32,-40-40-31,40 40-16,-40-40 16,0 0-1,40 40-15,-40-40 16,40 40-16,-40-40 15,-1 40-15,1-40 16,0 40-16,0 1 0,0-1 16,0 0-1,0 0-15,0 0 16,-1-40-16,1 40 16,0 0-16,0-40 0,40 40 15,0 0 1,-40-40-16,80 0 78,0 0-78,0 0 16,0 0-1,1-40-15,-1 40 16,0 0-16,0 0 0,0 0 15,0 0 1,0 0-16,0 0 16,1 0-1,-1 0-15,0 0 0,0 40 16,0-40 0,0 0-16,0 0 0,0 0 15,1 0-15,-1 0 16,0 0-16,0 0 15,0 0-15,0 0 32</inkml:trace>
  <inkml:trace contextRef="#ctx0" brushRef="#br0" timeOffset="60936.3003">18298 8181 0,'-40'0'16,"-1"0"-16,82 0 47,-1-40-32,0 40 1,0 0-16,0 0 16,0 0-16,0 0 15,0 0-15,1 0 16,-1 0-16,-40-40 15,40 40-15</inkml:trace>
  <inkml:trace contextRef="#ctx0" brushRef="#br0" timeOffset="62006.2352">19341 7740 0,'-40'0'15,"0"0"1,80 0 62,0-40-62,0 40-1,-40-40-15,40 40 16,0 0 0,0 0-16,-40-41 0,41 41 15,-1 0 1,0 0-1,-40 41-15,40-41 0,-40 40 16,40-40 0,-40 40-16,0 0 31,0 0-31,-40-40 0,40 40 16,-40-40-1,40 40-15,-40-40 0,0 40 16,40 0-1,40-40 64,0-40-64,0 40 1,0-40-16,0 40 15,0 0-15,-40 40 32,0 0-32,0 0 31,0 1-31,0-1 16,-40-40-1,0 0-15,40 40 16,-40-40-16,0 40 15,0-40 1,0 0-16,-1 0 16,1 40-1,0-40-15,0 0 0,0 0 0,0 0 16,0 40 0,0-40-16,-1 0 0</inkml:trace>
  <inkml:trace contextRef="#ctx0" brushRef="#br0" timeOffset="63596.1541">17415 9986 0,'-80'0'16,"39"-40"-1,41 80 79,41-40-94,-41 40 16,0 0-16,0 0 0,40-40 0,-40 40 15,0 0-15,0 0 0,0 0 16,0 0-16,0 1 0,0-1 0,0 0 15,0 0-15,0 0 0,0 0 0,0 0 16,0 0 0,0 0-16,0 1 0,-40-41 0,40 40 15</inkml:trace>
  <inkml:trace contextRef="#ctx0" brushRef="#br0" timeOffset="64426.1443">17856 10106 0,'0'0'31,"0"-40"-15,40 40-1,41 0 1,-1 0-1,0 0 1,41 0 0,-81 0-1,0 0-15,40 40 32,-40-40-17,0 0 1,-80 40 46,0 0-46,0-40-16,40 40 0,-40-40 0,40 40 16,-40-40-1,0 40-15,-1 1 0,1-1 16,40 0-16,-40-40 0,0 40 0,0-40 15,40 40-15,-40-40 0,40 40 16,-40-40-16,-1 0 16,41 40-1,0 0 1,41-40 31,-1 0-47,-40-40 15,40 40-15,0 0 0,0 0 0,0 0 0,0-40 16,1 40-16,-1 0 16,0 0-16,0 0 15,0 0 1,0 0-16,0 0 16,-40 40-1,40-40 1</inkml:trace>
  <inkml:trace contextRef="#ctx0" brushRef="#br0" timeOffset="64916.0393">19020 10106 0,'-40'0'16,"0"0"-1,40-40 1,0 0 15,0 80 32,0 0-48,0 0-15,0 0 16,0 0-16,0 0 16,0 0-16,0 1 0,0-1 15,0 0-15,0 0 16,0 0-16,0 0 0,0 0 16,0 0-16,0 0 15,80 1-15,-40-41 16</inkml:trace>
  <inkml:trace contextRef="#ctx0" brushRef="#br0" timeOffset="65636.0735">19662 10106 0,'-40'0'15,"40"-40"-15,-40 40 16,80 0 15,40 0-15,0 0 0,1 0-1,39 40 1,-40-40-1,0 40 1,41-40 0,-81 0-1,0 0 1,-80 0 46,40 40-46,-40-40-16,40 40 16,-40-40-16,40 40 0,-40-40 15,-1 40-15,1 1 16,0-41-16,0 40 16,0 0-16,0 0 15,0 0-15,0 0 16,-1 0-16,1 0 15,0 0-15,40 1 16,-40-41-16,40 40 16,0 0 15</inkml:trace>
  <inkml:trace contextRef="#ctx0" brushRef="#br0" timeOffset="66656.0101">20424 9905 0,'0'0'0,"-40"0"16,40-80-1,80 40 17,-39 40-17,-1 0 1,0 0 15,0 0-31,0 0 16,0 80-1,0-80 1,-40 81 0,-40-1-1,40-40 1,-80 40 0,40 0 15,40-40-16,40-40 64,-40-40-79,40 40 15,0 0-15,0 0 16,0 0-16,1 0 0,-1 0 31,-40 40-31,40-40 31,-40 40-31,0 1 32,0-1-32,-40 0 15,40 0 1,-40-40-16,40 40 0,-41 0 15,41 0 1,-40-40 0,0 40-16,0-40 15,0 40 1,0-40-16,0 0 0,0 0 16,40 41-16,-41-41 15,1 0-15,0 0 0,0 0 16,0 0-16,0 0 0</inkml:trace>
  <inkml:trace contextRef="#ctx0" brushRef="#br0" timeOffset="71295.6636">9269 12552 0,'40'0'156,"-40"40"-125,40-40-31,-40 41 0,41-41 16,-41 40 0,40 0-16,-40 0 0,0 0 15,0 0-15,0 0 0,40 0 0,-40 0 0,0 1 16,0-1-16,0 0 0,0 0 15,0 0-15,0 0 0,0 0 0,0 0 0,0 0 16,0 0-16,0 1 16,0-1-16,0 0 0,0 0 0,0 0 0,0 0 15,0 0-15,0 0 0,0 0 16,0 1-16,0-1 0,0 0 0,0 0 16,0 0-16,0 0 15,0 0-15,0 0 0,0 0 0,0 0 16,0 1-16,0-1 0,0 0 0,0 0 15,0 0-15,0 0 0,0 0 16,-40-40-16,40 40 0,0 0 0,0 1 0,0-1 16,0 0-1,0 0-15,0 0 0,0 0 0,0 0 16,0 0-16,0 0 0,0 0 16,0 1-16,0-1 0,0 0 0,0 0 15,0 0-15,0 0 0,-40 0 0,40 0 0,0 0 16,0 1-16,0-1 15,0 0-15,0 0 0,-41 0 0,41 0 16,0 0-16,0 0 16,0 0-16,0 0 0,0 1 15,0-1 1,0 0-16,0 0 0,0 0 16,0 0-1,0 0-15,0 0 0,0 0 0,0 1 16,0-1-16,0 0 0,-40-40 0,40 40 15,0 0-15,0 0 16,0 0-16,0 0 0,0 0 16,0 0-16,0 1 15,0-1-15,0 0 16,0 0 0,0 0-16,40 0 0,-40 0 15,0 0-15,0 0 0,0 1 0,0-1 16,0 0-16,0 0 0,0 0 15,0 0-15,0 0 0,0 0 0,0 0 0,-40 0 16,40 1-16,0-1 16,-40 0-16,40 0 0,0 0 15,0 0-15,0 0 16,0 0-16,0 0 0,0 1 16,0-1-1,0 0-15,0 0 0,0 0 0,0 0 16,0 0-16,0 0 0,0 0 15,0 0-15,0 1 0,0-1 16,0 0-16,-40-40 0,40 40 0,0 0 16,0 0 15,0 0-15,0 0-16,0 0 0,0 1 0,0-1 15,0 0-15,0 0 0,0 0 16,0 0-1</inkml:trace>
  <inkml:trace contextRef="#ctx0" brushRef="#br0" timeOffset="74185.5518">5337 15801 0,'0'0'0,"-80"0"16,39 0 15,1 40-31,0-40 109,0 0-77,80 0 46,0-40-47,0 40-31,-40-40 0,41 40 16,-41-40-1,40 40-15,0 0 16,0 0-16,0 0 15,0 0 1,0 0-16,0 0 0,1-40 16,-1 40-16,0 0 15,0 0-15,0 0 0,0 0 0,0 0 16,0 0-16,1 0 0,-1 0 16,0 0-16,0 0 0,0 0 0,0 0 15,0 40-15,0-40 0,1 0 16,-1 0-16,0 0 15,0 0-15,0 0 0,0 0 0,0 0 16,0 0-16,1 0 16,-1 0-16,0-40 0,0 40 0,0 0 0,0 0 15,0 0 1,0 0-16,1 0 16,-1 0-1,0 0 1,0 0-16,0 0 0,0 0 15,0 0 1,0 0-16,1 40 0,-1-40 0,0 0 0,0 0 16,0 0-16,0 0 0,0 0 15,1 0-15,-1 0 0,0 0 0,0 0 16,0 0-16,0 0 16,0 0-16,0 0 0,1 0 0,-1 0 0,0 0 15,0-40-15,0 40 0,0 0 0,0 0 16,0 0-1,1 0-15,-1 0 0,0 0 16,0 0 0,0 0-16,0 0 0,0 0 0,0 0 15,1 0-15,-1 0 0,40 0 16,-40 0-16,0 0 0,40 0 0,-39 0 0,-1 0 16,0 0-16,0 0 15,0 0-15,0 0 0,0 0 0,0 0 0,1 0 16,-1 0-16,0 0 0,0 0 15,0-41-15,0 41 16,0 0-16,0 0 0,1 0 16,-1 0-16,0 0 15,0 0-15,0-40 0,0 40 0,40 0 0,-39 0 16,-1 0-16,40 0 0,-40 0 16,0 0-16,0 0 0,0 0 0,1 0 15,-1 0-15,0 0 0,0 0 31,0 0-31,0 0 16,0 0-16,0 0 16,1 0-16,-1 0 0,0 0 0,0 0 15,0 0 1,0 0-16,-40 40 0,40-40 0,0 0 0,1 0 16,-1 0-1,0 0-15,0 0 0,0 0 16,0 0-16,0 0 0,1 0 15,-1 0-15,0 0 16,0 0-16,40 0 0,-40 0 0,0 0 0,1 0 16,-1 0-16,0 0 0,0 0 15,0 0-15,0 0 0,0 0 0,0 0 16,1 0-16,-1 0 16,0 0-16,0 0 0,0 0 0,0 0 15,0 0-15,0 0 0,1 0 16,-1 0-16,0 0 0,0 0 15,0 0-15,0 0 0,0 0 0,0 0 0,1 0 16,-1 0-16,0 0 16,0 0-16,0 0 0,0 0 0,0 0 0,0 0 15,1 0-15,-1 0 0,0 0 16,0 0-16,0 0 0,0 0 0,0 0 0,41 0 16,-41 0-16,0 0 15,0-40-15,0 40 0,0 0 0,0 0 16,0 0-16,1 0 0,-1 0 0,0 0 15,0 0-15,0 0 16,0 0-16,0 0 0,0 0 16,1 0-16,-1 0 15,0 0-15,0 0 0,0 0 0,0 0 16,0 0-16,0 0 16,1 0-16,-1 0 15,0 0-15,0 0 31,0 0-31,0 0 0,0 0 16,0 0-16,1 0 16,-1 0-16,-40-40 0,40 40 0,0 0 0,0 0 15,0 0-15,0 0 16,0 0-16,1 0 0,-1 0 16,0 0-16,0 0 15,0 0-15,0 0 16,0 0-16,1 0 15,-41-40 235,-41 0-234</inkml:trace>
  <inkml:trace contextRef="#ctx0" brushRef="#br0" timeOffset="82314.9831">9349 14999 0,'41'0'94,"-82"0"62,41-40-109,-40 40-47,0 0 47,0 0-31,0 0-1,0 0 1,0 0 0,0 0-16,-1 40 31,1 0-16,0-40 1,40 40-16,-40-40 16,0 0-1,40 40-15,-40-40 16,40 40 0,-40-40-16,40 40 15,-40-40-15,40 40 31,-41-40-31,41 41 16,0-1 0,-40-40-1,40 40 1,-40-40 0,40 40-16,0 0 31,-40-40-31,40 40 15,0 0 1,0 0 0,0 0-16,0 0 15,0 1 1,0-1 0,0 0-1,0 0-15,0 0 31,0 0-15,0 0 0,0 0-1,0 0 1,0 1 0,40-41-16,-40 40 15,40 0 1,-40 0-1,40-40 1,1 40-16,-1-40 16,-40 40-1,40-40-15,-40 40 0,40-40 16,0 0-16,-40 40 16,40-40-16,0 0 0,0 40 0,1-40 15,-1 0-15,0 0 31,0 0-31,0 0 16,0 0-16,0 0 16,0 0-16,1 0 0,-1 0 15,0 0 1,0 0-16,0 0 16,0 0-1,0 0 16,0 0-15,1 0 0,-1 0-16,0-40 15,0 40-15,-40-40 16,40 40 0,-40-40-16,40 40 15,-40-40-15,40 0 16,-40 0-1,40 40-15,-40-40 16,0 0 0,41 40-16,-41-41 15,0 1 1,40 40-16,-40-40 16,0 0-1,0 0 1,0 0-1,40 40 1,-40-40-16,0 0 16,0 0-1,-40 40 1,40-41-16,-40 41 16,40-40-16,0 0 15,0 0 16,0 0-15,-41 40-16,41-40 16,0 0-1,-40 40 1,40-40-16,-40 40 16,40-40-16,-40 40 31,40-40-16,-40 40 1,0 0-16,40-41 0,-40 1 31,40 0-31,-40 40 16,-1-40 62,1 0-47,0 40 1,0 0-32,40-40 15,-40 40 1,0 0-1,40-40 1,-40 40-16,0 0 31,40-40-15,-41 40 0,1 0-1,0 0 16</inkml:trace>
  <inkml:trace contextRef="#ctx0" brushRef="#br0" timeOffset="85484.7959">9670 13876 0,'-40'0'0,"40"-40"32,0 0 15,-40 40 62,40-40-93,-40 40-16,0 0 15,0 0 1,0 0-1,0 0 1,-1 0 0,1 0-1,0 0 1,0 0 0,0 0-1,0 0 1,0 0-16,40 40 15,-40-40-15,-1 0 16,1 40 0,0-40-1,0 0 1,0 0-16,0 40 16,0-40-16,0 0 15,40 40-15,-41-40 16,1 40-16,40 0 15,-40-40-15,40 40 0,-40-40 0,40 40 16,-40-40-16,40 40 0,-40-40 16,40 41-16,-40-41 0,40 40 15,-40 0 1,40 0 0,-41-40-1,1 40 1,0 0-1,0-40 1,0 40-16,0 0 0,0-40 0,40 40 16,-40 1-16,-1-41 0,41 40 15,-40 0-15,40 0 0,-40-40 16,40 40 0,-40-40-16,40 40 0,-40-40 0,40 40 15,0 0-15,-40-40 0,40 40 16,-40 0-16,40 1 15,0-1-15,0 0 0,0 0 0,-40 0 16,40 0 0,0 0-16,0 0 0,0 0 0,0 1 15,0-1-15,0 0 16,0 0-16,0 0 0,0 0 16,0 0-16,0 0 0,40 0 15,-40 0 1,0 1-16,0-1 0,40 0 15,-40 0 1,0 0-16,0 0 0,40 0 16,-40 0-1,40 0-15,-40 1 0,40-41 16,-40 40-16,40-40 16,-40 40-16,40-40 0,-40 40 0,41-40 15,-41 40-15,40-40 0,-40 40 0,40-40 16,-40 40-1,40-40-15,-40 40 0,40-40 0,-40 40 0,40-40 16,-40 40-16,40-40 0,-40 41 16,0-1-16,40-40 0,-40 40 0,41-40 0,-41 40 15,40-40 1,0 0-16,-40 40 0,40 0 16,0 0-16,0 0 15,0 0-15,-40 1 16,40-41-16,1 40 0,-1-40 15,0 40 1,0-40-16,0 0 16,-40 40-16,40-40 0,0 0 15,-40 40-15,40-40 0,1 0 32,-41 40-32,40-40 0,0 0 15,0 0-15,0 40 0,0-40 16,0 0-16,0 0 15,1 0-15,-1 40 32,0-40-32,0 0 15,0 0 1,0 0-16,0 0 16,0 0-16,1 0 15,-1 0 1,0 0-16,0 0 15,0 0 1,0-40-16,0 40 16,0 0-16,1 0 15,-41-40-15,40 40 0,0 0 16,0 0 0,-40-40-1,40 40-15,0-40 0,0 40 16,-40-40-1,40 40-15,1 0 0,-41-40 16,40 40-16,0 0 16,-40-40-16,40 40 0,0-41 0,0 41 15,0-40 1,0 40-16,-40-40 16,41 40-16,-41-40 0,40 40 15,-40-40-15,40 40 0,-40-40 16,40 40-16,0-40 0,0 40 15,-40-40 1,40 40-16,-40-40 0,41 40 0,-41-41 16,40 41-1,-40-40-15,40 40 0,-40-40 16,0 0 0,40 40-16,-40-40 0,40 0 0,-40 0 15,40 0-15,-40 0 16,40 40-16,-40-40 15,40-1-15,-40 1 16,0 0 0,0 0-16,0 0 15,0 0-15,0 0 16,41 0-16,-41 0 0,0-1 16,0 1-16,0 0 0,0 0 15,0 0 1,0 0-16,0 0 0,0 0 15,0 0 1,-41 0-16,41-1 0,0 1 16,0 0-1,-40 40-15,40-40 0,-40 0 16,0 0 0,0 0-16,40 0 15,-40 40-15,40-40 16,-40 40-16,40-41 15,0 1-15,-40 0 16,40 0-16,0 0 16,-41 40-16,41-40 0,0 0 31,-40 40-31,40-40 0,-40 40 16,40-40-1,-40 40 1,40-40-16,-40 40 0,40-41 15,-40 41 1,40-40-16,-40 40 0,40-40 16,-41 40-1,1-40 1,0 40 0,40-40-1,-40 40-15,40-40 0,0 0 31,-40 40-31,40-40 16,-40 40 0,0-40-1,0 40 1,40-41-16,-41 41 16,1-40-16,0 40 0,40-40 15,-40 40 1,40-40-16,-40 40 0,40-40 15,-40 40 1,0 0-16,40-40 0,-40 40 31,40-40-31,-41 40 0,1 0 32,0 0-32,40-40 15,-40 40-15,0 0 31,0 0-31,0 0 16,0 0 0,-1 0-16,1 0 0,0 0 0,0 0 15,0 0 1,0 40-16,0-40 0,0 0 0,-1 0 16,1 0-16,40 40 0,-40-40 15,80 0 63,0 0-62</inkml:trace>
  <inkml:trace contextRef="#ctx0" brushRef="#br0" timeOffset="87174.7646">9711 15079 0,'0'-40'31,"0"0"203,40 40-218,-40-40-1,40 40-15,-40-40 0,40 40 16,0 0-16,-40-41 0,40 41 16,-40-40-16,40 40 0,-40-40 15,40 40-15,1-40 0,-1 40 16,-40-40-16,40 40 0,0 0 0,0-40 0,0 0 16,40 40-16,-39-40 15,-1 40-15,40-40 0,-40 40 0,40-40 0,1-1 16,-1 1-16,0 0 0,41 0 15,-41 0-15,0 0 0,0 0 0,1 0 16,-1 0-16,0 40 0,-40-41 16,40 1-16,-39 0 0,39 40 0,-40-40 0,0 0 15,0 40-15,0-40 16,0 0-16,1 0 0,-1 40 16,-40-40-16,40 40 0,-40-40 15,40 40-15,-80 0 31</inkml:trace>
  <inkml:trace contextRef="#ctx0" brushRef="#br0" timeOffset="87984.6387">10072 15360 0,'-40'0'0,"-1"0"32,1 0-17,0 0 1,120 0 62,-39 0-78,-1 0 16,0 0-16,0 0 0,0-40 15,0 40-15,0-40 0,0-1 0,41 41 0,-41-40 16,40 40-16,0-40 0,1 40 0,-1-40 0,0 40 16,0-40-16,41 40 15,-41-40-15,0 40 0,41-40 0,-41 0 0,40 40 16,-39-40-16,-1-1 0,0 41 15,0-40-15,1 40 0,-41-40 0,40 40 0,0-40 16,-40 0-16,0 40 16,41-40-16,-41 40 0,0-40 0,0 40 0,0 0 15,0-40-15,0 40 16,1 0-16,-1 0 0,0 0 0,0 0 16,0 0-16,0 0 0,-40-40 0,40 40 15,0 0 16,-80 0 16,40 40-47,-40-40 0,0 0 16,0 0-16</inkml:trace>
  <inkml:trace contextRef="#ctx0" brushRef="#br0" timeOffset="88664.6404">10433 15681 0,'-40'0'31,"80"0"32,0 0-47,0 0-16,0 0 0,0 0 0,0 40 15,1-40 1,-1 0-16,0 0 0,0 40 0,0-40 0,40 0 15,-39 40-15,-1-40 0,40 0 16,-40 0-16,40 40 0,-40-40 0,1 0 0,-1 40 16,40-40-16,-40 0 15,0 40-15,0-40 0,41 40 0,-41-40 0,0 40 16,40-40-16,-40 41 0,40-1 0,1-40 0,-1 40 16,0-40-16,0 40 0,1-40 15,-1 0-15,0 0 0,0 0 0,-39 0 0,39 0 16,-40 0-16,0 0 15,0 0-15,0 0 16,-80 0 78</inkml:trace>
  <inkml:trace contextRef="#ctx0" brushRef="#br0" timeOffset="89624.5451">10995 14758 0,'0'40'0,"-40"-40"16,80 0 124,0 0-124,0 0-16,0 0 0,0 0 0,0 40 16,0-40-16,-40 40 0,41-40 0,-1 41 15,0-41-15,0 0 16,0 40-16,0-40 0,0 40 0,41-40 0,-41 40 15,40-40-15,-40 40 0,40-40 16,1 40-16,-41-40 0,40 40 0,0-40 0,-40 40 16,41-40-16,-41 40 15,40-40-15,-40 41 0,40-41 0,-40 40 0,1-40 16,-1 40-16,0-40 0,0 0 0,0 40 0,0-40 16,0 0-16,0 40 0,1-40 15,-1 0-15,0 0 0,-40 40 0,80-40 0,-40 0 16,0 0-16,0 40 15,1-40-15,-1 0 0,0 0 0,0 0 0,0 0 16,0 40 0,-80-40 15,0 0-15</inkml:trace>
  <inkml:trace contextRef="#ctx0" brushRef="#br0" timeOffset="90414.4932">11235 15721 0,'0'0'16,"0"-40"0,-40 40-1,0 0 1,0 0 15,80 0 0,-40 40-31,161 0 32,-41 0-17,-40 40 1,41 40 0,39 1 15,1-41-16,-41 0 1,0 0 15,1 1-15,39-1 0,-39 0-1,-41 40 16,0-80-15,-40-40 0,-40 41 15,-40-41-15,-40-81-1,40 41 1</inkml:trace>
  <inkml:trace contextRef="#ctx0" brushRef="#br0" timeOffset="91144.4537">11035 16282 0,'-40'-40'16,"40"0"-16,0 0 16,40 40-16,-40-40 15,40 40 1,0 0 15,40 40-15,-40 120-1,41 1 1,-1 39 15,40-39-15,41 39-1,-41-80 17,-40-39-17,-39-41 1</inkml:trace>
  <inkml:trace contextRef="#ctx0" brushRef="#br0" timeOffset="91724.4157">11075 14558 0,'0'0'0,"0"-40"16,-40-1-1</inkml:trace>
  <inkml:trace contextRef="#ctx0" brushRef="#br0" timeOffset="94174.3386">21066 12873 0,'0'0'0,"0"-40"16,-40 40-16,40-40 0,-40 0 15,0 0-15,40 80 47,40 0-31,-40 0-16,0 0 0,0 0 0,0 0 0,0 1 16,0-1-16,0 40 0,0-40 0,0 0 0,0 0 15,0 40-15,0-40 16,0 41-16,0-41 0,0 40 0,0-40 0,0 40 15,-40-40-15,40 41 0,0-1 16,0 0-16,0 0 0,0-40 0,0 41 0,0-1 16,0 0-16,0 0 15,0 0-15,0 1 0,0-41 0,0 40 0,0 0 16,0 0-16,-40 1 0,40-1 0,0 0 0,0 0 16,-40 0-16,40 1 0,0-1 15,0 0-15,0-40 0,0 40 0,40-40 0,-40 41 16,40-41-16,-40 40 15,40-40-15,-40 40 0,80-40 0,-80 41 0,0-41 16,0 40-16,40-40 0,-40 40 16,41-40-16,-41 0 0,0 41 0,40-41 0,-40 40 15,0-40-15,40 0 16,-40 40-16,0-39 0,0-1 0,40 0 0,-40 40 16,0-40-16,0 0 0,0 0 0,0 0 0,0 0 15,0 1 1,40-41-1</inkml:trace>
  <inkml:trace contextRef="#ctx0" brushRef="#br0" timeOffset="95064.209">18418 15841 0,'-80'-40'15,"160"80"-15,-240-80 16,200 40 78,0 0-94,0 0 15,0 0 1,0 0-16,0 0 16,0 0-16,1-40 0,-1 40 0,0 0 15,0 0-15,40 0 0,-40 0 16,0 0-16,1 0 0,-1-40 0,0 40 0,40 0 15,-40 0-15,0-40 16,0 40-16,41 0 0,-41 0 0,40 0 0,-40 0 16,0 0-16,0-41 0,1 41 15,39 0-15,-40 0 0,0 0 0,0 0 0,40 0 16,-39 0-16,-1 0 0,40 0 0,-40 0 0,0 0 16,0 0-16,41 0 15,-41 0-15,0 0 0,40 0 0,-40 0 0,40 0 16,-39 0-16,-1 0 0,40 0 15,-40 0-15,0 0 0,40 0 0,-39 0 0,39 0 16,-40 0-16,40 0 16,-40-40-16,41 40 0,-41 0 0,0 0 0,40 0 15,-40 0-15,0 0 0,41 0 16,-41 0-16,0 0 0,0 0 0,40 0 0,-40 0 16,0 0-16,1 0 0,39 0 0,-40 0 0,0 0 15,0 0-15,41 0 16,-41 0-16,0 0 0,40 0 0,-40 0 0,0 0 15,0 0-15,1 0 0,-1 0 16,0 0-16,0 0 0,0 0 0,0 40 0,0-40 16,0 0-16,1 0 15,-1 0-15,0 0 0,40 0 0,-40 0 0,0 0 16,41 0-16,-41 0 0,0 0 0,0 0 0,40 0 16,-40 0-16,0 0 0,1 0 15,-1 0-15,0 0 0,0 0 0,0 0 16,-40-40-1,-40 40-15</inkml:trace>
  <inkml:trace contextRef="#ctx0" brushRef="#br0" timeOffset="96744.1298">21026 14036 0,'-40'0'15,"0"-40"1,0 0 31,0 40-47,0 0 16,-1 0-16,1 0 15,0 0-15,0 0 0,0 0 16,0 0-16,0 0 15,0 0-15,-1 0 0,1 0 16,0 0-16,0 0 16,0 0-16,40 40 0,-40-40 15,0 40 1,0-40-16,40 40 0,-41-40 0,1 40 16,0 1-16,40-1 0,-40-40 0,0 40 15,40 0-15,-40 0 0,0-40 16,40 40-16,-40 0 0,40 0 0,-41 0 0,1 1 15,40-1 1,0 0-16,-40-40 0,40 40 0,0 0 0,0 0 16,0 0-16,-40 0 0,40 0 15,0 0-15,0 1 0,0-1 0,0 0 16,0 0-16,0 0 0,0 40 0,0-40 0,0 0 16,0 1-16,0-1 15,0 0-15,0 0 0,0 0 0,0 40 0,0-40 16,0 0-16,0 0 0,0 1 15,0-1-15,0 0 0,40 0 0,-40 0 0,0 0 16,40 0 0,-40 0-16,40 0 0,-40 1 0,0-1 0,41-40 15,-41 40-15,40 0 0,-40 0 16,40 0-16,0-40 0,-40 40 0,40 0 0,0 0 16,0-40-16,-40 40 0,40 1 0,1-41 15,-1 40-15,0-40 16,0 40-16,0-40 0,0 40 0,0-40 15,0 0-15,1 40 0,-1-40 16,0 0-16,0 40 0,0-40 0,0 0 0,0 40 16,0-40-16,1 0 15,-1 40-15,0-40 0,0 40 0,0-40 16,0 0-16,0 0 0,0 41 0,1-41 16,-1 0-16,0 0 15,0 0-15,0 0 0,0 0 0,40 40 0,-39-40 16,-1 0-16,0 0 15,0 0-15,0 0 0,0 0 0,0 0 0,0 0 16,1 0-16,-1 0 0,0 0 16,0 0-16,0-40 0,0 40 0,0 0 15,1 0 1,-1 0-16,-40-41 0,40 41 0,0 0 0,-40-40 16,40 40-16,0-40 0,0 0 0,0 0 15,1 40 1,-41-40-16,40 40 0,-40-40 0,40 40 0,-40-40 15,40 40-15,-40-40 16,40 40-16,-40-41 0,40 1 0,-40 0 0,40 40 16,-40-40-16,40 0 0,1 0 15,-41 0-15,0 0 0,40 40 0,-40-40 16,40 0-16,-40-1 0,0 1 16,0 0-16,0 0 15,0 0-15,0 0 0,0 0 16,-40 0-16,40 0 15,0-1-15,0 1 0,0 0 0,0 0 16,0 0-16,0 0 16,-40 0-16,40 0 0,0 0 15,0 0-15,-41 40 16,41-41-16,-40 1 0,0 40 16,40-40-16,-40 40 0,40-40 0,-40 0 15,40 0 1,-40 40-16,40-40 0,-40 0 0,40 0 0,-40 40 15,40-41-15,-41 1 0,41 0 16,0 0-16,-40 40 0,40-40 0,-40 0 0,40 0 16,-40 40-1,40-40-15,-40 40 0,40-40 0,-40 40 0,0 0 16,40-40-16,-40 40 0,-1 0 0,41-41 16,-40 41-16,0 0 0,0-40 15,0 0-15,0 40 0,40-40 0,-40 40 16,-1-40-16,1 0 15,0 40-15,40-40 0,-40 40 0,0-40 16,0 40 0,0 0-16,40-40 0,-40 40 15,-1 0 1,1 0-16,0 0 0,0 0 16,0-41-16,0 41 15,0 0-15,0 0 16,40-40-16,-41 40 0,1 0 0,0-40 15,0 40 1,40-40-16,-40 40 0,0 0 0,80 40 47,0 0-47,0 0 0</inkml:trace>
  <inkml:trace contextRef="#ctx0" brushRef="#br0" timeOffset="97614.0583">21829 15159 0,'0'0'0,"-40"-40"15,-1 0 1,41 0 15,41 40-15,-1 0-16,40-40 31,-40 40-31,0 0 16,41 40-1,-41 0 17,-40 40-17,-40-40 1,-1 0 0,1 1-16,0-41 31,80 40-16,41-40 1,-41 0 15,0 40-15,-40 0 0,-40 0-1,-81 0 16,81-40-31,-80 0 32,39-40-17,122 0 1</inkml:trace>
  <inkml:trace contextRef="#ctx0" brushRef="#br0" timeOffset="98144.1004">22511 14919 0,'-40'0'16,"80"0"-16,-120 0 16,40 0-16,40-41 15,0 1 17,0 0-1,40 40-31,-40-40 0,80 0 15,-40 40-15,40-40 0,1 0 16,-1 40-16,0-40 0,0 0 0,1 0 0,39-1 16,-40 1-16,41 0 15,-41 0-15,40 0 0,1 0 0,-41 0 0,40 0 16,-40 0-16,41-1 0,-41 1 0,0 0 0,1 0 16,39-40-16,-40 40 0,0 0 15,-39 0-15,39 0 0,0-1 0,0 1 0,1 0 16,-41 0-16,0 40 15,0-40-15,0 40 0,0 0 0,-40-40 16,-40 40 15,40 40-31,-80-40 0,80 40 32,-40-40-32,0 0 0,-1 40 0,1-40 15,0 40-15</inkml:trace>
  <inkml:trace contextRef="#ctx0" brushRef="#br0" timeOffset="98734.0615">22792 15721 0,'-40'0'0,"40"-40"47,40 40-32,0 0-15,0 0 0,0 0 16,0 0-16,0 0 16,1 0-16,-1 0 15,0 0-15,0 0 0,40 0 0,-40 40 16,41-40-16,-1 0 15,0 0-15,0 0 0,1 40 0,-1-40 0,0 0 16,0 0-16,1 40 0,-1-40 16,0 0-16,40 40 0,-39-40 0,39 40 0,-40-40 15,1 0-15,39 40 0,-40-40 0,41 40 0,-41-40 16,0 40-16,0-40 16,1 41-16,-41-41 0,0 0 0,0 0 0,0 40 15,0-40 1,-80 0 15,-40 0-31,40 0 31,0 0-31,-1 0 16</inkml:trace>
  <inkml:trace contextRef="#ctx0" brushRef="#br0" timeOffset="99263.9574">22832 16563 0,'-80'0'31,"40"-40"-31,40 0 32,0 80 46,0 0-78,0 0 15,0 0-15,40 0 16,-40 0-16,40 0 16,-40 1-16,40-1 0,0 0 0,0 0 0,0 0 15,0 0-15,-40 0 0,41 0 16,39 0-16,-40 41 0,0-41 0,0 0 0,-40 0 15,40 0-15,0 0 16,1 0-16,-41 0 0,40-40 0,-40 40 0,0 1 16,40-41-16,-40 40 0,40-40 15,-40 40-15,40-40 0,0 0 32,0 0-17</inkml:trace>
  <inkml:trace contextRef="#ctx0" brushRef="#br0" timeOffset="99644.0061">22029 16884 0,'-80'-80'15,"160"160"-15,-200-201 0,80 81 16,0 0-16,0 40 16,-1 40-1,1 0 1,-80 201-1,-81 0 17,1-41-17,39-79 1,121-81 0,-40-40-1</inkml:trace>
  <inkml:trace contextRef="#ctx0" brushRef="#br0" timeOffset="100083.9803">20464 16844 0,'-40'0'62,"0"0"-46,0 40-1,0-40-15,-40 40 0,40-40 0,-1 40 0,-39 0 16,0-40-16,40 40 0,-40-40 0,-1 40 0,1 0 16,40-40-16,-40 40 0,40-40 15,-41 41-15,41-41 0,0 0 0,-40 40 0,40-40 16,0 0-16,-1 40 15,1-40-15,0 0 0,0 40 0,0-40 16,0 0 0,0 0-16</inkml:trace>
  <inkml:trace contextRef="#ctx0" brushRef="#br0" timeOffset="100753.8653">18338 14518 0,'0'0'0,"-40"-41"0,40 1 16,-40 40 0,80 40 15,0 1-31,0-41 0,0 40 0,0-40 15,0 40-15,0-40 16,1 40-16,39 0 0,-40-40 0,40 40 0,-40 0 16,41 0-16,-41 0 0,40 0 15,-40 1-15,0-1 0,0-40 0,0 40 0,1 0 16,-41 0-16,40 0 0,0-40 0,0 40 0</inkml:trace>
  <inkml:trace contextRef="#ctx0" brushRef="#br0" timeOffset="101193.9144">19742 13395 0,'-40'0'16,"80"0"-16,-120 0 15,80-41 1,40 41 0,-40-40-16,40 40 15,-40 121 17,80 79-17,1 1 1,-1-81 15,-40-120-31</inkml:trace>
  <inkml:trace contextRef="#ctx0" brushRef="#br0" timeOffset="101553.8161">21267 12994 0,'-40'0'31,"40"40"0,0 0-31,0 0 16,-40-40-16,40 40 0,0 0 0,-40 40 0,40-40 16,0 0-16,0 41 0,0-41 15,0 40-15,0-40 0,0 0 0,0 40 0,0-39 16,0-1-16,0 0 15,0 0-15,0 0 0,0 0 0,0 0 0</inkml:trace>
  <inkml:trace contextRef="#ctx0" brushRef="#br0" timeOffset="101913.7944">22551 13314 0,'0'0'16,"-40"-40"0,0 40-1,40 40-15,-40 161 32,40 40-17,-40 39 1</inkml:trace>
  <inkml:trace contextRef="#ctx0" brushRef="#br0" timeOffset="103423.7781">10353 14036 0,'-41'0'16,"41"40"-16,-40-40 15,80 0 1,-40-40 0,41 0-1,-1 0-15,0 0 0,0 0 16,0 40-16,-40-40 15,40 0-15,0 40 0,-40-40 0,40 40 0,1-41 16,39 1-16,-40 0 16,0 0-16,40 0 0,-39 0 0,39 0 0,0 0 15,-40 0-15,40-1 0,-39 1 0,-1 0 0,0 0 16,0 0-16,0 0 0,-40 0 16,40 40-16,-40-40 0,0 0 0,0 0 15,-40-1 1,0 41-16,0 0 15,40 81-15</inkml:trace>
  <inkml:trace contextRef="#ctx0" brushRef="#br0" timeOffset="104163.6573">9911 13555 0,'0'40'0,"0"0"15,-40 0 17,40-80 30,0 0-62,0 0 16,0 0-1,0 0-15,0 0 0,0 0 0,0-41 16,0 41-16,0 0 0,0-40 0,0 0 0,0 40 16,0-41-16,0 1 0,0 40 15,0 0-15,0 0 0,0 0 0,0 0 0,0 0 16,0-1-1,0 82 95</inkml:trace>
  <inkml:trace contextRef="#ctx0" brushRef="#br0" timeOffset="104773.6957">9149 13796 0,'-80'0'32,"80"-40"-32,-41 40 15,1 0-15,0 0 16,0 0 0,0-41-16,0 1 0,0 40 15,0 0-15,-1-40 0,1 40 16,0-40-16,0 40 0,0-40 0,0 40 0,0-40 15,0 0-15,-1 40 16,1-40-16,0 0 0,0 40 0,0-41 0,0 1 16,0 40-16,0 0 0,40-40 15,-41 40-15,1 0 0,0 0 16,40 40 0,40 0-1</inkml:trace>
  <inkml:trace contextRef="#ctx0" brushRef="#br0" timeOffset="105823.6314">9349 14919 0,'0'0'0,"0"40"47,0-80 47,-40-1-79,40 1-15,0 0 0,0 0 0,0 0 16,-40 0-16,40 0 15,0 0-15,0-40 0,0 39 0,0-39 0,-40 0 16,40 0-16,-40 0 0,40-1 16,0 1-16,-40-40 0,40 40 0,-40-41 0,0 41 15,40 0-15,-41 0 0,41 40 0,0-1 0,-40-39 16,40 40 0,0 0-16,-40 40 0,40-40 0,0 0 15,0 0 1,0 0-16,0 0 31,0-1-31,0 1 16,-40 40-16,40-40 15,0 0-15,-40 40 0,40-40 16,0 80 15,0 0-15,0 0-16,0 0 15,40 1-15,-40-1 0,0 0 16</inkml:trace>
  <inkml:trace contextRef="#ctx0" brushRef="#br0" timeOffset="106643.5823">8707 15199 0,'0'0'0,"-40"0"15,0 0-15,0 0 31,40-40-15,-40 40 0,40-40-16,0 0 15,-40 0-15,0 0 0,0 40 16,40-40-16,-41 40 0,1-40 16,0-1-16,-40 41 0,40-40 0,0 0 0,0 0 15,-41 0-15,41 0 16,-40 40-16,40-40 0,-40 0 0,39 40 0,-39-40 15,40 40-15,0 0 0,0-40 16,-40 40-16,39 0 0,41-41 0,-40 41 0,0 0 16,0 0-1,0 0-15,0 0 0,40-40 0,-40 40 16,-1 0-16,1-40 16,0 40-1,0-40-15,0 40 31,40-40-31,0 80 79,0 0-79,0 0 15</inkml:trace>
  <inkml:trace contextRef="#ctx0" brushRef="#br0" timeOffset="107313.4693">8507 15360 0,'-40'0'0,"0"0"78,-1 0-62,41 40-1,-40-40-15,0 0 0,0 0 0,0 40 16,0-40-16,0 40 16,0-40-16,-1 40 0,1-40 0,0 40 0,0-40 15,0 40-15,0 0 0,0-40 0,0 41 0,-41-41 16,41 40-16,0 0 16,0 0-16,-40 0 0,40-40 0,-41 40 0,41 0 15,-40 0-15,40 0 0,-41 1 16,41-1-16,0-40 0,0 40 0,0 0 0,0-40 15,0 40-15,0-40 16,40 40-16,40-40 31,-40-40-31,40 40 16,-40-40-16,40 40 0,-40-40 31,40 40-15,0 0-1,-40-40-15</inkml:trace>
  <inkml:trace contextRef="#ctx0" brushRef="#br0" timeOffset="108033.4974">9149 16042 0,'0'-41'31,"-40"41"-31,0 41 16,-1-1 0,1 0-1,40 0-15,-40-40 0,0 40 0,0 0 16,40 0-16,-40 0 0,0-40 15,0 40-15,-1 0 0,1 1 0,0-1 0,0 0 16,0 40-16,-40-40 16,40 0-16,-1 40 0,-39-39 0,40 39 0,-40 0 15,40 0-15,0-40 0,-1 40 0,1-39 0,0 39 16,40-40-16,-40 0 0,0 0 16,40 40-16,-40-40 0,40 1 0,-40-41 0,0 40 15,40 0-15,-41-40 16,41 40-16,-40 0 0,40 0 15,-40-40 1,40-40 31,0 0-16,40 0-15</inkml:trace>
  <inkml:trace contextRef="#ctx0" brushRef="#br0" timeOffset="108583.4646">9470 16804 0,'0'0'15,"0"-41"-15,-40 41 0,40 41 79,0 39-79,0-40 0,-40 0 0,40 0 15,0 40-15,-41-40 16,41 0-16,0 41 0,-40-41 0,40 40 0,0-40 15,0 0-15,0 40 0,0-39 16,0 39-16,0 0 0,0-40 0,0 40 0,0 0 16,0-39-16,0 39 0,0-40 0,0 40 0,0 0 15,-40-40-15,40 41 16,0-41-16,0 0 0,0 0 0,0 0 0,0 0 16,0 0-16,0 0 0,0 0 15,0 1-15,0-1 0,0-80 31,0-1-15,0 1-16,40 40 16,-40-40-16,0 0 0,0 0 0,0 0 0</inkml:trace>
  <inkml:trace contextRef="#ctx0" brushRef="#br0" timeOffset="109783.3339">9630 15761 0,'0'0'0,"40"0"16,-40-40 109,0 0-94,41 40-31,-41-41 31,0 82 16,0-1-31,0 0 0,0 0-16,0 0 15,-41 0 1,41 0-16,0 0 0,0 0 15,0 1 1,0-1 0,-40-40 46,0 0-31,0 40-31,0-40 0,0 0 32,40 40-32,-40-40 0,40-40 62,40 40-62,0 0 16,0 0-16,-40-40 0,40 40 0,0 0 15,0 0-15,-40-40 16,41 40-16,-1-41 0,0 41 16,-40 41 46,-40-41-62</inkml:trace>
  <inkml:trace contextRef="#ctx0" brushRef="#br0" timeOffset="111013.263">9871 14277 0,'0'-40'79,"0"0"-79,0 0 15,40-1 16,0 41-15,0 0 0,1 0-1,-41 41-15,0-1 16,40-40-16,-40 40 31,-81-40-31,81 40 0,-40-40 16,40 40-1,40-40 32,-40-40-47,41 40 16,-1 0 0,0 0 15,-40 40-31,0 0 0,0 0 31,-40 0-31,0 0 0,-1-40 16,1 41-16,0-41 15,0 0 1,0 0-16,0 40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07:25.2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4574 2326 0,'0'-41'31,"0"1"-31,41 40 16,-1-40-16,0 0 16,0 40-16,0 0 15,0 0-15,0 0 0,0-40 0,1 40 0,-1 0 16,0 0-16,0 0 0,0 0 16,0 40-16,0-40 0,-40 40 0,40 0 0,1 0 15,-41 1-15,0-1 0,0 0 0,40 0 0,-40 40 16,0-40-16,0 0 15,-81 40-15,81-39 0,-40 39 0,40-40 0,-80 0 16,80 0-16,-40 0 0,0 0 16,40-80-1,0-40 1,0 40-16,40 0 0,0-40 16,-40 39-16,40 1 0,0 0 15,0 0-15,1 0 0,-1 0 0,0 0 16,40 0-16,-40 0 0,0 40 0,0-40 0,1-1 15,-1 41-15,-40-40 16,40 40-16,0-40 0,0 40 0,-40-40 16,-40 40 15,0 0-15,0 0-16,0 40 0,-1-40 15,1 40-15,40 0 0,-40-40 0,0 41 0,40-1 16,-40 0-16,0 0 15,40 0-15,0 0 0,0 0 0,0 0 16,0 0 0,40 0-16,0 1 0,40-1 15,-40-40-15,1 0 0,39 0 16,-40 0-16,0 0 0,0 0 0</inkml:trace>
  <inkml:trace contextRef="#ctx0" brushRef="#br0" timeOffset="249.9837">6340 1965 0,'-40'40'16,"0"-40"-16,0 80 16,-1 120-1,41 1 16,0-121-31,81 40 16,119-39 0,-79-81-1,-81 0-15</inkml:trace>
  <inkml:trace contextRef="#ctx0" brushRef="#br0" timeOffset="589.963">6942 2045 0,'0'120'16,"0"-240"-16,0 320 15,0-160-15,0 121 16,40-81 0,-40 80-1,40-160 1,40-200-1,81-1 17,-81 121-17,0 120 1,-39 161 15,-41-41-15,0-120-16,0 0 31,0-80-31</inkml:trace>
  <inkml:trace contextRef="#ctx0" brushRef="#br0" timeOffset="789.9508">7744 2125 0,'0'40'31,"0"0"-15,81 81 0,-81 39 15,-40 40-15,-81 1-1,41-161-15</inkml:trace>
  <inkml:trace contextRef="#ctx0" brushRef="#br0" timeOffset="1069.9341">8828 2406 0,'0'0'16,"-40"0"-16,80 0 31,40-40-15,40 40-1,-39-40-15,159 40 16,-159-41-1</inkml:trace>
  <inkml:trace contextRef="#ctx0" brushRef="#br0" timeOffset="1269.9314">9269 2887 0,'-40'0'0,"80"0"0,-40 0 32,40-40-32,0 40 15,1 0-15,39-40 16,-40 40-16,0-40 0,0 40 0,0 0 0,41 0 16,-41-40-16,0 40 0,0 0 15</inkml:trace>
  <inkml:trace contextRef="#ctx0" brushRef="#br0" timeOffset="1779.8906">11918 1804 0,'0'0'16,"0"40"-16,-81 40 15,1 81 16,80-1-15,40 81 0,121-41 15,-1-39-15,-80-161-16</inkml:trace>
  <inkml:trace contextRef="#ctx0" brushRef="#br0" timeOffset="1999.8047">12720 2406 0,'0'0'16,"80"0"-1,81 0 16,-41 0-31,41 0 32,-41 0-17,-80 0-15</inkml:trace>
  <inkml:trace contextRef="#ctx0" brushRef="#br0" timeOffset="2259.7895">14004 1924 0,'-40'0'0,"40"-40"32,0 121-17,0-41-15,40 120 31,40 81-15,-40-41 0,41-79 15</inkml:trace>
  <inkml:trace contextRef="#ctx0" brushRef="#br0" timeOffset="2519.8458">14686 1844 0,'0'0'16,"40"0"-1,1 80 1,79 81-1,-80-81 1,-40 161 0,-40-81-1,-121 41 1,41-161 0</inkml:trace>
  <inkml:trace contextRef="#ctx0" brushRef="#br0" timeOffset="3019.816">14927 1403 0,'-40'0'15,"120"0"17,-40 0-17,-40 40-15,40-40 0,-40 40 0,41-40 16,-41 40-16,40 1 0,0-1 0,-40 0 15,0 0 1,0-80 15,40-40-31,-40 39 16,40 1 0,-40 0-16,0 0 0,40 0 0,-40 0 15,40 40-15,0 0 31,-40 40-31,41 0 0,-1 0 16,-40 0-16,40 0 16,0 1-16,-40-1 0,0 0 0,40-40 15,-40 40-15,0 0 16,40 0-16,-40 0 31</inkml:trace>
  <inkml:trace contextRef="#ctx0" brushRef="#br0" timeOffset="3609.7083">16211 1924 0,'40'0'16,"0"81"15,-40-41-15,0 0-1,0 0-15,40 0 0,1 0 0,-1-40 16,-40 40-16,40 0 16,0-40-16,0 0 15,0 0-15,0-40 0,0 40 16,-40-40-16,41 40 0,-1-40 15,-40 0-15,40 0 0,-40 0 0,0 0 0,0 0 16,0-1 0,0 1-16,0 0 0,0 0 15,0 80 17,0 0-17,0 0-15,0 1 0,0-1 0,0 0 16,0 0-16,0 0 0,0 0 0,0 0 0,40 40 15,-40-39-15,40-1 0,-40 0 16,40 0-16,0-40 0,0 40 0,1 0 0,-1-40 16,0 40-16,0-40 15,0 0-15,0 0 0,0 0 0</inkml:trace>
  <inkml:trace contextRef="#ctx0" brushRef="#br0" timeOffset="3839.7665">17696 1644 0,'-40'0'16,"80"0"-16,-161 40 31,121 0-31,0 80 16,0-80-16,0 81 15,0-81-15,81 120 16,-1 1-1,40-121 1,-80-40-16</inkml:trace>
  <inkml:trace contextRef="#ctx0" brushRef="#br0" timeOffset="4169.7469">18258 1804 0,'0'-40'0,"0"80"0,-41-80 31,41 120-31,41-40 16,-41 0 0,0 1-16,40-1 0,-40 0 0,40 0 15,-40 0-15,0 0 16,40-40 0,-40-40-1,40 40-15,-40-40 0,40-40 16,0 80-16,-40-40 0,40 40 0,-40-41 15,41 41-15,-41-40 0,40 40 16,-40 81-16,0-41 16,0 0-1,0 0-15,0 0 0,40 0 0,-40 0 0,0 0 16,0 0-16,0 1 16,0-1-16,-40 0 0,40 0 15</inkml:trace>
  <inkml:trace contextRef="#ctx0" brushRef="#br0" timeOffset="4379.7365">18940 1684 0,'40'-40'31,"-80"80"-31,120-40 16,-40 80-16,40 40 15,-40 41 1,1 39 0,-41-119-16,-41 39 15,1-80-15,-120 120 16,-41-39 0</inkml:trace>
  <inkml:trace contextRef="#ctx0" brushRef="#br0" timeOffset="5349.6235">21147 2125 0,'0'0'0,"-41"0"0,1 0 0,0 0 32,80 0-17,0 0 16,1 0-31,-1 0 0,0 0 16,40 0-16,-40 0 0,40 0 16,1 0-16,-41 0 0,40 0 0,0 0 0,-40 0 15,41 0-15,-41 0 16,0-40-16,0 40 0,0 0 0,0 0 0,1-40 16,-1 40-16,-80 0 31,-1 0-16,1 0 1,0 0-16</inkml:trace>
  <inkml:trace contextRef="#ctx0" brushRef="#br0" timeOffset="5909.565">23073 1684 0,'40'0'31,"0"-40"-15,0 40-1,0 0-15,0 0 0,0-40 0,1 40 0,-1 0 16,0 40 0,-40 0-16,0 0 0,0 0 15,0 0-15,-40 0 0,40 0 0,-40 0 0,40 1 16,-41-41-16,41 40 15,-40 0-15,0 0 0,80-40 63,0 0-63,1 0 16,-41 40-16,40-40 0,0 40 15,0 0-15,-40 0 16,0 0-16,0 1 0,-40-41 15,40 40-15,-80-40 16,80 40-16,-41 0 0,1-40 0,0 40 0,0-40 16,0 0-16,-40 40 0,40-40 15,-1 0-15,1 0 0,0 0 0,0 0 0,0-40 16,0 0 0,0-40-16,0 40 15,40-1-15,0 1 0,0 0 0,0 0 0</inkml:trace>
  <inkml:trace contextRef="#ctx0" brushRef="#br0" timeOffset="6459.55">23554 922 0,'40'0'31,"0"0"-16,-40 40-15,41-40 0,39 0 16,-80 40-16,40-40 0,0 40 16,-40 0-16,40 0 0,-40 0 0,0 1 15,0-1-15,0 0 16,0 0-16,0 0 0,0 0 0,-40 0 16,40-80 15,0 0-31,0 0 15,0 0-15,40 0 16,0 0-16,0-1 0,1 1 16,-1 40-1,-40-40-15,40 40 16,0 0 0,-40 80-16,40-39 15,-40-1-15,0 0 0,0 0 16,0 0-16,0 0 0,0 0 15,0 0-15,0 0 0,0 1 16,0-1 0</inkml:trace>
  <inkml:trace contextRef="#ctx0" brushRef="#br0" timeOffset="7039.4965">24959 1644 0,'0'40'63,"0"0"-63,0 0 0,0 0 16,0 0-16,0 0 0,0 0 0,0 1 15,0-1-15,0 0 0,0 0 16,0 0-16,0 0 0,40 0 0,40-40 15,-80 40 1,40-40-16,0 0 0,0 0 0,0 0 16,1-80-16,-1 80 0,0-40 15,0 0-15,-40 0 0,40 0 0,-40 0 16,40-1-16,-40 1 16,0 0-16,0 0 0,40 0 0,-40 0 0,0 0 15,0 80 16,0 0-15,0 0 0,0 0-16,0 0 0,0 0 0,0 1 15,0-1-15,0 0 0,0 0 16,0 0-16,0 0 0,0 0 0,41 0 16,-41 0-16,80-40 0,-40 41 0,0-41 0,0 40 15,0-40-15,0 0 16,1 0-16</inkml:trace>
  <inkml:trace contextRef="#ctx0" brushRef="#br0" timeOffset="7289.5565">26644 1684 0,'0'0'15,"-40"-40"-15,0 40 16,-41 40-1,1 160 17,80 41-17,121-81 1,-1-79 15,40-81-31</inkml:trace>
  <inkml:trace contextRef="#ctx0" brushRef="#br0" timeOffset="7659.5351">27085 1844 0,'40'40'47,"-40"41"-31,41-41-16,-41 0 15,40 0-15,-40 0 0,0 0 16,0 0 0,0 0-1,40-120 1,0 40-16,0 40 0,-40-40 16,40 0-16,0 40 15,0-40-15,1 40 0,-41-40 16,40 40-16,-40 40 31,0 0-31,0 40 0,0-40 16,0 0-1,0 0-15,0 0 0,0 1 0,0-1 16,0 0-16,-40 0 16</inkml:trace>
  <inkml:trace contextRef="#ctx0" brushRef="#br0" timeOffset="7889.5209">28249 1684 0,'-40'0'0,"40"40"31,80 120-16,0 41 1,-80 40 15,-160-1-15,-1-160-16</inkml:trace>
  <inkml:trace contextRef="#ctx0" brushRef="#br0" timeOffset="31358.0221">5778 3689 0,'0'40'16,"40"-40"-16,-40 40 16,40-40 46,-40-40-46,0 120 31,0-39-47,0-1 15,0 0-15,0 0 0,0 0 0,0 0 16,0 0-16,0 0 16,0 0-16,0 0 0,0 1 0,0-1 0,0 0 15,0 0-15,0 0 16,0 0-16,0 0 0,0 0 0,0 0 15,0 1 1,41-41 15,-41-41-31,40 41 0</inkml:trace>
  <inkml:trace contextRef="#ctx0" brushRef="#br0" timeOffset="31858.0079">5858 3769 0,'0'40'31,"-40"-40"-31,0 121 31,-80-41-15,80-40 0,40 0-1,0-120 16,80-40-15,-40 39 0,0 81-1,-40-40 17,40 40-32,0 0 31,1 40-16,39 81 1,-40-81 0,0 40-1</inkml:trace>
  <inkml:trace contextRef="#ctx0" brushRef="#br0" timeOffset="32718.0125">5537 4772 0,'-40'0'16,"80"0"124,-40 40-140,41-40 16,-1 0 0,-40 40-16,0 0 0,40-40 15,-40 40-15,0 0 16,40-40-16,0 0 31,0 0-31,-40-40 0,40 40 16,-40-40-16,40 40 0,-40-40 15,41 40-15,-41-40 0,40 40 0,0-40 0,0 40 16,0-40-16,0 40 0,0 0 0,0-40 16,1 40-1,-1 0-15,0 0 16,-40 40 15,-40-40-15,0 40-16</inkml:trace>
  <inkml:trace contextRef="#ctx0" brushRef="#br0" timeOffset="33367.9732">4414 5694 0,'0'0'15,"0"40"48,0 1-47,40-41-16,-40 40 0,40-40 0,-40 40 15,80 0-15,-80 0 16,41 0-16,-1-40 0,0 40 0,-40 0 0,40 0 15,0 1-15,-40-1 0,40 0 16,0 0-16,-40 0 0,40 0 0,-40 0 0,41 0 16,-41 0-1,40 0-15,-40 1 0</inkml:trace>
  <inkml:trace contextRef="#ctx0" brushRef="#br0" timeOffset="33727.9513">5216 5815 0,'-40'0'16,"80"0"-16,-80-40 31,0 40 0,0 80-31,0-80 16,-121 160 0,1 1-1,80-41 1,-121 80-1,41-39 17</inkml:trace>
  <inkml:trace contextRef="#ctx0" brushRef="#br0" timeOffset="34277.9175">5497 5734 0,'-40'0'16,"40"41"-16,-40-41 0,0 0 16,40 40-1,-40-40-15,40 40 16,0 0-16,-40 0 15,40 0-15,0 0 0,0 0 16,0 0-16,0 1 16,0-1-16,0 0 0,0 0 0,0 0 15,0 0-15,0 0 0,40 0 0,0 0 16,-40 0-16,40-40 16,-40 41-16,40-41 0,0 0 0,0 0 15</inkml:trace>
  <inkml:trace contextRef="#ctx0" brushRef="#br0" timeOffset="34827.885">6059 6055 0,'0'0'0,"40"0"63,0 0-47,0 0-16,41 0 0,-81-40 0,80 40 0,-40 0 15,0-40-15,0 40 0,0 0 16,1 0-16,-1 0 0,-40-40 0,40 40 15,0 0 1,0 0 0,-40 40-1,-40-40-15,40 40 16,-80-40-16,80 40 0,0 0 0,-81 1 16,81-1-1,-40-40-15,0 40 0,40 0 0,-40 0 0,0 0 16,0 0-16,0 0 15,0 0-15,80-40 47,0 0-31,0 0-16,0 0 16,0 0-16,0 0 0,0-40 0,1 40 15,-1 0-15,0 0 16,0 0-16,0 0 0,0 0 15,0 0 1</inkml:trace>
  <inkml:trace contextRef="#ctx0" brushRef="#br0" timeOffset="35127.8124">7223 5815 0,'-40'0'15,"80"0"-15,-80-40 0,40 80 32,40 0-17,-40 0-15,40 0 16,-40 0-16,0 0 0,0 0 0,0 0 0,40 1 15,-40-1 1,0 0-16,0 0 0,0 0 0,0 0 0,-40-40 16,40 40-16,-80 0 0,80 0 15,-41 0-15,1-40 0,0 41 0,40-1 0,-40-40 16,0 40-16,40 0 0</inkml:trace>
  <inkml:trace contextRef="#ctx0" brushRef="#br0" timeOffset="35447.7902">8106 6256 0,'-41'-40'16,"82"80"-16,-41-80 47,40 40-47,0 0 0,0 0 16,40 0-16,-40-40 0,41 40 15,-41 0-15,0 0 0,0 0 0,0 0 0,0 0 16,0 0-16,0 0 15,1 0-15,-1 0 0,0 0 0,0 0 16</inkml:trace>
  <inkml:trace contextRef="#ctx0" brushRef="#br0" timeOffset="35617.7625">8266 6617 0,'0'0'0,"-40"0"0,80 0 31,0 0-31,40-40 0,1 40 0,-1 0 16,0 0-16,0-40 0,1 40 15,-1-41-15,-40 41 0,40 0 0,-40 0 0,1-40 16</inkml:trace>
  <inkml:trace contextRef="#ctx0" brushRef="#br0" timeOffset="52106.7611">12038 4972 0,'0'0'0,"-40"0"0,80 0 93,0 0-77,40 0-16,-40 0 0,1 0 16,-1 0-16,40-80 15,-40 80-15,0 0 0,40 0 0,1 0 0,-41 0 16,40-40-16,0 40 0,-40 0 15,41 0-15,-41 0 0,0-40 0,40 40 0,-40 0 16,0 0-16,1 0 0,-1 0 16,-80 0 31,40 40-16,-41-40-31,41 40 0,-40 0 0,0 0 15,0-40-15,40 41 16,-40-1-16,0-40 0,0 40 0,0-40 0,-1 40 16,41 0-16,-40 0 0,0 0 0,0-40 0,0 40 15,-40 0-15,40 1 16,-1-1-16,1 0 0,0 0 0,40 0 0,-40-40 16,0 40-16,0-40 15,40 40-15,-40-40 0,0 0 16,40 40-16,40-40 47,0 0-32,0 0-15,0-40 0,40 40 16,-40 0-16,1 0 16,39-40-16,-40 40 0,40 0 0,-40 0 0,41 0 15,-41 0-15,0 0 0,0 0 16,40 0-16,-40 0 0,0 0 0,1 0 15,-1 40-15,0-40 16,0 0 0,0 0-16</inkml:trace>
  <inkml:trace contextRef="#ctx0" brushRef="#br0" timeOffset="52676.802">11918 6216 0,'0'40'16,"0"-80"-16,-161 80 16,121-40-16,-40 0 15,40 0 1,80 0 31,0 0-32,-40 40-15,40-40 16,0 0-16,0 0 0,0 0 16,0 0-16,1 0 0,39 0 15,-40 0-15,40 0 0,0 0 0,1 0 0,-1 0 16,40 0-16,-39 0 16,39 0-16,0 0 0,1 0 0,-1 0 0,0 0 15,41 0-15,-41 0 0,1 0 16,-41 0-16,40 0 0,-39 0 0,39 0 0,-40 0 15,0 0-15,1 0 16,-41 0-16,40 0 0,-40 0 0,40 0 0,-39 0 16,39 0-16,-40 0 0,40 0 0,-40 0 0,41 0 15,-41 0-15,40 0 0,0 0 16,-40 0-16,1 0 0,-1 0 0,0 0 0,0 0 16,-80 0 15,0 0-16</inkml:trace>
  <inkml:trace contextRef="#ctx0" brushRef="#br0" timeOffset="53626.6861">11476 7299 0,'-40'0'16,"80"0"-16,-120 0 0,120 0 78,0 0-78,0 0 16,0 0-16,1 0 15,-1 0-15,0 0 0,0 0 0,0 0 16,40 0-16,-40 0 0,1 0 15,-1 0-15,0 0 0,0 0 0,0 0 0,0 0 16,0 0-16,0 0 0,1 0 0,-1 0 0,0 0 16,-40 80 46,-40-80-46,40 40-16,-40-40 0,40 80 15,-81-40-15,81 0 16,-40 0-16,0-40 0,40 41 0,-40-1 0,0 0 16,0 0-16,0 0 0,-1 0 0,1 0 0,0 0 15,0 0-15,0 0 16,0 1-16,0-41 0,40 40 0,-40 0 0,-1 0 16,1 0-16,0 0 15,40 0-15,-40-40 16,40 40-1,-40-40-15,80 0 47,0 0-47,0-40 16,0 40 0,1 0-16,-1 0 0,0 0 0,0 0 15,0 0-15,0 0 16,0 0-16,0 0 0,1 0 15,-1 0 1,0 0-16,0 0 0,0 0 0,40 0 0,-40 0 16,1 0-16,39 0 0,-40 0 0,40 0 0,-40 0 15,41 0-15,-41-40 0,0 40 16,40-40-16,-40 40 0,0-40 0</inkml:trace>
  <inkml:trace contextRef="#ctx0" brushRef="#br0" timeOffset="53896.6519">13041 8020 0,'0'0'16,"-40"0"-16,80 0 31,0 0-15,0 0-16,0 0 0,1 41 0,-1-41 15,0 0-15,0 0 0,0 0 16,0 0-16,0 0 0,0 0 0,1 0 16,-1 0-16,0 0 0,0 0 0,-40-41 0,40 41 0,0 0 15,0 0 1,0 0-16,1-40 0,-1 40 0,0 0 16,0-40-16,0 40 0</inkml:trace>
  <inkml:trace contextRef="#ctx0" brushRef="#br0" timeOffset="54226.7073">13723 7740 0,'0'-80'15,"0"39"-15,-40 41 16,40-40 15,0 80-15,0 1-1,-40-1-15,40 0 0,0 0 16,0 160 0,-40-39-1,40-81 1,0 0-1,40-40 1,0-40-16</inkml:trace>
  <inkml:trace contextRef="#ctx0" brushRef="#br0" timeOffset="54476.6169">14285 7619 0,'40'0'16,"-80"0"-16,80-80 15,0 80-15,-40 40 16,0 81 15,0 119-15,-40 1-1,-40-161 1,80-40-16,-40 81 16,0-121-16,-1 40 15</inkml:trace>
  <inkml:trace contextRef="#ctx0" brushRef="#br0" timeOffset="55366.6379">11316 10226 0,'0'-40'32,"0"120"15,0-40-47,0 1 0,-40-1 15,40 0-15,0 40 0,0-40 16,0 40-16,-41-40 0,41 41 0,0-41 0,0 40 15,0-40-15,0 40 16,-40-40-16,40 41 0,0-41 0,0 0 0,0 40 16,-40-40-16,40 0 0,0 0 0</inkml:trace>
  <inkml:trace contextRef="#ctx0" brushRef="#br0" timeOffset="56076.5196">11837 10427 0,'0'0'0,"40"0"0,1 0 78,-1 0-78,0 0 16,0 0-16,0-40 15,40 40-15,-40 0 0,1 0 0,-1 0 0,0-40 16,0 40-16,0 0 0,0 0 0,0 0 16,0-41-16,-80 82 47,40-1-32,0 0 1,-40-40-16,0 40 0,0 0 15,0 0-15,0 0 16,0-40-16,-1 40 0,1 0 16,0 1-16,0-41 0,40 40 0,-40 0 0,0-40 15,40 40-15,-40 0 16,0 0-16,-1-40 0,41 40 0,-40 0 0,0 0 16,40 0-1,-40-40-15,80 0 31,0 0-15,0 0-16,1 0 0,-1 0 0,0 0 16,0 0-16,0-40 0,0 40 15,0-40-15,0 40 0,1 0 0,-1 0 0,0 0 16,0 0-16,0 0 16,0 0-16,0 40 15,0-40 1,-40 40-16,41-40 0,-1 0 31</inkml:trace>
  <inkml:trace contextRef="#ctx0" brushRef="#br0" timeOffset="56386.5008">13001 10306 0,'0'0'15,"0"-40"1,0 80 15,40 41-15,-40-1-16,0-40 0,0 0 0,0 0 15,0 40-15,0-39 0,0 39 16,0-40-16,0 40 0,0-40 0,0 40 0,0 1 16,-40-41-16,40 0 0,0 0 0,-40 0 0,40 0 15,0 0-15,-40 0 16,40 0-16,0 1 16</inkml:trace>
  <inkml:trace contextRef="#ctx0" brushRef="#br0" timeOffset="58146.4695">14325 10226 0,'-40'0'0,"120"0"140,-40 0-124,0 0-1,1 40-15,-1-40 0,0 40 0,40-40 0,-40 41 16,0-41-16,1 40 0,39 0 0,-40-40 0,0 0 16,0 40-16,0 0 0,0-40 15,1 40-15,-1-40 0,0 40 0,0-40 0,0 40 16,0-40 0,0 0-16,-80 0 46,-40 0-30,40 0 0,0 0-16,0 0 0,40 40 0,-41-40 15,1 0-15,0 0 16,40 41-16,-40-41 0,0 40 0,0 0 16,40 0-16,-40 0 15,0 0-15,-1 0 0,-39 0 0,40 40 0,0-39 16,0-1-16,0 40 0,-1-40 15,1 0-15,40 0 0,-40 0 0,0 0 0,40 1 16,-40-1-16,40 0 0,0-80 63,40 40-63,-40-40 31,40 40-31</inkml:trace>
  <inkml:trace contextRef="#ctx0" brushRef="#br0" timeOffset="59186.4069">16091 10908 0,'0'40'16,"-40"-40"124,-1 0-124,1 0-1,80 0 32,1 0-31,-1 0-16,0 40 16,0-40-16,0 0 0,0 0 0,0 0 15,0 0-15,1 0 16,-1 0-16,0 0 0,0 0 0,0 0 15,0 0-15,0 0 16,0 0-16,-80 0 47</inkml:trace>
  <inkml:trace contextRef="#ctx0" brushRef="#br0" timeOffset="60516.2623">17214 10507 0,'0'-40'16,"0"80"-16,-40-120 0,40 40 16,0 80 46,0 0-62,0 0 0,0 0 0,0 0 16,0 40-16,0-39 0,-40-1 15,40 40-15,0-40 0,-40 40 0,40-40 0,-40 40 16,40-39-16,-40-1 0,40 40 0,0-40 0,0 0 16,-41 0-16,41 0 15,-40 0-15,40 1 0,0-1 0,0 0 16,40-40 15,-40-40 16,0 80 484,0-80-140,-40 0-375</inkml:trace>
  <inkml:trace contextRef="#ctx0" brushRef="#br0" timeOffset="63976.0606">11757 11710 0,'0'40'0,"40"-40"172,-40 40-156,0 0 15,0 1 172,0-1-109,0 0 453,0 0-78,0-80-32,0 0-421,40 40-1</inkml:trace>
  <inkml:trace contextRef="#ctx0" brushRef="#br0" timeOffset="64896.0132">16693 11710 0,'0'40'31,"0"0"16,0-80 141</inkml:trace>
  <inkml:trace contextRef="#ctx0" brushRef="#br0" timeOffset="65586.021">11516 12793 0,'40'0'31,"1"-40"-15,-1 40 15,-40 40 0,0 0-31,0 0 0,0 0 16,0 0-16,0 1 0,0 39 16,0-40-16,0 0 0,0 40 0,0-40 0,0 0 15,0 41-15,0-41 16,0 0-16,0 0 0,0 0 0,0 0 0,0 0 15,40-40 1,-40-40 0</inkml:trace>
  <inkml:trace contextRef="#ctx0" brushRef="#br0" timeOffset="66235.9021">12038 12913 0,'40'-40'31,"-40"0"-31,40 40 47,0 0-31,0 0-16,1 0 0,-1 0 15,0 0-15,0 0 0,0 0 0,0 0 16,0 0-16,0 0 16,1 0-16,-1 0 0,0 0 0,40 0 0,-40 0 15,0 0-15,0 0 16,1 0-16,-1 0 0,0 0 31,-80 0 16,40 40-31,-40-40-16,-1 40 15,1 0-15,0 1 0,0-1 0,0 0 16,0 0-16,0 0 0,0 0 16,-1 0-16,1 0 0,0 0 0,40 0 0,-40-40 15,0 41-15,40-1 16,-40-40-16,40 40 0,-40-40 0,40 40 0,0 0 15,40-40 32,0-40-31,0 40-16,0-40 0,0 40 16,0-40-16,1 40 15,-1 0-15,0 0 0,0 0 0,0-40 0,0 40 16,0 0-1,0 0-15,1 0 0,-1 0 16,0 0-16,0 0 16,0 0-1</inkml:trace>
  <inkml:trace contextRef="#ctx0" brushRef="#br0" timeOffset="66535.9631">13402 12793 0,'0'0'15,"0"-80"1,0 120 15,0 0-15,0 0-1,0 80-15,-80 121 16,40 0 15,0-81-15,40-80 0,40-80-1</inkml:trace>
  <inkml:trace contextRef="#ctx0" brushRef="#br0" timeOffset="67055.9294">14044 12994 0,'0'0'15,"-40"-41"1,0 41 0,120 41-1,41 39 17,39 40-17,-40-40 1,1-80-1,-81 0 17,-80 40 15,0-40-32,0 40 1,-1-40-16,41 41 15,-40-41-15,40 40 0,-40-40 0,0 40 0,40 0 16,-40-40-16,0 40 0,0 0 0,0 0 16,-1 0-16,1 0 15,0 1-15,40-1 16,-40-40-16,40 40 0,-40 0 16,40-80 30,40 0-46</inkml:trace>
  <inkml:trace contextRef="#ctx0" brushRef="#br0" timeOffset="68195.8591">15409 12833 0,'-41'0'15,"1"0"1,40 40 31,0 0-32,0 0 1,0 1-16,0-1 0,0 0 16,0 0-1,0 0-15,0 0 0,0 0 0,0 0 16,0 0-16,0 0 0,0 1 15,0-1-15,0 0 0,0 0 16,0 0 0,40-40 31,-40-40-47,41 0 0,-41 0 15,0 0 1,40-1-16,-40 1 0,0 0 0,0 0 0,0 0 15,40 0-15,-40 0 0,0 0 0,0 0 0,0 0 16,0-1-16,0 1 16,0 80 46,0 1-62,-40-1 0,40 0 16,0 0-16,-40 0 15,40 0-15,0 0 0,-41 0 0,41 0 0,0 0 16,0 1-16,0-1 0,-40 0 0,40 0 16,0 0-16,0 0 15,0 0-15,-40-40 0,40 40 16,0-80 46,40-40-62,-40 40 0,0 0 16,40 0-16,-40 0 16,0-1-16,0 1 0,41 0 0,-41 0 0,0 0 15,0 0-15,0 0 16,0 80 46,0 40-62,-41-80 0,41 40 0,0 0 16,-40 0-16,40 1 0,0-1 0,0 0 0,-40 0 16,40 0-16,0 0 15,0 0-15,0 0 0,0 0 0,0 1 0,0-1 16,0 0-16,0 0 16,0 0-16,0 0 15,0-80 16,0 0-31,40 0 16,-40 0-16,40 0 0,-40-1 16,0 1-16,41-40 0,-41 40 0,40 0 0,0-40 15,-40 40-15,0-1 16,40 41-16,-40-40 0,0 80 47,-80-40-32,80 41-15,-40-41 0,-1 0 16</inkml:trace>
  <inkml:trace contextRef="#ctx0" brushRef="#br0" timeOffset="70045.75">22150 3328 0,'0'40'16,"-40"-40"-1,80 0 48</inkml:trace>
  <inkml:trace contextRef="#ctx0" brushRef="#br0" timeOffset="70485.7202">28490 3368 0,'-40'0'0,"40"-40"16,-41 40-1,1 0 17</inkml:trace>
  <inkml:trace contextRef="#ctx0" brushRef="#br0" timeOffset="72195.6176">18217 5895 0,'0'0'0,"-40"0"47,40 40 31,40-40 94,1 0-156,-1 0-16,0 0 0,0 0 15,0 0 1,0 0-16,0 0 0,0 0 0,1 0 15,-1 0-15,0 0 0,0 0 0,0 0 0,0 0 16,0 0-16,0 0 0,1 0 16,-1 0-16,0 0 15,0 0 1,0 0-16,0 0 31,-80 0-15,0 0-1,0 0 1,0 0-16,0 0 0,-1 0 0,1 0 16,0 0-16,0 0 0,0 0 15,0 0-15,0 0 0,0 0 16,-1 0-16,1 0 16,0 0-16,0 0 0,0 0 15,0 0-15,0 0 16,0 0-16,-1 0 0,1 0 15,0 0-15,0 0 0,0 0 16,0 0 0,0 0 15,80 0 16,0 0-47,0 0 15,0 0-15,0 0 0,0 0 16,1 0-16,-1 0 0,0 0 0,0 0 0,0 0 16,40 0-16,-40 0 15,1 0-15,39 0 0,-40 0 0,0 0 0,0 0 16,40 0-16,-39 0 0,-1 0 16,0 0-16,0 0 0,0 0 0,0 0 0,0 0 15,-80 0 16,0 0-31,-40 0 16,40 0-16,0 0 16,-41 0-16,41 0 0,0 0 0,0 0 15,0 40-15,-40-40 16,39 0-16,1 0 0,-40 0 0,40 0 0,0 0 16,0 0-16,0 0 15,-1 40-15,82-40 31,-41 40-31,40-40 16</inkml:trace>
  <inkml:trace contextRef="#ctx0" brushRef="#br0" timeOffset="73435.5419">22832 4972 0,'-40'0'0,"80"0"0,-120 0 31,40 0-31,-1 0 16,82 0 62,-1 0-78,0 0 0,0 0 15,0 0-15,40 0 0,-40 0 0,1 0 16,-1 0-16,40 0 16,-40 0-16,0 0 0,0 0 0,0 0 0,1 0 15,-1 0-15,0 0 0,0 0 16,0 0-16,0 0 0,-40 41 16,-40-41 46,40 40-62,-40 0 16,0 0-1,0 0-15,0-40 16,40 40-16,-41-40 0,41 40 16,-40-40-16,0 40 0,0 0 0,0 1 15,0-41-15,0 40 16,-41 0-16,41 0 0,0 0 0,0 0 0,-40 0 15,40 0-15,0 0 0,-1-40 0,1 40 0,0 1 16,0-41-16,0 40 0,40 0 16,-40-40-16,0 0 0,40 40 0,-40-40 15,80 0 63,0 0-62,0 0-16,0 40 0,0-40 16,0 0-16,0 0 0,1 0 15,39 0-15,-40 0 0,40 0 0,-40 0 0,41 0 16,-1 0-16,-40 0 16,40 0-16,0 0 0,1 0 0,-1 0 0,0 0 15,-40 0-15,41 0 0,-41 0 16,0 0-16,0 0 0,0 0 0,0 0 15,0 0-15,-80 0 79,0 0-48</inkml:trace>
  <inkml:trace contextRef="#ctx0" brushRef="#br0" timeOffset="74055.4313">21829 6697 0,'-121'0'16,"242"0"-16,-282 0 15,121 0 1,120 0 62,-40 0-78,1 0 16,-1 0-16,0 0 0,40 0 0,-40 0 0,41 0 15,-1 0-15,-40 0 0,40 0 0,0-40 0,41 40 16,-41-40-16,40 40 16,1-40-16,-41 40 0,81-40 0,-41 40 0,0 0 15,41 0-15,-1 0 0,1 0 16,-41 0-16,41-41 0,-1 41 0,1 0 0,-1 0 16,-39 0-16,-1 0 15,0 0-15,1 0 0,-41 41 0,0-41 0,0 0 16,-39 0-16,39 0 0,-40 0 0,0 0 15,-80 0 32,40 40-15,-40-40-17,40 40 1,-40-40-16,0 0 0,-1 0 15</inkml:trace>
  <inkml:trace contextRef="#ctx0" brushRef="#br0" timeOffset="74915.4509">21909 7619 0,'-40'0'16,"0"0"0,0 0-1,80 0 32,-40-40-47,80 40 0,-40 0 0,40 0 0,-39 0 16,39-40-16,0 40 15,0-40-15,1 40 0,-41 0 0,40 0 0,0 0 16,-40 0-16,0-40 0,1 40 16,-1 0-16,0 0 0,0 0 0,0 0 0,0 0 15,-40 40 16,-40-40-31,0 40 16,40 0-16,-40 0 16,0 1-16,0-1 0,-1 0 0,1 0 0,0 0 15,40 0-15,-40 0 16,0 0-16,0 0 0,0 0 0,-41 1 0,41-1 16,0 0-16,0 0 0,-40 0 15,40 0-15,0 0 0,-1 0 0,1 0 0,0 1 16,0-1-16,0-40 0,0 40 0,80-40 47,40 0-32,0 0-15,-39 0 0,-1 0 16,0-40-16,0 40 16,0 0-16,0-40 0,40 40 0,-39-41 0,-1 41 15,0 0-15,40 0 0,-40-40 16,0 40-16,0 0 0,1 0 0,-1 0 0,40-40 15,-40 40-15,0 0 0,0 0 0,0 0 16,-80 0 31,40-40 0,40 40-47</inkml:trace>
  <inkml:trace contextRef="#ctx0" brushRef="#br0" timeOffset="75195.4344">23715 7940 0,'-81'0'15,"162"0"-15,-202 0 0,161 0 32,41 0-32,-41-40 15,40 40-15,-40 0 16,0-40-16,41 40 0,-41 0 0,0 0 0,40 0 16,-40 0-16,-40-40 0,40 40 15,0 0-15,1 0 0,-1 0 0,-40-40 16,40 40-16,0-40 15</inkml:trace>
  <inkml:trace contextRef="#ctx0" brushRef="#br0" timeOffset="75795.3974">24718 7579 0,'0'-40'16,"0"80"-16,-40-120 0,40 40 0,0-80 31,120 39-15,41 81-1,-1 41 1,-120-1-1,0 0-15,0 80 16,-40-80-16,-80 81 31,0-41-31,-81 40 32,81-80-17,80 0 16,40-40-31,0 0 16,1 0 0,-1 0-16,0 0 0,0 0 0,0 0 15,0 40 1,0-40-16,-40 40 0,0 1 16,0-1-16,0 0 15,0 0-15,-40 0 0,40 0 16,0 0-16,-40-40 0,40 40 0,-40 0 0,0-40 15,0 41-15,40-1 16,-40-40-16,-1 40 0,-39-40 0,40 0 0,0 40 16,0-40-16,0 0 0,0 0 15,-1 0-15,1 0 0,0 0 0,0 0 16,0 0-16,0 0 16,40-40-16,-40 40 0,0 0 0,-1 0 15,1-40-15,0 0 16</inkml:trace>
  <inkml:trace contextRef="#ctx0" brushRef="#br0" timeOffset="77475.2959">22511 10547 0,'0'-40'16,"0"0"15,-80 40 31,80 40-62,0 0 16,0 0-16,-40 0 0,40 0 16,0 1-16,-41-1 15,41 0-15,0 0 0,-40 40 0,40-40 0,-40 40 16,40-40-16,0 1 0,-40-1 0,40 40 0,0-40 15,0 0-15,0 0 16,0 0-16,0 0 0,40-40 16,-40 41-1,40-41-15</inkml:trace>
  <inkml:trace contextRef="#ctx0" brushRef="#br0" timeOffset="78155.2559">22992 10627 0,'0'-40'16,"0"80"46,81-40-62,-41 0 16,0 0-16,0 0 16,0 0-16,0 0 0,0 0 0,1 0 0,-1 0 15,0 0-15,0 0 0,0 0 16,0 0-16,0 0 0,0 0 0,-40 40 0,41-40 15,-1 0-15,-80 0 63,-1 0-47,41 41-16,0-1 15,-80-40-15,80 40 0,-40-40 0,0 40 16,40 0-16,-40-40 0,0 40 0,0-40 0,40 40 15,-41 0-15,1 0 0,0 0 16,0 1-16,0-1 0,0 0 0,0-40 16,40 40-16,-40 0 15,-1 0-15,41 0 0,0 0 16,41-40 0,-1 0-1,0 0-15,0 0 16,0 0-16,0 0 0,0-40 0,0 40 0,1 0 15,-1-40-15,0 40 0,0 0 0,40 0 0,-40-40 16,0 40-16,1 0 0,39 0 16,-40-40-16,0 40 0,0 0 15,0 0 32</inkml:trace>
  <inkml:trace contextRef="#ctx0" brushRef="#br0" timeOffset="78455.164">24397 10667 0,'0'-40'0,"0"80"0,-80-120 15,80 40-15,-41 40 32,41 80-32,0 81 31,41-41-31,-41-80 0,0 241 31,0-201-31,0 0 0,-41 81 16,41-121-16,-40 80 15,40-80-15,0 0 0</inkml:trace>
  <inkml:trace contextRef="#ctx0" brushRef="#br0" timeOffset="79325.1145">25159 10748 0,'0'0'0,"0"-40"16,0-1-16,0 1 15,40 40 313,0 0-312,1 0-16,-1 0 0,0 0 16,0 40-16,40-40 0,-40 0 15,1 0-15,-1 0 16,0 41-16,0-41 0,0 40 0,0-40 0,0 40 15,0-40-15,1 40 0,-1-40 0,-40 40 0,40-40 16,-40 40-16,0 0 16,40-40-16,-40 40 15,-40-40 32,-40 0-31,39 40-16,1-40 15,0 40-15,0-40 16,0 41-16,40-1 0,-40 0 0,0-40 0,0 40 16,-1 0-16,1 40 0,0-40 15,0 0-15,40 1 0,-40-1 0,0 40 0,0-40 16,-1 0-16,1 0 16,40 0-16,-40 0 0,40 0 0,-40-40 0,40 41 15,0-1-15,0 0 16,40-40-1,-40-40-15</inkml:trace>
  <inkml:trace contextRef="#ctx0" brushRef="#br0" timeOffset="79945.0707">26604 10587 0,'40'-80'31,"-40"40"-31,40 40 15,0 0 1,40 0-16,-39 0 16,-1 40-16,0 0 15,-40 40 1,0-40-16,0 1 0,-40-1 16,40 0-16,-81 0 0,81 0 15,-40-40-15,0 40 0,0 0 0,0 0 0,40 0 16,-40-40-16,40 40 0,-40-40 0,40 41 0,-40-1 31,120-40 0,-40 0-15,0 0 0,0 0-16,0 0 15,0 0-15,-40 40 0,41 0 0,-41 0 16,0 0-1,0 0-15,-41 0 0,41 0 0,-40 1 16,0-41-16,0 40 16,0 0-16,0 0 0,0 0 0,0 0 15,-1-40-15,1 40 0,0-40 16,0 40-16,0-40 0,0 0 0,40 40 0,-40-40 16,0 0-16,-1 0 15,1 0-15,40-40 16,-40 40-16,40-40 0,0 0 15,-40 40-15,40-40 0</inkml:trace>
  <inkml:trace contextRef="#ctx0" brushRef="#br0" timeOffset="81544.9734">11276 14598 0,'40'0'125,"0"0"-125,40 0 16,-40 0-16,0 0 0,41 0 15,-41 0-15,40 0 0,0 0 0,0 0 0,41 0 16,-41 0-16,40 0 16,1 0-16,39 0 0,-39 0 0,39 0 0,41 0 15,-41 0-15,41 0 0,-41 0 16,41 0-16,-40 0 0,-1 0 0,1 40 0,-1-40 16,1 0-16,-41 0 15,0 0-15,1 0 0,-41 0 0,0 0 0,1 0 16,-41-40-16,0 40 0,0-40 0,0 40 0,0 0 15,0 0-15,-40-40 16,-40-1 0,0 41-1,0 0-15,0 0 16,40 41-16,-40-41 16,0 0-16,40 40 0,0 0 15</inkml:trace>
  <inkml:trace contextRef="#ctx0" brushRef="#br0" timeOffset="82634.9819">22671 12232 0,'-40'0'31,"80"0"16,1 0-32,39 0 1,-40 0-16,0 0 0,0 0 0,0 0 16,0 0-16,41 0 0,-41 0 15,40 0-15,-40 0 0,40 0 0,-39 0 0,39 0 16,-40 0-16,40 0 16,-40 0-16,0 0 0,41 0 0,-41 0 0,40 0 15,-40 0-15,0 0 0,41 0 0,-41 0 0,40 0 16,-40 0-16,40 0 0,1 0 15,-1 0-15,0 0 0,-40 0 0,40 0 0,41 0 16,-41 0-16,0 40 16,1-40-16,39 0 0,-40 0 0,0 0 0,41 40 15,-41-40-15,0 0 0,1 0 16,39 0-16,-40 0 0,1 0 0,39 0 0,-40 0 16,0 0-16,1 0 15,-1 0-15,0 0 0,-40 0 0,41-40 0,-41 40 16,0 0-16,0 0 0,0 0 0,0 0 15,-80 0 110,0 0-109,40 40 47</inkml:trace>
  <inkml:trace contextRef="#ctx0" brushRef="#br0" timeOffset="83924.9043">16211 16443 0,'-40'0'47,"0"40"16,40 0-48,-40-40-15,40 40 0,0 0 16,0 0-16,0 0 16,0 0-16,0 41 0,0-41 0,0 40 0,-40 0 15,40 0-15,0-40 0,0 41 16,-41-1-16,41 0 0,0-40 0,-40 0 0,40 40 16,0-39-16,0-1 15,0 0-15,0 0 0,0 0 16,40-40-16</inkml:trace>
  <inkml:trace contextRef="#ctx0" brushRef="#br0" timeOffset="84664.7899">16933 16683 0,'0'-40'15,"0"80"-15,0-120 16,0 40 0,81 40-1,-41 0-15,0 0 16,0 0-16,0 0 0,0 0 0,40 0 0,-39 80 15,-1-80-15,0 0 16,0 0-16,40 0 0,-40 0 0,0 0 16,1 0-16,-1 0 15,-80 40 48,-1-40-48,1 40 1,0 0 0,40 1-16,-40-41 0,40 40 0,-40 0 0,0-40 15,40 40-15,-40 0 0,0 0 16,-1 0-16,1 0 0,0 0 0,0 0 0,0 1 16,0-1-16,0 40 15,-41-40-15,41 0 0,0 0 0,0 0 0,40 0 16,-40 1-16,40-1 0,-40-40 0,40 40 15,0-80 17,40 40-32,-40-40 15,40 40-15,-40-41 0,80 41 0,-80-40 0,40 40 16,1-40-16,-1 40 0,0 0 16,0 0-16,0 0 0,0 0 0,0 0 15,0 0-15,1 0 0,-1 0 0,0 0 0,0 0 16,0 0-16,0 0 15,0 0-15,0 0 0,1 40 0,-1-40 16,0 40-16,0-40 16,0 0-1,-40-40 32,0 0-47</inkml:trace>
  <inkml:trace contextRef="#ctx0" brushRef="#br0" timeOffset="84984.8403">18458 16603 0,'0'-120'31,"0"80"-31,0-1 16,0 82 15,0-1-31,0 0 16,0 0-16,0 0 0,0 40 0,-80-40 0,80 41 16,0-1-16,0-40 15,0 40-15,0 0 0,0 0 0,0-39 0,0 39 16,0-40-16,0 40 0,0-40 0,-40 0 0,40 0 15,0 1-15,0-1 0,0 0 16,0 0-16,0 0 0</inkml:trace>
  <inkml:trace contextRef="#ctx0" brushRef="#br0" timeOffset="85514.8075">19341 16884 0,'0'-40'16,"0"80"-16,0-120 0,40 39 15,-40 1-15,40 40 16,0 81-1,121-81 1,-81 40 0,-40-40-16,201 0 15,-201 0-15,40 0 0,161 0 32,-161 0-32,1 0 15,-122 0 1,-79 80-1,80-80-15,-121 120 32,121-80-32,0 0 0,-40 41 15,80-41-15,-80 40 16,40-40-16,-121 161 16,-40-1-1,81-80 1,80-80 15,0-40-15,40-40 31,0 0-47</inkml:trace>
  <inkml:trace contextRef="#ctx0" brushRef="#br0" timeOffset="86164.6932">21387 16563 0,'-80'-40'15,"160"80"-15,-200-120 32,80 80-32,40-40 0,80 40 15,-40 0 1,0-41-16,121 41 15,-121 0-15,0 0 0,80 41 32,-79 39-17,-122 0 1,-79 80 0,80-79-1,39-41-15,-79 40 16,80-80-16,40 40 0,-40-40 15,80 0 1,0 0 15,161 0-15,-121 0 0,-40 0-16,0 120 15,-40-80-15,0 1 0,0 39 31,-40-80-31,0 80 0,40-40 0,-161 40 32,121-40-32,0-40 0,0 41 0,-120-1 31,119 0-31,1-40 0,0 0 0,-120-40 31,39-121-31</inkml:trace>
  <inkml:trace contextRef="#ctx0" brushRef="#br0" timeOffset="87264.6296">3611 14237 0,'41'0'0,"-82"0"0,82-40 31,-41 0 0,0 80 1,0 0-32,0 0 15,0 0-15,0 0 0,0 0 0,0 0 0,0 0 16,0 41-16,0-41 15,0 40-15,0 0 0,0 0 0,0 1 0,0-1 16,-41 0-16,41 40 0,0-39 16,0-1-16,-40 0 0,40 40 0,0-40 0,0 1 15,0-1-15,0 0 16,0 0-16,0 1 0,0 39 0,0-40 0,0 0 16,0 0-16,0 1 15,0 39-15,0-40 0,0 0 0,0 1 0,0-1 0,0 0 16,0 0-16,0 0 0,0 1 0,40-1 0,-40-40 15,0 40-15,41-40 16,-41 0-16,0 41 0,0-41 0,0 0 16,0 0-16,40-40 0,-40 40 15,0 0-15</inkml:trace>
  <inkml:trace contextRef="#ctx0" brushRef="#br0" timeOffset="87974.6584">1404 16924 0,'0'0'15,"-40"-40"1,0 0-1,0 0 17,40-1-17,0 1 1,40 40 15,161-40-15,120 0-1,120 0 1,1 0 15,-1 40-15,41-40 0,-41 40-1,-240-40 1,-121 40-16,161-40 15,-161 40-15,-40 0 0,161-41 32,-161 41-32,241-40 15,-241 40-15,0 0 0,120-40 16,-120 40-16,81 0 31,-121 40 0,-40-40-15,0 0 0,-1 0-1,1-40-15</inkml:trace>
  <inkml:trace contextRef="#ctx0" brushRef="#br0" timeOffset="89864.4687">3852 15199 0,'0'40'16,"0"1"-1,-40-41-15,0 0 16,0-41 0,0 41 15,40-40-31,-40 40 16,-1 0-1,1 0-15,0 0 0,0 0 16,0 0-16,0 0 0,0 0 15,-1 0-15,1 0 16,0 40-16,0-40 0,40 41 0,-40-41 16,0 0-16,40 40 15,-40-40-15,40 40 0,-40-40 0,40 40 16,-41-40-16,41 40 0,-40-40 16,40 40-16,-40-40 0,40 40 0,-40-40 0,40 40 15,-40-40-15,40 40 0,-40-40 0,40 40 16,-40 1-16,0-1 15,40 0-15,-41-40 0,41 40 0,-40 0 0,40 0 16,-40-40-16,40 40 0,-40 0 16,40 0-16,-40 1 0,40-1 15,-40 0-15,40 0 16,0 0-16,0 0 0,-40-40 0,40 40 16,0 0-16,0 0 15,0 0-15,0 1 0,0-1 16,0 0-16,0 0 0,0 0 15,0 0-15,0 0 16,0 0-16,0 0 0,0 1 16,0-1-16,0 0 15,0 0-15,0 0 0,80 0 16,-80 0 0,0 0-16,40 0 0,0-40 15,-40 40-15,40 1 0,0-1 16,-40 0-16,41-40 15,-41 40-15,0 0 0,40-40 0,0 0 16,-40 40-16,40 0 0,0-40 16,-40 40-16,40-40 0,0 0 0,0 40 15,1-40-15,-1 0 16,0 0-16,0 0 0,0 0 0,0 0 16,0 41-1,0-41-15,1 0 0,-1 0 0,0 0 16,0 0-16,0 0 0,0 0 0,0 40 0,1-40 15,-1 0-15,0 0 16,0 0-16,0 0 0,0 0 16,0 0-16,0 0 15,1 0-15,-1 0 0,0 0 0,0 0 16,0 0-16,0-40 0,0 40 16,0 0-16,1 0 0,-1 0 15,0 0-15,-40-41 0,40 41 0,0 0 0,0-40 16,0 40-16,0-40 15,1 40-15,-1-40 0,0 40 16,-40-40-16,40 40 16,-40-40-16,40 40 0,-40-40 0,40 0 15,-40 0 1,40 40-16,-40-41 0,0 1 16,40 0-16,-40 0 0,0 0 15,41 0-15,-41 0 16,0 0-16,40 0 0,-40 0 15,0-1-15,0 1 16,40 40-16,-40-40 0,0 0 0,0 0 16,40 0-1,-40 0-15,0 0 16,0 0 0,0-1-16,0 1 15,0 0-15,0 0 0,0 0 16,0 0-16,0 0 15,0 0-15,0 0 32,-40 40-32,40-40 0,0-1 15,-40 41-15,40-40 16,-40 0-16,-1 0 16,41 0-1,-40 40-15,40-40 0,-40 0 0,40 0 16,-40 40-16,0-40 0,0 40 31,40-41-31,-40 41 0,40-40 16,-40 40-16,40-40 15,-41 40-15,41-40 16,-40 40 0,40-40-16,-40 40 15,40-40-15,-40 40 0,0 0 16,40-40-16,-40 40 15,0 0 1,0-40 0,-1 40 15,41-40-31,-40 40 0,40-40 16,-40 40-16,0 0 15,0-41 1,0 41-16,0 0 15,0 0-15,-1 0 16,1 0 0,0 0-1,0 0-15,0 0 16,0-40 0,0 40-1,0 0-15,40-40 0,-41 40 16,1 0-1,0 0-15,0 0 16,40 40 0,0 0-16,0 1 15,0-1-15</inkml:trace>
  <inkml:trace contextRef="#ctx0" brushRef="#br0" timeOffset="90724.4181">4454 16082 0,'0'0'0,"-40"0"16,0 0-1,0 0-15,40-40 78,40 40-46,-40-41-32,40 41 0,0 0 31,0 0-31,0 0 16,-40 41 15,0-1-16,0 0 1,0 0-16,0 0 16,-40-40-1,40 40 1,40-40 31,0 0-32,1 0-15,-41 40 32,0 0-17,0 0-15,0 0 16,-41-40-16,41 41 16,-40-41-16,0 0 15,0 0 1,0 0-16,0 0 15,0 0 1,0 0-16</inkml:trace>
  <inkml:trace contextRef="#ctx0" brushRef="#br0" timeOffset="91184.3883">5056 15721 0,'-40'0'16,"80"0"-16,-40 0 31,0-40-15,40 40-16,0 0 16,-40-41-16,40 41 0,0-40 0,1 40 15,-1-40-15,40 40 0,-40-40 0,40 0 0,1 40 16,-1-40-16,0 0 0,0 0 15,1 0-15,-1 0 0,0 40 0,-40-41 0,40 41 16,-39-40-16,-1 40 16,0-40-16,0 40 0,-80 0 78,40 40-78,-40-40 0,40 40 0,-40-40 15</inkml:trace>
  <inkml:trace contextRef="#ctx0" brushRef="#br0" timeOffset="91644.3598">5056 16483 0,'0'40'16,"-40"-40"-16,80 0 31,0 0-15,0 0-16,0 0 0,0 0 15,1 0-15,-1 0 16,0 0-16,0 0 0,0 0 0,0 40 0,0-40 16,0 0-16,1 0 0,-1 0 15,0 0-15,0 0 0,0 0 0,0 40 0,0-40 16,0 40-16,1-40 16,-1 0-16,0 40 0,0-40 0,0 0 0,40 40 15,-40-40-15,1 0 0,-1 40 0,0-40 0,0 0 16,-40 41-16,40-41 0,0 0 15,-80 0 17,0 0-32,0 0 15,0 0 1,0 0-16,-1 0 0,1 0 16,0 0-16</inkml:trace>
  <inkml:trace contextRef="#ctx0" brushRef="#br0" timeOffset="92064.3388">5016 17325 0,'-40'40'15,"80"-40"32,-40 40-31,0 0-16,40 0 16,-40 0-16,40 1 0,-40-1 0,40 0 0,-40 0 15,40 40-15,-40-40 0,40 0 16,-40 0-16,41 0 0,-1 1 0,0-1 0,-40 0 15,40 0-15,0 0 16,-40 0-16,40-40 0,-40 40 0,40-40 0,-40 40 16,40-40-16,-80-40 47,0 40-32,40-40-15,-40 40 0,0-40 16,0 40-1,0-40-15</inkml:trace>
  <inkml:trace contextRef="#ctx0" brushRef="#br0" timeOffset="92454.321">4253 17846 0,'0'0'16,"0"-40"-1,-40 0 17,40 0-32,0 80 31,-40 0-16,40 0-15,0 0 0,-40 0 0,40 1 16,-40-41-16,40 40 0,0 0 16,0 0-16,-40-40 0,0 40 0,0 0 0,-1-40 15,41 40-15,-40 0 16,0-40-16,40 40 0,-40 1 0,0-1 16,0 0-16,0 0 15,40-80 16,0 0-15,0-41-16</inkml:trace>
  <inkml:trace contextRef="#ctx0" brushRef="#br0" timeOffset="92834.3627">3330 17806 0,'-40'0'16,"0"0"15,0 40-16,0-40 1,0 40-16,-40 0 16,39-40-16,41 41 0,-80-1 15,40-40-15,-80 40 32,80-40-32,40 40 0,-121-40 15,-39 40 1,39-40-1</inkml:trace>
  <inkml:trace contextRef="#ctx0" brushRef="#br0" timeOffset="93174.3424">2969 17405 0,'0'0'0,"-80"0"15,-40 0 16,-41 0-15,41 40 0,40 0-16,-81 41 31,41-1-15,39-80-1,41-40-15</inkml:trace>
  <inkml:trace contextRef="#ctx0" brushRef="#br0" timeOffset="93554.2554">2006 15239 0,'0'0'16,"-40"0"-16,40-40 15,-40 0-15,40 80 32,40-40-32,-40 40 15,80 1-15,-80-1 0,41-40 0,-1 40 0,40 0 16,-40 0-16,0 0 16,0 0-16,41 0 0,-41 0 0,0 0 0,0 1 15,40-1-15,-40 0 0,0 0 0,1 0 0,-1-40 16,-40 40-16,40-40 0,0 40 15</inkml:trace>
  <inkml:trace contextRef="#ctx0" brushRef="#br0" timeOffset="93894.2987">3290 15199 0,'0'-40'16,"0"80"-16,0-160 15,0 80-15,0 80 47,0 0-31,0 0-16,0 0 0,40 0 0,-40 1 15,0-1-15,0 0 16,0 0-16,41 40 0,-41-40 0,0 0 0,40 0 16,-40 0-16,0 1 0</inkml:trace>
  <inkml:trace contextRef="#ctx0" brushRef="#br0" timeOffset="94274.2174">4735 14518 0,'-40'0'47,"0"40"-47,40 0 15,-40-40-15,40 40 0,-41-40 16,41 40-16,-40 0 0,40 0 0,0 0 16,0 0-16,-40 0 15,40 1-15,0-1 0,0 0 0,-40-40 0,40 40 16,0 0-16,0 0 0,0 0 16,0 0-16,0 0 0</inkml:trace>
  <inkml:trace contextRef="#ctx0" brushRef="#br0" timeOffset="94614.2559">5297 14437 0,'0'0'0,"0"-40"31,-40 40-31,-1 0 32,1 40-32,-80 161 15,-41 80 16,41-41-15,40-79 0,40-161-16</inkml:trace>
  <inkml:trace contextRef="#ctx0" brushRef="#br0" timeOffset="95154.1477">2889 14558 0,'0'-40'0,"40"40"31,0 0-15,0 0 0,-40 40-16,41-40 15,-41 40-15,0 0 0,40 0 16,-40 40-16,0 0 0,40 1 0,-40-1 0,40 0 16,-40 0-16,40 0 0,-40 1 0,0-1 0,40-40 15</inkml:trace>
  <inkml:trace contextRef="#ctx0" brushRef="#br0" timeOffset="125022.3529">28329 13996 0,'-40'0'0,"40"40"32,0 0-1,0 0-16,0 1 1,0-1-16,0 0 0,0 0 0,0 0 16,0 0-16,0 0 0,0 0 0,0 0 0,0 1 15,0 39-15,0-40 16,0 0-16,0 0 0,0 0 0,40 0 0,-40 0 16,0 0-16,0 1 0,40-1 15</inkml:trace>
  <inkml:trace contextRef="#ctx0" brushRef="#br0" timeOffset="125542.3775">28730 14237 0,'0'0'0,"81"-80"31,-41 80-15,80-41-1,-39 41 1,39-40 0,-80 40-1,-120 40 16,40-40-15,40 41 0,-40-1-16,-81 80 15,1 40 17,39-39-17,81-41 1,0-120 15,41 0-15,79 0-16,81-41 31,-81 81-15,0 41-1</inkml:trace>
  <inkml:trace contextRef="#ctx0" brushRef="#br0" timeOffset="125792.2918">29453 13956 0,'0'-40'0,"0"80"0,0-120 31,-40 80-16,40 40-15,0 0 16,0 40-16,0-40 16,0 0-16,0 1 0,0-1 0,0 0 0,0 0 15,-40 0-15,40 0 0,0 0 16,0 0-16,0 0 0,0 1 0,0-1 16,0 0-16,40 0 15,0-40-15,-40 40 0</inkml:trace>
  <inkml:trace contextRef="#ctx0" brushRef="#br0" timeOffset="126042.3473">29814 14277 0,'0'0'16,"0"-40"-16,0 0 16,0 0-1,80-41 1,121 81 15,-161 0-31,40 0 16,-40 0-16</inkml:trace>
  <inkml:trace contextRef="#ctx0" brushRef="#br0" timeOffset="126262.3341">30015 14598 0,'-81'0'31,"41"0"-31,120-40 31,-39 40-31,39 0 16,80 0 15,-120 0-31,81-40 0</inkml:trace>
  <inkml:trace contextRef="#ctx0" brushRef="#br0" timeOffset="126472.2481">30697 14237 0,'-40'0'16,"-1"0"-16,82-40 31,-1 40-15,40 0-16,-40 0 15,0 0-15,0 0 16,0 0-16,1 0 16</inkml:trace>
  <inkml:trace contextRef="#ctx0" brushRef="#br0" timeOffset="126722.3053">31138 13876 0,'0'0'16,"-40"40"-1,40 0 17,0 0-32,0 0 31,0 121-16,40 39 1</inkml:trace>
  <inkml:trace contextRef="#ctx0" brushRef="#br0" timeOffset="127282.2718">28650 15761 0,'0'40'31,"0"0"-15,0 0-16,0 0 0,0 0 0,0 0 15,0 1-15,0-1 16,0 0-16,0 0 0,0 0 16,0 0-1</inkml:trace>
  <inkml:trace contextRef="#ctx0" brushRef="#br0" timeOffset="127792.1686">29011 15761 0,'0'0'0,"0"-40"47,41 40-47,39 0 0,-40-40 15,0 40-15,0 0 16,0 0-16,0 0 0,-40-41 16,41 41-16,-1 0 15,-40 41 16,0-1-15,-40 0 0,-1 0-16,1-40 0,40 40 15,-40-40-15,40 40 0,-40 0 0,0 0 16,40 0 0,-40-40-16,40 41 0,-40-41 15,80 0 48,0-41-48,0 41-15,0 0 0,0 0 16,0 0-16,1 0 0,-1 0 16,0 0-1,0 0-15,0 0 0,0 0 0,0 0 16,0 0-16</inkml:trace>
  <inkml:trace contextRef="#ctx0" brushRef="#br0" timeOffset="128042.2261">29774 15560 0,'0'0'0,"-40"0"15,40 40 1,0 41 0,-40 39-1,-1 40 1,41 1 15,0-81-31</inkml:trace>
  <inkml:trace contextRef="#ctx0" brushRef="#br0" timeOffset="128342.2074">30255 15761 0,'0'-40'16,"40"40"0,81-40-1,39 40 16,-79 40-15</inkml:trace>
  <inkml:trace contextRef="#ctx0" brushRef="#br0" timeOffset="128542.1951">30175 16122 0,'-40'0'0,"0"0"0,80 0 16,0-40-1,121 40 1,-1-40 15,-120 40-31</inkml:trace>
  <inkml:trace contextRef="#ctx0" brushRef="#br0" timeOffset="128782.181">31098 15600 0,'0'0'0,"-40"0"16,40 40 15,0 121-31,-40-41 16,0 161-1</inkml:trace>
  <inkml:trace contextRef="#ctx0" brushRef="#br0" timeOffset="146031.0809">31820 13194 0,'0'0'0,"-40"0"0,0-40 16,0 40-16,0 0 0,40-40 15,-40 40-15,-1 0 0,1 0 16,0 0 0,0 0-1,0 0 1,40-40-16,-40 40 0,0 0 0,0-40 0,-1 40 16,1 0-16,0 0 15,0 0-15,0-40 0,0 40 0,0 0 16,0 0-16,-1 0 0,1 0 15,0 0-15,0 0 0,0 0 0,0 0 16,0 0-16,0 0 0,-1 0 0,1 0 0,0 0 16,0 0-16,-40 0 15,40 0-15,0 0 0,-41 0 0,41 0 0,-40 0 16,40 0-16,-40 0 0,-1 40 16,1-40-16,40 40 0,-40-40 0,-1 0 0,41 0 15,0 40-15,-40-40 16,40 40-16,-40-40 0,39 0 0,1 40 0,0-40 15,0 40-15,0-40 0,0 40 0,0-40 0,0 40 16,-1-40-16,1 40 16,0-40-16,0 0 0,0 41 0,0-41 0,0 40 15,-1-40-15,1 40 16,0-40-16,0 0 0,40 40 0,-40-40 0,0 40 16,0-40-16,0 0 0,-1 40 15,1-40-15,0 40 0,0-40 0,-40 40 0,40 0 16,0-40-16,-1 41 15,1-41-15,0 40 0,0-40 0,0 0 0,0 40 16,0 0-16,0-40 0,40 40 0,-41 0 16,1 0-16,0 0 15,40 0-15,-40 0 0,40 1 0,-40-1 16,40 40-16,0-40 16,-40 0-16,0 40 0,40 1 0,-40-41 0,-1 40 15,1 0-15,40 0 0,-40 0 16,0 1-16,0-1 0,0 0 0,40 0 0,-40 1 15,0-1-15,40 0 0,-41 0 0,41-40 0,0 40 16,-40 1-16,40-1 16,0 0-16,0-40 0,0 40 0,0 1 0,0-1 15,0 0-15,0 0 0,0 41 16,40-41-16,-40 40 0,0 0 0,0-39 0,0 39 16,0 0-16,0 1 15,0-1-15,-40-40 0,40 0 0,0 41 0,-40-41 16,40-40-16,0 40 0,0 0 15,-40-40-15,40 1 0,0 39 0,-40-40 0,40 0 16,0 0-16,0 0 0,0 0 0,0 0 0,0 1 16,0-1-16,0 0 15,0 0-15,-40-40 0,40 40 0,0 0 16,0 0 0,40 0-16,-40 0 0,40 0 15,-40 1 1,40-41-16,-40 40 0,0 0 15,0 0-15,0 0 0,0 0 16,0 0-16,0 0 16,0 0-16,-40 81 15,40-81-15,0 0 16,0 0 0,40-40-1,-40-40-15</inkml:trace>
  <inkml:trace contextRef="#ctx0" brushRef="#br0" timeOffset="146801.0155">31660 12913 0,'0'40'0,"40"-40"0,-40 41 16,0-1-1,40-40 1,-40 40-16,0 0 15,0 0-15,0 0 0,40 0 16,-40 0-16,0 0 0,0 0 0,0 1 0,0 39 16,0-40-16,0 0 0,0 40 15,0-40-15,0 0 0,40 41 0,-40-41 0,40 40 16,0-40-16,1 40 16,-1-40-16,0 41 0,0-1 0,0 0 0,40 0 15,-40 41-15,41-41 0,-41 40 16,40-40-16,-40 41 0,0-1 0,0 0 0,1 1 15,-1-1-15,0 0 0,0 0 0,0 1 0,0-1 16,-40 0-16,40-39 16,1 39-16,-1 0 0,0 1 0,0-41 0,-40 40 15,40 0-15,0-39 0,-40-1 16,0 40-16,40-40 0,-40 1 0,0 39 0,0-40 16,0 0-16,0-40 15,0 41-15,0-41 0,0 0 0,0 0 0,0 0 16,-40 0-16,40 0 15</inkml:trace>
  <inkml:trace contextRef="#ctx0" brushRef="#br0" timeOffset="147781.0303">28289 17124 0,'0'-40'0,"-40"40"15,40-40 1,-40 40-16,0 0 16,0 0-1,-1 40-15,1 0 16,0 0-16,40 1 0,-40-1 0,40 0 15,-40 0-15,40 0 0,0 0 0,0 0 0,0 0 16,0 0-16,0 1 16,0-1-16,40 0 0,0 0 15,40-40-15,-39 40 16,-1-40-16,0 0 0,0 0 0,0 0 0,0 0 16,0 0-1,0-40-15,1 0 0</inkml:trace>
  <inkml:trace contextRef="#ctx0" brushRef="#br0" timeOffset="147991.0166">28771 17205 0,'0'0'0,"40"-41"32,-40 82-1,0-1-31,0 0 0,0 0 15,0 0-15,0 0 0,0 0 0,0 0 0,0 0 16,0 1-16,0-1 0,-40-40 16,40 40-16,0 0 0,0 0 0,0 0 31</inkml:trace>
  <inkml:trace contextRef="#ctx0" brushRef="#br0" timeOffset="148180.9503">28730 17004 0,'0'0'16,"-40"0"-16,40-40 0,-40 40 31</inkml:trace>
  <inkml:trace contextRef="#ctx0" brushRef="#br0" timeOffset="148530.9425">29011 17044 0,'41'0'15,"-1"0"1,0 40-16,0-40 0,0 40 16,0-40-1,0 40-15,0 1 0,-40-1 16,0 0 0,41 0-16,-41 0 15,-41-40 1,1 0-1,40-40 1,0 0-16,0 0 16,0 0-16,0-1 0,40 1 15,-40 0 1,41 40-16,-41-40 0,40 40 0,-40-40 0,40 40 16,0 0-16,-40-40 15,40 40-15,0 0 0</inkml:trace>
  <inkml:trace contextRef="#ctx0" brushRef="#br0" timeOffset="148810.9663">30055 16924 0,'0'0'0,"-40"0"15,-1 0-15,1 0 16,0 0-16,0 40 15,-40 120 1,80-79 0,0-41-16,-40 80 15,40-80-15,0 0 0,40 0 16,-40 0-16,40-40 16,-40 41-16,120-41 15,1-81 16,-81 41-31</inkml:trace>
  <inkml:trace contextRef="#ctx0" brushRef="#br0" timeOffset="149050.8785">30416 16683 0,'0'0'31,"-40"0"-16,40 40 1,0 0 0,40 161-1,-40-121 1,0-40-16,0 161 16,0-161-16,0 40 0,-40 0 15,40-40-15,0 1 16</inkml:trace>
  <inkml:trace contextRef="#ctx0" brushRef="#br0" timeOffset="149360.8559">30897 17084 0,'40'0'16,"-40"-40"-1,41 40-15,-41-40 0,40 40 0,0-40 0,0 0 16,0 40 0,-40-40-16,40 40 0,-40-40 15,40 40-15,-40-40 0,-40 40 16,0 0 0,0 40-1,0-40-15,0 40 0,40 0 0,-40 0 16,40 0-16,-41 0 0,41 0 15,0 0-15,0 0 0,0 1 0,0-1 0,0 0 16,41-40-16,-41 40 0,80-40 0,-40 0 0,0 0 16,0 0-16,0 0 15,41-80-15,-1 40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10:17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4334 2045 0,'0'0'0,"0"-40"0,0 0 31,40-1-15,40 41 0,-40 0-16,0 0 15,0 0-15,-40 41 16,41-41-16,-1 40 0,-40 0 0,40 0 0,0 0 15,0 0-15,-40 0 0,0 0 16,0 0-16,0 1 0,0 39 0,0-40 0,0 0 16,-40 0-16,40 0 0,-40 0 0,40 0 0,-80 0 15,39 1 1,1-41-16,40 40 0,-40-40 0,40-40 31,0-41-31,80 41 0,-80 0 0,81 0 16,-41 0-16,0-40 15,0 40-15,40 0 0,-40-1 0,1 1 0,39 0 16,-40 0-16,0 0 0,40 0 0,-40 0 16,1 40-16,-1-40 0,0 40 15,-40-40-15,-40 40 32,0 0-17,40 40-15,-81-40 0,41 40 16,40 0-16,-40-40 0,0 40 0,0 0 0,40 0 15,-40-40-15,40 40 16,-40 0-16,40 1 0,0-1 0,-41 0 0,41 0 16,0 0-16,41 0 0,39-40 15,-40 40-15,0-40 16,0 0-16,0 0 0,0 0 0,41 0 0,-41 0 16,0 0-16,0-40 15,40 40-15</inkml:trace>
  <inkml:trace contextRef="#ctx0" brushRef="#br0" timeOffset="250.0421">6099 1884 0,'-120'0'15,"240"0"-15,-280 0 0,79 81 16,41-41-16,40 80 31,-40-40-31,40 0 0,0 1 16,0-41-16,40 120 15,41-40 1,39-120 0</inkml:trace>
  <inkml:trace contextRef="#ctx0" brushRef="#br0" timeOffset="619.9437">6741 2045 0,'0'0'16,"-40"0"0,40 40-1,0 0 1,40 40-16,-40-40 0,0 41 15,0-41-15,0 120 16,0-40 0,0-160 15,40 40-31,-40-40 0,81 40 0,-81-40 0,40 0 16,0 0-16,0 0 15,0 40-15,-40-40 0,40 0 0,0 40 16,0 0-16,1 40 15,-41 0 1,0 0-16,0 0 16,0 0-16,0 0 15,0 0-15,-41 0 0,41 0 16,-40-40-16</inkml:trace>
  <inkml:trace contextRef="#ctx0" brushRef="#br0" timeOffset="849.9489">7664 2085 0,'40'0'16,"0"0"-1,-40 40-15,41-40 0,-41 40 0,40-40 0,-40 40 16,0 0-16,0 0 15,40 1-15,-40-1 0,0 0 0,0 0 0,0 0 16,-40 0-16,40 0 0,-81 40 0,81-40 0,-40 1 16,0-1-16,0 0 0,0-40 15,0 40-15,0 0 0,40 0 0,-40-40 0,-1 40 16</inkml:trace>
  <inkml:trace contextRef="#ctx0" brushRef="#br0" timeOffset="1199.984">8868 2446 0,'0'0'0,"-40"0"0,0 0 16,40-40 0,40 40-16,40 0 15,-80-40-15,40 40 16,0 0-16,41 0 0,-41 0 0,0 0 0,0 0 15,0 0-15,0 0 0,0 0 16,0 0-16,1 40 0,-1-40 16</inkml:trace>
  <inkml:trace contextRef="#ctx0" brushRef="#br0" timeOffset="1399.9304">8988 2847 0,'-40'0'0,"80"0"0,-40 0 31,40 0-15,161-40 0,-161 40-1,0 0-15,81 0 16</inkml:trace>
  <inkml:trace contextRef="#ctx0" brushRef="#br0" timeOffset="2059.9317">12038 1644 0,'0'0'15,"0"-40"1,0 120 0,0-40 15,0 40-31,0-40 0,0 121 31,0-121-31,0 0 0,0 80 16,0-80-16,0 0 15,0 1-15,0-1 0,0 0 0</inkml:trace>
  <inkml:trace contextRef="#ctx0" brushRef="#br0" timeOffset="2459.8318">11436 2807 0,'-40'40'15,"80"-80"-15,-40 80 47,-40-40-31,80 0-16,-40-40 16,40 40-16,0 0 0,0 0 0,1 0 0,39-40 15,-40 40-15,40 0 0,0 0 16,-39 0-16,39 0 0,0-40 0,-40 40 0,40 0 15,1 0-15,-41-41 16,0 41-16,0 0 0,0 0 0,0 0 16,0 0-16</inkml:trace>
  <inkml:trace contextRef="#ctx0" brushRef="#br0" timeOffset="2959.877">11476 3408 0,'0'0'16,"0"-40"0,80 0-1,41 0 1,-81 40 0,40 80-1,-80-40-15,0 121 31,0-121-31,-40 0 0,0 80 16,0-80-16,-81 81 16,81-121-16,0 40 15,40-80 17,40 0-32,0 40 15,1 0-15,-1 0 16,0-40-16,0 40 0,0 0 0,0 0 15,0 0-15,0 0 16,1 0-16,-1 0 0,0 0 0,-40 40 0,40-40 16,0 0-16,0 0 0,0 0 15</inkml:trace>
  <inkml:trace contextRef="#ctx0" brushRef="#br0" timeOffset="3439.7725">11075 1604 0,'0'40'31,"0"-80"-31,-80 120 16,40-80-16,-41 40 15,41 0-15,-80 120 31,120-79-31,-40-41 0,-41 160 16,41-119-16,40 79 0,0-40 0,0 241 31,80-160-31,-39-121 0,39 281 32,-40-281-32,0 0 0,40 81 15,-39-81-15,119 80 16,-160-120-16,40-40 0,81 81 31,-81-81-31,0 0 0</inkml:trace>
  <inkml:trace contextRef="#ctx0" brushRef="#br0" timeOffset="3869.7463">13001 1323 0,'0'0'16,"0"40"15,80-40-31,-40 40 16,0 40-16,1-40 0,-1 1 0,-40-1 15,40 0-15,0 0 16,0 40-16,-40-40 0,40 40 0,-40-40 0,40 41 16,0-1-16,-40-40 0,41 40 15,-41 0-15,0 1 0,0-41 0,0 40 0,0 0 16,0 0-16,0 1 15,-41-1-15,41 0 0,-40 0 0,0 0 0,0 1 16,0-1-16,0 0 0,0 0 0,0-40 0,40 41 16,-41-41-16,1 0 0,0 0 15,40 0-15,-40 0 0,40 0 0,-40-40 32,40-40-32</inkml:trace>
  <inkml:trace contextRef="#ctx0" brushRef="#br0" timeOffset="4469.7113">13763 1042 0,'0'-40'16,"0"80"-16,0-40 47,40 0-47,-40 40 0,41 0 0,-41 0 15,40 1-15,0-1 16,-40 0-16,0 0 0,0 0 16,0 0-16,0 0 15,0-120 32,0 40-47,40 0 0,-40 0 0,40 0 16,0-1-16,-40 1 15,40 40-15,-40-40 0,40 40 16,1 0 0,-1 0-16,0 40 15,0 0-15,-40 1 16,40-1-16,-40 0 0,40 0 0,-40 0 15,0 0-15,0 0 16,0 0-16,0 0 0,0 1 0,0-1 0,0 0 16,0 0-16,0 0 0,0 0 15,40-40 1</inkml:trace>
  <inkml:trace contextRef="#ctx0" brushRef="#br0" timeOffset="5059.7492">15088 2245 0,'-41'0'16,"1"0"-1,40 40 16,0 1-31,-40 79 16,40-80-16,40 80 16,0-40-1,1-39-15,-1-41 0,80 40 32,-80-40-32,0-40 15,0-1-15,41-79 16,-81 80-16,40 0 0,0-40 31,-40 40-31,0 0 0,0 80 47,0 40-47,0-40 0,0 0 16,0 0-16,0 0 15,0 0-15,0 0 0,0 1 0,0-1 0,0 0 16,40 0-16,0 0 15,0-40-15,0 0 0,1 0 16,-1 0-16,0 0 0</inkml:trace>
  <inkml:trace contextRef="#ctx0" brushRef="#br0" timeOffset="5289.6651">16291 2205 0,'0'0'15,"-80"0"-15,40 0 16,0 40-16,0 41 16,0-81-16,40 80 15,0-40-15,0 120 16,40 1 15,40-41-15,40-120-1</inkml:trace>
  <inkml:trace contextRef="#ctx0" brushRef="#br0" timeOffset="5639.7149">16733 2366 0,'-40'0'15,"40"40"1,0 0 15,40 80-15,-40-80-16,0 40 15,0-39-15,40-82 32,0 1-17,40 0-15,-40 0 16,0 40-16,1 0 15,-41-40-15,40 40 16,-40 40-16,0 0 0,0 0 16,0 0-16,0 1 15,0-1-15,0 0 0,-40 0 16,40 0-16,0 0 0,0 0 16,0 0-16,0 0 15</inkml:trace>
  <inkml:trace contextRef="#ctx0" brushRef="#br0" timeOffset="5839.6548">17575 2326 0,'0'-41'0,"40"122"31,1-41-15,-41 0-16,40 0 15,-40 0-15,40 40 0,-40-40 0,0 0 0,0 1 16,0 39-16,0-40 0,0 0 0,-40 0 0,40 0 16,-81 0-16,81 41 0,-80-41 15,40-40-15,0 40 0,0 0 0</inkml:trace>
  <inkml:trace contextRef="#ctx0" brushRef="#br0" timeOffset="7629.5348">18940 2646 0,'40'0'109,"40"0"-93,-40 0-16,40 0 15,1 0-15,-1 0 0,0 0 0,-40 0 0,81 0 16,-41 0-16,-40 0 0,40 0 0,1 0 0,-41 0 16,0 0-16,0 0 15,0 0-15,0 0 0,0 0 0,0 0 16,1 0-16,-1-40 16</inkml:trace>
  <inkml:trace contextRef="#ctx0" brushRef="#br0" timeOffset="7939.518">19421 2406 0,'0'0'0,"0"-40"16,-40 40 15,40 80-15,0-40-16,0 0 15,0 0-15,0 0 0,0 40 16,0-39-16,0-1 0,40 0 0,-40 40 0,0-40 15,0 40-15,0-40 0,0 1 0,40-1 0,-40 0 16,0 0-16,0 0 16,0 0-16</inkml:trace>
  <inkml:trace contextRef="#ctx0" brushRef="#br0" timeOffset="9089.5042">20946 2205 0,'0'-40'16,"40"40"-1,0 0 1,0-40-16,0 40 0,1 0 16,-1 0-1,0 0-15,0 0 0,0 0 0,-40 40 16,40-40-1,0 0-15,-40 40 0,0 0 0,0 0 16,0 1-16,0-1 0,0 0 16,-40-40-16,40 40 15,-40 0-15,0 0 0,0-40 16,0 40-16,80-40 47,0 0-47,0 0 15,0 0-15,0 40 0,0-40 0,1 40 16,-1-40-16,-40 40 16,40-40-16,0 41 0,-40-1 0,0 0 15,0 0 1,0 0-16,-40 0 0,40 0 16,-80-40-16,39 40 0,1-40 15,0 40-15,0-40 0,0 41 0,0-41 0,0 0 16,40 40-16,-40-40 0,-1 0 15,1 0-15,0-40 16,0-1-16,40 1 0,-40 40 0,40-40 16,0 0-16,0 0 15,0 0-15</inkml:trace>
  <inkml:trace contextRef="#ctx0" brushRef="#br0" timeOffset="9859.4574">21748 1483 0,'41'0'47,"-1"0"-31,0 81-1,0-41-15,0 0 16,-40 0 0,0 0-16,0 0 0,0 0 0,0 0 15,0 0-15,0 0 16,0 1-16,0-82 31,0 1-15,40 0-16,-40 0 0,40 0 15,1 0-15,-41 0 16,40 40-16,0 0 31,-40 40-31,40-40 16,0 40-1,0 0-15,-40 0 0,40-40 16,-40 40-16,40 0 0,-40 1 0,41-1 16,-41 0-1,0 0-15,40 0 16,0-40 0</inkml:trace>
  <inkml:trace contextRef="#ctx0" brushRef="#br0" timeOffset="10459.4215">23073 2045 0,'0'0'16,"0"-40"0,0 80 15,0 40-16,0-40-15,0 0 0,0 0 0,0 0 16,0 1-16,0-1 16,0 0-16,40 0 0,-40 0 0,40 0 15,0 0 1,0-40-16,-40 40 0,40-40 16,0-80-1,1 80-15,-1 0 0,-40-80 16,40 40-16,0 40 15,-40-40-15,40 0 0,-40-1 0,40 1 0,-40 0 16,0 0-16,0 0 0,0 0 16,0 0-1,0 80 17,0 0-17,0 0-15,0 0 16,0 0-16,0 0 0,0 1 0,0-1 0,0 0 15,0 0-15,0 0 0,0 0 0,40 0 0,-40 0 16,40 0-16,-40 0 16,41-40-16,-41 41 0,40-41 0,0 0 15</inkml:trace>
  <inkml:trace contextRef="#ctx0" brushRef="#br0" timeOffset="10739.3475">24557 2045 0,'-40'-40'0,"80"80"0,-120-80 16,40 40-16,0 0 16,0 0-16,40 40 15,-40 120 1,-1-80-1,41-39-15,0 159 16,0-120-16,0-40 0,41 81 16,39-41 15,80-40-31</inkml:trace>
  <inkml:trace contextRef="#ctx0" brushRef="#br0" timeOffset="10969.3154">25239 2526 0,'0'0'0,"-40"0"0,0 0 16,0 0-16,40-40 16,40 40 15,0 0-31,41 0 15,-41 0-15,40-40 16,-40 40-16,40 0 16,41-40 15</inkml:trace>
  <inkml:trace contextRef="#ctx0" brushRef="#br0" timeOffset="11399.3644">25882 2125 0,'0'0'0,"0"-40"0,0 0 16,0 80 31,40-40-47,-40 40 0,40 0 0,0 0 15,-40 0-15,0 0 16,0 1-16,0-1 0,0 0 0,0 0 0,0 0 15,0 0-15,0 0 0,0 0 32,0-80-17,40-40 1,0 40-16,-40 0 0,80 0 16,-39 0-16,-1-1 15,0 1-15,0 0 0,0 40 16,-40-40-16,40 40 15,0 0-15,0 0 16,-40 40-16,41 0 0,-1 0 16,-40 1-1,0-1-15,40-40 0,-40 40 0,0 0 0,0 0 16,0 0-16,0 0 16,0 0-16</inkml:trace>
  <inkml:trace contextRef="#ctx0" brushRef="#br0" timeOffset="11629.2747">27206 2446 0,'40'-40'31,"0"40"-31,0 0 0,0 0 16,0 0-16,0 0 15,1 0-15,-1 0 0,0 0 0,0 0 0,0 0 16,0 0-16,0 0 0,0 0 16,1-40-16,-1 40 0,0 0 15,0 0-15</inkml:trace>
  <inkml:trace contextRef="#ctx0" brushRef="#br0" timeOffset="11899.3347">28570 2085 0,'0'0'0,"-40"0"0,40 40 47,0 0-47,0 0 0,0 0 16,0 0-16,0 1 15,0-1-15,0 0 0,0 0 0,0 0 0,0 0 16,0 0-16,0 0 0,0 0 16,40 0-16,-40 1 0,0-1 0,0 0 0,0 0 15,40-40 1</inkml:trace>
  <inkml:trace contextRef="#ctx0" brushRef="#br0" timeOffset="12219.2425">29373 1924 0,'0'41'15,"0"-82"-15,0 41 0,0 41 16,0-1 0,40 80-1,0 0 1,0 201-1,-40-281-15,-40 281 16,-40-241-16,39 1 0,-199 159 16,-1-120-16</inkml:trace>
  <inkml:trace contextRef="#ctx0" brushRef="#br0" timeOffset="48437.0425">8988 6456 0,'-40'0'15,"80"-40"95,0 40-110,1 0 15,-1-40-15,0 40 0,40 0 0,-40 0 0,40-40 16,-39 40-16,39 0 0,-40 0 15,40 0-15,-40-40 0,0 40 0,1 0 0,-1 0 16,0 0 0</inkml:trace>
  <inkml:trace contextRef="#ctx0" brushRef="#br0" timeOffset="48657.0302">9149 6898 0,'-40'40'16,"80"-80"-16,-120 80 15,120-80 1,0 40 0,0 0-16,0 0 0,0 0 0,0 0 0,41 0 15,-41 0-15,0 0 0,0 0 16,0 0-16,0 0 15,0 0-15,0 0 0</inkml:trace>
  <inkml:trace contextRef="#ctx0" brushRef="#br0" timeOffset="49466.981">13282 5855 0,'-40'0'15,"80"0"-15,-120-40 16,80 0-1,40 40 1,80-41 0,81 41-1,-81 0-15,201-40 32,-120 40-17,-161 0 1,-40 40-1,0 1 1,-40-1 0,0 0-1,-1 40 1,-39 0-16,-161 41 16,41 39 15,79-80-31,81-40 15,0 0 1,80-40 15,161 0-15,80 0 0,0 0-1,-121 40 16,-39 41-15,-41-41 0,-40-40-16,0 0 0</inkml:trace>
  <inkml:trace contextRef="#ctx0" brushRef="#br0" timeOffset="49996.9504">11717 7700 0,'-80'40'32,"160"-80"-32,-200 80 0,160-40 47,0 0-32,0 0-15,0 0 16,0 0-16,0 0 0,41 0 0,-41 0 15,40 0-15,0 0 16,0 0-16,1 0 0,-1 0 0,40 0 0,1 0 16,-1 0-16,0 0 0,1 0 15,-1 0-15,1-40 0,-1 40 0,0 0 0,1 0 16,-1 0-16,0 0 0,1 0 0,-1-40 0,1 40 16,39 0-16,-40 0 15,1-41-15,-1 41 0,1 0 0,-1 0 0,0 0 16,1 0-16,-41 0 0,40 0 15,-39 0-15,-41 0 0,40 0 0,-40 0 0,0 0 16,-80 0 15,40 41-15,-40-41-16,0 0 16</inkml:trace>
  <inkml:trace contextRef="#ctx0" brushRef="#br0" timeOffset="50776.8987">11436 8742 0,'-40'0'16,"80"0"-16,-160-40 16,120 0-1,40 40-15,0-40 16,40 40-1,-40 0-15,0 0 0,1 0 0,-1-40 16,0 40-16,0 0 16,0 0-16,0 40 0,0-40 15,-40 80-15,40-80 0,1 0 16,-41 40-16,0 0 16,0 1-16,-41-41 15,41 40-15,-40-40 16,40 40-16,-40-40 0,40 40 0,-40-40 0,0 40 15,0-40-15,40 40 0,-40-40 16,0 40-16,-1-40 0,1 40 0,0-40 0,0 40 16,0 1-16,0-1 15,0 0-15,0 0 0,-1-40 0,41 40 16,-40 0-16,40 0 0,-40 0 0,40 0 16,-40-40-16,40 40 15,0 1-15,0-1 16,40-40-1,0 0 1,0 0-16,1 0 16,-1 0-16,0 0 0,0 0 0,0 0 15,0 0-15,0 0 16,0-40-16,1 40 0,-1 0 0,0 0 16,0 0-16,0 0 0,0 0 0,0 0 15,0 0 1,1 0-16,-41-41 0,40 41 0</inkml:trace>
  <inkml:trace contextRef="#ctx0" brushRef="#br0" timeOffset="51006.96">12600 9344 0,'-40'0'31,"80"0"-31,-121 0 0,122 0 32,-1 0-17,0 0-15,0 0 16,0 0-16,0 0 0,0 0 0,0 0 16,1 0-16,-1 0 0,0 0 15,0 0-15</inkml:trace>
  <inkml:trace contextRef="#ctx0" brushRef="#br0" timeOffset="51316.8721">13924 8702 0,'-40'-40'15,"80"80"-15,-80-40 63,40 40-47,0 0-16,0 1 0,0-1 0,0 0 15,-40 0-15,40 40 0,0-40 16,0 0-16,-41 0 0,41 1 0,0-1 0,0 0 15,0 0 1,0 0-16,0 0 0</inkml:trace>
  <inkml:trace contextRef="#ctx0" brushRef="#br0" timeOffset="51566.8509">13683 9665 0,'0'0'16,"0"40"-16,-40-40 16,120 0-1,-40-40 1,0 40-16,41 0 16,159-40-1,-79 40 1,-121 0 15</inkml:trace>
  <inkml:trace contextRef="#ctx0" brushRef="#br0" timeOffset="52156.8146">13844 9986 0,'0'0'16,"-41"0"-16,82 0 31,-1 0-15,0 0-16,0 40 15,0-40-15,-40 40 16,40-40-16,-40 40 0,0 0 0,0 0 16,0 0-16,0 0 0,-40 0 0,40 1 15,-40-41-15,40 40 0,-40 0 16,0-40-16,40 40 0,-40-40 0,40 40 31,40-40-15,0 0-1,0 0-15,-40-40 0,40 40 0,0 0 16,0-40-16,0 40 0,1-40 0,-1 40 16,0 0-16,0 0 15,0 0-15,0 0 0,0 0 0,0 0 0,1 0 16,-1 0-16,0 0 15,0 0-15,0 0 0,0 0 0,0 0 16,1 0 0,-41 40-1,-41-40 110,1 0-109,0 0 15,0 0 0</inkml:trace>
  <inkml:trace contextRef="#ctx0" brushRef="#br0" timeOffset="52766.7772">11556 11911 0,'0'-40'0,"41"40"0,-41 40 78,0 0-78,0 0 16,0 0-16,0 0 0,0 0 0,0 0 0,0 0 15,0 1-15,0 39 16,0-40-16,0 0 0,0 0 0,0 40 0,-41-40 16,41 0-16,0 1 0,-40-1 0,40 0 15</inkml:trace>
  <inkml:trace contextRef="#ctx0" brushRef="#br0" timeOffset="53306.8206">12279 12191 0,'-40'-80'31,"40"40"-31,40 40 16,160-40 0,41 0 15,-161 0-31,-40 40 16,41 0-1,-81 40 1,-40 40 15,-41 0-15,41 1-1,0-81-15,-80 80 16,-1 40 15,41-40-15,40-80-1,80 0 17,0 0-32,0 0 15,121 0 1,-1-40 0,-39 40 15,-41 0-31,0 0 15,81 0 1</inkml:trace>
  <inkml:trace contextRef="#ctx0" brushRef="#br0" timeOffset="53636.7898">13723 12031 0,'-40'-40'0,"0"40"31,40 40 16,0 0-47,0 0 15,0 0-15,0 0 16,0 1-16,0-1 0,0 0 0,0 0 16,0 0-1,0 0-15,0 0 0,0 0 0,0 0 16,0 0-16,0 1 0,0-1 16</inkml:trace>
  <inkml:trace contextRef="#ctx0" brushRef="#br0" timeOffset="54266.6866">14646 11951 0,'-40'0'0,"40"-40"0,0 0 16,40 40 15,0 40-15,0-40-16,1 40 0,-1-40 0,0 0 15,0 0-15,0 0 0,40 0 16,-40 40-16,1-40 0,-1 0 0,40 0 0,-40 0 16,0 0-16,0 40 0,0-40 15,1 0 1,-82 0 62,41 40-78,-40 0 0,40 0 16,-40-40-16,40 40 0,-40 1 15,0-41-15,40 40 0,-40 0 0,0 0 0,0 0 16,40 0-16,-41 0 15,1-40-15,0 40 0,0 0 0,0-40 0,0 40 16,0 1-16,0-1 16,-1-40-16,41 40 15,-40-40 1</inkml:trace>
  <inkml:trace contextRef="#ctx0" brushRef="#br0" timeOffset="54646.7395">16532 11710 0,'-40'-40'0,"80"80"0,-160-120 31,80 80-31,40 40 31,40-40-31,-40 40 0,0 0 16,40 0-16,-40 0 15,0 1-15,0-1 0,0 0 0,0 0 0,0 0 16,0 0-16,0 0 0,0 0 0,0 0 16,0 1-16,0-1 15,0 0-15,40 0 0</inkml:trace>
  <inkml:trace contextRef="#ctx0" brushRef="#br0" timeOffset="54946.7208">16091 12753 0,'0'0'0,"-40"0"16,40-40-1,80 40-15,0-40 16,161-41 15,-41 41-15,-79 0-1</inkml:trace>
  <inkml:trace contextRef="#ctx0" brushRef="#br0" timeOffset="55576.6825">16010 13114 0,'-40'0'15,"80"0"-15,-160 0 16,200 0 0,-40 0-16,1 0 15,-1 0-15,40 0 0,-40 0 0,0 0 0,0 0 16,0 0-16,1 40 15,-1-40-15,-40 40 0,40-40 0,-40 40 0,40-40 16,-40 40 0,0 0-16,0 0 0,-40 1 0,40-1 15,-80-40 1,80 40-16,-41-40 0,41 40 0,-40-40 16,0 40-16,0-40 15,40 40 1,40-40 15,0 0-31,-40-40 16,81 40-16,-41 0 0,0 0 15,0-40-15,0 40 0,0-40 0,0 40 0,0 0 16,1 0-16,-1-40 0,0 40 0,0-40 0,0 40 16,40 0-16,-40-41 15,1 41-15,-1 0 0,0 0 0,0-40 0,0 40 16,0 0-16,0 0 15,0 0-15,-40 40 32,-40-40 77,0 0-93,40-40-1,-40 40-15</inkml:trace>
  <inkml:trace contextRef="#ctx0" brushRef="#br0" timeOffset="57266.5232">18418 7058 0,'40'0'78,"0"0"-31,41 0-32,-41 0 1,0 0-16,0 0 0,0 0 0,0 0 15,0 0-15,0 0 0,1 0 16,-1-40-16,40 40 0,-40 0 0,0 0 0,40-40 16,-39 40-16,39-40 15,-40 40-15,0-40 0,40 40 0,-40 0 0,41-41 16,-41 41-16,0 0 0,0-40 0,0 40 0,0 0 16,0 0-16,1 0 0,-1 0 15,-80 0 16,40 40-15,-41-40 0,1 0-1,0 0 17,0 0-17,40-40-15,-40 40 16</inkml:trace>
  <inkml:trace contextRef="#ctx0" brushRef="#br0" timeOffset="60056.4107">20946 3689 0,'-40'0'16,"0"0"-1,0 0 17,-1 0-17,1 0 17,40 40-32,40-40 125,1 0-110,-1 0-15,0 0 16,40 0-1,-40 0-15,0 0 0,0 0 0,1 0 16,-1 0 0,0 0-16,0 0 0,0 0 15,0 0-15,0 0 16,0 0-16,1 0 0,-1 0 0,0 0 16,0 0-16,0 0 0,0 0 0,0 0 0,0 0 15,1 0 1,-1 0-16,0 0 0,0 0 0,0 0 0,0 0 15,0 0-15,1 0 0,-1 0 16,0 0-16,0 0 0,0 0 0,0 0 0,0 0 16,0 0-16,1 0 15,-1 0-15,0 0 0,0 0 0,0 0 16,0 0-16,0 0 0,0 0 16,1 0-16,-1 0 15,0 0-15,0 0 16,0 0-1,0 0-15,0 0 0,0 0 0,1 0 0,-1 0 16,40 0-16,-40 0 0,0 40 16,0-40-16,0 0 0,1 0 15,-1 40-15,0-40 0,0 0 0,0 41 16,0-41 0,0 0-16,0 0 0,1 0 0,-1 0 15,0 0-15,0 0 0,0 0 16,0 0-16,0 0 0,0 0 0,1 0 0,-1 0 15,0 0-15,0 0 16,0 0-16,0 0 0,0 0 0,0 0 0,41 0 16,-41 0-16,0 0 0,0 0 15,0 0-15,0 0 0,0 0 0,1 0 0,-1 0 16,0 0-16,0 0 0,0 0 0,0 0 0,0 0 16,0 0-16,1 0 15,-1 0-15,0 0 16,0 0-1,0 0-15,0 0 16,0 0-16,0 0 16,1 0-16,-1 0 0,0 0 0,0 0 0,0 0 15,0 0-15,0 0 0,1 0 0,-1 0 0,0 0 16,0 0-16,0 0 16,0 0-16,0 0 0,0 0 15,1 0 1,-1 0-16,0 0 15,0 0-15,0 0 16,40 0-16,-40 0 0,1 0 0,-1 0 0,0 0 16,0 0-16,0 0 15,0 0-15,0 0 0,0 0 0,1 0 16,-1 0-16,0 0 16,0 0-1,0 0-15,0 0 0,0 0 16,0 0-16,41 0 15,-41 0-15,0 0 0,0 0 0,0 0 16,0 0-16,0 0 0,1 0 16,-1 0-16,0 0 0,0 0 15,0 0-15,0 0 0,0 40 16,0-40-16,1 0 16,-1 0-16,0 0 0,0 0 15,0 0-15,0 0 0,0 0 16,0 0-16,1 0 15,-1 0 1,0 0-16,0 0 16,0 0-16,40 0 15,-40 0-15,1 0 0,-1 0 0,0 0 0,40 0 16,-40 0-16,0 0 0,0 0 0,1 0 0,-1 0 16,0 0-16,0 0 15,0 0-15,0 0 0,-40 40 0,40-40 16,0 0-16,1 0 15,-1 0-15,0 0 0,0 0 16,0 0-16,0 0 16,0 0-16,1 0 0,-1 0 15,0 0-15,0 0 0,0 0 16,0 0 0,-120 0 46</inkml:trace>
  <inkml:trace contextRef="#ctx0" brushRef="#br0" timeOffset="64716.056">21628 5855 0,'0'0'16,"-40"0"-16,80 0 109,-40 40-109,40-40 0,0 0 0,0 0 16,1 40-16,-1-40 16,0 0-16,0 0 0,0 0 0,0 0 15,0 0-15,1 0 0,-1 0 0,0 0 16,0 0-16,0 0 16,0 0-16,0 0 0,0 0 0,1 0 15,-1 0-15,0 0 16,0 0-16,0 0 0,0 0 31,-80 0 16,40 40-31,-40-40-1,40 40-15,-40-40 0,40 40 0,-40-40 0,0 40 16,-1-40-16,41 41 15,-40-41-15,0 40 0,0-40 0,40 40 0,-40-40 16,0 40-16,0-40 16,40 40-16,-40-40 0,-1 0 0,41 40 0,-40-40 15,0 40-15,40 0 0,-40-40 0,40 40 0,-40-40 16,40 40-16,-40-40 0,40 41 16,-40-41-16,-1 40 0,41 0 15,-40-40-15,80 0 47,1 0-47,-1 0 16,0 0-1,0 0-15,0 0 0,0 0 0,0 0 16,41 0-16,-41 0 0,0 0 0,0 0 0,40 40 16,-40-40-16,41 0 0,-41 0 15,0 40-15,0-40 0,0 0 0,0 40 0,0-40 16,1 0-16,-1 40 15,-80-40 17,-1 0-17</inkml:trace>
  <inkml:trace contextRef="#ctx0" brushRef="#br0" timeOffset="65106.0481">21588 7419 0,'0'0'16,"-40"0"-16,0 40 0,0-40 15,-1 0-15,1 0 0,40 40 16,40-40-1,1 40 1,-1-40 0,0 0-16,40 0 0,-40 0 0,40 0 0,-39 0 15,39 0-15,0 0 0,0 0 0,1 0 0,-1 0 16,40 0-16,-39-40 0,-1 40 16,0 0-16,0 0 0,1 0 0,-1 0 0,0 0 15,0 0-15,1 40 16,-41-40-16,40 0 0,-40 0 0,0 40 15,0-40-15,0 40 16,-80-80 31</inkml:trace>
  <inkml:trace contextRef="#ctx0" brushRef="#br0" timeOffset="65896.0569">21347 8341 0,'0'0'0,"-40"0"0,40 40 0,-40-40 0,0 0 16,0 0-1,120 0 16,0-40-31,-40 40 0,0 0 0,1 0 16,-1 0-16,0-40 16,40 40-16,-40 0 0,0 0 0,0 0 0,1 0 15,-1 0-15,0 0 0,0 0 0,0 0 16,0 0 0,-40 40-16,40-40 0,-40 40 15,-40 1 32,0-41-47,0 40 16,0-40-1,40 40-15,-40-40 0,40 40 0,-40-40 16,-1 40-16,1 0 0,0-40 0,0 40 0,0 0 16,0-40-16,0 40 0,0 0 15,-1 1-15,1-1 0,0-40 0,0 40 0,0 0 16,0 0-16,0 0 15,0-40-15,40 40 0,-41 0 0,1 0 0,0-40 16,0 41-16,40-1 0,-40-40 16,0 40-16,0-40 0,40 40 0,-40 0 15,40 0-15,40-40 32,0 0-17,-40-40-15,80 40 16,-40 0-16,-40-40 0,40 40 0,41 0 0,-1 0 15,-40-40 1,0 40-16,0 0 0,0 0 0,41 0 0,-41 0 16,0 0-16,0 0 0,0 0 15,0 0-15,0 0 0,0 0 0,1 0 0,-1 40 16,0-40-16,0 0 0,0 0 0,-40 40 0,40-40 16,0 0-16,1 0 15,-1 0-15</inkml:trace>
  <inkml:trace contextRef="#ctx0" brushRef="#br0" timeOffset="66156.0401">22471 9224 0,'-40'0'31,"80"0"-31,-80-40 16,80 40-16,0-41 15,40 41-15,41 0 16,-41 0 15,-40 0-31,0 0 0,40 0 31,-40 0-31</inkml:trace>
  <inkml:trace contextRef="#ctx0" brushRef="#br0" timeOffset="67005.9161">23554 8582 0,'-40'0'15,"80"0"-15,-120-40 16,40 0-16,40 0 0,0 0 16,40 40-1,0-41 1,0 1-1,0 40-15,41 0 16,-41 0-16,0 0 0,0 0 16,0 0-16,40 81 15,-80-41-15,0 0 0,0 0 16,-120 241 0,-41-81 15,121-120-31,0-40 0,0 1 31,0-1-31,80-40 31,-40-40-31,40 40 0,0 0 16,0-41-16,1 41 0,-1 0 0,0 0 16,0 0-1,-40 41-15,40-41 0,-40 40 0,40-40 0,-40 40 16,40-40-16,-40 40 0,40 0 15,-40 0-15,0 0 0,0 0 0,0 0 16,0 0-16,0 1 16,-40-1-16,40 0 0,-80-40 0,40 40 0,0-40 15,0 40-15,0-40 0,-41 0 0,41 40 0,-40-40 16,40 0-16,0 0 0,-41 0 16,41 0-16,0 0 0,-40 0 0,40-40 0,-40 40 15</inkml:trace>
  <inkml:trace contextRef="#ctx0" brushRef="#br0" timeOffset="68375.8487">19060 7820 0,'-40'0'0,"80"0"62,-40 40-62,40-40 0,-40 40 16,40-40 0,0 0 15,1 0 0,-41-40 0,40 40 16,0 0 125,-40-40-109</inkml:trace>
  <inkml:trace contextRef="#ctx0" brushRef="#br0" timeOffset="82684.9656">21748 11189 0,'0'-40'16,"0"0"-1,-40 40 1,40-41 0,0 82 15,-40-41 0,40 40 0,0 0-15,40-40-16,-40 80 0,40-40 0,1 0 16,-41 0-16,40 0 15,-40 41-15,0-41 0,0 0 0,0 0 0,40 0 16,-40 0-16,0 0 0,0 0 15,40-40-15,-40 40 0,0 1 0,0-1 0,40-40 16,-40 40-16</inkml:trace>
  <inkml:trace contextRef="#ctx0" brushRef="#br0" timeOffset="83444.9187">22350 11028 0,'-40'-40'16,"40"0"-1,40 40 1,1 0-16,39 0 0,-40 0 16,0 0-16,0 0 15,0 0-15,-40-40 0,40 40 0,1 0 16,-1-40 0,0 0-16,0 40 0,0-40 15,0 40-15,0 0 0,-40-40 16,40 40-16,1 0 0,-1 0 0,-40-40 0,40 40 15,0 0 1,0 40 0,-40 0-1,0 0 1,-40-40 31,0 40-47,0-40 15,40 80-15,-40-80 0,-1 0 0,41 40 16,-40 0-16,40 0 0,-40 1 0,0-1 0,40 0 16,-40 0-16,40 0 15,-40 0-15,40 0 0,0 0 0,-40-40 0,40 40 16,0 1-16,-40-41 0,40 40 16,0 0-16,0 0 15,0-80 32,0 0-31,40 40-16,0-40 15,0 40 1,0 0-16,0 0 0,0 0 16,0 0-16,1 0 15,-1 0-15,0 0 0,0 0 0,0 0 16,0 0-16,0 0 15,0 0-15,1 0 16,-1 0-16,-40-41 0,40 41 0</inkml:trace>
  <inkml:trace contextRef="#ctx0" brushRef="#br0" timeOffset="83854.9674">23996 10627 0,'0'0'15,"-41"0"-15,41-40 16,-40 40 0,40 40 15,0 0-15,40 121-1,-40 120 1,0 39 15,41-79-15,-1-161-1,0-80 1</inkml:trace>
  <inkml:trace contextRef="#ctx0" brushRef="#br0" timeOffset="84614.8891">25841 10507 0,'0'-40'0,"-40"40"47,40 40-32,-40-40 1,0 40-16,0-40 16,0 0-16,0 40 15,40 0-15,-40-40 0,-1 40 0,1-40 0,40 41 16,-40-41-16,0 40 0,0 0 16,0 0-16,0 0 0,-1-40 15,41 40-15,-40 0 16,0-40-16,40 40 0,-40-40 0,40 40 15,-40-40 1,80-40 62,0 40-47,0 0-31,0 0 16,1 0-16,-1 0 16,0 40-1,0 0-15,-40 1 0,40-41 0,-40 40 16,40 0-16,0-40 16,-40 40-16,41 0 0,-1 0 0,-40 0 15,40 0-15,0-40 0,-40 40 16,40 1-16,0-1 0,0-40 0,-40 40 15,40-40-15,1 0 16,-41 40-16,40-40 0,0 0 0,-40 40 16,40-40-16,0 0 0,0 0 31,-40-40-31</inkml:trace>
  <inkml:trace contextRef="#ctx0" brushRef="#br0" timeOffset="85424.8161">26764 10547 0,'0'-40'15,"0"80"-15,0-120 16,0 40-16,0 0 15,40 40-15,-40-40 16,81 40 15,79-81-15,-80 81 0,1 40 15,-41 41-16,-40 79 1,-40 1 0,0-41 15,-1-40-31,1-80 16,40-40 46,81 40-62,-41 0 16,0 0-1,0 0-15,0 0 0,0 80 16,0-40 0,-40 0-16,0 0 15,0 1 1,0-1-16,0 0 0,0 0 15,-40-40-15,40 40 0,0 0 16,-40-40-16,40 40 0,-40 0 0,40 0 16,-40-40-16,40 41 15,-40-41 1,0 0-16,-1 0 16,1 0-16,0 0 15,0 0-15,0 0 0,0 0 16,0 0-1,0 0-15,-1 40 0,1-40 0,0 0 16,0 40-16,0-40 0</inkml:trace>
  <inkml:trace contextRef="#ctx0" brushRef="#br0" timeOffset="91594.4304">25841 3168 0,'0'40'0,"-40"-40"0,40 40 16,-40-40 31,40 40 31,-40-40-47,40 40-31,-40-40 438,40 40-48,-80-40-93,160 0-172,-80 40-109,-40-40 15,0 0-15,40 40 15,-40-40-31,-1 0 437</inkml:trace>
  <inkml:trace contextRef="#ctx0" brushRef="#br0" timeOffset="92564.4371">16211 14718 0,'0'-40'78,"0"0"-31</inkml:trace>
  <inkml:trace contextRef="#ctx0" brushRef="#br0" timeOffset="97134.1594">15649 13916 0,'-40'0'125</inkml:trace>
  <inkml:trace contextRef="#ctx0" brushRef="#br0" timeOffset="102063.8602">16211 4010 0,'-40'0'391,"0"0"-298,40 40-77,0 0 1250,40-40-1063,-40-40 390</inkml:trace>
  <inkml:trace contextRef="#ctx0" brushRef="#br0" timeOffset="103943.7459">24517 4251 0,'0'-41'15,"0"1"1,0 0 31,-40 40-31,0 0 484,40 40-422,-40-40-78</inkml:trace>
  <inkml:trace contextRef="#ctx0" brushRef="#br0" timeOffset="112303.2474">8146 13595 0,'-40'0'0,"-1"0"110,41 40-79,0 0-15,0 0-1,0 1-15,0-1 16,0 0-16,0 0 15,0 0 1,0 0-16,0 0 0,0 0 16,0 0-16,0 0 15,0 1-15,0-1 0,41 0 16,-41 0-16,0 0 0,0 0 16,0 0-16,0 0 0,0 0 0,0 1 15,0-1-15,0 0 16,0 0-16,0 0 0,0 0 0,0 0 0,0 0 15,0 0-15,0 0 0,40 41 0,-40-41 0,0 0 16,0 0-16,0 0 16,0 0-16,0 40 0,0-39 0,0-1 0,0 0 15,0 0-15,0 0 0,40 0 16,-40 0-16,0 0 0,0 0 0,0 0 0,0 1 16,0-1-16,0 0 15,0 0-15,0 0 0,0 0 0,0 0 16,0 0-16,0 0 0,0 1 0,0-1 0,0 0 15,0 0-15,0 0 0,0 0 16,0 0-16,0 0 0,0 0 0,0 0 0,0 1 16,40-1-16,-40 0 15,0 0-15,0 0 0,0 0 0,0 0 16,0 0-16,0 0 0,0 1 16,0-1-16,0 0 0,0 0 0,0 0 0,40 0 15,-40 0-15,0 0 0,0 0 0,0 0 16,0 1-16,0-1 15,0 0-15,0 0 0,0 0 0,0 0 16,0 0-16,0 0 16,0 0-16,40 1 0,-40-1 0,0 0 15,0 0-15,0 0 0,0 0 16,0 0-16,0 0 16,0 0-16,0 0 15,0 1-15,0-1 16,0 0-16,0 0 0,0 0 31,0 0-31,0 0 0,0 0 16,40-40 15,-40 40-15,0 1-16,0-1 15,0 0-15,0 0 16,0 0-1,-40-40 1,40 40-16</inkml:trace>
  <inkml:trace contextRef="#ctx0" brushRef="#br0" timeOffset="113933.1052">5176 16242 0,'0'-40'16,"0"0"187,81 40-188,-41-40 1,0 40-16,0 0 0,0 0 16,0-40-16,0 40 15,0 0-15,1 0 0,-1 0 0,0 0 16,0 0-16,0-40 0,0 40 0,0 0 15,0 0 1,1 0-16,-1 0 0,0 0 16,0 0-16,0 0 0,0 40 15,0-40-15,0 0 0,1 0 0,-1 0 0,0 0 16,0 0-16,40-40 16,-40 40-16,0 0 0,41-41 0,-41 41 0,40-40 0,-40 40 15,0 0-15,0 0 0,1 0 0,-1 0 16,0 0-16,0 0 15,0 0-15,0 0 0,0 0 16,0 0-16,1 0 16,-1 0-16,0 0 0,0 0 0,0 0 15,0 0-15,0-40 16,1 40-16,-1-40 0,0 40 0,0 0 16,0 0-16,0 0 15,0 0-15,0 0 16,1 0-16,-1 0 0,0 0 15,0-40-15,0 40 16,0 0-16,0 0 0,0-40 0,1 40 0,39 0 16,-40 0-16,0-40 15,0 40-15,40 0 0,-39 0 0,-1 0 0,0-40 16,0 40-16,0 0 16,0 0-16,0 0 0,0 0 15,1 0-15,-1 0 16,0 0-1,0 0-15,0 0 0,0 0 0,0 0 16,0 0-16,1 0 0,-1 0 16,0 0-16,0 0 0,0 0 15,0 0 1,0 0-16,0 0 16,1 0-1,-1 0-15,0 0 16,0 0-16,0 0 0,0 0 0,0 0 15,0 0 1,1 0-16,-1 0 0,0 0 16,0 0-16,0 0 15,0 0-15,0 0 0,0 0 16,1 0 0,-1 0-16,0 0 0,0 0 0,40 0 15,-40 0-15,0 0 0,1 0 0,-1 0 16,0 0-16,0-40 0,0 40 15,0 0-15,0 0 0,0 0 0,1 0 0,-1 0 16,0 0-16,0 0 16,0 0-16,0 0 0,0 0 0,1 0 15,-1 0-15,0 0 16,0 0-16,0 40 0,0-40 16,0 0-1,0 0-15,1 0 0,-1 0 0,0 0 16,0 0-16,0 0 15</inkml:trace>
  <inkml:trace contextRef="#ctx0" brushRef="#br0" timeOffset="116102.933">7985 15119 0,'40'0'16,"-40"-40"-16,-40 40 94,0 0-79,0 0 1,40-40 15,-40 40-31,0 0 32,0 0-32,-1 0 15,1 40-15,0-40 16,40 40-16,-40-40 15,40 40-15,-40-40 0,0 0 16,40 40 0,-40-40-16,40 40 15,-40-40-15,40 41 16,-41-41-16,1 40 16,40 0-1,-40-40-15,40 40 16,-40-40-16,40 40 0,-40 0 15,40 0-15,-40 0 16,40 0-16,-40 0 0,40 1 16,-41-1-1,41 0-15,-40 0 16,40 0 0,0 0-16,-40 0 15,40 0-15,0 0 0,0 1 31,0-1-31,0 0 16,0 0 0,0 0-16,0 0 15,40-40-15,-40 40 16,0 0 0,40-40-16,-40 40 15,41 0-15,-41 1 16,40-1-16,0 0 15,0 0 1,0 0-16,0-40 16,-40 40-16,40-40 15,-40 40-15,41-40 0,-41 40 16,40-40-16,-40 40 16,40-40-16,0 0 15,0 41 1,0-41-1,0 0-15,0 0 16,1 0 0,-1 0-16,0 0 15,0 0 1,0 0-16,0 0 16,-40-41-1,40 41-15,0 0 0,-40-40 0,41 40 16,-1-40-16,0 40 15,-40-40-15,40 40 16,0-40-16,0 40 0,0-40 16,0 40-1,1-40-15,-1 40 16,0-40-16,0 0 16,0-1-16,0 41 15,-40-40-15,40 40 0,-40-40 16,40 40-1,-40-40-15,41 0 0,-41 0 16,0 0 0,40 40-16,-40-40 0,0 0 31,0 0-31,0-1 31,0 1-31,0 0 16,0 0 15,0 0-31,0 0 0,0 0 16,-40 0-1,40 0-15,0-1 16,-41 41 0,41-40-16,0 0 0,0 0 15,-40 40-15,40-40 0,0 0 16,-40 40-16,40-40 0,0 0 15,-40 0-15,40 0 16,-40-1 0,40 1-16,-40 40 15,40-40-15,-40 40 16,40-40-16,-40 0 0,-1 0 16,1 0-1,0 40-15,40-40 0,-40 40 0,0 0 16,40-40-1,-40 40 1,0 0 15,0 0-31,-1 0 16,41-41 0,-40 41-16,0 0 15,0 0-15,0 0 31,0 0-31,40 41 47,40-41-31,0 0-16</inkml:trace>
  <inkml:trace contextRef="#ctx0" brushRef="#br0" timeOffset="116952.8843">8507 14999 0,'0'0'15,"-40"40"1,0-40 109,80 0 47,-40-40-156,40 40-16,-40-40 15,40 40-15,-40-40 0,40 40 0,0 0 16,-40-41-16,40 1 0,0 0 15,1 40 1,-41-40-16,40 40 0,0-40 16,0 40-1,-40-40-15,40 40 0,0-40 16,0 40-16,0-40 16,1 40-16,-1 0 15,-40-40-15,40 40 0,-40-40 94,0 80-47,-40-40-16,40 40-15,-40-40-1</inkml:trace>
  <inkml:trace contextRef="#ctx0" brushRef="#br0" timeOffset="117592.8467">8908 15480 0,'0'0'15,"0"-40"142,40 40-157,-40-40 15,40 0-15,0 40 16,1-40-16,-1 0 0,0 40 0,0-41 16,0 41-16,-40-40 15,40 0-15,0 40 0,0-40 0,1 40 0,-41-40 16,40 40-16,-40-40 0,40 40 0,-40-40 0,40 40 15,-40-40 1,40 40-16,0-40 16,0 40-1,0 0 17,-80 40 46,0 0-63</inkml:trace>
  <inkml:trace contextRef="#ctx0" brushRef="#br0" timeOffset="118212.8086">8908 15921 0,'-40'40'16,"80"-40"15,0 0 47,0 0-62,0 0-1,1 0-15,-41-40 16,40 40-16,0 0 16,0 0-16,0-40 15,0 40-15,0 0 16,0 0-1,-40-40-15,41 40 0,-1 0 0,0 0 16,0 0 0,-40-40-16,40 40 31,-80 0 63,0 0-79</inkml:trace>
  <inkml:trace contextRef="#ctx0" brushRef="#br0" timeOffset="118732.7792">8748 16402 0,'-41'0'0,"41"-40"47,0 80 15,0 1-62,41-41 0,-41 40 16,0 0-1,40 0-15,0-40 16,-40 40-16,0 0 16,40 0-16,-40 0 0,0 0 15,40 1 1,-40-1-16,40 0 0,-40 0 16,0 0-16,0 0 15,40-40-15,-40 40 78</inkml:trace>
  <inkml:trace contextRef="#ctx0" brushRef="#br0" timeOffset="119162.8226">8106 16804 0,'-41'0'16,"41"40"31,0 0-31,0 0-16,0 0 15,0 0-15,0 0 31,0 0-31,0 0 16,0 0-16,0 1 16,0-1-16,0 0 0,0 0 15,0 0-15,0 0 16,0 0-16,-40-40 62</inkml:trace>
  <inkml:trace contextRef="#ctx0" brushRef="#br0" timeOffset="119612.7412">7785 16924 0,'0'0'16,"-41"0"62,41 40-78,0 0 16,-40 0-1,40 0-15,-40 0 16,0 0-16,40 1 16,-40-1-16,0 0 0,40 0 15,-40 0-15,0 0 0,40 0 31,-41-40-31,1 0 16,0 0 15,40-40-15,-40 40 0</inkml:trace>
  <inkml:trace contextRef="#ctx0" brushRef="#br0" timeOffset="119992.7174">7504 16763 0,'0'-40'0,"0"80"0,-40-80 63,-1 80-32,41 1-31,-40-41 0,0 0 16,40 40-16,-40-40 15,0 0-15,40 40 0,-40-40 0,0 0 16,40 40-16,-41-40 0,1 0 0,40 40 0,-40-40 15,0 0-15,40 40 0,-40-40 16,0 0-16,40 40 0,-40-40 0,40 40 0,-40-40 16,40 40-1,0-80 17,0-40-32</inkml:trace>
  <inkml:trace contextRef="#ctx0" brushRef="#br0" timeOffset="120442.7447">6420 15640 0,'-40'0'16,"0"0"0,0 0-16,80 0 46,0 0-14,0 0-32,-40 41 0,40-41 15,0 40-15,1-40 16,-1 0-16,0 40 0,0-40 0,-40 40 0,40-40 16,0 40-16,0-40 15,0 40-15,1 0 0,-1-40 0,0 40 16,-40 0-16,40-40 0,0 41 15,0-41-15,0 0 16</inkml:trace>
  <inkml:trace contextRef="#ctx0" brushRef="#br0" timeOffset="120812.6672">7142 14838 0,'-40'0'0,"0"0"15,80 0 32,0 40-31,-40 1 0,0-1-16,41-40 0,-1 40 0,-40 0 15,0 0-15,40 0 0,-40 0 0,40 0 16,-40 0-16,40-40 0,-40 41 15,40-41-15,-40 40 0,40-40 16</inkml:trace>
  <inkml:trace contextRef="#ctx0" brushRef="#br0" timeOffset="121102.63">7544 14558 0,'0'-40'16,"-40"40"-16,40 40 31,40-40-16,-40 40-15,40 0 0,0 0 16,0-40-16,-40 40 16,40 0-16,-40 0 0,40 0 0,-40 0 15,0 1 1,0-1-16,41-40 0</inkml:trace>
  <inkml:trace contextRef="#ctx0" brushRef="#br0" timeOffset="123882.4879">8346 14116 0,'-40'0'16,"0"0"-1,0 0 1,0 0 15,0 0-15,0 0 0,-1 0-1,1 0 1,-40 41-1,40-1 17,-80 0-17,39 0 1,1 0 15,0-40-15,0 40-1,39 0 1,-39 0 15,-40 0-15,39 41 0,41-81-1,0 40-15,0-40 31,0 80-15,-40 80 0,-1 1 15,1-1-15,0-80-1,0 1 1,80-41 15,-40 40-15,-41 40-1,41 1 17,0-1-17,40-40 1,0 0-1,0 1 1,0 39 0,0 0 15,-40 0-15,40-39-1,0-1 1,40 0-1,-40 40 1,80 41 0,1-41-1,-1 41 17,-80-121-32,80 80 15,-40-40 1,40 41-1,1-1 17,-1-40-17,-40-40 1,80 0 0,-39-40 15,-1 40-16,0 0 1,1 1 15,-41-1-31,40-40 16,0 0 0,0 0-1,41 40 16,-81-40-31,80 0 32,-39-40-32,39 40 31,-40 0-15,0 0-1,41-81 1,-41 81-1,81-80 1,-41 40 15,-40 0-31,0 0 32,41-40-17,79-41 1,-79 41-1,-41 0 17,-40 40-32,0-80 31,0-1-15,1 41-16,-1 0 31,-40-40-16,0 79 1,40-79 0,40 0-1,-80 80 1,40-41 0,-40-39-1,0 40 16,0 0-15,40 80 0,-40-40-16,0-41 31,0-39-15,0 40-1,0 40 1,0 0 15,-80-81-15,40 1-1,0 40 17,40 40-32,0 0 15,0 0 16,-40-1-31,40 1 16,-40 0 0,-1-80 15,1 40-15,0-41-1,0 1 1,-40 0 15,0 40-15,39 80-16,41-41 15,-80 1 1,40 0 0,0 0-1,-80-40 1,39 40-1,81 0 1,-40 0 0,-40 40 15,40-41-31,0 1 16,-41 0 15,41 40-31,0-40 31,0 40-15,0 0-1,-80 0 17,79 0-32,-39 0 15,-40 0 1,40 0-1,39 0 1,1 0 15,0 0-31,0 0 16,0 0-16,0 40 0,0-40 16,0 0-16,-1 0 0,41 40 0,-40-40 0</inkml:trace>
  <inkml:trace contextRef="#ctx0" brushRef="#br0" timeOffset="124912.4318">9711 14477 0,'-41'0'0,"41"-40"15,0 0 64,41 40-79,-41-40 15,40 0-15,0 40 0,0-40 0,0 40 16,0-40-1,0 40-15,0 0 16,1 0 0,-41 40-1,0 0 1,0 0 0,0 0-16,0 0 0,0 0 0,0 1 15,0-1 1,-41 0-16,1-40 0,80 0 62,1 0-46,-1 0 0,0 0-16,0 0 15,0 0-15,0 0 16,-40 40-1,40-40-15,-40 40 0,0 0 16,0 0 0,40-40-16,-40 40 0,0 0 0,0 0 15,-40 1 1,0-1-16,0-40 16,0 40-16,0-40 0,0 0 0,0 0 15,-1 0 1,1 0-16,0-40 0,0 40 0,0-40 15</inkml:trace>
  <inkml:trace contextRef="#ctx0" brushRef="#br0" timeOffset="125702.3866">8707 14277 0,'41'0'15,"-41"-40"1,0 0 93,0 0-93,0-1 93,-41 41-93,41 41 31,0-1-16,0 0-15,0 0-16,-40 0 0,40 0 15,0 0 1,-40 0-16,0 0 0,40 1 0,0-1 16,0 0-16,-40 0 0,40 0 0,0 0 15,0 0-15,0 0 0,0 0 16,0 0-16,0 1 0,40-41 15,-40 40-15,40-40 16,0 0 0</inkml:trace>
  <inkml:trace contextRef="#ctx0" brushRef="#br0" timeOffset="126232.3932">9269 14437 0,'-40'0'78,"40"40"-62,0 1-1,-40-41-15,40 40 0,0 0 31,-40-40-31,40 40 0,0 40 63,0-40-47,0 0-16,0 0 0,0 0 0,0 1 0,0-1 15,-40 40-15,40-40 0,0 0 16,-40 40-16,40-40 0,-41 1 0,41-1 0,0 0 15,0 0-15,0 0 16,0 0-16,0 0 0,0 0 16</inkml:trace>
  <inkml:trace contextRef="#ctx0" brushRef="#br0" timeOffset="126712.3641">9430 15159 0,'0'0'0,"40"0"0,-40 40 94,0 0-94,0 1 15,0-1-15,-40-40 16,40 40-16,0 0 15,-40 0-15,40 0 0,0 0 0,0 0 16,-41 0-16,41 0 16,-40 1-16,40-1 0,0 0 0,-40 0 15,40 0-15,0 0 16,0 0-16,-40 0 0,40 0 0,0 1 0,0-1 16,0 0-16,0 0 0,-40-40 0,40 40 15,0 0 1,0 0-1,0 0 32</inkml:trace>
  <inkml:trace contextRef="#ctx0" brushRef="#br0" timeOffset="127122.3393">9831 16001 0,'0'41'31,"0"-1"-16,-40-40-15,0 40 16,0-40-16,40 40 16,-41-40-1,41 40-15,-40 0 0,0 0 16,0 0-16,40 0 0,-40 0 16,40 1-16,-40-41 0,40 40 0,-40 0 0,0-40 15,40 40-15,-41-40 0,41 40 0,-40-40 0,40 40 16,-40 0-1,40 0-15,-40 0 0,40 1 0,-40-41 16,40 40-16,-40 0 16,40 0-16,-40-40 0,40 40 0,-40 0 15,-1-40 1,1 40-16,0-40 16</inkml:trace>
  <inkml:trace contextRef="#ctx0" brushRef="#br0" timeOffset="127572.3124">8868 16563 0,'0'0'0,"-40"0"15,0 0 1,0 0 31,40 40-47,-41-40 0,41 40 15,-40-40-15,40 40 0,-40 0 16,40 0-16,0 1 0,-40-1 16,40 0-16,0 0 15,-40 40-15,40-40 0,0 40 0,-40-40 0,40 41 16,0-41-16,-40 0 0,40 40 16,0-40-16,0 0 0,-40 0 0,40 1 0,0-1 15,-41 0-15,41 0 0,0 0 16,0 0-1</inkml:trace>
  <inkml:trace contextRef="#ctx0" brushRef="#br0" timeOffset="127882.2749">8306 17004 0,'0'0'16,"-80"0"-1,80 40 1,0 80 0,-80-39-1,-1 159 1,1 41-1,40-201 1,-40 41 0,80-81 15,40-121-15,-40 1-16</inkml:trace>
  <inkml:trace contextRef="#ctx0" brushRef="#br0" timeOffset="128172.1999">8065 17044 0,'-40'0'16,"0"0"-16,40 40 0,-40-40 15,-40 0 1,40 0-1,-41 80 1,-39 41 0,40-1 15,0-40-15,-1 1-1,41-81 1,0 40-16</inkml:trace>
  <inkml:trace contextRef="#ctx0" brushRef="#br0" timeOffset="128452.1836">7423 16763 0,'0'0'0,"-40"0"16,0 0-16,0 41 16,-40-1 15,40 0-31,-41 40 16,1-40-1,-40 0 1,39 40 15,41 1-15</inkml:trace>
  <inkml:trace contextRef="#ctx0" brushRef="#br0" timeOffset="128702.1932">7102 16723 0,'-40'0'16,"0"0"0,0 0-16,0 0 31,0 0-31,-41 0 16,41 40-1,0-40-15,-80 41 16,80-41-16,0 0 31,40 40-31,-41-40 16,41 40-16</inkml:trace>
  <inkml:trace contextRef="#ctx0" brushRef="#br0" timeOffset="128972.1522">6781 16242 0,'0'-40'15,"0"80"-15,-40-120 16,0 80-16,0 0 16,0 0-1,-81 40 1,41 0 15,40-40-31,40-40 31,-40 40-31</inkml:trace>
  <inkml:trace contextRef="#ctx0" brushRef="#br0" timeOffset="129282.1352">6460 15520 0,'-40'0'0,"40"-40"31,0 0-31,40 40 31,0 0-15,1 40-16,159 40 15,-160-40-15,0-40 16,161 40 0,-40-40-1,-121 0-15</inkml:trace>
  <inkml:trace contextRef="#ctx0" brushRef="#br0" timeOffset="129532.1177">7062 14718 0,'0'0'16,"0"40"0,80 0-1,-39 0 1,-1-40-16,0 81 16,0-41-16,40 40 15,-80-40-15,40-40 0,1 40 31</inkml:trace>
  <inkml:trace contextRef="#ctx0" brushRef="#br0" timeOffset="129742.1285">7544 14558 0,'0'0'0,"0"40"31,0 0-15,40 40-1,0-40-15,0 80 32,0-120-32,-40 41 0</inkml:trace>
  <inkml:trace contextRef="#ctx0" brushRef="#br0" timeOffset="129942.0941">7785 14397 0,'0'0'16,"0"40"-1,40 81 1,0-41-1,0-40-15,0 160 16,-40-159-16,40-1 0,-40 40 0</inkml:trace>
  <inkml:trace contextRef="#ctx0" brushRef="#br0" timeOffset="130972.0321">7905 15721 0,'0'0'0,"0"-40"16,-40 40 31,0 0-32,40 40 1,0 0-16,0 0 15,40 0-15,-40 0 16,40 0-16,-40 0 0,40-40 0,-40 40 16,0 1-1,40-41-15,0 40 0</inkml:trace>
  <inkml:trace contextRef="#ctx0" brushRef="#br0" timeOffset="131192.0176">8106 15721 0,'0'0'15,"-41"0"1,41 40 0,0 0-1,0 40 1,0 40-1,0-39 1,0-1 0</inkml:trace>
  <inkml:trace contextRef="#ctx0" brushRef="#br0" timeOffset="131532.0223">8226 15921 0,'0'0'0,"0"-40"32,40 40-32,0 0 15,0 0 1,-40 40-16,40-40 0,-40 40 0,0 0 16,0 1-16,0-1 15,0 0 1,-40-40-16,40 40 0,0 0 15,0-80 32,40 40-31,1 0 0,-41-40-16,40 40 0,-40-40 0,40 40 0,0 0 15,0-40-15,0 40 0,0-41 0,0 41 0,1-40 16,-1 40-16,0-40 15</inkml:trace>
  <inkml:trace contextRef="#ctx0" brushRef="#br0" timeOffset="132691.9471">20264 14477 0,'-40'0'0,"40"-40"16,-40 40-1,40-40-15,0 80 32,0 0-17,0 41 1,-41-81-16,41 40 0,0 0 0,0 40 16,-40-40-16,40 0 0,0 0 0,0 41 0,0-41 15,0 40-15,0-40 0,-40 40 16,40-40-16,0 0 0,0 1 0,0-1 0,0 0 15,0 0-15,0 0 16,0 0-16,0 0 16</inkml:trace>
  <inkml:trace contextRef="#ctx0" brushRef="#br0" timeOffset="133341.9075">20665 14397 0,'0'-40'16,"0"0"-16,40 40 15,40-40 1,121 40 15,-161-40-31,0 40 0,121 0 31,-121-40-31,0 40 0,80 0 16,-79-40-16,39 40 16,-80-41-16,0 82 46,-40-1-46,40 0 16,-40 0-16,40 0 16,0 0-16,-41-40 0,41 40 0,-40 0 0,40 0 15,-40 1-15,40-1 16,-40 0-16,40 0 0,-40-40 0,40 40 16,0 0-16,-40-40 0,40 40 0,-40 0 0,0 0 15,40 0 1,-41-40-16,41 41 0,41-41 62,-1 0-46,40 0-16,-40 0 16,0 0-1,0 0-15,0 0 0,1 0 0,-1 0 0,0 0 16,0 0-16,0 0 15,0 0-15,-40 40 0,40-40 0,0 0 0,1 0 16,-1 0 0</inkml:trace>
  <inkml:trace contextRef="#ctx0" brushRef="#br0" timeOffset="133671.8659">22310 14197 0,'0'-81'16,"-40"81"-16,40-40 15,-40 40 16,40 40-31,0 41 32,0 39-32,0-80 0,-40 40 15,40-40-15,0 201 16,0-121 0,0-80-16,0 201 15,0-201-15,-40 0 0,40 41 16</inkml:trace>
  <inkml:trace contextRef="#ctx0" brushRef="#br0" timeOffset="134461.8178">19542 14397 0,'0'-40'15,"-41"40"48,41 40-63,0 0 0,-40-40 0,0 40 15,0 1 1,0-41-16,40 40 0,-40-40 0,0 40 0,0 0 16,-1-40-16,1 40 0,0 0 0,0 0 0,0 0 15,-40-40-15,80 40 0,-40 0 16,-1 1-16,1-41 0,40 40 0,-40-40 0,40 40 15,-40-40 1,40-40 15,40 40 16,40 0-31,-80 40-1,41-40-15,-1 40 0,0-40 0,0 40 16,0 0-16,0-40 16,0 40-16,0 0 0,1 0 0,-1 1 0,0-41 15,0 40-15,0 0 0,0 0 16,0-40-16,-40 40 0,40-40 0,1 40 16,-82-80 77,1 0-93</inkml:trace>
  <inkml:trace contextRef="#ctx0" brushRef="#br0" timeOffset="134911.7927">17535 14518 0,'40'-41'16,"-40"1"-16,0 80 47,0 1-32,0-1-15,0 0 16,0 0-16,0 0 0,0 0 0,0 0 0,0 0 16,0 0-16,0 0 0,0 1 0,0-1 0,0 0 15,40 0-15,-40 0 16,41 0-16,-41 0 0,0 0 15</inkml:trace>
  <inkml:trace contextRef="#ctx0" brushRef="#br0" timeOffset="135201.7773">17214 15921 0,'-40'0'0,"40"-40"31,40 40-31,-40-40 16,80 40-16,-39-40 0,39 40 0,-40-40 15,0 40-15,0-40 0,0 40 16,0 0-16,1 0 0,39-40 0,-40 40 0,0 0 15,0 0-15,0 0 16,0 0-16,1 0 0,-1 0 16,0 0-16</inkml:trace>
  <inkml:trace contextRef="#ctx0" brushRef="#br0" timeOffset="135801.7379">17535 16242 0,'-80'40'31,"160"-80"-31,-200 120 0,120-120 16,40 40-16,40-40 15,-40 40 1,0-40-16,1 40 0,-1 0 0,0 0 15,0 0-15,0 0 16,0 0-16,-40 40 0,40-40 16,-40 40-16,0 0 15,0 0-15,0 0 0,0 1 0,0-1 16,-40 0-16,40 0 0,-40-40 0,40 40 16,-40 0-16,0-40 0,0 40 15,0-40-15,40 40 0,-41-40 0,1 0 0,40 40 16,-40-40-1,40-40 17,40 40-17,0 0 1,1-40-16,-1 40 0,0 0 0,0 0 16,0-40-16,40 40 0,-40 0 0,1-40 15,-1 40-15,0 0 0,0 0 16,0 0-16,0 0 0,0 0 0,1 0 15,-1 0 1,-40 40-16,0 0 31,-40-40-31,-1 0 47</inkml:trace>
  <inkml:trace contextRef="#ctx0" brushRef="#br0" timeOffset="136701.6823">23313 13876 0,'-40'0'32,"0"0"-32,0 0 15,0 0 1,0 0-16,0 80 16,0-40-16,-1 0 15,1-40-15,-40 121 16,0-41-1,80-40-15,-121 80 16,81-80-16,40 0 16,-80 1-1,120-41 17,0 0-17,41 40-15,-41-40 16,0 0-1,0 0-15,0 40 0,0-40 16,0 0-16,0 0 16,-40 40-16,41-40 0,-1 0 0,0 40 15,0-40 1,-40 40-16,40-40 0,-40 40 0,40-40 16,0 0-16,-40 40 0,40-40 62,1-40-31</inkml:trace>
  <inkml:trace contextRef="#ctx0" brushRef="#br0" timeOffset="137311.6479">23835 14076 0,'-40'0'0,"80"0"0,-80-40 0,0 40 16,40-40-1,40 40 1,-40-40-16,40 40 0,0 0 15,0 0-15,0 0 16,1 0-16,-1 0 0,0 40 0,0-40 16,-40 40-1,40 0-15,-40 0 16,0 1-16,0-1 16,0 0-16,-40 0 15,0 0-15,40 0 0,-40-40 0,40 40 16,-40-40-16,-1 40 15,1-40-15,40 40 0,40-40 63,1 0-47,-1 0-16,-40 41 0,40-41 0,0 0 15,0 0-15,0 0 16,-40 40-16,40-40 0,-40 40 0,40-40 15,-40 40-15,0 0 16,0 0-16,0 0 0,0 0 16,0 0-16,-40 0 15,0 1-15,40-1 0,-40-40 0,0 40 16,0-40-16,0 40 0,0 0 0,-1-40 0,1 40 16,0-40-16,-40 0 15,40 40-15,0-40 0,0 0 0,-1 0 0,1 0 16,0 0-16,0 0 0,0 0 15,0 0-15,0 0 0,0-40 0,-1 40 16,1-40-16,0 40 16</inkml:trace>
  <inkml:trace contextRef="#ctx0" brushRef="#br0" timeOffset="138921.55">18699 17726 0,'0'0'0,"-40"0"15,0 0-15,0 0 16,-1 0-16,1 0 31,40 40-15,0-80 62,40 40-62,1-40-16,-1 40 0,0 0 0,0 0 15,0 0-15,0-40 16,0 40-16,41-40 0,-41 40 0,40 0 0,0-40 15,-40 40-15,41 0 0,-1 0 16,0-41-16,0 41 0,1 0 0,-1-40 0,0 40 16,0-40-16,1 40 15,-41 0-15,40-40 0,0 40 0,-40-40 0,41 40 16,-41 0-16,0 0 0,40 0 0,-40-40 0,0 40 16,41 0-16,-41 0 0,0 0 15,40-40-15,-40 40 0,0 0 0,41 0 0,-1-40 16,-40 40-16,40 0 15,0-40-15,1 40 0,-41 0 0,40-41 0,0 41 16,1-40-16,-1 40 0,0 0 16,0-40-16,1 40 0,-1 0 0,0-40 0,-40 40 15,41 0-15,-1 0 16,-40-40-16,40 40 0,-40 0 0,0 0 0,41 0 16,-41 0-16,0 0 0,0-40 0,40 40 0,-40 0 15,1 0-15,39 0 0,-40 0 16,0-40-16,40 40 0,1 0 0,-1-40 0,-40 40 15,40 0-15,0-40 16,1 40-16,-1 0 0,0-40 0,-40 40 0,41 0 16,-1 0-16,0-41 0,-40 41 15,40 0-15,-39 0 0,-1-40 0,40 40 0,-40 0 16,0 0-16,0 0 0,0 0 0,1 0 16,-1 0-16,0 0 15,0-40-15,0 40 0,0 0 0,0 0 16,0 0-16,1 0 0,-1-40 15,0 40-15,0 0 0,0 0 16,0 0 0,0 0-16,0 0 31,-80 0 16,0 0-32,40-40-15,-40 40 0,0 0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13:12.6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3772 2366 0,'-40'-40'31,"40"-1"-31,0 1 0,0 0 16,40 40-16,0 0 15,0 0 1,0 0-16,0 0 0,1 0 0,-1 0 16,0 0-16,0 0 15,0 0-15,0 0 0,0 0 0,0 0 16,1 40-16,-1-40 16,-40 40-16,0 1 0,0-1 0,0 0 0,0 0 15,0 0 1,-40 0-16,40 0 0,-41 0 0,41 0 0,-40 0 15,0 1-15,40-1 0,40-80 32,0-41-17,1 41 1,-1 0-16,0 0 0,0 0 0,40 0 0,-40 0 16,41 0-16,-41-41 0,0 41 15,40 0-15,-40 0 0,0 0 0,0 0 0,1 0 16,-41 0-16,40 40 0,-40-40 0,40 40 0,-40-41 15,0 1 1,-40 40-16,0 0 16,-41 0-1,41 0-15,0 40 0,0 1 0,0-1 16,0 0-16,40 0 16,-40-40-16,40 40 0,-41 0 0,41 40 0,-40-40 15,40 1-15,0-1 0,0 0 16,0 0-16,40 0 0,41 0 15,-41-40-15,0 0 0,0 0 0,0 0 0,0 0 16,0 0-16,1 0 16,-1 0-16,0-40 0,0 40 0</inkml:trace>
  <inkml:trace contextRef="#ctx0" brushRef="#br0" timeOffset="260.0349">5818 1924 0,'-80'0'16,"160"0"-16,-200 0 0,40 0 15,40 0-15,-1 41 16,41-1 0,-40 120-1,80 41 1,81-41-1,-41-40 17</inkml:trace>
  <inkml:trace contextRef="#ctx0" brushRef="#br0" timeOffset="620.0093">6139 2005 0,'0'0'15,"0"40"1,0 0 15,0 80-31,40 41 32,-40-121-32,41 40 31,-41-120-16,160-121 1,-80 41 0,1 120 15,-41 80-15,-40 81-1,-40-1 1,-1-80 15,122-80-31</inkml:trace>
  <inkml:trace contextRef="#ctx0" brushRef="#br0" timeOffset="839.997">7102 2085 0,'0'0'0,"0"40"15,0 0 17,0 0-32,0 0 0,0 81 15,0 79 1,-160 1 15,39-121-15,41-40-16</inkml:trace>
  <inkml:trace contextRef="#ctx0" brushRef="#br0" timeOffset="1239.9721">8707 2366 0,'-120'0'31,"240"0"-31,-280 0 16,200 0-1,40 0-15,121-81 32,80 41-17,-121 40 1,-79 0-1,-81 40-15</inkml:trace>
  <inkml:trace contextRef="#ctx0" brushRef="#br0" timeOffset="1409.9477">8988 2847 0,'-40'40'16,"80"-80"-16,-120 80 0,120-80 31,40 40-31,81-40 31,-1 40-31,41-40 32</inkml:trace>
  <inkml:trace contextRef="#ctx0" brushRef="#br0" timeOffset="2019.8675">11396 1764 0,'-80'40'47,"40"0"-47,-1 0 15,41 0-15,0 1 0,-40-1 16,0 0 0,40 0-16,0 0 0,-40 0 0,40 0 0,0 0 15,0 0-15,0 1 0,0-1 16,0 40-16,40-40 0,-40 0 0,40 0 0,-40 0 15,40 0-15,1 0 0,-1 1 0,0-1 0,0-40 16,0 40-16,0-40 16,0 40-16,0-40 0,1 0 0,-1 0 0,40 0 15,-40 0-15,0 0 16</inkml:trace>
  <inkml:trace contextRef="#ctx0" brushRef="#br0" timeOffset="2309.8498">12279 2526 0,'-81'-40'16,"162"80"-16,-282-120 31,201 40-31,40 40 47,0 0-47,0 0 0,1 0 15,-1 0-15,0 0 16,0 0-16,0 0 0,0 0 0,0 0 16,0 0-16,1 0 15,-1 0-15,0 0 0,0-40 0</inkml:trace>
  <inkml:trace contextRef="#ctx0" brushRef="#br0" timeOffset="2839.8759">13202 1884 0,'40'0'62,"0"0"-62,40 0 0,-40 0 16,0 0-16,0 0 0,-40 40 0,41-40 15,-41 41-15,40-1 0,-40 0 16,0 0-16,0 0 0,0 0 0,-40-40 16,40 40-16,-41 0 15,41 0-15,-40 1 0,0-1 0,0 0 16,80-40 31,0 0-47,0 0 15,1 0-15,-1 0 0,-40 40 16,40-40-16,-40 40 0,0 0 16,0 0-16,0 0 0,-80-40 0,80 40 15,-81 0-15,41 1 16,0-1-16,-40-40 0,40 40 0,0-40 0,-1 40 16,1-40-16,0 0 0,0 0 15,0 0-15,0 0 0,40-40 16,0 0-16,0 0 0,0-1 0,0 1 15</inkml:trace>
  <inkml:trace contextRef="#ctx0" brushRef="#br0" timeOffset="3149.8572">13844 1764 0,'80'0'16,"-160"0"-16,200 0 0,-80 80 31,0-80-31,-40 40 0,80 81 16,-39 39-1,-41 81 1,-161 39-1,-40-79 1,121-201 15,80-40-31</inkml:trace>
  <inkml:trace contextRef="#ctx0" brushRef="#br0" timeOffset="3589.8295">14165 1283 0,'0'-80'16,"0"160"-16,0-201 15,40 121-15,0 0 31,-40 41-15,40-41-16,-40 40 0,40-40 0,-40 40 0,40 0 16,0 0-16,-40 0 0,40 0 15,-40 0-15,0 0 0,0 41 0,0-41 0,0 0 16,0 0 0,0 0-16,-40-40 0,40-40 31,40 40-31,-40-40 0,41 0 0,-41 0 15,40 0-15,-40-1 0,40-39 0,-40 40 16,40 0-16,-40 0 16,40 40-16,-40 40 31,40-40-31,-40 80 0,40-80 0,-40 40 0,41 0 16,-41 1-16,0-1 15,0 0-15,0 0 0,0 0 0,40 0 0,-40 0 16,0 0-16,0 0 0,-40 0 0,40 1 15,-41-41-15</inkml:trace>
  <inkml:trace contextRef="#ctx0" brushRef="#br0" timeOffset="4099.7996">15449 1965 0,'0'0'15,"-40"0"1,40 40 15,0 0-31,0 0 16,-41 0-16,41 0 0,0 0 0,0 0 0,0 0 15,0 41-15,0-41 16,0 0-16,0 0 0,0 0 0,0 0 16,41-40-16,-41 40 0,40-40 15,0 0-15,0 0 0,0 0 16,0-40-16,0 40 16,-40-40-16,40 0 0,1 0 0,-1 0 0,-40 0 15,40 0-15,-40-1 0,40 1 16,-40 0-16,0 0 0,0 0 0,0 0 0,0 0 15,40 40 1,-40 40 0,-40 0-1,40 0-15,0 0 16,0 0-16,-40 0 0,40 1 0,0-1 0,0 0 16,0 0-16,0 0 15,0 0-15,0 0 0,0 0 0,0 0 16,0 0-16,0 1 0,40-41 0,-40 40 15,40-40-15,0 0 0,0 0 16,0 0-16</inkml:trace>
  <inkml:trace contextRef="#ctx0" brushRef="#br0" timeOffset="4359.7842">16612 2125 0,'0'0'0,"-40"0"16,0 0 0,40 80-1,-80 41 1,40-1 0,40-40-1,80 121 1,0-81-1,41-120 1</inkml:trace>
  <inkml:trace contextRef="#ctx0" brushRef="#br0" timeOffset="4639.7661">17214 2486 0,'-40'0'16,"80"0"-16,-120 40 16,120-40 15,0 0-31,0 0 15,0-40-15,41 40 16,-41 0-16,0 0 0,0 0 16,0 0-16,0 0 15,0 0-15,1 0 0</inkml:trace>
  <inkml:trace contextRef="#ctx0" brushRef="#br0" timeOffset="5029.6869">17936 2205 0,'0'-40'32,"0"80"-32,0-40 31,0 40-15,41 0-1,-41 1-15,40-1 0,-40 0 0,40 0 0,-40 0 16,0 0-16,0 0 0,0 0 31,0-80-15,0 0-1,0-40-15,40 80 0,-40-40 16,0 0 0,40 40-16,-40-40 0,40 40 0,0 0 31,-40 40-31,0 0 0,41-40 15,-41 40-15,0 0 0,0 0 0,0 0 16,0 0 0,0 0-16,0 0 0,0 1 15,40-41 1</inkml:trace>
  <inkml:trace contextRef="#ctx0" brushRef="#br0" timeOffset="5229.6549">18940 2526 0,'0'-40'16,"40"40"31,40 0-47,-40 0 15,0 0-15,0 40 0,1-40 0,-1 0 16,0 0-16,0 0 15,0 0-15,0 0 0,0 0 16,0 0-16</inkml:trace>
  <inkml:trace contextRef="#ctx0" brushRef="#br0" timeOffset="5439.7172">20103 2285 0,'-40'0'16,"40"-40"-16,-40 40 15,40 40 17,0 1-32,0-1 15,-40 0-15,40 0 0,0 0 0,0 0 0,0 0 16,0 0-16,0 0 16,0 0-16,0 1 0,0-1 15,40 0 1</inkml:trace>
  <inkml:trace contextRef="#ctx0" brushRef="#br0" timeOffset="5689.7024">20505 2165 0,'0'0'0,"40"0"31,-40 40-31,0 0 16,80-40-16,-80 40 0,0 1 0,40 39 16,-40-40-16,0 0 15,0 0-15,0 40 0,0-40 0,0 0 0,0 41 16,0-41-16,-40 0 0,40 0 16,-80 40-16,40-40 0,-41 0 0,41 1 0,-40-41 15,0 40-15,-1-40 16</inkml:trace>
  <inkml:trace contextRef="#ctx0" brushRef="#br0" timeOffset="7309.5291">21949 2686 0,'0'0'0,"40"0"94,0 0-79,1 0 1,-1 0-16,0 0 0,0 0 16,40 0-16,-40 0 0,41 0 0,-1-40 0,0 40 15,-40 0-15,40 0 16,1 0-16,-1-40 0,-40 40 0,40 0 0,-40 0 16,1-40-16,-1 40 0,0 0 15,0 0-15,0-40 0</inkml:trace>
  <inkml:trace contextRef="#ctx0" brushRef="#br0" timeOffset="7969.5638">22631 2245 0,'0'40'109,"0"1"-109,0-1 0,0 0 16,0 0-16,40 40 16,-40-40-16,0 40 0,0-40 0,0 1 0,0-1 15,0 0-15,0 0 0,0 40 0,0-40 16,0 0-16,0 0 0,0 1 15,0-1-15</inkml:trace>
  <inkml:trace contextRef="#ctx0" brushRef="#br0" timeOffset="10039.3824">25039 2285 0,'40'0'15,"-80"0"95,0 0-110,0 0 15,-1 0-15,1 0 0,0 0 16,0 0-16,0 0 0,0 0 0,0 0 16,0 0-16,-1 0 15,1 0-15,0 0 0,0 0 16,0 0-16,0-40 15,40 80 95,0 1-95,0-1-15,0 0 16,0 0-16,0 0 0,0 0 16,0 0-16,0 0 0,0 0 0,40 0 15,-40 1 1,40-41-16,0 0 31,0 0-31,0 0 16,1 0-16,-1 0 0,0 0 15,0 0 1,0 40-16,0-40 0,-40 40 0,40-40 16,-40 40-16,40-40 0,-40 40 15,41-40-15,-41 40 0,40 0 0,-40 0 16,0 0 0,-40 1-16,40-1 0,-41-40 0,1 40 15,0-40-15,0 40 0,0-40 0,0 40 0,0-40 16,-41 40-16,41-40 0,0 0 15,0 0-15,0 0 0,0 0 0,0 0 0,0 0 16,-1 0-16,1-40 16,0 40-16,40-40 0,-40 40 15,40-40-15,0 0 16,0 0-16,0-1 0</inkml:trace>
  <inkml:trace contextRef="#ctx0" brushRef="#br0" timeOffset="10739.3228">25159 2005 0,'0'0'0,"-40"0"0,0 0 31,80 0 32,40 0-63,-40 0 15,1 0-15,-1 0 0,0 0 0,0 0 0,0 0 16,0-40-16,0 40 15,1 0-15,-1 0 0,0 0 0,0 0 16,-40-41-16,40 41 16</inkml:trace>
  <inkml:trace contextRef="#ctx0" brushRef="#br0" timeOffset="11229.2914">26002 1644 0,'0'0'0,"0"-40"0,0 80 63,0 0-63,40-40 15,0 40-15,-40 0 0,40 0 16,-40 0-16,0 0 15,0 0-15,0 1 0,0-1 16,0 0 0,-40-40-16,40-40 31,0 0-31,0-1 16,80 41-16,-80-40 15,0 0-15,0 0 0,81 40 0,-81-40 0,40 40 16,-40-40-16,40 40 0,-40-40 0,40 40 15,0 0 1,0 40 0,-40 0-1,0 0-15,0 0 0,40-40 16,-40 40-16,0 0 0,0 1 16,0-1-16,0 0 0,0 0 0,0 0 15,41 0-15,-41 0 0,0 0 16,40 0-1,-40 1-15,40-41 16</inkml:trace>
  <inkml:trace contextRef="#ctx0" brushRef="#br0" timeOffset="12409.2949">27085 2566 0,'0'-40'0,"0"80"109,0 0-109,0 0 16,0 0-16,40-40 15,-40 41-15,0-1 0,41-40 0,-41 40 0,40-40 16,-40 40-16,0 0 16,40-40-16,0 0 0,-40 40 0,40-40 15,0 0-15,0-40 31,0 0-31,1 40 0,-41-40 0,40 0 16,0 40-16,-40-40 0,40-1 16,-40 1-16,0 0 0,0 0 0,40 40 15,-40-40 1,0 80 15,0 0-15,0 0-16,0 0 0,0 1 15,0-1 1,0 0-16,0 0 0,0 0 0,0 0 0,0 0 16,0 0-16,0 0 0,0 1 15,80-1-15,-80 0 0,40-40 0,-40 40 16,41-40 0,-1 0-16</inkml:trace>
  <inkml:trace contextRef="#ctx0" brushRef="#br0" timeOffset="12729.2003">28690 2566 0,'-120'-40'15,"120"0"-15,-80 0 16,40 40-1,-1-40-15,1 40 16,0 120-16,40-40 31,0-40-31,0 41 0,0-41 0,40 120 32,81 1-17,-81-121-15,80 0 31,1-80-31</inkml:trace>
  <inkml:trace contextRef="#ctx0" brushRef="#br0" timeOffset="12939.263">29172 2847 0,'-40'-40'16,"80"80"-16,-120-120 15,120 80 1,0 0 0,0 0-1,0 0-15,81 0 32,-81 0-32,0 0 0,0 0 15</inkml:trace>
  <inkml:trace contextRef="#ctx0" brushRef="#br0" timeOffset="13329.182">29694 2566 0,'40'40'63,"-40"0"-63,40-40 0,-40 40 15,40 1-15,-40-1 16,0 0-16,0 0 0,40-40 63,-40-40-48,40 40-15,-40-40 0,0 0 0,0-1 0,40 41 16,0 0-1,-40-40-15,41 40 0,-1 0 16,-40 40 0,40-40-16,-40 81 15,0-41 1,0 0-16,0 0 0,0 0 16,0 0-16,0 0 15,0 0-15,0 1 0,0-1 16</inkml:trace>
  <inkml:trace contextRef="#ctx0" brushRef="#br0" timeOffset="13579.167">30937 2927 0,'0'0'16,"81"-40"0,39 0 15,41 40-15,-81 0-1,-40 0-15,0 0 0,0 0 0,0 0 16</inkml:trace>
  <inkml:trace contextRef="#ctx0" brushRef="#br0" timeOffset="13809.211">31941 2686 0,'40'0'0,"-80"0"0,-1-40 15,41 0 1,-80 80 15,80 0-31,0 1 16,0-1-16,0 0 0,0 0 0,0 0 15,0 0-15,0 0 16,0 0-16,0 0 0,0 1 0,0-1 0,0 0 16,0 0-16,0 0 15</inkml:trace>
  <inkml:trace contextRef="#ctx0" brushRef="#br0" timeOffset="14069.1948">32502 2446 0,'0'0'15,"0"-40"1,81 40 0,-81 40-16,80 160 31,-80 161-15,-281 40-1,120-280 1,41-41-16</inkml:trace>
  <inkml:trace contextRef="#ctx0" brushRef="#br0" timeOffset="64516.1315">11316 3930 0,'-40'40'15,"80"-40"16,0 0 79,0 0-95,0 0 1,0 0 0,0 0-16,0 0 0,1 0 15,-1-40 1,0 40-16,0 0 0,0 0 0,0 0 16,0 0-16,0 0 0,1 0 15,-1 0-15,0 0 0,0 0 0,0 0 0,40 0 16,-40 0-16,1 0 15,-1 0-15,0 0 0,0 0 0,0 0 0,0 0 16,0 0-16,0 0 0,1 0 0,-1 0 0,0 0 16,0 0-16,0 40 15,0-40-15,0 0 0,0 0 0,1 0 16,-1 0-16,0 0 16,0 0-16,40 0 0,-40 0 0,0-40 0,41 40 15,-41 0-15,0 0 0,40-40 16,-40 40-16,0 0 0,1 0 0,-1 0 0,0 0 15,0 0-15,0 0 16,0 0-16,0 0 0,0 0 0,1 0 16,-41 40-16,40-40 0,0 0 0,0 0 15,0 0-15,0 0 16,40 40-16,-39-40 0,-1 0 0,40 0 16,-40 0-16,40 0 15,1 0-15,-1 0 0,-40 0 0,40 0 0,1 0 16,-1 0-16,-40 0 0,40 0 15,-40 0-15,0 0 0,41 0 0,-41 0 16,0 0-16,0 0 0,0 0 31,0 0-31,0 0 0,1 0 0,-1 0 16,0 0-16,40 0 0,0 0 16,1 0-16,-1 0 0,0 0 0,0 0 0,1 0 15,-1 0-15,-40 0 16,40 0-16,0 0 0,-39 0 0,-1 0 0,0 0 15,0 0-15,0 0 0,0 40 16,0-40-16,0 0 16,1 0-16,-1 0 15,0 0-15,40 0 16,-40 0-16,40 0 0,1 0 0,-1 0 0,0 0 16,0 0-16,1 0 0,-41 0 15,40 0-15,0 0 0,-40 0 0,41 0 0,-1 0 16,-40 0-16,0 0 15,0 0-15,0 40 0,1-40 0,-1 0 0,0 0 16,0 0-16,0 0 0,0 0 0,0 0 16,41 0-16,-41 0 0,0 40 15,40-40-15,-40 0 0,41 0 0,-41 0 0,40 0 16,-40 0-16,40 0 16,-40 0-16,41 0 0,-41 0 0,40 0 0,-40 0 15,0 0-15,0 0 0,41 0 16,-41 0-16,0 0 0,0 0 0,0 40 0,0-40 15,0 0-15,1 0 16,-1 0-16,0 0 0,0 0 0,0 0 0,0 0 16,0 0-16,0 0 0,1 0 0,-1 0 0,0 0 15,40 0-15,-40 0 0,0 0 16,0 0-16,1 0 0,-1 0 0,0 0 0,0 0 16,0 0-1,0 0-15,0 0 0,0 0 16,1 0-1,-82 0 32</inkml:trace>
  <inkml:trace contextRef="#ctx0" brushRef="#br0" timeOffset="83724.894">14726 5654 0,'-40'0'1281,"80"0"-1250,1 0 782,-1 0-797,40 0-16,-40 0 15,0 0-15,0 0 0,0 0 16,1 0-16,-1 0 0,0 0 0,0 0 15,0 0-15,0 40 0,0-40 0,-40 40 16,40-40-16,1 0 16,-1 0-16,-40 41 0,40-41 0,0 40 0,0-40 15,0 0-15,-40 40 0,40-40 16,0 0-16,1 0 0,-1 40 0,0-40 0,0 0 16,0 0-1,-40 40-15,40-40 0,0 0 16,0 0-16,1 0 15,-1 0 1,-80 0 78,-1 0-79,1 0-15,0 0 16,0 0 0,40 40-16,-40-40 0,0 0 15,0 40 1,0-40-16,-1 0 16,41 40-16,-40-40 0,0 40 15,0-40-15,0 41 0,40-1 0,-80-40 0,40 40 16,-1 0-16,1 0 0,0 0 0,0-40 0,0 40 15,-40 0-15,40 0 16,-1 0-16,1 1 0,0-41 0,0 40 16,0 0-1,0-40-15,40 40 0,-40-40 32,40 40-32,-40-40 0,-1 0 31,1 0-16,0 0 1,80 0 62,41 0-62,-41 0-16,0 0 0,0 0 0,40 0 15,-40 0-15,0 0 0,1 0 16,39 0-16,-40 0 0,0 0 0,40 0 0,-40 0 16,41 0-16,-41 0 15,0 0-15,0 0 0,0 0 0,0 0 0,0 0 16,1 0-16,-1 0 0,0 0 16,0 0-16,0 0 0,0 0 15,0 0 1,0 0-16,1 0 15,-1 0 17,-40 40-17,-40-40 48,-1 0-48,1 0 1</inkml:trace>
  <inkml:trace contextRef="#ctx0" brushRef="#br0" timeOffset="84974.8176">13723 7660 0,'0'0'15,"-40"0"1,0 0-1,0 0 1,0 0 0,80 0 171,0 0-171,0 0-1,0 0 157,0 0-140,0 0-32,1 0 0,-1 0 15,0 0 1,0 0-16,0 0 0,0 0 0,0 0 0,0 0 15,1 0-15,-1 0 0,0 0 0,0 0 0,40 0 16,-40 0-16,0 0 0,1 0 16,-1 0-16,0 0 0,0 0 0,0 0 0,40 0 15,-39 0-15,-1 0 16,40 0-16,0 0 0,-40 0 0,41 0 0,39 0 16,-40 40-16,0-40 0,41 0 15,-1 40-15,-40-40 0,41 0 0,-1 0 0,-40 0 16,41 0-16,-41 40 0,40-40 0,-39 0 0,-1 40 15,40-40-15,-39 0 16,-1 0-16,40 0 0,-80 0 0,41 0 0,-1 0 16,0 0-16,0 0 0,1 0 15,-1 0-15,-40 0 0,40 0 0,-40 0 0,41 0 16,-41 0-16,0 0 16,0 0-16,0 0 0,0-40 0,0 40 0,0 0 15,1 0 1,-41-40-1,-41 40 48,1 0-63,0 0 31,0 0-31,0 0 16,0 0-16,0 0 15,0 0 1</inkml:trace>
  <inkml:trace contextRef="#ctx0" brushRef="#br0" timeOffset="88394.6067">14365 8702 0,'-40'0'31,"0"0"-16,40 40 142,-40-40-142,40 40 923,40-40-673,-40 41-265,0-1 297,0 0-265,-40-40 264,0 0-280,0 0-16,40-40 16,-41 40-16,1 0 31,80 0 141,41 0-172,-41 0 15,0-40-15,0 40 0,0 0 0,0 0 0,0-41 16,1 41-16,39 0 16,-40 0-16,0 0 0,0 0 0,0 0 0,41 0 15,-41 0-15,0 0 0,0 0 16,0 0-16,0 0 0,0 0 0,1 0 0,-1 0 16,0 0-1,0 0-15,-80 0 78,40 41-62,-40-41-16,40 40 0,-40-40 16,-1 40-16,1-40 0,0 40 0,0 0 0,0 0 15,0 0-15,-40 0 16,39 0-16,1 1 0,-40-1 0,40 0 0,0 0 15,0 0-15,-1 0 0,1 0 0,0 0 0,0-40 16,0 40-16,0 0 16,40 1-16,-40-41 0,40 40 15,-40-40 1,40 40 0,40-40 46,-40-40-62,40 40 16,0 0-1,0 0-15,0 0 0,0 0 16,0 0-16,41 0 16,-41 40-16,0-40 0,40 0 0,-40 0 15,41 0-15,-41 0 0,40 0 0,0 0 0,-40 0 16,41 0-16,-41 0 0,40 0 15,-40 0-15,0 0 0,0 0 0,1 0 0,-1 0 16,0 0-16,0 0 16,0 0-1,-40-40 1</inkml:trace>
  <inkml:trace contextRef="#ctx0" brushRef="#br0" timeOffset="88684.6638">16010 9424 0,'0'0'0,"-40"40"0,-40-40 32,40 0-17,120-40-15,-40 40 0,241-40 31,-201 40-31,1 0 0,-1 0 0,80-40 16,-119 40-16,199 0 16,-200 0-16,1-40 0,-1 40 15,80 0 1</inkml:trace>
  <inkml:trace contextRef="#ctx0" brushRef="#br0" timeOffset="89004.5692">16733 9023 0,'-121'-40'15,"242"80"-15,-282-120 0,121 40 31,40 0-31,40 40 0,40 0 32,-39 0-32,-1 40 15,-40 0-15,0 80 16,0-80-16,0 81 16,-40-81-16,-1 160 15,41 41 1,0-81 15,41-160-31,-41 40 0,40-40 31</inkml:trace>
  <inkml:trace contextRef="#ctx0" brushRef="#br0" timeOffset="89514.5384">17375 9063 0,'0'-80'0,"0"160"0,-40-240 31,40 120-31,40 40 0,40 0 16,80 0 15,-79 0-31,-41 40 31,-40 40-15,-40 0 0,0-40-16,-1 0 0,1 1 0,0-1 15,40 0 16,0 0-31,40-40 0,0 0 16,1 0-16,39 40 16,-40-40-1,-40 40-15,80 0 16,-80 0-16,0 0 0,0 0 16,-40 41-1,-40-41 1,40 0-16,-121 0 15,121-40-15,0 0 0,-80 40 16,79-40-16,-39 0 16,40-40-16,-161-80 15</inkml:trace>
  <inkml:trace contextRef="#ctx0" brushRef="#br0" timeOffset="93294.3107">12680 7339 0,'-80'0'109,"40"0"-93,40-40-1,-41 40-15,1 0 16,0 0 0,0 0-16,0 0 31,0 0-15,0 0-1,80 0 32,0 0-31,0 0-1,0 0-15,0 0 0,0 0 16,1 0-16,-1 0 16,0 0-16,0 0 0,0 0 0,0 0 15,0 0-15,0 0 0,1 0 16,-1 0-16,0-41 15,0 41-15,0 0 0,0 0 16,-80 0 31,0 0-31,0 0-1,0 0-15,0 0 0,-1 41 0,1-41 16,0 0-16,0 0 0,0 0 0,0 0 0,0 0 15,0 0-15,-1 40 0,1-40 16,0 0-16,0 0 0,0 0 16,0 0-1,40-40 1,-40 40 0,80 0 46,40 0-46,-40 0-16,0 0 0,0 0 15,-40-41-15,41 41 16,-1 0-16,0 0 0,0 0 16,0 0-1,-80 0 32,0 0-31,0 0-1,0 0-15,-1 0 0,1 0 0,0 0 0,0 0 16,0 41 0,0-41-16,0 0 0,0 0 0,40 40 15,-41-40-15,82 0 94,-1 0-94,0 0 0,0 0 16,0 0-16,0-40 15,0 40-15,0 0 0,1 0 0,-1 0 0,0 0 16,0 0-16,0 0 0,0 0 0,0-41 15,0 41-15,1 0 16,-82 0 31,1 0-31,0 0-16,0 0 15,0 0-15,0 0 0,0 0 0,0 0 0,-1 0 16,-39 41-16,40-41 15,0 0-15,0 0 0,0 0 0,0 0 16,-1 0-16,1 0 16,0 0-16,80 0 78,0 0-63,1 0-15,-1 0 16,0 0-16,0 0 0,0 0 0,0 0 16,0 0-1,0 0-15,1 40 0,-1-40 0,0 0 0,0 0 0,0 0 16,0 0 0,0 0-16,-80 0 78,0 0-78,0 0 15,0 0-15,0 0 0,0 0 16,-1 0-16,1 40 0,0-40 0,-40 0 0,40 40 16,0-40-1,0 0-15,-1 0 0,1 0 0,40 40 16,-40-40-16,0 0 0,0 0 31,40-40 16,40 40-47,0 0 16,0-40-16,0 40 0,1 0 15,-1 0-15,0 0 0,0 0 0,0-40 0,0 40 16,0 0-16,0-40 15,1 40-15,-1 0 0,0 0 0,0 0 0,0 0 16,0 0 0,-40-41-16,40 41 0,-80 0 31,-40 0-15,40 41-16,0-41 0,0 0 15,-1 0-15,1 40 0,0-40 0,0 40 16,0-40-16,-40 0 0,40 0 0,-1 0 0,1 40 0,0-40 15,0 0-15,0 0 16,0 0-16,40-40 63,40 40-63</inkml:trace>
  <inkml:trace contextRef="#ctx0" brushRef="#br0" timeOffset="95354.1882">21187 7539 0,'-40'0'16,"-1"0"78,1 0-47,80 0 62,1 0-93,-1 0-16,0 0 15,0 0-15,0 0 0,0 0 0,0 0 16,0 0-16,1 0 62,-1 0-62,0 0 16,0 0-16,0 0 16,0 0-16,0 0 0,0 0 15,1 0-15,-1 0 0,0 0 0,0 0 16,0 0-16,0 0 15,0 0-15,1 0 0,-41-40 16,40 40-16,0 0 0,0 0 16,0 0-16,0 0 15,0 0 1,0 0 0,-80 0 77,0 0-61,0 0-17,0 0 1</inkml:trace>
  <inkml:trace contextRef="#ctx0" brushRef="#br0" timeOffset="100773.8552">24276 6136 0,'-40'-41'16,"40"1"-1,-40 80 48,0-40-48,80 0 17,0 0-17,0 0 1,1 0-16,-1 0 0,0 0 0,0 0 0,0 0 16,0 0-16,0 0 0,0 0 0,41 0 0,-41 0 15,0 0-15,0 0 16,0 0-16,0 0 0,0 0 0,1 0 15,-1 0-15,0 0 16,0 0-16,0 0 31,-80 0 47,40 41-78,-40-41 0,40 40 16,-40-40-16,0 40 16,-1 0-16,1-40 0,40 40 0,-40-40 15,0 40-15,0 0 16,0-40-16,0 40 0,0-40 0,40 40 0,-41 0 16,1 1-16,0-41 0,0 40 0,40 0 0,-40 0 15,0-40-15,40 40 0,-40-40 16,40 40-16,-40-40 0,40 40 0,-41-40 0,1 40 31,40 0-31,0 1 16,-40-41-1,80 0 17,41 0-17,-41 0-15,0 0 0,0 0 16,0 0-16,0 0 0,0 0 15,0 0-15,41 0 0,-41 0 0,0 0 0,0 0 16,0 0-16,0 40 16,41-40-16,-41 0 0,0 0 0,0 40 0,0-40 15,0 0-15,0 0 0,0 0 16,1 0-16,-1 0 0,0 0 16,0 0-16,0 40 0,0-40 0,0 0 15,1 0 1,-1 0-16,0 0 0,0 0 0,-80 0 62,40 40-62,-40-40 0,0 0 16,-1 40-16</inkml:trace>
  <inkml:trace contextRef="#ctx0" brushRef="#br0" timeOffset="101483.8113">23594 8141 0,'0'0'0,"-40"0"0,0 0 0,0 0 15,0 0-15,0 0 0,0 0 0,-1 0 0,1 0 16,80 0 62,1 0-78,-1 0 0,0 0 16,0 0-16,0 0 0,0 0 0,0 0 15,0 0-15,41 0 16,-41 0-16,0 0 0,0 0 0,40 0 0,-40 0 15,1 0-15,39 0 0,-40 0 16,40 0-16,0 0 0,-39 0 0,39 0 0,0 0 16,0 0-16,-40 0 15,41 0-15,-1 0 0,0 0 0,-40 0 0,41 0 16,-1 0-16,0 0 0,0 0 16,41 0-16,-41 0 0,40 0 0,-39 0 0,39 0 15,0 0-15,-39 0 0,39 0 0,0 0 0,-39 0 16,39 0-16,0 40 15,-39-40-15,-1 0 0,0 0 0,-40 0 0,41 0 16,-41 0-16,0 0 0,0 0 16,0 0-16,-80 0 78,0 40-63,0-40 1,0 0-16</inkml:trace>
  <inkml:trace contextRef="#ctx0" brushRef="#br0" timeOffset="102374.1431">23153 9063 0,'-40'0'15,"80"0"-15,-120 0 16,80-40-1,80 40 1,-40 0 0,-40-40-16,40 40 0,0 0 0,0 0 15,1 0-15,-1 0 16,0 0-16,0 0 0,40 0 0,-40 0 0,0 0 16,1 0-16,-1 0 0,0 0 0,0 0 0,0 0 15,0 0-15,-40 40 0,40-40 16,0 0-1,-80 0 32,0 0-47,40 40 0,-40-40 16,0 40-16,0 0 16,0 1-16,0-41 0,40 40 0,-41 0 15,1 0-15,0-40 0,0 40 0,40 0 0,-40 0 16,0-40-16,0 40 0,40 0 15,-40 0-15,-1-40 0,41 41 0,-40-41 0,40 40 16,-40 0-16,40 0 16,-40-40-16,0 40 0,0-40 31,40 40-31,80-40 47,-40-40-32,0 40-15,0 0 16,1 0-16,-1 0 0,0-40 16,0 40-16,0 0 15,0 0-15,0 0 0,0 0 0,1 0 16,-1 0-16,0 0 16,-40 40-16,40-40 0,0 0 0,0 0 15,0 40-15,0-40 16,1 0-1,-1 0 1,0 0 0</inkml:trace>
  <inkml:trace contextRef="#ctx0" brushRef="#br0" timeOffset="102764.1941">24597 9665 0,'0'0'15,"-40"0"-15,0-40 0,0 40 16,40-40 0,40 40-1,40 0-15,41 0 31,39 40-15,1-40 0,-41 0-1,-120 40 1,40-40 0,-80 0-1,0 0 1</inkml:trace>
  <inkml:trace contextRef="#ctx0" brushRef="#br0" timeOffset="104054.0524">26483 8702 0,'-40'0'15,"0"0"126,40 80-141,0-39 15,0-1 1,0 40-16,-40-40 0,40 0 0,0 0 0,-40 0 16,40 0-16,0 1 0,0-1 15,0 0-15,0 0 0,0 0 0,0 0 16,40 0-16,-40 0 16,40-40-16,0 40 0,0-40 15</inkml:trace>
  <inkml:trace contextRef="#ctx0" brushRef="#br0" timeOffset="104404.0184">25882 10026 0,'-41'0'31,"82"0"-31,-41 0 31,40 0-31,40-40 32,161 40-17,80 0 1,-161 0-1,-80 0-15,81 0 32,-121 0-17</inkml:trace>
  <inkml:trace contextRef="#ctx0" brushRef="#br0" timeOffset="105044.0153">26604 10387 0,'0'0'16,"-40"0"-16,0 0 62,-1 0-62,1 0 16,-40 0 0,40 0-16,0 0 15,0 0 1,0 0-16,-1 0 16,41 40 77,-40-40-93,40 40 0,-40 0 0,40 0 16,-40-40-16,40 40 16,0 0-16,40-40 15,0 0 16,0 0-31,1 0 16,-41 40-16,40-40 16,0 0-16,0 0 0,0 0 15,0 0 1,-40 41-16,40 39 16,-40-40-16,0 0 0,0 0 15,0 0-15,40 0 16,-40 0-16,0 0 0,-80 1 31,40-41-31,40 40 0,-40-40 0,0 0 16,0 0-16,-41 0 0,41 40 15,-40-40-15,40 0 0,-40 0 0,40 0 0,-41 0 16,1 0-16,40 0 16,-40-40-16,40 40 0,-41-40 0</inkml:trace>
  <inkml:trace contextRef="#ctx0" brushRef="#br0" timeOffset="108109.1689">25079 4451 0,'0'40'0,"-40"-40"15,40-40 1,40 40-1,-40-40-15,40 40 16,-40-40-16</inkml:trace>
  <inkml:trace contextRef="#ctx0" brushRef="#br0" timeOffset="109359.1508">27326 2727 0,'-40'0'31,"40"40"188,-40-40-219,40-40 172,0 80-32,0-80-30,0 80 140,-40-40-219,40-40-31,-40 40 16,40 40 46</inkml:trace>
  <inkml:trace contextRef="#ctx0" brushRef="#br0" timeOffset="111118.9718">25681 3809 0,'40'0'16,"-80"0"31,0 0-32,40-40-15,-80 40 31,39 0-15,1 0 0,0 0-1,0 0-15,0 0 32,0 0-32,40-40 15,0 80 126,0 0-141,-40 1 0,40-1 15,0 0 1,-41-40-16,41 40 0,0 0 16,0 0-1,0 0 1,41-40 15,-1 0 0,-40 40-31,0 0 0,40-40 0,-40 40 16,0 1 0,0-1-16,0 0 0,0 0 15,-40-40-15,40 40 0,-40-40 16,40 40-16,-41-40 0,1 0 16,40 40-16,-40-40 0,0 0 15,0 0 1,40-40-16,-40 0 0,0 0 15,40 0-15,-40 40 16,40-40-16,0 0 0</inkml:trace>
  <inkml:trace contextRef="#ctx0" brushRef="#br0" timeOffset="111458.9647">25962 3689 0,'0'40'16,"40"-40"-1,0 0-15,40 0 32,41-40-17,-81 0-15,0 40 0</inkml:trace>
  <inkml:trace contextRef="#ctx0" brushRef="#br0" timeOffset="111669.0105">26524 3529 0,'-41'0'15,"41"-40"1,0 80 31,0 0-32,0 0-15,0 0 0,0 0 16,0 0-16,-40 0 16,40 0-16</inkml:trace>
  <inkml:trace contextRef="#ctx0" brushRef="#br0" timeOffset="112182.0461">25079 3689 0,'-40'0'47,"40"40"-47,-80-40 15,80 40-15,-41-40 16,41 40-16,-40 1 0,0-1 0,0 0 0,40 0 15,-40 0-15,0 0 0,0 0 16,40 0-16,-40 0 0,40 0 0,-41 1 0,41-1 16,0 0-16,0 0 15,0 0-15,0 0 0,0 0 0,0 0 16,41 0-16,-41 1 0,40-1 16,-40 0-16,40-40 0,0 40 0,-40 0 0,40-40 15</inkml:trace>
  <inkml:trace contextRef="#ctx0" brushRef="#br0" timeOffset="112717.1924">26965 3729 0,'40'0'16,"-40"-40"-16,0 80 62,0 0-62,0 0 16,0 1-16,0-1 0,0 40 15,0-40-15,0 0 0,0 0 16,-40 0-16,40 0 0,-40 0 0,0 1 0,0-1 16,40 0-16,-41 0 15,1-40-15,0 40 0,0 0 0,0 0 16,0-40-16,40 40 15,-40-40-15</inkml:trace>
  <inkml:trace contextRef="#ctx0" brushRef="#br0" timeOffset="113397.0754">27246 3489 0,'0'-41'0,"40"41"0,0 0 15,0 0 17,-40 41 14,0-1-30,40 0 0,-40-80 31,40 40-32,-40-40-15,41 40 0,-41-41 16,0 82 46,40-41-46,-40 40-16,40-40 16,-40 40-16,0 0 15,0 0 1,0 0-16,0 0 0,0 0 15,0 0 1,0 1 15,40-41-15</inkml:trace>
  <inkml:trace contextRef="#ctx0" brushRef="#br0" timeOffset="114257.0427">27888 4090 0,'0'40'62,"0"0"-62,0 41 16,0-41 0,0 0-16,0 0 0,0 0 15,0 0-15,0 0 0,0 0 32,40-40-32,0 0 15,0-40 1,0 0-16,0 0 15,-40 0-15,41 0 16,-1 0-16,-40 0 0,0-1 16,0 1-16,0 0 15,0 80 17,0 0-17,0 1-15,0-1 0,0 0 16,0 0-16,0 0 15,0 0-15,0 0 0,0 0 0,0 0 16,40 1 0,40-41-16,-40 0 15</inkml:trace>
  <inkml:trace contextRef="#ctx0" brushRef="#br0" timeOffset="114517.0828">28771 4130 0,'0'-40'15,"0"80"-15,0-40 32,0 40-17,0 0-15,-41 1 0,41-1 0,0 0 16,-40 0-1,40 0-15,0 0 0,0 0 0,0 0 16,0 0-16,40 1 16,1-41-16,-41 40 0,40-40 15,0 0-15,0 0 0</inkml:trace>
  <inkml:trace contextRef="#ctx0" brushRef="#br0" timeOffset="114717.0723">29011 4331 0,'0'-40'16,"0"80"-16,-40-120 15,121 80-15,-1-41 16,-40 1 0,120 40-1,1 0 16</inkml:trace>
  <inkml:trace contextRef="#ctx0" brushRef="#br0" timeOffset="115106.9913">29694 4050 0,'0'0'16,"0"40"15,0 0-15,0 0-16,0 0 15,0 1 1,0-1-16,-41-40 0,41 40 16,-40-40-1,80 0 1,-40-40-1,81 40-15,-81-40 0,40 40 16,-40-41-16,40 41 16,-40 41 31,0-1-47,0 0 0,0 0 15,0 0-15,0 0 16,0 0-16,0 0 15</inkml:trace>
  <inkml:trace contextRef="#ctx0" brushRef="#br0" timeOffset="115356.9646">30456 4451 0,'-80'-40'15,"160"80"-15,-160-120 0,120 80 16,40-40-16,-40 40 0,0 0 16,0 0-16,1 0 0,79 0 31,-80 0-31,0 0 0,0 0 15,0 0-15,41 0 16</inkml:trace>
  <inkml:trace contextRef="#ctx0" brushRef="#br0" timeOffset="115566.9496">31258 4130 0,'-80'0'16,"80"80"15,0-39-31,0-1 0,0 0 0,0 0 16,0 0-16,0 0 16,0 0-16,0 0 0,0 0 0,-40 1 15,40-1-15,0 0 0</inkml:trace>
  <inkml:trace contextRef="#ctx0" brushRef="#br0" timeOffset="115817.0039">31700 4210 0,'0'-40'16,"0"80"31,0 41-47,0-41 15,0 0-15,0 0 0,0 0 0,-40 0 0,40 40 16,-40-39-16,-1-1 0,1 0 16,0 0-16,0 0 0,0 0 0,-40 0 0,40 0 15,-1 0-15,1-40 16</inkml:trace>
  <inkml:trace contextRef="#ctx0" brushRef="#br0" timeOffset="117526.8302">27246 3408 0,'0'40'203,"40"-40"-203,-40 41 32,0-1-17,0 0 17,0 0-17,0 0 1,-40-40-16,40 40 15,0 0 32,0-80 47,0 0-78,0 0-1,40 0 1,0 0 0,0 40-16,-40-40 31,40 40-16,0 0 17,1 0-1,-1 0-15,0 0 15,0 40 16,-40 0-32,0 0-15</inkml:trace>
  <inkml:trace contextRef="#ctx0" brushRef="#br0" timeOffset="118556.8044">25360 4932 0,'-40'0'15,"0"0"-15,-1 0 16</inkml:trace>
  <inkml:trace contextRef="#ctx0" brushRef="#br0" timeOffset="126726.269">6380 11149 0,'40'0'31,"-40"40"63,-40-40-79,40 40-15,0 0 0,-40-40 0,40 40 16,0 0 0,0 0-16,0 0 0,-40 1 15,40-1 1,0 0-16,0 0 0,0 0 0,0 0 0,0 0 0,0 0 15,0 0-15,0 0 16,0 1-16,0-1 0,0 0 0,0 0 0,0 0 16,-40 40-16,40-40 0,0 0 0,0 1 0,-40-1 15,40 0-15,0 0 0,0 40 16,0-40-16,0 0 0,-41 0 0,41 0 0,0 1 16,0-1-16,0 40 15,0-40-15,-40 0 0,40 0 0,0 0 0,0 41 16,0-41-16,-40 0 0,40 40 15,0-40-15,0 0 0,0 0 0,0 40 16,-40-39-16,40-1 0,0 0 0,0 0 0,0 40 0,0-40 16,0 0-16,0 0 15,0 1-15,0 39 0,0-40 0,0 0 0,0 0 16,0 40-16,0-40 0,0 0 16,0 1-16,0-1 0,0 0 0,0 0 15,0 0-15,0 0 0,0 0 16,0 0-16,0 0 0,0 1 0,0-1 15,0 0 1,0 0-16,0 0 0,0 0 0,0 0 16,0 0-16,0 0 0,0 0 0,0 1 15,0-1-15,0 0 16,0 0-16,0 0 0,0 0 0,0 0 0,0 0 16,0 0-16,-40-40 15,40 41-15,0-1 0,0 0 0,0 0 0,-40-40 16,40 40-16,0 0 15,0 0-15,0 0 0,0 0 0,0 0 16,0 1-16,0-1 0,0 0 0,0 0 16,0 0-16,0 0 0,0 0 15,0 0-15,0 0 0,0 1 0,0-1 16,0 0-16,0 0 16,0 0-16,0 0 0,0 0 0,0 0 0,0 0 15,0 0-15,0 1 0,0-1 16,0 0-16,0 0 0,-40 0 0,40 0 15,-40 0 1,40 0-16,0 0 0,0 1 0,-41-1 0,41 0 16,0 0-16,0 0 0,-40 0 0,40 0 0,0 0 15,0 40-15,-40-39 0,40-1 16,0 40-16,0-40 0,0 40 0,0-40 0,-40 0 16,40 41-16,0-41 15,0 40-15,-40-40 0,40 0 0,0 0 0,-40 0 16,40 0-16,0 1 15,-40-41-15,40 40 0</inkml:trace>
  <inkml:trace contextRef="#ctx0" brushRef="#br0" timeOffset="128426.1633">2247 14518 0,'0'-41'0,"-40"41"31,0 0-31,0 0 16,120 0 78,-40 0-63,0 0-31,0 0 16,0 0-16,1 41 0,-1-41 15,0 40 1,0-40-16,0 0 0,0 0 0,40 0 16,-39 0-16,-1 0 15,40 40-15,-40-40 0,40 0 0,-40 0 0,41 0 0,-1 0 16,0 0-16,0 0 15,1 0-15,-1 0 0,0 0 0,1 0 0,-1 0 16,0 0-16,0 0 0,-40 0 0,41 0 0,-41 0 16,40 0-16,-40 0 15,0 0-15,41 0 0,-41 0 0,0 0 0,0 0 16,40 0-16,-40 0 0,0 0 16,41 0-16,-41 0 0,40 0 0,-40 0 0,40 0 15,1 0-15,-41 0 0,40 40 16,-40-40-16,40 0 0,-39 0 0,39 0 15,-40 0-15,40 0 0,0 0 16,1 0-16,-41 0 0,40 0 0,0 0 0,1 0 16,-1 0-16,0 0 0,0 0 0,-40 0 0,41 40 15,-1-40-15,0 0 0,0 0 16,1 0-16,39 0 0,-40 0 0,1 0 0,-1 0 16,40-40-16,-40 40 15,1 0-15,-1 0 0,0 0 0,1 0 0,-1 0 16,0 0-16,0 0 15,-40 0-15,41 0 0,-41 0 0,0 0 0,0 0 16,0 40-16,0-40 0,0 0 0,1 0 16,-1 40-16,0-40 15,0 0-15,0 0 0,0 0 0,40 0 16,-39 0-16,-1 0 16,0 0-16,0 0 0,0 0 0,0 0 0,0-40 15,0 40-15,1 0 16,-1 0-16,0 0 15,0 0 1,0 0-16,0 0 16,0 0-16,0 0 15,-40-40 32</inkml:trace>
  <inkml:trace contextRef="#ctx0" brushRef="#br0" timeOffset="131106.0012">6300 12312 0,'0'0'0,"0"-40"32,-40 40-32,0 0 15,-1 0 1,1 0-1,0 0 17,0 0-32,0 0 0,0 0 15,0 0 1,0 0-16,-1 0 0,1 0 16,0 0-16,0 0 15,0 0-15,0 0 0,40 40 0,-40-40 16,0 0-16,-1 40 15,1-40-15,0 0 0,0 0 16,0 40-16,0 0 0,0-40 16,40 40-16,-40-40 15,-1 40-15,1 0 0,0-40 16,40 40-16,-40-40 16,0 41-16,0-41 0,0 40 0,0 0 0,-1 0 15,1-40-15,0 40 0,40 0 16,-40 0-16,0 0 0,40 0 0,-40 1 0,0-1 15,40 0-15,-40 0 16,40 0-16,0 0 0,0 0 16,0 0-16,0 0 0,-41 0 0,41 1 15,0-1-15,0 0 0,0 0 16,-40-40-16,40 40 0,0 0 0,-40 0 0,40 0 16,0 0-16,-40 1 15,40-1-15,0 0 0,0 0 0,-40 0 0,40 0 16,0 0-16,0 0 0,0 0 15,0 0-15,-40 1 0,40-1 0,0 0 0,0 0 16,0 0-16,0 0 0,0 0 0,0 0 0,0 0 16,0 1-16,0-1 15,0 0-15,40 0 0,-40 0 0,0 0 16,40 0-16,-40 0 0,40 0 16,-40 0-16,0 1 0,0-1 0,40 0 0,-40 0 15,0 0-15,40 0 16,-40 0-16,0 0 0,41 0 0,-41 1 15,0-1-15,40-40 0,-40 40 16,40 0-16,-40 0 0,40 0 0,0 0 16,-40 0-16,40 0 0,-40 0 15,40-40-15,-40 41 16,40-41-16,-40 40 0,41-40 16,-41 40-16,40-40 0,-40 40 15,40-40-15,0 40 0,0-40 0,0 40 16,0-40-1,-40 40-15,40-40 0,1 0 0,-41 40 0,40-40 16,0 40-16,0-40 0,0 0 16,0 41-16,0-41 15,0 0-15,1 0 0,-1 40 16,0-40-16,0 0 16,0 0-16,0 40 0,0-40 15,0 0-15,1 40 0,-1-40 16,0 0-16,0 0 0,0 40 15,0-40-15,0 0 16,0 0-16,1 0 0,-1 0 16,0 0-16,0 0 0,0 0 15,0 0-15,0 0 0,0 0 16,1-40-16,-1 40 0,0 0 16,0 0-1,-40-40-15,40 40 0,0 0 0,0 0 0,0-40 16,1 40-16,-1 0 15,0-40-15,0 40 0,0 0 0,0 0 16,0-41-16,0 41 0,1 0 16,-1 0-1,0 0-15,-40-40 0,40 40 0,0 0 16,-40-40 0,40 40-16,0 0 0,1-40 15,-1 40 1,0-40-16,0 40 0,-40-40 15,40 40-15,0-40 16,0 0-16,0 40 0,1-40 16,-1 40-16,-40-41 0,40 41 0,-40-40 15,40 40-15,-40-40 16,40 40-16,-40-40 0,40 40 0,-40-40 16,0 0-16,40 40 0,-40-40 15,0 0-15,40 40 0,-40-40 0,0 0 0,41 40 16,-41-41-16,40 1 15,-40 0-15,40 0 0,-40 0 16,0 0-16,40 40 0,-40-40 0,0 0 0,0 0 16,0-1-16,0 1 15,0 0-15,0 0 0,0 0 16,0 0 0,0 0-16,0 0 0,0 0 15,0 0 1,0-1-16,0 1 0,0 0 15,0 0-15,0 0 16,0 0-16,0 0 0,0 0 0,0 0 16,0-1-16,0 1 0,0 0 0,0 0 15,-40 40-15,40-40 0,-40 0 16,40 0-16,-40 40 16,-1-40-1,1 40-15,40-40 0,-40 40 16,40-40-16,-40 40 15,40-41-15,-40 1 0,40 0 0,-40 0 16,40 0-16,-40 0 0,40 0 0,-40 40 16,40-40-16,0 0 15,-41-1-15,41 1 0,-40 40 16,40-40-16,-40 40 16,40-40-16,-40 40 15,40-40-15,-40 40 16,40-40-16,-40 40 0,40-40 15,-40 0-15,0 0 16,40 0-16,-41 40 0,41-41 0,-40 1 16,40 0-16,-40 0 0,0 0 15,40 0 1,-40 40-16,40-40 0,-40 40 16,40-40-16,-40 40 15,40-40-15,-41 40 16,41-41-1,-40 41-15,0-40 16,0 40-16,0 0 16,0 0-16,0 0 15,0 0-15,-1 0 16,1 0 0,0 0-16,0 0 15,0-40 1,0 40-16,0 0 15,0-40 1,-1 40-16,1 0 0,0 0 0,40-40 16,-40 40-16,0 0 0,0 0 15,0 0 1,0 0 15,-1 0-15,1 0-1,0 0-15,0 0 16,0 0-16,0 40 0,0-40 16,0 0-1,40-40 48,-41 40-48,41-40-15,-40 40 16,0 0-16,0 0 0</inkml:trace>
  <inkml:trace contextRef="#ctx0" brushRef="#br0" timeOffset="131645.9759">5497 12392 0,'0'80'63,"-40"-40"-47,40 0-1,-40 0-15,40 41 0,-40-41 0,40 40 0,0 0 16,-40 0-16,40 41 0,-40-41 15,40 0-15,-40 40 0,40-39 0,-41 39 0,41-40 16,-40 0-16,40 1 0,-40-1 0,40 0 0,-40 0 16,0-40-16,40 41 15,0-41-15,-40 40 0,40-40 0,-40 0 0,40 40 16,0-40-16,-40 1 0,40 39 16,0-40-16,-41 0 0,41 0 0,0 0 0,0 0 15,-40 0-15,40 0 16,0 1-16,0-1 0,0 0 15,0 0-15,0 0 16,0-80 15,0-40-15</inkml:trace>
  <inkml:trace contextRef="#ctx0" brushRef="#br0" timeOffset="132255.9426">6139 12673 0,'40'-40'16,"-80"80"-16,40-80 78,-40 120-78,40-40 16,-40 0-16,0 0 0,40 0 15,-40 0-15,40 0 0,-40 41 0,0-41 0,40 0 16,0 40-16,-41-40 0,41 40 0,0 1 0,-40-41 16,40 40-16,-40 0 15,40 0-15,-40 1 0,0-1 0,40 0 0,-40 0 16,40 0-16,-40 1 0,0-1 16,-1 0-16,41-40 0,-40 40 0,0 1 0,40-1 15,-40 0-15,0 0 16,40 0-16,-40 1 0,0-1 0,40 0 0,-40 0 15,40 0-15,-41 1 0,41-1 16,-40 0-16,40 0 0,-40-40 0,40 41 0,-40-1 16,40-40-16,-40 40 0,40-40 0,0 0 0,-40 0 15,40 1-15,0-1 16,0 0-16,0 0 0,-40 0 0,40 0 16,0 0-1,0 0 1,0-120 46</inkml:trace>
  <inkml:trace contextRef="#ctx0" brushRef="#br0" timeOffset="133285.8679">7102 13715 0,'0'-40'16,"0"80"-16,40-120 16,-40 40-1,0 0 110,41 0-109,-1 0-16,-40 0 16,0 0-16,0-1 0,0 1 15,40 40-15,-40-40 0,0 0 0,0 0 0,40 0 16,-40 0-16,0 0 15,0 0-15,40 40 0,-40-40 0,0-1 16,0 1 47,0 0-48,0 0 1,0 80 62,0 0-78,0 0 0,0 1 16,-40-1-16,40 40 15,-40-40-15,40 0 0,0 40 0,0-40 0,-40 41 16,0-41-16,40 40 0,0-40 15,-41 40-15,41-40 0,-40 41 0,40-1 0,-40-40 16,0 40-16,0 0 0,40 0 0,-40-39 0,0 39 16,0 0-16,-1 0 15,41 0-15,-40-39 0,0 39 0,40-40 0,-40 40 16,40 0-16,-40-40 0,40 41 16,-40-41-16,40 40 0,-40-40 0,0 40 0,40-40 15,-41 41-15,41-41 16,-40 40-16,0-40 0,0 40 0,40-40 0,-40 40 15,40-39-15,-40-1 0,40 0 16,-40 0-16,40 0 0,-40 0 0,40 0 0,0 0 16,-41 0-16,41 1 0,0-1 0,0 0 0,-40-40 15,40 40-15,0 0 16,0 0-16,-40-40 0,40 40 0,0 0 16,-40-40-16,40 40 15,0 0-15,-40-40 0,40 41 16,-40-41-1,0 0 1,40 40-16,0-80 31,40 40-15,-40-81-16,0 41 16</inkml:trace>
  <inkml:trace contextRef="#ctx0" brushRef="#br0" timeOffset="133935.9039">7744 14157 0,'0'0'16,"41"-41"-16,-41 1 31,-41 80 1,1 1-17,40-1 16,0 0 1,0 0-32,0 0 15,-40-40-15,40 40 16,-40-40-16,40 40 0,0 0 16,-40 0-1,40 1-15,0-1 0,0 0 0,-40 0 16,40 0-16,0 0 15,-40 0-15,40 40 0,-40-40 0,40 1 0,-41 39 16,1-40-16,40 40 0,-40-40 0,40 0 0,-40 41 16,40-41-16,-40 0 0,40 0 15,0 40-15,-40-40 0,40 0 0,0 0 0,0 0 16,0 1-16,0-1 16,0 0-16,0 0 0,-40 0 0,40 0 0,0 0 15,0 0-15,-41 0 16,41 1-16,0-1 0,-40-40 15,40 40-15,0 0 16,0 0 0,0 0-1,0-120 17,40 80-17,-40-40-15</inkml:trace>
  <inkml:trace contextRef="#ctx0" brushRef="#br0" timeOffset="134355.8039">8146 14838 0,'0'0'0,"-40"40"32,-1 1-17,41-1 17,0 0-17,0 0 1,0 0-1,0 120 1,-120 41 15,80-81-31,-40 1 32,80-81-32,-40-40 31,40-40-16,-41-1-15</inkml:trace>
  <inkml:trace contextRef="#ctx0" brushRef="#br0" timeOffset="135185.7562">8707 13194 0,'-40'0'15,"0"0"16,80 0 16,-40-40-31,40 40-16,1 0 16,-1 0-16,0 0 15,0 0-15,0 0 16,0 40-16,-40 0 15,0 0-15,0 0 16,-40 0 0,40 1-16,-40-1 0,40 0 15,-40-40-15,40 40 0,-40 0 16,0-40-16,40 40 0,-41-40 0,41 40 0,-40 0 16,0-40-1,40 40-15,40-40 31,41 0-15,-81-40-16,40 40 0,0 0 16,-40-40-16,40 40 15,0 0-15,0 0 0,-40 40 16,0 0 0,0 1-16,0-1 15,0 0 1,-40-40-16,40 40 0,0 0 0,-40-40 0,40 40 15,0 0-15,-40 0 0,0-40 0,0 40 16,-1 0-16,1-40 16,40 41-16,-40-41 0,0 0 0,40 40 15,-40-40-15,0 0 16,0 0-16,40-40 16,-40 40-16,40-41 0,-41-39 15,1 40-15</inkml:trace>
  <inkml:trace contextRef="#ctx0" brushRef="#br0" timeOffset="137255.6279">15007 11951 0,'0'0'15,"-40"0"-15,40-40 47,40 40-47,-40 40 47,-40-40-47,40 40 0,0 0 16,0 0-16,0 0 0,-40 0 15,40 0-15,0 1 0,-40 39 0,40-40 0,0 40 16,0-40-16,0 40 16,0-40-16,0 41 0,0-1 0,-40-40 0,40 40 15,0-40-15,0 41 0,-40-1 16,40-40-16,0 40 0,0-40 0,0 40 0,0-40 15,0 1-15,0 39 0,0-40 0,0 0 0,0 0 16,0 40-16,0-40 16,0 1-16,0-1 0,0 0 0,40 0 0,-40 0 15,0 0-15,0 0 0,0 40 16,0-40-16,0 1 0,40-1 0,-40 0 0,0 0 16,0 0-16,0 0 15,0 40-15,0-40 0,0 1 0,-40-1 0,40 0 16,0 40-16,-40-40 0,40 0 15,0 0-15,0 0 0,-40 41 0,40-41 0,0 0 16,-41 0-16,41 0 0,0 0 0,0 0 0,-40 0 16,40 0-16,0 1 15,0-1-15,0 0 0,0 0 0,-40-40 0,40 40 16,0 40-16,0-40 0,-40 0 16,40 0-16,0 1 0,0-1 0,0 0 0,-40 40 15,40-40-15,0 0 16,0 0-16,0 0 0,0 41 0,-40-41 0,40 0 15,0 0-15,0 40 0,0-40 0,0 0 0,0 0 16,0 1-16,0-1 0,0 0 16,0 0-16,0 0 0,0 0 0,0 0 0,0 0 15,-40 0-15,40 1 16,0-1-16,-41 0 0,41 40 0,0-40 0,0 0 16,-40 0-16,40 0 0,0 0 15,0 1-15,-40-1 0,40 0 0,0 0 0,0 0 16,0 0-16,0 0 15,0 0-15,0 0 0,0 1 0,-40-1 16,40-121 0,-40 1-1</inkml:trace>
  <inkml:trace contextRef="#ctx0" brushRef="#br0" timeOffset="138565.6213">11757 15239 0,'-40'0'32,"80"0"-32,-120 0 15,40 0-15,0 41 16,-1-41 0,1 0 30,0 0 1,40 40-15,0 0-17,40-40 1,-40 40-16,40-40 15,1 0-15,-1 0 16,0 0 0,0-40-16,0 40 0,0 0 15,0-40-15,0 40 16,1 0-16,-1 0 0,0 0 0,0 0 0,0-40 16,0 40-16,0 0 15,0 0-15,1 0 0,-1 0 0,0 0 0,0 0 16,0 0-16,0 0 0,0 0 15,0 0-15,1 40 0,-1-40 0,0 0 0,0 0 16,0 40-16,0-40 0,0 0 0,0 0 0,1 0 16,-1 0-16,0 0 15,0 0-15,40 0 0,-40 0 0,0 0 0,41 0 16,-41 0-16,40 0 0,0 0 16,-40 0-16,41 0 0,-1 0 0,0 0 0,-40 0 15,41 0-15,-1 0 16,-40 0-16,40 0 0,-40 0 0,41 0 0,-41 0 15,40 0-15,-40 0 0,40 0 0,-40 0 0,1 0 16,39 0-16,-40 0 0,0 40 16,40-40-16,-39 0 0,-1 0 0,40 0 0,-40 0 15,0 0-15,40 0 16,-39 0-16,-1 0 0,40 0 0,-40 40 0,0-40 16,0 0-16,0 0 0,1 0 15,-1 0-15,0 0 0,0 0 0,0 0 0,0 0 16,40 0-16,-39 0 15,-1 0-15,0 0 0,0 0 0,0 0 16,0 0-16,0 0 0,0 0 0,1 0 16,-1 0-16,0 0 15,0 0-15,0 0 0,0 0 0,0 0 16,0 0-16,41 0 16,-41 0-16,0 0 0,0 0 0,0 0 0,0-40 15,0 40-15,1 0 0,-1 0 16,0 0-16,0-40 0,0 40 0,0 0 0,0 0 15,0 0-15,1 0 0,-1 0 0,0 0 16,0 0 0,0 0-16,0 0 0,0 0 15,0 0-15,1 0 0,-1 0 16,0 0-16,0 0 0,0 0 16,0 0-16,0 0 15,0 0-15,-80 0 94,0-40-47,0 40-47</inkml:trace>
  <inkml:trace contextRef="#ctx0" brushRef="#br0" timeOffset="140025.4607">14847 14277 0,'40'0'125,"-40"40"-109,-40-40 15,0 0 63,0 0-78</inkml:trace>
  <inkml:trace contextRef="#ctx0" brushRef="#br0" timeOffset="141795.4263">14847 14678 0,'-80'0'141,"39"0"-126,1 0 1,0 0-16,0 0 15,0 0 1,0 40 0,0-40-16,40 40 15,-41 0 1,1-40-16,0 40 0,0-40 16,0 40-16,0-40 15,0 41-15,0-41 0,-1 40 0,1-40 16,40 40-1,-40 0-15,0 0 16,40 0-16,-40 0 16,40 0-1,0 0-15,-40-40 0,40 41 0,0-1 16,-40-40 0,40 40-16,0 0 0,-40-40 0,40 40 15,-41 0 1,41 0-16,0 0 15,-40 0-15,40 0 0,0 1 16,0-1 0,0 0-16,-40 0 0,40 0 15,0 0-15,0 0 16,0 0-16,0 0 16,0 1-1,40-41-15,-40 40 0,40-40 16,-40 40-16,41 0 15,-1-40-15,-40 40 0,0 0 16,40-40-16,-40 40 16,40 0-1,0-40 1,-40 40 0,40-40-16,0 0 0,0 0 15,1 0-15,-1 0 16,0 0-16,0 0 15,0 0-15,0 0 0,0 0 16,0 0 0,1 0-16,-1 0 15,0-40-15,0 40 16,0 0-16,0 0 0,0 0 16,1-40-16,-1 40 15,0 0-15,-40-40 0,40 40 0,-40-40 16,40 40-1,0-40-15,0 40 16,-40-40-16,40 40 0,-40-40 16,41 40-16,-1-40 15,0 40-15,-40-41 0,40 41 16,-40-40 0,40 40-16,-40-40 0,40 40 15,-40-40 1,0 0-16,0 0 0,40 40 15,-40-40-15,0 0 0,40 40 0,-40-40 16,0-1 0,41 1-16,-41 0 15,0 0 1,0 0-16,0 0 31,-41 0-31,41 0 16,0 0-16,0 0 15,0-1-15,0 1 16,-40 0-16,40 0 31,-40 40-31,0-40 16,0 40 0,40-40-16,-40 40 0,40-40 15,-40 40 1,40-40-16,-40 40 15,-1 0-15,41-40 16,-40 40 0,40-41-16,-40 41 31,40-40-31,-40 40 16,0 0-1,0 0-15,0 0 16,0 0-1,40 40-15,-41-40 16,1 0 0,0 0-1,0 0 1</inkml:trace>
  <inkml:trace contextRef="#ctx0" brushRef="#br0" timeOffset="142225.3283">15529 14437 0,'40'0'31,"-40"40"16,-40-40-32,40 41 1,0-1-16,0 0 0,-40-40 16,40 40-16,0 0 15,0 0-15,-40-40 0,40 40 16,0 0-1</inkml:trace>
  <inkml:trace contextRef="#ctx0" brushRef="#br0" timeOffset="142595.3793">15810 14477 0,'0'41'15,"0"-1"48,0 0-48,0 0-15,-40-40 0,40 40 16,0 0-16,0 0 16,-40 0-16,40 0 0,0 0 31,-41 1-31</inkml:trace>
  <inkml:trace contextRef="#ctx0" brushRef="#br0" timeOffset="142935.3577">16091 14758 0,'0'-40'15,"-40"40"1,40-40 0,40 40-1,0 0-15,0 0 32,-40 80-17,0-40 1,0 40-1,-80 1 1,-1-41 0,41-40-1,0-40 1,40-41 0,40 41-1</inkml:trace>
  <inkml:trace contextRef="#ctx0" brushRef="#br0" timeOffset="143065.3499">16211 14598 0,'0'0'0,"40"0"0,40-40 31,-39 40-31,-1 0 32,40-40-17</inkml:trace>
  <inkml:trace contextRef="#ctx0" brushRef="#br0" timeOffset="143845.3013">14205 14999 0,'40'40'15,"-40"0"-15,40-40 32,-80 0 46,40 40-78,-40-40 0,40 40 15,0 0 1,-40 0-16,-1 1 0,41-1 0,-40 0 16,0 0-16,40 0 0,-40 0 15,40 0-15,-40 0 0,40 0 0,-40 0 0,40 1 16,-40-1-16,40 0 16,-40 0-16,-1 0 0,41 0 15,-40-40-15,40 40 0,0 0 16,-40-40-16,40 40 0</inkml:trace>
  <inkml:trace contextRef="#ctx0" brushRef="#br0" timeOffset="144285.2573">14606 15079 0,'40'-40'31,"-80"80"-31,80-120 16,0 80 0,-40 40 30,0 0-46,0 0 16,-40 0-16,40 0 0,-40 0 16,0 1-16,40-1 0,-40 0 0,40 0 15,0 0-15,-40 0 16,40 0-16,0 0 0,-41 0 0,41 0 0,-40 1 16,40-1-16,0 0 0,-40 0 15,40 0-15,0 0 0,-40 0 0,40 0 0,-40 0 16,40 1-16,-40-1 0,40 0 0,-40 0 15,40 0 1,0 0-16,0 0 16,-40-40-16</inkml:trace>
  <inkml:trace contextRef="#ctx0" brushRef="#br0" timeOffset="144635.2541">14967 15520 0,'0'0'16,"40"-40"-1,0 40 1,1-40-1,-41 80 32,0 0-47,0 0 0,-41 0 16,41 0-16,-40 1 16,40-1-16,-40-40 0,40 40 0,-40 0 0,40 0 15,-40 0-15,0 0 16,40 0-16,-40 0 0,40 1 0,-40-1 0,-1-40 15,41 40-15,-40 0 0,40 0 0,-40-40 16,40 40 0,-40-40-1</inkml:trace>
  <inkml:trace contextRef="#ctx0" brushRef="#br0" timeOffset="147654.9963">8186 10627 0,'0'-40'0,"-40"40"0,40-40 0,-81 40 15,41-40-15,0 40 16,0 0-16,0 0 0,0-40 0,0 40 0,0 0 15,-1 0-15,41 80 16,0-40-16,0 0 16,0 0-16,0 41 0,0-41 0,0 0 0,0 40 15,0-40-15,0 40 16,0-40-16,0 1 0,0-1 0,0 0 0,0 0 16,0 0-16,0 0 15,-40 0-15,40-80 31,0 0-15,0 0-16,0 0 0,40-40 0,-40-1 0,0 1 16,0 0-16,0 0 0,41 0 15,-41-1-15,40 1 0,-40 0 0,40 40 0,-40-40 16,40 39-16,-40 1 16,0 0-16,40 0 0,-40 0 0,40 40 15,-40-40-15,40 0 16,0 40-1,1 40 1,-41 0 0,0 0-16,0 0 0,0 0 0,0 0 0,0 1 15,-41 39-15,41-40 0,-40 0 16,40 0-16,-40 0 0,0 0 0,0 0 0,0 1 16,0-1-16,40 0 15,-40-40-15,-1 0 0,1 40 0,0 0 16,0-40-16,40-40 15,0-40 1,0 40-16,40-1 0,0 1 16,-40 0-16,40 0 15,1 0-15,-1 40 0,0 0 16,-40 80 0,40-80-16,-40 40 0,0 0 0,40 1 0,-40-1 15,0 0-15,40 0 16,-40 0-16,0 0 0,0 0 0,0 0 15,0 0-15,0 0 0,0 1 0,0-1 0,0 0 16,0 0-16,0 0 16,40-40-16,-40 40 0,0 0 0,40-40 15,-40 40-15,41-40 16,-1 0-16,0 0 0,0 0 0,0 0 0</inkml:trace>
  <inkml:trace contextRef="#ctx0" brushRef="#br0" timeOffset="147845.0619">8467 11269 0,'-40'0'47,"40"40"-32,0 0-15,0 0 16,0 0 0,0 1-16,0-1 0,0 0 0,40-40 15,-40 40-15,0 40 0,0-40 16,0 0-16,0 0 0,0 0 0,0 1 15,40-1-15</inkml:trace>
  <inkml:trace contextRef="#ctx0" brushRef="#br0" timeOffset="148745.005">12800 11229 0,'0'-40'16,"0"80"-1,0 40 1,0-40 0,0 0-16,-40 0 0,40 1 0,0 39 0,-40-40 15,40 0-15,-40 0 0,40 0 16,-40 0-16,40 0 0,0 0 0,-40 1 0,40-1 15,-40-40-15,40 40 0,0-80 32,0-41-17,80 41-15,-80 0 16,40 0-16,-40-40 0,40 0 0,-40 40 0,40-41 16,0 1-16,-40 40 15,40-40-15,-40 40 0,41 0 0,-41-41 0,40 41 16,-40 0-16,40 40 0,0 0 15,0 0 1,0 0-16,0 0 0,0 0 16,-40 40-1,0 41-15,0-41 0,0 0 16,0 0-16,-40 0 0,40 0 16,-40 0-16,0 0 0,0 0 0,-40 1 0,40-1 15,-1 0-15,1 0 16,0 0-16,0-40 0,0 40 0,0-40 0,40 40 15,-40-40-15,80 0 32,0 0-17,0 0 1,0-40-16,0 40 0,0 0 0,1 0 16,-1 0-16,0 40 15,0-40-15,-40 40 0,40-40 0,0 0 0,-40 40 16,40-40-16,-40 40 15</inkml:trace>
  <inkml:trace contextRef="#ctx0" brushRef="#br0" timeOffset="149014.9883">13202 11750 0,'40'-40'0,"-80"80"0,120-80 0,-40 40 15,-40-40 1,80 40-1,0 40-15,-39 40 32,-41-40-32,-121 81 15,81-121-15,0 40 0,40 0 16,-80 80 0,160-80-1,201-80 1,-201 0-1,-40 0-15,121-40 16,-121 40-16,0 40 0,0-40 16,0 40-16</inkml:trace>
  <inkml:trace contextRef="#ctx0" brushRef="#br0" timeOffset="150544.8953">26283 12071 0,'0'-40'31,"0"120"-16,0-40-15,0 0 0,0 1 0,-40-1 16,40 0-16,0 40 0,-40-40 16,40 0-16,0 0 0,-41 0 0,41 0 15,0 1-15,0-1 16,0 0-16,0-80 31,0 0-31,0-1 16,0-39-16,0 40 0,41 0 0,-41-40 0,0 0 15,0 40-15,40-41 16,0 1-16,-40 40 0,40 0 0,-40-40 0,40 40 16,-40-1-16,40 1 0,0 0 15,0 40-15,1-40 0,-1 40 16,0 0 0,0 0-16,-40 40 0,40 0 15,-40 0-15,40 1 16,-40-1-16,0 0 0,0 0 0,-80 0 0,80 0 15,-80 0-15,40 0 0,-1 0 0,-39 1 0,40-1 16,0-40-16,0 40 16,0-40-16,0 40 0,-1-40 0,1 0 0,40 40 15,40-40 17,1 0-17,-1 0-15,0 0 0,0 0 0,0 0 0,0 0 16,0 0-16,0 0 0,-40 40 0,41-40 0,-1 40 15,0-40-15,0 40 0,0-40 16,0 40-16,0-40 0,-40 40 0,40-40 0,1 0 16,-1 0-1,0 0-15,0 0 16,-40-40-16,40 40 16,-40-40-16</inkml:trace>
  <inkml:trace contextRef="#ctx0" brushRef="#br0" timeOffset="151844.8163">27206 12392 0,'-40'0'31,"80"0"0,-40-40-31,40 40 16,0 0-16,0 0 15,-40 40 32,-40-40-47,40 40 32</inkml:trace>
  <inkml:trace contextRef="#ctx0" brushRef="#br0" timeOffset="153264.7308">27366 12232 0,'-40'0'0,"0"0"15,0 0 1,0 0 0,40 80-1,80 40 1,-80-80-16,40 0 15,-40 0-15,0 81 16,0-41 15,0-40-31</inkml:trace>
  <inkml:trace contextRef="#ctx0" brushRef="#br0" timeOffset="153754.6262">27928 12753 0,'0'-40'0,"-40"0"16,40 0-1,0-81 1,0 81-16,0-160 31,40 160-31,-40-41 0,0 1 0,120-161 32,1 121-17,-121 80 1,40 40-16,40-40 15,-40 40-15,0 0 0,0 0 16,1 0 0,-41 40-16,40 40 31,-40-40-31,0 81 16,0-81-16,0 0 0,0 40 15,80-40-15,-40 81 16,-40-81-16,40-40 0,-40 40 15,80 80 1,41-40 15,-81-80-31</inkml:trace>
  <inkml:trace contextRef="#ctx0" brushRef="#br0" timeOffset="154504.5803">29653 11830 0,'-40'0'16,"0"41"-16,0-41 15,40 40 1,-40 0-16,40 40 15,0-40-15,0 0 0,-40 121 16,40-121-16,0 80 31,0-80-31,0 0 0,0 0 16,0-80 0,0-40-1,0 40-15,0 0 0,0 0 0,0 0 16,0-41-16,40 41 15,-40 0-15,40-40 0,-40 40 0,40 0 0,-40-40 16,40 39-16,0 1 0,-40 0 16,41 0-16,-41 0 0,40 0 0,-40 0 0,40 0 15,-40 0-15,40 40 16,0-40-16,0 40 0,0 0 0,0-41 16,1 41-16,-1 0 15,-40 41-15,40-1 0,-40 40 16,0-40-16,0 0 0,-80-40 0,80 40 15,-41 0-15,41 0 16,-80 0-16,80 1 0,-40-41 0,0 40 0,0 0 16,0-40-16,0 40 0,-1-40 15,1 40-15,0-40 0,0 0 16,0 0 0,40-40-1,0 0 1,40 0-1,0 40-15,40 40 32,-39 0-32,-41 0 15,40-40-15,0 40 0,0 0 16,-40 0-16,40 0 0,0-40 0,-40 41 0,40-1 16,0-40-16,-40 40 15,41-40-15,-1 40 0,0 0 16,-40 0 15</inkml:trace>
  <inkml:trace contextRef="#ctx0" brushRef="#br0" timeOffset="154994.6258">30336 12392 0,'0'-40'0,"40"40"15,-40-40 1,40 40 0,0 0-16,0-40 15,0 40-15,0 0 16,41 0-1,-81 80 1,-121 0 15,121-40-31,-40-40 0,0 40 32,40 0-17,80-40-15,-40 0 0,0 0 0,41 0 31,39 0-15,-80 0 0,40-40-1,-120 40 48,0 0-63,0 0 15,0 0 1,0 0-16,0 40 0,0-40 16,-1 40-16</inkml:trace>
  <inkml:trace contextRef="#ctx0" brushRef="#br0" timeOffset="155714.5303">27166 14116 0,'0'-40'16,"0"80"-16,-41-40 31,41 41-31,0-1 16,0 0-16,0 0 16,0 0-16,0 0 15,0 0-15,0 0 0,0 0 0,0 1 0,0-1 16,0 40-16,0-40 0,0 0 0,0 40 0,0-40 15,0 41-15,-40-41 0,40 40 16,0 0-16,-40 0 0,40 1 0,0-41 0,0 40 16,-40 0-16,40 0 15,0-40-15,0 41 0,-40-1 0,40-40 0,0 40 16,0 0-16,-40-40 0,40 41 16,0-1-16,-40 0 0,40 0 0,0 0 0,-40-39 15,40 39-15,-41 0 0,41 0 0,-40 0 0,40-39 16,-40 39-16,40 0 15,0 0-15,-40 0 0,40 1 0,0-41 0,0 40 16,0 0-16,0-40 0,40 40 16,-40-39-16,40 39 0,-40-40 0,40 40 0,-40-40 15,41 40-15,-41-40 16,0 1-16,0 39 0,0-40 0,0 0 0,0 0 16,0 0-16,40-40 15,-40 40-15,0-80 31</inkml:trace>
  <inkml:trace contextRef="#ctx0" brushRef="#br0" timeOffset="156524.465">24758 16683 0,'-40'-40'15,"80"80"-15,-120-120 0,40 80 0,-1-40 32,1 40-32,-40 0 15,0 0 16,40 0-15,80 0 31,0 0-31,0 0-1,0 0-15,0 0 0,0 0 16,1 0-16,-1 0 0,0 0 0,0 0 15,0 0-15,0 0 16,0 0-16,0 0 0,1 0 0,-1 0 0,40 0 16,-40 0-16,40 0 0,1 0 15,-1 0-15,-40 0 0,40-40 0,1 40 0,39 0 16,-40 0-16,0 0 16,1 0-16,-1 0 0,0 0 0,0 0 0,1 0 15,-1 0-15,0 0 0,0 0 0,1 0 0,-1 0 16,0 0-16,0 0 0,1 0 15,-1 0-15,-40 0 0,40 0 0,1 0 0,-1 0 16,0 0-16,0 0 16,1 0-16,-1 0 0,0 0 0,0 0 0,1 0 15,-1 0-15,-40 0 0,40 0 16,0 0-16,-39 0 0,-1 0 0,0 0 0,0 0 16,0 0-16,0 0 15,0 0-15,-40-40 0,40 40 0,1 0 16,-1 0-16,0 0 0,0 0 15,0 0-15,0 0 16,0 0-16,0 0 0,-80 0 31,0 0-15</inkml:trace>
  <inkml:trace contextRef="#ctx0" brushRef="#br0" timeOffset="158084.4358">26965 16001 0,'40'0'16,"-40"-40"62,-40 40-63,0 0 1,0 0 15,0 0-31,-1 0 32,41 40-32,-40-40 0,0 0 15,0 41 16,0-41-15,0 40 0,0-40-1,40 40 1,-40-40-16,-1 40 16,1 0-1,0 0-15,0-40 16,40 40-16,-40 0 15,0 0 1,0 0-16,40 1 16,-40-41-1,40 40-15,0 0 0,-41-40 16,41 40 0,0 0-16,0 0 15,0 0-15,0 0 16,41-40-1,-41 40 1,0 1 0,40-41-16,-40 40 15,0 0 1,40-40-16,-40 40 0,40-40 16,-40 40-1,40-40-15,-40 40 16,40-40-16,0 0 15,-40 40-15,40-40 0,1 0 16,-1 0-16,0 0 16,0 0-1,-40 40-15,40-40 16,0 0 0,0 0-16,0 0 15,-40-40-15,41 40 0,-1-40 16,0 40-1,0 0-15,-40-40 16,40 40-16,0 0 16,0 0-16,0 0 31,-40-40-31,41 40 0,-1-40 16,-40 0-1,40 40-15,-40-40 0,40-1 16,-40 1-16,40 40 15,-40-40 1,0 0-16,40 0 0,-40 0 16,40 40-1,-40-40-15,0 0 0,40 40 16,-40-40 0,41-1-16,-41 1 15,0 0-15,0 0 16,0 0-16,0 0 15,0 0-15,0 0 16,0 0 0,0 0-16,-41 40 15,1-41 1,0 41 0,0 0-1,0 0-15,0 0 16,0 0-16,0 0 15,-1 0 1,1 0-16,0 0 0,0 0 16,0 0-1,0 0-15,0 0 0,0 0 16,40 41-16,-41-41 16,1 40-16,0-40 0,0 0 15,40 40-15,-40-40 0,40 40 16,-40-40-1</inkml:trace>
  <inkml:trace contextRef="#ctx0" brushRef="#br0" timeOffset="158484.4133">26644 16082 0,'40'0'31,"-40"40"16,-40 0-47,40 0 16,-40-40-16,40 40 0,-40 0 0,40 0 0,-40 0 15,40 0-15,-41 1 0,1-1 0,40 0 16,-40 0-16,0 0 15,40 0-15,-40-40 0,40 40 0,-40-40 16,40 40 0,-40-40-16,40 40 0,-40-40 0,-1 41 15,41-1 1,-40-40-16,0 40 0,80-40 62,-40-40-46,40 40-16,-40-40 0</inkml:trace>
  <inkml:trace contextRef="#ctx0" brushRef="#br0" timeOffset="158904.3133">26925 16242 0,'0'0'0,"80"-40"15,-40 40 1,-40 40 31,0 0-16,-40-40-31,40 40 0,-40 0 16,40 0-1,0 1-15,-40-41 0,0 40 0,40 0 0,-40-40 16,40 40-16,-41 0 16,1 0-16,40 0 0,-40 0 15,40 0-15,-40 1 0,40-1 0,-40 0 16,40 0-1</inkml:trace>
  <inkml:trace contextRef="#ctx0" brushRef="#br0" timeOffset="159214.2972">27326 16322 0,'0'0'15,"0"40"32,-40-40-31,40 40-16,0 1 0,-40-41 0,40 40 15,-40 0-15,0 0 16,-1 0-16,41 0 0,-40 0 16,0 0-16,0 0 15,40 1-15,-40-41 0,40 40 0,0 0 0,-40-40 16,40 40-16,-40 0 0,0 0 0</inkml:trace>
  <inkml:trace contextRef="#ctx0" brushRef="#br0" timeOffset="160534.2888">27808 15400 0,'0'-40'0,"0"80"94,0 0-94,0 0 0,-41 0 16,41 0-16,0 0 0,0 0 15,-40 1-15,40-1 16,0 0-16,0 0 16,0 0-16,40-40 47</inkml:trace>
  <inkml:trace contextRef="#ctx0" brushRef="#br0" timeOffset="160954.2093">28249 15480 0,'0'0'0,"40"0"15,0-40 1,-40 80 47,0 0-48,0 0-15,-40 0 0,40 0 16,-40 1-1,40-1-15,-40 0 0,0 0 0,40 0 0,-40 0 16,40 0 0,0 0-16,-41-40 0,41 40 15,0 1-15,-40-41 16,40 40-16,0 0 16,0 0-1</inkml:trace>
  <inkml:trace contextRef="#ctx0" brushRef="#br0" timeOffset="161294.2428">28570 15761 0,'0'0'16,"0"40"31,0 0-31,0 0-1,0 0 1,0 0-16,40-40 15,-40 40-15,0 1 16,0-1-16,-40-40 0,-40 40 31,40-40-31,-1 0 16,41-40 0,0 0-16</inkml:trace>
  <inkml:trace contextRef="#ctx0" brushRef="#br0" timeOffset="161434.1623">28610 15681 0,'0'0'0,"40"-41"0,0 1 32,0 0-17,1 40-15,39-80 16,-40 80-16,0-40 0,0 40 16,0-80-1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16:25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1725 1042 0,'0'40'47,"-40"-40"-32,0 40 17,40 0-32,0 41 15,0-41-15,0 0 0,0 0 16,0 0-16,-40 0 16,40 0-16,0 41 0,0-41 0,0 0 0,0 40 15,0-40-15,0 0 0,0 0 16,0 0-16,0 0 0,0 1 0,40-1 0,-40 0 15,0 0-15,40-40 16,-40 40-16,40-40 0,-40 40 0,41-40 0,-1 0 16,0 0-1,0 0-15,0 0 0,0-40 0,0 40 16,-40-40-16,40 40 0,-40-40 0,41 40 0</inkml:trace>
  <inkml:trace contextRef="#ctx0" brushRef="#br0" timeOffset="250.0617">1404 1844 0,'-40'0'15,"80"0"-15,-120 0 16,120 0 15,-40-40-31,81 40 0,-81-40 0,40 0 0,0 40 16,40-40-16,-40 40 15,0 0-15,41-40 0,-41 40 0,40-40 0,-40 40 16,0-40-16,0 40 0,0 0 0,1 0 0,-1 0 16</inkml:trace>
  <inkml:trace contextRef="#ctx0" brushRef="#br0" timeOffset="499.975">2408 1523 0,'-41'0'16,"1"0"-1,40 41 1,0-1-16,0 0 15,40 0-15,-40 0 16,41 0-16,-41 0 0,0 0 0,0 0 16,0 0-1,0 1-15,0-1 0,40 0 0,-40 0 0,0 0 16,0 0-16</inkml:trace>
  <inkml:trace contextRef="#ctx0" brushRef="#br0" timeOffset="690.0327">2367 1403 0,'0'0'0,"-40"-40"0,0 40 15,40-40-15,-40-40 16,80 40 15</inkml:trace>
  <inkml:trace contextRef="#ctx0" brushRef="#br0" timeOffset="1269.958">2729 1564 0,'0'-41'16,"-41"41"0,82 0-1,-1 41 1,0-41 0,0 80-16,0 40 15,-40-80-15,0 0 0,0 40 16,0 1 15,0-121-15,0-1-1,0-39-15,40-40 16,0 120-16,41-40 31,-41 40-31,-40 40 16,0 0-1,40 40 1,-40-40 0,0 0-16,-40-40 15,40-40-15,0 0 16,40 0-16,-40 0 16,0 0-16,40 40 0,-40-40 31,40 40-31,0 0 15,-40 40 1,0 0-16,40-40 0,-40 40 0,0 0 16,0 0-16,0 0 15,0 1-15,0-1 0,0 0 16,0 0-16,0 0 0,0 0 0,-40 0 16,40 0-1,0 0-15</inkml:trace>
  <inkml:trace contextRef="#ctx0" brushRef="#br0" timeOffset="1989.9128">3692 1884 0,'40'40'31,"0"-40"-15,0 0-1,-40 41-15,40-41 0,0 0 16,-40-41-1,0 1 1,0 0-16,0 0 16,0 0-16,0 0 0,-40 40 15,40-40-15,-80 40 16,40 0 0,0 40-16,0 0 0,-1 40 15,41-40-15,-40-40 16,0 40-16,40 1 0,0-1 0,-40 0 0,40 0 0,0 0 15,0 0 1,80 0-16,-40 0 0,1-40 16,-41 40-16,80-40 0,-40 0 15,0 0-15,0 0 0,0 0 16,0 0-16,1 0 0,-1-40 0</inkml:trace>
  <inkml:trace contextRef="#ctx0" brushRef="#br0" timeOffset="2459.936">5578 1483 0,'-41'0'31,"82"0"-31,-122 0 0,41 0 0,0 0 0,0 40 31,0 41-15,40-41-1,0 0-15,0 80 16,0-80-16,0 0 16,40 0-16,0 41 15,40 39 1,-80-80 0,-80 40-1,0-40 1,-121-40-1,41-40 1</inkml:trace>
  <inkml:trace contextRef="#ctx0" brushRef="#br0" timeOffset="2939.8234">5738 1203 0,'0'0'16,"0"-41"0,40 41-1,0 121 1,41 119 15,-81-159-31,0-1 0,0 80 16,0-120-16,0 0 0,0 1 31,0-1-31,-41-40 0,41-40 31,0-1-31,41 1 0,-41 0 0,0 0 16,40 0-16,-40 0 15,40 0-15,0 0 0,0 40 16,0 0 0,0 0-16,-40 40 15,40-40-15,-40 40 0,0 0 0,41-40 16,-41 40-16,0 0 16,0 0-16,40-40 0,-40 40 0,0 1 0,0-1 15,40 0-15,-40 0 16,40 0-16,0 0 0,0 0 15,0-40 1,0 0-16,1 0 0</inkml:trace>
  <inkml:trace contextRef="#ctx0" brushRef="#br0" timeOffset="3149.8123">6902 1604 0,'0'0'0,"-40"40"0,-1-40 32,41 40-32,41 120 15,-41-80 1,0-39-16,0 79 16,0-80-16,0 0 15</inkml:trace>
  <inkml:trace contextRef="#ctx0" brushRef="#br0" timeOffset="3319.8003">6741 1483 0,'-40'-40'15,"80"80"-15,-120-120 16</inkml:trace>
  <inkml:trace contextRef="#ctx0" brushRef="#br0" timeOffset="3709.851">7704 1724 0,'-40'40'0,"80"-80"0,-120 80 0,80 0 32,0 40-17,0 81 1,0-121-16,0 120 16,0-120-16,0 1 0,0-1 15,0 40 1,-40 120-1,0-79 1,-40-121 0</inkml:trace>
  <inkml:trace contextRef="#ctx0" brushRef="#br0" timeOffset="3869.8397">7423 2406 0,'0'0'16,"121"-80"0,-41 39-1,40-39-15,-79 80 0,79-80 32,-120 40-32,40 40 0</inkml:trace>
  <inkml:trace contextRef="#ctx0" brushRef="#br0" timeOffset="4119.7554">8106 1403 0,'-41'0'15,"1"0"32,40 40-31,0 0-16,0 0 15,0 1-15,0-1 0,0 40 0,0-40 16,0 0-16,0 0 0,0 40 16,0-40-16,0 1 0,0-1 0,0 0 0,0 0 15,0 0-15,40 0 0,-40 0 0,0 0 16</inkml:trace>
  <inkml:trace contextRef="#ctx0" brushRef="#br0" timeOffset="4439.7326">7985 2005 0,'0'0'0,"0"-40"31,80 40-31,-39-41 16,-1 41-16,0-40 15,0 40-15,0-40 0,0 40 0,0 0 0,0 0 16,1-40-16,-1 40 15,-40-40-15,0 0 16,0 0 0,0 80 31,0 0-47,0 0 0,0 0 0,-40 0 15,40 0 1,0 1-16,0-1 0,0 0 0,0 0 0,0 0 15,-41 0-15,41 0 0,0 0 16,0 0-16,-40-40 0</inkml:trace>
  <inkml:trace contextRef="#ctx0" brushRef="#br0" timeOffset="4609.7948">8386 1564 0,'0'0'16,"-40"0"-16,-40-41 0,40 41 0,40-80 15,40 80 1</inkml:trace>
  <inkml:trace contextRef="#ctx0" brushRef="#br0" timeOffset="5559.6644">9028 1604 0,'0'40'16,"0"0"15,0 0-16,41 0-15,-41 0 0,0 0 16,0 0 0,0 0-16,0 1 0,-41-41 15,41-41 1,41-39 0,-41 40-16,40 0 0,0 0 15,0 40 1,0 40-1,-40 0 1,40-40-16,-40 80 0,0-40 16,40-40-16,-40 41 0,0-1 0,40-40 15,1 0 1,-1 0-16,0 0 0,0 0 0,-40-40 16,40 40-16,0-41 0,0 41 15,0-80-15,1 40 0,-41 0 0,40 0 16,-40 0-1,0 0-15,-40 80 47,40 0-47,-41-40 0,41 40 32,0 0-32,-40-40 0,40 40 0,40-40 31,1-40-16,-41 0 1,40 40-16,-40-40 0,0 0 0,0 0 16,0 0-16,0 0 0,0-1 15,0 1-15,0 80 32,0 1-17,0 39-15,0-40 16,0 0-16,0 0 0,0 40 15,0-40-15,0 0 0,0 1 0,0 39 0,0-40 16,40 40-16,-40-40 16,40 40-16,-40-39 0,0-1 0,40 40 0,-40-40 15,0 40-15,0 0 0,0-40 0,0 1 0,-40 39 0,40-40 16,-80 0-16,80 0 16,-40 0-16,40 0 0,-41-40 0,41 40 0,-40-40 15,0 41-15,0-41 16,0 0-16,0 0 15,0 0 1,40-41-16,0 1 16,0 0-16,0 0 0,0 0 0,0 0 15,40 0-15,-40 0 16,40 0-16,-40-1 0,80 1 0,-80 0 0,40 0 16,0 0-16,1 0 0,-1 0 15,0 40-15,0 0 0,-40-40 16,40 40-1,0 0-15,0 0 16</inkml:trace>
  <inkml:trace contextRef="#ctx0" brushRef="#br0" timeOffset="6349.7064">11276 1724 0,'-41'0'0,"41"40"31,0 0-31,0 40 16,0-40-16,41 1 0,-41 39 15,0-40-15,40 0 0,-40 40 0,40-40 0,-40 41 16,40-41-16,-40 0 16,0 0-16,0 0 0,40 0 0,-40 0 0,0 0 15,0 0-15</inkml:trace>
  <inkml:trace contextRef="#ctx0" brushRef="#br0" timeOffset="6649.6716">11316 1924 0,'-81'-120'16,"162"240"-16,-202-280 0,121 40 15,0 80-15,0 0 0,81-41 16,79-39 15,-40 120-15,-120 120-1,-40 81 17,-80-1-17,-41-79 1,121-121 0</inkml:trace>
  <inkml:trace contextRef="#ctx0" brushRef="#br0" timeOffset="6969.6532">11918 1564 0,'80'80'16,"-40"-80"-16,0 40 15,0-40-15,81 120 31,-81-40-15,-80 1 0,-1-81-1,41-81 17,0-39-17,81-40 1,-1 160-16,-40-81 31,0 81-31,0 0 0,0 41 16,1-41-16</inkml:trace>
  <inkml:trace contextRef="#ctx0" brushRef="#br0" timeOffset="7669.6091">12961 1684 0,'0'0'16,"40"40"-1,-40 0 1,0 0 0,-40-40-1,-81 40 1,41-40 0,40-40 15,160-80-16,41 40 1,-41 40 0,81-1 15,-41 1-15,-119 40-1,-41-40 16,0 80-15,0 0-16,0 81 16,0-81-16,0 40 15,0 0-15,0-40 0,0 161 32,0-161-32,80 0 0,-80 80 15,40 1 1,0-121 15,-40-80-15,-40-121-1,40-80 1,80 1 15,-80 239-31,80-79 16,-39 120-16,-41-40 0,80 0 15,-40 40 17,-40 40-17,-120 161 1,120-161-16,-161 120 16,121-120-16,0 0 0,0 40 31</inkml:trace>
  <inkml:trace contextRef="#ctx0" brushRef="#br0" timeOffset="8049.589">14486 1644 0,'-81'0'0,"162"0"0,-202 0 0,1 0 31,80 0-31,40 40 0,-40-40 16,40 80 0,80 0-1,0-80 17,0-80-17,-80-40 1,40 80 15,-40 80-15,41 120-1,79-40 1,-80-79 15,0-1-15</inkml:trace>
  <inkml:trace contextRef="#ctx0" brushRef="#br0" timeOffset="8319.4947">14887 1644 0,'0'40'47,"40"-40"-47,0 40 16,0 0-16,0 0 15,-40 0 1,0 0-16,0 0 16,0-120 15,0 40-31,41 40 0,-41-40 16,0 0-16,40 0 15,0 0-15,-40 0 0,40 40 0,0-40 16,0-1-16,0 41 15,-40-40-15</inkml:trace>
  <inkml:trace contextRef="#ctx0" brushRef="#br0" timeOffset="8549.5554">15850 1243 0,'-40'0'31,"40"40"-15,0 0-16,0 0 0,0 0 15,0 0-15,0 0 16,0 0-16,0 1 0,0-1 0,0 40 0,0-40 16,0 0-16,0 0 0,0 0 15,0 0-15,0 0 0,0 1 0,-40-1 0,40 0 16,0 0-1,0 0-15</inkml:trace>
  <inkml:trace contextRef="#ctx0" brushRef="#br0" timeOffset="9089.5245">16131 1764 0,'-40'0'31,"40"40"0,40-40-31,0 0 0,0 0 16,0 0-16,0 40 0,0-40 15,-40 40 1,0 0 15,41-40-15,-41 41-1,40-41-15,0 0 32,-40-41-32,40 41 0,-40-40 0,40 40 0,-40-40 15,0 0-15,40 40 0,-40-40 0,0 0 0,40 40 16,-40-40-16,40 0 16,-40 80 30,-40 0-30,40 0-16,0 0 0,0 0 0,-40 0 16,40 41-16,0-41 0,-40 0 0,40 40 0,0-40 15,0 0-15,-40 40 16,40-39-16,0 39 0,0-40 0,0 40 0,0-40 16,0 0-16,0 40 0,-40-39 15,40-1-15,-40 0 0,40 0 0,-40 0 0,-1-40 16,1 40-16,0 0 15,0-40-15,0 0 0,0 40 0,0-40 0,0 0 16,-1 0-16,1 0 0,0 0 16,0-40-16,0 40 0,40-40 15</inkml:trace>
  <inkml:trace contextRef="#ctx0" brushRef="#br0" timeOffset="9829.4442">17736 1884 0,'-40'0'16,"0"-40"0,-1 40-1,1-40 1,-40-40 15,80 0-15,80-41-1,121 1 1,-41-40 15,-119-1-15,-41 41-1,0 80 17,0 120-17,0 241 1,0 80 0,0 0 15,0-80-16,-41-201 1,1-160 0,40 0-16,0-80 31,0-41-15,0 41-1,40 80 16,41 0-15</inkml:trace>
  <inkml:trace contextRef="#ctx0" brushRef="#br0" timeOffset="10279.3774">15810 1644 0,'0'0'0,"0"40"0,-40-40 16,40-40 15,40 40-15,0-40-1,0 40-15,0 0 0,0 0 16,0 0-16</inkml:trace>
  <inkml:trace contextRef="#ctx0" brushRef="#br0" timeOffset="11619.3005">19782 1403 0,'40'0'16,"-40"-40"15,41 40-31,-1 0 0,0 0 0,0 0 16,0 0-16,0 0 0,0 0 15,41-40-15,-41 40 0,0 0 0,0 0 16,0 0-16,0-40 0,0 40 0,0 0 0,1-40 16,-41 80 31,0 0-32,-81 0-15,81 0 16,-40 0-16,40 0 0,-40 0 0,40 41 0,-40-41 15,0 0-15,0 0 0,0 0 16,-1 40-16,1-40 0,40 0 0,-40 1 0,0-1 16,0-40-16,40 40 0,-40-40 0,40 40 0,-40-40 15,40-40 32,40 40-47,0 0 0,0 0 16,0 0-16,0 0 15,0 0-15,1 0 0,39 0 0,-40 0 0,0 0 16,40 0-16,-40 0 0,41 0 16,-41 0-16,0 0 0,0 0 0,0 0 0,0 0 15,0 0-15,1 0 0,-1 0 0,0 0 16,0 0-16,0-40 16</inkml:trace>
  <inkml:trace contextRef="#ctx0" brushRef="#br0" timeOffset="11989.3465">21748 1122 0,'0'-40'31,"0"80"-31,0-40 16,0 40 0,0 121-1,41 80 17,-41 39-17,40-79 1,80-121 15,81-80-15,-41-120-1,-120 80-15</inkml:trace>
  <inkml:trace contextRef="#ctx0" brushRef="#br0" timeOffset="12189.3332">21588 1804 0,'-40'0'15,"80"0"-15,-40-40 16,40 40-16,161-80 16,-81 40-1,-40 0 1,81 0-1,-121 40 1</inkml:trace>
  <inkml:trace contextRef="#ctx0" brushRef="#br0" timeOffset="12579.2378">22992 1082 0,'0'0'15,"-40"0"1,40 80 15,0-39-15,-40-1-16,40 40 0,0-40 0,0 40 15,0 0-15,0-39 16,0 39-16,0 0 0,0-40 0,0 40 0,0 0 16,0-39-16,0 39 0,0-40 15,0 40-15,0-40 0,0 0 0,0 41 0,0-41 16,-40 0-16,40 0 15,0 0-15,0 0 0,0 0 0,0 0 16,40-40 0</inkml:trace>
  <inkml:trace contextRef="#ctx0" brushRef="#br0" timeOffset="12909.2918">23795 1844 0,'-40'-40'0,"80"80"0,-120-120 0,80 40 31,-40 0-31,-1 40 31,41 40-31,-40 80 31,40 121-15,0 40 0,0-121-1,0-80-15,-40 121 32,-40-121-17,40-80 1</inkml:trace>
  <inkml:trace contextRef="#ctx0" brushRef="#br0" timeOffset="13259.2687">23474 2446 0,'-40'0'0,"80"0"0,-80-40 31,40 0-31,40 40 16,80-40-1,-39-1-15,159 1 16,-79 0 15,-121 40-31,40-40 16,-40 40 0</inkml:trace>
  <inkml:trace contextRef="#ctx0" brushRef="#br0" timeOffset="15539.1319">4414 4411 0</inkml:trace>
  <inkml:trace contextRef="#ctx0" brushRef="#br0" timeOffset="17088.996">9791 4170 0,'-40'0'16,"40"-40"77,40 0-77,0 0-16,40 0 16,-40 40-1,0 0-15,1-40 0,-1 40 0,0 0 16,0 0 0,0 0-16,0 0 0,-40 40 15,0 0-15,40-40 16,-40 40-16,0 0 0,0 0 0,0 0 0,0 1 15,0-1-15,0 0 16,-40 0-16,40 0 0,-40 0 0,40 0 0,-80 0 16,80 0-16,-40 1 0,0-1 0,40 0 15,-41 0-15,41-80 47,0 0-47,41 40 0,-41-40 0,0-1 16,40 41-16,-40-40 0,80 0 15,-80 0-15,40 40 0,-40-40 0,40 0 0,0 0 16,0 0-16,1 0 0,-1-1 0,0 1 0,0 40 16,0-40-16,0 0 15,0 40-15,0-40 0,1 0 0,-1 40 0,-40-40 16,40 40-16,-40-40 16,0 0-1,-40 80 32,0-40-47,-1 80 16,1-80-16,0 40 0,0 0 0,0-40 15,40 40-15,-40 0 16,40 0-16,-40-40 0,40 41 0,0-1 0,-40 0 16,40 0-16,0 0 15,0 0-15,0 0 0,40-40 0,-40 40 16,80-40-16,-80 40 15,40-40-15,0 0 0,0 41 0,0-41 0,1 0 16,-1 0-16,0 0 0,0 0 0,0 0 0,0 0 16,0 0-16,1-41 0</inkml:trace>
  <inkml:trace contextRef="#ctx0" brushRef="#br0" timeOffset="17478.9639">11797 3809 0,'0'0'15,"-40"0"-15,0-40 0,0 40 16,-40 0 0,39 40-1,-119 161 1,160-161 0,-80 161-1,120-1 1,40-80-1,81 1 1,-41-81 0,-40-40-1</inkml:trace>
  <inkml:trace contextRef="#ctx0" brushRef="#br0" timeOffset="17878.9327">11958 4130 0,'0'0'16,"-40"0"-1,80 40 1,0 0 0,0 41-1,-40 79 1,0-120-1,0 0 1,0-80 0,0 0-16,40-80 31,40 40-31,1 39 31,-41 41-31,40 41 31,-40 79-15,-40 0 0,0-40-1,-40 1 1</inkml:trace>
  <inkml:trace contextRef="#ctx0" brushRef="#br0" timeOffset="18165.1324">13001 3850 0,'0'0'16,"40"0"-1,-40 40 1,120 80 0,1 40-1,-121-79 1,-40 199 0,-121-79-1,41-121 1,80-40-16</inkml:trace>
  <inkml:trace contextRef="#ctx0" brushRef="#br0" timeOffset="19325.0231">14445 3850 0,'-40'0'16,"40"40"-16,0 0 31,-40-40-31,0 40 0,40 0 16,-40 0-16,40 0 0,-40-40 15,40 40-15,-40 0 0,0 0 0,-1-40 0,1 41 16,0-1-16,0 0 0,0-40 0,0 0 16,40 40-16,-40-40 15,0 0-15,-1 0 16,41-40-1,0 0-15,81 40 47,-81 40-47,40-40 0,-40 40 0,40-40 16,0 40-16,0 0 0,0 0 16,0-40-16,1 40 0,-1 0 0,0 1 0,0-1 15,0 0-15,0 0 16,-40 0-16,40-40 0,-40 40 0,40 0 0,1 0 15,-1-40 1</inkml:trace>
  <inkml:trace contextRef="#ctx0" brushRef="#br0" timeOffset="19815.0339">14405 4531 0,'-160'-40'16,"320"80"-16,-400-120 15,280 80 1,-40-40 0,40 40-16,40 0 0,-40 0 15,0 0-15,0 40 16,1-40-16,-1 40 15,0-40 1,0 0-16,0 0 0,40 0 0,-39 0 0,39 0 16,0 0-16,0 0 0,1 0 15,-1 0-15,-40 0 0,40 0 0,0 0 0,-39 0 16,39 0-16,-40 0 0,0 0 0,40 0 0,1 0 16,-1 0-16,0-40 15,0 40-15,1 0 0,-1 0 0,0 0 0,0 0 16,1 0-16,-1 0 0,0 0 15,0 0-15,-40 0 0,1 0 0,-1 0 0,0 0 16,0 0 0,0 0-16,0 0 0,0 0 15,0 0 1,1 0 0,-1 0-16,0 0 15,0 0 1,0 0-16</inkml:trace>
  <inkml:trace contextRef="#ctx0" brushRef="#br0" timeOffset="20265.8219">16813 4170 0,'0'-40'15,"0"80"-15,0-120 16,40 80 15,-40 40-31,40 0 16,0-40-16,0 40 0,1-40 0,-1 41 0,0-41 15,0 40-15,0 0 16,0-40-16,0 40 0,0-40 0,1 0 16,-1 40-16,0-40 0,0 40 15,0-40-15,0 0 0,0 0 16,-80 40 46,0 0-62,40 41 16,-40-81-16,0 40 16,40 0-16,-40-40 0,0 40 0,-1 0 0,41 0 15,-40-40-15,0 40 0,0-40 16,40 40-16,-40 0 0,0-40 0,40 40 0,-40 1 16</inkml:trace>
  <inkml:trace contextRef="#ctx0" brushRef="#br0" timeOffset="20623.4191">18057 4050 0,'0'0'16,"-40"0"0,80 0 15,-40 40-31,80-40 0,-40 40 0,0 0 0,1-40 15,-1 40-15,0 1 0,0-1 0,0 0 0,0-40 16,0 40-16,0 0 0,-40 0 16,41-40-16,-1 40 0,-40 0 0,40 0 0,0 1 15,-40-1 1,40-40-16,-40 40 0,0 0 16</inkml:trace>
  <inkml:trace contextRef="#ctx0" brushRef="#br0" timeOffset="20943.4007">18779 4130 0,'-40'0'16,"80"0"-16,-120-40 15,80 80 17,-40-40-32,40 40 15,-40-40-15,40 40 0,-40 1 16,-1-41-16,1 40 0,40 0 0,-40 0 0,0 0 16,0 0-16,0 0 15,0 0-15,40 0 0,-40 1 0,-1-1 0,1 0 16,0 0-16,40 40 0,-40-40 15,0-40-15,40 40 0,-40 0 0,40 0 0,-40 1 16,40-1-16,-41-40 0</inkml:trace>
  <inkml:trace contextRef="#ctx0" brushRef="#br0" timeOffset="21393.409">19381 3850 0,'-80'0'31,"160"0"-31,-240 40 16,160 0-16,-41-40 0,1 40 16,0 80 15,-80 41-16,80 39 1,80-39 0,120-81 15,-79-40-31,-1-40 16</inkml:trace>
  <inkml:trace contextRef="#ctx0" brushRef="#br0" timeOffset="21933.339">19542 4291 0,'-81'0'15,"81"-40"-15,0-1 16,81 41-1,-1 0 17,80 0-17,-39 0 1,-1-40 15,-80 0-31,0 40 31,-80 0-15,0 40-16,0 41 16,-40-41-1,40 0-15,-1 0 16,-119 80 0,40-40 15,160-80 0,0 0-15,0 0-16,0 0 0,0 0 15,0 0-15,0 0 16,1 0-16,-1 0 0,0 0 16,0 0-1,0 0-15,0 0 0,0 0 16,0 0-1,1-40 1</inkml:trace>
  <inkml:trace contextRef="#ctx0" brushRef="#br0" timeOffset="22243.322">20384 4010 0,'0'-40'16,"40"80"15,0 0-15,1 40-1,-1-80-15,-40 40 0,40 0 0,-40 1 16,40-1-16,-40 0 0,0 0 0,0 40 0,0-40 16,0 0-16,0 0 0,-40 1 15,40-1-15,-80 0 0,39 0 0,1-40 0,0 40 16,0 0-16,0-40 16,-40 40-16,40-40 0</inkml:trace>
  <inkml:trace contextRef="#ctx0" brushRef="#br0" timeOffset="23663.2584">7303 6095 0,'0'0'0,"80"0"78,-40 0-62,1 0-1,-1 0-15,0 0 16,-40 81-16,40-81 0,-40 40 0,0 0 16,0 0-16,0 0 0,0 0 15,0 0-15,0 0 0,-40 0 0,40 1 16,-40-1 0,0 0-16,40 0 0,-41-40 0,41 40 15,-40-40-15,0 0 16,40 40-16,0-80 15,0-40-15,40 40 16,-40 0-16,40-1 16,-40 1-16,41 0 0,-1 40 0,-40-40 0,40 0 15,0 40-15,0-40 0,-40 0 16,40 40-16,0 0 0,0-40 0,1 40 0,-1-40 16,0 40-1,0-40-15,0 40 0,-40-41 0,40 41 0,-40-40 16,40 40-16,0-40 15,-40 0-15,41 40 16,-41-40 15,-81 40-31,41 0 32,0 0-17,40 40 1,-40-40-16,40 40 0,-40-40 0,40 40 0,-40 0 15,40 1-15,0-1 0,-40-40 0,40 40 0,0 0 16,-41 0-16,41 0 0,0 0 16,0 0-16,0 0 0,0 0 0,41 1 15,-41-1-15,40 0 16,0-40-16,-40 40 0,40-40 16,0 0-16,0 0 15,-40 40-15,40-40 0,0 0 0,1 0 16,-1 0-1</inkml:trace>
  <inkml:trace contextRef="#ctx0" brushRef="#br0" timeOffset="24093.2282">9269 5614 0,'-80'0'15,"80"40"-15,-40-40 16,0 0-1,-41 80 1,41 41 0,-40 119-1,40-39 17,40-81-32,80 41 31,81-41-16,-121-80-15,80-40 32,-80 0-32</inkml:trace>
  <inkml:trace contextRef="#ctx0" brushRef="#br0" timeOffset="24633.2514">9390 6216 0,'0'-40'16,"0"80"-16,0-120 16,40 39 15,80 41-16,-80 0-15,-40 41 16,40 119 0,-80 0 15,0-79-31,40-41 16,0-80-1,0-1 1,0 1-1,80-120 1,81-41 0,-81 161-1,0-40 1,-40 80 0,1 40 15,-1 0-31,-40 121 15,0-1 17,0-40-17,-40-39 1,-1-1 0,41-40-16</inkml:trace>
  <inkml:trace contextRef="#ctx0" brushRef="#br0" timeOffset="25263.2106">10674 6336 0,'0'0'0,"-41"0"0,82 0 109,-1 0-109,0 0 0,0 0 16,0-40-16,0 40 15,0 0-15,1 0 0,-1 0 0,0 0 0,0 0 16,0 0-16,0 0 0,0 0 0,0 0 0,1 0 16,-1 0-16,0 0 15,0 0 1,0 0 15</inkml:trace>
  <inkml:trace contextRef="#ctx0" brushRef="#br0" timeOffset="25703.1859">11115 6015 0,'-40'0'0,"40"-40"32,0 80 46,0 0-63,0 0 1,0 1-16,0-1 0,0 0 16,0 0-16,0 0 15,0 0-15,0 0 0,-40 0 16,40 0-16,0 0 15,0 1-15,-40-1 0,40 0 0,0 0 16,0 0-16,0 0 0,0 0 16,-40-40-16</inkml:trace>
  <inkml:trace contextRef="#ctx0" brushRef="#br0" timeOffset="26073.0917">10593 7018 0,'0'-40'31,"81"40"-15,-81-40-16,40 40 15,0 0 1,0 0-16,0 0 0,0 0 0,0 0 15,1-40-15,-1 40 0,0 0 16,0 0 0</inkml:trace>
  <inkml:trace contextRef="#ctx0" brushRef="#br0" timeOffset="28342.9641">12118 6055 0,'-40'0'0,"0"0"31,40-40-31,40 80 125,0-40-109,0 0-16,0 0 0,1 0 15,-1 0-15,0 0 0,-40-40 0,40 40 0,0 0 16,0 0-16,-40-40 16,40 40 343,-40 40-296,0 0 46,0 0-93,0 1-1,0-1 1,0 0-1,0 0-15,0 0 16,0 0-16,0 0 31,0 0-15,-40-40 0,40 40-16,0 0 15,0 1 32,0-82 31,0 1-62,40 0-16,-40 0 0,40 0 15,-40 0 1,41 40-16,-1-40 0,0 0 16,0 0-1,0 0 1,0-1 0,0 41-16,-40-40 0,40 40 15,-40-40 1,41 40-16,-1 0 15,-40-40-15,40 40 16,0 0 0,0 0 15,-40 40-15,0 0-1,0 0-15,0 1 16,0-1-16,0 0 15,-40-40 1,40 40-16,0 0 0,0 0 16,0 0-1,0 0 1,0 0 0,0 0-1,0 1 1,0-1 15,40-40 0</inkml:trace>
  <inkml:trace contextRef="#ctx0" brushRef="#br0" timeOffset="28753.0008">13402 6456 0,'40'0'0,"-40"-40"0,81 40 32,-41 0-17,0 0 1,-40 40-1,0 0-15,0 1 16,0-1 0,-40-40-16,40 40 0,-40-40 15,40 40 1,-41-40-16,41-40 31,-40 40-31,40-40 0,0 0 0,0-1 16,0 1-16,40 0 15,1 0 1,-1 80 47</inkml:trace>
  <inkml:trace contextRef="#ctx0" brushRef="#br0" timeOffset="29402.9614">14245 5895 0,'40'0'125,"0"0"-125,0 0 32,0 40-32,0-40 15,-40 40 1,41-40-16,-41 40 0,40 0 15,-40 0-15,0 1 0,0-1 0,0 0 16,0 0-16,0 0 16,0 0-16,0 0 0,-40 0 0,40 0 0,-41 0 15,41 1-15,-40-1 0,0 0 16,40 0-16,-40 0 0,0 0 0,40 0 0,-40-40 16,40 40-16,-40-40 15,40 40-15,-40 1 0</inkml:trace>
  <inkml:trace contextRef="#ctx0" brushRef="#br0" timeOffset="32902.7485">15609 6216 0,'0'-40'63,"-40"40"-1,40 40-46,-40 0-16,0 0 15,0-40-15,40 40 16,-40-40-16,-1 0 0,1 40 0,40 0 0,-40-40 16,0 40-16,0 0 15,0 1-15,0-41 0,80 0 110,0 0-79,-40 40-31,40-40 0,-40 40 15,40-40-15,-40 40 0,40-40 0,0 40 16,1-40-16,-41 40 16,40 0-16,0 0 0,0 0 15,-40 1-15,40-1 16,-40 0-16,40 0 16,0-40-1,0 0-15,1 0 16</inkml:trace>
  <inkml:trace contextRef="#ctx0" brushRef="#br0" timeOffset="33462.7172">15328 6697 0,'40'0'31,"-40"-40"-15,0 0 15,41 40-15,-1 0 15,-40 40-31,40-40 0,-40 40 16,40-40-16,0 0 0,0 0 15,0 0-15,0 0 0,1 0 0,-1 0 0,0 0 16,40 0-16,-40 0 16,40-40-16,-39 40 0,39-40 0,-40 40 0,40 0 15,-40-40-15,41 40 0,-41 0 16,40 0-16,-40 0 0,0 0 0,0 0 0,0 0 16,1 0-16,-1 0 15,40 0-15,-40 0 0,0 0 0,0 0 0,41 40 16,-41-40-16,40 0 0,0 0 0,-40 40 0,41-40 15,-1 0-15,0 0 0,-40 0 16,40 0-16,1 0 0,-41 0 0,40 0 0,-40 0 16,0 0-16,0-40 15,1 40-15</inkml:trace>
  <inkml:trace contextRef="#ctx0" brushRef="#br0" timeOffset="34212.6164">17696 6216 0,'-40'0'31,"80"0"31,-40 40-46,40-40 0,0 40-16,0 0 15,0 0 1,0-40-16,0 40 0,1-40 15,-1 40-15,0-40 0,0 40 0,0-40 16,0 0-16,0 0 16,-40 41-16,41-41 0,-1 0 0,-40 40 15,40 0 1,-40 0 0,0 0-1,-80 0-15,80 0 0,-81 0 16,41 0-16,0 1 0,0-1 15,0 0-15,0 0 16,-1 0-16,41 0 0,-40 0 0,0 0 0,0 0 16,0 0-16,0 1 0,0-1 15</inkml:trace>
  <inkml:trace contextRef="#ctx0" brushRef="#br0" timeOffset="35412.5248">15409 3850 0,'0'0'16,"0"-41"-1,40 41 1,-40-40-16,0 80 31,40-40-15,-40 41-16,40-41 0,0 0 15,0 0 1,0 0-16,0 0 16,1 0-1,-82 40 32,41 0-31,0 0-16,-40-40 15,40 40-15,0 0 32,-40-40-32,40 40 31,-40-40-31,80 0 78,0 0-78,0-40 0,1 40 16,-1 0-16,0-40 15,0 40-15,40 0 0,-40 0 0,0-40 0,1 40 16,-1 0-16,0 0 0</inkml:trace>
  <inkml:trace contextRef="#ctx0" brushRef="#br0" timeOffset="37802.4514">16412 6015 0,'-40'0'16,"80"0"62,0 0-78,0 0 16,0 0-1,0 0-15,0 0 0,0 0 0,1-40 16,-1 40-16,0 0 16,0-40-16,0 40 0,-40 40 46,0 0-30,-40 0-16,0 0 16,40 1-1,-40-41-15,40 40 16,-40-40-16,-1 40 0,1-40 16,0 40-1,40 0 16,0 0-15,40-40 15,0 0-15,1 0-16,-1 0 16,0 0-16,0 0 0,0-40 0,0 40 15,0-40-15,0 40 0,1 0 0,-1 0 0,0 0 16,0 0-16,0 0 15,0 0-15</inkml:trace>
  <inkml:trace contextRef="#ctx0" brushRef="#br0" timeOffset="39012.3057">20184 6336 0,'0'0'15,"0"-40"32,40 40-47,0 0 0,0 0 16,0-40-1,0 40-15,0 0 0,0 0 0,1 0 16,-1 0-16,0 0 16,0 0-16,0 0 0,0 0 0,0 0 15,0 0-15,1 0 0,-1 0 16,0 0-1,0 0-15,-40 40 63,-40-40-47,40 40-16,-40-40 15,0 40-15,-1 0 16,-39-40-16,80 40 0,-40-40 0,0 0 15,40 40-15,-40-40 16,40 41-16,-40-41 0,40 40 0,-40-40 0,40 40 16,-41 0-16,1-40 0,40 40 15,-40 0-15,0 0 0,40 0 0,-40-40 16,40 40-16,0 1 16,-40-41-16,40 40 0,-40-40 0,40 40 0,-40 0 15,80-80 48,0 40-48,0-40-15,0 40 16,0 0-16,0 0 0,0 0 16,1 0-1,-1 0-15,0 0 0,0 0 0,0 0 16,0 0-16,0 0 0,0 0 15,1 0-15,-41 40 16,40-40-16,-40 40 31,40-40 1,0 0-32,-40-40 0</inkml:trace>
  <inkml:trace contextRef="#ctx0" brushRef="#br0" timeOffset="39552.345">21508 5694 0,'-40'0'16,"80"0"-16,-40 0 31,40 0 0,0 0-31,0 0 0,0 0 16,0 0-16,0 0 15,1 0-15,-1 0 0,0 0 0,0 0 16,0 0-16,-40 40 16,40-40-16,0 0 0,1 0 0,-1 0 15,0 0-15,0 0 16</inkml:trace>
  <inkml:trace contextRef="#ctx0" brushRef="#br0" timeOffset="39912.3232">21909 5494 0,'0'0'0,"-40"0"16,0 0-1,0 0-15,40 40 94,0 0-78,0 0-16,0 0 0,0 0 15,0 0-15,0 1 16,0-1-16,-41 0 0,41 0 0,0 0 0,0 0 16,0 0-16,-40 0 15,40 0-15,0 1 0,0-1 16,0 0-16</inkml:trace>
  <inkml:trace contextRef="#ctx0" brushRef="#br0" timeOffset="40442.2518">21307 6296 0,'40'0'62,"40"0"-30,-39 0-32,-1 0 15,0 0-15,0 0 16,0 0-16,0 0 15,0 0-15,0 0 0,1-40 0,-1 40 16,0 0-16,0-40 16,0 40-16,0 0 0,0 0 15,-80 0 32</inkml:trace>
  <inkml:trace contextRef="#ctx0" brushRef="#br0" timeOffset="41472.157">22471 5654 0,'0'-40'31,"40"40"16,0 0-47,-40 40 15,0 0 1,40 0-16,-40 1 0,0-1 0,0 0 16,0 0-16,0 0 15,0 0-15,0 0 16,0-80 15,0-40 0,40 40-31,-40 0 0,40 40 0,-40-40 16,41-1-16,-41 1 16,40 40-16,-40-40 0,0 0 0,40 40 15,0 0-15,-40-40 16,40 40 15,-40 40-15,40-40-16,-40 40 0,40 0 15,-40 0-15,40-40 16,-40 41-16,0-1 0,0 0 16,41-40-16,-41 40 15,0 0-15,0 0 0,0 0 16,0 0-16,0 0 15,0 1 1,40-1-16,-40 0 16,40-40-1</inkml:trace>
  <inkml:trace contextRef="#ctx0" brushRef="#br0" timeOffset="41912.2023">23474 6055 0,'0'-40'0,"40"40"47,0 0-47,-40 40 16,0 0-1,0 1-15,0-1 16,0 0 0,-40 0-16,0 0 15,0-40-15,0 0 16,0-40-1,-1 0 1,41 0 0,0 0-16,0-1 0,0 1 15,41 40-15,-41-40 16,40 40-16,0 0 31,0 0-31,-40 40 16</inkml:trace>
  <inkml:trace contextRef="#ctx0" brushRef="#br0" timeOffset="42732.1527">24597 6496 0,'-40'0'16,"40"-40"0,-40 40-16,40-40 15,0 80 48,40-40-63,-40 40 15,40-40-15,1 41 16,-41-1-16,40 0 0,0-40 0,0 40 0,0 0 16,0-40-16,0 40 0,0 0 15,1 0-15,-1 0 0,0 1 16,0-1-16,-40 0 0,0 0 0,40 0 0,-40 0 15,0 0 1,0 0-16,0 0 0,40-40 0,-40 40 16,40-40-16,0 0 15,1 0 1</inkml:trace>
  <inkml:trace contextRef="#ctx0" brushRef="#br0" timeOffset="43052.0582">25239 6537 0,'0'-41'16,"0"82"-16,-40-82 15,40 1-15,-40 40 16,0 40 15,0 1-15,40-1-16,-40 0 15,0 0-15,0 0 0,40 0 0,-41 0 16,1 0-16,0 0 0,0 1 16,0-1-16,0 0 0,0 40 0,0-40 0,40 0 15,-41 0-15,1 0 0,40 0 0,-40-40 0,0 41 16,40-1-1,-40-40-15</inkml:trace>
  <inkml:trace contextRef="#ctx0" brushRef="#br0" timeOffset="43602.1005">25761 6376 0,'0'0'0,"0"-40"16,0 0 15,-40 40-31,0 0 16,40 40-1,-40 40-15,40-40 0,0 0 0,-40 1 16,0-1-16,40 0 0,-41 0 16,41 0-16,0 40 0,-40-40 0,40 0 0,0 41 15,0-41-15,0 0 0,0 40 0,0-40 0,0 40 16,40-40-16,-40 1 15,41-1-15,-41 0 0,40 0 0,-40 0 0,40-40 16,-40 40-16,40-40 0,0 40 16,0-40-16,0 0 15,0 0-15,1-40 16</inkml:trace>
  <inkml:trace contextRef="#ctx0" brushRef="#br0" timeOffset="44331.98">26243 6777 0,'0'-40'0,"40"40"46,0 0-46,40 0 16,-40 0 0,0 0-16,1 0 0,-1 0 0,0 0 0,0 0 15,0 0-15,0 0 0,0 0 16,0-40-16,1 40 0,-1 0 16,-40-40-1,40 40-15,-80 0 78,40 40-62,-40 0 0,-1 0-1,1-40-15,40 40 0,-40-40 16,0 0-1,40 40-15,-40 1 0,0-1 16,40 0-16,-40-40 0,40 40 16,-40 0-16,-1 0 0,41 0 15,-40-40 1,40 40-16,40-40 47,1 0-32,-1 0 1,0 0-16,0 0 0,0 0 0,0 0 16,0 0-16,0 0 15,1 0-15,-1 0 0,0 0 0,0 0 16,0 0 0,0 0-16,0 0 15,0 0-15,1 0 16,-1 0-16,0 0 15</inkml:trace>
  <inkml:trace contextRef="#ctx0" brushRef="#br0" timeOffset="44662.0349">27527 6456 0,'-40'-40'31,"120"40"-15,-80 40-16,0 0 16,40-40-16,-40 41 0,40-1 0,-40 0 0,40 0 15,-40 0-15,0 0 16,40 0-16,-40 0 0,0 0 0,0 1 0,0-1 16,0 0-16,-40 40 0,40-40 15,-80 40-15,40-40 0,0 41 0,0-41 0,-41 0 16,41 40-16,-40-40 0,0 0 0</inkml:trace>
  <inkml:trace contextRef="#ctx0" brushRef="#br0" timeOffset="77809.9917">2488 8341 0,'40'0'0,"0"0"16,-40-40-16,-40 40 62,0 0-46,0 0-1,0 0-15,-1 0 16,1 0-16,0 0 16,0 80-16,0-80 0,0 0 0,0 41 15,0-41-15,-1 0 0,1 0 16,0 40-16,0 0 0,0 0 0,0 0 15,40 0-15,-40-40 16,40 40-16,-40-40 0,40 40 0,0 0 0,0 0 16,0 1-16,40-1 15,-40 0-15,80-40 0,-80 40 0,40-40 16,0 0-16,0 0 0,0 0 0,1 0 0,-1 0 16,0 0-16,0-40 15,0 40-15,0-40 0,0 40 0,0-40 0,-40-1 16,41 1-16,-1 0 0,-40 0 15,0 0-15,40 0 0,-40 0 0,0 0 0,0-40 16,0 39-16,0 1 16,0-40-16,0 40 0,0 0 0,0 0 0,0 0 15,-40 0-15,40-1 0,0 1 0,0 0 0,-40 40 16,40-40-16,0 0 16,-41 40-16,41 40 31,0 0-31,0 0 15,0 0 1,0 1-16,0-1 0,0 0 0,0 0 0,0 0 16,0 0-16,0 0 15,0 0-15,0 0 0,0 1 0,0-1 0,0 40 16,0-40-16,0 0 0,0 0 0,0 0 0,0 40 16,41-39-16,-1-1 15,-40 0-15,0 0 0,40 0 0,-40 0 0,40-40 16,0 40-1,0-40-15,0 0 0,0 0 0,1 0 16</inkml:trace>
  <inkml:trace contextRef="#ctx0" brushRef="#br0" timeOffset="78010.0103">3130 8341 0,'0'0'31,"-40"40"-31,40 1 31,-40-1-31,40 0 0,0 0 0,0 0 16,0 80-1,40-80-15,-40 81 16,0-81-16,0 0 0</inkml:trace>
  <inkml:trace contextRef="#ctx0" brushRef="#br0" timeOffset="78190.0034">3210 8061 0,'-40'0'15,"80"0"-15</inkml:trace>
  <inkml:trace contextRef="#ctx0" brushRef="#br0" timeOffset="78589.9011">3932 8221 0,'-40'0'15,"80"0"-15,-120 0 16,40 0-16,40 40 16,-40 0-1,40 81 1,0 79 15,0-160-31,0 161 16,0-121-16,0-40 0,0 120 15,0-119-15,0 119 32,0-120-32,-40-40 0,0 80 15</inkml:trace>
  <inkml:trace contextRef="#ctx0" brushRef="#br0" timeOffset="78789.9715">3371 9384 0,'-41'0'16,"82"0"-16,-1-80 15,0 80-15,0-40 16,0 0-16,121-41 16,-121 41-16,0 40 0,40-80 15,-40 80-15,41-40 0</inkml:trace>
  <inkml:trace contextRef="#ctx0" brushRef="#br0" timeOffset="79139.9319">4855 8261 0,'0'0'16,"-40"0"-16,0 0 15,40 40 17,-40-40-32,40 40 15,0 41-15,-40-41 0,40 0 16,0 0-16,0 0 0,0 0 15,0 0-15,0 0 0,0 40 0,0-39 0,0-1 16,0 0-16,0 0 16,0 40-16,0-40 0,0 0 0,40 0 0,-40 1 15,0-1-15,0 0 0,0 0 0,0 0 16,0 0 0,0 0-16,-40 0 15</inkml:trace>
  <inkml:trace contextRef="#ctx0" brushRef="#br0" timeOffset="79349.8573">4374 9504 0,'0'-40'16,"0"80"-16,0-120 15,0 40 1,40 40-1,40-40-15,0 0 16,-39 0-16,-1 0 0,0 40 16,0 0-16,0-40 15,0 40-15</inkml:trace>
  <inkml:trace contextRef="#ctx0" brushRef="#br0" timeOffset="79799.9021">5297 8542 0,'-81'-40'15,"122"40"17,-1 0-17,0 40-15,0-40 0,0 40 0,0-40 16,0 40-16,-40 0 0,40 0 16,1-40-16,-1 40 0,-40 0 0,40 1 0,0-1 15,-40 0 1,0 0-16,0 0 0,0 0 0,-40-40 15,40 40-15,-80-40 0,39 0 16,1 0-16,40-40 16,-40 40-16,40-40 0,0 0 0,0 0 15,0 0-15,0 0 16,0-1-16,0 1 0,0-40 0,40 40 0,-40 0 16,40 0-16,1 0 15,-41 0-15,40 40 0,0-40 0,0 40 0,0 0 16,0 0-1,0 0-15,0 40 0</inkml:trace>
  <inkml:trace contextRef="#ctx0" brushRef="#br0" timeOffset="80139.8892">6420 8903 0,'40'0'16,"0"-40"-1,121-121 1,-81 81 0,-40 40 15,-120 40-15,0 0-1,40 0-15,0 40 0,-1-40 0,-39 40 31,0 80-15,80 1 0,0-41-1,40-40-15,0 40 16,0-40-16,-40 1 0,81-1 16,-41-40-16,0 40 15,0-40-15</inkml:trace>
  <inkml:trace contextRef="#ctx0" brushRef="#br0" timeOffset="80579.8563">7062 8742 0,'0'0'0,"40"0"16,-40-40-1,40 40 16,-40 40-31,0 81 16,41-81-16,-41 0 0,0 0 16,0 0-16,0 0 0,0 0 15,-41 0-15,41 1 16,0-82 0,41-39-1,-41 40-15,120-80 16,-120 80-16,40 0 0,40-41 31,-39 81-31,-1-40 0,0 40 0,0 0 16,0 80 15,-40-39-31,0-1 0,0 120 31,0-120-31,0 40 16,0-39-16,0-1 15,40-40-15,40 40 16,-39-40-16</inkml:trace>
  <inkml:trace contextRef="#ctx0" brushRef="#br0" timeOffset="80809.8446">8427 8502 0,'-41'-40'0,"82"80"0,-82 0 16,41 0-16,0 0 15,0 0 1,0 0-16,0 0 0,0 0 0,-40 41 0,40-41 16,0 0-16,0 0 0,0 0 15,-40 40-15,40-40 0,0 1 0,0-1 0,0 40 16,-40-40-16,40 0 15,0 0-15,0 0 0,0 0 16</inkml:trace>
  <inkml:trace contextRef="#ctx0" brushRef="#br0" timeOffset="81209.8161">8266 9184 0,'-40'0'16,"80"0"-16,-40-41 16,40 41-1,40 0-15,81-40 16,-121 40-16,40 0 0,41-40 31,-81 40-31,80 0 16,-120-40-16,40 40 0,0 0 15,-40-40-15,41 0 16,-41 0 0,0 0-1,0 80 17,0 40-32,-41 80 31,41-119-31,0 119 15,0-120-15,0 0 0,0 80 16,41-79-16,-41-1 16</inkml:trace>
  <inkml:trace contextRef="#ctx0" brushRef="#br0" timeOffset="81379.806">9069 8702 0,'-41'0'0,"1"0"0,0 0 15,40-40-15</inkml:trace>
  <inkml:trace contextRef="#ctx0" brushRef="#br0" timeOffset="82259.7124">9550 9184 0,'-80'0'16,"40"0"-16,0 0 15,-1 0 1,1 40-16,-40 40 16,80-40-16,0 0 0,0 0 15,80 40 17,1-80-32,-1 0 15,-40-40-15,-40 0 16,0-40-16,0 0 31,-40 40-31,40 80 16,0 0-1,40 40-15,-40-40 16,40 0-16,-40 0 0,80-40 0,-80 40 16,40-40-16,1 0 15,-1 41-15,0-41 0,0 0 0,0 0 16,0 0-16,-40-41 15,40 41-15,-40-40 0,40 0 0,-40 0 16,0 0-16,0 0 0,0 0 16,0 0-16,0-40 0,0 39 0,0-39 0,0 40 15,0-40-15,0 40 0,0-40 0,0 39 0,0 1 16,0 0-16,0 0 16,0 0-16,0 0 0,0 80 31,0 0-31,0 0 15,-40 0-15,40 0 0,0 41 16,0-1-16,0-40 0,0 40 0,0 0 16,0-39-16,0 39 0,0-40 0,40 40 0,-40-40 15,0 0-15,41 0 0,-41 0 16,40 1-16,-40-1 0,40-40 0,0 40 0,0 0 16,0-40-1</inkml:trace>
  <inkml:trace contextRef="#ctx0" brushRef="#br0" timeOffset="82589.7468">10192 9304 0,'-40'40'16,"80"-40"-1,40 0-15,-40 0 16,1-40-16,-1 40 0,40 0 0,-40 0 15,0-40-15,0 40 0,0-40 16,1 40-16,-1-40 0,0 40 0,-40-41 0,40 1 16,-40 0-16,40 40 0,-40-40 15,0 80 17,0 0-32,0 0 15,-40 1-15,40-1 0,0 0 0,0 0 0,0 0 16,-40 0-16,40 0 15,0 0-15,0 0 0,0 0 0,0 1 0,0-1 16,0 0 0</inkml:trace>
  <inkml:trace contextRef="#ctx0" brushRef="#br0" timeOffset="82749.667">10874 8983 0,'-40'0'16,"80"0"-16,-120-40 0,40 40 0,40-40 31,-40 40-31</inkml:trace>
  <inkml:trace contextRef="#ctx0" brushRef="#br0" timeOffset="83059.7041">11436 9143 0,'-120'41'32,"80"-41"-32,-1 0 0,1 0 0,0 40 15,0 40 1,80 0-1,121-40 1,-41 0 0,-40-80 15,-80 0-31,0 0 0,-120-80 31,80 120-31,40-40 0,-80-1 16,39 41-1</inkml:trace>
  <inkml:trace contextRef="#ctx0" brushRef="#br0" timeOffset="83379.6119">11516 9023 0,'40'0'31,"-40"40"-31,0 0 0,0 41 15,41-81-15,-41 40 16,0 0-16,40 0 0,-40 0 16,40-40-16,0 0 31,0 0-31,0-40 0,0 0 16,0 0-1,1 40-15,-1 40 31,-40 40-31,40-40 16,-40 0 0,0 0-16,0 0 0,0 0 0,0 1 15,0-1-15,0 0 0,0 0 16,0 0 0</inkml:trace>
  <inkml:trace contextRef="#ctx0" brushRef="#br0" timeOffset="83959.5779">14285 8943 0,'0'0'0,"0"40"32,0 0-32,0 0 15,0 0-15,0 0 16,40 1-16,-40-1 0,0 0 0,0 0 0,0 40 15,0-40-15,0 0 0,0 0 16,0 0-16,0 1 0,-40-1 0,40 0 16,0 0-16</inkml:trace>
  <inkml:trace contextRef="#ctx0" brushRef="#br0" timeOffset="84279.6381">14165 9063 0,'-81'-80'15,"162"160"-15,-162-200 0,81 0 16,0 79-16,40 1 0,41-40 16,119-40 15,-39 120-16,-121 120 1,-40 0 0,-40-79-16,-161 159 31,1-80-15,159-120-16,1 0 15,80 0 1</inkml:trace>
  <inkml:trace contextRef="#ctx0" brushRef="#br0" timeOffset="84629.6088">14927 9184 0,'0'0'15,"80"40"1,-40 0-16,41 0 31,-41-40-31,-40 40 0,40 0 16,-40 0-1,-40 0 1,-40-40 15,80-160-15,80-1-1,120-39 17,1 160-17,-81 40 1,-79 40-16</inkml:trace>
  <inkml:trace contextRef="#ctx0" brushRef="#br0" timeOffset="84829.5471">15890 8983 0,'40'0'16,"0"40"-16,-120-80 0,160 120 15,-80-40 1,0 0-16,-40-40 16,0 41-16,0-41 0,0 40 15,0-40-15,0 0 16,-1 0-16,1 0 0,40-40 16,0-1-1,0 1-15,0 0 0,40 0 16,-40 0-16,41 40 0,-41-40 15,80 40-15,-80-40 0,40 40 0,0 0 0,0 0 16,0-40-16,0 40 16,1 0-16</inkml:trace>
  <inkml:trace contextRef="#ctx0" brushRef="#br0" timeOffset="85439.4847">16572 8863 0,'0'-40'47,"0"80"31,0 0-78,40-40 15,-40 40-15,0 0 0,0 0 0,0 0 0,40-40 16,-40 40-16,41 41 16,-41-41-16,0 0 0,0 0 0,0 0 0,0 40 15,0-40-15,0 0 0,0 41 16,0-41-16,-41 0 0,41 0 0,0 0 0,-40 0 15,40 0-15,0 0 16,-40 0-16,40 1 0,-40-41 16,0-41-1,40 1 1,0 0-16,0 0 0,0 0 0,0-40 0,0 40 16,40-41-16,-40 1 15,0 0-15,40 0 0,-40 0 0,40-41 0,-40 81 16,40-40-16,1 0 0,-41 40 15,0 0-15,40 40 0,0-41 0,-40 1 16,40 40-16,0 0 16,0 0-16,0 0 0,-40 40 15,40-40-15,-40 81 0,0-41 0,0 0 16,0 0-16,-40 0 0,40 40 16,-80-40-16,40 1 0,0-1 0,0 0 0,0 0 15,-1 0-15,1 0 16,-40 0-16,40-40 0,0 0 0,40 40 0,-40-40 15,80-40 1</inkml:trace>
  <inkml:trace contextRef="#ctx0" brushRef="#br0" timeOffset="85869.5334">17455 9063 0,'-80'0'16,"160"0"-16,-241 0 0,1 40 15,120-40-15,0 40 0,40 1 16,40 79 0,120-40 15,-39-40-16,-81-120 1,-80-40 0,40 80-16,0-41 31,-40 81-15,40 40-1,40 121 16,80 39-15,0-39 0,-39-121-1,-81-80 1</inkml:trace>
  <inkml:trace contextRef="#ctx0" brushRef="#br0" timeOffset="86159.4403">17856 9143 0,'80'-40'16,"-160"80"-16,201-40 16,-121 41-1,0-1 1,0 0-16,40 0 0,-40 0 0,0 0 0,0 0 16,0 0-16,0 0 15,0 0-15,-40 1 0,40-1 16,-41-40-1,41-40 1,0-1-16,0 1 16,0 0-16,0 0 0,0 0 0,41-40 0,-41 40 15,80 0-15,-80-41 0,40 41 0,0 0 0,-40 0 16,40 0-16,0 0 16,-40 0-16,41 40 0,-41 40 31</inkml:trace>
  <inkml:trace contextRef="#ctx0" brushRef="#br0" timeOffset="86439.4237">18779 8782 0,'0'-40'15,"0"80"-15,-40-120 16,40 120 15,0 0-31,0 1 0,0 39 16,0-40-16,0 0 0,-40 40 16,40-40-16,0 0 0,0 41 0,0-41 0,0 0 15,0 0-15,0 0 16,0 0-16,0 0 0,0 0 0,0 0 15</inkml:trace>
  <inkml:trace contextRef="#ctx0" brushRef="#br0" timeOffset="87109.4117">18859 9103 0,'0'0'16,"-40"40"-1,40 1 17,81 39-17,39-40 1,0-40 0,-39-120 15,-1 39-16,-120 121 17,40 1-32,-40 79 31,80 0-15,160-80-1,-39-80 16,-81-120-15,-80 39 0,-40 162 15,40 39-15,-40 0-1,-81 120 1,41 81 15,-40 80-15,40-160-16,-41-81 15,81-80-15,-40 80 16,40-79 15,80-41 0,-40-41-31,0-39 32,-80-40-17,39 120-15</inkml:trace>
  <inkml:trace contextRef="#ctx0" brushRef="#br0" timeOffset="93489.0714">8507 11068 0,'0'41'16,"0"-82"46,40 1-46,0 40-16,40 0 16,-40 0-16,1 0 0,-1 0 0,0 0 15,0 40-15,0-40 16,0 41-16,0-41 0,-40 40 0,40 0 0,-40 0 15,41 0-15,-41 0 16,0 0-16,0 0 0,-41 0 0,41 1 0,-80-1 16,80 0-16,-40 0 0,0 0 0,0 0 0,0-40 15,0 40-15,40 0 16,-41-40-16,41 40 0,-40-40 0,40 40 16,0-80-1,40 40-15,-40-80 16,41 80-16,-1-40 15,0 0-15,0 0 0,0 0 0,0 40 0,0-40 16,-40 0-16,40 40 0,1-41 0,-1 41 0,-40-40 16,40 40-16,-40-40 0,40 40 15,-40-40-15,40 40 0,-40-40 0,0 0 32,0 0-1,-40 40 0,40-40-31,-40 40 16,80 0 312,-40-40-328,40 40 15,0 0-15,-40-41 0,40 41 0,-40-40 16,40 40-16,-40 40 188,-40-40-188,40 41 15,0-1 1,-40-40-1,40 40-15,-40-40 16,0 0-16,40 40 0,0 0 16,-40-40-1,40 40-15,-40 0 0,0 0 0,40 0 16,-41 1-16,41-1 16,-40 0-16,40 0 0,0 0 0,0 0 15,0 0 1,0 0-16,40 0 0,1 0 15,-1-40 1,0 41-16,0-41 0,0 0 16,0 0-16,0 0 0,0 0 15,1-41-15,-1 41 16,0-40-16</inkml:trace>
  <inkml:trace contextRef="#ctx0" brushRef="#br0" timeOffset="93939.0434">10112 11068 0,'-80'0'15,"160"0"-15,-241 0 31,161 41-31,-40-41 0,40 120 16,-40-40 0,0 121-1,40-41 1,40 41 0,80-121 15,-39-40-16,-41-40-15</inkml:trace>
  <inkml:trace contextRef="#ctx0" brushRef="#br0" timeOffset="94358.9443">10232 11550 0,'0'-80'31,"0"39"-31,0 1 16,0 0-1,121 40 1,-41 80 0,-40 81-1,-80-41 17,0-80-17,40-80 1,0 0-1,80-80 1,40-1 0,-39 81-1,-1 40 1,-40 0 0,40 121-1,-40 39 16,-40-80-31,-40 81 16,0-81 15</inkml:trace>
  <inkml:trace contextRef="#ctx0" brushRef="#br0" timeOffset="94598.9849">11396 11189 0,'0'0'0,"-40"0"15,80 40 1,40 120 15,0 41-15,-120 39-1,-80-119 1,-81 79 0,81-119-1</inkml:trace>
  <inkml:trace contextRef="#ctx0" brushRef="#br0" timeOffset="95098.9733">12760 11189 0,'0'0'16,"-40"0"-16,0 80 31,-40 40-15,-81 41 0,1-41 15,79-80-16,81-80 1,41 0 0,39 0-1,0 40 1,121 160 15,-81-80-31,0 81 31,-39-81-15,-41-40 0,40-40-1</inkml:trace>
  <inkml:trace contextRef="#ctx0" brushRef="#br0" timeOffset="95418.954">12881 11670 0,'-41'0'15,"1"0"-15,121 0 47,-41 0-47,0 40 0,0-40 16,0 0-16,0 0 0,40 0 15,-39 0-15,-1 0 0,0 0 0,40 0 0,-40 0 16,40 0-16,-39 0 0,-1 0 0,0 0 0,40 0 16,-40 0-16,0 0 15,0 40-15,1-40 0,-1 0 0,0 0 16,0 40-16,40-40 0,-40 0 16,41 0-16,-1 0 0,0 0 0,0 40 0,41-40 15,-41 0-15,0 0 16,1 0-16,-1 0 0,0 0 0,0 0 0,-40 0 15,1 0-15</inkml:trace>
  <inkml:trace contextRef="#ctx0" brushRef="#br0" timeOffset="95958.9319">14526 11590 0,'-40'40'0,"-1"-40"31,41-40-16,0 0 1,0 0-16,0 80 47,81-40-47,-41 0 16,-40 40-1,40-40-15,-40 40 0,40-40 0,-40 40 0,40-40 16,0 0-16,-40 40 0,41-40 15,-1 40-15,0-40 0,0 0 0,0 40 0,0-40 16,0 40-16,0-40 0,1 41 16,-1-41-1,-40 40-15,40-40 0,-40 40 16,0 0 0,-40-40-16,40 40 0,-81-40 0,81 40 15,-40 0 1,0-40-16,0 40 0,0-40 15,0 40-15,0-40 16,40 41-16,-40-41 0,40 40 0,0 0 16,-41-40-16,41 40 0</inkml:trace>
  <inkml:trace contextRef="#ctx0" brushRef="#br0" timeOffset="96498.8885">16051 11389 0,'40'40'47,"0"-40"-31,-40 41-16,40-41 0,0 40 15,0-40-15,0 40 16,-40 0-16,40 0 0,1 0 0,-1 0 0,0 0 15,0 0-15,0 0 16,0 1-16,-40-1 0,40 0 0,0 0 0,-40 0 16,41-40-16,-41 40 0,40 0 0,-40 0 15,40-40-15,-40 40 16,40-40-16,0 0 16</inkml:trace>
  <inkml:trace contextRef="#ctx0" brushRef="#br0" timeOffset="96808.8692">16933 11550 0,'-40'-80'16,"80"160"-16,-160-241 31,120 121-31,-40 80 31,0 0-15,0 1-16,40-1 0,-41 0 0,1 0 15,0 0-15,40 0 0,-40 0 16,0 40-16,0-40 0,0 1 0,0 39 0,-1-40 16,1 0-16,0 0 15,0 0-15,0 0 0,40 0 0,-40-40 0,40 41 16,-40-41-16,40 40 0,0 0 31</inkml:trace>
  <inkml:trace contextRef="#ctx0" brushRef="#br0" timeOffset="97248.8424">17736 11429 0,'0'0'16,"-40"0"-16,-41 41 31,1 39-15,40-40 0,-40 160-1,80-39 1,0-81-1,80 80 1,40-79 0,-39-41-1,-41-40 1,0 0-16</inkml:trace>
  <inkml:trace contextRef="#ctx0" brushRef="#br0" timeOffset="97978.7989">18057 11670 0,'0'-40'16,"40"40"30,0 0-46,40 0 0,-39 0 16,-1 0-16,0 0 0,0 0 0,0 0 16,0 0-16,0 0 0,0 0 15,1 0-15,-1 0 0,0 0 0,0 0 16,-80 0 46,40 40-46,-40 0-16,0 0 16,-1 0-16,1-40 0,40 40 15,-40-40-15,40 41 0,-40-41 16,40 40-16,-40-40 0,40 40 0,-40-40 16,40 40-16,-40-40 15,40 40-15,-40-40 0,80 0 63,0 0-48,0 40-15,0-40 16,0 0-16,0 0 16,0 0-16,1 0 0,-1 40 15,0-40-15,0 0 16,0 0-16,0 0 0,0 0 0,0 0 0,1 0 15,-1 0-15,0 0 16,0 0-16,0 0 0,0 0 0,0 0 0,0 0 16,1 0-16</inkml:trace>
  <inkml:trace contextRef="#ctx0" brushRef="#br0" timeOffset="98398.7383">19221 11510 0,'0'0'0,"0"-40"31,40 40 0,0 40-15,-40 0-1,40-40-15,-40 80 0,40-80 0,-40 40 16,0 0-16,40 0 0,-40 0 0,40 0 0,-40 1 16,0-1-16,0 0 15,40 0-15,-40 0 0,0 0 0,0 0 0,0 0 16,-40 0-16,40 1 0,-80-1 16,40 0-16,0 0 0,-40 0 0,39 0 0,-39 40 15,40-80-15,-40 40 16,40 0-16,-41 1 0</inkml:trace>
  <inkml:trace contextRef="#ctx0" brushRef="#br0" timeOffset="99938.6797">5979 13675 0,'-40'0'16,"0"0"-1,80 0 32,0 0-47,0 0 16,0 40-1,0-40-15,-40 41 0,40-41 0,-40 40 16,0 0-16,40-40 0,-40 40 0,0 0 0,0 0 16,0 0-16,0 0 0,0 0 15,-40 0-15,40 1 0,0-1 0,-40-40 0,40 40 16,0 0-16,0 0 16,0-80 15,0 0-16,40-40-15,-40 39 0,40 1 0,-40 0 16,41 0-16,-41 0 16,40 0-16,0 0 0,0 0 0,0 0 15,0 0-15,0 40 0,-40-41 16,40 41-16,1 0 0,-1-40 0,0 40 16,-40-40-16,40 40 15,0 0-15,0 0 16,0 40-1,-40 0-15,0 1 16,40-41-16,-40 40 0,0 0 0,0 0 16,0 0-1,41-40-15,-41 40 0,0 0 0,0 0 0,0 0 16,0 0-16,0 1 16,0-1-16,0 0 0,0 0 0,0 0 15,0 0 1,40-40-1,0 0-15,-40 40 0,40-40 0</inkml:trace>
  <inkml:trace contextRef="#ctx0" brushRef="#br0" timeOffset="100738.575">7544 13836 0,'0'0'0,"0"-40"0,40 0 31,0-1-31,40 41 0,1-40 31,-41 40-31,0 0 16,-40 40-16,40-40 0,0 81 15,-40-41-15,-40 160 16,40-160-16,-80 121 31,-41-41-15,81-120 0,40-40 15,40 40-31,81-160 15,-41 119 1,0 1 0,81-80-1,-121 40 1,0 80-16,40-80 16,-80 40-16,40 40 0,0-41 15,-80 41 32,0-40-31,0 40-1,0 0-15,40 40 16,-40-40-16,40 41 16,-40-1-16,40 0 0,-40 0 0,40 0 0,-41 0 15,41 0-15,0 0 16,0 0-16,0 0 0,0 1 15,0-1-15,0 0 0,41 0 16,-1 0 0,0-40-16,0 40 15,0-40-15,0 0 16,0 0-16,0 0 0,1 0 0</inkml:trace>
  <inkml:trace contextRef="#ctx0" brushRef="#br0" timeOffset="101138.6063">9269 13595 0,'0'0'16,"-40"0"15,0 0-31,0 40 16,0-40-16,40 40 0,-40 0 15,-1 1-15,-39 119 31,80-120-31,0 80 16,0-80-16,0 41 0,40-41 0,81 40 31,-1 0-15,-40-80 0,1 0-16</inkml:trace>
  <inkml:trace contextRef="#ctx0" brushRef="#br0" timeOffset="101618.5774">9510 13956 0,'0'0'0,"0"-40"16,40-40-1,0 40 1,40 40-1,-39 80 1,-41 40 15,0-80-31,0 40 16,-41-80-16,41 41 0,0-82 47,41 41-47,-41-40 0,40 0 15,0 0-15,-40 0 0,40 40 16,-40-40-16,40 40 0,-40-40 16,40 40-16,0 0 0,-40-40 0,40 40 15,1 0 1,-1 0 0,0 40-1,-40 40 1,40-80-16,-40 40 15,0 0-15,0 0 0,0 0 0,0 1 16,-40-1-16,40 0 0,0 0 16,0 0-16,-40-40 15,40 40-15</inkml:trace>
  <inkml:trace contextRef="#ctx0" brushRef="#br0" timeOffset="101918.5592">10714 13675 0,'40'0'15,"-40"40"1,80 41 0,0 39-1,-39-40 1,-41-40-16,-81 121 16,41-121-16,-40 80 31,40-80-31,-121 81 15,121-81-15</inkml:trace>
  <inkml:trace contextRef="#ctx0" brushRef="#br0" timeOffset="102858.4442">12921 13796 0,'0'-40'0,"0"80"0,-40-80 16,-1 40-1,41 80 1,-40-80-16,40 40 0,-40-40 0,0 40 0,0 0 16,0 0-16,0 0 15,0 0-15,-1 0 0,1 1 0,0-1 0,0 0 16,0 0-16,0 0 16,0 0-16,0 0 0,-1 0 0,1-40 15,0 0-15,0 0 16,40-40-16,0 0 15,0 0-15,40 40 0,-40-40 16,40 0 0,0 40-16,1 0 0,-1 0 15,0 0 1,0 40-16,0 0 0,0-40 0,-40 40 16,40-40-16,0 40 15,1 0-15,-1 0 0,0 1 0,0-1 16,-40 0-16,40-40 0,0 40 15,-40 0-15,40 0 0,-40 0 0,40-40 16,-40 40-16,41 0 0,-1 0 16,0-40-1,0 0-15,-40-40 16</inkml:trace>
  <inkml:trace contextRef="#ctx0" brushRef="#br0" timeOffset="103288.4764">12640 14518 0,'-80'-41'31,"39"1"-31,82 40 47,-1 0-31,0 0-1,0 40-15,0-40 0,0 0 0,0 0 0,41 0 16,-41 0-16,40 0 16,0 0-16,0 0 0,1 0 0,-1 0 0,0 0 15,-40 0-15,41 0 0,-1 0 16,0 0-16,-40-40 0,40 40 0,-39 0 0,-1 0 15,40 0-15,-40 0 0,0 0 0,0 0 0,0 0 16,1 0-16,-1 0 16,0 40-16,0-40 0,0 0 0,0 0 0,0 0 15,0 0-15,1 0 0,-1 0 16,0 0-16,0 0 0,0 0 0,0 0 0,0 0 16,1 0-16,-1 0 15,0 0-15,0 0 0,0 0 0</inkml:trace>
  <inkml:trace contextRef="#ctx0" brushRef="#br0" timeOffset="103758.4465">14445 14197 0,'-40'0'0,"80"0"0,-80-40 31,80 40 0,1 40-15,39-40-1,-80 40-15,40-40 0,0 0 0,0 40 16,0-40-16,1 0 0,-1 0 0,-40 40 0,40-40 16,0 0-16,0 0 15,0 0-15,-40 40 0,40-40 0,0 0 16,1 0 0,-41 40-1,-41-40 1,41 40-16,-40-40 0,0 40 15,40 1-15,-40-41 0,40 40 0,-40-40 0,40 40 16,-40-40-16,40 40 16,-40-40-16,0 40 0,-1 0 0,41 0 15,-40-40-15,40 40 0,-40 0 16,40 0-16,-40-40 0,40 41 16</inkml:trace>
  <inkml:trace contextRef="#ctx0" brushRef="#br0" timeOffset="104538.4004">16733 14558 0,'0'40'31,"0"-80"-31,0 40 16,40 0 93,0 0-93,0 0-16,0 0 0,0 0 0,0 0 15,1 0-15,39 0 16,-40 0-16,40 0 0,-40 0 0,0 0 0,41 0 15,-41 0-15,0 0 0,0 0 0,0 0 32</inkml:trace>
  <inkml:trace contextRef="#ctx0" brushRef="#br0" timeOffset="105328.3531">17936 14237 0,'0'0'0,"41"0"62,-1 0-62,0 0 16,0 0-16,0 0 0,0 0 15,0 0-15,1 0 0,-1 0 0,0 0 16,0 0-16,0 0 0,0 0 0,0-40 0,0 40 16,1 0-1,-1-40-15,0 40 0,-40 40 63,-40-40-63,0 40 15,-1-40-15,41 40 16,-40 0-16,0 0 16,0 0-16,0 0 15,0-40-15,40 40 16,-40 1-16,0-1 0,-1 0 16,1 0-16,0 0 15,0-40-15,40 40 0,-40-40 0,40 40 16,-40-40-16,40 40 15,-40-40-15,40 40 0,0 0 47,40-40-31,0 0 0,0 0-16,0 0 0,0 0 0,0 0 15,1 0-15,-1 0 16,0 0-16,0 0 0,0-40 0,0 40 15,0 0-15,0 0 0,1 0 16,-1 0 0,0 0-16,-80 0 62,0 0-46</inkml:trace>
  <inkml:trace contextRef="#ctx0" brushRef="#br0" timeOffset="105998.3119">20143 14518 0,'0'-41'0,"0"82"0,-120-122 31,80 41-31,-40 40 16,-81 40 0,121 0-1,0-40-15,-40 41 16,40-1-16,-41 40 15,41-40-15,40 0 0,0 0 16,40 0-16,81 0 16,-81-40-16,0 0 15,40 0-15,41-40 16,-81 0-16,0 40 0,0-80 31,-40 40-31,40-161 31,-40-39-15,0 39 0,0 121-1,0 120 17,-40 0-17,40 0-15,-40 0 16,40 0-16,0 41 0,0-41 0,-40 0 15,40 40-15,0-40 0,0 0 0,-40 41 0,40-41 16,0 0-16,0 40 0,0-40 16,0 0-16,0 0 0,0 0 0,0 0 0,0 1 15,0-1-15,40-40 16,-40 40-16,40 0 0,0-40 16,0 40-16</inkml:trace>
  <inkml:trace contextRef="#ctx0" brushRef="#br0" timeOffset="106348.2899">20785 14357 0,'0'-40'16,"-40"0"-16,0 40 16,40 40 15,121 80-15,79 41-1,-79-1 16,-81-40-15,40-79 0</inkml:trace>
  <inkml:trace contextRef="#ctx0" brushRef="#br0" timeOffset="106618.2738">21468 14477 0,'0'-40'32,"0"80"-32,0-120 0,-41 80 0,41-40 0,-40 40 31,0 40 0,-40 0-31,40 0 0,0-40 16,0 41-16,-1-1 15,1 0-15,0 0 0,0 0 0,0 0 16,0 0-16,0 0 0,0 0 0,-1 41 0,1-41 16,40 0-16,-40-40 0,0 40 15,40 0-15,-40-40 0,40 40 0,0 0 0</inkml:trace>
  <inkml:trace contextRef="#ctx0" brushRef="#br0" timeOffset="106968.2527">22029 14197 0,'-80'0'16,"160"0"-16,-320 40 31,199-40-31,1 0 0,-40 80 16,80-40-16,-40 121 16,40-121-16,-40 0 0,40 80 31,0-80-31,40 121 15,0-121-15,40 0 16,-40 0 0,121-40-16</inkml:trace>
  <inkml:trace contextRef="#ctx0" brushRef="#br0" timeOffset="107468.1476">22310 14638 0,'-40'0'16,"0"-40"-16,80 40 31,40 0-31,-80-40 0,41 40 16,-1 0-16,0 0 16,0 0-16,0 0 0,0 0 0,0 0 0,0 0 15,1 0-15,-1 0 16,0 0-16,-40-40 0,40 40 0,0 0 15,-80 40 48,0-40-63,40 40 16,-40-40-16,40 40 15,-40-40-15,-1 40 0,1-40 0,40 40 0,-40 0 16,40 0-16,-40-40 0,0 40 15,40 0-15,-40-40 0,40 41 0,-40-1 0,0-40 16,40 40-16,0 0 16,40-40-1,0 0 1,0 0-16,0 0 16,0 0-16,0 0 0,0 0 15,1-40-15,-1 40 16,0 0-16,0 0 0,0 0 0,0 0 15,0 0-15,0 0 16,1 0 0,-1 0-16</inkml:trace>
  <inkml:trace contextRef="#ctx0" brushRef="#br0" timeOffset="107758.2047">23313 14477 0,'-40'-40'16,"80"80"-16,-80-120 16,40 120-1,40 0 1,121 161-1,-121 40 1,-80-1 0,-40-200-16,-81 121 31,81-121-31,40 0 0,-81 0 16</inkml:trace>
  <inkml:trace contextRef="#ctx0" brushRef="#br0" timeOffset="108398.1656">19261 16202 0,'0'40'0,"40"-40"15,-40-40 1,40 40-16,0-40 15,80 0 1,81 40 0,-121 0-1,1 0-15,199 40 16,-199-40-16,-1 0 0,201 80 31,-201-80-31,81 0 0,-81 40 0,241 0 31,-40-40-15,-161 0-16,-80 0 0,201 0 31,-201 0-31,40 0 0,81 0 16,-121 0-16,40 0 16,-40 0-16,1 0 0</inkml:trace>
  <inkml:trace contextRef="#ctx0" brushRef="#br0" timeOffset="109338.1102">20184 17325 0,'-41'0'0,"1"0"16,0 0-16,0 0 0,0 0 0,0 0 16,0 0-1,0 0-15,40 40 0,-41-40 0,1 0 0,0 40 16,0 0-16,0-40 16,0 40-16,40 0 0,-40 1 15,40-1-15,0 0 16,0 0-16,0 0 0,40-40 15,-40 40-15,40-40 0,0 0 16,0 0-16,0 0 0,0 0 16,1 0-16,-1 0 0,0 0 0,0-40 15,0 40-15,-40-40 16,40 40-16,-40-40 0,40 40 0,-40-40 0,40 40 16,-40-40-16,0-1 0,0 1 15,0 0-15,0 0 0,0 0 0,0 0 16,0 0-1,0 0-15,0 0 0,0-1 0,0 1 16,0 0-16,0 0 0,0 0 16,0 0-1,0 80 63,0 0-78,-40 0 32,40 0-32,-40 0 0,40 1 15,0-1-15,0 0 16,0 0-16,0 0 0,0 0 16,0 0-16,0 0 15,0 0-15,0 1 0,0-1 0,0 0 0,0 0 16,0 0-16,0 0 15,0 0-15,0 0 0,40-40 0,-40 40 0,40-40 16,-40 40-16,41-40 0,-1 0 16,0 0-16,0 0 15,0 0-15</inkml:trace>
  <inkml:trace contextRef="#ctx0" brushRef="#br0" timeOffset="109998.0684">20986 17325 0,'0'0'0,"-40"0"16,40-40 15,40 40-15,0 0 0,201 0 15,-40 0-16,-121 0-15,-40 0 0,40 0 32,-40 0-32,-80 0 62,40 40-46,-40-40-16,40 40 0,-40-40 0,0 40 15,0-40-15,40 40 0,-40-40 16,-1 0-16,41 40 0,-40-40 0,0 40 0,0-40 16,40 41-16,-40-41 15,0 40-15,0-40 0,40 40 0,-40-40 0,40 40 16,-41-40-16,1 40 0,40 0 16,-40-40-16,40 40 0,-40-40 15,40 40 1,40-40-1,0 0 1,41 0-16,-41 0 16,0 0-16,40 0 0,0 0 0,-40 0 0,41 0 15,-1 0-15,0 0 16,0-40-16,1 40 0,-1 0 0,0 0 0,-40 0 16,41-40-16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19:03.2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4294 2326 0,'-41'40'15,"41"-80"1,0-1 0,41 41-1,-41-40-15,40 40 0,0 0 16,-40-40-16,40 40 0,-40-40 0,40 40 0,-40-40 15,40 40-15,0 0 16,0 0-16,-40-40 0,41 40 0,-1 0 0,0 0 16,0 0-16,40 0 0,-80 40 15,40-40-15,0 80 0,1-40 0,-41 0 0,40-40 16,-40 41-16,0-1 16,0 40-16,0-40 0,0 0 0,0 0 0,0 0 15,-40 0-15,40 0 0,-41 41 0,1-41 16,40 0-16,-40 0 0,0 0 15,40-80 17,40 0-32,0 0 15,-40 0-15,40 0 0,1-1 16,-41 1-16,40 0 0,0 0 0,0 0 0,0 0 16,0 0-16,40 0 15,-39 0-15,-1 0 0,0-1 0,0 41 0,0-40 16,0 0-16,0 0 0,0 0 0,1 0 15,-41 0-15,40 40 16,-40-40-16,0 0 16,-40 40-1,-1 0-15,1 0 16,0 40-16,0-40 16,40 40-16,-40-40 0,40 40 0,0 0 0,-40-40 15,40 40-15,-40 0 0,0 0 0,40 0 16,0 1-16,-41-1 15,41 0-15,-40 40 0,40-40 0,0 0 0,0 0 16,0 0-16,0 0 16,0 1-16,0-1 0,40 0 0,1 0 15,-1-40-15,0 40 16,0-40-16,0 0 0,0 40 0,0-40 0,0 0 16,1 0-16,-1 0 0</inkml:trace>
  <inkml:trace contextRef="#ctx0" brushRef="#br0" timeOffset="310.0536">6099 2165 0,'0'0'15,"-40"0"-15,40-40 16,0 80 31,-40 0-32,40 0-15,0 0 0,0 1 16,0-1-16,0 0 0,-40 0 0,40 0 16,0 0-16,0 0 15,0 0-15,0 0 0,40 0 0,-40 1 16,40-41-16,-40 40 0,80 0 0,-40 0 15,1-40-15,-1 40 16,0-40-16</inkml:trace>
  <inkml:trace contextRef="#ctx0" brushRef="#br0" timeOffset="729.9557">6500 2285 0,'0'0'15,"41"0"1,39 0 0,40 81 15,-120-41-31,40 0 0,-40 0 0,0 80 31,0 1-15,0-162-1,81-119 1,-1 40 15,0 80-15,-40 40 0,-40 40-1,0 0-15,40 80 16,-40-80-16,40 81 15,-40-1 17,0-80-17</inkml:trace>
  <inkml:trace contextRef="#ctx0" brushRef="#br0" timeOffset="949.9732">7865 2165 0,'-40'0'16,"80"0"15,0 40-15,0-40-16,0 40 0,-40 0 0,40 1 15,-40-1-15,0 0 0,0 0 0,0 0 16,0 0-16,0 40 15,0-40-15,0 0 0,0 1 0,-40-1 0,40 0 16,-40 0-16,0 0 0,0-40 16,40 40-16,0 0 0,-40 0 0</inkml:trace>
  <inkml:trace contextRef="#ctx0" brushRef="#br0" timeOffset="1369.9899">9149 2606 0,'0'0'16,"-40"0"-1,120-80 1,0 40-1,-40 0-15,161-40 16,-161 80-16,0 0 0,81-40 31,-81 40-31,40 0 16,-40 0-16,0 0 16</inkml:trace>
  <inkml:trace contextRef="#ctx0" brushRef="#br0" timeOffset="1649.9722">9590 3007 0,'-80'81'16,"160"-162"-16,-200 162 0,160-81 31,80-41-15,201-79-1,-80 40 1,-161 40 15,-80 80 1,-40-40-32,0 0 15,0 0-15</inkml:trace>
  <inkml:trace contextRef="#ctx0" brushRef="#br0" timeOffset="5929.672">12158 2125 0,'0'0'0,"40"0"63,1-40-63,-1 0 16,0 40-16,0 0 0,-40-40 0,40 40 15,0 0 1,0 0-16,0 0 15,1 0 1,-1 0-16,0 40 0,0 0 16,-40 0-16,0 0 0,40-40 15,-40 40-15,0 0 0,0 0 0,0 1 0,0-1 16,-40 0-16,40 0 16,-40 0-16,0 0 0,40 0 0,-40 0 15,-1-40-15,41 40 0,0-80 63,41 40-63,-41-40 15,0 0-15,80 40 16,-40 0-16,-40-40 0,40 40 0,0 0 0,0 0 16,0 0-16,1 0 15,-1 0-15,-40 80 0,40-80 0,-40 40 0,40-40 16,-40 40-16,0 0 0,0 1 0,0-1 15,0 0-15,0 0 16,-40-40-16,40 80 0,-40-80 0,40 40 0,-81 0 16,41 0-16,0 1 15,40-1-15,-40 0 0,0 0 0,0-40 0,0 40 16,0-40-16,-1 0 16,1 0-16,0 0 0,0-40 15,0 0-15,0 0 0,40 0 16,-40 40-16,40-41 15,-40 1-15,-1 0 0,1 0 16</inkml:trace>
  <inkml:trace contextRef="#ctx0" brushRef="#br0" timeOffset="7349.5914">12760 1363 0,'0'-40'31,"40"40"31,-40-40-46,81 40-16,-41 0 0,-40-40 0,40 40 16,0 0-16,0 0 0,0 40 15,-40 0 1,40 40-16,-40-40 0,0 0 15,0 0-15,0 1 16,0-1-16,0 0 0,0 0 0,0 0 16,-40 0-16,40 0 15,-40-40-15,40 40 16,0-80 15,0 0-31,40 0 16,-40 0-16,0 0 0,40 0 15,-40 0-15,40-1 0,1 1 0,-1 0 0,0 0 16,0 0 0,0 40-16,-40-40 0,40 40 0,0 0 15,0-40 1,1 40-16,-1 0 0,0 0 0,0 0 16,0 0-16,0 0 0,-40 40 0,40 40 15,-40-40 1,0 0-16,0 0 0,40 1 0,-40-1 0,0 40 15,0-40-15,0 0 0,0 40 16,0-40-16,0 0 0,-40 1 0,40-1 0,0 0 16,0 0-16,-40 0 15,40 0-15,0 0 0</inkml:trace>
  <inkml:trace contextRef="#ctx0" brushRef="#br0" timeOffset="44577.3676">14967 2285 0,'0'-40'31,"-40"40"31,40 40-30,0 1-17,0-1-15,0 0 0,-40 0 0,40 0 16,0 0-16,0 0 15,0 0-15,0 0 0,0 0 0,0 1 16,0-1-16,0 0 16,40-40-16,-40 40 0,40 0 0,0-40 15,-40 40-15,40-40 16,1 0 0,-1 0-16,0 0 0,0 0 0,-40-40 15,40 40-15,0-40 16,0 0-16,0 40 0,1-40 0,-41 0 15,40-1-15,0 1 0,-40 0 16,40 0-16,0 0 0,-40 0 0,0 0 16,40 40-16,-40-40 0,0 0 0,0 0 31,0-1-31,0 1 31,-40 40 0,40 40 1,0 1-17,0-1-15,0 0 0,0 0 0,0 0 16,0 0-16,0 0 16,0 0-16,0 0 0,0 0 0,0 1 0,0-1 15,0 0-15,40 0 16,-40 0-16,40 0 0,0 0 15,1 0 1,-1-40-16,0 0 0,0 0 16,0 0-16,0 0 0,0-40 0</inkml:trace>
  <inkml:trace contextRef="#ctx0" brushRef="#br0" timeOffset="44997.3408">17174 1804 0,'-40'0'15,"0"-40"-15,40 80 32,0 40-17,0-40-15,0 1 0,-40-1 0,40 0 0,0 40 16,-40-40-16,40 40 15,-41-40-15,41 41 0,-40-41 0,40 40 0,0-40 16,0 40-16,0-40 0,0 0 16,0 1-16,0-1 0,40 0 0,1 0 15,-1 0-15,0-40 0,0 0 0,0 0 16,0 0 0,0 0-16,0 0 0,1 0 0</inkml:trace>
  <inkml:trace contextRef="#ctx0" brushRef="#br0" timeOffset="45527.2333">17936 2245 0,'0'0'0,"-40"0"16,40-40-1,0 0-15,40 40 32,1-40-32,-1 40 15,0 80 1,0 81 0,-40-1 15,-40-80-16,40-40 1,0-80 0,40 0-16,40-80 31,-40 40-31,1 40 0,-1-1 31,0 1-31,0 40 16,-40 40-1,40 1-15,-40-1 16,40-40-16,-40 40 0,0 0 16,0 0-16,0 0 0,0 0 15,0 0-15,0 0 0,0 0 0,0 1 0,0-1 16,0 0 0,0 0-16,0 0 0,0 0 15,80-40 1,-39 40-16</inkml:trace>
  <inkml:trace contextRef="#ctx0" brushRef="#br0" timeOffset="45777.2932">19221 2686 0,'0'0'0,"-81"-40"32,121 40-32,121 0 15,-121-40-15,161 40 32,-161 0-32,0 0 0,0 0 0,80 0 31,-39-40-31</inkml:trace>
  <inkml:trace contextRef="#ctx0" brushRef="#br0" timeOffset="46747.1602">21468 2085 0,'0'-40'31,"-81"40"110,1 0-125,40 0-1,0 0 1,0 0-16,0 0 0,-1 0 0,41 40 0,-40-40 0,0 0 15,0 0-15,0 0 16,0 0-16,0 40 0,0-40 16,-1 0-16,1 0 0,40 40 109,0 0-109,0 0 16,0 0-16,40-40 15,-40 41-15,0-1 0,0 0 0,0 0 16,0 0 0,0 0-16,41-40 0,-41 40 15,40-40-15,0 0 16,0 0-16,0 0 15,0 0 1,0 0-16,0-40 0,1 40 16,-1 0-16,0 0 0,0 0 0,0 0 15,0 40-15,0-40 16,-40 40-16,0 0 0,0 0 16,0 1-1,0-1-15,-40 0 16,0 0-16,0-40 15,0 40-15,0-40 0,0 40 0,-1-40 16,1 40-16,0-40 0,0 40 0,0-40 16,0 0-16,0 0 15,0 0-15,-1 0 0,1 0 16,0 0 0,40-40-16</inkml:trace>
  <inkml:trace contextRef="#ctx0" brushRef="#br0" timeOffset="47227.1342">22230 1804 0,'40'0'47,"0"0"-47,-40 40 0,40-40 0,1 40 16,-41 0-16,40 1 0,0-1 15,-40 0-15,40 0 0,-40 0 0,40 40 0,-40-40 16,0 0-16,0 41 0,0-41 0,0 40 0,-40 0 16,40 0-16,-40 1 15,0-1-15,-41 0 0,41 0 0,0 0 0,0 1 16,-40-1-16,0 0 0</inkml:trace>
  <inkml:trace contextRef="#ctx0" brushRef="#br0" timeOffset="161460.2305">18258 3649 0,'40'0'47,"0"0"15,0 0-46,0 0-16,0 0 16,0 0-16,0 0 15,1 0-15,-1 0 0,0 0 0,0 0 16,0 0-1,0 0-15,0 0 0,0 0 16,1-40-16,-1 40 16,0 0-16,0 0 15</inkml:trace>
  <inkml:trace contextRef="#ctx0" brushRef="#br0" timeOffset="165299.9663">13202 2326 0,'0'40'15,"0"0"735,0 0-156,-41-40-47,41-40-532,-40 40 1</inkml:trace>
  <inkml:trace contextRef="#ctx0" brushRef="#br0" timeOffset="166709.9101">23113 2285 0,'-40'41'16,"0"-41"-1,-1 40 1,1-40 15,80-40 47,1 40-78,-1 0 0,0 0 16,0 0-16,0 0 15,0 0-15,0-41 16,0 41 0,1 0-16,-41-40 0,40 40 0,0 0 0,0 0 15,0 0-15</inkml:trace>
  <inkml:trace contextRef="#ctx0" brushRef="#br0" timeOffset="167009.8779">23033 2847 0,'-41'0'0,"1"0"31,40 40-31,40-40 32,-40 40-32,81-40 0,-41 0 15,0 0 1,0 0-16,0 0 0,0-40 0,0 40 16,1 0-16,-1 0 0,0 0 15,0 0-15,40-40 0</inkml:trace>
  <inkml:trace contextRef="#ctx0" brushRef="#br0" timeOffset="167789.8859">23996 2045 0,'0'0'0,"40"0"62,0 0-46,0 0 0,-40-40-16,40 40 0,0 0 0,-40-40 15,40 40-15,0 0 0,1 0 16,-1 0-1,0 0-15,-40 40 16,40-40-16,-40 40 16,0 0-16,40-40 0,-40 40 0,0 0 15,0 0 1,0 0-16,-40 0 0,40 1 16,-80-1-16,40 0 15,-1-40-15,41 40 0,-40-40 0,0 40 0,0 0 16,80-40 31,-40-40-47,40 40 15,0 0-15,1 0 0,-1 0 16,0 0 0,-40 40-16,40-40 0,-40 40 15,0 0-15,0 0 16,0 0-16,-40 1 15,40-1-15,-40-40 16,40 40-16,-40-40 16,40 40-16,-41-40 0,1 40 15,0-40 1,0 0-16,40 40 0,-40-40 0,0 0 16,0 0-1,0 0-15,-1 0 0,1 0 16,0 0-16,0 0 0,0-40 15</inkml:trace>
  <inkml:trace contextRef="#ctx0" brushRef="#br0" timeOffset="168849.8223">24196 1082 0,'40'0'31,"0"0"-16,1-40-15,-1 40 0,0 0 16,0 0 0,0 0-16,0 0 0,0 0 15,0 0 1,1 0-16,-1 40 16,-40 0-1,0 0-15,0 1 0,40-41 0,-40 40 0,0 0 16,0 0-16,0 0 0,0 0 0,0 0 15,0 0-15,0 0 16,-40 1-16,40-82 63,0 1-63,0 0 0,0 0 15,40 0-15,0 0 0,-40 0 16,40 40-16,-40-40 15,40 40-15,-40-40 0,40 40 0,0-41 16,1 41 0,-1-40-16,0 40 15,0 0 1,-40 40 15,40-40-15,-40 41-16,0-1 0,0 0 15,0 0 1,40 0-16,-40 0 0,0 0 16,0 0-16,0 0 15,0 1-15,0-1 16,0 0 0,0 0-16,0 0 15,0-80 157,0 0-125</inkml:trace>
  <inkml:trace contextRef="#ctx0" brushRef="#br0" timeOffset="169729.6927">25440 1403 0,'-40'0'156,"80"0"-109,40 0-32,-39 0 1,-1 0-16,0 0 0,0 0 16,0 0-16,0 0 15,0 0-15,0 0 16,1 0 0,-41 40 30,40-80 17</inkml:trace>
  <inkml:trace contextRef="#ctx0" brushRef="#br0" timeOffset="170599.6407">26845 1002 0,'-41'0'0,"41"40"0,-40-40 15,0 0 32,0 0-31,0 0-16,0 0 15,0 0 1,0 0-16,-1 0 16,1 0-1,0 0 1,0 0 15,40 40 94,0 0-109,0 0-16,0 1 15,0-1-15,0 0 16,0 0-16,0 0 0,0 0 16,40 0-1,0-40 1,-40 40 0,40-40-16,1 0 15,-1 0-15,-40-40 0,40 40 16,0 0-16,0 0 15,0 0 1,-40 40 0,0 0-16,0 1 31,0-1-31,0 0 0,-40-40 16,40 40-16,-40-40 0,40 40 0,-40-40 15,40 40 1,-40-40-16,0 0 0,-1 40 0,1-40 31,0 0-31,0 0 0,0 0 16,0 0-16,40 40 0,-40-40 15,0 0-15</inkml:trace>
  <inkml:trace contextRef="#ctx0" brushRef="#br0" timeOffset="171049.6909">27045 1363 0,'-40'40'15,"0"-40"-15,40 40 31,40-40 1,0 0-32,0 0 15,0 0-15,1 0 16,-1 0-16,0 0 0,0 0 0,0 0 16,0 0-16,0 0 0,0 0 0,1 0 0,-1 0 15,0 0-15,0 0 16,0 0-16</inkml:trace>
  <inkml:trace contextRef="#ctx0" brushRef="#br0" timeOffset="171329.5983">27366 1203 0,'-40'0'16,"80"0"-16,-80 40 63,40 0-63,0 0 0,0 0 15,0 0-15,0 0 16,0 0-16,0 0 0,0 1 0,0-1 15,0 0-15,0 0 16,0 0-16,0 0 0,40-40 16,-40 40-1</inkml:trace>
  <inkml:trace contextRef="#ctx0" brushRef="#br0" timeOffset="172029.573">28249 1042 0,'-40'0'15,"0"0"1,0 0 0,-1 0-1,41 40-15,-40-40 0,0 0 16,0 40-16,0-40 16,0 0-16,40 40 0,-40-40 15,0 0-15,-1 0 16,41 41-16,-40-41 15,40 40 95,0 0-95,0 0-15,0 0 16,0 0-16,0 0 16,0 0-1,40 0-15,-40 1 16,41-41-16,-1 0 16,0 0-16,-40 40 0,40-40 15,0 0-15,0 0 16,0 0-1,0 0-15,-40 40 0,41-40 16,-41 40 0,0 0-16,0 0 15,-41-40 1,41 40-16,-40-40 0,40 40 0,-40-40 0,0 0 16,0 0-16,40 40 0,-40-40 0,0 0 0,0 0 15,-1 0-15,1 0 0,0 0 16,0 0-16</inkml:trace>
  <inkml:trace contextRef="#ctx0" brushRef="#br0" timeOffset="176449.3603">27928 2526 0,'-40'0'0,"40"-40"31,0 80 32,0 0-32,0 0-31,0 0 0,0 0 0,0 1 16,0-1-16,0 0 15,0 0-15,0 0 0,40 0 16,-40 0 0,40-40-16,0 0 0,-40 40 15,40-40-15,0 0 0,1 0 16,-1 0-16,-40-80 15,40 80-15,0-40 0,0 40 0,-40-40 16,40 40 0,-40-40-16,0 0 0,40 40 0,-40-40 0,40-1 15,-40 1 1,0 0-16,0 0 16,0 80 46,-40 0-31,40 0-31,0 1 0,0-1 0,0 0 16,0 0-16,0 0 16,0 0-16,0 0 0,0 0 15,0 0-15,0 1 0,40-1 31,41-40-31,-41 0 16,0 0-16,0-40 16,0 40-16,0-41 0</inkml:trace>
  <inkml:trace contextRef="#ctx0" brushRef="#br0" timeOffset="176779.2692">29092 2406 0,'-40'40'63,"-1"-40"-48,41 80-15,0-40 0,0 0 16,-40 0 0,40 0-16,0 1 0,0-1 0,0 0 0,0 0 15,0 0-15,0 0 16,40 0-16,-40 0 0,0 0 16,41-40-16,-1 41 0,0-41 0,0 0 15,0 0 1,0 0-16,0 0 0</inkml:trace>
  <inkml:trace contextRef="#ctx0" brushRef="#br0" timeOffset="177269.3108">29493 2486 0,'0'-40'16,"0"0"-1,40 40 1,0 0 0,-40 40-16,40 0 15,-40 0 1,0 0-16,40 0 0,-40 0 16,0 0-16,0 1 0,0-1 15,-40 0 1,40 0-16,0-80 31,40 0-15,-40 0-1,41-1-15,-41 1 0,40 40 0,-40-40 0,40 40 16,-40-40-16,0 0 16,40 40-16,-40-40 0,40 40 15,0 0 1,0 0-1,-40 40-15,40 40 16,-40-40 0,0 0-16,0 1 0,0-1 15,0 0-15,0 0 16,-40-40-16,40 40 16,0 0-1</inkml:trace>
  <inkml:trace contextRef="#ctx0" brushRef="#br0" timeOffset="177559.2939">30496 2727 0,'0'0'16,"40"0"0,0-41 15,41 41-15,-41 0-16,40 0 15,-40 0-15,0 0 0,40 0 16,-39 0-1,79 0 1</inkml:trace>
  <inkml:trace contextRef="#ctx0" brushRef="#br0" timeOffset="178329.1761">31860 2326 0,'40'0'15,"-120"0"16,40 0 1,40 40-17,-40-40-15,0 0 0,0 0 16,0 0 0,-1 0-16,1 0 15,0 0 16,40 40 79,0 0-110,0 0 15,0 0 1,0 0-16,-40-40 0,40 40 0,0 0 16,0 0-1,0 1 1,40-41 15,0 0-31,0 0 31,1 0-31,-1 0 16,0 0 0,-40 40-16,0 0 15,0 0-15,-80-40 16,80 40-16,-41-40 0,41 40 16,-40-40-16,40 40 0,-40-40 0,0 0 0,40 40 15,-40-40-15,40 40 16,-40-40-16,40 41 0,-40-41 0,0 0 15,40-41 1,-41 41 0,41-40-16</inkml:trace>
  <inkml:trace contextRef="#ctx0" brushRef="#br0" timeOffset="178779.1443">32141 2125 0,'0'-40'16,"40"40"15,0 0-16,1 0-15,-41 80 0,40-80 0,0 40 16,0 0-16,-40 0 16,40 1-16,-40-1 0,0 0 15,0 0-15,0 0 16,0 0-16,0 0 0,0 0 0,-40 0 16,0 0-16,0 1 0,0 39 0,-41-40 0,41 0 0,-40 0 15,0 40-15,-1-40 16,1 41-16,-40-41 0</inkml:trace>
  <inkml:trace contextRef="#ctx0" brushRef="#br0" timeOffset="181578.9792">24076 3328 0,'0'-40'407</inkml:trace>
  <inkml:trace contextRef="#ctx0" brushRef="#br0" timeOffset="182038.9462">27206 2125 0,'-40'0'0,"40"-40"31,-41 40 0</inkml:trace>
  <inkml:trace contextRef="#ctx0" brushRef="#br0" timeOffset="183208.9509">9189 5654 0,'0'0'0,"0"40"16,-40-40-16,120 0 62,-40 0-62,-40-40 16,40 40-16,0 0 15,1 0-15,-1 0 0,0-40 0,0 40 0,40 0 16,-40 0-16,0 0 0,1 0 16,-1 0-16,0 0 0,0 0 0,0 0 0,0 0 15</inkml:trace>
  <inkml:trace contextRef="#ctx0" brushRef="#br0" timeOffset="183468.9343">9390 6136 0,'0'0'0,"-41"0"16,1 40 0,80-40-1,121 0 16,40-40-15,-81 40 0,-80 0-16,80-41 15</inkml:trace>
  <inkml:trace contextRef="#ctx0" brushRef="#br0" timeOffset="184208.8903">10874 5614 0,'0'0'0,"0"-40"31,0-40-16,121 0 1,-1 40 15,-40-1-31,1 41 16,79 81 0,-80 39-1,-120 80 16,-40 1-15,0-81 0,40-80-16,-1-40 31,82-40-15,-1 40-1,120 0 1,-120 0-1,0 40 1,41 81 0,-81-81-16,0 0 15,-81 40 1,41 0-16,-80-40 31,40 1-31,-1-41 16,-39 0-1,40-121 17,0 1-32</inkml:trace>
  <inkml:trace contextRef="#ctx0" brushRef="#br0" timeOffset="184928.7744">11757 4772 0,'40'0'31,"0"0"0,0 0-31,1 40 16,-1-40-16,-40 40 16,0 0-16,0 0 0,0 0 15,0 1-15,0-1 0,0 0 16,-40-40-16,40 40 15,0-80 17,0 0-32,40 0 15,-40-1-15,0 1 16,40 0-16,-40 0 0,40 0 0,-40 0 16,40 0-16,0 40 0,0-40 0,0 40 15,-40-40 1,41 40-16,-1 0 15,0 0 1,-40 40-16,40 0 16,-40 0-1,40 0-15,-40 0 0,0 0 16,0 0-16,0 0 0,0 1 16,0-1-1,0 0-15,0 0 0,0 0 16,0 0-1</inkml:trace>
  <inkml:trace contextRef="#ctx0" brushRef="#br0" timeOffset="185258.7517">12720 4852 0,'0'0'15,"-40"40"-15,80-40 47,0 0-31,0 0-16,0 0 15,1 0 1,-1 0-16,0 0 0,0 0 0,0-40 16,0 40-16,0 0 0,0 0 15</inkml:trace>
  <inkml:trace contextRef="#ctx0" brushRef="#br0" timeOffset="186078.7021">14124 4531 0,'-40'0'62,"0"0"-46,0 0-16,0 0 0,0 0 16,0 0-1,0 0-15,40 40 0,-41-40 16,1 0-1,0 0 1,0 0 31,40 41 31,-40-1-78,40 0 16,0 0-16,0 0 15,0 0-15,0 0 16,40-40 15,-40 40-31,40-40 16,0 0-16,0 0 15,1 0-15,-1 0 0,0 0 0,-40-40 16,40 40-16,0 0 16,0 40-16,-40 0 15,0 0 1,0 1-16,0-1 0,0 0 0,-40 0 16,40 0-16,-40 0 0,0 0 0,40 0 15,-80-40-15,80 40 16,-41-40-16,1 41 0,0-41 0,0 0 0,0 0 15,0 40-15,0-40 16,0 0-16,-1 0 0,1-40 0,0-1 16,0 1-1,40 0-15</inkml:trace>
  <inkml:trace contextRef="#ctx0" brushRef="#br0" timeOffset="186988.7222">14004 6496 0,'40'0'47,"-40"41"0,-40-41-31,40 40-1,0-80 48,-40 40-1,40-41-30,0 1 15</inkml:trace>
  <inkml:trace contextRef="#ctx0" brushRef="#br0" timeOffset="187688.6798">14887 5855 0,'0'-40'0,"0"80"0,40-161 31,-40 81-31,80 0 15,81 0 1,-1 40 15,-39 0-31,-81 40 16,0 40 0,-80 81-1,-40-1 16,-1-39-15,41-121 0,80 0 15,0 0-15,81 0-1,-41 0 1,-40 80-1,-40-40 1,-40 80 0,-40 1-1,-41-81 1,1 0 15,40-40-31,40-40 16,-81-81-1,81 41 1</inkml:trace>
  <inkml:trace contextRef="#ctx0" brushRef="#br0" timeOffset="188478.5556">16773 4812 0,'0'-40'47,"-40"40"-47,0 0 16,-1 0-16,1 0 16,0 0-16,0 0 0,0 0 0,40 40 15,-40-40-15,0 0 16,0 0-16,-1 0 0,1 0 15,40 40 110,0 0-109,0 0-16,0 0 16,0 1-16,0-1 0,0 0 0,0 0 15,-40 0-15,40 0 16,0 0-16,0 0 0,0 0 16,0 1-16,40-41 31,0 0-31,-40-41 15,41 41 1,-1 0-16,0-40 0,0 40 16,0 0-16,-40 40 15,40-40-15,-40 41 0,0-1 16,0 0-16,0 0 0,0 0 16,-40 0-1,40 0-15,-40-40 0,40 40 0,-40 0 16,0 0-16,0-40 15,-1 41-15,1-41 0,0 0 0,0 0 16,0 0 0,0 0-16,0-41 0,0 41 0,-1-40 15,1 40 1,0-40-16,0 40 0</inkml:trace>
  <inkml:trace contextRef="#ctx0" brushRef="#br0" timeOffset="189898.4889">17254 5935 0,'0'40'31,"-40"-40"-15,40 40-1,0 0-15,0 0 16,0 1-16,0-1 0,0 0 16,40 0-16,-40 0 15,40 0-15,-40 0 0,81-40 16,-41 40-1,0-40-15,0 0 0,0-40 16,0 40-16,0-40 16,1 0-16,-41 0 0,40 0 0,-40 0 15,40 40-15,-40-40 16,40-1-16,-40 1 0,40 40 0,-40-40 0,40 40 16,-40-40-16,0 80 62,-40 0-62,40 0 0,0 1 0,0-1 16,0 0-16,0 0 15,0 0-15,0 0 0,0 0 0,40 0 16,-40 0-16,40-40 0,0 0 16,1 0-1,-1 0-15,0 0 0,0 0 16</inkml:trace>
  <inkml:trace contextRef="#ctx0" brushRef="#br0" timeOffset="190188.5262">18739 5694 0,'0'0'0,"-40"0"0,0 0 15,0 0-15,0 40 16,-1 1 0,1 79-1,40-80-15,0 80 16,40 81 15,1-121-31,-1 0 16,40-40-1,-40 0-15</inkml:trace>
  <inkml:trace contextRef="#ctx0" brushRef="#br0" timeOffset="190588.5032">19140 5975 0,'0'0'15,"40"0"17,1 40-17,39 121 1,-80-41 0,0-40-1,0-120 16,40-40-15,80-40 0,-39 79-16,39-39 31,-80 80-15,-40 161-1,-40-1 1,0-80-1,40-40 1,0 41 0,80-41-1</inkml:trace>
  <inkml:trace contextRef="#ctx0" brushRef="#br0" timeOffset="190808.433">20264 6216 0,'0'0'15,"40"0"1,0-40 0,0 40-16,161-40 31,-1 40-16,-119-41 1</inkml:trace>
  <inkml:trace contextRef="#ctx0" brushRef="#br0" timeOffset="191528.3703">21789 5694 0,'0'-40'47,"-41"40"-16,-39 0-31,40 40 16,0-40-1,0 40-15,0-40 0,0 0 16,-1 41-16,1-41 0,0 0 16,0 0-1,40-41 16,40 41 16,-40 41-31,0-1 0,0 0-16,0 0 0,0 0 15,0 0-15,0 0 16,0 0-16,0 0 0,0 1 15,0-1 1,0 0-16,40-40 0,-40 40 16,40-40-1,1 0-15,-1 0 0,0 0 0,0 0 16,-40-40-16,40 40 0,0 0 0,-40-40 16,40 40-1,0 0-15,-40 40 16,0 0-16,0 0 15,0 0-15,0 0 16,-40-40-16,40 40 16,-40 0-16,0 0 0,0-40 15,0 41-15,0-41 0,0 0 0,-1 40 0,1-40 16,0 0-16,0 0 16,0 0-16,0-40 0,40-1 15,0 1 1,0 0-16</inkml:trace>
  <inkml:trace contextRef="#ctx0" brushRef="#br0" timeOffset="191828.3527">22431 5614 0,'40'0'16,"-80"0"-16,120 0 0,-40 0 15,0 0-15,-40 40 0,40 0 16,0 41 0,1-1-16,-41 120 31,-41 1-16,-199-41 1,-41-80 0</inkml:trace>
  <inkml:trace contextRef="#ctx0" brushRef="#br0" timeOffset="193448.2788">9711 8341 0,'0'40'15,"0"-80"32,40 40-15,0 0-17,0-40-15,0 40 0,0 0 16,0 0-16,0-40 15,1 40-15,-1 0 0,0 0 0,0 0 0,0-40 16,0 40-16,0 0 16,0 0-16,1 0 0,-1 0 0</inkml:trace>
  <inkml:trace contextRef="#ctx0" brushRef="#br0" timeOffset="193688.3141">10072 8742 0,'-81'0'31,"162"0"-31,-202 0 0,161 0 32,41 0-17,-41 0 1,0 0-1,0 0-15,0 0 0,0 0 0,0 0 16,1 0-16,-1-40 0,0 40 16</inkml:trace>
  <inkml:trace contextRef="#ctx0" brushRef="#br0" timeOffset="194258.2801">10955 8141 0,'0'0'0,"0"-40"31,40 0-31,80-1 31,41 1-15,-121 80 0,0 41-16,-40 39 15,-40 40 17,-41-39-17,81-81 1,0-80 15,41 40-31,119-40 31,-120 40-31,121 40 16,-121 40 0,-40 80-1,-201 41 16,1-81-15,119-120 0,1 40-16,0-200 15,120-1 17,-40 121-32</inkml:trace>
  <inkml:trace contextRef="#ctx0" brushRef="#br0" timeOffset="195008.2343">12399 7258 0,'-40'0'78,"0"-40"-62,0 40-16,0 0 16,-1 0-1,1 40-15,0-40 0,0 41 0,0-41 16,0 0-16,40 40 0,-40-40 0,0 0 16,-1 0-1,41 40 63,0 0-62,0 0 0,0 0-16,41-40 0,-41 40 0,0 0 15,0 0 1,40 1-16,0-41 15,-40 40 1,40-40-16,0 0 0,0 0 16,0 0-1,0 0-15,1 0 0,-1 0 16,0 0-16,0 0 16,0 0-1,-40 40-15,0 0 16,0 0-1,-40 0-15,0 0 16,-40 0 0,39 0-16,1-40 0,0 40 0,0-40 0,0 0 15,0 41-15,0-41 0,0 0 0,-1 0 16,1 40 0</inkml:trace>
  <inkml:trace contextRef="#ctx0" brushRef="#br0" timeOffset="196168.1654">14767 8141 0,'-41'0'15,"82"0"-15,-82-40 16,82 0 0,-41-1-1,120 1 1,-40 40-1,81-40 1,-41 120 15,-80 1-31,-120 79 16,-81 1 15,121-81-31,-80 0 31,160-80-15,0 0 0,81-40-1,-81 40-15,80 40 32,-80 40-17,-40 40 1,-40-39-1,-80 39 1,-1-40 15,81-80-31,0 0 0,-80 0 16,-1-40 15,81 40-31,40-80 31,0 40-31</inkml:trace>
  <inkml:trace contextRef="#ctx0" brushRef="#br0" timeOffset="196778.0513">15649 7579 0,'0'-40'31,"0"80"-31,40-80 0,-40 0 16,0 80 15,41 0-31,-41 0 0,0 1 16,0-1-16,0 0 0,0 0 16,0 0-16,0 0 0,0 0 0,0 0 15,0 0 1,0 0-16,0-120 31,0 40-31,0 0 0,40 0 0,-40 0 16,40 0-16,0 0 15,-40 0-15,40-1 0,-40 1 0,40 40 16,-40-40-16,40 40 0,-40-40 0,40 40 16,-40 40-1,41-40-15,-41 40 16,40-40-16,-40 40 15,0 1-15,40-41 0,-40 40 0,40 0 16,-40 0-16,0 0 16,0 0-16,0 0 0,0 0 15,-40-40-15,40 40 0,0 0 0,-40-40 0,40 41 16,-40-41-16,40 40 16,0 0-1,40-40 1</inkml:trace>
  <inkml:trace contextRef="#ctx0" brushRef="#br0" timeOffset="196998.1129">16492 7900 0,'0'0'0,"40"0"63,0 0-63,0-40 0,0 40 15,1 0-15,-1 0 0,0 0 0,0 0 0,0-40 16,0 40-16,0 0 0,0 0 16,1 0-16</inkml:trace>
  <inkml:trace contextRef="#ctx0" brushRef="#br0" timeOffset="197698.0735">17816 7419 0,'-40'0'16,"0"0"-1,40-40-15,-40 40 0,0 0 16,-1 0 0,1 0-16,0 0 0,0 0 15,0 0 1,40 40 93,-40-40-109,40 40 16,-40-40-16,40 40 15,0 0 17,0 0-32,0 0 15,0 1-15,0-1 16,40-40 0,0 0-16,0 0 15,0 0 1,-40 40-16,40-40 0,0 0 15,-40 40-15,41-40 16,-41 40-16,40-40 16,-40 40-1,0 0-15,0 0 16,-40 0-16,-1 0 16,1-40-16,0 41 15,0-41-15,0 0 0,0 0 0,40 40 16,-40-40-1,0 0-15,-1 0 16</inkml:trace>
  <inkml:trace contextRef="#ctx0" brushRef="#br0" timeOffset="198398.0293">18017 8702 0,'-40'0'16,"40"-40"-16,-41 40 31,1 0 0,40 40-31,0 0 0,0 0 0,-40 1 16,40-1-1,0 0-15,0 0 0,40 0 0,-40 0 16,40-40-16,-40 40 0,81-40 0,-81 40 16,40-40-16,0 0 15,0 0-15,0-40 16,-40 0-1,40 0-15,-40 0 16,0 0-16,41 0 0,-41 0 16,0-1-16,0 1 0,0 0 0,0 0 15,0 0-15,0 0 16,0 80 31,0 0-32,0 0-15,-41-40 16,41 40-16,0 0 0,0 1 0,0-1 16,0 0-16,0 0 0,0 0 15,0 0-15,0 0 0,41 0 0,-41 0 16,0 1-16,40-1 0,0 0 0,0 0 16,0-40-1,0 0-15,0 0 0,0 0 16,1-40-16</inkml:trace>
  <inkml:trace contextRef="#ctx0" brushRef="#br0" timeOffset="198708.0093">19060 8542 0,'0'-40'0,"0"80"0,-40-80 15,40 0 1,0 80 15,-40 0-31,40 0 16,-40 80 0,40-80-16,0 161 15,0-161-15,40 80 31,40-39-15,-40-41-16,0-40 16,0 0-16,1 0 0</inkml:trace>
  <inkml:trace contextRef="#ctx0" brushRef="#br0" timeOffset="199137.9839">19662 8662 0,'0'-40'16,"0"80"15,40-40-31,-40 40 0,0 0 16,40-40-1,-40 40-15,0 1 0,0-1 16,0 0-16,-40 0 15,40 0 1,0-80 0,0 0-1,40 0-15,0 0 0,0-1 16,-40 1-16,41 0 16,-1 40-16,0 0 0,0-40 15,0 40 1,-40 40-1,40 0 1,-40 41-16,0-41 16,0 0-1,0 0-15,0 0 0,0 0 0,-40 0 16,40 0-16,0 0 0,40-40 31</inkml:trace>
  <inkml:trace contextRef="#ctx0" brushRef="#br0" timeOffset="199357.9693">20785 8903 0,'0'-40'31,"41"40"-15,39 0-16,-80-40 15,80 40-15,-40 0 16,0 0-16,0 0 16,1 0-16,-1 0 15,0 0-15,0 0 16,0 0-16</inkml:trace>
  <inkml:trace contextRef="#ctx0" brushRef="#br0" timeOffset="200007.8742">22350 8582 0,'0'-40'0,"0"0"16,-40 40-16,-40 0 15,40 0 1,0 0-16,0 0 0,0 40 15,-1-40-15,1 0 16,0 40-16,0-40 16,40 40 109,40 0-110,-40 0-15,0 0 32,0 0-32,0 1 15,0-1-15,0 0 16,0 0-16,0 0 31,40-40-31,0 0 16,1 0-16,-1 0 15,0 0-15,0 0 16,0 0-16,-40 40 16,40 0-1,-40 0-15,0 0 0,0 1 16,-40-1-1,0 0-15,-40 0 16,40-40-16,-1 40 16,1-40-16,0 40 0,0-40 0,0 40 0,0-40 15,0 40-15,-1-40 0,1 0 0,0 0 0,0 40 16,0-40-16,0-40 16,40 0-16,0 0 15</inkml:trace>
  <inkml:trace contextRef="#ctx0" brushRef="#br0" timeOffset="200277.8448">22832 8462 0,'0'0'15,"40"0"-15,80 120 32,-120-40-32,41-40 0,-41 161 15,0-161-15,0 0 0,-41 120 32,41-119-32,-160 119 15,120-160-15,0 40 0,-81-40 16</inkml:trace>
  <inkml:trace contextRef="#ctx0" brushRef="#br0" timeOffset="204747.5713">5939 11149 0,'-40'0'16,"40"-40"62,0-1-78,40 1 15,0 0 1,0 40-16,-40-40 16,40 40-16,0 0 0,0-40 0,0 40 15,1 0 1,-41 40-16,0 40 16,40-40-1,-40 1-15,0-1 0,0 0 0,0 0 16,0 0-16,0 0 0,0 0 15,0 0-15,-40 0 0,40 1 0,0-1 0,-41 0 16,1 0 0,40 0-16,-40 0 0,80-40 47,0-40-47,1 40 15,-41-40-15,40 40 16,0 0-16,0 0 0,0 0 15,0 0-15,0 40 16,-40 0-16,40 0 16,-40 0-16,0 0 0,0 0 15,0 1 1,0-1-16,0 0 0,-40-40 0,40 40 16,-40 0-16,0-40 15,40 40-15,-40-40 0,0 0 16,40 40-16,-40-40 15,0 0-15,-1 0 0,1 0 0,0 0 16,0 40-16,0-40 16,0 0-16,0 0 0,0 0 15,-1 0-15,41-40 16,0 0 0,0 0-16</inkml:trace>
  <inkml:trace contextRef="#ctx0" brushRef="#br0" timeOffset="205367.605">6701 10387 0,'0'40'16,"0"0"15,40-40-31,-40 40 16,40-40-16,-40 40 0,40 0 15,-40 0 1,0 0-16,0 1 16,0-82 30,0 1-30,0 0 0,0 0-16,81 40 0,-81-40 0,0 0 15,40 40-15,0 0 0,0 0 16,0 0 0,0 0-16,-40 40 31,40-40-31,-40 40 15,0 0-15,0 0 16,0 0-16,0 1 0,0-1 16,0 0-16,0 0 0,0 0 15,0 0-15,0 0 16,41-40-16</inkml:trace>
  <inkml:trace contextRef="#ctx0" brushRef="#br0" timeOffset="206227.4783">8065 11189 0,'-40'0'15,"40"-40"17,0 80 14,-40-40-46,40 40 0,0 0 0,-40 0 0,40 0 16,0 0-16,-40 0 16,40 1-16,0-1 0,0 0 0,0 0 0,0 0 15,0 0-15,0 0 0,0 0 0,40-40 0,-40 40 16,80 0-16,-40-40 16,1 0-16,-1 0 15,0-40 1,0 40-16,0-40 0,0-40 0,0 40 15,-40 0-15,40 0 16,-40 0-16,41 0 0,-41-1 16,0 1-16,0 0 31,-41 40-31,1 0 16,40 40-1,0 0 1,0 1-16,0-1 15,-40 0-15,40 0 0,0 0 0,0 0 16,0 0-16,0 0 16,0 0-16,0 0 0,0 1 0,0-1 15,40 0-15,-40 0 0,40-40 16</inkml:trace>
  <inkml:trace contextRef="#ctx0" brushRef="#br0" timeOffset="206527.4686">9028 11109 0,'-40'0'0,"0"0"31,40 80-15,0-40 0,0 0-16,0 120 15,0-119-15,0-1 0,40 80 16,0-120-16,1 80 16,-1-40-16,0 40 15,40-39 1</inkml:trace>
  <inkml:trace contextRef="#ctx0" brushRef="#br0" timeOffset="206937.4529">9550 11269 0,'0'-40'0,"80"40"31,-40 0-15,-40 40-16,41-40 0,-41 40 16,0 0-16,0 0 0,40 0 0,-40 1 0,0-1 15,0 0-15,0 0 0,0 0 16,-40 0 0,-1-40-16,41-40 31,41 0-31,-41 0 0,40 0 0,-40 0 15,40 40-15,0-41 16,-40 1-16,40 40 0,0 0 0,-40-40 16,40 40-16,0 0 0,1 40 15,-1 0 1,-40 1-16,0-1 0,0 0 16,40-40-16,-40 40 15,0 0-15,0 0 0,0 0 0,0 0 16,0 0-16,-40 0 15,40 1-15,0-1 0,-40-40 0,40 40 16</inkml:trace>
  <inkml:trace contextRef="#ctx0" brushRef="#br0" timeOffset="207207.4201">11035 11149 0,'40'0'0,"0"0"16,0 0 0,-40 40-16,0 0 15,40 0-15,-40 0 0,0 0 0,0 0 16,0 41-16,0-41 15,-80 0-15,80 0 0,-40 0 0,40 0 0,-40 0 16,40 0-16,-40 0 0,40 0 16,-40 1-16,40-1 0,-41-40 0,41 40 0,-40-40 15</inkml:trace>
  <inkml:trace contextRef="#ctx0" brushRef="#br0" timeOffset="207757.4603">13643 11028 0,'-40'0'0,"0"0"16,0 0 0,-1 0-16,-39 40 31,40-40-31,-120 41 15,119-41-15,1 40 0,-40-40 16,0 0 0,80-40 15,40 40-15,0 0-1,0 40-15,0-40 0,-40 40 0,40-40 16,-40 40-16,41 0 15,-1 0-15,-40 0 0,40 0 0,0 0 0,-40 1 16,40-1-16,-40 40 0,40-40 16,-40 0-16,40 0 0,-40 40 0,0-40 0,40 1 15,-40-1-15,0 0 0,0 0 0,41 0 0,-41 0 16,40-40 0,0 0-16,0 0 15,-40-40-15</inkml:trace>
  <inkml:trace contextRef="#ctx0" brushRef="#br0" timeOffset="208177.3603">13603 11510 0,'-80'40'31,"160"-80"-31,-201 80 0,81-40 0,80 0 31,1 0-15,-1 0 0,80 40-1,-80-40-15,40 0 0,-39 0 0,199 0 32,-159 0-32,-1 0 0,0 0 15,0 0-15,201 0 16,-80 0-1,-121 0-15,241 0 16,-241 0-16,-39 0 0,-1 0 16,40 0-1,-40 0-15,0 0 16,0 0 0,81 0-1,-81 0-15,0 0 31,0 0-31,-40-40 0</inkml:trace>
  <inkml:trace contextRef="#ctx0" brushRef="#br0" timeOffset="208497.3783">15569 11349 0,'-40'0'15,"80"0"-15,-160 40 16,160-40 15,0 0-31,-40 40 16,40-40-16,0 0 0,0 0 0,0 0 0,1 41 16,-1-41-16,0 0 15,0 0-15,-40 40 0,40-40 0,0 40 0,0-40 16,-40 40-16,40-40 15,-40 40-15,0 0 0,-40 0 16,0-40 0,40 40-16,-80-40 0,80 40 0,-40-40 15,0 40-15,0-40 0,-1 0 0,41 41 16,-40-41-16,0 0 0,0 0 16,40 40-16,-40-40 0</inkml:trace>
  <inkml:trace contextRef="#ctx0" brushRef="#br0" timeOffset="209397.3603">17977 10748 0,'-81'0'16,"162"0"-16,-202 0 31,161 0 0,41-40-31,-41 40 0,0 0 16,40 0-16,-40 0 16,41 0-16,-41 0 0,40 0 0,-40 0 0,40 0 15,-40 0-15,1-41 0,-1 41 0,40 0 0,-40 0 16,0 0-16,0 0 16,0 0-16,-40 41 31,0-1-16,0 0-15,0 0 16,-40 0-16,40 0 0,-40-40 0,0 40 16,0 0-16,0-40 0,40 40 0,-40 0 0,0 1 15,-1-1-15,1-40 16,0 40-16,0 0 0,0-40 0,0 40 0,0 0 16,0-40-16,-1 40 15,1-40-15,80 0 63,1 0-48,-1 0-15,0 0 0,0 0 16,0 0-16,-40 40 16,40-40-16,0 0 0,41 0 0,-41 40 0,0-40 15,0 0-15,0 41 0,0-41 16,0 0-16,0 0 0,1 0 0,-1 0 0,0 0 15,0 40 1,0-40-16,0 0 0,0 0 0,0 0 16,1 0-16,-1 0 15,0 0 1,0 0 0,-40 40-1</inkml:trace>
  <inkml:trace contextRef="#ctx0" brushRef="#br0" timeOffset="209907.3289">17696 12111 0,'-81'40'0,"162"-80"0,-202 80 0,41-40 15,80 40-15,-80-40 16,120 0 15,0 0 0,0 0-31,0 0 16,0 0-16,1 0 0,-1 0 16,40 0-16,-40 0 0,40 0 0,1 0 0,-1 0 15,0 0-15,0 0 0,1 0 0,-1 0 0,40 0 16,-39 0-16,-1 0 16,0 0-16,0 0 0,1 0 0,-1 0 0,0 0 15,40 0-15,-39 0 0,-1 0 16,0 0-16,0 0 0,1 0 0,-1 0 0,0 41 15,-40-41-15,41 0 16,-41 0-16,0 0 0,0 0 0,0 0 16,0 0 46</inkml:trace>
  <inkml:trace contextRef="#ctx0" brushRef="#br0" timeOffset="210697.225">17214 12913 0,'-40'0'15,"40"-40"17,40 40-32,0 0 15,0 0-15,-40-40 0,41 40 0,-1 0 16,0 0 0,0 0-16,0 0 0,0 0 0,0 0 0,0 0 15,1 0-15,-1 0 0,0 0 16,0 0-16,0 0 0,40 0 0,-40 0 0,1 0 15,-1-80-15,40 80 16,-40 0-16,0 0 0,0 0 0,1 0 16,-82 40 15,1 0-15,0 0-1,0 0-15,0-40 0,40 40 16,-40-40-16,0 41 0,40-1 15,-41-40-15,1 40 0,0 0 0,0 0 0,0-40 16,0 40-16,0 0 16,0 0-16,-1 0 0,1 0 0,0-40 15,0 41-15,0-1 0,0-40 0,0 40 16,0-40-16,-1 40 16,41 0-1,41-40 16,-1 0-15,40 0-16,-40 0 0,0 0 16,0 0-16,0 0 0,1 0 0,-1 0 15,0 0-15,0 0 16,0 0-16,0 0 0,0 0 16,0 0-16,1 0 15,-1 0-15,0 40 0,0-40 0,0 0 16,0 0-1,0 0-15,1 0 0,-1 0 0,0 0 16,0 0-16,-40-40 16,40 40-16,0 0 0,-40-40 0</inkml:trace>
  <inkml:trace contextRef="#ctx0" brushRef="#br0" timeOffset="210917.2682">18819 13395 0,'-40'0'16,"0"0"-16,80 0 47,0 0-47,0 0 16,1 0-1,-1 0-15,0 0 16,0 0-16,0 0 15,0 0-15</inkml:trace>
  <inkml:trace contextRef="#ctx0" brushRef="#br0" timeOffset="211547.1826">19421 13234 0,'0'0'0,"0"-40"15,40 0 1,0 40 0,81-40-1,-81 40-15,0 0 16,0 0 0,0 80-1,0-40-15,-40 0 31,0 0-31,0 0 16,-40-40 0,0 41-16,40-1 0,-40 0 15,0 0-15,0-40 16,120 0 31,-40 0-16,0 0-31,0 0 16,1 0-1,-1 0 1,-40 40-16,0 0 0,40-40 16,-40 40-1,0 0 1,-40 0-16,0 1 15,-1-41-15,41 40 16,-40 0 0,0-40-16,40 40 15,-40-40-15,0 40 0,0-40 16,0 0 0,0 0-16,-1 0 0,1 0 15,0 0 1,0 0-16,0-40 0,0 40 0,0-40 15,0 40-15,-1 0 16,1-40-16</inkml:trace>
  <inkml:trace contextRef="#ctx0" brushRef="#br0" timeOffset="212527.147">18900 13515 0,'40'0'156,"0"0"-140,0 0-16,0 0 0,0 0 15,0 0 1,0 0-1,1 0 1,-1 0 0,-80 0 46,-1 0-62,1 0 0,0 0 16,0 0-1,0 0-15,0 0 16,0-40-16,0 40 0,-1 0 16,1 0-1,0 0-15,0 0 0,0 0 16,0 0 0,0 0-1,0 0 1,-1 0 15,82 0 0,-1 0-31,40 0 16,-40 0-16,0 0 0,0 0 16,0 0-16,1 0 15,-1 0-15,0 0 0,0 0 16,0 0-16,0 0 15,-120 0 32,40 0-31,0 0 0,0 0-16,-1 0 0,1 0 15,0 0-15,0 0 16,0 0-16</inkml:trace>
  <inkml:trace contextRef="#ctx0" brushRef="#br0" timeOffset="214627.03">3050 14116 0,'0'-40'46,"0"0"-14,0 0-1,40 40-31,0 0 16,0 0-1,-40-40-15,40 40 0,0 0 0,0 0 16,-40 40-16,40-40 15,1 40-15,-1 0 0,-40 0 16,0 1 0,0-1-16,0 0 15,0 0-15,0 0 16,-40-40-16,40 40 0,0 0 16,-41 0-1,1-40-15,80 0 63,-40-40-63,0 0 31,41 40-31,-1 0 16,0 0-1,-40 40-15,40-40 16,-40 40-1,40-40-15,-40 40 0,0 1 16,0-1-16,0 0 16,0 0-1,-40 0-15,40 0 0,-40-40 16,40 40-16,-40-40 16,40 40-16,-40-40 0,-1 40 0,1-40 31,40 40-31,-40-40 0,0 0 0,0 0 15,0 0-15,0 0 16,0 0-16,-1 0 16,1-40-16,0 40 31,0 0-15,40-40-16</inkml:trace>
  <inkml:trace contextRef="#ctx0" brushRef="#br0" timeOffset="215506.9171">3571 13395 0,'-40'0'15,"40"-41"1,40 41 0,0 0-1,1-40-15,-1 40 0,0 0 16,0 40-1,-40 1-15,40-41 0,-40 40 0,0 0 16,0 0-16,0 0 0,-40 0 16,40 0-1,0 0 1,0-80 31,0 0-47,0 0 0,0 0 15,0 0-15,0 0 16,0 0-16,40 40 0,-40-41 16,40 41-16,-40-40 0,40 40 0,0 0 15,-40-40-15,41 40 16,-1 0-16,-40-40 16,40 40-16,-40 40 15,40-40-15,-40 40 0,0 0 16,40 1-1,-40-1-15,0 0 0,0 0 16,0 0-16,0 0 0,0 0 0,0 0 16,0 0-1,0 1-15,40-1 0,-40 0 16,0 0 0,40-40-16,0 0 15</inkml:trace>
  <inkml:trace contextRef="#ctx0" brushRef="#br0" timeOffset="215796.9152">4574 13435 0,'0'0'16,"-40"40"0,0-40-1,120 0 17,-39 0-32,39 0 15,-40 0-15,0 0 0,0 0 16,81-40-1</inkml:trace>
  <inkml:trace contextRef="#ctx0" brushRef="#br0" timeOffset="216716.9161">5658 13154 0,'0'-40'31,"-40"40"1,0 40-32,40 0 15,-41-40 1,1 0-16,0 40 0,0-40 16,0 40-1,0-40-15,0 0 31,80 0 188,-40 40-188,40-40-31,-40 40 0,40 1 16,-40-1 0,0 0-16,40-40 15,-40 40-15,0 0 0,0 0 32,40-40-1,0 0-31,-40-40 0,41 0 31,-1 40-31,0 0 16,0 0-16,-40 40 15,0 0 1,0 0-16,-40 0 31,0 0-31,0 1 16,-1-41-16,41 40 15,-40-40-15,0 0 0,40 40 0,-40-40 16,0 0-16,0 0 0,0 0 31,40-40-31</inkml:trace>
  <inkml:trace contextRef="#ctx0" brushRef="#br0" timeOffset="217646.7845">5939 14437 0,'-40'0'0,"80"0"0,-121 0 16,81-40 0,-40 40-1,40 40 1,40 81 15,-40-1-15,41 0-1,-1 1 1,80-81 15,-40-80-15,1-1-1,-81 1-15,40-40 16,-40 0-16,40-40 31,0 39-15,0 41-16,-40 80 47,-40-40-47,40 41 0,0 39 15,0-40-15,0 0 16,0 0-16,0 0 0,0 0 0,0 0 16,0 0-16,0 1 0,0-1 0,0 0 15,40 0-15,-40 0 16,40 0-16,0-40 0,0 40 16,1-40-1,-1 0-15,0 0 16</inkml:trace>
  <inkml:trace contextRef="#ctx0" brushRef="#br0" timeOffset="217956.8407">6942 14477 0,'0'-40'16,"0"0"-16,-40 40 31,0 40-15,-1 41-1,41 79 1,0 40 15,41-159-31,-1 79 16,-40-80-16,40 0 15,-40 0-15,80 0 16</inkml:trace>
  <inkml:trace contextRef="#ctx0" brushRef="#br0" timeOffset="218416.8133">7303 14638 0,'0'-40'0,"80"40"16,-80-40-16,40 40 31,41 40-15,-81 80-1,0 40 16,-40-39-15,40-161 15,40 0-31,80-121 32,0 41-17,-39 80 1,-41 40 15,-40 80-15,-40 80-1,40 41 1,40-81 15,80-80-15</inkml:trace>
  <inkml:trace contextRef="#ctx0" brushRef="#br0" timeOffset="218626.7257">8306 14919 0,'-40'0'15,"80"0"17,-40-41-32,80 41 0,-39 0 0,-1 0 15,0 0-15,0 0 0,0 0 16,0 0-16,0 0 0,0 0 16,1 0-1,-1-40-15</inkml:trace>
  <inkml:trace contextRef="#ctx0" brushRef="#br0" timeOffset="219376.7746">9911 14598 0,'0'0'15,"-40"0"1,40-40-16,-40 40 31,0 0 0,0 0-31,0 0 0,-1 0 16,1 0-16,0 0 0,0 0 16,0 0-1,0 0-15,80 0 94,0 0-78,-40 40-16,0 0 15,40-40-15,-40 40 16,0 0-16,0 0 0,40 0 0,-40 0 16,0 0-1,0 1-15,40-41 0,-40 40 16,41 0-1,-1-40 1,0 0 0,-40-40-1,40 40-15,0 0 0,0 0 16,-40 40-16,40-40 16,-40 40-16,40-40 0,-40 40 0,0 0 15,0 0 1,0 0-16,-40-40 0,40 40 15,-40-40-15,40 41 0,-40-41 16,0 40-16,0-40 0,0 0 0,0 40 0,-1-40 16,1 0-16,0 0 0,40 40 0,-40-40 0,0 0 15,0 0 1,0 0-16,40-40 0,0 0 16,0 0-16,0-1 15</inkml:trace>
  <inkml:trace contextRef="#ctx0" brushRef="#br0" timeOffset="219696.7352">10272 14437 0,'0'40'32,"40"1"-32,81-1 31,-1 120-15,-120 81-1,-120-41 16,-41-39-15,81-81-16</inkml:trace>
  <inkml:trace contextRef="#ctx0" brushRef="#br0" timeOffset="220426.6154">12279 14558 0,'0'-40'31,"-81"40"-15,81 40-16,0 0 15,0 0-15,-80 0 0,80 0 0,-40-40 16,0 40-16,0 0 0,0 0 0,0 0 0,-1 1 16,1-1-16,0 0 15,0-40-15,0 40 0,0 0 0,0-40 16,40-40 0,80 0-1,-80 0-15,40 0 16,0-1-16,0 1 0,0 0 15,1 40-15,-1 0 16,-40 80-16,40-80 0,-40 41 0,40-1 16,-40 0-16,40 0 0,-40 0 0,40 0 0,0 0 15,-40 0-15,40 0 16,-40 1-16,41-1 0,-1 0 0,0 0 0,-40 0 16,40 0-16,0 0 0,-40 0 15,40-40-15,0 40 0,-40 0 0,40-40 0,1 0 16,-1 41-16,0-41 15,0 0-15,0 0 0,0 0 0,0-41 16</inkml:trace>
  <inkml:trace contextRef="#ctx0" brushRef="#br0" timeOffset="220886.5876">12439 15159 0,'-40'0'16,"80"0"-16,-120 0 16,80-40-16,40 40 31,40 0 0,-40 0-31,1 0 0,-1 0 0,0 0 16,0 0-16,0 0 0,0 0 15,0 0-15,0 0 0,41 0 0,-41 0 0,0 0 16,40 0-16,-40 40 0,41-40 0,-41 0 0,40 0 16,-40 0-16,0 0 15,40 0-15,1 0 0,-41 0 0,40 0 0,0 0 16,1 0-16,-1 0 0,0 0 16,-40 0-16,40 0 0,1 0 0,-1 0 0,-40 0 15,40 0-15,-40 0 16,1 0-16,-1 0 0,0 0 0,0 40 15,0-40-15,0 0 16,-80 0 31</inkml:trace>
  <inkml:trace contextRef="#ctx0" brushRef="#br0" timeOffset="221266.5648">14445 14959 0,'-40'0'0,"80"0"63,1 0-63,-41 40 0,40-40 15,0 0-15,0 0 0,0 0 16,0 0-16,0 40 0,1-40 0,-1 40 16,0-40-1,0 0-15,0 40 0,0-40 16,0 40-1,-40 0-15,-40-40 16,40 40-16,-40-40 0,40 41 0,-80-41 0,40 40 16,-41 0-1,41 0-15,40 0 16,-40-40-16,40 40 0,-40-40 16,40 40-16,-40-40 0,40 40 0,-40-40 15,40 40 1,-40-40-16</inkml:trace>
  <inkml:trace contextRef="#ctx0" brushRef="#br0" timeOffset="222546.4898">16572 15079 0,'-80'0'0,"40"0"31,0 0-31,0 0 16,-1 0-1,82 0 32,-1 0-47,0 0 16,0 0-16,0 0 0,0 0 15,0 0-15,0-40 0,1 40 0,-1 0 0,0-40 16,40 40-16,-40 0 16,0 0-16,0 0 0,1 0 0,-1-40 0,0 40 15,0 0-15,-40 40 63,0 0-48,0 0-15,-40-40 16,40 40-16,-40-40 0,40 40 16,-40-40-16,-1 0 15,1 40-15,0-40 0,0 40 0,0-40 16,0 41-16,0-41 0,40 40 15,-40 0-15,-1-40 0,1 40 0,0-40 0,40 40 16,-40 0-16,0-40 0,40 40 0,-40-40 0,0 40 16,40 0 15,40-40 16,0 0-32,0 0 1,0 0-16,0 0 0,0 0 0,1 0 16,-1 0-16,0 0 0,0 0 0,0 0 15,0 0 1,0 0-16,0 0 0,1 0 0,-1 0 16,0 0-16,0 0 0,0 0 15,0 0-15,0 0 0,0 0 0,1 0 16,-1 0-1,-80 0 32,-1 0-15,82-40 14</inkml:trace>
  <inkml:trace contextRef="#ctx0" brushRef="#br0" timeOffset="224106.4192">17575 14558 0,'-40'0'62,"0"0"48,80 0-79,40 0-31,-39 0 16,-1 0-16,0 0 15,0 0-15,0 0 0,0 0 0,0 0 16,0 0-16,1 0 16,-82 0 30,1 0-30,0 0 0,80 0 15</inkml:trace>
  <inkml:trace contextRef="#ctx0" brushRef="#br0" timeOffset="224866.4147">18659 14437 0,'0'0'0,"-40"0"94,0 0-94,-1 0 31,1 0-31,0 0 16,0 0-16,0 0 0,0 0 16,0 0-1,0 0 1,40 40 46,0 1-30,0-1-17,40 0 1,0 0-16,0-40 31,-40 40-31,40-40 31,0 0-15,0 0-16,0 0 31,-40 40-15,0 0 0,0 0-16,0 0 31,-40 0-31,40 1 15,-40-41-15,0 0 0,0 0 16,0 0-16,40 40 0,-40-40 16,0 0-16,40-40 31,-41 40-31,41-41 16</inkml:trace>
  <inkml:trace contextRef="#ctx0" brushRef="#br0" timeOffset="225726.2942">19060 15560 0,'0'40'16,"0"-80"31,40 40 15,-40 40-30,-40-40-32,-40 0 15,80 40 1,40-40 15,-40-40-15,40 40-16,0 0 15,-40 40 17,-40-40-32,0 41 15,0-41-15,40-41 47,0 1-16,40 40-31</inkml:trace>
  <inkml:trace contextRef="#ctx0" brushRef="#br0" timeOffset="226826.3054">20464 14678 0,'-40'0'31,"80"0"48,1 0-64,-1 0 1,0 0-16,0 0 0,0 0 0,0 0 15,0 0-15,0 0 0,1 0 0,-1 0 0,0 0 16,0 0-16,0 0 16,0 0-16,-80 0 93,40 40-93,-40 0 16,0-40-16,40 40 0,0 0 16,-40-40-16,0 40 15,-1 1-15,1-1 16,0-40 0,40 40-16,-40-40 0,40 40 0,-40-40 0,0 40 15,40 0 1,-40-40-16,40 40 0,-40-40 0,-1 40 15,41 0-15,-40-40 16,40 41 0,40-41 31,1 0-32,-1 0 1,0 0-16,0 0 15,0 0-15,0 0 16,0 0-16,0 0 0,1 0 0,-1 0 16,0 0-1,0 0-15,0 0 0,0 0 16,0 0-16,0 0 16,1 0-16,-1 0 31,-40-41-31,40 41 0,0 0 15,0 0 1,0 0 0</inkml:trace>
  <inkml:trace contextRef="#ctx0" brushRef="#br0" timeOffset="227386.2158">20384 15801 0,'-40'0'16,"80"0"-16,-160 40 15,80-40 17,80 0 30,0 0-46,0 0-1,0 0-15,0 0 0,0 0 0,1 0 16,-1 0-16,0 0 0,0 0 0,0 0 0,0 0 16,0 0-16,41 0 15,-41 0-15,0 0 0,0 0 0,0 0 0,0 0 16,0 0-16,0 0 0,1 0 16,-1 0-16,0 0 0,0 0 0,0 0 0,0 0 15,0 0-15,0 0 16,1 0-16,-1 0 0,0 0 0,-40 40 0,40-40 15,0 0-15,0 0 0,-40 40 16,40-40 0,-80 0 31,0 0-32</inkml:trace>
  <inkml:trace contextRef="#ctx0" brushRef="#br0" timeOffset="228296.223">20063 16402 0,'0'0'0,"-40"0"15,80 0 64,0 0-79,0 0 0,1 0 15,-1 0 1,0 0-16,0 0 0,0 0 0,0 0 0,0 0 15,0 0-15,1 0 0,-1 0 16,0 0 0,-80 0 46,0 41-31,-1-1-31,1-40 32,40 40-17,-40-40-15,0 0 16,0 40 0,0-40-16,0 0 15,40 40-15,-40-40 0,40 40 16,-41-40-16,1 40 0,40 0 15,-40 0-15,0 1 16,40-1 0,0 0 15,40-40 0,0 0-15,0 0-1,1 0-15,-1 0 16,0 0-16,0 0 0,0 0 16,0 0-1,0 0-15,0 0 16,1 0 0,-1 0-16,0 0 31,0 0-31,0 0 15,-40-40-15,40 40 0</inkml:trace>
  <inkml:trace contextRef="#ctx0" brushRef="#br0" timeOffset="228576.1974">20986 16763 0,'0'0'0,"-40"-40"16,80 40 15,0 0-15,0 0-16,0 0 15,1 0 1,-1 0-16,0 40 0,0-40 15,0 0 1,0 0 0,-40-40-16</inkml:trace>
  <inkml:trace contextRef="#ctx0" brushRef="#br0" timeOffset="229196.0941">21588 16563 0,'0'0'16,"-40"0"-16,40-40 15,40 40 1,0 0 0,0-40-1,40 40 1,41 0-1,-41 0 17,0 0-17,-80 40 1,-40-40 0,0 40-1,-80 40 16,80-40-15,40 0 15,40-40-15,0 0 0,0 0-16,0 0 0,0 40 15,0-40 1,-40 41-16,0-1 15,0 0 1,0 0 0,-40-40-16,40 40 15,-40 0 1,0-40-16,0 0 16,40 40-16,-40-40 15,0 0-15,-1 40 0,1-40 16,0 0-16,0 0 15,0 0-15,0 0 0,0 0 0,0 0 16,-1 0-16,1-40 0,0 40 0,0-40 0,0 40 16</inkml:trace>
  <inkml:trace contextRef="#ctx0" brushRef="#br0" timeOffset="249174.8742">3692 17124 0,'0'40'78,"0"-80"-31,0 0-31,0 0-16,40 40 0,-40-40 15,40 0 1,0 0-16,0 40 0,-40-40 16,40 40-16,0 0 15,-40-40-15,41 40 0,-1 0 16,0 0-1,0 40 1,0 0-16,-40 0 16,0 0-1,40-40-15,-40 40 0,0 0 16,0 0 0,0 0-16,0 1 0,-40-41 15,40 40-15,0 0 0,-40-40 16,80 0 93,0 0-93,0 0-16,0 0 15,1 0 1,-1 0 0,0 0-1,-40 40-15,0 0 16,0 0 0,40-40-16,-40 40 0,0 0 15,0 0-15,0 1 0,-40-1 16,0 0-1,0 0-15,40 0 16,-41-40-16,1 40 16,0-40-16,40 40 0,-40-40 15,0 0 1,0 0-16,0 0 0,0 0 31,-1 0-31,1 0 16,0-40-16,0 40 31,40-40-31</inkml:trace>
  <inkml:trace contextRef="#ctx0" brushRef="#br0" timeOffset="250214.8076">4976 16362 0,'0'0'15,"40"-40"1,-40 0-1,40 0-15,-40 80 63,-40-40-63,-40 0 0,-1 0 31,41 0-31,0 0 16,40 40-1,-40-40 1,0 0 0,40 40-1,0 0 173,0 1-173,0-1 1,0 0-16,0 0 16,0 0-1,0 0-15,0 0 16,40-40 15,0 0-31,0 0 16,0 0-1,-40-40-15,40 40 0,1 0 16,-41 40 0,0 0-16,40-40 15,-40 40 1,0 1-16,-40-1 16,-1 0-1,1-40-15,40 40 0,-40-40 0,0 0 16,0 0-16,0 0 0,40 40 15,-40-40-15,0 0 0,-1 0 16,1 40-16,0-40 0,0 0 16,40 40-16,-40-40 15,0 40-15</inkml:trace>
  <inkml:trace contextRef="#ctx0" brushRef="#br0" timeOffset="250944.8379">5216 17646 0,'0'40'141,"0"0"-141,-40-40 15,0 0 157</inkml:trace>
  <inkml:trace contextRef="#ctx0" brushRef="#br0" timeOffset="251834.7122">5738 17124 0,'0'-40'15,"0"80"-15,0-120 16,0 40-16,40 40 31,-40-40-31,40 0 16,0 40-16,1-40 15,-1 40 1,0 0 0,0 0-16,0 0 0,0 40 15,-40 0-15,40-40 0,-40 40 16,0 0-1,0 0-15,0 0 0,-40 0 0,40 1 16,-40-1-16,0 0 16,40 0-16,0 0 0,-40-40 0,0 0 15,40 40 1,40-40 15,0 0-15,0 0-16,0 0 0,0 0 15,0-40 1,1 40-16,-1 40 16,-40 0-1,0 0-15,0 0 0,0 1 16,0-1-16,-40-40 16,40 40-16,-41 0 0,1 0 0,0 0 15,0-40-15,40 40 0,-40-40 0,0 40 0,0-40 16,0 0-16,-1 40 15,1-40-15,0 0 16,0 0 0,40-40-16,-40 40 0,40-40 15,0 0-15</inkml:trace>
  <inkml:trace contextRef="#ctx0" brushRef="#br0" timeOffset="252464.7458">6340 16362 0,'0'0'16,"0"-40"-16,40 0 0,0 40 0,-40-40 15,40 0 1,0 0 15,1 80-15,-41 0-1,40 80 1,-80 41 15,-1-121-15,41-80 0,81-121-1,-1 81 1,0-80-1,-40 160 1,0 0 0,1 80 15,-41 40-15,0 41-1,0-1 1,0-40 15,0-79-15,40-41-16</inkml:trace>
  <inkml:trace contextRef="#ctx0" brushRef="#br0" timeOffset="252684.7331">7343 16362 0,'-40'0'15,"80"0"-15,-120 0 16,120 0 0,40 0-1,1 0 1,39-40-1,-40 0 1</inkml:trace>
  <inkml:trace contextRef="#ctx0" brushRef="#br0" timeOffset="253374.6155">8106 16042 0,'0'-41'32,"-41"41"-32,1 0 47,0 0-32,0 0 1,0 0-16,0 0 0,0 41 15,0-41-15,-1 0 16,41 40 0,41-40 140,-41 40-156,0 0 16,40 0-1,-40 0-15,0 0 16,0 0-16,0 0 31,40-40-31,0 0 16,0 0-1,0 0-15,0 0 32,-40 40-17,0 1 1,0-1-1,-40-40-15,40 40 0,-40-40 0,40 40 16,-80-40 0,80 40-16,-40-40 0,0 0 15,-1 40-15,1-40 0,0 40 16,0-40-16,0 0 0,0 0 16</inkml:trace>
  <inkml:trace contextRef="#ctx0" brushRef="#br0" timeOffset="254124.646">8186 17365 0,'0'-40'16,"0"0"-1,-40 40-15,40-40 32,-40 40-32,40 40 15,0 80 16,0 81-15,40-81 0,0-80-16,40 0 31,-40-40-31,0 0 0,0 0 16,81-80-1,-41-40 1,-80-1 15,40 81-15,-40 80 15,0 0-15,0 1-1,-40 119 1,40 0-1,80-39 17,-40-121-32,1 40 15,79 0 1,-80-40-16</inkml:trace>
  <inkml:trace contextRef="#ctx0" brushRef="#br0" timeOffset="254384.6299">9470 17365 0,'-40'-40'16,"40"0"-16,-40 40 0,40 40 31,0 0-31,-41 120 31,1 41-15,121-1 0,-81-159-16,40 79 31,0-80-31,0 0 0,40 0 16,-40-40-16</inkml:trace>
  <inkml:trace contextRef="#ctx0" brushRef="#br0" timeOffset="254804.6037">9911 17485 0,'40'0'47,"-40"40"-47,40-40 0,-40 41 16,0-1-1,41 0-15,-41 0 0,0 0 0,0 0 16,0 0-16,0 0 16,0 0-1,0-80 1,40 0 0,-40 0-16,40 0 0,-40 0 0,40 0 0,0 0 15,-40 0-15,40 40 0,-40-41 16,40 1-16,0 0 0,1 40 15,-1 0 17,-40 40-32,0 0 15,0 1-15,0-1 0,0 0 0,0 0 16,0 0 0,-40 0-16,40 0 0,0 0 0,-41 0 0,41 0 15,0 1-15,-40-1 0,40 0 0,0 0 16,-40 0-16,40 0 15,80-40 1</inkml:trace>
  <inkml:trace contextRef="#ctx0" brushRef="#br0" timeOffset="255044.5336">10714 17806 0,'-40'0'16,"80"0"-16,-40-40 16,80 40-16,40-40 15,41 0 17,-41 0-17,1 40 1,-81-40-16,0 40 15</inkml:trace>
  <inkml:trace contextRef="#ctx0" brushRef="#br0" timeOffset="255654.4808">12279 17164 0,'0'-40'15,"-40"40"1,-1 0 15,1 0-15,0 0-16,0 0 16,0 0-16,0 0 0,40 40 15,-40-40-15,0 0 0,80 0 63,-40-40-48,0 80 17,0 1-32,0-1 15,40-40-15,-40 40 16,0 0-16,40-40 0,-40 40 15,40-40-15,-40 40 0,0 0 16,40-40-16,-40 40 31,40-40-31,0 0 0,-40 40 16,41-40 0,-1 0-16,0 0 15,0 0 1,-40 41-1,0-1-15,0 0 16,0 0 0,-40-40-16,40 40 0,-40-40 0,40 40 0,-40 0 15,-1-40-15,1 0 16,40 40-16,-40-40 0,0 40 0,0-40 16,0 0-16,0 40 0,0-40 15,40-40 1</inkml:trace>
  <inkml:trace contextRef="#ctx0" brushRef="#br0" timeOffset="255984.5334">12961 16924 0,'0'40'16,"40"-40"0,120 160-1,-160 41 1,-40-1 15,-120-39-15,-1-41-1,81-80-15</inkml:trace>
  <inkml:trace contextRef="#ctx0" brushRef="#br0" timeOffset="256564.4972">14646 17164 0,'-80'-80'0,"160"160"0,-160-200 15,40 120-15,0 40 16,40 0-1,-81 41 1,-79 79 0,-1-40 15,81-39-15,40-81-1,120-81 1,-40 41 15,0 40-15,1 121-1,79 39 17,0 0-17,1-79 1,-81-1-1,40-80 1</inkml:trace>
  <inkml:trace contextRef="#ctx0" brushRef="#br0" timeOffset="256854.4072">14526 17686 0,'-40'0'15,"80"0"-15,-121 0 0,81-40 16,-40 40-16,121 0 31,-41 0-31,0 0 0,0 40 0,0-40 16,0 0-16,41 40 16,-41-40-16,0 0 0,40 0 0,-40 0 0,0 0 15,41 0-15,-41 0 0,0 0 0,40 0 0,-40 0 16,0 0-16,0 0 0,1 0 15,-1-40-15,0 40 0,0 0 0,0 0 0,0 0 16,0 0 0,0 0-16,1 0 0,-1 0 15,0 0 1,0 0-16,0 0 0</inkml:trace>
  <inkml:trace contextRef="#ctx0" brushRef="#br0" timeOffset="257294.3802">15770 17445 0,'-40'-40'15,"80"80"-15,-121-120 16,41 80-16,80 0 47,-40 40-47,41-40 0,-1 40 15,0-40-15,0 0 16,0 0-16,0 0 0,0 40 0,0-40 16,1 0-16,-1 0 0,0 0 0,0 0 15,-40 40-15,40-40 16,-40 41-1,0-1 1,-40-40 0,40 40-16,-40 0 15,40 0-15,-40-40 0,0 40 0,40 0 0,-41-40 16,41 40-16,-40 0 16,0 0-16,0 1 0,0-1 15,0 0 1,40 0-1</inkml:trace>
  <inkml:trace contextRef="#ctx0" brushRef="#br0" timeOffset="258204.3978">16773 17325 0,'0'-40'16,"0"80"-16,0-120 15,0 40 17,0-1 30,40 41-46,0 0-1,0 0-15,0 0 0,-40-40 0,40 40 0,1 0 16,-1 0 0,-40 40-1,0 1 1,0-1-16,0 0 0,0 0 0,0 0 16,0 0-16,-40-40 0,40 40 0,-41 0 15,1 0 1,0 1-16,0-41 15,40 40 1,40-40 15,-40-40-31,40 40 0,0 0 16,-40-41-16,41 41 0,-1 0 16,0 0-1,0 41-15,-40-1 0,40-40 16,-40 40-16,0 0 15,40 0-15,-40 0 16,0 0-16,0 0 16,0 0-16,-40-40 0,40 40 15,-40-40-15,0 41 16,0-41-16,0 0 0,40 40 16,-41-40-16,1 0 0,0 0 0,0 0 15,0 0 1,0 0-16,40-40 0,-40-1 31,40 1-31,0 0 31</inkml:trace>
  <inkml:trace contextRef="#ctx0" brushRef="#br0" timeOffset="259034.348">18017 16723 0,'-40'0'16,"80"0"-16,-80-40 15,-1 0-15,1 40 31,40-40-15,-40 40-16,0 0 0,0 0 16,0 0-16,0 40 15,0-40 1,-1 40-16,1-40 16,0 0-16,0 0 15,0 0 1,40 40 78,40 0-94,-40 1 15,0 39-15,0-40 16,0 0-16,0 0 15,0 0-15,40-40 16,0 0 0,0 0-16,1 0 15,-1 0 1,-40-40-16,40 40 0,0 0 16,-40 40 15,0 0-31,0 0 15,-40 0 1,40 1-16,-40-41 0,0 0 16,40 40-16,-41-40 15,1 0-15,0 0 0,0 40 0,0-40 16,0 0-16,0 0 0,0 0 16,-1 0-1,41-40 1</inkml:trace>
  <inkml:trace contextRef="#ctx0" brushRef="#br0" timeOffset="259684.3083">17936 17766 0,'0'-40'16,"0"80"46,0 0-31,-40-40 16,0 0 63,0 0-79,40-40 0,80 40-31</inkml:trace>
  <inkml:trace contextRef="#ctx0" brushRef="#br0" timeOffset="260414.2243">18458 17566 0,'-40'0'31,"80"0"-31,-120-41 16,120 41-1,0 0 1,0 0 0,0 0-16,1 0 0,-1 0 15,0 0-15,0 0 0,0 0 16,0 0-16,0 0 15,0 0-15,1 0 16,-82 0 31,1 41-31,40-1-16,-40 0 0,0 0 15,0 0 1,40 0-16,-40-40 0,0 40 15,40 0 1,-40-40-16,-1 0 0,1 40 16,0-40-1,80 40 48,0-40-48,1 0-15,-1 0 0,0 0 16,0 0 0,0 0-16,0 0 0,0 0 15,0 0-15,1 0 16,-1 0-16,0 0 16,0 0 15,-40-40-31</inkml:trace>
  <inkml:trace contextRef="#ctx0" brushRef="#br0" timeOffset="260724.1689">19100 17325 0,'-40'0'16,"80"0"-16,0 0 31,0 0-15,1 0-16,39 0 15,0 0 1,0 0 15,-40 0-31</inkml:trace>
  <inkml:trace contextRef="#ctx0" brushRef="#br0" timeOffset="261494.1521">20103 17084 0,'-40'0'0,"0"0"31,0 0-31,0 0 47,0 0-32,0 0-15,-1 0 16,1 0 0,0 0 30,0 0-14,40 40-17,0 0 79,0 1-94,0-1 31,0 0-31,0 0 32,0 0-32,0 0 15,40-40 16,0 0-15,0 0 0,1 0-1,-1 0 1,-40 40 0,0 0-1,-40-40 1,40 40-16,-41-40 15,1 41 1,0-41-16,0 0 0,0 40 0,0-40 16,0 0-1,0 0-15,-1 0 16,1-40 0,40-1-16</inkml:trace>
  <inkml:trace contextRef="#ctx0" brushRef="#br0" timeOffset="262544.0876">20906 17566 0,'0'0'0,"-40"0"16,0 0 0,40-41-1,-41 41 1,82 0 31,-1 0-47,0 0 0,0-40 15,0 40-15,0 0 16,0 0-16,0 0 0,1 0 0,-1 0 16,0-40-16,0 40 15,0 0-15,-40 40 32,-40 0-17,0-40 1,40 41-16,0-1 0,-40 0 15,0-40-15,40 40 0,-41-40 16,41 40 0,-40-40-16,0 40 0,0-40 15,40 40 1,-40-40-16,80 0 78,0 0-78,0 0 0,0 0 16,1 0-1,-1 0-15,0 0 0,0 0 0,0 0 16,0 0-16,0 0 0,0 0 16,1 0-16,-1 0 0,0 0 15,0 0 16</inkml:trace>
  <inkml:trace contextRef="#ctx0" brushRef="#br0" timeOffset="262944.1096">20625 18007 0,'-80'0'16,"40"0"-16,80 40 62,0-40-62,0 0 0,0 40 16,0-40-16,0 0 16,0 0-16,1 0 0,-1 0 0,0 0 0,0 0 15,0 0-15,40 0 0,-40 0 16,1-40-16,39 40 0,-40 0 0,40 0 0,-40 0 16,0 0-16,41 0 0,-41 0 0,0 0 0,0-40 15,0 40 1,0 0-16,0 0 0,-40-40 0,41 40 15</inkml:trace>
  <inkml:trace contextRef="#ctx0" brushRef="#br0" timeOffset="263574.0723">20625 18287 0,'-80'0'16,"80"41"-16,40-41 47,0 0-32,0 0 1,0 0 0,0 0-16,0 0 0,1 0 15,-1 0-15,0 0 16,0 0-1,-80 0 32,40 40-47,-40-40 16,0 0-16,40 40 0,-41-40 0,41 40 16,-40-40-16,0 0 0,0 40 0,0-40 15,0 40 1,0-40-16,40 40 15,-40-40 1,80 0 15,0 0-15,0 0 0,0 0-16,0 0 0,0 0 0,0 0 15,1 0-15,-1 0 0,0 0 0,0 0 0,0 0 16,0 0-1,0 0-15,0 0 16,1 0 0,-1 0-16</inkml:trace>
  <inkml:trace contextRef="#ctx0" brushRef="#br0" timeOffset="263794.0121">21267 18488 0,'0'0'16,"0"-40"15,40 40-15,0 0-16,121 0 31,-81 0-15,0 0-1</inkml:trace>
  <inkml:trace contextRef="#ctx0" brushRef="#br0" timeOffset="264323.9847">21869 18488 0,'0'0'16,"0"-40"-16,0 0 31,40 40-31,0 0 31,0 0-31,41 0 16,-41 0 15,-40 40-31,-40 0 31,-121 0-15,81 0 0,40 0-16,80-40 31,0 0-15,0 0-16,0 0 15,0 0 1,0 0-16,-40 40 31,41-40-31,-41 40 31,0 1-31,0-1 0,-41-40 16,41 40-16,-40-40 0,40 40 0,-40-40 0,0 40 16,0-40-1,0 0-15,0 0 16,-1 0-16,1 0 15,0-40-15,0 40 0,0 0 0,0-40 16,0 40-16,40-40 16,-40 40-16,-1-40 0,1 40 0,0-41 0</inkml:trace>
  <inkml:trace contextRef="#ctx0" brushRef="#br0" timeOffset="265883.8556">25480 17124 0,'0'-40'15,"0"0"-15,0 0 0,0 80 63,-40 0-63,40 0 0,-40 0 15,0 41-15,40-41 0,-40 0 0,0 0 16,40 0-16,-41 40 16,41-40-16,-40 1 0,40-1 0,0 0 0,-40 40 15,40-40-15,0 0 0,0 0 16,0 0-16,0 0 0,40 1 16,0-41-16,1 0 15</inkml:trace>
  <inkml:trace contextRef="#ctx0" brushRef="#br0" timeOffset="266513.8515">26323 17485 0,'0'-40'16,"-40"40"-16,80 0 47,0 0-47,40 40 16,-40-40-16,1 0 0,-1 0 0,0 0 15,0 0-15,0 0 0,0 0 16,0 0-16,41-40 0,-41 40 0,0 0 0,0 0 15,0-40-15,0 40 16,0 0-16,-80 0 47,0 0-47,0 0 0,40 40 16,-40-40-16,40 40 15,-40 0-15,0 1 0,-1-1 0,41 0 16,-40 0-16,0-40 0,0 40 15,0 0-15,0 0 0,-40-40 0,39 40 0,41 0 16,-40 0-16,0-40 16,0 41-16,0-41 0,40 40 0,40-40 62,40 0-46,-40 0-16,1 0 0,-1 0 15,0 0-15,0 0 16,0 0-16,0 0 0,0 0 0,0 0 0,1 0 16,-1 0-16,0 0 15,0 0-15,-40-40 0,40 40 0,0 0 0,0 0 16,0 0-16,-40-41 0,41 41 16,-1-40-1</inkml:trace>
  <inkml:trace contextRef="#ctx0" brushRef="#br0" timeOffset="266833.8546">27647 17245 0,'0'-40'16,"0"80"15,0 40-31,0-40 16,0 0-16,0 0 0,0 0 0,-40 0 0,40 1 16,0 39-16,0-40 15,-40 0-15,40 0 0,0 0 0,-40 0 0,40 0 16,0 0-16,0 1 0,0-1 15,0 0-15,-40 0 0,40 0 16,0 0 0,0 0-16</inkml:trace>
  <inkml:trace contextRef="#ctx0" brushRef="#br0" timeOffset="267313.8453">28490 17445 0,'40'-40'31,"0"40"-31,80 0 16,41 40-1,-121-40 1,0 0-16,81 40 16,-81-40-16,0 0 15,0 0 1,0 0 0,-80 0 30,40 40-30,-40-40-16,0 41 0,40-1 16,-40 0-16,-1-40 0,1 40 15,0 0-15,0 0 0,0 0 0,0 0 0,-41 0 16,41 0-16,0-40 0,0 41 0,0-1 0,0 0 16,0-40-16,0 40 15,40 0-15,-41-40 0,41 40 0,-40-40 16,40 40-1,40-40-15,1 0 16,-1 0 0,-40-40-16</inkml:trace>
  <inkml:trace contextRef="#ctx0" brushRef="#br0" timeOffset="267993.7463">29694 17245 0,'0'-40'0,"0"80"0,0-121 16,0 1 0,120 40 15,-80 0-31,80 40 0,-79 0 0,119 0 16,-120 0-1,0 80 1,-40-40-16,0 41 31,0-41-31,-40 40 16,0-80-16,0 40 15,40 0-15,-120 40 16,79-40-16,1 1 31,80-41-15,1 0-1,-1 0 1,80 0 0,-40 0 15,-40 40-31,1-40 0,-1 80 16,-40-40-16,0 0 31,0 0-31,-40 0 15,-41-40-15,-39 121 16,80-121-16,0 0 0,-121 40 31,121-40-31,-201 40 16,161-40-16,0 0 0,0-80 0</inkml:trace>
  <inkml:trace contextRef="#ctx0" brushRef="#br0" timeOffset="271413.549">26524 14999 0,'0'0'0,"0"-40"15,40 40 17,-40 40-32,0 0 15,40-40-15,-40 40 16,0 0-16,0 0 0,40-40 0,-40 40 0,0 0 15,0 1-15,0-1 16,40 0-16,-40 0 0,0 0 16,0 0-1,-40-80 32,40 0-31,-40 0-1,40 0-15,0 0 0,0-1 0,0 1 0,0 0 16,0 0-16,0-40 0,0 40 16,0 0-16,0 0 0,0-41 0,0 41 0,40 0 15,-40 0-15,40 0 16,-40 0-16,40 40 0,-40-40 0,40 40 0,0 0 16,-40-40-16,41 40 0,-1 0 0,0 0 15,0 0-15,0 40 16,-40 0-16,40 0 0,-40 0 15,0 40-15,0-40 16,-40 0-16,40 41 0,-80-41 0,80 0 0,-40 0 16,0 40-16,-1-40 0,1 0 15,40 1-15,-40-1 0,0-40 0,0 40 0,40 0 16,-40-40-16,0 0 0,0 0 16,40-40-1,0 0 1,40 40-1,0 0 1,0 0 0,0 40-16,0 0 0,0-40 15,-40 40-15,40-40 0,1 40 16,-41 0-16,40-40 0,0 40 0,0 0 0,-40 0 16,40-40-16,0 41 0,-40-1 0,40-40 0,-40 40 15,0 0-15,40-40 16,-40 40-16,41-40 0,-41 40 0,40-40 15</inkml:trace>
  <inkml:trace contextRef="#ctx0" brushRef="#br0" timeOffset="271823.5711">27888 15039 0,'0'0'0,"-40"0"0,0 0 16,-1 0-16,1-40 16,0 40-1,0 160 1,40-39 0,0 39 15,161-80-16,79-160 1,-39-40 15,-161 80-31,-40-1 0,-40-79 16,40 80-16,-80 0 0,-41-40 31,81 80-31,-120-40 16,120 40-16,-1 0 0,-39 40 15,80 0-15,-40-40 16,40 40-16,0 0 16</inkml:trace>
  <inkml:trace contextRef="#ctx0" brushRef="#br0" timeOffset="272323.4685">26764 15440 0,'-40'0'0,"40"-40"16,0 0-1,40 40 1,0 0-16,1 0 16,-41 40 15,-41 0-31,41 0 0,-40 0 16,40 0-1,0 0-15,0 0 0,0 1 0,0-1 0,0 0 16,0 0-16,0 0 15,0 0-15,0 0 0,0 0 16,0 0 0,40-40-16</inkml:trace>
  <inkml:trace contextRef="#ctx0" brushRef="#br0" timeOffset="272883.4375">29011 14798 0,'-40'0'0,"0"0"16,40-40-16,-40 40 0,0 0 16,0 0-1,0 40 1,40 0-1,-41 0-15,41 1 0,0-1 0,-40 0 0,40 0 16,0 0-16,0 40 16,0-40-16,0 0 0,0 1 0,0-1 0,40 0 15,1 0-15,-1 0 0,0-40 0,0 0 16,0 40-16,0-40 0,0 0 16,41 0-16,-41 0 0,0 0 0,0 0 0,0-40 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24:37.8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3932 1483 0,'0'40'15,"-40"-40"1,0 0-16,80 41 203,0-1-203,-40 0 0,41 0 0,-1 0 16,0 0-16,0 0 0,0 0 15,40 0-15,-40 0 0,1 1 0,-1-1 0,0 0 16,40 0-16,-40 0 0,0 0 0,0 0 0,1 0 15,-41 0-15,40-40 16,0 41-16,0-1 0,0 0 0,0-40 16,0 40-1,0-40-15</inkml:trace>
  <inkml:trace contextRef="#ctx0" brushRef="#br0" timeOffset="370.0159">4976 1483 0,'0'0'0,"-40"-40"16,-1 40-16,1 0 31,0 40-15,0 81 0,0-81-16,-121 120 15,81-80-15,40-40 0,-40 1 16,-41 79-1,41-80-15,-40 40 0,80 0 0,-41-39 16,41-1-16,-120 80 16,120-80-16,40 0 0,-40 40 31</inkml:trace>
  <inkml:trace contextRef="#ctx0" brushRef="#br0" timeOffset="889.9104">5658 1483 0,'-40'0'16,"80"0"-16,-80 40 0,0-40 16,-1 0-1,1 41-15,0 79 32,-40-40-32,40-40 0,0 80 15,0-79-15,-41 199 16,41-119-1,40-81-15,0 120 16,40-120-16,0 0 0,41 0 16,-41-40-16,80 40 31,-80-40-31,0 0 0,1 0 0</inkml:trace>
  <inkml:trace contextRef="#ctx0" brushRef="#br0" timeOffset="1469.9099">6019 2165 0,'-40'0'15,"80"0"-15,-40 0 47,40 0-31,0 0-16,0-40 0,0 40 0,1 0 0,39 0 15,-40 0-15,0-40 0,0 40 16,0 0-16,0 0 0,-40-40 0,41 40 0,-1 0 16,0-40-16,0 40 0,0 0 0,0 0 15,-40-40 1,0 80 15,-40-40-31,40 40 16,-40-40-16,40 80 15,-40-80-15,40 40 0,-40 0 0,0-40 0,-1 40 16,1 0-16,0 1 0,40-1 16,-40-40-16,0 40 0,0 0 0,0-40 0,40 40 15,-40 0-15,-1-40 0,41 40 0,-40-40 0,40 40 16,-40-40-16,0 0 15,40 40 1,40-40 0,0 0-1,0 0 1,1-40-16,-1 40 0,0 0 0,0-40 16,0 40-16,0 0 0,0-40 0,0 40 0,1 0 15,-1 0-15,0-40 0,0 40 16,0 0-16,0 0 0,0 0 0,0 0 0,1 0 15,-1-40-15,0 40 16,0 0-16,0 0 0,0 0 0,40 0 0,-39-40 16,-1 40-16</inkml:trace>
  <inkml:trace contextRef="#ctx0" brushRef="#br0" timeOffset="1809.8554">7544 1764 0,'0'0'16,"-40"0"-16,120 0 31,0 80-16,-80-40-15,40 41 16,0-41-16,1 120 16,-41 41-1,-41-121 1,41-40-16,-120 120 16,80-160-16,0 40 0,-81 41 15,81-41-15</inkml:trace>
  <inkml:trace contextRef="#ctx0" brushRef="#br0" timeOffset="2299.9008">8748 2326 0,'0'0'15,"-41"0"-15,1 0 16,80 0 15,41 0-31,-41 0 0,0 0 0,40 0 16,-40 0-16,0-41 15,41 41-15,-41 0 0,40 0 0,-40-40 0,40 40 16,-39 0-16,-1-40 0,40 40 16,-40 0-16,0 0 0,0 0 0,0 0 15,1-40-15,-1 40 0,0 0 16</inkml:trace>
  <inkml:trace contextRef="#ctx0" brushRef="#br0" timeOffset="2569.8832">9069 2727 0,'0'0'0,"-121"80"31,81-80-15,201 0-1,-121 0-15,0 0 0,120 0 32,-79 0-32,79 0 15,-120 0-15,0 0 0,81-40 16,-81 40-16,80-40 15</inkml:trace>
  <inkml:trace contextRef="#ctx0" brushRef="#br0" timeOffset="2879.8651">10874 1764 0,'-80'0'32,"80"40"-32,-80 0 15,80 81 1,40 79-1,80 81 17,-120-201-32,0-40 0,0 40 15,40-40-15,-40 1 16,0-1-16,0 0 0,41 0 0</inkml:trace>
  <inkml:trace contextRef="#ctx0" brushRef="#br0" timeOffset="3269.8434">11717 2245 0,'0'0'0,"80"-40"15,0 40 1,-39 0-16,39 40 15,-40-40-15,-40 81 16,0-41 0,0 0-16,-80 80 31,-41-40-15,-39-40-1,120-120 1,80-160 15,0 159-31,40 1 31,-40 80-31,0 0 16,1 0-16,-1 40 16</inkml:trace>
  <inkml:trace contextRef="#ctx0" brushRef="#br0" timeOffset="3909.8018">13282 2085 0,'-40'0'16,"80"0"-16,-120 0 0,39 0 0,1 0 0,0 0 31,0 0-31,-40 80 16,80-40-16,-40 0 0,40 41 15,0-41 1,0 0 0,0 0-16,80-40 15,-40 0-15,0-40 16,-40 0-16,0-121 15,0 121-15,0-40 32,0 120-17,0 0 1,0 0-16,0 0 0,0 0 0,0 1 16,40-1-16,-40 0 0,40 0 0,-40 0 15,0 0-15,0 0 16,41 40-16,-41-40 0,0 1 0,0-1 0,0 0 15,0 0-15,0 0 0,0 0 16,-41 0-16,41 0 0,-40 41 0,40-41 0,-40 0 16,40 0-16,-40 0 15,0-40-15,0 40 0,40 0 0,-40-40 0,0 40 16,-1 0-16,1-40 16,0 0-16,0 0 15,0-40-15,0-40 31,40 40-31,0 0 0,0 0 0,40 0 16,-40 0-16,40-1 16,-40 1-16,80 40 0,-80-40 0,40 0 0,1 40 15,-1-40 1,0 40-16,0 0 0,0-40 0,0 40 16,0 0-16,-40-40 0,40 40 0</inkml:trace>
  <inkml:trace contextRef="#ctx0" brushRef="#br0" timeOffset="5729.6921">14566 1924 0,'0'41'109,"80"-41"-46,-40 0-63,0 0 0,1 0 0,39 0 15,-40 0-15,0 0 0,0 0 16,40 0-16,-39 0 0,-1 0 0,0 0 0,0 0 16,0 0-16,0 0 0,0 0 15,-40 40 79,-40 0-78,0 0-16,0 0 0,0 0 15,0-40-15,40 40 0,-40 0 0,-1-40 0,41 40 16,-40 1-16,0-41 15,0 40-15,0 0 0,0 0 0,0 0 16,0-40-16,-1 40 0,41 0 16,-40-40-16,40 40 0,-40-40 0,40 40 0,-40-40 15,0 0 1,120 0 62,0 0-47,-39 0-31,-1 0 16,0 0-16,0 0 16,0 0-16,0 0 0,0 0 0,0 0 0,1 0 15,-1 0-15,0 0 0,0 0 0,0-40 0,0 40 16,0 0-16,0 0 15,1 0-15,-1 0 0,0 0 16,0 0 0,-80 0 62,40 40-63,0-80 32,-40 40-47,40-40 0</inkml:trace>
  <inkml:trace contextRef="#ctx0" brushRef="#br0" timeOffset="7019.6166">24437 2967 0,'0'40'0,"-40"-40"31,40 40-31,-40-40 16,40 41-16,-40-1 0,40 0 15,-41 0-15,41 0 0,-40 0 16,40 0-16,-40 0 0,40 40 0,-40-39 0,40-1 15,0 40-15,-40-40 16,40 0-16,0 40 0,0-40 0,-40 1 0,40-1 16,0 0-16,0 0 0,0 0 15,0 0-15,-40 0 0,40 0 0,0 0 0,0 0 16,80-40 0,-40 0-16</inkml:trace>
  <inkml:trace contextRef="#ctx0" brushRef="#br0" timeOffset="7559.5079">24959 3529 0,'0'0'15,"0"-40"1,0-1-1,40 41 1,0-40-16,80 40 31,-80 0-31,0 0 0,41 0 16,-41 0-16,0 0 16,0 0-16,0 0 15,-80 40 32,0 1-47,40-1 16,-80-40-16,40 40 0,40 0 0,-41-40 0,1 40 15,0 0-15,0 0 16,0 0-16,0-40 0,0 40 0,0 1 0,-1-1 16,1 0-16,0 0 0,40 0 15,40-40 16,0 0-15,1-40-16,-1 40 0,0 0 16,0 0-16,0 0 0,0 0 15,0 0-15,0 0 0,1 0 0,-1 0 16,0 0 0,0 0-16,0 0 0,0 0 15,0 0-15,1 0 16,-1 0-16</inkml:trace>
  <inkml:trace contextRef="#ctx0" brushRef="#br0" timeOffset="7829.5635">26042 3328 0,'0'0'15,"-40"0"-15,40-40 16,0 80 15,0 40-15,0-40-16,0 1 0,0-1 16,0 40-16,-40-40 0,40 0 0,0 0 0,-40 40 15,40-39-15,-40-1 0,40 0 0,0 0 0,-41 0 16,41 0-1,0 0-15,0 0 0</inkml:trace>
  <inkml:trace contextRef="#ctx0" brushRef="#br0" timeOffset="8739.4341">28169 3248 0,'-40'0'16,"-1"0"93,1 0-78,40 40-15,-40-40-16,0 0 47,40 40-47,-40-40 0,40 40 0,-40 0 0,0-40 16,0 40-16,-1 1 0,1-41 0,0 40 0,0 0 15,0 0-15,0 0 0,0-40 16,0 40-16,-1 0 0,1-40 0,0 40 0,0-40 15,0 40-15,0-40 16,40 41-16,-40-41 0,80 0 63,-40-41-48,40 41-15,0 0 0,0 0 16,0 0-1,0 0-15,1 41 0,-1-41 16,0 40-16,0-40 16,0 40-16,0-40 0,0 40 0,0 0 15,1-40-15,-1 0 0,-40 40 16,40-40-16,0 40 0,0-40 16,-40 40-16,40-40 0,-40 40 15,40-40-15,0 0 16,-40 40-16,41-40 31,-1 0-31,0 0 31,0 0-31</inkml:trace>
  <inkml:trace contextRef="#ctx0" brushRef="#br0" timeOffset="9319.4748">29332 3649 0,'0'0'16,"0"-40"-16,-40 40 0,0 0 31,-40-40-15,40 40-16,0 0 15,0 0-15,-41 40 16,-39 40 0,40 40-1,39 41 16,122-41-15,79-80 0,41-40 15,-81-40-15,-39 0-1,-41 0 1,-40 0-16,40-80 15,-40 79-15,0 1 16,-40-40 0,-81 0-1,41 80 17,0-40-17,-81 40 1,1 40-1</inkml:trace>
  <inkml:trace contextRef="#ctx0" brushRef="#br0" timeOffset="11479.3431">3050 4652 0,'-41'40'0,"1"0"15,0-40-15,0 40 16,0 0-16,40 0 16,0 0-16,0 0 0,40 0 15,-40 1-15,0-1 16,40 0-16,-40 0 0,40 0 0,-40 0 15,0 0-15,0 0 16,0 0-16,0 1 0,0-1 16,-40-80 31,40-1-47,-40 1 15,40 0-15,-40 0 0,40 0 0,0 0 0,0 0 16,-40-40-16,40 39 15,0 1-15,0 0 0,-40 0 0,40 0 16,0 0 0,0 0-1,0 0 1,40 40-16,-40-40 0,40 40 0,-40-40 0,80-1 16,-40 1-16,0 0 0,1 0 0,-1 40 15,0-40-15,0 40 0,0-40 16,0 0-16,0 40 0,0 0 15,1 0 1</inkml:trace>
  <inkml:trace contextRef="#ctx0" brushRef="#br0" timeOffset="11729.3288">2769 5293 0,'0'0'16,"0"-40"0,120-40-1,41 0 1,-1 40 15,-120 40-31,0 0 0,41 0 16,-41-40-16,0 40 15</inkml:trace>
  <inkml:trace contextRef="#ctx0" brushRef="#br0" timeOffset="11929.3149">3892 4852 0,'0'0'0,"0"80"47,0-40-31,0 1-16,0-1 0,0 0 0,0 0 16,0 0-16,0 0 0,0 0 0,0 0 15,0 0-15,0 1 16</inkml:trace>
  <inkml:trace contextRef="#ctx0" brushRef="#br0" timeOffset="12119.3038">4053 4571 0,'-40'0'15,"80"0"-15,-120-40 16,80 0 0,40 40 15</inkml:trace>
  <inkml:trace contextRef="#ctx0" brushRef="#br0" timeOffset="12499.2096">4414 4692 0,'0'40'16,"0"-80"-16,0 120 15,0-40-15,40-40 16,0 120 0,-40 1-1,0-81-15,0 40 31,0-120-15,0 0 0,40-40-16,-40 39 0,81 41 15,-81-40-15,40 0 16,0 0-16,0 40 16,0-40-16,0 40 15,-40 40-15,40 40 16,-40-40-16,0 1 0,40-1 0,-40 0 15,0 0 1,0 0-16,0 0 0,0 0 0,0 0 0,0 0 16,0 1-16,0-1 15</inkml:trace>
  <inkml:trace contextRef="#ctx0" brushRef="#br0" timeOffset="12979.251">5497 5133 0,'0'0'15,"-40"0"1,-40 0 0,0 40-1,40-40 1,40 80 15,80 0-15,0-39-1,-40-41 1,-40-41-16,40 41 0,-40-80 0,0 0 31,0-121-15,0 1-1,-40 40 17,40 119-17,0 82 1,0 39 0,0-40-16,0 0 0,0 0 0,0 120 31,0 81-16,0-80 1,0-121-16</inkml:trace>
  <inkml:trace contextRef="#ctx0" brushRef="#br0" timeOffset="13379.2266">7785 4852 0,'0'-40'0,"0"80"0,-41-80 0,1 40 16,40 40 15,0 0-15,0 0-1,0 0-15,0 1 0,0-1 0,0 0 0,0 0 16,0 0-16,0 0 0,0 0 16,0 0-16,0 0 0,0 1 0,0-1 15,0 0-15,-40-40 16,40 40-16</inkml:trace>
  <inkml:trace contextRef="#ctx0" brushRef="#br0" timeOffset="13639.1388">7584 4972 0,'0'0'0,"-40"0"0,0-40 16,40 0-16,0 0 15,40-40 1,0 40-1,80 0 1,1 40 0,-41 0 15,-40 40-31</inkml:trace>
  <inkml:trace contextRef="#ctx0" brushRef="#br0" timeOffset="13859.1233">7504 5454 0,'-40'0'0,"80"0"0,-161 80 31,121-40-31,40-40 31,1 0-31,-1 0 0,0 0 16,0 0-16,0 0 0,0 0 16,-40-40-16,40 40 0,0 0 0,1-40 0,-1 40 15,0 0-15</inkml:trace>
  <inkml:trace contextRef="#ctx0" brushRef="#br0" timeOffset="14309.1715">8266 5133 0,'0'40'16,"0"0"15,0 0-31,0 0 31,0 0-31,-40-40 16,40 41-16,0-82 47,0 1-32,40 0 1,-40 0-16,40 0 0,0 0 16,0 40-16,-40-40 0,41 40 15,-1-40-15,0 40 16,0 0-1,-40 40 17,0 0-32,0 0 15,0 0-15,0 0 0,0 0 0,-40 0 16,40 1-16,0-1 0,-40 0 0,40 0 16,0 0-16,0 0 15,-40 0-15,120-40 31</inkml:trace>
  <inkml:trace contextRef="#ctx0" brushRef="#br0" timeOffset="14719.1454">8948 5414 0,'-40'-40'31,"80"80"-31,-80-121 16,80 81-1,-40 41-15,40-1 16,0 80 0,-40 40-1,0-79 16,41-81-15,-1-41 0,80-119 15,-80 80-31,0 40 0,41-81 16,-41 121-16,-40-40 0,40 40 15,0-40 1,0 0 15</inkml:trace>
  <inkml:trace contextRef="#ctx0" brushRef="#br0" timeOffset="15109.1266">9751 5694 0,'0'0'32,"80"0"-17,-40-40 1,40-40 0,-40 80-16,1-40 15,-41 0-15,40 40 0,-40-40 16,0 0-1,-40 0 1,-1 40 0,1 0-16,-80 40 15,80 0-15,0 0 0,0 0 16,-1 40 15,41-40-31,0 40 16,41-80-16,-1 41 15,-40-1-15,120-40 32,-80 0-32,0-40 0,0 40 15</inkml:trace>
  <inkml:trace contextRef="#ctx0" brushRef="#br0" timeOffset="15499.0986">10633 5454 0,'0'0'15,"-40"0"-15,80 0 16,1 40 0,39 40-1,-80-40-15,40 40 31,-40-40-31,0 1 0,-80 39 32,-1-80-17,81-40 1,41-81 0,119-39 15,-39 80-16,-81 40 1,0 40-16,0-40 16,-40-1-16,40 41 15</inkml:trace>
  <inkml:trace contextRef="#ctx0" brushRef="#br0" timeOffset="15888.9992">11918 5454 0,'-41'-40'16,"82"80"-16,-282-80 16,201 40-16,40-40 15,0 120 1,0-40-16,40 40 31,80 121-15,-80-1-1,-160-39 17,40-121-32,40-40 0,-1 0 15,1 0-15,0 0 16,40-161-16</inkml:trace>
  <inkml:trace contextRef="#ctx0" brushRef="#br0" timeOffset="16258.9795">12399 5815 0,'40'0'31,"-40"-40"-31,40-1 16,0 41 0,-40-40-16,41 0 15,-41 0 1,-41 40-16,41-40 0,-40 40 16,-40 0-16,40 0 0,0 0 15,0 40-15,0 0 16,-1-40-16,1 40 0,40 0 0,-40-40 15,40 41-15,0-1 16,0 0-16,0 0 0,80 0 0,-39 0 16,-1 0-16,0 0 15,0 0-15,0-40 0,0 0 16,0 0-16,0 0 0</inkml:trace>
  <inkml:trace contextRef="#ctx0" brushRef="#br0" timeOffset="17648.8929">13844 5494 0,'0'0'0,"40"0"31,0 0-15,0 0-16,0 0 0,0-40 0,0 40 15,0 0-15,1 0 16,-1 0-16,0 0 0,0-40 0,0 40 16,0 0-1,0 0 1,-40 40 15,-40-40-31,40 40 16,0 0-16,-40 0 0,0-40 15,0 40-15,40 0 0,-40 0 0,0 0 0,-1 1 16,1-1-16,0 0 16,0 0-16,0-40 0,40 40 0,-40-40 15,40 40-15,-40-40 0,0 40 16,40 0-16,-41-40 0,1 0 16,40 40-16,40-40 46,1 0-46,-1 0 16,0 0-16,0 0 0,0 0 16,0 0-16,0 0 15,0 0-15,1 0 0,-1 0 0,0 0 16,0 0-16,0 0 16,-40-80 109</inkml:trace>
  <inkml:trace contextRef="#ctx0" brushRef="#br0" timeOffset="18508.9152">16251 5614 0,'0'-40'140,"0"0"-124,0 80 31,-40 40-47,40-40 16,0 41-16,-40-41 0,40 0 0,-40 0 15,40 0-15,0 40 16,0-40-16,0 0 0,0 1 0,0-1 0,40 0 15,-40 0-15,40-40 16,-40 40-16,40-40 0,0 40 0,0-40 0,1 0 16,-1 0-16,0 0 15,0 0-15,0 0 0,0-40 0,0 0 16,0 0-16,-40 0 0</inkml:trace>
  <inkml:trace contextRef="#ctx0" brushRef="#br0" timeOffset="18728.9038">16010 6015 0,'-80'0'16,"160"0"-16,-160-40 16,120 40-16,-40-40 0,161 0 31,80 40-16,-81-40 1,-40 0 0</inkml:trace>
  <inkml:trace contextRef="#ctx0" brushRef="#br0" timeOffset="19088.8065">16933 5855 0,'-40'0'16,"80"0"15,-40 40-31,40-40 0,1 40 0,-1 0 16,0 0-16,0 0 15,-40 0-15,0 1 16,0-1-16,-40-40 15,40 40-15,-40-40 16,40 40-16,-40-40 0,-1 0 0,41-40 31,0 0-15,41 40-16,-41-40 0,0-1 0,40 1 0,0 0 16,0 0-1,0 40-15,0-40 0,0 40 31,0 0-31,1 0 16</inkml:trace>
  <inkml:trace contextRef="#ctx0" brushRef="#br0" timeOffset="19518.815">18177 6055 0,'0'0'15,"-80"0"-15,-81-40 16,121 40-16,0 0 31,-40 40-15,40 81 0,40-1-1,-40-40 16,160-40-15,0-80 0,-39-120 15,-41-1-15,0 81-1,-40 120 1,0 81 15,0-1-15,0-80-16,40-40 0,-40 80 15,40-40 1</inkml:trace>
  <inkml:trace contextRef="#ctx0" brushRef="#br0" timeOffset="19868.8328">18378 6055 0,'0'0'16,"0"-40"-16,80 40 31,-80 40-31,40 0 16,41 81 15,-81-41-16,-121-40 1,121-80 15,161-40-15,-41 0 0,-40 39-1,-40 82 16,-40 39-15,-80 0 0,80-40-1</inkml:trace>
  <inkml:trace contextRef="#ctx0" brushRef="#br0" timeOffset="20148.819">19582 6055 0,'-161'0'15,"121"0"-15,40 40 16,-40 41 15,120 39-15,-40 0-1,-80 1 17,-160-41-17,79-120 1,81-41-16</inkml:trace>
  <inkml:trace contextRef="#ctx0" brushRef="#br0" timeOffset="20498.7209">20184 6095 0,'-41'0'16,"82"0"-16,-122 0 0,41 0 16,40 41 15,-40-1-31,40 0 16,0 0-16,0 0 0,0 0 15,0 0-15,-40 0 16,40 0-16,0 0 0,0 1 0,0-1 15,-40 0-15,40 0 0,0 0 16,-40 0-16,40 0 0,-40 0 0,-1 0 0,41 1 16,-40-1-16,0 0 15,40 0-15,-40-40 0,40 40 0,-40-40 0</inkml:trace>
  <inkml:trace contextRef="#ctx0" brushRef="#br0" timeOffset="20688.7152">19903 6737 0,'-81'0'15,"162"0"-15,-162-40 16,122 40-16,-41-40 0,160 0 16,-120 40-16,81-40 31,-81 0-31,0 40 0</inkml:trace>
  <inkml:trace contextRef="#ctx0" brushRef="#br0" timeOffset="21208.7519">20585 6256 0,'0'0'16,"0"40"-1,40 80 16,-80-40-15,-121-39 0,41-1 15,40-80-15,160-81-1,80 1 1,-39 40 15,-41 80-15,40 0-1,-39 0 1,79 80 15,-160-40-15,0 0-1,0 0-15,-40 0 32,40-80-17,0 0 1,0 0 0,40 0-16,0 0 31,41 0-16,-41 0 1</inkml:trace>
  <inkml:trace contextRef="#ctx0" brushRef="#br0" timeOffset="21788.6411">21628 6256 0,'0'0'16,"0"40"-1,-40-40 1,40 40-1,-40 0 1,0 40 0,0 1 15,-1-81-15,82 0-1,119-121 1,-40 41 15,-39 40-15,-41 40-1,-40 40-15,0 40 16,-40 0 15,0-39-15,40-82-1,80-39 17,40 40-32,1-40 15,-81 80 1,0 0 0,-40 80 15,40 40-16,80 1 1,1-81 15,-1 0-15,41-40 0,-81-80-16</inkml:trace>
  <inkml:trace contextRef="#ctx0" brushRef="#br0" timeOffset="24698.4672">23073 6617 0,'-40'0'15,"120"0"110,-40 0-125,-80 0 47,40-40-47,-40 40 0,0 0 16,-1 0-16,1 0 16,0-40-16,0 40 0,0 0 15,40 40 1,-40-40-1</inkml:trace>
  <inkml:trace contextRef="#ctx0" brushRef="#br0" timeOffset="70975.659">8627 8181 0,'-40'0'78,"40"40"0,40-40-62,-40 40-16,40-40 15,-40 40-15,40-40 0,1 40 0,-41 0 16,40-40-16,0 41 16,0-41-16,0 40 0,0-40 0,0 40 0,0 0 15,1-40-15,-1 40 0,0-40 16,0 40-16,0 0 0,0-40 0,0 0 15,0 0-15,1 40 0,-1-40 0,0 0 0,0 0 16,0 0 0,-40 40-16</inkml:trace>
  <inkml:trace contextRef="#ctx0" brushRef="#br0" timeOffset="71525.6975">9590 8181 0,'-40'0'141,"40"40"-141,-40-40 0,40 40 0,-40-40 0,0 40 15,40 0-15,-40-40 0,-1 40 0,1 1 0,0-1 16,0 40-16,0-80 16,0 80-16,0-40 0,0 0 0,-1 0 0,41 0 15,-40 1-15,0-1 0,0-40 16,0 40-16,40 0 0,-40 0 0,0 0 16,0-40-1</inkml:trace>
  <inkml:trace contextRef="#ctx0" brushRef="#br0" timeOffset="72415.5738">10433 7980 0,'-40'0'78,"0"40"-31,40 1-47,-41-1 0,41 0 15,0 0 1,-80 0-16,40 40 0,40-40 0,-40 0 16,40 1-16,0 39 0,-40-40 15,40 0-15,0 0 0,0 0 0,0 0 0,0 0 16,80-40-16,-80 40 16,40 1-16,0-1 0,0-40 0,1 0 15,-1 0-15,0 0 0,0 0 0</inkml:trace>
  <inkml:trace contextRef="#ctx0" brushRef="#br0" timeOffset="73615.4987">11356 8221 0,'0'0'0,"-40"0"15,80 0 63,0 0-62,0 0-16,0-40 16,0 40-16,0 0 0,1 0 15,-1 0-15,0 0 0,0 0 0,0-40 0,0 40 16,0 0-16,0 0 0,1 0 15,-41 40 17,-41-40-17,41 40-15,-40-40 0,40 40 0,-40 0 32,0-40-32,0 40 0,0 0 0,0 1 15,0-41-15,-1 40 0,1-40 16,40 40-16,-40-40 0,40 40 15,-40-40-15,40 40 0,-40 0 0,40 0 16,-40 0 0,40 0 15,40-40-15,0 0-1,40 0-15,-40 0 0,1-40 0,-1 40 16,-40-40-16,40 40 0,40-40 0,-40 40 0,0 0 15,0 0-15,1-40 16,-1 40-16,0 0 0,0 0 16,0 0-16,0 0 15,0 0-15</inkml:trace>
  <inkml:trace contextRef="#ctx0" brushRef="#br0" timeOffset="73995.5481">12399 8141 0,'-40'0'31,"40"-40"-15,80 40-1,-40 40-15,0 0 16,41 0 0,-81 0-16,40 0 0,0 0 0,-40 0 15,0 1-15,0-1 0,40 0 0,-40 0 0,0 40 16,0-40-16,-40 0 0,40 40 15,-80-39-15,80-1 0,-40 0 0,-1 40 0,1-40 16,0 0-16,0 0 16,40 0-16,-40 1 0,0-41 0,0 40 0,0 0 15,-1-40 1</inkml:trace>
  <inkml:trace contextRef="#ctx0" brushRef="#br0" timeOffset="74525.5159">13884 8502 0,'-40'0'31,"80"0"-31,-80 40 16,40-80 0,40 40-1,0 0 1,0 0-1,0 0-15,0 0 0,0-40 16,0 40-16,1 0 16,-1 0-16,0 0 0,0 0 0,0 0 0,0 0 15,0 0-15,0 0 0,1 0 16,-1 0-16,-40 40 0,40-40 0,-40 40 16</inkml:trace>
  <inkml:trace contextRef="#ctx0" brushRef="#br0" timeOffset="74765.4307">14084 8823 0,'0'0'0,"-40"0"0,40 40 0,-40-40 16,0 0-16,40 40 0,40-40 31,0 40-16,0-40-15,0 0 0,1 0 16,-1 0-16,0 0 16,0 0-16,0 0 0,0-40 0,0 40 0,0 0 15,1-40-15,-1 40 16,0 0-16,0-40 0,0 40 0,0-41 16</inkml:trace>
  <inkml:trace contextRef="#ctx0" brushRef="#br0" timeOffset="75525.4564">15810 8020 0,'0'41'0,"0"-1"31,0 0-15,0 0-16,0 0 15,0 0-15,0 0 0,0 0 0,0 0 0,0 41 16,0-41-16,0 0 16,0 40-16,0-40 0,0 40 0,0-40 0,0 1 15,0 39-15,0-40 0,0 0 16,40 0-16,-40 0 0,0 0 0,0 0 0,40 1 16,-40-1-1</inkml:trace>
  <inkml:trace contextRef="#ctx0" brushRef="#br0" timeOffset="75885.3588">16652 8702 0,'0'0'15,"41"-40"1,39 40-1,-40 80 17,-40 41-17,-120-1 1,39-120 0,1-40-1,40 40-15,40-120 16,0 79-16,0-39 15,0 40 1,40 0 0,40 40-1,1 40 1</inkml:trace>
  <inkml:trace contextRef="#ctx0" brushRef="#br0" timeOffset="76485.3287">17615 8422 0,'0'0'16,"0"-41"-16,0 1 0,-120 40 31,80 0-31,-80 161 16,120-121-16,-41 0 0,41 40 15,0-40-15,41 81 16,-41-81-16,40-40 16,80-40-1,0-161 17,-79 1-17,-41 79 1,0 161-1,0 41 17,0 79-17,40 81 1,-40 79 15,0 1-15,-40-120-1,-41-81 1,-39-80 15,80-40-31,-40-80 32,80 0-32,0-41 15,0 81-15,0 0 0,80-40 16,-80 40-16,160-80 15,-120 80-15,1-1 0,-1 1 32,0 40-32,0 0 0</inkml:trace>
  <inkml:trace contextRef="#ctx0" brushRef="#br0" timeOffset="77315.3455">18498 8462 0,'0'0'16,"0"-40"-1,40 40 17,41 0-17,-41 0 1,0 0-16,120 0 16,-119 0-16,39 0 0,40 0 15,-120-41-15,80 41 16,-39 0-16,-82 0 31,1 0-15,0 41-1,0-1-15,0 0 0,0 0 16,40 0 0,-40-40-16,40 40 0,-40 0 0,-1 0 0,1 0 15,0 0-15,40 1 0,-40-1 0,0 0 16,0 0-16,40 0 15,0 0-15,-40-40 0,40 40 16,0 0 0,40-40 15,0 0-31,0 0 0,0 0 16,0 0-1,0 0-15,-40-40 0,41 40 0,-1 0 16,0 0-16,0 0 15,0 0 1,0 0-16,0 0 16,0 0-16,-40-40 15,41 40-15,-1 0 0,0 0 0,0 0 16,0 0 0,0 0-16,-40-40 0,-40 40 156,0 0-141,40-40-15</inkml:trace>
  <inkml:trace contextRef="#ctx0" brushRef="#br0" timeOffset="81305.1034">9309 10667 0,'-40'0'63,"0"0"-47,0 0-1,0 0-15,40 41 0,-40-41 0,0 40 16,-1-40-16,1 0 0,0 40 0,0 0 15,0-40-15,0 40 16,0 0-16,0 0 16,40 0-16,0 0 15,0 0-15,0 1 0,0-1 16,40 0 0,-40 0-16,40-40 0,-40 40 0,40-40 15,0 0-15,0 40 0,0-40 0,0 0 16,1 0-16,-41-40 15,40 40-15,0-40 0,0 0 0,0-40 16,-40 39 0,40 1-16,-40 0 0,0 0 0,0 0 15,40 0-15,-40 0 0,0 0 16,0 0-16,0 0 0,40-1 0,-40 1 0,0 0 16,0 0-1,0 0-15,0 0 0,0 0 16,0 0-16,0 0 15,-40 40 1,40-41-16,-40 41 0,40 41 78,0-1-47,0 0-31,0 0 0,0 0 16,0 0-16,0 0 0,0 0 16,0 0-16,0 1 0,0-1 0,0 0 0,0 40 15,0-40-15,0 0 16,0 40-16,0-40 0,40 1 0,-40-1 0,0 0 16,0 0-16,0 0 0,0 0 15,0 0-15,40-40 0,-40 40 0,41-40 16</inkml:trace>
  <inkml:trace contextRef="#ctx0" brushRef="#br0" timeOffset="81725.078">10152 10667 0,'-40'-40'15,"0"40"-15,0 0 16,40 40 15,40 1-31,0-1 16,-40 0-16,40 0 0,-40 0 16,40 0-16,0 0 0,-40 0 0,40 0 0,0 0 15,1 1-15,-41-1 0,40-40 0,0 40 0,0 0 16,0-40-16,0 40 15,-40 0-15,40-40 0,-40 40 0,40-40 0,1 40 16,-1-40 0,-40 40-16</inkml:trace>
  <inkml:trace contextRef="#ctx0" brushRef="#br0" timeOffset="82034.9844">10754 10708 0,'0'-41'16,"0"82"-16,-40-122 16,0 81-16,-1 0 15,41 40 1,-40 41-1,0-41-15,-40 120 32,40-120-32,0 0 0,-41 121 15,41-121-15,0 40 16,40-40-16,-40 81 16,40-81-16</inkml:trace>
  <inkml:trace contextRef="#ctx0" brushRef="#br0" timeOffset="82445.0344">11356 10627 0,'0'0'16,"-40"0"-16,0-40 15,-1 40-15,1 0 16,-40 40-1,40 0 1,-40 121 0,40-121-16,40 40 15,0-40-15,-41 161 16,82-1 0,119-119-1,-40-81 16,-79-41-31</inkml:trace>
  <inkml:trace contextRef="#ctx0" brushRef="#br0" timeOffset="83025.0009">11516 10868 0,'0'0'0,"-40"0"0,40-40 31,80 40-15,1-40 0,-41 40-16,80 0 15,-80 0-15,0 0 0,1 0 31,-1 0-31,0 0 16,-40-40 0,40 40 15,-40 40-15,0 0-1,-80 0 1,-1 80-1,41-80 1,-80 121 0,80-121-16,0 0 15,40 0-15,-40 40 16,120-80 15,-40 0-31,80-40 31,-39 40-31,-41 0 0,120-40 32,-120 40-32,41 0 0,-1 0 15,-40 0-15,0 0 16,0 0-16,0 0 16,-40-40-16</inkml:trace>
  <inkml:trace contextRef="#ctx0" brushRef="#br0" timeOffset="83314.9077">12720 10708 0,'0'-41'16,"0"1"-1,40 40 1,0 0-16,0 0 16,1 40-16,-1 41 0,0-41 0,0 0 15,-40 0-15,40 0 16,-40 40-16,0-40 0,0 41 0,0-1 0,0-40 16,-80 40-16,80 0 0,-80-40 0,39 1 0,1 39 15,0-40-15,0 40 0,-40-40 16,40 0-16,0 0 0,-1 0 0,-39 1 0</inkml:trace>
  <inkml:trace contextRef="#ctx0" brushRef="#br0" timeOffset="83914.8723">8266 12713 0,'-40'0'0,"80"0"0,-120 0 0,0-40 31,39 40-31,82 0 32,-1 0-32,0 0 15,40 0-15,-40 0 16,0 0-16,0 0 0,41 0 0,-1 0 0,0 0 16,0 0-16,1 0 0,39-40 0,-40 40 0,41 0 15,-1 0-15,0 0 0,1-41 16,-1 41-16,1-40 0,39 40 0,-40 0 0,1 0 15,39 0-15,-39-40 16,-1 40-16,41 0 0,-81 0 0,40 0 0,-39 0 16,-1 0-16,0 0 15,-40 0-15,0 0 0,0 0 0,1 0 0,-1 0 0,0 0 16,0 0 0,0 0-16,-40-40 0,40 40 0,0 0 15,0-40-15</inkml:trace>
  <inkml:trace contextRef="#ctx0" brushRef="#br0" timeOffset="84714.836">9991 13515 0,'-40'0'0,"80"0"0,-240 0 31,160 40-31,-161 40 15,41 81 1,119-121 0,1 80-1,0 40 1,120-79 0,121-81-1,-161-40 1,121-161-1,-81-40 17,-80 201-32,0-160 15,-80 39 1,40 121-16,40-40 16,-41 40 15,41 80 16,0 0-32,0 0-15,-40 0 0,40 0 0,0 1 0,0-1 16,0 0-16,0 40 0,0-40 16,0 0-16,0 40 0,0-39 0,0-1 0,40 40 15,-40-40-15,0 0 0,0 0 0,41 0 0,-41 0 16,0 0-16,0 1 15,0-1-15,40 0 0,-40 0 0,0 0 16,40-40 0</inkml:trace>
  <inkml:trace contextRef="#ctx0" brushRef="#br0" timeOffset="85304.8633">10353 13675 0,'-41'-40'16,"82"80"-16,-41-120 16,40 80-16,40-40 15,0 40 1,-40 0-16,81-40 15,-81 40-15,0 0 16,40 0 0,1 0-16,-41 0 31,0 40-15,-40 0-1,-40-40 1,-41 80-16,41-40 15,-40 41 1,0-1 0,-1 40-1,1 0 17,40-79-32,-40 39 15,120-80 16,0 0-31,80 0 32,-39-40-32,79 0 31,41-1-15,80 41-1,0-80 1</inkml:trace>
  <inkml:trace contextRef="#ctx0" brushRef="#br0" timeOffset="85934.7469">13964 11911 0,'-40'0'15,"0"0"1,80 0 15,0 0-15,40 0-16,-40 0 16,0 0-16,1 0 0,-1 0 0,40 0 0,-40 0 15,0 0-15,0 0 0,41 0 0,-41 0 0,0 0 16,0 0-16,0 0 0,-40 40 15,40-40-15</inkml:trace>
  <inkml:trace contextRef="#ctx0" brushRef="#br0" timeOffset="86104.8118">14486 12392 0,'-121'80'31,"242"-160"-31,-282 200 15,241-120-15,1 0 16,39 0-16,121-40 16,-81 0-16</inkml:trace>
  <inkml:trace contextRef="#ctx0" brushRef="#br0" timeOffset="89684.523">17174 11149 0,'0'0'0,"40"0"15,-40 40 48,0 0-48,0 0-15,0 0 0,-40 0 0,40 0 0,0 0 16,0 41-16,0-41 16,-40 0-16,40 40 0,-40-40 0,40 40 0,0-40 15,-40 41-15,40-41 0,0 0 0,0 0 0,0 0 16,0 0-16,0 0 0</inkml:trace>
  <inkml:trace contextRef="#ctx0" brushRef="#br0" timeOffset="90154.4904">16652 12472 0,'-40'40'15,"80"-80"-15,-120 120 32,120-80 30,41 0-46,-41 0-16,0 0 0,0 0 15,0 0-15,0 0 16,0 0-16,41 0 0,-41 0 0,40-40 0,-40 40 16,40 0-16,-40-40 0,41 40 15,-41 0-15,0 0 0,40 0 0,-40-40 0,0 40 16,1 0-16,-1 0 16,0 0-16,0-40 0,0 40 0,0 0 15</inkml:trace>
  <inkml:trace contextRef="#ctx0" brushRef="#br0" timeOffset="91134.4359">16893 13194 0,'0'0'15,"0"40"32,0 0-31,40-40 15,0 0-31,41 0 16,-41 0-16,0-40 0,0 40 0,0 0 15,0 0-15,0 0 0,1-40 16,-1 40-16,0 0 0,0 0 0,0 0 15,0 0 1,0 0-16,-40-40 0,40 40 16,1 0-1,-41 40 17,-41-40-17,41 40-15,-40-40 0,40 40 16,-40-40-16,40 40 15,-40-40-15,40 40 16,-40-40-16,0 41 16,0-1-16,0 0 0,40 0 15,-41-40-15,1 40 0,0 0 16,0 0-16,40 0 0,-40-40 16,0 40-16,0 1 0,0-1 15,40 0 1,-41-40-16,41 40 15,0 0 17,41-40-1,-1 0-15,0 0-1,0 0 1,0 0-1,0 0-15,0 0 16,0 0-16,1 0 0,-41-40 16,40 40-16,0 0 0,0 0 0,0 0 15,0 0-15,0 0 16,0-40-16,1 40 0,-1 0 16,0 0-16,0 0 0,0 0 15,0 0-15,0 0 16,0 0-16,1 0 15,-41-40 64</inkml:trace>
  <inkml:trace contextRef="#ctx0" brushRef="#br0" timeOffset="95274.2555">18980 11871 0,'0'0'0,"0"-41"32,40 1-17,0 40-15,0-40 16,0 40-16,-40-40 15,0 80 48,0 0-63,0 0 16,0 1-16</inkml:trace>
  <inkml:trace contextRef="#ctx0" brushRef="#br0" timeOffset="95464.2433">19100 12673 0,'-80'40'16,"160"-80"-16,-160 120 0,40-40 16,0 0-16,40 40 15,-40 1 1,-81 39-1,41-80 1</inkml:trace>
  <inkml:trace contextRef="#ctx0" brushRef="#br0" timeOffset="96634.1164">20665 12151 0,'-40'0'0,"40"40"31,-40 1-15,40-1 0,0 0 30,-40-40-30,0 0 0,80 0 15,40 0-31,0 0 16,-40 0-16,0 0 0,1 0 15,-1-40-15,0 40 0,0 0 16,0 0-16,0 0 0,0-40 0,0 40 0,1 0 15,-1-41 1,0 41-16,0 0 0,-80 41 31,0-41-15,0 0-16</inkml:trace>
  <inkml:trace contextRef="#ctx0" brushRef="#br0" timeOffset="97334.0555">21748 11871 0,'-40'0'31,"80"0"-31,-120 0 16,160 0-1,-39 0-15,119 0 16,-80 0 0,81 0-1,-81-41 16,-40 1-31,41 40 32,-122 40 46,1 1-78,40-1 15,-40 0-15,0 0 16,0-40-16,40 40 0,-40 0 0,0 0 16,40 0-16,0 0 15,-40-40-15,40 41 0,0-1 0,-41-40 0,41 40 16,-40 0-16,40 0 16,40-40 30,1 0-14,-1-40-32,0 40 15,0 0-15,0 0 16,0 0-16,0-40 0,0 40 16,1 0-16,-1 0 0,0 0 0,0 0 15,0 0 1,0 0-16,0 0 0,0 0 15,1 0-15,-1 0 16</inkml:trace>
  <inkml:trace contextRef="#ctx0" brushRef="#br0" timeOffset="97924.0544">23715 11871 0,'-81'0'16,"162"0"-16,-242 0 0,81 0 0,-81 80 31,-39 40-16,120 41 1,80-81 0,40-40-1,40-40 1,40-40-16,-80 0 16,121-81-1,-81-39 16,-80 40-31,0-121 32,0 40-17,-40 161 1,40 0 0,0 0-1,0 80 1,0 0-1,0 0-15,-40 1 0,40-1 16,0 0-16,0 0 0,0 40 0,0-40 0,0 0 16,0 40-16,0-39 15,0-1-15,0 40 0,0-40 0,40 0 0,-40 0 16,0 0-16,0 0 0,0 1 0,40-1 0,-40 0 16,0 0-16,40-40 15,-40 40-15,40-40 0,1 0 16</inkml:trace>
  <inkml:trace contextRef="#ctx0" brushRef="#br0" timeOffset="98234.0009">24196 11630 0,'-40'0'16,"80"0"-16,-40 0 31,0 40-31,40-40 0,0 40 16,1 0-16,-1-40 0,-40 40 16,40 0-16,0-40 15,-40 41-15,40-1 0,0-40 0,-40 40 0,0 0 16,40-40-16,-40 40 0,40 0 15,-40 0-15,41-40 0,-1 40 0,0 0 16,0-40 0,0 41-16,0-41 0,0 0 0,0 0 15</inkml:trace>
  <inkml:trace contextRef="#ctx0" brushRef="#br0" timeOffset="98514.0582">24878 11750 0,'-40'-40'15,"80"80"-15,-120-80 0,40 0 16,40 80 15,-40-40-31,40 40 16,-40 0-16,40 0 15,-81 1-15,41-1 0,40 0 0,-40 0 0,0 40 16,0-40-16,40 0 0,-40 0 16,0 1-16,0-1 0,40 0 0,-41 0 0,41 0 15,-40 0-15,0 0 16,40 0-16,-40-40 0,40 40 0,-40-40 16</inkml:trace>
  <inkml:trace contextRef="#ctx0" brushRef="#br0" timeOffset="99094.0232">25360 11590 0,'-80'0'0,"160"0"0,-201 0 16,81 0-16,-40 40 15,40 40 17,40 81-17,0-41 1,0 80 0,0-119-16,40 79 31,80-40-16,-39-39 1,-41-81-16</inkml:trace>
  <inkml:trace contextRef="#ctx0" brushRef="#br0" timeOffset="99603.9517">25721 11911 0,'-40'0'16,"40"-40"-16,0-1 31,40 1-31,161 0 16,-41 0 15,1 40-16,-121-40 1,40 40 0,-120 0 15,40 40-31,-40-40 0,40 40 16,0 0-16,-40 0 15,0 1-15,-1-41 0,41 40 0,-40-40 16,40 40-16,-40 0 15,0-40-15,40 40 0,-40-40 0,0 40 0,0 0 16,40 0-16,-40-40 0,-1 40 16,1 1-16,40-1 0,-40-40 15,40 40-15,80-40 32,-39 0-32,-1-40 0,40 40 0,-40 0 15,0 0-15,0-40 0,0 40 16,1-41-16,-1 41 0,0 0 0,0 0 15,-40-40-15,40 40 16,0 0-16,0 0 0,0 0 16,-40-40-1</inkml:trace>
  <inkml:trace contextRef="#ctx0" brushRef="#br0" timeOffset="99933.9157">26764 11630 0,'0'0'16,"0"-40"-16,-40 40 16,80 0 15,0 0-31,81 160 31,-41 81-15,-80-81-1,-160 81 1,-41 0 0,-40-121-1,201-80-15</inkml:trace>
  <inkml:trace contextRef="#ctx0" brushRef="#br0" timeOffset="100583.8593">22992 13635 0,'-40'0'15,"80"0"-15,-40 0 94,81 0-78,-41 0-16,0 0 15,40 0-15,-40-40 0,0 40 0,41 0 16,-41 0-16,40 0 0,0-40 0,1 40 0,39 0 16,-40 0-16,0 0 0,41 0 15,-41 0-15,40-40 0,-39 40 0,-1 0 0,40 0 16,-39 0-16,-1-40 15,40 40-15,-40 0 0,41 0 0,-41 0 0,40 0 16,1 0-16,-41 0 0,41-40 16,-41 40-16,0 0 0,0 0 0,1 0 0,-41 0 15,40-40-15,-40 40 16,0 0-16,0 0 0,-40-41 16,40 41-16,-80 0 62</inkml:trace>
  <inkml:trace contextRef="#ctx0" brushRef="#br0" timeOffset="101263.836">24397 14477 0,'-40'-40'0,"80"80"0,-161-80 16,41 40-16,0-40 15,-81 40 1,81 80 0,40 41-1,0-1 16,40-80-31,0 0 0,40 0 16,0-40 0,81 40-1,-41-120 1,-40 0-16,40-40 16,-40-81 15,-40 41-31,0 39 31,-80 81-15,40 40-1,0 0 1,40 40-16,0 1 16,-40-1-16,40 40 15,0 120 1,40-39-1,0-121 1,-40 80 0,40-40 15,0-39-31</inkml:trace>
  <inkml:trace contextRef="#ctx0" brushRef="#br0" timeOffset="101843.7919">24878 14437 0,'0'0'16,"40"-40"-1,1 0 16,-1 40-31,0-40 0,0 40 0,40-40 32,-40 40-32,0-40 0,121 0 31,-121 40-15,-80 0 15,40 40-31,0 0 15,-40-40 1,40 40-16,-40 0 0,0 0 0,-1 0 16,41 0-16,-40 1 15,0-1-15,0-40 0,0 40 0,40 0 16,-40-40-16,0 40 0,0-40 0,40 40 0,-41 0 16,1 0-1,40 0-15,0 0 0,-40-40 16,120 0-1,-39 0 1,-1-40 0,0 40-16,0 0 0,0 0 0,0 0 0,0-40 15,41 40-15,-41-40 0,0 40 16,0 0-16,0 0 0,0-40 0,0 40 0,1 0 16,-1 0-16,0 0 0,0 0 15,0 0 1,-80 0 15,40-40-15</inkml:trace>
  <inkml:trace contextRef="#ctx0" brushRef="#br0" timeOffset="102483.7454">26965 12953 0,'0'0'0,"-40"0"31,80 0 1,40 0-32,-40 0 15,0 0-15,1-40 0,-1 40 0,40 0 16,-40-40-16,0 40 15,0 0-15,0 0 0,1 0 0,-1 0 16,0 0-16,0 0 16</inkml:trace>
  <inkml:trace contextRef="#ctx0" brushRef="#br0" timeOffset="102713.8034">27125 13354 0,'0'0'0,"-120"121"16,80-121-16,40 40 15,160-80 1,-119 40-16,79-40 16,-80 0-16,0 40 15,0-41-15,81 1 16,-81 40-16,-40-40 15</inkml:trace>
  <inkml:trace contextRef="#ctx0" brushRef="#br0" timeOffset="103403.7202">28289 12272 0,'0'-40'15,"0"80"1,-40-40 0,40 40-16,-40 80 31,40-80-31,-40 40 0,40 1 0,-40 119 31,40 41-15,160-81-1,-80-160 1,-40 0-16,81 0 16,-81-40-16,0 40 0,-40-40 0</inkml:trace>
  <inkml:trace contextRef="#ctx0" brushRef="#br0" timeOffset="103973.7269">28851 12592 0,'-40'0'31,"0"0"-31,80 0 31,0 0-31,0 0 16,40 0-1,-40 0-15,41-40 16,-41 40-16,0-40 0,0 40 16,0-40-1,40 0 1,-120 40-1,0 0 17,-40 40-17,80 0-15,-40 0 16,40 0-16,-80 41 16,39-41-16,1 0 0,-40 80 31,40-120-31,40 40 0,-40-40 15,40 40 1,40-40 0,40 0-1,0-40 1,-39 40-16,39-40 16,-40 40-16,0 0 0,0-40 15,0 40-15,0-40 31,1 40-31,-1 0 0,0 0 32</inkml:trace>
  <inkml:trace contextRef="#ctx0" brushRef="#br0" timeOffset="104333.6326">29774 12232 0,'0'40'31,"40"-40"1,0 40-32,0-40 0,0 40 0,0-40 15,1 0-15,-41 40 0,40 0 0,0-40 0,-40 40 16,40 0-16,-40 0 0,0 0 16,0 1-16,0-1 0,-40 0 0,40 0 0,-80 0 15,39 0-15,1 0 16,0 0-16,40 0 0,-40-40 0,0 41 0,0-1 15,0-40-15,40 40 0,-40-40 16</inkml:trace>
  <inkml:trace contextRef="#ctx0" brushRef="#br0" timeOffset="105033.6281">30657 12753 0,'0'0'0,"0"40"0,-41-40 15,82 0 32,-1 40-31,0-40-16,-80 0 47,40 40-32,-40-40-15,-1 0 0,41 40 0,-40-40 16,80 0 15,1 0 0,-41-40-31,-41 40 32</inkml:trace>
  <inkml:trace contextRef="#ctx0" brushRef="#br0" timeOffset="105463.5839">31419 12151 0,'-40'0'16,"40"-40"-16,-40 40 15,40 40 32,0 0-47,0 1 16,0-1-16,0 0 0,0 0 16,0 0-16,0 0 0,0 0 15,0 0-15,0 0 0,0 0 0,0 1 0,0-1 16,0 0-1,0 0-15,0 0 0,0 0 0,0 0 16,-40 0 0</inkml:trace>
  <inkml:trace contextRef="#ctx0" brushRef="#br0" timeOffset="105773.6177">31218 13234 0,'-40'0'0,"80"0"0,-160 0 16,80 0-16,80 0 47,0 0-32,0 0-15,0 0 0,0 0 16,1 0 0,-1 0-16,0 0 0,0 0 0,0 0 15,0 0-15,0 0 0,0 0 0,1 0 16,-1 0-16,-40-40 16,40 40-16,0 0 0,0 0 0</inkml:trace>
  <inkml:trace contextRef="#ctx0" brushRef="#br0" timeOffset="107243.529">31299 13675 0,'-81'40'15,"41"-40"1,80 0 15,0 0-15,1 0-16,-1-40 15,0 40 32,0 0-15,0 0 14,-80 0 17,0 0-16,80 0 203,0 0-235,0 0 1,-40-40-16,40 40 0,0 0 0,1 0 16,-41-40-16,40 40 15,0 0-15,0 0 0,0 0 16,0 0 0,0 0-1,-40 40 16,-40-40-15,0 0 0,0 0-16,0 40 15,0-40-15,40 40 0,-40-40 0,-1 41 16,1-41-16,40 40 16,-40-40-16,40 40 0,-40-40 0,40 40 0,-40-40 15,40 40-15,-40-40 16,0 40-16,0 0 15,-1 0 1,41 0 15,-40-40-31,40 40 16,40-40 46,1 0-62,-1 0 32,0 0-32,0 0 15,0 0-15,0 0 16,0 0 0,0 0-16,1 0 0,-1 0 15,0 0-15,0 0 16,0 0-16,0 0 15,0 0 17,0 0-17,1 0 1,-41 41 46,-41-82-15</inkml:trace>
  <inkml:trace contextRef="#ctx0" brushRef="#br0" timeOffset="110543.3283">28490 12793 0,'-40'0'110,"-1"0"-63,1 0-32,0 40-15,0-40 0,0 0 16,0 0-1,40 40-15,40-40 47,0 0-47,0 0 16,0-40 0,0 40-16,1 0 0,-1 0 15,0 0 1,0 0-16,0 0 15,-80 0 32,0 0-31,0 0 15,0 0-31,-1 0 16,1 0-1,80 0 17,1 0-17,-1 0-15,0 0 0,0 0 16</inkml:trace>
  <inkml:trace contextRef="#ctx0" brushRef="#br0" timeOffset="112443.2133">27527 15640 0,'0'41'16</inkml:trace>
  <inkml:trace contextRef="#ctx0" brushRef="#br0" timeOffset="112783.1189">27527 15681 0,'40'0'156,"0"0"-141,0 0-15,-40-41 0,40 41 16,0 0-16,0 0 16,1 0-16,-1-40 0,0 40 0,0 0 0,0 0 15,0 0-15,0 0 0,0 0 0,1 0 16,-1 0 0,-40 40-16,40-40 0,-40 41 15</inkml:trace>
  <inkml:trace contextRef="#ctx0" brushRef="#br0" timeOffset="113103.1001">27687 16001 0,'-40'41'0,"80"-41"47,0 0-47,0 0 16,1 0 0,-1 0-16,0-41 15,0 41-15,0 0 16,0 0-16,0 0 0,0 0 31,1 0-31,-1 0 16,0 0-16</inkml:trace>
  <inkml:trace contextRef="#ctx0" brushRef="#br0" timeOffset="113443.1521">28851 15761 0,'-40'0'0,"0"0"31,80 0-15,0 0-16,0 0 16,0 0-16,0 0 15,0 0-15,1 0 0,-1-40 0,0 40 16,0 0-16,0 0 0,0 0 0,0 0 16,0 0-16,1 0 0,-1 0 15,0 0-15,-40-40 0,40 40 16,0 0-1</inkml:trace>
  <inkml:trace contextRef="#ctx0" brushRef="#br0" timeOffset="114173.108">29934 15440 0,'-40'0'31,"40"-40"-16,0 80 64,0 0-48,0 0-31,0 0 0,0 0 15,-40 0 1,40 1-16,0-1 0,0 0 16,0 0-16,0 0 0,0 0 31,0-80 16,0 0-32,0 0-15,0 0 16,0 0-16,0-1 16,0 1-16,0 0 0,0 0 15,0 0 1,0 80 46,0 0-46,0 0-16,0 0 0,0 1 0,0-1 16,0 0-16,-40 0 0,40 0 0,0 0 0,0 0 15,0 0-15,0 0 16,0 1-16,0-1 0,-40-40 16,40 40-1</inkml:trace>
  <inkml:trace contextRef="#ctx0" brushRef="#br0" timeOffset="115242.9681">20184 16202 0,'0'0'16,"-41"-40"-1,41 0 32,41 40-31,-1 0-16,40 0 62,-40 0-62,-40 40 16,40-40-16,0 0 15,0 0-15,1 0 0,-1 0 0,0 0 16,0 0-16,0 0 16,0 0-16,0 0 0,0 0 15,1 0-15,-1 0 0</inkml:trace>
  <inkml:trace contextRef="#ctx0" brushRef="#br0" timeOffset="116072.9394">21106 15921 0,'-40'0'0,"80"0"47,1 0 0,-1 0-47,0 0 16,0 0-16,0 0 0,0 0 15,0 0 1,0 0-16,1 0 0,-1 0 0,0 0 16,0-40-16,0 40 0,-40-40 15,40 40-15,-80 0 78,40 40-78,-40 0 16,40 0 0,-40-40-16,0 40 0,0 1 15,-1-1-15,1 0 16,40 0 0,-40-40-16,40 40 0,-40 0 15,40 0 1,-40-40-16,40 40 0,-40-40 0,40 40 15,-40-40-15,40 40 0,-40-40 16,40 41-16,40-82 78,0 41-78,-40-40 16,40 40-1,0 0-15,0 0 0,0 0 0,0 0 16,1-40-16,-1 40 16,0 0-16,0 0 0,0 0 15,0 0-15,0 0 0,0 0 16,1 0 0,-1 40-16,0-40 31,0 0 0</inkml:trace>
  <inkml:trace contextRef="#ctx0" brushRef="#br0" timeOffset="116712.9009">22872 16042 0,'0'0'0,"-40"0"16,-40-41 0,-1 41 15,1 41-16,40-1 1,-40 80 0,40-40-1,40-40 1,40 40 0,0-39-1,80-82 1,41-39-1,-161 40 1,40-120 0,-40 120-16,0-41 15,-40-79 17,40 40-17,0 80 1,0 80 31,0 0-47,0 0 15,0 0-15,0 0 16,-40-40-16,40 40 0,0 0 0,0 0 0,0 1 16,0-1-16,0 0 15,40 0-15,-40 0 0,0 0 0,40 0 16,-40 0-16,0 0 15,0 0-15,40 1 0,0-41 32</inkml:trace>
  <inkml:trace contextRef="#ctx0" brushRef="#br0" timeOffset="117032.8623">23394 15881 0,'-40'0'15,"80"0"-15,-121-40 16,122 40 0,39 80-1,80 0 16,-120-80-31,41 81 0,-41-81 0,-40 40 16,120 80 0,-80-80-1,-40 0 17,40 0-32</inkml:trace>
  <inkml:trace contextRef="#ctx0" brushRef="#br0" timeOffset="117322.8447">24156 15961 0,'-40'0'31,"80"0"-31,-120-40 0,40 40 16,40-40-16,0 80 47,-40-40-47,40 40 0,-41-40 0,41 40 0,-40 1 15,40-1-15,-40 0 0,0-40 0,40 40 0,-40 0 16,40 0-16,-40 0 0,0 0 16,40 0-16,-40 0 0,-1-40 0,41 41 0,-40-1 15,0 0 1</inkml:trace>
  <inkml:trace contextRef="#ctx0" brushRef="#br0" timeOffset="117712.8172">24678 15681 0,'-81'0'0,"162"0"0,-282 0 31,161 0-31,0 0 0,0 80 31,40 0-15,-40-40-16,40 80 31,40 1-15,80-41-1,0-40 16,-79-40-31,-1 0 0</inkml:trace>
  <inkml:trace contextRef="#ctx0" brushRef="#br0" timeOffset="118262.7847">24918 15801 0,'-80'0'16,"160"0"-16,-200 0 16,200 0-16,-40 0 15,41 0 1,-1 0 0,40-40-1,-39 0 16,-122 40 16,41 40-47,-40 0 16,0 0 0,0 0-16,0 0 15,0 0-15,0 0 16,0-40-16,40 41 0,-41-1 0,1-40 15,40 40-15,-40-40 16,40 40-16,-40-40 0,40 40 0,-40-40 0,40 40 16,40-40 15,0 0-31,0 0 16,-40-40-1,40 40-15,1 0 0,-1 0 16,0-40-16,0 40 15,0 0-15,0 0 0,0 0 16,0 0 0,1 0-16,-1 0 15,-40-40-15,40 40 16,-40-40-16</inkml:trace>
  <inkml:trace contextRef="#ctx0" brushRef="#br0" timeOffset="118562.7686">25601 15681 0,'-40'-41'15,"80"41"16,0 0-31,0 41 16,-40-1 0,40-40-16,-40 40 0,0 0 0,0 0 0,0 0 15,0 0-15,0 0 0,-40 0 0,40 1 16,-40-1-16,40 0 16,-80 0-16,80 0 0,0 0 0,-81 0 0,81 0 15,-40 0-15,0-40 0,40 40 16,-40-40-16,0 41 0</inkml:trace>
  <inkml:trace contextRef="#ctx0" brushRef="#br0" timeOffset="119272.7234">23033 17044 0,'-41'0'0,"41"-40"15,81 40 1,-81-40 0,40 40-16,0 0 15,0-40 1,0 40-16,0 0 15,-40-40 1,40 40-16,1 0 0,-1 0 16,0 0-16,0 0 0,0 0 0,0 0 15,0 0-15,0 0 0,1 0 16,39 0-16,-40 0 0,40 0 0,-40 0 0,41 0 16,-1 0-16,0 0 15,0 0-15,1 0 0,-1 0 0,0-40 0,0 40 16,1-40-16,-1 40 0,0 0 15,-40 0-15,40 0 0,1-41 0,-41 41 0,0 0 16,0 0-16,0 0 16,0-40-16,0 40 0,1 0 15,-1 0-15,0 0 16</inkml:trace>
  <inkml:trace contextRef="#ctx0" brushRef="#br0" timeOffset="120422.6752">24076 17365 0,'-80'40'15,"160"-80"-15,-241 120 16,121-80-16,-40 40 16,40 41-1,40-41 1,-40 40 0,40 40 15,40-80-16,40 0 1,0-80 0,-40-80-1,1 80 1,-1-121 0,-40 81-1,0 0 1,0 40-1,-40 40 17,-1-40-17,1 40 188,40 40-93,0 0-110,0 0 15,0 0-15,0 0 16,0 0-16,0 1 0,0-1 16,0 0-16,0 0 0,0 0 15,40-40-15,-40 40 16,0 0-16,41-40 0,-41 40 31,40-40-31,0 0 0,0 0 16,0 0-16</inkml:trace>
  <inkml:trace contextRef="#ctx0" brushRef="#br0" timeOffset="120972.6418">24597 17405 0,'-40'-40'16,"0"40"0,80 0-1,0 0 1,1 0-16,-1 0 0,0 0 16,0 0-1,-40-40-15,40 40 0,0 0 0,0 0 16,0 0-1,-40 40 32,-40 0-31,40 0-16,-40 0 16,40 0-16,-40-40 0,40 41 0,-40-1 15,0 0 1,0 0-16,40 0 0,-40-40 15,40 40-15,-41-40 16,41 40 0,41-40-1,-1 0 1,40 0-16,-40 0 0,0-40 16,0 40-16,0 0 15,1 0-15,-1-40 0,0 40 0,0 0 0,0 0 0,0 0 16,0 0-1,0 0-15,1-40 0,-1 40 16,0 0 0</inkml:trace>
  <inkml:trace contextRef="#ctx0" brushRef="#br0" timeOffset="169202.4282">21949 721 0,'-40'0'16,"80"0"47,-40 40-17,-40-40 17,0 0-32,0 0-15,0 0-16,-1 0 15,1 0 1,0 0-16,40 41 0,-40-41 0,0 40 16,40 0-16,0 0 15,-40-40-15,40 40 16,0 0 0,40 0-1,0-40 1,-40 40-16,40-40 15,0 0-15,0 0 0,1 0 16,-41-40-16,40 40 0,-40-40 16,40 0-1,-40 0-15,0 0 16,0 0-16,0 0 16,0-1-16,0 1 0,0 0 15,0 0-15,40 0 16,-40 0-16,0 0 0,0 0 15,0 0 1,40 40-16,-40-41 0,40 41 16,-40-40-16,40 40 31,1 0-15,-1 40-1,-40 1 1,0-1-1,0 0 1</inkml:trace>
  <inkml:trace contextRef="#ctx0" brushRef="#br0" timeOffset="169632.4005">22591 400 0,'-40'0'31,"40"41"16,-40-1-31,40 0 0,-40-40-16,40 40 0,-40-40 0,40 40 0,-40 0 15,40 0 1,0 0-16,0 0 0,0 1 15,0-1-15,40 0 16,0-40 0,0 40-16,0-40 15,0 0 1,0 0-16,-40-40 0</inkml:trace>
  <inkml:trace contextRef="#ctx0" brushRef="#br0" timeOffset="170042.3739">22792 521 0,'0'0'0,"0"-40"31,0 80 1,40-40-32,-40 40 15,40 0-15,-40 0 16,0 0-16,40-40 0,-40 40 15,0 0 1,0-80 31,40 40-47,-40-40 0,40 40 31,-40-40-31,41 40 0,-41-40 16,40 40-16,0 0 31,-40 40-31,40 0 0,-40 0 16,0 0-1,0 1-15,0-1 0,0 0 16,-40-40-16,0 40 16,40 0-16,-40-40 15</inkml:trace>
  <inkml:trace contextRef="#ctx0" brushRef="#br0" timeOffset="170322.3592">23594 521 0,'-40'0'16,"80"0"-16,-40 0 31,40 0-15,-40 40-16,41-40 15,-41 40-15,40-40 0,-40 40 0,0 0 16,0 0-16,0 0 16,0 1-16,0-1 0,-40 0 15,40 0-15,0 0 16,-81 0-16,41-40 0,0 40 0,0-40 0,0 40 15,0-40-15,0 40 16,-1-40-16</inkml:trace>
  <inkml:trace contextRef="#ctx0" brushRef="#br0" timeOffset="172582.2243">24517 481 0,'0'40'125,"-40"-40"-125,40 40 16,-40 0-16,0 0 0,0 0 15,0-40 1,40 40-16,-41-40 0,41 40 0,-40-40 16,40 41-16,-40-41 15,120 0 79,-80 40-78,41-40-16,-41 40 15,40-40-15,0 40 0,0 0 16,0-40-16,-40 40 16,40-40-16,-40 40 0,40-40 0,-40 40 15,40-40 1,1 0-16,-1-40 31</inkml:trace>
  <inkml:trace contextRef="#ctx0" brushRef="#br0" timeOffset="173142.1887">24517 802 0,'0'0'0,"-40"0"0,80 0 109,40 0-93,-39 0-16,-1 0 0,0 0 16,0 0-16,0 0 0,0 0 0,0 0 0,0 0 15,41 0-15,-41 0 0,0 0 16,0 40-16,40-40 0,1 0 0,-41 0 0,0 0 16,0 40-16,0-40 15,0 0-15,0 0 0,1 0 0,-1 0 0,0 0 16,0 0-16,0 0 0,40 0 15,-40 0-15,41 0 0,-41 0 0,40 0 0,0 40 16,-40-40-16,41 0 0,-41 0 0,40 0 0,-40 0 16,40 0-16,-39 0 15,39 0-15,-40 0 0,0 0 0,40 0 0,-40 0 16,1 0-16,-1 40 16,0-40-16,0 0 0,0 0 0,0 0 31,0 0-31,-40-40 0,40 40 15,-80 0 48</inkml:trace>
  <inkml:trace contextRef="#ctx0" brushRef="#br0" timeOffset="173522.1656">26925 721 0,'-40'-40'16,"0"40"-1,120 0 32,-40 0-47,0 0 16,0 0-16,0 40 0,0-40 15,1 0 1,-1 0-16,-40 40 16,0 1 15,-40-41-31,-1 40 15,41 0-15,-40 0 0,0-40 16,40 40-16,-40-40 0,40 40 0,-40-40 0,40 40 16,-40 0-16,40 0 15,-40-40-15,40 40 0,-40 1 0,-1-1 16,41 0 0,-40-40-16</inkml:trace>
  <inkml:trace contextRef="#ctx0" brushRef="#br0" timeOffset="174242.1191">25400 320 0,'-40'0'16,"80"0"46,0 0-46,0 0-16,0 0 0,1 0 16,-1 0-1,0 0-15,0 0 0,0 0 0,0 0 16,0 40-16,0-40 16,-40 40-16,41-40 0,-82 0 31,41 41-31,-40-41 0,0 0 15,40 40-15,-40-40 16,0 40-16,40 0 0,-40-40 0,0 40 0,0 0 16,-1 0-1,82-40 48,-1 0-48,0 0-15,0-40 0,0 40 0,0 0 0,0 0 16,0-40-16,1 40 0,-1 0 0,0 0 16,0 0-16,0 0 0,0 0 15,0 0-15</inkml:trace>
  <inkml:trace contextRef="#ctx0" brushRef="#br0" timeOffset="175322.0907">28169 761 0,'40'-40'47,"0"40"-31,-40-40-16,40 40 0,0-40 15,0 0-15,0 0 16,-40 0-16,0 0 15,0 0 1,0-1-16,0 1 16,-40 40-1,40 40 17,0 41-17,0-41 1,0 0-16,0 0 0,0 0 15,-40-40-15,40 40 0,0 0 0,0 0 0,0 1 16,0-1-16,0 0 0,0 0 16,0 0-16,0 0 15,0 0-15,0 0 0,0 0 32,40-40-32,-40 40 31,-40-40 0,0 0-15,0 0-1,0 0-15,0 0 16,0 0-16,-1 0 0,1 0 16,0 0-1,0 0 1,80 0 15,0 0-31,41 0 16,-41 0-16,0 0 15,0 0-15,0 0 0,0 0 0,0 0 16,0 0 0,1 0-16,-1 0 15,0 0 1,0 0-1</inkml:trace>
  <inkml:trace contextRef="#ctx0" brushRef="#br0" timeOffset="190141.2296">20785 17205 0,'-40'0'0,"0"0"16,0 0 0,0 0 15,40-41-31,-40 41 16,0 0 15,0 0 0,-1 0-31,1 0 16,0 0-16,0 0 15,0 0-15,0 0 0,0 0 16,0 0 0,-1 0-16,1 0 0,0 0 15,0 0-15,0 0 16,0 0-16,0 0 15,0 0 1,-1 0 0,1 0-16,0 0 0,0 0 0,0 0 15,0 0-15,0 0 16,0 0-16,-1 0 0,1 0 0,0 0 16,0 0-16,0 0 15,0 0-15,0 0 0,0 0 16,-1 0-16,1 0 0,0-40 0,0 40 15,0 0 1,0 0-16,0 0 0,0 0 0,-1-40 16,1 40-1,0 0-15,0 0 0,0 0 0,0 0 0,0 0 16,0 0-16,-1 0 0,1 0 16,0 0-16,0 0 0,0 0 0,0 0 15,80 0 63,0 0-62,0 0 0</inkml:trace>
  <inkml:trace contextRef="#ctx0" brushRef="#br0" timeOffset="190691.1958">20344 16924 0,'0'-40'0,"0"0"16,0 0-1,-40 40 1,0 0 15,0 0-31,0 0 16,-1 0-1,1 0-15,0 0 0,0 0 16,0 0-16,0 0 16,0 0-16,0 0 0,-1 0 0,1 0 15,0 0-15,0 0 16,0 0-16,0 0 0,0 0 0,0 0 15,-1 0-15,1 0 0,0 0 0,0 0 0,0 0 16,0 0-16,0 0 16,0 0-16,-1 0 0,1 0 0,0 0 15,0 0 1,0 0 31,0 0-47</inkml:trace>
  <inkml:trace contextRef="#ctx0" brushRef="#br0" timeOffset="191251.0863">18980 16282 0,'-40'0'62,"40"40"-62,-40-40 16,-1 40-16,1-40 16,0 40-16,0 1 15,0-41-15,0 40 0,0-40 0,0 40 16,-1-40-16,1 0 0,40 40 16,-40-40-16,0 40 0,0-40 0,0 0 15,40 40-15,-40-40 16,40 40 62,40 0-78,-40 0 16,80 1-1,-80-1-15,40-40 0,-40 40 0,40 0 0,-40 0 16,40 0-16,1 40 0,-41-40 0,40 0 0,0 1 15,-40-1-15,40 40 16,0-40-16,0 0 0,-40 0 0,40 0 0,0 0 16,1 1-16,-1-1 0,0-40 15,0 40-15,0-40 0,0 40 0,0-40 0,-40 40 16</inkml:trace>
  <inkml:trace contextRef="#ctx0" brushRef="#br0" timeOffset="215549.6866">2327 16483 0,'-40'0'16,"0"0"-1,40-40 1,-40 40 0,40-41-16,0 1 15,0 0 1,40 0-16,0 0 16,0 0-16,0 40 15,-40-40-15,41 40 16,-1 0-16,0 0 0,0 0 0,0 0 15,0 0-15,0 0 16,0 80-16,1-40 0,-1 40 0,-40-40 16,40 1-16,-40-1 15,0 0-15,0 0 0,0 40 0,0-40 0,0 0 16,0 0-16,0 1 0,0 39 16,-40-40-16,40 0 0,-40 0 0,40 0 15,0-80 16,0 0-31,0 0 0,40 0 16,-40 0-16,40 0 0,-40-1 16,40-39-16,-40 40 0,40 0 0,-40 0 0,0 0 15,40 0-15,0 0 16,0-1-16,-40 1 0,41 0 0,-1 0 16,0 0-16,0 40 31,-40 40-31,0 0 0,40 0 15,-40 0 1,0 1-16,0-1 0,40 0 0,-40 0 0,0 0 16,0 0-16,0 0 15,0 0-15,0 41 0,0-41 0,0 0 0,0 0 16,0 0 0,0 0-16,0 0 0,0 0 15,40-40-15</inkml:trace>
  <inkml:trace contextRef="#ctx0" brushRef="#br0" timeOffset="216059.6576">3531 16443 0,'0'0'0,"0"-41"15,40 41 1,0 0-1,41 0 1,-41 41-16,0-1 16,40 80-1,-120 81 17,0-121-32,0-40 15,40-80 16,40 0-31,120-161 32,41 41-17,-121 79 1,41-39 0,-81 80-1,-80 40 1,-81 80-1,1 41 1,80-1 0,40 40-1,80-39 17,40-41-17,81-40 1,-121-80-16</inkml:trace>
  <inkml:trace contextRef="#ctx0" brushRef="#br0" timeOffset="216309.5883">4976 16202 0,'-81'40'16,"162"-80"-16,-162 120 0,1 0 31,40-80-31,40 40 0,-40 41 16,40 79-1,40 1 17,40-81-32,41 0 15</inkml:trace>
  <inkml:trace contextRef="#ctx0" brushRef="#br0" timeOffset="216679.5452">5377 16362 0,'0'-40'15,"0"80"16,40 0-15,-40 1-16,0-1 16,40-40-16,-40 40 0,0 0 15,0 0-15,0 0 0,0 0 0,0-80 47,40 40-47,-40-40 0,40 40 0,-40-40 0,41 0 16,-1 0-16,0 0 0,0-1 15,0 41-15,0-40 0,0 40 32,0 40-32,-40 1 0,0 39 15,41-80-15,-41 40 16,0 0-16,0 0 0,0 0 0,0 0 16,0 0-16,0 1 0,-41-41 0,41 40 0,-40-40 31</inkml:trace>
  <inkml:trace contextRef="#ctx0" brushRef="#br0" timeOffset="216899.6064">6139 16202 0,'40'0'15,"1"0"1,-1 0-1,40 80 1,-80-40-16,40 40 16,-40-39-16,40 159 15,-160 81 1,-41-121 0</inkml:trace>
  <inkml:trace contextRef="#ctx0" brushRef="#br0" timeOffset="217409.5739">7223 16523 0,'-40'0'0,"-1"0"0,41 40 15,-40-40-15,80 0 31,1 0-31,-1-40 16,0 40-16,0-40 0,0 40 16,40-40-16,-39 40 0,39 0 0,-40-41 0,0 41 15,40 0-15,-40 0 16,1 0-16,-1 0 0,0 0 0,0 0 0,0 0 16,0 0-16,0 0 15</inkml:trace>
  <inkml:trace contextRef="#ctx0" brushRef="#br0" timeOffset="217609.5617">7504 16884 0,'-40'40'0,"80"-80"0,-161 120 15,202-80 1,-1 0-1,120 40 1,-79-40 0,-81 0-16,0 0 0</inkml:trace>
  <inkml:trace contextRef="#ctx0" brushRef="#br0" timeOffset="220579.3063">8788 16483 0,'0'0'0,"-40"0"0,-1 0 31,1 0-15,0 0-1,0 0 1,80 0 109,0 0-125,0 0 0,1 0 0,-1 0 16,0 0-16,0 0 0,40-40 0,-40 40 0,0 0 15,1-41-15,-1 41 0,0-40 16,0 40-16,0 0 0,0 0 0,0 0 0,0 0 15,-40-40-15,41 40 16,-82 0 15,1 0-31,0 40 16,0-40 0,0 0-16,40 40 31,40-40-16,0 0 1</inkml:trace>
  <inkml:trace contextRef="#ctx0" brushRef="#br0" timeOffset="221209.3425">10272 16242 0,'0'0'0,"0"-40"15,-40 40 48,0 0-63,0 0 15,0 40 1,0-40-16,40 40 0,-40 0 16,40 0-16,-41-40 0,41 40 15,-40 1-15,40-1 16,-40-40-16,40 40 0,0 0 0,0 0 31,40 0-31,0 0 0,1-40 16,-1 0-16,0 0 15,0 0-15,0 0 0,0-40 0,0 40 16,0-40-16,1 40 0,-41-40 0,0 0 16,40 0-1,-40 0-15,0-1 0,-81 1 16,81 0-16,-40 0 0,0 0 15,0 0-15,40 0 0,-40 40 0,0-40 16,40 0-16,-40 40 16,0-40-16,40-1 0,-41 41 0,41-40 0,-40 40 15,40-40-15,0 0 16,0 0-16,0 0 0,40 40 16,-40-40-16,41 40 0,-1 0 0,0 0 15,0 0 1,0-40-16,0 40 0,0 0 0,0 0 15,1 40 1,-1-40-16,-40 40 0</inkml:trace>
  <inkml:trace contextRef="#ctx0" brushRef="#br0" timeOffset="221609.3188">11155 16001 0,'-40'0'0,"80"0"0,-120-40 15,80 0-15,-40 40 16,0 0-1,40 40 1,-40 41 15,40-41-31,0 0 0,-41 0 0,41 80 16,0-80-16,0 40 0,0-39 16,41 79-1,39-80 16,0 0-31,40-40 32,-79-40-32,-1 40 0</inkml:trace>
  <inkml:trace contextRef="#ctx0" brushRef="#br0" timeOffset="221999.2954">11597 16042 0,'0'-41'16,"0"82"15,0-1-31,40-40 0,-40 40 0,0 0 16,40 0-16,-40 0 0,0 0 0,0 0 16,0 0-16,40-40 0,-40 40 15,0 1-15,0-82 31,0 1-15,40 0-16,-40 0 16,40 0-16,-40 0 0,40 0 0,0 0 15,-40 0-15,0 0 16,41 40-16,-1 0 16,-40 40-16,0 0 15,0 0-15,0 0 16,0 0-16,0 0 0,0 0 0,0 0 15,0 0 1,0 1-16,0-1 0,0 0 16</inkml:trace>
  <inkml:trace contextRef="#ctx0" brushRef="#br0" timeOffset="222219.2456">12359 15841 0,'0'0'15,"40"0"1,0 40 0,-40 0-16,0 0 15,40 161 1,-80 80 15,-201 39-31</inkml:trace>
  <inkml:trace contextRef="#ctx0" brushRef="#br0" timeOffset="226058.9939">4013 18047 0,'0'-40'47,"0"0"-16,40 40-31,-40-41 16,40 41-16,0 0 16,0-40-16,0 0 0,0 40 0,1-40 15,-1 40-15,0 0 0,0-40 16,0 40-16,0 0 0,0 0 0,0 0 16,1 40-16,-41 0 0,0 0 15,0 0 1,0 1-16,0-1 0,0 0 0,-41 0 0,41 0 15,-40 0-15,40 0 0,-40 0 16,40 0-16,-40-40 0,40 41 0,-40-41 0,40 40 16,40-80 15,0-1-15,0 1-1,0 0-15,1 0 0,-1 40 0,-40-40 0,40 40 16,0-40-16,0 40 15,-40-40-15,40 40 0,-40-40 0,40 40 16,-40-40-16,0-1 31,0 1-15,-40 40 0,40-40-1,-40 40 1,40 80-16,-40-80 15,40 81 1,-40-81-16,40 40 0,0 0 0,-40-40 16,40 40-16,0 0 15,0 0-15,40 0 0,40 0 16,-40-40-16,-40 41 0,40-41 16,0 0-1,-40 40-15,41-40 0,-1 0 0,0 0 16,-40 40-1</inkml:trace>
  <inkml:trace contextRef="#ctx0" brushRef="#br0" timeOffset="226369.0321">5417 17806 0,'0'-40'31,"0"80"-31,-40-80 31,40 80-15,-40 0-16,0-40 16,40 40-16,-40 0 15,40 1-15,-41-1 0,41 0 0,0 0 16,0 0-1,0 0-15,0 0 0,41-40 0,-41 40 16,40-40-16,-40 40 16,40-40-16,0 0 0,0 0 15,0 41 1</inkml:trace>
  <inkml:trace contextRef="#ctx0" brushRef="#br0" timeOffset="226809.0029">5618 18047 0,'0'0'0,"-40"-40"16,40 0-1,80 40 1,-40 0 0,40 80-1,-80 0 16,40-80-31,-40 40 32,0 0-32,0-80 31,0-40-15,40 0-1,81 40 1,-81 40 15,0 40-15,-40 40-1,0-40 1,0 0-16,-40 40 16,40-40-16,0 1 15</inkml:trace>
  <inkml:trace contextRef="#ctx0" brushRef="#br0" timeOffset="227038.9337">6380 17846 0,'40'0'31,"0"0"-31,0 0 15,1 40 1,-41 0-16,0 1 0,0-1 16,0 0-16,-41 0 15,41 0-15,0 0 0,-40 0 0,40 0 0,0 0 16,-40 1-16,0-1 0,40 0 16,-40-40-16,0 0 15</inkml:trace>
  <inkml:trace contextRef="#ctx0" brushRef="#br0" timeOffset="227328.8968">6982 18127 0,'0'-40'0,"0"0"0,40 0 16,0 40-1,40 0 1,-39 0-16,-1 0 0,0 0 0,0 0 16,40 0-1,-40 0 1,1 0-1,-1 0-15,0 0 0</inkml:trace>
  <inkml:trace contextRef="#ctx0" brushRef="#br0" timeOffset="227578.8821">7423 18328 0,'-80'0'15,"160"0"-15,-120 0 32,80 0-17,1 0-15,39 0 16,-40 0-16,40 0 16,-40 0-16,41 0 15,119 0 16,-120-41-31</inkml:trace>
  <inkml:trace contextRef="#ctx0" brushRef="#br0" timeOffset="227998.9311">8908 17967 0,'-40'0'15,"80"0"-15,-160 0 16,120-41-16,-40 41 16,80 0 15,80 0-16,41 0 1,79 0 15,-119 0-31</inkml:trace>
  <inkml:trace contextRef="#ctx0" brushRef="#br0" timeOffset="228478.8268">10152 17686 0,'-40'0'16,"0"0"-16,-41 0 15,-39 80 1,0-40 15,80 40-15,120 1-1,120-41 1,-79-40 15,-81-81-15,-120-39-1,-81-40 17,41 39-17,80 81 1,40 0-16,0-40 16,40 40-16,0 40 15,0 0-15,80 0 16,-79 0-16,-1 40 31,0-40-31,0 40 0,-40 0 0</inkml:trace>
  <inkml:trace contextRef="#ctx0" brushRef="#br0" timeOffset="228778.8128">10674 17405 0,'0'0'0,"0"-40"16,-41 40-16,1 0 16,0 0-16,0 0 0,0 0 15,40 40 1,-40-40-16,0 0 0,40 40 0,-40 40 15,40-39 1,0-1-16,0 0 0,0 0 0,0 0 16,0 0-16,40-40 15,-40 40-15,40 0 0,0-40 0,0 40 16,0-40-16,-40 40 0,40-40 0,0 0 16,1 0-16,-1 0 15</inkml:trace>
  <inkml:trace contextRef="#ctx0" brushRef="#br0" timeOffset="229188.8589">10874 17485 0,'0'0'0,"40"40"31,-40 1-15,41-41-16,-41 40 0,0 0 15,0 0-15,40-40 16,-40 40-16,0 0 16,0 0-1,0-80 1,40 40-16,-40-40 16,40 0-1,0 0-15,-40 0 0,40 40 0,-40-40 16,40 40-1,-40-41-15,40 41 0,1 0 32,-41 41-32,0-1 0,40 0 15,-40 0 1,0 0-16,0 0 0,0 0 16,0 0-16,0 0 31</inkml:trace>
  <inkml:trace contextRef="#ctx0" brushRef="#br0" timeOffset="229408.8458">11637 17525 0,'0'0'0,"40"0"31,0 41-31,-40-1 16,40 0 0,-40 0-16,0 0 0,0 0 0,-40 0 15,40 0 1,0 0-16,-80-40 0,80 40 0,-40 1 0,-1-1 16,1 0-16,0-40 15</inkml:trace>
  <inkml:trace contextRef="#ctx0" brushRef="#br0" timeOffset="229968.8112">9630 18448 0,'-40'0'16,"80"0"-16,-120 0 31,120 0 16,0 0-31,41 0-1,-41 0-15,0 0 0,0 0 0,0 0 16,0 0-16,0 0 15,0-40-15,1 40 0,39 0 0,-40 0 0,0 0 16,0 0-16,0 0 0,41 0 16,-41-40-16,40 40 0,-40 0 0,40 0 0,1 0 15,-1 0-15,0 0 16,-40 0-16,41 0 0,-1 0 0,-40 0 0,0 0 16,0 0-16,0 0 0,0 0 0,1 0 15,-1 40-15,0-40 16,0 0-16,0 0 15,0 0 1,-40 40 0</inkml:trace>
  <inkml:trace contextRef="#ctx0" brushRef="#br0" timeOffset="231008.7483">10152 18769 0,'40'0'0,"0"0"78,-40-40-62,40 40-16,0 0 31,-40 40-15,0 0-16,0 0 0,0 0 31,0 0-31,-40-40 31,40-40 32,40 40-47,1-40-1,-1 40 1,0 0-16,-40-40 0,40 40 15,0 0-15,-40-40 16,40 40-16,0 0 16,-40 40 46,40-40-46,-40 40-1,41-40 17,-41 40-17,0 0 17,0 0-32,40-40 15,-40 40 1,0 0-1,0 1 1,40-41 0,0 0-1,0 0 1,0 0-16</inkml:trace>
  <inkml:trace contextRef="#ctx0" brushRef="#br0" timeOffset="233258.5387">12078 18368 0,'0'-40'16,"0"-1"-1,40 41 1,-40 41 31,0-1-32,0 0-15,0 0 0,40 0 0,0 0 16,-40 0 0,0 0-16,41-40 0,-1 40 0,0-40 15,0 0 1,0 0-16,0 0 15,0 0 1,-40-40-16,40 40 0,1-80 0,-1 80 0,0-40 16,40 0-16,-40 40 0,0-40 15,-40 0-15,81 40 0,-81-40 0,80 40 16,-40-41-16,0 41 0,0-40 0,40 40 0,-39 0 16,39-40-16,0 40 0,-40-40 15,40 40-15,-39 0 0,39-40 0,-40 40 0,40-40 16,-40 40-16,0-40 15,1 40-15,-1 0 0,0 0 0,0-40 0,0 40 16,0 0 15,0 40-15,0-40 0,-80 0 77,0 0-93,0 0 0,0 0 16,0 0-16,0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29:52.3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5537 2366 0,'-40'0'15,"0"0"1,40-40-16,0-1 0,0 1 15,0 0 1,40 40-16,-40-40 16,40 40-16,41-40 15,-41 40 1,0 0-16,0-40 0,0 40 16,0 0-16,0 0 0,1 0 0,-1 0 0,0 0 15,0 0-15,0 0 16,0 40-16,0-40 0,0 40 0,1-40 0,-1 40 15,-40 0-15,0 41 0,0-41 0,0 0 0,0 0 16,0 40-16,-81-40 0,81 0 16,-40 0-16,40 0 0,-40 1 0,0-1 0,0 0 15,40 0-15,-40 0 16,0-40-16,80-40 31,40 0-31,-80 0 0,80 0 16,-40-1-16,1 1 0,-1 0 0,0 0 0,0 0 15,0 0-15,40 0 16,-40 0-16,1 0 0,-1 0 0,0-1 0,0 1 16,0 0-16,0 0 0,-40 0 15,40 0-15,0 0 0,-40 0 0,0 0 16,0-1 0,0 1-1,-40 40 16,40 40-31,-40-40 16,40 41-16,0-1 16,-40 0-16,40 0 0,-40 0 0,0 0 0,40 0 15,-40 0-15,0 0 0,40 1 16,-41-1-16,41 0 0,0 0 0,0 0 0,-40 0 16,40 0-16,0 0 15,40 0-15,1 0 16,39-40-16,-40 0 0,0 41 0,0-41 15,0 0-15,0 0 0,1 0 16,-1 0-16,0 0 0,40 0 0</inkml:trace>
  <inkml:trace contextRef="#ctx0" brushRef="#br0" timeOffset="259.983">7945 1884 0,'0'0'0,"-80"0"16,40 0-16,-81 81 16,81-81-16,40 40 0,-80 0 31,80 0-31,-40 120 16,40-120-16,0 1 0,0 79 15,0-80-15,40 80 16,0-80-16,-40 0 0,80 41 31,41-41-31</inkml:trace>
  <inkml:trace contextRef="#ctx0" brushRef="#br0" timeOffset="629.9047">8346 2245 0,'-40'0'15,"80"0"-15,-80-40 0,0 40 16,40 40 0,40 0-16,40 81 31,-39-1-15,-1-80-1,0-120 1,80-40 15,1-1-15,-41 121-1,40 121 17,-120-1-17,0 0 1,-40-80-1</inkml:trace>
  <inkml:trace contextRef="#ctx0" brushRef="#br0" timeOffset="859.9469">9349 2125 0,'0'-40'16,"0"80"-16,41-80 31,-41 80-31,120 80 31,-120 41-15,-120 79 0,-41-39 15,121-161-31,0 0 0,40 0 0</inkml:trace>
  <inkml:trace contextRef="#ctx0" brushRef="#br0" timeOffset="1139.9299">10513 2366 0,'0'0'15,"40"0"17,0 0-17,41 0-15,-41 0 16,0-40-16,0 40 0,0 0 0,40 0 0,-39 0 15,-1 0-15,0 0 0,0 0 0,0 0 16,0 0 0,0 0-16,0 0 0</inkml:trace>
  <inkml:trace contextRef="#ctx0" brushRef="#br0" timeOffset="1329.8436">11075 2887 0,'-120'0'16,"240"0"-16,-200-40 31,160 40-31,-40 0 16,0-40-16,0 40 16,0 0-16,1 0 0,-1 0 0,0 0 0,0 0 15,0 0-15</inkml:trace>
  <inkml:trace contextRef="#ctx0" brushRef="#br0" timeOffset="3869.693">14205 1363 0,'-40'0'32,"80"0"46,-80 0 281,40 40-343,0 0-1,0 0-15,0 0 0,0 1 0,0 39 16,0-40-16,0 0 16,0 0-16,0 0 0,0 0 0,0 40 0,0-39 15,0-1-15,0 0 0,0 0 16,0 0-16,0 0 0,40 0 0,-40 0 15,0 0-15,0 1 0,0-1 0,40 0 0,-40 0 16</inkml:trace>
  <inkml:trace contextRef="#ctx0" brushRef="#br0" timeOffset="4479.6714">13242 2847 0,'0'0'0,"-40"0"16,-1 0-1,-39 0 1,40 0-16,80 0 62,40 0-62,-39 0 0,39 0 16,0 0-16,0 0 16,1-40-16,39 40 0,0 0 0,1 0 0,-1-40 15,0 40-15,1 0 0,39 0 16,-39-40-16,-1-1 0,1 41 0,-1 0 0,0 0 15,1-40-15,-1 40 0,0 0 0,1-40 0,-41 40 16,0 0-16,1 0 16,-1 0-16,-40 0 0,0 0 0,0 0 0,0 40 15,-40 0 1,-40-40 15,0 0-15,0 0-1</inkml:trace>
  <inkml:trace contextRef="#ctx0" brushRef="#br0" timeOffset="6659.5194">13523 3609 0,'-41'0'0,"41"-40"78,41 0-62,-1 40-16,-40-40 15,40 40-15,-40-41 0,80 41 16,-40-40-16,0 40 0,0 0 15,1 40-15,-41 41 16,40-41 0,-40 40-16,0-40 0,0 0 0,0 0 0,0 41 15,0-41-15,0 0 0,-40 40 16,40-40-16,0 0 0,-41 0 0,41 0 0,-40-40 16,40 40-16,-40 1 15,40-82 1,80-39-16,-80 40 15,41 0-15,-41 0 0,80 0 16,-40-40-16,-40 40 0,40-1 0,0 1 0,0 0 16,-40 0-16,40 0 15,1 0-15,-1 0 0,0 40 0,-40-40 16,40 40-16,0 0 16,0 0-16,0 0 0,-40 40 15,40 0 1,-40 0-16,0 0 0,0 0 0,41-40 0,-41 40 15,0 0-15,0 1 0,0-1 0,0 0 0,0 0 16,0 0-16,0 0 16,0 0-16,0 0 31</inkml:trace>
  <inkml:trace contextRef="#ctx0" brushRef="#br0" timeOffset="8709.3949">17656 2085 0,'0'-40'16,"0"0"15,0 0 1,-41 40 14,41 40-46,0 0 16,0 0-16,0 0 16,0 40-16,-40-40 0,40 0 0,0 1 0,0 39 15,0-40-15,0 0 0,0 0 16,0 0-16,0 0 0,40 0 0,1 0 16,39 1-1,-40-41-15,0 0 0,0 0 16,0 0-16,-40-41 0,40 41 0,1 0 0,-1-40 15,0 40-15,-40-40 0,40 0 16,0 0-16,0 40 0,-40-40 0,40 0 0,-40 0 16,41 0-16,-41 0 15,40-1-15,-40 1 0,0 0 0,40 40 16,-40-40-16,0 0 16,0 0-1,0 80 16,0 0-15,0 0-16,0 0 0,0 0 16,0 1-16,0-1 0,0 0 0,0 0 0,0 0 15,0 0-15,0 0 16,0 0-16,0 0 0,40 0 16,-40 1-16,0-1 15,40-40-15,0 0 0</inkml:trace>
  <inkml:trace contextRef="#ctx0" brushRef="#br0" timeOffset="8979.4548">19461 1924 0,'0'0'0,"-40"-40"16,0 40-1,0 0-15,-40 40 32,80 1-32,-40 159 15,40-120-15,0-40 0,0 121 16,0-121-16,40 160 31,40-159-31,-40-1 0,0-40 16,0 40-16,41-40 15,-41 0-15</inkml:trace>
  <inkml:trace contextRef="#ctx0" brushRef="#br0" timeOffset="9399.4286">20143 2125 0,'0'-40'15,"0"80"16,41 0-15,-1 0-16,-40 0 16,40 0-16,-40 1 0,0-1 15,40 0 1,-40 0-16,0 0 16,0-120-1,40 40 1,0 0-16,-40-1 0,40 41 15,-40-40-15,40 0 16,1 40-16,-41-40 0,40 40 0,0-40 16,0 40-1,0 80 1,0 0 0,-40-39-1,0-1-15,0 0 0,0 0 0,0 0 16,-40 0-16,40 0 0,0 0 15,-40 0-15,40 0 32</inkml:trace>
  <inkml:trace contextRef="#ctx0" brushRef="#br0" timeOffset="9619.3856">21187 2125 0,'40'-40'31,"0"40"-15,0 80 0,0-40-16,-40 0 0,40 121 15,-40-121-15,0 40 0,-160 80 31,120-79-31,-241 199 0</inkml:trace>
  <inkml:trace contextRef="#ctx0" brushRef="#br0" timeOffset="18468.8044">6621 5574 0,'-40'0'16,"0"0"-16,-1 0 15,41-40-15,-40 40 16,40 40 15,0 0-15,0 0-16,0 0 0,0 0 0,40 1 0,-40 39 16,0-40-16,0 0 0,41 40 0,-41 0 0,0-39 15,0-1-15,0 40 16,0-40-16,0 0 0,0 40 0,0-40 15,0 0-15,0 1 0,0-1 16,0-80 15,0-1-31,0 1 16,0 0-16,0 0 0,0-40 16,0 40-16,0-40 0,0-1 0,0 1 0,0 0 15,0 40-15,0-40 0,0-1 0,0 41 0,0-40 16,0 40-16,0 0 15,0 0-15,0 0 0,0 0 0,80 0 0,-80-1 16,40 1-16,0 0 16,-40 0-16,40 40 0,0 0 0,-40-40 0,40 40 15,1 0-15,-1 0 16,0 0-16,0 0 0,0 0 16,-40 40-16,40-40 0,-40 40 0,40-40 15,-40 40-15,0 0 16,40-40-16,-40 41 0</inkml:trace>
  <inkml:trace contextRef="#ctx0" brushRef="#br0" timeOffset="18738.7889">6541 6015 0,'-121'40'16,"242"-80"-16,-202 80 31,121-40-15,81-40 0,160-40-1,-121 0 1,1 40-1</inkml:trace>
  <inkml:trace contextRef="#ctx0" brushRef="#br0" timeOffset="18918.8114">7423 5855 0,'0'0'16,"-40"40"-1,40 0 1,-40 80-1,40 1 17,0-1-17,0-80 1</inkml:trace>
  <inkml:trace contextRef="#ctx0" brushRef="#br0" timeOffset="19078.8406">7544 5654 0,'-40'-80'16,"80"160"-16,-80-240 16,0 160-16</inkml:trace>
  <inkml:trace contextRef="#ctx0" brushRef="#br0" timeOffset="19468.7449">7865 5815 0,'0'0'15,"0"40"1,40 0 15,40 120-15,-40-39-1,-40-41 17,0-120-17,0 0-15,40 40 0,-40-81 0,0 41 16,41 0-1,-41 0-15,40 40 0,0-40 0,0 40 0,-40-40 16,40 40-16,0 0 16,0 0-16,-40 40 15,40-40-15,-40 40 16,0 0-16,0 0 0,0 0 0,-40 1 16,40-1-16,-40-40 0,40 40 0,-80 0 0,80 0 15,0 0-15,0 0 16,40-40-16</inkml:trace>
  <inkml:trace contextRef="#ctx0" brushRef="#br0" timeOffset="19958.7903">9229 6015 0,'-80'-40'16,"160"80"-16,-200-80 0,80 40 16,-1 40-1,41 0 1,0 81 0,41 39-1,79-120 1,0-80 15,-39-160-15,-81-1-1,-41-40 17,41 41-17,-40 160 1,40 80-1,0 80 17,0 161-17,40 40 1,-40-121 0,41-79-1</inkml:trace>
  <inkml:trace contextRef="#ctx0" brushRef="#br0" timeOffset="20608.6741">11075 5935 0,'0'0'16,"-40"-40"-1,40 0 1,80 40-1,-40 0 1,121-40 0,39 40-1,-79-40 17,-81 40-32,-80 40 46,40 0-46,-40-40 0,40 40 0,0 0 16,-41 0-16,1 0 16,40 0-16,-40-40 0,0 40 0,40 1 0,-40-1 15,0-40-15,40 40 16,-40 0-16,40 0 0,-40-40 0,-1 40 0,41 0 16,-40-40-16,40 40 0,-40-40 0,40 40 15,-40-40-15,40-40 47,40 40-47,0 0 16,0 0-1,1 0-15,-1 0 0,0 0 16,0 0 0,0 0-16,0 0 0,0 0 0,0 0 15,1 40-15,-1-40 0,40 0 0,-40 0 0,0 0 16,40 0-16,-39 0 0,39 0 15,-40 0-15,0-40 0</inkml:trace>
  <inkml:trace contextRef="#ctx0" brushRef="#br0" timeOffset="21388.6617">13803 5494 0,'41'0'0,"-41"-40"0,0 0 16,0 0-1,-41 80 32,41 0-47,-40-40 0,40 40 16,0 0-16,0 0 15,0 0-15,-40 0 0,40 0 0,-40 41 0,40-41 16,0 0-16,0 0 0,0 40 16,0-40-16,0 0 0,0 0 0,0 1 0,0-1 15,40 0-15,-40 0 0,0 0 0,40 0 0,0 0 16,1-40-1,-1 40-15,0-40 16,0 0-16,0 0 16,0-40-16</inkml:trace>
  <inkml:trace contextRef="#ctx0" brushRef="#br0" timeOffset="21598.6881">13884 6095 0,'-81'0'15,"162"0"-15,-242-40 16,121 40-16,0-40 16,0 0-1,40 0 1,200-40 0,-39 40-1,-1 40 1</inkml:trace>
  <inkml:trace contextRef="#ctx0" brushRef="#br0" timeOffset="21938.6676">14566 5895 0,'40'0'31,"0"0"-16,0 0-15,0 0 16,-40 40-16,41-40 0,-1 40 0,0 0 16,-40 0-1,0 0-15,0 1 0,0-1 0,-40-40 16,-41 40-16,81 0 16,-40-40-16,0 40 0,40 0 15,-40-40-15,40-80 31,0 40-31,0 0 0,40 0 0,-40-1 16,40 1-16,0 0 16,1 0-16,-1 0 0,0 40 0,-40-40 0,40 40 15,0 0 1,-40-40-16,40 40 0,0 0 16</inkml:trace>
  <inkml:trace contextRef="#ctx0" brushRef="#br0" timeOffset="22698.6218">15890 5855 0,'-40'0'15,"0"0"-15,0 0 16,-121 0 0,81 0-16,-40 160 31,120-39-16,40-81 1,160 0 0,-39-120-1,-121 39 1,-40 1-16,0-80 16,-40 40-1,0 80 1,40 40-1,0 120 17,40-120-32,40 81 31,40-81-15,-79-40-16</inkml:trace>
  <inkml:trace contextRef="#ctx0" brushRef="#br0" timeOffset="23048.6007">16251 5895 0,'0'0'16,"40"-40"-16,-40 80 47,0 0-47,0 0 15,0 0 1,40-40-16,-40 40 15,0 0-15,41-40 16,-1 0 0,-40-40-16,40 40 15,-40-40-15,40 40 16,0-40-16,0 0 0,0 40 16,-40-40-16,40 40 0,-40 40 31,41 0-31,-41 0 15,0 0 1,0 0-16,0 1 0,0-1 16,0 0-1,0 0-15,80-40 16,-40 0 0</inkml:trace>
  <inkml:trace contextRef="#ctx0" brushRef="#br0" timeOffset="23308.5843">17535 5935 0,'0'0'0,"-80"-80"15,0 40 1,-1 80 0,81 120 15,41 41-16,-1-1 1,-40-120 0,-161 81-1,1-81 17,120-80-32,-1 0 0</inkml:trace>
  <inkml:trace contextRef="#ctx0" brushRef="#br0" timeOffset="23958.4929">18378 5815 0,'-40'0'0,"40"-40"0,-40 40 16,40-41 0,-40 82 30,40-1-46,0 0 0,0 0 0,-41 0 16,41 0-16,0 0 0,0 0 16,0 41-16,-40-41 0,40 0 0,0 40 0,0-40 15,0 40-15,0-40 16,0 0-16,0 41 0,0-41 0,0 0 0,0 0 16,-40 0-16,40 0 0,-40 0 0,40 0 15,-40 1-15,0-1 16</inkml:trace>
  <inkml:trace contextRef="#ctx0" brushRef="#br0" timeOffset="24158.5328">18017 6777 0,'0'-40'16,"40"0"0,40-80-1,0 80 1,-39-1-1,119-39 1,-80 0 0</inkml:trace>
  <inkml:trace contextRef="#ctx0" brushRef="#br0" timeOffset="24648.5022">18980 6015 0,'40'0'15,"-40"80"1,40-80-16,-40 81 31,-80-41-31,40 0 0,0 0 16,40 0 0,-41-40-16,1 0 0,0 0 15,40-40 1,0-40-1,40 80-15,-40-40 0,40 0 16,1-1-16,-1 1 16,0 0-1,0 40 1,0 0-16,0 0 0,0 0 16,0 0-16,1 0 15,-1 0 1,0 0-16,-40 40 0,40-40 0,0 40 15,0-40-15,0 41 16,0-41-16,1 40 0,-1-40 0,0 0 16,0 40-16,0-40 15,-40-40 17,0 0-17,0-1-15,0 1 0,0 0 16,0 0-16,40 0 15,-40 0 1,40 40-16,0 0 16,1 0-16,-1 0 15,0 0-15</inkml:trace>
  <inkml:trace contextRef="#ctx0" brushRef="#br0" timeOffset="25088.4761">20344 5975 0,'0'40'15,"0"0"1,0 0 0,0 1-1,0-1-15,0 0 16,0 0 0,40-80-1,40 0 1,-39 0-1,-1 40-15,-40-41 0,40 1 0,0 40 16,-40-40 0,0 80-1,0 0 1,0 1-16,0-1 0,0 0 0,0 0 16,0 0-16,-40-40 0,40 40 15,40-40 1,0-40-16,0 0 15,0 0-15,0 0 16,1 0-16,-1-1 0,0 41 16,0-40-16,0 40 15,-40 40-15,40-40 16,-40 41-16,0-1 16,0 0-16,0 0 0,0 0 15,0 0-15,40 0 0,0 0 16,-40 0-16,41-40 0</inkml:trace>
  <inkml:trace contextRef="#ctx0" brushRef="#br0" timeOffset="212137.0457">15047 10106 0</inkml:trace>
  <inkml:trace contextRef="#ctx0" brushRef="#br0" timeOffset="282053.2544">22431 9946 0,'0'40'141,"-40"-40"609</inkml:trace>
  <inkml:trace contextRef="#ctx0" brushRef="#br0" timeOffset="445919.788">23915 4050 0,'-40'0'15,"40"40"1,-40-80 125,0 40-141,40-40 31,0 0 0,0 0-15,40 40-16,0-40 15,0 40 1,0 0-16,1-40 16,-1 40-16,0 0 15,0 0-15,0 40 16,0 0-16,0 0 16,-40 0-16,0 0 0,40-40 15,-40 40-15,0 0 16,0 0-16,0 0 0,0 1 15,0-1-15,0 0 0,0 0 0,-40 0 16,40 0-16,0 0 16,-40-40-16,40 40 0,0-80 47,0 0-32,0 0-15,0 0 0,40 0 16,-40 0-16,40 0 0,1-1 0,-41 1 15,0 0-15,40 40 16,-40-40-16,40 0 0,-40 0 0,40 40 0,-40-40 16,40 40-16,0-40 0,-40 0 15,40 40-15,0 0 0,1 0 16,-41 40 0,40-40-16,-40 40 0,0 0 15,40 0-15,-40 0 16,0 0-16,40 0 0,-40 0 0,0 1 15,0-1-15,0 0 0,40-40 0,-40 40 16,0 0-16,40 0 16,-40 0-16,0 0 0,0 0 15,40 1-15,-40-1 16,0 0-16</inkml:trace>
  <inkml:trace contextRef="#ctx0" brushRef="#br0" timeOffset="447489.6504">25320 3930 0,'0'0'0,"0"-40"32,40 40-17,0 0 1,0 0-16,0 40 15,-40 0 1,0 0-16,0 0 0,0 0 16,0 0-16,0 0 0,0 0 0,-40 1 15,40-1-15,0 0 16,0 0-16,-40-40 0,40 40 0,0 0 16,-40-40-16,40 40 15,0-80 16,40 40-15,-40-40-16,40 0 0,-40 0 0,40 40 0,-40-40 16,40 40-16,1-40 0,-41-1 15,40 41-15,0-40 0,0 40 0,-40-40 0,40 40 16,0-40-16,0 0 16,0 0-16,-40 0 15,41 40-15,-41-40 0,0 0 16,0 0-16,40 40 15,-80 0 1,40 40 0,-41 0-16,41 0 0,0 0 15,-40-40-15,40 40 0,-40 0 16,40 0-16,0 0 0,0 0 0,0 1 0,0-1 16,0 0-1,0 0-15,40 0 0,0 0 16,1-40-16,-1 40 0,0-40 15,0 0-15,0 0 16</inkml:trace>
  <inkml:trace contextRef="#ctx0" brushRef="#br0" timeOffset="447739.6776">26804 3649 0,'-160'0'16,"320"0"-16,-400 80 16,200-40-16,40 81 31,0-41-31,40 80 31,40-39-15,0-81-1</inkml:trace>
  <inkml:trace contextRef="#ctx0" brushRef="#br0" timeOffset="448109.6545">26925 3769 0,'0'0'15,"-40"-40"1,80 80-1,0 0 1,40 121 0,-40-41 15,-40-80-15,0-80-1,0-40 1,40 0-1,41 0 1,-41 80 15,0 160-15,-40-120 0,40 40-1,-40 0 1,0-39-1</inkml:trace>
  <inkml:trace contextRef="#ctx0" brushRef="#br0" timeOffset="448379.6374">27968 3609 0,'0'-40'15,"0"80"-15,0 0 16,40 40 15,40 41-31,-80 79 32,0-160-32,-80 121 15,-80-1 1,39-80-1</inkml:trace>
  <inkml:trace contextRef="#ctx0" brushRef="#br0" timeOffset="448739.6154">28891 4170 0,'0'0'0,"-40"0"0,40-40 16,80 0 0,201-40 15,-161 40-31,161 0 31,-160 0-31,-81 40 16</inkml:trace>
  <inkml:trace contextRef="#ctx0" brushRef="#br0" timeOffset="448969.6013">29332 4411 0,'-120'40'15,"240"-80"-15,-160 80 32,161-80-17,-41 0 1,80 40 0,-39-40-1,-81 40-15</inkml:trace>
  <inkml:trace contextRef="#ctx0" brushRef="#br0" timeOffset="449379.5258">30697 3850 0,'-121'0'16,"242"0"-16,-282 0 15,161 40 1,0 40-1,40-80-15,-40 40 0,40 0 0,1 0 16,-1 0 0,0 0-16,0-40 15,0 0 1,0 0 0,-40-40-16,40 40 0,-40-40 15,40 40-15,-40-40 0,0 0 0,41 40 0,-41-40 16,0 0-16,0 0 0,40 0 0,-40-1 15,40 41 1,-40-40-16,0 121 31,0-41-31,0 0 16,0 0 0,0 0-16,0 0 0,0 0 0,0 0 0,0 0 15,0 0-15,40 1 16,-40-1-16,80 0 0,-40 0 0,0 0 15,1-40-15,-41 40 0,40-40 0,0 0 16,0 0-16,0-40 16</inkml:trace>
  <inkml:trace contextRef="#ctx0" brushRef="#br0" timeOffset="449639.5085">31900 3729 0,'0'-40'0,"0"80"0,0-120 15,-40 80-15,0 0 16,40 40 15,-40 121-15,40-1 0,0-80-1,40 81 1,40-81-1,1-80 17,-41-40-32</inkml:trace>
  <inkml:trace contextRef="#ctx0" brushRef="#br0" timeOffset="449989.5402">32181 3809 0,'0'-40'0,"0"80"0,40-80 16,-40 80-1,41-40-15,-41 41 16,0-1-16,40 0 0,-40 0 16,0 0-16,0 0 15,0 0-15,0 0 0,-40 0 16,40-80 15,40 40-15,-40-40-16,40 0 0,40 0 0,-80 0 15,40 40-15,0-40 0,0 0 0,1 40 16,-1 0 0,0 0-16,0 0 15,-40 40-15,0 0 16,0 0-16,0 0 16,0 0-1,0 0-15,0 0 0,0 0 16</inkml:trace>
  <inkml:trace contextRef="#ctx0" brushRef="#br0" timeOffset="450179.4867">33144 3689 0,'0'0'0,"41"0"0,-1 40 31,-40 40-15,0-39-16,0-1 0,0 0 0,0 0 0,0 40 15,-40-40-15,40 40 16,-41-40-16,1 41 0,-40-1 0,40-40 0,-40 40 16,-1 0-16</inkml:trace>
  <inkml:trace contextRef="#ctx0" brushRef="#br0" timeOffset="456179.164">23554 6577 0,'-40'0'94,"40"40"-94,-40-40 0,0 0 16,40 40-16,-40-40 15,0 0 1,40 40-16,-41-40 0,41 40 31,-40-40-31,80 0 78,1 0-62,-41-40-16,40 40 0,0 0 16,0 0-16,0-40 0,0 40 0,0 0 0,0 0 15,1 0-15,-1 0 16,0 0-16,0 0 0,0 0 16,0 0-16,-40 40 0</inkml:trace>
  <inkml:trace contextRef="#ctx0" brushRef="#br0" timeOffset="456839.1246">24196 6376 0,'0'0'16,"40"0"46,0 0-46,1 0-16,-1 0 16,0 0-1,0 0-15,0 0 0,0 0 16,-40 40 78,0 0-94,-40 0 15,40 1-15,0-1 0,-40-40 16,40 40-16,-40-40 15,40 40-15,0 0 0,-40 0 0,40 0 16,-40-40-16,40 40 16,0 0-16,-41 1 0,41-1 15,-40 0 1,80-40 46,41 0-46,-41 0-16,0 0 16,0 0-16,0 0 15,0 0-15,0 0 16,1 0 0,-1 0-16,0 0 0,0 0 15,0 0-15,0 0 16,0 0-16</inkml:trace>
  <inkml:trace contextRef="#ctx0" brushRef="#br0" timeOffset="457359.0359">25280 6737 0,'0'-40'0,"0"80"0,-41-80 0,41 0 31,-40 0-31,0 40 16,0 0-1,-40 80 1,80-40-16,-80 40 16,80-40-16,0 1 0,0-1 15,0 40 1,80-40-1,-40-40 1,0 0-16,40-80 16,-80 0-16,0 39 0,40-39 31,-40 40-31,41 0 0,-41 0 0,0-121 31,0 81-31,0 40 0,0-40 16,0 40-16,0 80 62,0 0-62,0 0 0,0 0 0,0 0 16,0 0-16,0 1 16,0 39-16,0-40 0,0 0 0,0 0 0,0 0 15,0 0-15,0 41 0,0-41 0,0 0 16,0 0-16,0 0 0,0 0 15,40-40-15</inkml:trace>
  <inkml:trace contextRef="#ctx0" brushRef="#br0" timeOffset="457619.0768">25641 6336 0,'-40'0'15,"80"0"-15,-120 0 16,160 40-16,-40 0 31,80 81-15,-80-81-16,41 80 16,-81-80-16,40-40 0,-40 40 15,40-40-15,-40 40 16,40-40-1,0 0-15</inkml:trace>
  <inkml:trace contextRef="#ctx0" brushRef="#br0" timeOffset="457859.0058">26042 6456 0,'0'0'16,"0"-40"-16,-40 40 31,0 40 0,40 0-15,-40 1-16,40-1 16,-40 0-16,-1 0 0,41 0 0,-40 0 0,0 0 15,40 0-15,-40 0 0,40 1 0,-40-1 0,40 0 16,-40 0-16,40 0 0,-40 0 15,40 0-15,0 0 0</inkml:trace>
  <inkml:trace contextRef="#ctx0" brushRef="#br0" timeOffset="458199.0415">26564 6256 0,'-40'-40'16,"-1"40"-16,41 40 15,-40-40-15,0 160 31,40-120-31,0 121 16,0-121-16,0 0 16,0 0-16,0 80 15,80-79 1,-39-41 0,-1-41-16</inkml:trace>
  <inkml:trace contextRef="#ctx0" brushRef="#br0" timeOffset="458668.9371">26764 6456 0,'-40'0'32,"40"-40"-32,40 40 0,0 0 15,1-40 1,-1 40-16,40 0 15,-40 0-15,0 0 32,-40-40-32,40 40 31,-40 40 0,0 0-15,0 0-16,0 0 15,-40-40-15,40 41 0,-40-1 16,0 0-16,0 0 0,40 0 16,-40-40-1,40 40-15,-40-40 0,40 40 16,40-40 15,0 0-31,0 0 16,0 0-16,0 0 15,0 0-15,0 0 0,1 0 16,-1 0 0,0 0-16,0 0 15</inkml:trace>
  <inkml:trace contextRef="#ctx0" brushRef="#br0" timeOffset="458918.9568">27487 6336 0,'0'-40'16,"0"80"0,40 0-1,-40 0-15,0 0 0,0 0 16,0 1-16,0-1 0,0 0 15,0 0-15,0 0 0,0 0 0,0 0 0,-40 40 16,40-39-16,-41-1 16,1 40-16,0-40 0,40 0 0,-40 40 0,0-40 15,0 0-15,0 1 0,0-1 16,-1 0-16,1 0 0</inkml:trace>
  <inkml:trace contextRef="#ctx0" brushRef="#br0" timeOffset="459338.9722">25320 7940 0,'40'-40'31,"0"40"-31,40 0 15,-40 0-15,1 0 16,-1-40-16,0 40 0,0 0 0,0 0 0,40-40 16,1 40-16,-41 0 0,40 0 15,0 0-15,0-40 0,-39 40 0,79 0 0,-80 0 16,40 0-16,1 0 16,-41 0-16,40 0 0,-40 0 0,0 0 0,0 0 15,0 0-15,1 0 0,-1 0 0</inkml:trace>
  <inkml:trace contextRef="#ctx0" brushRef="#br0" timeOffset="460048.9293">25801 8782 0,'0'-40'0,"0"80"0,-40-80 0,-40 40 16,40 0-1,0 0-15,0 0 16,-1 40 0,-79 121-1,0 80 1,79-121 0,1-40-16,40 40 15,0-80-15,40-40 0,1 0 16,119-120 15,-160 80-31,121-160 16,-121 159-16,40-39 0,-40 40 15,40-201 1,-40 41 0,0 120-1,0 40-15,0 0 31,0-1-15,0 82 31,0-1-47,0 0 16,0 0-16,0 0 15,0 0-15,0 0 0,0 0 0,0 0 16,-40 41-16,40-41 0,0 0 0,0 40 0,0-40 15,0 40-15,0-40 0,0 1 16,0 39-16,0-40 0,0 0 0,0 0 0,0 0 16,40 0-1,0 0-15,0-40 16</inkml:trace>
  <inkml:trace contextRef="#ctx0" brushRef="#br0" timeOffset="460748.8863">25962 8863 0,'-40'-40'16,"40"-1"-1,40 41 1,0 0 15,-40-40-31,40 40 0,0 0 16,0 0-16,0 0 15,1-40-15,-1 40 16,0 0 0,0-40-16,0 40 15,-40-40-15,40 40 0,-40 40 31,0 0-15,-40-40 15,40 40-31,0 0 16,0 1-16,-40-1 16,40 0-1,-40-40-15,40 40 0,-40 0 16,0 0-16,40 0 0,-41 0 15,41 0-15,0 1 16,-40-41-16,40 40 0,0 0 0,-40 0 16,40 0-16,0 0 15,0 0-15,0 0 16,40-40 0,0 0-1,1 0-15,-1 0 0,-40-40 0,40 40 16,0 0-16,0-40 15,0 40-15,0 0 0,0 0 0,1-40 16,-1 40-16,0 0 16,0 0-16,0 0 0,-40-40 15,0 80 48,-40 0-63,0-40 31</inkml:trace>
  <inkml:trace contextRef="#ctx0" brushRef="#br0" timeOffset="463268.679">28409 7218 0,'-40'0'0,"0"0"0,0 0 16,80 0 47,0 0-63,0 0 15,1 0-15,-1 0 16,0 0-16,0 0 0,0-40 0,0 40 0,0 0 15,41 0-15,-41 0 16,0-40-16,0 40 0,0 0 0,0 0 16,0 0-16</inkml:trace>
  <inkml:trace contextRef="#ctx0" brushRef="#br0" timeOffset="463488.6486">28570 7660 0,'-80'40'0,"160"-80"0,-200 80 31,160-40-31,40-40 16,-40 40-16,0 0 0,0 0 0,0 0 0,1 0 15,-1 0-15,0-41 16,0 41-16,0 0 0,0 0 0,0 0 15,1 0-15,-1 0 16</inkml:trace>
  <inkml:trace contextRef="#ctx0" brushRef="#br0" timeOffset="465048.553">30376 6657 0,'-40'0'32,"120"0"61,-40 0-77,0 0-16,0 0 0,0-40 0,0 40 16,1 0-16,-1 0 15,0-40-15,0 40 0,0 0 0,0 0 0,0 0 16,0 0-16,1 0 0,-1-40 16,0 40-16,0 0 0,0 0 0,0 0 15,-40 40 48,-40-40-63,40 40 15,-40-40 1,40 40-16,-40 0 0,0 0 16,0 0-16,-1-40 15,1 0-15,40 40 16,-40-40-16,0 40 0,0-40 0,40 41 15,-40-1-15,0 0 16,40 0-16,-40-40 0,40 40 0,-41 0 0,41 0 16,-40-40-16,40 40 15,0 0-15,-40-40 32,40 40-32,40-40 31,0 0-16,1 0-15,-1-40 0,0 40 16,0 0 0,0 0-16,0 0 0,0 0 0,0 0 15,1 0-15,-1 0 0,0 0 16,0 0-16,0 0 0,0 0 0,0 0 0,0 0 16,1 0-16,-1 0 0,0 0 0,0 0 0,0 0 15,0 0 1,0 0-16,-40 40 0,40-40 15,-40 41 48</inkml:trace>
  <inkml:trace contextRef="#ctx0" brushRef="#br0" timeOffset="465508.5264">30376 7940 0,'-40'40'16,"80"-80"-16,-121 80 31,81-80-15,41 40 15,-1 0-31,0 0 16,0 0-16,0 0 0,0 0 15,40 0-15,-39 0 0,-1 0 0,40 0 0,-40 0 16,40-40-16,-40 40 16,41 0-16,-1 0 0,0 0 0,-40 0 0,41 0 15,-1 0-15,-40 0 0,0 0 16,40 0-16,-40 0 0,1 0 0,-1 0 16,0 0-16,0 0 0,0 0 15</inkml:trace>
  <inkml:trace contextRef="#ctx0" brushRef="#br0" timeOffset="466258.4957">30376 8622 0,'-81'0'15,"162"0"-15,-162-40 32,122 40-17,-41-40-15,40 40 16,0 0 0,0 0-16,0 0 15,0 0-15,0 0 0,0-40 0,1 40 16,-1 0-16,0 0 0,0 0 15,0 0-15,0 0 0,0 0 0,0 0 0,1 0 16,-1 0 0,0 0-16,-80 0 47,0 0-16,-1 0-31,41 40 0,-40-40 0,0 0 15,40 80-15,-40-40 16,0 0-16,0-40 0,40 40 16,-40-40-16,40 40 15,-40-40-15,-1 41 0,1-1 0,0 0 16,40 0-16,-40-40 16,0 40-16,40 0 0,-40-40 15,40 40-15,40-40 47,0 0-31,0 0-16,0 0 0,0 0 15,1 0 1,-1-40-16,0 40 0,0 0 0,0 0 16,0 0-16,0 0 0,0 0 15,1 0 1,-1 0-16,0 0 15,0 0 1,0 0-16,0 0 16</inkml:trace>
  <inkml:trace contextRef="#ctx0" brushRef="#br0" timeOffset="466498.5395">31459 8903 0,'0'0'16,"-40"-40"0,80 0 15,80 40-31,41 0 16,-81-41 15,0 41-16</inkml:trace>
  <inkml:trace contextRef="#ctx0" brushRef="#br0" timeOffset="466738.5244">32221 8542 0,'0'0'0,"0"-40"0,-40 0 16,0 40-1,0 0 17,40 40-32,0 0 15,0 120 1,-40-39 0,40-81-16,0 120 15,0-120-15,0 0 0,0 41 16,0-41-16</inkml:trace>
  <inkml:trace contextRef="#ctx0" brushRef="#br0" timeOffset="469558.2948">24798 11269 0,'0'-40'422,"-40"40"-328,0 0-79,0 0 16,0 0-31,-1 0 0,1 0 16,0 0 0,0 0-16,0 0 0,0 0 0,40 40 15,-40 0-15,40 0 16,-40-40-16,40 40 0,0 0 0,-41 1 0,41-1 16,0 0-16,0 0 0,-40 0 0,40 0 0,0 0 15,0 0 1,0 0-16,40-40 0,1 0 15,39 0 1,-80-40-16,40 40 0,0-40 0,0 0 16,0 0-1,0 0-15,-40 0 0,41 0 0,-1 0 0,-40-1 16,0-39-16,0 40 16,40 0-16,-40 0 0,0 0 0,0 0 0,0 0 15,0-1-15,0 1 0,0 0 0,40 40 0,-40-40 16,0 0-1,0 0-15,-40 40 16,40-40 0,-40 40-16,40 40 31,0 0-15,0 40-16,0-40 15,0 0-15,0 1 0,0-1 16,0 0-16,0 0 0,0 40 0,0-40 0,0 0 15,0 0-15,0 1 16,0-1-16,0 0 0,0 0 0,0 0 0,0 0 0,0 0 16,0 0-16,0 0 15,0 0-15,0 1 0,40-41 32</inkml:trace>
  <inkml:trace contextRef="#ctx0" brushRef="#br0" timeOffset="469818.336">24999 11109 0,'0'0'16,"0"40"-1,40 0 1,0 0-16,40 80 31,-40-120-31,0 40 0,1 81 16,39-41-1,0 40 1,-40-120 0</inkml:trace>
  <inkml:trace contextRef="#ctx0" brushRef="#br0" timeOffset="470068.3209">25480 11149 0,'0'0'0,"-40"-40"0,0 40 16,0 0-16,40 40 31,0 0-31,0 0 15,0 0-15,0 0 0,-80 40 16,80-40-16,0 1 0,0-1 0,-41 0 0,41 40 16,-40-40-16,0 0 15,40 0-15,-40 0 0,40 0 0,0 1 0,-40-41 16,40 40-16,0 0 16,0 0-16,-40-40 0</inkml:trace>
  <inkml:trace contextRef="#ctx0" brushRef="#br0" timeOffset="470598.2895">25641 11389 0,'0'-40'0,"40"40"31,-40-40-15,80 40-1,-40 0-15,81-40 32,-81 40-32,40-40 15,0 40 1,-80 40 15,-40 0-15,0-40-16,40 40 0,-40 0 15,0-40-15,40 40 0,0 1 16,-40-41-16,40 40 0,-40 0 0,40 0 16,-41-40-16,41 40 0,-40 0 0,0 0 15,40 0 1,-40-40-16,40 40 0,-40-40 15,40 40 1,40-40-16,0 0 16,-40-40-16,80 40 15,-39-40-15,-1 40 0,0 0 0,0 0 16,0-40 0,0 40-16,0 0 15,0 0-15,1-40 16</inkml:trace>
  <inkml:trace contextRef="#ctx0" brushRef="#br0" timeOffset="472228.1176">25641 11109 0,'-40'0'109,"0"0"-78,40 40-31,-41-40 0,41 40 0,0 0 16,0 0-16,0 0 15,0 0-15,-40 0 0,40 0 0,0 1 16,0-1-16,0 0 16,0 0-16,0 0 0,0 0 15,40 0-15,-40 0 16,41 0-16,-1-40 0,0 40 0,0 1 16,-40-1-16,40-40 15,0 0 1,-40 40-16,40-40 15</inkml:trace>
  <inkml:trace contextRef="#ctx0" brushRef="#br0" timeOffset="472658.0899">26323 11229 0,'0'-40'16,"40"40"15,0 40-15,0 40 0,0 121-1,-40 39 16,-40-200-31,-40 121 16,80-121-16,-40 0 0,-40 40 16,-1-40-1</inkml:trace>
  <inkml:trace contextRef="#ctx0" brushRef="#br0" timeOffset="473098.1371">24276 12793 0,'-40'0'16,"0"0"0,40-40-1,40 40 1,81-40-1,39 0 1,161 40 15,80 40-15,-360-40-16,240 40 16,-241-40-16,0 40 0,40-40 15,-40 0-15</inkml:trace>
  <inkml:trace contextRef="#ctx0" brushRef="#br0" timeOffset="473718.1004">24999 13675 0,'-40'0'0,"80"0"0,-121 0 0,41 0 31,0 0-15,-40 40-1,40 41 17,40 79-17,40-40 1,80-120 0,1-40 15,-81-120-16,0-41 1,-40 1 15,-40 39-15,40 81 0,0 120 30,-40-40-46,40 40 0,0 0 0,0 1 16,-40-1-16,40 0 16,0 0-16,0 0 0,0 0 0,0 0 0,-41 0 15,41 0-15,0 41 0,0-41 16,0 0-16,0 0 0,0 0 0,0 0 0,0 0 16,0 0-16,0 0 0,41 1 15,-41-1 1,40-40-16</inkml:trace>
  <inkml:trace contextRef="#ctx0" brushRef="#br0" timeOffset="474287.9905">25280 13675 0,'0'0'16,"0"-40"-1,160-40 17,41 0-17,-81 80 1,-120 40 31,0 0-32,-40 0 1,40 0-16,-40 0 0,0 0 0,0 1 16,40-1-16,0 0 0,-40-40 15,-1 40-15,41 0 0,-40 0 0,40 0 16,0 0-16,-40 0 16,40 0-1,0 1-15,40-82 47,0 41-31,1-40-16,-1 40 0,0-40 0,0 40 0,0 0 15,0 0-15,0-40 0,0 40 16,-40-40-16,41 40 0,-1 0 0,0-40 0,0 40 16,0 0-16,-40-40 31,-40 40 0,0 0-31,40 40 16,-40-40-1,40-40 1</inkml:trace>
  <inkml:trace contextRef="#ctx0" brushRef="#br0" timeOffset="474867.9547">26684 12151 0,'-40'0'31,"40"-40"0,40 40-31,0 0 16,40 0-16,-39 0 0,-1 0 0,-40-40 16,40 40-16,0 0 0,0 0 15,0-40-15,0 40 0,0 0 0,1 0 16,-1-40-16,0 40 15,0 0-15</inkml:trace>
  <inkml:trace contextRef="#ctx0" brushRef="#br0" timeOffset="475187.9352">26885 12512 0,'-40'40'15,"80"-80"-15,-121 80 0,41 0 16,80-40 0,41 0-1,39-40 1,81-40 0,-121 40-1,-40 40 16,-40 40 48,-40-40-79</inkml:trace>
  <inkml:trace contextRef="#ctx0" brushRef="#br0" timeOffset="476287.8695">29212 11951 0,'0'0'0,"-40"0"16,0 0-16,0 0 15,0 0 32,-1 0-31,1 0-1,121 0 17,-41 0-32,0 0 0,0 0 0,0 0 15,0 0-15,0 0 0,0-40 16,1 40-16,-1 0 0,0 0 0,0 0 16,0 0-16,0 0 0,0 0 0,0 0 15,1 0 1,-82 0 15</inkml:trace>
  <inkml:trace contextRef="#ctx0" brushRef="#br0" timeOffset="476647.8496">30496 10868 0,'0'-40'0,"0"80"0,-80-80 31,80 80-15,0 0-16,0 0 16,0 0-1,40 0-15,-40 0 0,0 1 0,40-1 0,-40 0 16,40 40-16,-40-40 0,0 40 15,0-40-15,40 41 0,-40-41 0,0 40 0,40-40 16,-40 0-16,0 0 16,0 0-16,0 0 0,0 1 0,0-1 0,0 0 15</inkml:trace>
  <inkml:trace contextRef="#ctx0" brushRef="#br0" timeOffset="477167.8178">30095 12392 0,'0'0'0,"-40"0"0,-81 0 32,81 0-32,120 0 78,-39 0-78,-1 0 0,40 0 15,-40 0-15,40 0 16,1 0-16,-1 0 0,0 0 0,0 0 0,1 0 16,-1 0-16,0 0 0,0 0 15,1-40-15,-1 40 0,0 0 0,-40 0 0,40 0 16,1 0-16,-41 0 0,0 0 0,0 0 16,-80 0 15,0 0-16,40 40 1,0 0 15,-40-40-31</inkml:trace>
  <inkml:trace contextRef="#ctx0" brushRef="#br0" timeOffset="478047.7647">29734 13234 0,'0'0'15,"-40"0"1,-1 0-16,122 0 31,-41-40-15,80 40 0,81 0-1,-1 0 16,-79-40-15,-81 40 0,-80 0 15,0 40-15,-81 80-1,1 1 1,-41 39 15,41 1-15,40-41-1,80-40 1,40-80 46,-40-40-62,80 40 0,-40 0 16,0 0-16,1 0 16,39-40-16,-40 40 0,0 0 0,0 0 15,0 0-15,0 0 16,1-40-16,-1 40 47,0 0 31</inkml:trace>
  <inkml:trace contextRef="#ctx0" brushRef="#br0" timeOffset="478357.7449">30937 13635 0,'-40'0'15,"80"0"-15,-80-40 16,0 40-16,80 0 31,0 0-15,81 0-1,39 0 1,-120 0-16,81 0 31,-41 0-15,-40 0-1</inkml:trace>
  <inkml:trace contextRef="#ctx0" brushRef="#br0" timeOffset="478557.8054">31700 13234 0,'-80'-40'31,"160"80"-31,-160-40 15,80 161 1,-41 119 15,1-39-15,40-161-16</inkml:trace>
  <inkml:trace contextRef="#ctx0" brushRef="#br0" timeOffset="479367.7289">24317 7660 0,'-41'0'0</inkml:trace>
  <inkml:trace contextRef="#ctx0" brushRef="#br0" timeOffset="480067.7125">30817 7098 0,'0'0'15,"0"-40"17,-40 40-1,40 40-31,-40-40 16,40 40-16,0 0 15,-40-40-15</inkml:trace>
  <inkml:trace contextRef="#ctx0" brushRef="#br0" timeOffset="488497.2043">22230 15761 0,'0'40'94,"0"0"-79,0 0-15,0 0 16,0 0 0,40 0-16,-40 1 0,40-1 15,0 0-15,-40 0 0,41-40 0,-1 40 0,-40 0 16,40 0-16,0 0 16,-40 0-16,40 0 0,0 1 0,0-1 15,0 0-15,1 0 16,-1 0-16,0-40 15,-40 40-15,40-40 16,0 0-16</inkml:trace>
  <inkml:trace contextRef="#ctx0" brushRef="#br0" timeOffset="488897.1061">22832 16082 0,'0'0'0,"0"-40"16,0-1 15,0 82 0,-40-41-15,40 40-1,0 0-15,-40-40 0,0 40 16,-1 0-16,41 0 0,-40 0 0,0-40 16,40 40-16,-40 0 0,40 0 15,-40-40-15,40 41 0,-40-1 0,0 0 16,40 0-16,-40 0 15,40 0-15,-41 0 16,41 0-16,-40-40 16,40 40-16,-40-40 0</inkml:trace>
  <inkml:trace contextRef="#ctx0" brushRef="#br0" timeOffset="489357.093">23313 16042 0,'-40'-41'15,"80"82"-15,-120-82 16,80 82 0,-80 39 15,80-40-31,-80 40 15,80-40-15,0 0 0,0 0 16,0 0-16,40 81 31,-40-81-31,40 0 0,0 40 16,0-40-16,0 0 16,0 1-16,1-41 15,-1 0-15,0 0 16,0-41-16</inkml:trace>
  <inkml:trace contextRef="#ctx0" brushRef="#br0" timeOffset="489927.1154">23554 16362 0,'-40'-40'16,"80"80"-16,-40-120 46,40 80-30,0 0-16,1 0 16,-1 0-1,0 0-15,0-40 0,0 40 16,0 0-16,0 0 0,0 0 16,-40-40-16,41 40 15,-1 0-15,0 0 0,-40-40 0,40 40 0,0 0 16,0 0-1,-40-40-15,0 80 47,0 0-47,0 0 16,-40 0-16,40 0 16,-40 0-16,40 0 0,0 1 15,-40-41-15,0 40 16,40 0-16,-40-40 0,40 40 0,-41-40 0,41 40 15,-40 0-15,0 0 16,40 0-16,-40 0 0,40 1 16,-40-41-16,120 0 47,-80-41-47,40 41 15,0 0-15,1 0 0,-1 0 16,-40-40-16,40 40 15,0 0-15,0 0 0,0 0 0,0 0 16,-40 40 0,40-40-16,1 0 0,-41 41 15,40-41-15,0 0 0,0 0 0,-40-41 16,40 41-16,0-40 16</inkml:trace>
  <inkml:trace contextRef="#ctx0" brushRef="#br0" timeOffset="490257.0953">24678 16162 0,'0'0'16,"-40"-40"-16,40 0 15,40 40 16,0 0-31,0 40 16,40 0 0,-40 120-1,-40-80 1,0-39-16,0 39 16,0-40-16,-40 160 15,-40 1 1,0-41 15,40-120-31</inkml:trace>
  <inkml:trace contextRef="#ctx0" brushRef="#br0" timeOffset="490567.0766">25360 16523 0,'0'0'16,"-40"-40"-16,80 0 31,40 40-16,0 0 1,41-41 0,-1 41-1,-80 0 1,-40 41-16</inkml:trace>
  <inkml:trace contextRef="#ctx0" brushRef="#br0" timeOffset="490756.9903">25641 16964 0,'-121'40'15,"242"-80"-15,-242 120 0,81-80 32,80 0-32,41 0 0,-81-40 15,40 40-15,0 0 16,-40-40-16,80 40 0,-40 0 15,0 0-15,-40-40 16,41 40-16,-1 0 0,0 0 16</inkml:trace>
  <inkml:trace contextRef="#ctx0" brushRef="#br0" timeOffset="491656.9372">26283 16523 0,'-40'0'0,"0"0"15,-1 0 1,41-40 46,41 40-46,39 0-16,-40 0 0,0 0 16,0-40-16,0 40 0,0 0 0,1 0 0,39 0 15,-40 0-15,40 0 0,-40 0 16,0 0-16,1 0 0,-1 0 0,0 0 0,0 0 16,0 0-1,-40 40 16,-40-40-31,40 40 16,-40-40 0,40-40-1</inkml:trace>
  <inkml:trace contextRef="#ctx0" brushRef="#br0" timeOffset="492296.9373">27808 15239 0,'-81'-80'16,"41"80"-16,0-40 16,0 80-1,40 0 1,-40 121 0,40 39 15,0 81-16,0-161 1,0-80-16,0 81 0,0-81 0,-80 200 31,80-159-31,0-41 0,0 160 16,0-119-16,0-41 0,0 120 31,0-120-31,0 80 0,0-79 0,-41 159 31,-39 1-15,80-161 0,-40 0-16,0 40 15,0-80-15,40 40 0,-40 0 16,0 0 0,-1 41 15,1-41-16,0-40 1,40-40 0,0-1-1,40-39 1</inkml:trace>
  <inkml:trace contextRef="#ctx0" brushRef="#br0" timeOffset="492696.8796">28409 15640 0,'-40'0'0,"80"0"0,-80-40 31,40 121-31,-40-41 16,40 0-1,0 0-15,-40-40 0,40 40 16,0 0-16,0 0 16,0 0-16,0 0 0,0 1 0,0-1 15,0 0-15,0 0 0,0 0 0,0 0 0,0 0 16,0 0-16,0 0 16,0 0-16,0 1 0,0-1 0</inkml:trace>
  <inkml:trace contextRef="#ctx0" brushRef="#br0" timeOffset="493036.8933">27767 17044 0,'0'-40'15,"-40"40"-15,40-40 16,40 40 0,1 0-1,39 0 1,80 0 0,1-40 15,-81 40-31,-40-40 0,81 0 31,-81 40-31,0 0 0,40-40 16,-40 40-16</inkml:trace>
  <inkml:trace contextRef="#ctx0" brushRef="#br0" timeOffset="493746.8835">27968 17485 0,'-80'40'16,"80"-80"15,0 0 0,40 40-15,0 0-1,0 0-15,0 0 0,-40-40 0,40 40 16,1 0-16,-1-40 0,0 40 16,-40-40-16,40 40 0,0 0 0,0-40 0,0 40 15,-40-40-15,40 40 0,-80 40 47,40 0-31,-40-40-16,40 40 0,-40 0 0,40 0 15,-40 0 1,40 0-16,-40-40 0,40 41 0,0-1 0,-40-40 16,40 40-16,0 0 0,-40-40 0,40 40 0,-41-40 15,41 40-15,-40 0 0,0 0 16,40 0-16,-40-40 0,40 40 16,-40-40-1,80 0 48,0 0-63,0 0 15,0 0-15,1 0 16,-41-40-16,40 40 0,0 0 16,0 0-16,0 0 0,0 0 15,0 0 1,0 0-16,1 0 15,-1 0-15,0 0 16,0-40-16</inkml:trace>
  <inkml:trace contextRef="#ctx0" brushRef="#br0" timeOffset="493956.8709">28771 17686 0,'-41'0'0,"82"0"32,-1-40-17,0 40-15,-40-40 0,40 40 0,0 0 16,0 0 0,0 0 15</inkml:trace>
  <inkml:trace contextRef="#ctx0" brushRef="#br0" timeOffset="494216.8548">29413 17445 0,'-81'0'15,"41"0"-15,0 0 16,40 40-1,40 0 1,-40 81 0,-40 39-1,40-40 17,0-79-32,0-1 15</inkml:trace>
  <inkml:trace contextRef="#ctx0" brushRef="#br0" timeOffset="494886.8151">29934 16443 0,'-40'0'15,"80"0"-15,-200-81 16,120 81-16,0 0 16,-41 121 15,41-1-15,80-40-1,0-40 1,-40 0-16,121-40 15,-81-40 1,-40 0 0,40-40-1,-40 40-15,0-40 16,0 40-16,0-1 0,0 1 16,-80-160-1,40-1 1,40 161 15,0 80-15,0 0-16,-40 1 15,40-1-15,0 0 16,0 0-16,0 0 0,0 40 0,0-40 0,0 40 16,0-39-16,0-1 0,0 40 15,0-40-15,40 40 0,-40-40 0,0 41 0,40-41 16,-40 0-16,0 40 15,40-40-15,-40 0 0,0 0 0,0 0 16,0 0-16,40-40 16,0 0-16</inkml:trace>
  <inkml:trace contextRef="#ctx0" brushRef="#br0" timeOffset="495616.77">30255 16362 0,'-40'-40'16,"80"80"-16,-80-120 15,40 40-15,40 40 0,0-40 16,1 40-16,79-40 31,-80 40-31,0 0 16,0 0-16,0 0 15,1 0-15,-1 0 47,-40 40-15,-40-40-32,-1 40 31,1 0-31,40 0 0,-40 0 15,40 0 1,-40-40-16,40 41 0,-40-1 16,40 0-16,-40-40 0,40 40 0,0 0 15,-40-40-15,40 40 16,-40 0-16,40 0 31,40-40 16,0 0-31,0 0-1,0 0-15,0 0 0,0 0 16,0 0 0,1 0-16,-1 0 0,0 0 0,0 0 15,0 0 1,0 0-16,0 0 0,0 0 15,1 0 1,-41-40 0,0 80 46,-41-40-62,1 0 47</inkml:trace>
  <inkml:trace contextRef="#ctx0" brushRef="#br0" timeOffset="504896.1714">2849 15801 0,'-40'40'15,"80"0"141,-40 0-140,40 0-16,0 0 16,-40 1-16,40-41 0,-40 40 0,40 0 15,1 0-15,-1 0 0,0 0 16,0 0-16,40 0 0,-40 40 0,0-39 0,1-1 16,-1-40-16,-40 40 15,40 0-15,0 0 0,0-40 0,0 40 0,0 0 16,1 0-1,-41 0-15,40-40 0,-40 41 16,40-1-16</inkml:trace>
  <inkml:trace contextRef="#ctx0" brushRef="#br0" timeOffset="505296.144">3732 15961 0,'0'0'16,"0"-40"-1,-40 40 1,40 40 15,-40-40-31,40 40 16,-81 81 0,1-81-16,0 80 31,40-80-31,-1 0 0,1 0 0,0 41 15,-40-1 1,40 0-16,-40 81 16,80-121 15,0 0-31</inkml:trace>
  <inkml:trace contextRef="#ctx0" brushRef="#br0" timeOffset="505936.1058">4334 15961 0,'0'0'0,"-40"0"0,-1 0 47,41 40-16,-40-40 78,0 0-93,40-40 172</inkml:trace>
  <inkml:trace contextRef="#ctx0" brushRef="#br0" timeOffset="506596.0338">4294 15761 0,'0'-40'32,"0"80"46,0 0-78,-41-40 0,41 40 15,-40 0-15,40 0 16,0 0-16,0 0 0,0 1 0,0 39 0,0-40 16,0 0-16,0 0 0,0 0 0,0 40 0,40-40 15,-40 1-15,41-1 16,-1 0-16,-40 0 0,40 0 0,0-40 16,0 40-16,0-40 15,0 40-15,0-40 0,1 0 16,-1 0-1</inkml:trace>
  <inkml:trace contextRef="#ctx0" brushRef="#br0" timeOffset="507175.9991">4735 16162 0,'0'-40'15,"0"80"-15,-40-80 16,40 0-16,40 40 31,0 0-31,40 0 16,-40-40-16,1 40 0,-1 0 16,0 0-1,0 0-15,-40-41 0,40 41 0,0 0 16,0 0-16,0 0 15,1 0-15,-41-40 16,40 40-16,0 0 16,-80 0 31,40 40-47,-40-40 15,40 41-15,0-1 16,-41-40-16,41 40 0,-40 0 0,40 0 0,-40-40 15,40 40-15,0 0 0,-40 0 16,40 0-16,-40 0 0,40 1 0,-40-1 0,40 0 16,-40-40-16,40 40 0,0 0 47,40-40-32,0 0-15,0 0 16,0 0-1,0 0-15,0 0 0,1 0 16,-1 0-16,0 0 0,0 0 16,0 0-1,0 0-15,0 0 16,-40-40 0</inkml:trace>
  <inkml:trace contextRef="#ctx0" brushRef="#br0" timeOffset="507486.0492">5497 16001 0,'0'0'16,"0"-40"-16,40 40 31,1 0-16,-1 40 1,40 121 0,-40 39-1,-40 41 17,-80 0-17,0-81 1</inkml:trace>
  <inkml:trace contextRef="#ctx0" brushRef="#br0" timeOffset="508345.9974">6500 16242 0,'0'0'0,"-40"0"16,0 0-1,80 0 282,0 0-297,1 0 16,-1 0-16,0 0 0,0 0 0,0 0 15,0 0-15,0-40 0,0 40 16,1 0-16,39-40 0,-40 40 0,0 0 16,0-40-16,0 40 15,0 0-15,1 0 16,-41 40-1</inkml:trace>
  <inkml:trace contextRef="#ctx0" brushRef="#br0" timeOffset="508635.9077">6821 16603 0,'-80'40'31,"160"-80"-31,-200 80 0,80-40 16,120 0-16,-40 0 15,0-40 1,1 40-16,-1 0 0,0-40 0,0 40 16,0 0-16,0 0 0,0 0 15,0 0-15,1 0 0,-1 0 16,0 0-16,0 0 15,0 0-15,0 0 16,0 0-16,1 0 16</inkml:trace>
  <inkml:trace contextRef="#ctx0" brushRef="#br0" timeOffset="509005.9007">8025 16402 0,'0'0'0,"40"-40"47,41 40-32,-81-40-15,40 40 0,0-40 0,40 40 16,-40-40-16,0 40 0,1 0 16,-1 0-16,0 0 0,0 0 0,0 0 0,0 0 15,0 0 1,0 0 15</inkml:trace>
  <inkml:trace contextRef="#ctx0" brushRef="#br0" timeOffset="509355.865">9229 15761 0,'0'-40'16,"0"80"-16,0-40 62,0 40-46,0 0-16,0 0 0,0 0 0,0 0 15,0 0-15,0 1 0,0-1 16,0 40-16,0-40 0,40 40 0,-40-40 0,0 40 16,0-39-16,0-1 15,0 0-15,0 0 0,0 40 0,0-40 16,0 0-16,0 0 15</inkml:trace>
  <inkml:trace contextRef="#ctx0" brushRef="#br0" timeOffset="509805.8516">9911 16042 0,'0'0'0,"-40"0"0,120 0 31,-40 40-15,41 80-1,-41 0 1,-80-40 0,40-39-1,-161-1 1,41-80 0,40-121 15,39 41-16,82 80 1,79 0 0,0 80 15,-80-40-31</inkml:trace>
  <inkml:trace contextRef="#ctx0" brushRef="#br0" timeOffset="510445.8695">10633 15921 0,'-40'0'16,"80"0"-16,-120-40 0,0 0 15,80 80 1,0 0-16,0 81 31,40 39-15,40-80-1,41-120 1,-41-120 15,-80-1-15,-40 41-1,40 160 1,0 40 15,0 121-15,0 79 0,-40 41 15,-41 40-16,-79-80 1,40-121 0,39-119 15,81-82-31,-40-79 16,40-121-1,0 1 16,121 120-15,39 39 0,-80 41-1,1 40 17,-41 0-32</inkml:trace>
  <inkml:trace contextRef="#ctx0" brushRef="#br0" timeOffset="510765.8503">11396 15841 0,'-40'40'16,"40"0"-16,-40-40 0,0 80 31,-41 81-15,81 39 0,40 1 15,41 40-16,-1-121 1,0-80 0</inkml:trace>
  <inkml:trace contextRef="#ctx0" brushRef="#br0" timeOffset="511325.8182">11637 16483 0,'-81'-40'16,"162"80"-16,-202-161 15,121 81-15,121 0 32,39 0-17,-39 0 1,39 40 15,-40 0-15,-39-40-1,-81 80 1,0 0 15,0 40-15,-121 0-1,41 41 1,-40-41 15,39 40-15,41-39 0,80-81 30,1 0-30,-1 0-16,0 0 0,0 0 16,0 0-16,0 0 0,0 0 15,0 0 1,1 0-16,-1 0 31,0 0-31</inkml:trace>
  <inkml:trace contextRef="#ctx0" brushRef="#br0" timeOffset="511605.7246">12680 16643 0,'0'0'15,"-40"0"-15,0 0 16,40-40-1,80 40 1,40-40 0,1 40-16,-81-40 15,80 40 1,-80 0 15,0 0-15</inkml:trace>
  <inkml:trace contextRef="#ctx0" brushRef="#br0" timeOffset="512285.7605">13282 16402 0,'0'-40'0,"-40"40"0,40-40 16,40 40 234,-40-40-234,0 0-1,40 40-15,-40-40 32,40 80 93,-40 0-125,0 0 15,40 0-15,-40 0 16,0 1-16,0-1 0,0 0 0,0 0 15,0 0-15,0 0 0,0 0 0,0 0 16,0 0-16,0 1 16,0-1-16,40-40 31</inkml:trace>
  <inkml:trace contextRef="#ctx0" brushRef="#br0" timeOffset="512735.6592">13844 15961 0,'40'0'47,"0"0"-31,0 0-16,-40 40 15,40-40-15,-40 81 0,0-41 16,0 40 0,0-40-16,0 0 0,0 40 0,0 1 0,-80-1 15,80 0-15,-40 0 0,0 0 16,-1 1-16,1 39 0,0-40 0,-40 40 0,0-39 15,-1 39-15,1-40 0,0 41 0</inkml:trace>
  <inkml:trace contextRef="#ctx0" brushRef="#br0" timeOffset="516235.5182">5618 7098 0,'-40'0'0,"40"-40"16,-41 40-16,1 0 0,40-40 16,0 0 62,0 0-78,-40 40 0</inkml:trace>
  <inkml:trace contextRef="#ctx0" brushRef="#br0" timeOffset="517835.4226">7102 3609 0,'-40'0'31,"40"40"-31,-40-40 16,40 40 62,0 0-62,-40 0-1,40 0 1,0-80 875,0 0-876,0 0 1,-40 40 15</inkml:trace>
  <inkml:trace contextRef="#ctx0" brushRef="#br0" timeOffset="524834.9961">1806 15360 0,'0'0'0,"0"40"0,0 0 0,0 0 16,0 0-16,-40 0 16,40 0-1,0 0-15,0 1 0,0-1 16,0 0-16,0 0 0,0 0 16,40 40-16,-40-40 0,0 0 0,40 1 15,-40-1-15,0 40 16,40 0-16,-40-40 0,0 40 0,0 1 0,0-1 15,0 0-15,0 0 0,0 0 0,0 1 0,0-1 16,0 0-16,0 0 0,0 0 16,0-39-16,0 39 0,0-40 0,0 0 0,0 0 15,0 0-15,0 0 16,0 0-16,0 1 0,0-1 0,0 0 0,0 0 16,0 0-16,0 0 15,0 0-15,0 0 16,40-40-16,-40 40 0,40-40 0,0 40 15,0 1 1,1-1-16,-1-40 16,0 0-1,0 0-15,0 0 0,0 0 16,0 0 0,0 0-16,1 40 0,-1-40 0,0 40 0,0-40 15,0 40-15,40 0 0,-40 0 16,41 0-16,-41-40 0,40 40 0,-40 1 0,40-41 15,1 40-15,-41-40 0,40 0 0,0 40 0,1-40 16,-1 0-16,0 0 16,0 0-16,1 0 0,-1 40 0,0-40 0,0 0 15,1 0-15,-1 0 0,0 0 16,-40 40-16,41-40 0,-1 0 0,0 0 0,0 0 16,1 40-16,-1-40 15,0 0-15,40 0 0,-39 0 0,-1 0 0,40 40 16,-39-40-16,39 0 0,-40 0 0,41 0 0,-41 0 15,40 0-15,-40 0 0,41 0 16,-41 0-16,40-40 0,-39 40 0,-1 0 0,0 0 16,-40 0-16,41 0 15,-41 0-15,0 0 0,0 0 0,0 0 16,0 0-16,0 0 16,0 0-16,41 0 0,-41 0 0,40 0 0,0 0 15,1 0-15,39 0 16,-40 0-16,41 0 0,-41 0 0,40 0 0,1 0 15,-41 0-15,0 0 0,0 0 0,41 0 0,-41 0 16,0 0-16,-40 0 0,41 0 16,-1 0-16,0 0 0,-40 0 0,41 0 0,-41 0 15,0 0-15,40 0 16,-40 0-16,40 0 0,-39 0 0,39 0 0,-40 0 16,40 0-16,0 0 0,-39 0 15,39 0-15,0 0 0,-40 0 0,40 0 0,1 40 16,-41-40-16,40 0 15,-40 0-15,0 0 0,41 0 0,-41 0 0,0 0 16,0 40-16,0-40 0,40 0 0,-40 0 0,1 0 16,39 0-16,0-40 0,-40 40 15,40 0-15,1-40 0,-41 40 0,40 0 0,0 0 16,-39 0-16,39 0 16,-40 0-16,0 0 0,40 0 0,-40 0 0,1 40 15,-1-40-15,0 0 0,40 0 16,-40 0-16,0 0 0,0 40 0,1-40 0,-1 0 15,0 0-15,40 0 0,-40 0 0,0 0 0,0 0 16,41 0-16,-41 0 16,40 0-16,-40 0 0,40 0 0,-39 0 0,-1 0 15,0 0-15,40 0 0,-40 0 16,0-40-16,0 40 0,1 0 0,-1 0 0,0 0 16,0 0-16,0 0 15,0-40-15,0 40 0,0 0 0,41 0 0,-41 0 16,0 0-16,40 0 0,-40 0 0,41 0 0,-41 0 15,40 0-15,-40 0 0,40 0 16,-40 0-16,41 0 0,-41 0 0,0 0 0,0 0 16,0-40-16,0 40 15,0 0-15,1-40 0,-1 40 16,0 0 0,-40-40-16,40 40 15,-40-40 1,0 0-16,40 40 0,-40-41 0,40 41 15,-40-40-15,40 40 0,-40-40 0,40 40 0,1-40 16,-1 0-16,0 40 16,-40-40-16,40 40 0,-40-40 0,40 40 0,-40-40 15,40 40-15,-40-40 16,40-1-16,0 1 0,-40 0 16,41 0-16,-1 0 15,0 0-15,0 0 0,-40 0 16,40 0-16,-40 0 0,40-1 0,0 1 15,-40 0-15,41 40 16,-41-40-16,0 0 0,40 0 0,-40 0 16,40 0-16,-40 0 15,0-1-15,40 1 0,-40 0 0,0 0 16,0 0-16,40 0 16,-40 0-16,0 0 0,40 0 0,-40 0 0,40-1 15,0-39-15,-40 40 0,41 0 16,-1 0-16,-40 0 0,40 0 0,0 0 0,-40-1 15,40 1-15,0 0 0,0 0 0,-40 0 16,0 0-16,40 40 16,-40-40-16,0 0 0,0 0 0,0 0 15,41-1-15,-41 1 0,0 0 16,0 0-16,0 0 0,40 0 0,-40 0 0,0 0 16,40 0-16,-40-1 15,40 1-15,-40-40 0,0 40 0,40 0 0,-40 0 16,0 0-16,0 0 0,40 40 0,-40-40 0,0-1 15,0 1-15,0 0 16,-40 0-16,40 0 16,-40 40-1,40-40-15,-40 0 0,40 0 16,-40 40 0,40-40-16,-40-1 0,-1 1 15,1 40 1,0-40-16,0 40 0,0 0 15,0 0-15,0-40 0,0 40 0,-1 0 0,1-40 16,0 40-16,0 0 0,0 0 16,0-40-16,0 40 0,0 0 0,-1 0 0,1 0 15,0-40-15,0 40 16,0 0-16,0 0 0,40-40 16,-40 40-16,-1 0 0,1 0 15,0 0-15,0 0 0,0 0 0,0 0 16,0-40-16,0 40 0,-1 0 0,-39 0 15,40 0-15,0 0 16,0-40-16,-40 40 0,39 0 0,-39 0 0,40-41 16,-40 41-16,40 0 0,0 0 15,-41 0-15,41 0 0,0 0 0,0 0 0,0 0 16,-40 0-16,39 0 16,1 0-16,0 0 0,-40 0 0,40 0 0,0-40 15,0 40-15,-1 0 0,-39 0 16,40 0-16,0 0 0,-40 0 0,40 0 0,-1 0 15,1-40-15,0 40 0,0 0 0,-40 0 0,40 0 16,0 0-16,-1 0 16,-39 0-16,40-40 0,-40 40 0,40 0 0,-41 0 15,41 0-15,-40 0 0,40 0 16,-40 0-16,40 0 0,-41 0 0,41 0 0,0 0 16,-40 0-16,40 0 15,-41 0-15,41 0 0,0 0 0,0 0 0,0 0 16,0 0-16,0 0 0,-41 0 0,41 0 0,0 0 15,0 0-15,0-40 0,-40 40 16,39 0-16,-39 0 0,40 0 0,-40-40 0,40 40 16,-41 0-16,41 0 15,0 0-15,-40 0 0,40 0 0,0-40 0,-41 40 16,41 0-16,-40 0 0,40 0 16,-40 0-16,40 0 0,-41 0 0,41 0 0,-40 0 15,40 0-15,-40 0 16,39-40-16,1 40 0,-40 0 0,40 0 0,-40 0 15,40 0-15,-41-40 0,41 40 0,-40 0 0,40 0 16,-40 0-16,39 0 0,1 0 16,-40-41-16,40 41 0,-40 0 0,40 0 0,-41 0 15,41 0-15,0 0 16,-40 0-16,40 0 0,0 0 0,-1 0 0,1 0 16,0 0-16,0 0 0,0 0 15,0 0-15,0 0 0,0 0 0,-1 41 16,1-41-16,-40 0 0,40 0 0,0 0 0,0 0 15,0 0-15,-41 0 16,41 0-16,0 0 0,-40 0 0,40 0 0,-41 0 16,41 0-16,-40 0 0,40 0 15,0 0-15,-41 0 0,41 40 0,-40-40 0,40 0 16,0 0-16,0 0 16,-41 0-16,41 0 0,0 0 0,0 0 0,-40 0 15,40 0-15,0 0 0,-1 0 16,1 0-16,0 0 0,0 0 0,0 0 0,0 0 15,0 0-15,0 0 0,-1 0 0,1 0 0,0 0 16,0 0 0,0 0-16,0 0 0,0 0 0,0 0 0,-1 40 15,1-40-15,0 0 0,0 40 16,0-40-16,0 0 0,0 0 0,0 0 0,-1 40 16,1-40-16,-40 0 15,40 0-15,0 40 0,-40-40 0,39 0 0,1 0 16,-40 0-16,40 0 0,0 0 0,-40 40 0,39-40 15,1 0-15,0 0 0,-40 0 16,40 0-16,0 40 0,0-40 0,-1 0 0,1 0 16,-40 0-16,0 40 15,40-40-15,0 0 0,-1 0 0,1 0 16,0 41-16,0-41 0,0 0 16,0 40-16,0-40 0,0 0 0,-1 0 15,41 40 1,-40-40-16,0 0 0,0 0 0,0 0 15,0 0-15,0 0 16,-1 0-16,41 40 0,-40-40 16,0 0-16,0 40 0,0-40 0,0 40 15,0-40-15,0 0 16,-1 0-16,1 40 0,0-40 0,0 0 0,0 40 16,0-40-16,0 0 0,0 0 15,-1 40-15,1-40 0,0 0 0,0 40 0,0-40 16,0 0-16,0 0 0,0 41 0,-1-41 15,1 0 1,0 40-16,0-40 0,0 0 16,0 0-16,40 40 15,-40-40-15,0 0 0,-1 40 16,1-40 0,40 40-16,-40-40 0,0 0 15,40 40-15,-40-40 16,40 40-1,-40-40-15,0 40 16,0-40 0,40 40-16,-41-40 0,41 41 15,-40-41-15,0 40 16,0 0-16,0-40 0,40 40 16,-40 0-16,0 0 15,0 0-15,40 0 0,-41 0 0,1 0 16,0 1-16</inkml:trace>
  <inkml:trace contextRef="#ctx0" brushRef="#br0" timeOffset="660366.7678">23153 2045 0,'0'-40'31,"0"0"0,40 40-15,0 0-16,0 0 16,0 0-16,1 0 15,-1 0-15,0 0 0,0 0 0,0 0 0,40 0 16,-40 0-16,1 0 0,39 0 15,-40 0-15,0 0 0,0 0 0,0 0 0,0 0 16,1 0-16,-1 0 16,0 0-16,0 0 0,0 0 0,0 0 15,0 40-15,0-40 0,1 40 0,-1-40 16,0 40-16,0 0 16,0-40-16,-40 40 0,40-40 0,0 0 0,-40 40 15,40-40-15,-40 40 16,41-40-16,-41 40 0,40-40 0,-40 41 0,40-41 15,-40 40-15,40-40 16,-40 40-16,40-40 16,-40 40-16,40-40 15,0 0 17</inkml:trace>
  <inkml:trace contextRef="#ctx0" brushRef="#br0" timeOffset="661086.725">24317 2446 0,'0'40'109,"40"-40"-109,0 0 16,-40 40-16,40-40 0,40 40 16,-40-40-16,-40 40 0,40-40 15,1 40 1,-1-40-16,0 0 15,-40 40-15,40-40 16,0 0-16,0 0 16,0 0-16,0 0 15,1 0 1,-41-40-16,40 40 0,-40-40 16,0 0 15,0 0-16,40 40 1,-40-40 0,0 0-1,40 40-15,-40-40 16,0 0 0,0 0-1,0-1 32,0 1-16,40 40-15,0 0 15,-40-40-31,0 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39:37.7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6420 2326 0,'-40'0'16,"40"-41"-1,0 1-15,0 0 16,40 40-1,-40-40-15,40 40 0,0-40 0,1 40 16,-1 0-16,0 0 0,0 0 0,0 0 16,0 0-16,0 0 0,0 0 15,1 0-15,39 40 0,-40-40 0,0 40 0,0-40 16,0 40-16,0-40 16,-40 40-16,41 1 0,-41-1 0,0 0 0,0 0 15,0 0-15,0 0 0,-41 0 16,41 0-16,-80 0 0,40 0 0,-40 41 0,40-41 15,0-40-15,-1 40 16,41 0-16,-40-40 0,0 0 0,40 40 16,0-80-1,40 40-15,-40-40 16,40 40-16,-40-80 0,41 80 0,-1-40 0,40-1 16,-40 1-16,0 0 15,0 0-15,41 0 0,-41 0 0,0 0 0,0 0 16,0 0-16,0 0 0,0-1 15,1 1-15,-1 0 0,0 40 0,-40-40 16,40 0-16,0 40 16,-80 0-1,0 0 1,40 40-16,-40-40 16,-41 40-16,41 0 0,0-40 15,40 40-15,-40 1 16,40-1-16,-40 0 0,40 0 0,-40 0 0,40 0 15,0 0-15,0 0 0,-40 0 16,40 0-16,0 1 0,0-1 0,0 0 16,40-40-16,-40 40 0,40-40 0,0 40 15,0-40-15,0 0 16,0 0-16,1 0 0,-1 0 0,0 0 0</inkml:trace>
  <inkml:trace contextRef="#ctx0" brushRef="#br0" timeOffset="250.0272">8306 2285 0,'-160'41'32,"320"-82"-32,-441 162 15,281-81-15,0 40 16,40 80 15,81-39-15,-1-41-1,-80-80-15</inkml:trace>
  <inkml:trace contextRef="#ctx0" brushRef="#br0" timeOffset="590.0057">8828 2326 0,'0'0'16,"0"40"-1,40 120 17,-40 0-17,0-79 1,0-41-1,120-201 1,-80 81 0,81 40-1,-41 0 1,-80 80 0,0 120-1,0-39 16,0-81-15</inkml:trace>
  <inkml:trace contextRef="#ctx0" brushRef="#br0" timeOffset="789.9413">9630 2366 0,'0'0'16,"40"0"-1,1 80 1,-1 0 0,0 0-16,0 81 31,-160 79-15,-1-159-1,41-1-15</inkml:trace>
  <inkml:trace contextRef="#ctx0" brushRef="#br0" timeOffset="999.9405">10152 2646 0,'0'-40'16,"80"40"-16,-40 0 15,-40-40-15,40 40 0,41-40 16,-41 40-16,0 0 0,0 0 0,0 0 16,40 0-16,-39 0 0,39 0 0,0 0 0,-40 40 15,0-40-15,1 0 16,-1 0-16,0 0 0,0 40 0</inkml:trace>
  <inkml:trace contextRef="#ctx0" brushRef="#br0" timeOffset="1189.9691">10553 3248 0,'0'0'0,"-40"0"15,80-40 17,40 40-32,-39-40 0,-1 40 0,40 0 15,-40 0-15,0-40 0,41 40 16,-41 0-16,0-40 0,40 40 0,-40 0 0,40 0 15,-39 0-15,39 0 16,-40 0-16</inkml:trace>
  <inkml:trace contextRef="#ctx0" brushRef="#br0" timeOffset="1669.94">13362 1684 0,'-40'0'31,"40"40"-15,0 0 0,0 0-16,0 0 15,0 0-15,0 0 0,0 41 0,0-41 0,0 40 16,0-40-16,0 40 16,0-40-16,0 41 0,0-41 0,0 40 0,-40-40 15,40 40-15,0 0 0,0-39 16,0-1-16,-40 40 0</inkml:trace>
  <inkml:trace contextRef="#ctx0" brushRef="#br0" timeOffset="2039.9192">12560 3328 0,'-41'0'0,"82"0"0,-162 0 16,81 0-16,-40 0 16,40-40-1,80 40 17,0 0-32,321 0 31,-160 0-31,401-40 31,-81 40-15,-200 0-16,81 0 31,-122 0-15,-239 0-1,-1 0-15</inkml:trace>
  <inkml:trace contextRef="#ctx0" brushRef="#br0" timeOffset="2639.8812">12198 4251 0,'-40'-81'31,"40"41"-31,0-80 16,121 80-1,-41 40 1,0 0 0,41 200-1,-81-39 1,-40 39 0,-121-39 15,121-201-16,0 0 1,121-121 0,39-39-1,-39 119 1,39 1 0,-80 80-1,-40 80 1,-40 81-1,-80 79 1,-40-79 15,80-81-15</inkml:trace>
  <inkml:trace contextRef="#ctx0" brushRef="#br0" timeOffset="2849.8685">13603 4411 0,'0'0'0,"-40"0"0,120 0 31,-40 0-15,0 0-1,40 0-15,-39-40 0,39 40 0,-40 0 0,40 0 16,-40 0-16,41-40 0,-41 40 15,40 0-15,0-40 0,-40 40 0,41 0 0,-41 0 16,0 0-16,0-40 0,0 40 0,0 0 0,0 0 16,-40-41-1</inkml:trace>
  <inkml:trace contextRef="#ctx0" brushRef="#br0" timeOffset="3119.8522">14325 4010 0,'-40'-40'0,"0"40"15,40-40 1,-40 40 0,40 40-1,0 0 1,0 0-1,0 0-15,0 40 0,0-40 0,0 1 0,0 39 16,0-40-16,0 0 0,0 0 0,0 40 0,0-40 16,0 1-16,0-1 0,0 0 15,0 0-15,40 0 0,-40 0 16,40-40-16</inkml:trace>
  <inkml:trace contextRef="#ctx0" brushRef="#br0" timeOffset="3659.7639">15047 4050 0,'0'0'15,"41"-80"1,-1 40 0,40 0-1,0 40 1,0 40 0,-39 120 15,-122-40-16,41-79-15,0-1 16,40 0-16,-40-40 16,40 40-16,40-40 31,40 0-15,1 40-1,-41 80 16,-80 1-15,-1-81-16,-119 80 16,120-120-16,0 0 15,0 0-15,-1 0 16,1 0-16,0-40 16,0-80-1</inkml:trace>
  <inkml:trace contextRef="#ctx0" brushRef="#br0" timeOffset="4339.7223">16572 2606 0,'0'-40'16,"0"80"-16,0-120 15,-40 80-15,40 40 31,0 0-31,0 0 16,0 0-16,0 1 0,0-1 0,0 0 0,0 40 16,0-40-16,40 0 0,-40 0 15,40 0-15,-40 1 0,40-1 0,-40 0 0,41 0 16,-41 0 0,40-40-16,0 0 0,0 0 0,0-40 15,0 40-15,-40-80 0,40 40 16,0-1-16,1 1 0,-41 0 0,40 0 0,-40-40 15,40 40-15,-40 0 16,0 0-16,40-1 0,-40 1 0,0 0 0,0 0 16,0 80 15,0 40-31,0-39 16,0-1-1,0 0-15,0 0 0,0 0 0,0 40 0,0-40 16,0 0-16,40 1 0,-40-1 15,40 0-15,-40 0 0,80 0 0,-39 0 16,-1-40-16,0 0 0,0 0 0,0 0 0,0 0 16,0 0-16</inkml:trace>
  <inkml:trace contextRef="#ctx0" brushRef="#br0" timeOffset="4579.6886">18017 2366 0,'-40'0'0,"80"0"0,-201 40 16,121 0-16,0 0 31,0 0-31,40 161 16,0-161-16,80 120 15,-40-80 1,121 1-1,-81-41 1</inkml:trace>
  <inkml:trace contextRef="#ctx0" brushRef="#br0" timeOffset="4939.7418">18498 2566 0,'0'0'16,"-40"-40"-1,40 80 1,121 121 0,-121-1 15,0-40-15,0-80-1,80-120 16,0 0-31,-40 40 0,40-40 16,-39 40-16,-1 40 0,0 0 31,0 40-31,-40 0 16,0 80 0,0-40-1,-40 41 1,40-161 15</inkml:trace>
  <inkml:trace contextRef="#ctx0" brushRef="#br0" timeOffset="5159.729">19421 2486 0,'0'40'31,"0"0"-15,40 121 0,-40-121-16,0 200 15,0-159-15,0-1 0,-40 0 16,-201 241 0,161-241-16</inkml:trace>
  <inkml:trace contextRef="#ctx0" brushRef="#br0" timeOffset="7449.5896">2969 5775 0,'-40'0'0,"40"40"15,-40-40 1,40 40-16,0 0 0,0 0 0,-40 0 0,40 40 15,0-40-15,0 1 16,0 39-16,0-40 0,0 0 0,40 40 0,-40 0 16,0-40-16,40 41 0,-40-41 0,0 0 0,0 0 15,40 40-15,-40-40 0,0 0 16,0 1-16,0-1 0,0-80 31,0-1-31,0 1 0,0 0 16,0-40-16,0 40 0,0 0 15,0-40-15,0-1 0,0 41 0,0-40 0,0 0 16,0 40-16,0-40 0,0-1 0,-40 41 0,40-40 16,0 40-16,0 0 15,0 0-15,0 0 0,0-1 0,0 1 0,0 0 16,40 40-16,-40-40 16,40 40-16,1 0 0,-1-40 0,0 40 0,0 0 15,40-40-15,-40 40 16,0 0-16,41 0 0,-41 0 0,0 0 0,0 0 15,0 0-15,0 0 0,1 0 16,-41 40-16,40-40 0</inkml:trace>
  <inkml:trace contextRef="#ctx0" brushRef="#br0" timeOffset="7669.5763">2889 6416 0,'-40'0'0,"80"0"0,-40 0 31,120-40-15,121-80 0,-120 80-1,-81 40-15,160-40 16,-200 0-16</inkml:trace>
  <inkml:trace contextRef="#ctx0" brushRef="#br0" timeOffset="7829.4915">3812 6176 0,'40'40'31,"-40"0"-31,-80 40 16,80 80-1,-40-119 1,40 39-1,0-40-15,40 0 16</inkml:trace>
  <inkml:trace contextRef="#ctx0" brushRef="#br0" timeOffset="7989.4816">3932 6015 0,'-80'-80'16,"40"40"-16,40 0 16,40 40-1</inkml:trace>
  <inkml:trace contextRef="#ctx0" brushRef="#br0" timeOffset="8299.4654">4494 6095 0,'0'41'0,"0"-82"0,0 122 0,0-1 31,0-40-31,0 0 0,-40 40 32,40-40-32,-40 41 15,80-122 1,40 1-16,-80 0 15,40 40-15,1-40 16,-1 0-16,0 40 0,-40-40 0,40 40 0,0-40 16,0 40-16,0 0 0,0 0 15,1 0 1,-41 40-16,40-40 0,-40 40 0,0 0 0,0 0 16,0 0-16,0 0 15,0 1-15,0-1 0,0 0 0,-40 0 0,40 0 16,0 0-16,0 0 15</inkml:trace>
  <inkml:trace contextRef="#ctx0" brushRef="#br0" timeOffset="8709.513">5698 6296 0,'-80'40'0,"160"-80"0,-200 120 0,-41 0 31,121-40-31,0 81 16,40-81-16,120 0 31,-80-40-31,81-40 16,-121 0-16,40 40 0,-40-40 15,0-121 1,-80-39-1,-1 39 1,81 121 0,-40 40-1,40 40 17,40-40-32,41 81 0,-81-41 0,40 0 15,0 0-15,80 160 16,-120-160-16,0 1 0,40 119 31,0-120-31,1 121 0</inkml:trace>
  <inkml:trace contextRef="#ctx0" brushRef="#br0" timeOffset="9019.419">7383 5975 0,'0'0'0,"-40"-40"16,0 40-16,0-40 31,80 40-16,-40 40-15,40-40 0,0 80 16,0-40-16,1 0 0,39 1 16,-40-1-16,0 0 0,0 40 0,0-40 0,41 0 15,-41 40-15,0-40 16,0 1-16,0-1 0,0 0 0,0 0 0,0-40 16,1 40-16,-1-40 0,0 40 15,0-40-15</inkml:trace>
  <inkml:trace contextRef="#ctx0" brushRef="#br0" timeOffset="9249.4797">8186 6136 0,'-40'0'0,"80"0"0,-120 0 15,39 0-15,1 0 16,40 40-16,-120 80 31,80-80-31,-121 201 16,81-201-16,40 0 0,-40 160 15,40-159-15,40 79 16</inkml:trace>
  <inkml:trace contextRef="#ctx0" brushRef="#br0" timeOffset="9549.4057">9149 5895 0,'-80'0'15,"160"0"-15,-321 80 16,241-40-16,-40 0 0,-40 41 16,80-41-16,0 120 31,0-120-31,40 40 0,40 41 16,-40-121-16,121 120 15,-121-120-15,0 40 0,40-40 16</inkml:trace>
  <inkml:trace contextRef="#ctx0" brushRef="#br0" timeOffset="9979.3612">9550 6256 0,'0'0'16,"40"0"-16,-40-40 0,201-40 31,-161 80-31,0-41 0,0 41 0,241-40 16,40 0 15,-160 40-15,-202 40-1,-119 81 16,-41 79-15,81-39 0,40-81-1,40-80-15,-41 80 16,81-40-16,40-40 16,41 0-1,-41 0 1,0 0-16,0 0 0,0 0 0,0 0 15,0 0-15,1 0 0,-1 0 0,40 0 0,-40-40 16,40 40-16,-40 0 0,41 0 16,-41-40-16,0 40 0,0-40 0,0 40 0,0 0 15,1-40-15</inkml:trace>
  <inkml:trace contextRef="#ctx0" brushRef="#br0" timeOffset="10189.4231">11316 6015 0,'40'0'15,"0"0"17,-40 80-32,40-39 0,-40-1 0,0 0 15,0 40-15,0-40 0,0 40 16,0 0-16,-40-39 0,40 39 0,-80 0 0,40 0 15,-41 41-15,1-41 0,-40 0 0,-1 40 0</inkml:trace>
  <inkml:trace contextRef="#ctx0" brushRef="#br0" timeOffset="14799.0717">12439 6537 0,'0'0'0,"0"-41"0,40 41 15,-40-40 1,81 40 0,-81-40 15,40 40-16,0 0-15,0 0 16,0 0-16,0 40 0,0-40 16,0 0-16,-40 40 15,41-40-15,-41 41 0,0-1 0,0 0 16,0 0 0,-41 0-16,1 0 0,0 0 15,-40-40 1,80 40-16,-40-40 0,0 0 0,0 0 15,-1 0-15,1 0 0,0 0 16,40-40 0,-40 40-16,40-40 0,0 0 15,0 0 1,0 0-16,0 0 31,40 40-31,0 0 16</inkml:trace>
  <inkml:trace contextRef="#ctx0" brushRef="#br0" timeOffset="15119.051">13161 6416 0,'0'0'0,"41"0"16,-1-40-1,0 40-15,40 120 32,-40-79-32,-40-1 0,40 40 31,0-80-31,-40 40 0,0 0 16,-40-80 15,40 0-16,0 0-15,0 0 0,0 0 0,0-1 16,0 1-16,0 0 0,40 40 0,-40-40 16,41 40-16,-1 0 15,0 0-15,0 0 0,0 0 0,0 0 16</inkml:trace>
  <inkml:trace contextRef="#ctx0" brushRef="#br0" timeOffset="15719.0179">15489 6216 0,'-40'-40'15,"40"0"-15,0 80 31,0 0-15,0 0-16,0 40 16,0-40-16,0 0 0,0 0 0,0 0 0,0 1 15,0-1-15,0 40 16,40-80-16,-40 40 0,0 0 0,0 0 0,0 0 16,0 0-16,0 1 15,40-41-15,-40-41 31,-40 41-31,40-40 0,-40 40 0,40-40 0,-40 0 16,40 0-16,-41 0 0,41 0 0,0-40 0,0 39 16,-40 1-16,40-40 0,0 40 15,0 0-15,-40-40 0,40 40 0,0-41 0,0 41 16,0 0-16,0 0 16,0 0-16,0 0 0,80 40 0,-80-40 0,41 40 15,-41-40-15,40 40 0,0 0 16,-40-40-16,40 40 0,0 0 0,0 0 0,0 0 15,0 0-15,1 0 0,-1 0 0,-40 40 0,40-40 16,0 40-16,0 0 16,-40 0-16</inkml:trace>
  <inkml:trace contextRef="#ctx0" brushRef="#br0" timeOffset="16098.9943">15328 6617 0,'-40'0'16,"80"0"-16,-120 0 15,80-40 1,40 40 0,40-40-16,-39 40 0,-1 0 0,200-81 31,-199 81-31,-1 0 0,40-40 0,121 0 15,-161 0 1,0 40-16,40-80 16,-80 40-16,40 0 31,-80 80 0,40 0-31,0 0 16,0 0-1,0 0-15,40 0 0,-40 40 0,0-39 16,0-1-16,40-40 0,-40 40 0,0 0 0,0 0 16,0 0-16</inkml:trace>
  <inkml:trace contextRef="#ctx0" brushRef="#br0" timeOffset="16288.9806">16331 5935 0,'-40'-40'16,"80"80"-16,-120-80 0,40 0 0,40 0 0,-40 40 31,80 0-15</inkml:trace>
  <inkml:trace contextRef="#ctx0" brushRef="#br0" timeOffset="16658.9576">16853 6095 0,'0'0'15,"0"41"1,0-1-16,0 40 15,80 40 17,-80-80-32,0 0 0,40 0 31,1-40-15,-41-40-16,0 0 15,40 0-15,-40 0 0,40 40 0,-40-40 16,40 0-16,0 40 15,0-40-15,0 40 0,0-40 0,1 40 16,-1 0-16,0 0 16,0 40-1,-40 0-15,40-40 0,-40 40 0,0 0 16,0 0-16,0 0 16,0 0-16,-40 0 0,40 1 15,0-1-15,-40-40 0,40 40 16</inkml:trace>
  <inkml:trace contextRef="#ctx0" brushRef="#br0" timeOffset="17188.998">18538 6216 0,'-40'-40'16,"80"80"-16,-120-120 15,40 80-15,0 0 0,-40-41 16,-1 82 0,41-1-16,0 40 0,40-40 31,0 0-31,40 40 15,-40-40-15,40-40 0,41 0 16,39-40 0,-80 0-16,0-80 31,-40 80-31,0 0 0,-40-41 16,40 41-16,-80-200 15,40 200-15,40-1 0,-40-79 31,40 80-31,0 0 16,0 80-16,0 0 16,40 0-1,-40 81-15,40-81 0,40 200 32,-40-200-32,-40 41 0,81 79 15,-81-120-15,80 161 16,-40-161-16,0 0 0,40 0 15</inkml:trace>
  <inkml:trace contextRef="#ctx0" brushRef="#br0" timeOffset="17818.9053">20304 5935 0,'-40'0'15,"40"-40"1,0 0-16,40 0 15,0 40 1,80-40 0,81 40-1,-161 0 1,0-41-16,41 41 0,-41 0 0,0 0 16,0 0-16,120-40 15,-119 40-15,-1 0 0,0 0 31,-80 40-31,-81 41 16,81-1 0,-80 80-1,-1 41 17,1-121-32,0 40 31,80-80-16,80-40 17,0 0-32,0 0 15,0 0-15,0 0 16,0 0-16,41 0 0,-41 0 0,0 0 0,0 0 16,40 0-16,-40 0 15,0 0-15,41 0 0,-41 0 0,40 0 0,-40 0 16,40 0-16,-39 0 0,-1 0 15,40 0-15,-40 0 0,0 0 0,0 0 0,0 0 16</inkml:trace>
  <inkml:trace contextRef="#ctx0" brushRef="#br0" timeOffset="18228.8787">23073 5494 0,'0'0'0,"0"-40"0,-40 0 16,-1 0-1,41 80 1,0 40 15,0 201-15,41 39 0,-1-39 15,0-120-16,0-121-15,0 0 0,0-40 32,0-40-32,0 0 0,1-41 0</inkml:trace>
  <inkml:trace contextRef="#ctx0" brushRef="#br0" timeOffset="18458.8463">22671 6216 0,'-40'0'16,"80"0"-16,-80-80 15,121 39 1,-41 41-16,80-40 16,-80 0-16,0 40 0,81-40 31,-1 0-31,41 40 15,-1 0 1</inkml:trace>
  <inkml:trace contextRef="#ctx0" brushRef="#br0" timeOffset="18818.9004">24076 5293 0,'0'-40'16,"0"80"-16,0-160 16,0 80-16,0 0 31,0 80-16,0 0-15,0 0 16,0 161 0,0 119 15,0 82-15,0-242-1,-40 161 1,40-201-1,0-40-15</inkml:trace>
  <inkml:trace contextRef="#ctx0" brushRef="#br0" timeOffset="19218.8003">25159 6015 0,'-40'-80'16,"40"40"-1,-40 40-15,40 40 16,0 0 0,0 0-1,0 0-15,0 0 0,0 1 0,0-1 0,0 40 16,0-40-16,0 0 16,40 40-16,-40-40 0,0 0 0,0 41 0,0-41 15,0 0-15,0 40 0,0-40 16,0 0-16,0 41 0,0-41 0,0 0 0,0 40 15,0-40-15,0 0 0,0 0 0,0 0 0,0 0 16,-40 1-16,40-1 16,-40-40-16</inkml:trace>
  <inkml:trace contextRef="#ctx0" brushRef="#br0" timeOffset="19438.8428">24758 7098 0,'0'0'15,"0"-40"-15,120-80 16,-80 120-16,-40-40 0,161-41 16,80-39 15,-201 120-31,120-80 15,-119 80-15,-1-40 0,0 40 0</inkml:trace>
  <inkml:trace contextRef="#ctx0" brushRef="#br0" timeOffset="170259.7046">3692 8742 0,'0'-40'0,"0"0"16,-40 40 0,40-40-1,-41 40 1,1 0 0,0 0-16,40 80 0,-40-80 0,40 40 15,-40 0-15,0 1 0,0 39 16,40-40-16,-41 40 0,1 0 0,0 1 0,40-1 15,-40 0-15,40-40 16,-40 40-16,40 0 0,0-39 0,0-1 0,0 0 16,0 40-16,0-40 0,0 0 0,0 0 0,40 0 15,-40 1-15,40-41 0,-40 40 16,80 0-16,-39-40 0,-41 40 0,40-40 0,0 0 16,0 0-16</inkml:trace>
  <inkml:trace contextRef="#ctx0" brushRef="#br0" timeOffset="170729.6378">4133 9184 0,'0'0'15,"-40"0"-15,40-41 16,40 41-1,0 0 1,-40 41-16,40-41 0,-40 40 16,40-40-16,-40 40 0,41 0 0,-41 0 0,0 0 15,0 0-15,0 0 16,0 0-16,0 0 0,0 1 0,0-1 0,-41 0 16,41-120 30,0 39-46,81 1 0,-81 0 0,40 0 16,0 0-16,-40-40 0,40 40 0,0 0 0,0 0 16,0-1-16,-40 1 0,41 0 15,-1 40-15,0 0 0,0 0 16,-40 40 0,40-40-16,-40 40 0,40 1 0,-40-1 15,0 0-15,40 0 0,-40 0 16,0 0-16,0 0 0,0 40 0,0 1 15,0-41-15,0 0 16,0 0-16,-40 0 0,40 0 0,0 0 16,0 0-16,0 0 0</inkml:trace>
  <inkml:trace contextRef="#ctx0" brushRef="#br0" timeOffset="170959.6262">5377 9585 0,'40'0'47,"40"-41"-47,-40 41 16,1 0-16,-1-40 0,0 40 0,40 0 0,-40 0 15,0-40-15,41 40 16,-41-40-16,0 40 0,0 0 0,0 0 0,0-40 15,0 40-15,41 0 0,-41 0 16,0 0-16,40-40 0,-40 40 0,0 0 0,0 0 16,1 0-16</inkml:trace>
  <inkml:trace contextRef="#ctx0" brushRef="#br0" timeOffset="171219.6472">6059 9063 0,'-120'-80'16,"240"160"-16,-321-200 16,201 80-16,0 120 15,0 0 17,0 201-17,0 0 1,0-81 15,0-120-31,0-39 16</inkml:trace>
  <inkml:trace contextRef="#ctx0" brushRef="#br0" timeOffset="171669.62">6781 9143 0,'-40'-40'0,"80"80"0,-120-200 31,80 120-31,201-40 16,39 40 0,-159 200 15,-41 41-16,-201 39 1,81-160 0,0 1-16,40-41 15,80-40 1,40 0 15,40 0-15,1 80-1,-121 0 1,0-40-16,-161 81 31,41-41-31,-81-40 32,81 0-17,120-160 1</inkml:trace>
  <inkml:trace contextRef="#ctx0" brushRef="#br0" timeOffset="171939.6033">7423 9063 0,'41'-40'0,"-82"80"0,82-120 0,39 40 31,-40 40-31,0 0 0,0 40 16,0 120 0,-40-39-1,0 159 1,-40-239-16,0 159 16,0-80-1,-161 41 1,41-41-1</inkml:trace>
  <inkml:trace contextRef="#ctx0" brushRef="#br0" timeOffset="172459.5723">8547 9504 0,'0'-40'31,"40"40"-31,40 0 16,-40 40 0,1 121-1,-162 39 1,41-119 15,120-122-15,80-79-1,81-121 1,0 1 15,-81 120-15,-120 79-1,0 82 1,-120 79 15,39 80-15,41-119 0,40 79-1,161-40 1,80-39 15,-41-81-31</inkml:trace>
  <inkml:trace contextRef="#ctx0" brushRef="#br0" timeOffset="172689.4829">10192 9143 0,'-120'41'16,"240"-82"-16,-361 202 16,241-121-16,-40 0 0,40 0 15,0 201 1,80-161 0,81 40-1,-41-80 1,-80-40-16</inkml:trace>
  <inkml:trace contextRef="#ctx0" brushRef="#br0" timeOffset="173029.5413">10955 9103 0,'0'40'31,"0"41"-15,80 119-1,-80-39 1,0-121 15,40-80-15,40-41-16,-40 41 16,121-120-1,-41 80 1,-40 120 15,-80 160-15,0 1-1,-80-81 1,40-120 15</inkml:trace>
  <inkml:trace contextRef="#ctx0" brushRef="#br0" timeOffset="173239.4496">12158 8983 0,'0'-40'16,"0"80"-16,40-80 16,1 40-16,39 120 15,0-40 1,-40 161-1,-40 0 1,-160-1 0,-1-119-1</inkml:trace>
  <inkml:trace contextRef="#ctx0" brushRef="#br0" timeOffset="173539.4313">13402 9504 0,'0'0'0,"0"-40"0,40 40 16,-40-40-16,81 40 0,-1-40 16,-40 40-16,40-40 0,-40 40 0,41-40 0,-41 40 15,40 0-15,-40 0 16,0 0-16,40 0 0,-39 0 0,39 0 0,-40 0 16,40 0-16,-40 0 0,0 0 15,1 0-15,-1 0 0,0 0 0,0 0 0</inkml:trace>
  <inkml:trace contextRef="#ctx0" brushRef="#br0" timeOffset="173739.4195">14004 9705 0,'0'0'0,"-120"80"15,160-80 1,160 0-1,121 40 1,-40-40 0,-80 40-1</inkml:trace>
  <inkml:trace contextRef="#ctx0" brushRef="#br0" timeOffset="174379.4008">16010 8983 0,'-40'-80'31,"40"40"-31,-40 80 16,40 40 0,0-40-16,0 80 15,0-79-15,0 159 16,40-80 0,81 1-1,-81-81-15,80-40 16,-80 0-16,0 0 0,41-80 15,-41 39-15,0-39 16,-40 40-16,40-160 16,0 79-1,-40 41 1,0 120 15,-40 40-31,0 121 31,80 40-15,40-81 0,41-80-1,79-40 1</inkml:trace>
  <inkml:trace contextRef="#ctx0" brushRef="#br0" timeOffset="174639.3641">17776 9103 0,'-80'-80'16,"160"160"-16,-281-200 31,161 160-31,0 40 16,40 41-1,0 79 1,0-160-16,80 161 16,1-161-16,-81 0 0,40 0 15,160 80 1,-79-120 0</inkml:trace>
  <inkml:trace contextRef="#ctx0" brushRef="#br0" timeOffset="175039.3403">18378 9063 0,'0'-40'31,"0"80"-31,0 0 16,80 41-1,0 119 16,-39-80-15,-41-80 0,0-80-1,0 0 1,40 0-16,-40 0 16,200-120-1,-79 120 1,-81 80-1,0 160 17,0-39-17,-80-1 1,0-80 15,0-80-31</inkml:trace>
  <inkml:trace contextRef="#ctx0" brushRef="#br0" timeOffset="175229.4038">19903 9184 0,'0'0'15,"0"40"1,40-40-16,40 200 15,-80-160-15,0 40 0,-40 81 32,0-81-32,-321 281 15,240-281-15</inkml:trace>
  <inkml:trace contextRef="#ctx0" brushRef="#br0" timeOffset="177919.2409">2889 11269 0,'0'-40'16,"0"0"-1,0 0 1,40 40-16,0 0 0,0 0 31,-40 40-31,41-40 0,-41 40 0,40 0 16,-40 0-16,0 0 16,40 0-16,-40 0 0,0 1 0,0-1 0,0 0 15,0 0-15,0 0 0,0 0 16,0 0-16,0 0 0,-40 0 0,40 0 15,0 1-15,-40-41 16,40-41 0,0 1-1,0 0-15,40 0 16,-40 0-16,40 0 0,-40 0 0,40 0 16,0 0-16,-40 0 15,40-1-15,0 1 0,0 40 16,1-40-16,-1 40 15,0 0-15,-40 40 16,40-40-16,-40 40 0,40-40 0,-40 81 0,0-41 16,0 0-1,0 0-15,0 0 0,0 0 0,0 40 0,0-40 16,-40 1-16,40-1 0,0 0 16,0 0-16,0 0 0,0 0 0,-40-40 0,40 40 15,-40-40-15,40 40 16,80-40-16</inkml:trace>
  <inkml:trace contextRef="#ctx0" brushRef="#br0" timeOffset="178429.2109">4053 11550 0,'0'40'31,"0"0"-16,80 40 1,-80-40-16,0 81 16,0-81-16,0 0 0,-40 0 15,40 0-15,-40 0 32,40-80-32,0-40 15,40 0 1,40 39-16,41-79 15,-41 80-15,-40 0 16,80-40 0,-39 40 15,-41 40-31,-40-40 0,-40 80 47,40 0-32,-41-40-15,41 40 0,0 0 0,-40-40 16,40 40-16,-40 0 0,0 0 0,40 0 16,0 0-1,-40 1-15,40-1 0,0 0 16,80 0-16,-80 0 16,80-40-16,-80 40 0,41-40 15,-1 0-15,0 0 16,0 0-16,40 0 0,-40 0 0,0 0 0,41-40 15,-41 40-15</inkml:trace>
  <inkml:trace contextRef="#ctx0" brushRef="#br0" timeOffset="178659.1965">5417 11349 0,'0'-40'15,"0"80"-15,-40-80 0,0 40 31,-40 120-15,80-79-16,-41 119 16,1-120-16,40 40 0,0-40 15,0 41-15,0-41 0,0 0 16,0 0-16,81 40 16,-81-40-1,40-40-15</inkml:trace>
  <inkml:trace contextRef="#ctx0" brushRef="#br0" timeOffset="179009.1746">5858 11510 0,'0'0'16,"0"40"-16,0 0 31,0 120-15,0-120-16,0 41 15,0-41-15,0 0 0,0 0 16,0-80 15,41 40-31,39-80 16,-80 39-16,40 1 0,0 40 16,80-120-1,-79 120 1,-41 80-1,0-40 1,0 0-16,0 81 16,-41-121-16,41 40 0,0 0 31,0 0-31,0 0 0</inkml:trace>
  <inkml:trace contextRef="#ctx0" brushRef="#br0" timeOffset="179239.0852">6862 11510 0,'0'0'15,"40"0"1,-40 40 0,80 80-1,-80-80-15,40 121 16,-40-121-16,0 40 0,0 40 15,-40-80-15,0 0 16,40 1-16,-121 39 16,81-80-16</inkml:trace>
  <inkml:trace contextRef="#ctx0" brushRef="#br0" timeOffset="179599.1389">8106 11830 0,'-41'0'16,"82"0"-16,-1 0 15,120-40 1,161 0 15,-80 40-15,-81 0-1,-79-40 1</inkml:trace>
  <inkml:trace contextRef="#ctx0" brushRef="#br0" timeOffset="179809.1256">8707 11510 0,'-120'0'15,"240"0"-15,-280 0 32,120 0-32,40 40 15,0 0-15,0 0 16,0 0-16,0 0 0,0 0 0,0 0 0,0 0 16,0 1-16,0-1 15,0 0-15,0 0 0,0 0 0,0 0 0,0 0 16,0 0-16,0 0 15,0 1-15,0-1 0</inkml:trace>
  <inkml:trace contextRef="#ctx0" brushRef="#br0" timeOffset="180389.0179">9751 11470 0,'0'-41'16,"0"82"-16,40-162 31,0 121-31,80 0 16,-80 0 0,1 80-1,-41-39-15,0-1 0,-41 80 16,1-120-16,-40 120 15,80-80-15,0 0 0,40-40 32,0 0-17,0 0-15,1 0 0,-1 0 16,0 0-16,0 0 0,0 41 16,-40-1-1,0 0-15,0 0 0,0 0 16,-40-40-16,40 40 15,-40 0-15,0-40 0,0 40 0,-1-40 0,1 40 16,0-40-16,0 0 0,0 0 0,0 41 0,0-41 16,0 0-1,-1 0-15,1 0 0,40-41 16,0 1 0,40 0-16</inkml:trace>
  <inkml:trace contextRef="#ctx0" brushRef="#br0" timeOffset="180869.0636">10473 11510 0,'0'-40'16,"40"40"-16,0 0 16,0 0-1,0 40 1,-40 40-1,0-40-15,-40 80 16,0-80-16,40 0 0,-80 41 16,40-41-1,0-40 1,160-40 0,81-121 15,-1 1-16,-39-1 1,-121 121 0,-80 40-1,0 0 1,-40 81 15,39-41-31,1 40 0,40-40 0,0 120 31,40 1-15,161-81 0,-121-80-1,-40 0-15,1 0 0</inkml:trace>
  <inkml:trace contextRef="#ctx0" brushRef="#br0" timeOffset="181079.0488">11757 11349 0,'-40'0'16,"80"0"-16,-120 0 0,0 0 16,39 0-16,1 161 31,40-121-31,-40 0 0,40 0 0,0 40 16,0-40-16,40 40 15,-40-39-15,81-1 0,-41 80 31,0-120-31,0 0 0,0 0 0</inkml:trace>
  <inkml:trace contextRef="#ctx0" brushRef="#br0" timeOffset="181399.0288">12158 11510 0,'40'-40'15,"-80"80"-15,80-40 16,-40 120-1,0-80-15,0 80 32,0-80-32,0 1 0,0-1 15,0 0-15,0-80 16,41-41 0,199-79-1,-79 40 16,-121 120-15,0 160 0,-200 81-1,79-201 1,81 0-16,-40 40 16,0-40-16</inkml:trace>
  <inkml:trace contextRef="#ctx0" brushRef="#br0" timeOffset="181619.0158">13362 11550 0,'0'0'16,"40"40"-1,40 120 16,-80-120-31,41 81 0,-41-81 0,-81 160 16,-159-39 15,79-121-31</inkml:trace>
  <inkml:trace contextRef="#ctx0" brushRef="#br0" timeOffset="181888.9273">14365 11911 0,'0'0'16,"0"-40"-1,80 40-15,-39-41 0,119 1 16,-80 40-16,-39-40 0,159 40 31,-160-40-31,161 40 16,-161 0-16,0 0 0,0-40 16</inkml:trace>
  <inkml:trace contextRef="#ctx0" brushRef="#br0" timeOffset="182078.9876">14686 12151 0,'0'0'16,"-40"0"-16,40 40 0,40-40 0,81 0 31,240 0-15,80-40-1,-240 0 1</inkml:trace>
  <inkml:trace contextRef="#ctx0" brushRef="#br0" timeOffset="182728.9499">16853 11670 0,'0'0'15,"-40"40"1,40 40 0,-40-40-16,40 121 31,0-121-31,40-40 0,-40 40 0,201 40 31,-121-80-31,-40 0 0,120-40 31,-160 0-31,41 0 0,39-80 16,-40 80-16,-40-1 0,40 1 0,-40 0 31,0 0-15,-80 201 0,80-1 15,120 0-16,1 1 1,39-121 0,-120-40-16</inkml:trace>
  <inkml:trace contextRef="#ctx0" brushRef="#br0" timeOffset="182938.8633">18298 11670 0,'-121'-40'16,"242"80"-16,-322-80 16,161 40-16,40 120 15,0 81 17,0-161-32,80 120 15,0-39 1,-39-121-1,-41 40-15,40-40 0</inkml:trace>
  <inkml:trace contextRef="#ctx0" brushRef="#br0" timeOffset="183298.9143">18579 11790 0,'40'-80'31,"-80"160"-31,120-200 0,-40 80 16,0 40-16,0 40 15,0 40 1,-40-40-16,40 41 0,-40-41 0,0 80 31,-40-40-15,40-120 0,0 0-1,81 0-15,39-80 16,-80 79-16,0 1 0,40 40 15,-80-40-15,41 40 16,-1 0-16,0 121 16,-40-1 15,0-80-31,0 0 0,0 40 31,-40-40-31,0-40 16</inkml:trace>
  <inkml:trace contextRef="#ctx0" brushRef="#br0" timeOffset="183518.9037">20023 11670 0,'0'0'15,"80"-80"1,41 200-1,-81 121 17,-80-121-32,40-40 0,-121 41 15,41-41-15,-161 160 16,161-199-16</inkml:trace>
  <inkml:trace contextRef="#ctx0" brushRef="#br0" timeOffset="185228.7966">1124 12994 0,'0'-41'0,"-41"41"16,41 41-1,0-1 1,-40-40-16,40 80 0,0-40 16,0 0-16,0 0 0,0 40 0,0-40 15,0 1-15,0-1 16,0 0-16,0 40 0,0-40 0,-40 0 0,40 0 16,0 0-16,0 1 0,0-1 15,0 0-15,0-80 31,0 0-15,0-1-16,0 1 0,0 0 0,0 0 0,0 0 16,0-40-16,0 40 0,0-41 15,40 41-15,-40-40 0,0 40 0,0-40 0,0 40 16,0 0-16,0 0 16,0-1-16,0 1 0,0 0 0,40 0 0,-40 0 15,41 40-15,-1-40 16,0 40-16,0 0 15,-40 40-15,40-40 0,0 40 0,0-40 0,-40 40 16,40 0-16,-40 0 16,41 1-16,-41-1 0,0 0 0,0 0 15</inkml:trace>
  <inkml:trace contextRef="#ctx0" brushRef="#br0" timeOffset="185448.7832">923 13515 0,'-40'0'16,"80"0"-16,-120 40 15,80-80-15,40 40 16,120-80 0,-120 80-16,121-40 31,-121 40-31,0 0 0,0 0 15,0 0-15</inkml:trace>
  <inkml:trace contextRef="#ctx0" brushRef="#br0" timeOffset="185598.7183">1685 13274 0,'0'0'0,"0"40"31,0 0-15,0 1-16,0-1 0,0 0 15,0 0 1,0 0-16,0 0 0,0 0 0,-40 0 16,40 0-16,-40-40 15</inkml:trace>
  <inkml:trace contextRef="#ctx0" brushRef="#br0" timeOffset="185768.7643">1725 13074 0,'-40'-80'15,"40"39"1,40 41 0</inkml:trace>
  <inkml:trace contextRef="#ctx0" brushRef="#br0" timeOffset="186148.6661">2087 13074 0,'0'40'0,"0"-80"0,0 120 32,0-40-32,0 40 15,0 41 1,0-41-1,0-40 17,0-160-17,120-41 1,0 41 15,-39 120-15,-41 80-1,-40 0 1,-40 81 0,40-121-16,-81 120 15,81-120-15,0 0 32,40-40-32</inkml:trace>
  <inkml:trace contextRef="#ctx0" brushRef="#br0" timeOffset="186628.6724">3130 13395 0,'0'-41'16,"0"82"-16,-40-122 31,0 81-31,-1 0 16,1 40-1,0 81 1,0-121-16,40 80 16,40-40-1,0-40 1,0 0-16,1 0 0,-41-40 15,40 40-15,-40-40 0,40 40 0,-40-40 0,0 0 16,40 0-16,-40-1 16,0 1-16,0 0 0,0 0 0,0 0 0,0 0 15,0 0-15,0 0 16,0 0-16,0 0 0,-40-1 0,40 82 47,0-1-47,0 0 0,0 0 15,0 0-15,0 0 16,0 0-16,0 0 0,0 0 0,0 0 0,0 1 16,0-1-16,0 0 0,40 0 15,-40 0-15,0 0 0,0 0 0,0 0 0,0 0 16,0 1 0,-40-41-16</inkml:trace>
  <inkml:trace contextRef="#ctx0" brushRef="#br0" timeOffset="187148.6801">4013 13234 0,'0'-40'16,"40"40"-1,80-40 1,-40 40 0,121 0-1,-81 0 17,-79 0-32,-41 40 31,-41-40-31,1 0 15,40 40-15,-40 0 0,0-40 0,40 40 0,-40-40 16,40 40-16,-40-40 0,0 41 16,0-1-16,-1 0 0,1 0 15,0 0 1,0-40-16,40 40 0,-40-40 16,40 40-1,40-40 1,40 0 15,-40 0-31,1 0 0,-1 0 16,0 0-16,0 0 0,0 0 15,0 0-15,0 0 0,0 0 0,1 0 16,-1 0 0,0 0-16,0 0 0,0 0 0,40 0 0,-40 0 15,1 0-15</inkml:trace>
  <inkml:trace contextRef="#ctx0" brushRef="#br0" timeOffset="187788.5662">5818 13034 0,'0'0'0,"-40"0"0,40-40 0,0-1 0,0 1 31,0 80 16,-40-40 125,40 41-157,-40-1-15,40 0 16,-40 0-16,40 0 0,0 0 0,0 0 15,-40 0-15,40 0 0,0 0 0,0 1 0,0-1 16,0 0-16,0 0 16,0 0-16,40 0 0,0 0 0,0 0 15,0-40-15,0 0 16,-40 40-16,40-40 0,1 0 16,-1 0-1,-40-40-15,40 40 0,-40-40 0,40 0 16</inkml:trace>
  <inkml:trace contextRef="#ctx0" brushRef="#br0" timeOffset="187978.5583">5578 13395 0,'-81'40'16,"162"-80"-16,-202 80 0,161-40 31,-40-40-31,40 40 15,41 0-15,-41 0 0,0-41 0,0 41 16,0 0-16,0 0 0,0-40 16,1 40-16,-1-40 0</inkml:trace>
  <inkml:trace contextRef="#ctx0" brushRef="#br0" timeOffset="188268.612">6500 12913 0,'0'0'0,"-40"-40"0,40 0 32,-40 40-32,40 40 15,0 121 1,0-121-16,-40 160 15,40-160-15,0 41 0,0-41 16,0 200 0,0-39 15,0-161-31</inkml:trace>
  <inkml:trace contextRef="#ctx0" brushRef="#br0" timeOffset="188518.5972">7062 13354 0,'0'0'0,"-40"0"16,-40-40 0,40 80 15,40 1-31,40 119 15,-40-80 1,0-40-16,40 81 16,-40-81-16,0 0 0,0 40 31,-40 0-31,40 0 16</inkml:trace>
  <inkml:trace contextRef="#ctx0" brushRef="#br0" timeOffset="188678.5874">6982 13836 0,'0'0'16,"-40"-40"-16,40 0 15,40-1 1,161-79 0,120 0 15,-201 40-31</inkml:trace>
  <inkml:trace contextRef="#ctx0" brushRef="#br0" timeOffset="190008.5067">3130 15961 0,'-40'0'16,"80"0"-16,-120 0 16,80-40-16,-41 40 0,41-40 31,41 80 16,39-40-47,-40 0 0,0 0 0,40 0 15,-40 0-15,1 0 16,39 0-16,-40 0 0,40 0 0,-40 0 0,41-40 16</inkml:trace>
  <inkml:trace contextRef="#ctx0" brushRef="#br0" timeOffset="190808.4579">4013 15600 0,'0'0'0,"-40"0"0,-1 0 15,1 0 1,80 0 46,1 0-46,-1 0-16,0 0 0,0 0 16,0 0-16,0 0 15,0 0-15,41 0 0,-41 0 0,40 0 0,-40 0 16,40 0-16,-40 0 0,1 0 16,-1 0-16,0 0 0,0-40 0,0 40 15,-80 0 48,40 40-63,-80-40 15,80 40-15,-40-40 0,-1 41 16,1-1-16,0 0 0,0-40 0,0 40 0,0 0 16,0-40-16,0 40 0,-1 0 15,1 0-15,0-40 0,0 40 0,0 1 0,0-41 16,0 40-16,0 0 0,-1-40 15,41 40-15,41-40 47,39 0-31,-40-40 0,0 40-16,0 0 0,0 0 0,0 0 0,41-40 15,-41 40-15,40 0 0,-40 0 16,40 0-16,-39 0 0,-1 0 0,0 0 0,0 0 15,0 0-15,0 0 0,0 0 0,0 0 16,-80 0 47,0 0-48,0 0-15</inkml:trace>
  <inkml:trace contextRef="#ctx0" brushRef="#br0" timeOffset="191358.3668">6340 15721 0,'-80'0'16,"160"0"-16,-200 0 0,-81 0 16,121 0-16,40 0 0,-121 40 15,41 120 1,80-39 15,200-41-15,41-80-1,-41-121 17,-80-39-17,-39-81 1,-82 81-1,1-41 1,40 161 0,-40 80-1,40 1 1,-80 199 15,80 81-15,0-201-16,40 81 31,-40-81-15,40-120-1</inkml:trace>
  <inkml:trace contextRef="#ctx0" brushRef="#br0" timeOffset="191608.3703">6821 15560 0,'-40'-40'16,"80"80"-16,-120-80 16,40 40-16,80 40 15,40 0-15,-39-40 16,-1 40-16,0 1 0,40-1 0,-40 0 15,0-40-15,0 40 0,1 0 16,-1 0-16,0-40 0,0 40 0,0 0 16,0 0-1,0-40-15</inkml:trace>
  <inkml:trace contextRef="#ctx0" brushRef="#br0" timeOffset="191848.3963">7544 15480 0,'-80'0'15,"160"0"-15,-201 0 0,41 0 16,40 40 0,40 0-1,-120 161 1,-1-41-1,1 1 1,80-81 0</inkml:trace>
  <inkml:trace contextRef="#ctx0" brushRef="#br0" timeOffset="192138.3023">7945 15480 0,'-80'-80'16,"40"80"-16,0 0 15,-1 40 1,-39 80-16,0 81 31,40-1-15,120-79-1,0-121 1,121 0 0</inkml:trace>
  <inkml:trace contextRef="#ctx0" brushRef="#br0" timeOffset="192538.2801">8547 15600 0,'-80'0'16,"80"-40"-16,40 40 16,-40-40-16,80 40 15,-40-40-15,40 40 0,1 0 0,-41 0 0,40-40 16,-40 40-16,0 0 0,41 0 0,-41 0 0,0 0 15,0 0 1,-40 40 0,-40 0-1,-40 0-15,80 0 0,-41-40 0,1 40 16,0 1-16,0-1 16,0-40-16,0 40 0,0 0 0,0 0 0,-1 0 15,1 0-15,0-40 0,0 40 16,0 0-16,0-40 0,40 41 0,-40-41 0,40 40 15,-40-40-15,80 0 16,40-40 0,-40 40-16,0 0 0,0-41 0,0 41 15,1 0-15,-1 0 0,0 0 16,0 0-16,0 0 0,0 0 0,0 0 0,0 0 16,1 0-1,-1 0-15,0 0 0</inkml:trace>
  <inkml:trace contextRef="#ctx0" brushRef="#br0" timeOffset="192788.2654">9510 15400 0,'-40'-40'15,"80"80"-15,-120-120 16,160 160-1,-40-40-15,0 0 0,0 0 16,-40 0-16,40 0 0,1 0 16,-41 41-16,0-41 0,0 0 0,0 0 0,0 0 15,-41 0-15,41 0 0,-40 0 16,0 1-16,0-1 0,-40 0 0,40 0 16,0 0-16,-41 0 0,41 0 15,-40-40-15,40 40 0,0-40 0,-41 40 0,41-40 16</inkml:trace>
  <inkml:trace contextRef="#ctx0" brushRef="#br0" timeOffset="193188.2383">6179 16844 0,'0'0'15,"0"-40"1,41 40-16,119-41 31,121-39-15,80 40-1,-241 40-15,242 0 32,-282 0-32,40 0 0,161 0 15,161 40 1,-162 0-1</inkml:trace>
  <inkml:trace contextRef="#ctx0" brushRef="#br0" timeOffset="193798.2381">7263 17445 0,'-40'0'15,"80"0"-15,-120 0 0,-1-40 16,41 40-16,0 0 16,0 0-16,-40 80 15,-1-40 1,41 81-16,0-81 16,120 40-1,81-80 1,40-80 15,-121-81-15,-80-39-1,-80-1 17,80 121-17,0 120 16,0 40-15,0-39-16,0-1 16,0 0-16,0 40 0,0-40 0,0 0 15,0 0-15,0 0 16,0 1-16,0-1 0,0 40 0,0-40 0,40 0 16,-40 0-16,0 0 0,0 0 15,0 0-15,0 1 0,40-41 0,-40 40 16,40-40-16</inkml:trace>
  <inkml:trace contextRef="#ctx0" brushRef="#br0" timeOffset="194388.1833">7785 17405 0,'0'-40'15,"0"80"-15,-41-80 0,1 0 16,40 0 0,81 40-16,79 0 31,1-40-15,-1 40-1,1 0 1,-161 40 15,-41 0-15,-119 80-1,40 41 17,-41-41-17,41 0 1,160-120 15,0-40-15,40 40-1,121 0 1,80 0 15,40 0-15,-201 0-1,-160 0 17,0 0-17,0 0 1,40-80 0</inkml:trace>
  <inkml:trace contextRef="#ctx0" brushRef="#br0" timeOffset="194898.1346">10513 16723 0,'-80'0'32,"160"0"-32,-200 0 15,80 0-15,40-40 16,40 40 0,0 0-1,80 0 1,81 0-16,-81-40 15,201 40 1,-120 0 15</inkml:trace>
  <inkml:trace contextRef="#ctx0" brushRef="#br0" timeOffset="195168.1932">10955 16402 0,'0'0'0,"0"-40"16,-41 40-1,41 40 17,-40 1-17,40-1-15,0 0 0,0 0 0,0 0 0,0 40 16,0-40-16,0 41 0,0-41 16,0 0-16,0 40 0,0-40 0,40 0 0,-40 0 15,0 0-15,41 0 0,-41 1 0,40-1 16</inkml:trace>
  <inkml:trace contextRef="#ctx0" brushRef="#br0" timeOffset="196168.1326">12038 15560 0,'-40'0'16,"40"-40"-16,0 0 31,0 0-15,160 0-1,-39 0 1,-41 40 15,-40 120-15,-40-80-16,0 121 16,-120 39-1,-1-80 16,81-120-15,80 0 0,41 0 15,-1 0-31,-40 0 16,80 81-1,-80 39 1,-80 0 15,-80 1-15,-81-81-1,41 0 17,39-40-17,121-121-15</inkml:trace>
  <inkml:trace contextRef="#ctx0" brushRef="#br0" timeOffset="197028.0813">11035 12392 0,'-40'0'15,"40"40"79</inkml:trace>
  <inkml:trace contextRef="#ctx0" brushRef="#br0" timeOffset="200037.8253">13081 15600 0,'-40'0'15,"40"-40"-15,-40 40 0,40-40 16,-40 40 78,40 40-94,-40-40 15,40 40-15,0 0 0,0 1 0,0-1 16,0 0-16,0 0 0,40 0 15,-40 0-15,40 0 0,-40 0 0,80 0 0,-80 1 16,40-1-16,0 0 16,-40 0-16,41 0 0,-1-40 0,-40 40 0,40 0 15,0 0-15,-40 0 16,40-40-16,-40 40 0,40-40 0,0 41 16,0-41-1</inkml:trace>
  <inkml:trace contextRef="#ctx0" brushRef="#br0" timeOffset="200367.8363">13523 15801 0,'0'0'0,"0"-40"16,0 0-16,0 0 16,0-1-1,0 82 17,-41-1-32,41 0 15,0 0-15,0 0 0,0 0 0,-80 0 0,80 0 16,-40 41-16,0-41 0,0 0 0,0 40 0,-41-40 15,41 40-15,0-40 16,0 0-16,-40 41 0,40-41 0,0 0 0,-1 0 16,1-40-16,0 40 0,0 0 15,40 0-15,-40-40 0,40 40 16</inkml:trace>
  <inkml:trace contextRef="#ctx0" brushRef="#br0" timeOffset="200727.7986">13924 15681 0,'-80'40'16,"160"-80"-16,-201 80 0,41 40 15,80-40-15,-40 40 32,40 81-17,0 39 1,0-39-1,40-81 17,0-80-32</inkml:trace>
  <inkml:trace contextRef="#ctx0" brushRef="#br0" timeOffset="201257.8233">14285 16001 0,'0'-40'16,"0"80"-16,0-120 0,40 80 16,0-40-16,40 0 15,-39 40-15,119 0 31,1 0-15,39 0 0,-119-40 15,-122 40 0,1 40-31,-80 40 16,0 81 15,-41-1-15,41-40-1,39-39 17,81-41-17,81 0 1,79-40-1,1-40 17,-1 40-17,-39 0 1,-41 0 0</inkml:trace>
  <inkml:trace contextRef="#ctx0" brushRef="#br0" timeOffset="201547.8059">15489 15881 0,'0'-40'0,"0"80"0,40-80 16,-40 0-16,80 40 15,-40 80 1,81 161 0,-121-81-1,-121 121 1,41-161 0,-201 81-1,121-121 1</inkml:trace>
  <inkml:trace contextRef="#ctx0" brushRef="#br0" timeOffset="202067.775">18418 12552 0,'-160'0'16,"320"0"-16,-361 40 0,161-40 0</inkml:trace>
  <inkml:trace contextRef="#ctx0" brushRef="#br0" timeOffset="202637.665">16372 16082 0,'-41'0'16,"82"0"15,39 0-31,0 0 16,-40-40-1,0 40-15,0 0 0,41 0 0,-41 0 0,0 0 16,0 0-16,0 0 0,0 0 16,0 0-16,1 0 0</inkml:trace>
  <inkml:trace contextRef="#ctx0" brushRef="#br0" timeOffset="202857.7272">16693 16443 0,'-81'0'0,"162"0"0,-202 40 0,81-40 31,80 0-31,40 0 16,1 0-16,200-40 31,-1-1-15,-199 1-16</inkml:trace>
  <inkml:trace contextRef="#ctx0" brushRef="#br0" timeOffset="204977.5978">18378 14999 0,'-40'0'16,"80"0"15,0-40-31,0 40 16,0 0-16,0-40 0,1 40 15,-1 0-15,0 0 0,0-41 0,40 41 0,-40 0 16,0 0-16,41 0 16,-41 0-16,40 0 0,-40 0 0,40 0 0,-39 0 15,39-40-15,-40 40 0,40 0 16,-40 0-16,0 0 0,1 0 0,39 0 0,-40 0 16,0 0-1,-40 40 16,-40-40-15,40 41-16,-40-41 0,40 40 0,-40-40 16,40 40-16,-40-40 15,-1 40-15,1 0 16,0 0-16,0 0 16,0-40-16,0 40 0,0 0 0,0-40 0,-1 41 15,1-1-15,0 0 0,0-40 0,0 40 0,0 0 16,0-40-16,0 40 15,-1 0-15,1-40 0,40 40 0,-40 0 0,0-40 16,0 40-16,0 1 16,0-1-16,0-40 0,40 40 15,-41-40 1,41 40 15,41-40-31,-1 0 16,0 0-16,0 0 0,0 0 15,0 0-15,40 0 16,-39 0-16,-1 0 0,0 0 0,40 0 0,-40 0 16,0 40-16,41-40 0,-41 0 15,40 0-15,-40 0 0,0 40 0,40-40 0,-39 0 16,-1 0-16,0 0 16,0 40-16,0-40 0,0 0 0,0 0 15,0 0-15,1 40 0,-82-40 63,41 40-48</inkml:trace>
  <inkml:trace contextRef="#ctx0" brushRef="#br0" timeOffset="205487.4949">18338 16563 0,'0'0'15,"-40"40"16,0-40-15,80 0 31,0 0-31,40 0-16,-40 0 0,40 0 15,-39 0-15,39 0 0,0 0 16,-40 0-16,81 0 0,-41 0 0,0 0 0,0 0 15,1 0-15,-1 0 16,0 0-16,40 0 0,-39 0 0,-1 0 0,-40 0 16,40 0-16,1 0 0,-1 0 15,-40 0-15,40 0 0,0 0 0,1 0 0,-1 0 16,-40 0-16,40 0 16,1 0-16,-41 40 0,40-40 0,-40 0 0,0 0 15,40 0-15,-39 0 0,-1 0 0,0 0 16,-80-40 15,0 40-15,-1 0-16,1 0 15,40-40-15,-40 40 16</inkml:trace>
  <inkml:trace contextRef="#ctx0" brushRef="#br0" timeOffset="206307.5173">17977 17365 0,'0'0'0,"-41"0"0,1 0 16,0 0-16,40-40 31,40 40-31,0 0 15,1-40 1,-1 40-16,0 0 0,0 0 0,0 0 16,40 0-16,-39 0 0,39 0 15,-40-40-15,40 40 0,0 0 0,1 0 0,-41 0 16,40 0-16,-40 0 16,0 0-16,41 0 0,-41 40 0,0-40 0,0 0 15,-40 40-15,40-40 0,0 40 0,-80-40 47,0 40-31,0-40-16,0 0 15,40 40-15,-40-40 0,-1 40 16,1-40-16,0 40 0,0-40 0,40 41 0,-80-41 16,40 40-16,0-40 0,-1 40 0,1-40 0,-40 40 15,40 0-15,0-40 16,0 40-16,0 0 0,-1-40 0,1 40 0,40 0 15,-40-40-15,0 40 0,0-40 16,40 41-16,-40-41 0,0 40 0,-1 0 16,1-40-1,80 0 17,41 0-32,-41 0 15,0-40-15,0 40 0,0 0 0,0 0 16,1 0-16,-1 0 15,0 0-15,0 0 0,0 0 0,0 0 0,40 0 16,-39 0-16,-1 0 0,0 0 16,0 0-16,0 0 0,40 0 0,-40 40 0,1-40 15,-1 0-15,-40 40 16,40-40-16,0 0 0,0 0 0,0 0 16,-40 40-16,40-40 15</inkml:trace>
  <inkml:trace contextRef="#ctx0" brushRef="#br0" timeOffset="206587.4283">19582 17926 0,'0'0'16,"0"-40"0,80 0-1,121 40 1,-121 0 0,120 0-1,1 40 1,-81-40 15,-39 0-31</inkml:trace>
  <inkml:trace contextRef="#ctx0" brushRef="#br0" timeOffset="206837.4098">20906 17525 0,'0'0'0,"0"-40"16,-40 0-1,0 40 1,-1 121 0,1 79 15,0-80-31,-40 161 31,0-161-31</inkml:trace>
  <inkml:trace contextRef="#ctx0" brushRef="#br0" timeOffset="227216.2473">21708 16042 0,'0'0'0,"0"-41"0,0 1 31,0 0 0,0 80 110,-40 0-141</inkml:trace>
  <inkml:trace contextRef="#ctx0" brushRef="#br0" timeOffset="227416.2378">21748 16723 0,'-40'81'31,"0"-81"-31,40 40 16,-40 0-16,0 40 15,40-40-15,-40-40 0,-40 120 16,39-120-16,-79 81 31,80-41-31,0-40 0,0 0 0</inkml:trace>
  <inkml:trace contextRef="#ctx0" brushRef="#br0" timeOffset="228856.148">23715 15600 0,'-40'0'62,"-1"0"-46,1 0 0,0 0-16,0 0 0,0 0 0,0 0 15,0 0-15,0 0 0,-1 81 0,1-81 16,40 40-16,-40 0 16,40 0-16,-40-40 0,40 40 0,0 0 0,-40-40 15,40 40-15,0 0 0,0 0 16,80 1-16,-40-41 15,-40 40 1,40-40-16,1 0 0,-1 0 16,0-81-16,0 41 15,0 0-15,-40 0 0,40 0 0,-40 0 16,40 0-16,-40 0 0,0 0 0,40-1 0,-40 1 16,41 0-16,-41 0 15,0 0-15,0 0 0,40 0 0,-40 0 0,0 0 16,0 0-16,0-1 15,0 1-15,0 0 0,0 0 32,-40 80-17,40 40 1,0-39-16,0-1 0,0 0 16,-41 0-16,41 0 0,-40 0 0,40 40 0,0-40 15,0 0-15,-40 1 16,40 39-16,0-40 0,0 0 0,0 0 0,0 0 15,0 0-15,0 0 0,0 1 16,40-1-16,-40 0 0,40 0 0,-40 0 16,41 0-1,-41 0-15</inkml:trace>
  <inkml:trace contextRef="#ctx0" brushRef="#br0" timeOffset="229116.1334">24036 15681 0,'0'0'15,"0"-41"-15,0 1 16,40 40 0,0 40-1,0-40-15,0 41 16,0-41-16,0 40 0,1 0 0,-1 0 15,0 0-15,0 0 16,0 0-16,0 0 0,0 0 0,0-40 16,-40 41-16,41-1 0,-1 0 15,0 0-15</inkml:trace>
  <inkml:trace contextRef="#ctx0" brushRef="#br0" timeOffset="229376.1166">24758 15721 0,'-40'-40'0,"80"80"0,-80-121 0,-40 41 32,80 0-32,-41 40 31,41 80-31,0-39 0,0-1 15,-40 0-15,40 0 0,0 0 16,-40 0-16,40 0 0,-40 0 0,0 0 0,40 1 16,-40-1-16,0 0 15,40 0-15,-40-40 0,-1 40 0,1 0 0,40 0 16,-40 0-16,0-40 0,40 40 0</inkml:trace>
  <inkml:trace contextRef="#ctx0" brushRef="#br0" timeOffset="229716.0997">25079 15480 0,'-80'0'31,"40"40"-31,-1 40 16,1 1-16,-40 119 31,80-160-31,-40 121 31,160-81-15,1-80 0</inkml:trace>
  <inkml:trace contextRef="#ctx0" brushRef="#br0" timeOffset="230205.9942">25320 15721 0,'0'-40'16,"0"80"-16,-40-80 0,40-1 15,40 1 1,0 40 0,0 0-1,0 0-15,0 0 0,0 0 0,1 0 16,-1 0-1,0 0-15,0 0 0,0 0 0,0 0 16,0 0 0,-80 40 31,40 1-32,-40-41-15,40 40 16,-40-40-16,0 40 0,0 0 0,0 0 15,-1 0 1,1-40-16,0 40 0,0-40 0,40 40 16,-40-40-16,40 40 15,0 1-15,80-41 16,-40 0-16,0 0 16,1 0-1,-1 0-15,0 0 0,0 0 0,0 0 0,0 0 16,0 0-16,0 0 0,1 0 15,-1 0-15,0-41 0,0 41 16,0 0 0</inkml:trace>
  <inkml:trace contextRef="#ctx0" brushRef="#br0" timeOffset="230496.0484">26122 15480 0,'0'-40'15,"40"80"1,1 0-16,-1 80 31,0 121-15,-161-40-1,-119-1 17,-41-80-17,241-120-15</inkml:trace>
  <inkml:trace contextRef="#ctx0" brushRef="#br0" timeOffset="230935.9652">23434 16924 0,'-40'-40'32,"80"80"-32,-40-120 15,80 80-15,0 0 16,41 0-1,-41 0 1,201 40 0,120 0-1,40-40 1,-320 0-16,160 0 31,0 0-15,-161 0-1</inkml:trace>
  <inkml:trace contextRef="#ctx0" brushRef="#br0" timeOffset="231555.9843">24638 17606 0,'0'0'0,"-41"0"0,-39-40 31,40 40-31,0 0 0,0 0 16,-81 40 0,81 120-1,0-80 17,120-40-17,81-40 1,-41-80 15,-80-80-15,-40-41-1,0 81 1,0 40 15,0 40-15,0 80-1,0 80 17,41 40-17,-41 41 1,40-41 0,-40-79 15</inkml:trace>
  <inkml:trace contextRef="#ctx0" brushRef="#br0" timeOffset="232115.9499">25159 17646 0,'0'0'15,"0"-40"1,40 0 0,81 40-1,39-41 17,-79 41-17,-1 0 1,-40 0 15,-80 41-15,-81 79-1,1 0 1,80-80-16,-40 40 31,-41 1-15,121-41-1,80 0 17,81-40-17,0 0 1,-1-40 0,-120 40 15,-40-40 16,-40 40-47,40-40 15,-40 40-15</inkml:trace>
  <inkml:trace contextRef="#ctx0" brushRef="#br0" timeOffset="234105.7596">27808 15961 0,'0'0'15,"0"-40"-15,-41 0 16,41 0 0,41 40-16,119-40 15,-40 0 17,1 40-32,-81 0 15,80 120 1,-120 0 15,-120 1-15,0-1-1,-1-80 1,121 0-16,-40-40 31,120 0 0,-40 0-31,1 0 0,-1 0 16,0 0-16,0 0 16,0 0-16,-40 40 0,40-40 0,0 40 15,0 1-15,-40-1 16,0 0 0,0 0-16,-40 0 0,0 0 15,0-40-15,0 40 16,0-40-16,0 0 0,0 40 0,-41-40 0,41 0 15,0 0-15,0 0 16,0 0-16,0 0 0,0 0 0,-1 0 0,1 0 16,0 0-16,40-40 15</inkml:trace>
  <inkml:trace contextRef="#ctx0" brushRef="#br0" timeOffset="234795.713">27848 17044 0,'-40'0'16,"80"0"-16,-121 0 15,81-40 64,-40 40-79,0 0 31,0 0-16,80 0 48,40 0-47,-39 0-1,-1 0-15,0 0 0,40 0 0,-40 0 0,0 0 16,41 0-16,-41 0 0,0 0 15,40 0-15,-40 0 0,0 0 0,0 0 0,41 0 16,-41 0-16,0 0 16,0 0-16,0 0 15,-80 0 1,0 0 0,0 0-16,0 0 15,0 0 1</inkml:trace>
  <inkml:trace contextRef="#ctx0" brushRef="#br0" timeOffset="235585.6689">27767 17566 0,'0'0'15,"-40"0"1,80 0 15,1 0-15,-1 0-16,0 0 0,0 0 16,0 0-1,0 0-15,0 0 0,0 0 0,41 0 0,-41 0 16,0 0-16,0 0 0,0 0 15,0 0-15,0 0 0,1 0 16,-41 40 47,-41-40-63,1 0 15,40 40-15,-40-40 16,0 40-16,40 0 0,-40-40 0,0 40 0,0-40 15,40 40-15,-40-40 0,-1 40 16,1-40-16,40 40 0,-40-40 0,0 40 0,0-40 16,40 41-16,-40-41 15,0 40-15,0 0 16,-1 0 0,82-40 30,-1 0-46,0 0 0,0 0 16,0 0-16,0 0 0,0 0 16,0 0-16,1 0 0,-1 0 0,0 0 0,0 0 15,0 0-15,0 0 0,0 0 0,0 0 16,1 0-16,-1 0 16,-40-40-1,-40 40 1,-1-40-16,1 40 15,0 0 1,0-40-16,0 40 0</inkml:trace>
  <inkml:trace contextRef="#ctx0" brushRef="#br0" timeOffset="243665.2509">26764 16683 0,'0'0'0,"-40"0"0,0 0 141,0 0-1,0 0-140,0 0 0,0 0 32,-1 0-32,1 0 15,80 0 48,1 0-48,-1 0 1,0 0-16,0 0 0,0 0 16,0 0-16,0 0 0,0 0 0,1 0 15,-1 0-15,0 0 16,0 40-16,0-40 0,0 0 31,-80 0 16,-40 0-31,40 0-16,0 0 0,-1 0 15,1 0-15,0 0 0,0 0 0,0 0 0,0 0 16,0 0-16,0 0 0,-1 0 16,1 0-16,0 0 0,0 0 31,80 0 0,40 0-31,-39 0 16,-1 0-16,0 0 0,0 0 0,0 0 0,40 0 15,-40 0-15,1 0 16,-1 0-16,0 0 0,0 0 0,0 0 16,-80 0 30,-40 0-46,40 0 0,-41 0 16,41 0-16,0 0 0,0 0 16,0 0-16,0 0 0,0 0 0,-1 0 0,1 0 15,0 0-15,80 0 32,0 0-17,1 0-15,-1 40 0,0-40 16,0 0-16,0 0 0,0 0 0,0 0 0,0 0 15,1 0 1,-1 0-16,0 0 16,-80 0-1,-41 0 1,41 0-16,0 0 0,0 0 16,0 0-16,0-40 15,-40 40-15,39 0 0,1 0 0,0 0 16</inkml:trace>
  <inkml:trace contextRef="#ctx0" brushRef="#br0" timeOffset="244385.2053">28891 16042 0,'-40'-41'32,"40"1"-17,0 80 32,0 1-31,0-1-16,80 0 0,-80 0 0,40 0 15,0 0-15,-40 0 0,41 0 16,-1 0-16,0 0 0,0-40 0,0 41 0,0-1 16,0 0-16,0-40 0,-40 40 0,41-40 0,-1 0 15,-40 40-15,40-40 16</inkml:trace>
  <inkml:trace contextRef="#ctx0" brushRef="#br0" timeOffset="244665.1883">29493 16122 0,'-40'0'0,"80"0"0,-80-40 0,0 0 15,0 40 1,-1 0 15,-39 40-15,80 0-16,-120 80 15,120-80-15,-40 0 0,0 0 16,-1 81 0,1-81-1,0 0-15,0 40 16</inkml:trace>
  <inkml:trace contextRef="#ctx0" brushRef="#br0" timeOffset="245175.0829">29934 15921 0,'-40'0'0,"0"0"78,0 0-15,0 40-63,0 0 15,40 1 1,-40-1-16,-1 0 0,41 0 0,-40 0 16,40 0-16,0 0 0,0 0 0,0 0 15,0 0-15,0 1 16,0-1-16,40 0 0,1 0 16,-1 0-1,0 0-15,0 0 0,0-40 16,-40 40-1</inkml:trace>
  <inkml:trace contextRef="#ctx0" brushRef="#br0" timeOffset="245665.1285">30095 16282 0,'0'0'16,"-40"0"-16,40-40 0,40 40 16,80-40 15,1 40-15,-81 0-16,80 0 15,-80 0 1,-120 0 31,80 40-47,-40-40 15,0 40-15,0 0 0,-1 0 16,1-40-16,40 40 16,-40-40-16,0 41 0,40-1 0,-40-40 0,40 40 15,-40-40-15,40 40 16,-40-40-16,0 0 15,120 0 1,-40 0 0,40 0-16,-40 0 0,0 0 15,1 0-15,-1 0 0,0 0 16,0 0-16,0 0 0,0 0 16,0 0-1</inkml:trace>
  <inkml:trace contextRef="#ctx0" brushRef="#br0" timeOffset="245945.1109">30857 16042 0,'0'0'15,"40"0"1,-40 40 0,0 0-16,0 0 15,40 0-15,-40 160 16,0-159-16,-40 119 31,-160 81-15,-1-81-1,161-120 1</inkml:trace>
  <inkml:trace contextRef="#ctx0" brushRef="#br0" timeOffset="246395.0269">31379 16483 0,'0'0'16,"0"-40"-16,40 40 62,0 0-62,0 0 0,0 0 16,0 0-16,1 0 0,-1 0 15,0 0-15,0 0 16,0 0-16,0 0 0,0 0 0,0 0 16,1 0-16</inkml:trace>
  <inkml:trace contextRef="#ctx0" brushRef="#br0" timeOffset="246605.0708">31419 16723 0,'0'0'16,"-40"0"-16,80 0 31,0 0-16,0 40-15,0-40 16,0 0-16,1 0 0,-1 41 0,0-41 0,0 0 16,0 0-16,0 0 0,0 0 0,-40-41 15</inkml:trace>
  <inkml:trace contextRef="#ctx0" brushRef="#br0" timeOffset="253154.6728">31941 16563 0,'40'0'235,"0"0"-220,0 0 17,0 0-32,0 0 0,0 0 0,0-40 15,1 40-15,-1 0 0,0 0 16,0 0-16,0 0 0,0 0 0,0 0 15,0 0 1,-80 0 31,0 0-31</inkml:trace>
  <inkml:trace contextRef="#ctx0" brushRef="#br0" timeOffset="253614.6452">33185 15961 0,'0'-40'31,"0"120"63,0-39-94,-41-41 16,41 40-16,0 0 0,0 0 0,-40 0 15,40 0-15,0 0 16,0 0-16,-40 0 0,40 0 0,0 1 16,0-1-16,0 0 0,0 0 15,0 0-15,0 0 16</inkml:trace>
  <inkml:trace contextRef="#ctx0" brushRef="#br0" timeOffset="253944.6252">32743 17004 0,'-40'0'16,"0"-40"-16,80 40 47,0 0-47,0 0 15,0 0 1,1 0-16,-1 0 0,0 0 0,0 0 0,0 0 16,0 0-16,0 0 0,0 0 15,1 0-15,-1 0 0,0-40 0,0 40 16,0 0-1,0-40-15,0 40 16</inkml:trace>
  <inkml:trace contextRef="#ctx0" brushRef="#br0" timeOffset="254714.5784">32141 17606 0,'0'0'16,"40"0"62,0 0-78,41 0 15,-41 0-15,0 0 16,0 0-16,0 0 0,0 0 0,0 0 16,1 0-16,-1 0 0,0 0 31,-80 0 31,-41 40-62,41 0 16,0 0-16,0-40 0,0 40 16,0-40-1,0 40-15,0-40 0,40 40 16,-41-40-16,1 0 16,40 40-16,-40-40 0,40 40 15,0 1 1,-40-41-16,40 40 31,40-40-15,0 0-1,0 0 1,1 0-16,-1 0 0,0 0 16,0 0-1,0 0-15,0 0 0,0 0 16,0 0-1,1 0-15,-1 0 16,0 0 0</inkml:trace>
  <inkml:trace contextRef="#ctx0" brushRef="#br0" timeOffset="254984.4906">32823 17806 0,'0'0'15,"0"-40"1,41 40 0,-1 0-1,40 0 1,0 40-1,-40-40 1,0 0 0,1 0-16</inkml:trace>
  <inkml:trace contextRef="#ctx0" brushRef="#br0" timeOffset="255294.4681">33305 17606 0,'0'0'0,"40"0"15,-40-40-15,40-1 16,-40 82 78,-40-41-79,40 40-15,0 0 0,0 0 16,0 0-16,0 0 16,-40 0-16,40 0 0,-40 0 0,40 0 15,-40 1-15,40-1 16,0 0-16,-40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1T07:45:13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5618 2085 0,'0'-40'0,"-40"40"78,-1 0-62,1 0-1,40-40-15,-40 40 16,0 0-16,0 0 15,0 0-15,0 0 16,0 0-16,40 40 0,-41-40 0,1 80 0,0-80 16,0 80-16,-40-40 15,40 0-15,40 1 0,-40-1 0,-1 0 0,41 0 16,-40 0-16,40 0 0,0 0 16,0 0-16,0 0 0,40-40 15,1 0 1,-1 0-16,-40 40 0,40-40 0,0 0 0,0 0 15,0-40-15,0 40 0,0-80 16,1 80-16,-41-40 0,40 0 0,0 40 0,-40-40 16,40 0-16,-40 0 0,40 40 0,-40-40 0,40-1 15,-40 1-15,0 0 16,40 0-16,-40 0 0,0 0 0,0 0 16,0 0-16,40 0 0,-40-1 15,0 1-15,0-40 0,0 40 0,0 0 0,0 0 16,0 0-16,0 0 15,0 0-15,0-1 0,0 1 0,0 0 16,0 0-16,-40 40 0,40-40 16,-40 0-1,40 80 17,-40-40-32,40 80 15,0-40-15,0 0 16,-40 1-16,40-1 0,-40 0 0,40 0 0,0 0 15,0 0-15,0 40 16,0-40-16,0 0 0,0 1 0,0-1 0,0 40 16,0-40-16,0 0 0,0 0 0,0 40 0,40-39 15,-40-1-15,40 0 0,-40 0 16,40 0-16,0 0 0,-40 0 0,40 0 0,1 0 16,-41 0-16,40 1 15,0-1-15</inkml:trace>
  <inkml:trace contextRef="#ctx0" brushRef="#br0" timeOffset="699.9567">6420 1844 0,'-40'0'109,"40"-40"-78,-80 40-31,40 0 16,40 40 62,40 0-62,-40 0-16,40 1 0,0-1 0,0 40 0,0-40 15,0 0-15,1 0 16,-1 0-16,-40 0 0,40 1 0,0-1 0,0 0 15,-40 0-15,40 0 0,-40 0 16,40-40-16,0 40 0,-40 0 0,41-40 0,-1 40 16,0-40-16,0 0 0</inkml:trace>
  <inkml:trace contextRef="#ctx0" brushRef="#br0" timeOffset="949.9585">6982 2005 0,'0'0'15,"-40"-40"-15,0 40 16,-81 40 0,1 200 15,-41 1-16,41 0 1,-40-41 0</inkml:trace>
  <inkml:trace contextRef="#ctx0" brushRef="#br0" timeOffset="1249.9964">7464 1965 0,'-81'0'15,"162"0"-15,-202 0 0,41 40 16,80 0-16,-40 0 0,40 0 15,-40 0 1,40 121-16,0-81 16,120 160-1,41-79 1,-81-121-16</inkml:trace>
  <inkml:trace contextRef="#ctx0" brushRef="#br0" timeOffset="1669.9722">7985 2285 0,'-40'0'16,"80"0"-16,-40 0 16,121-40 15,200 0-16,-121 0 1,-160 40 0,-80 0 15,0 40-31,0 40 16,-80 81-1,-81 39 16,81-79-15,79-81 0,202-80-1,160-81 17,-241 121-32,161-80 15,-40 0 1</inkml:trace>
  <inkml:trace contextRef="#ctx0" brushRef="#br0" timeOffset="1889.9575">9189 1965 0,'-40'0'16,"80"0"-16,-80 40 15,40 0-15,80 80 16,-40 81 15,-120 79-15,-161 41 0,81-160-1</inkml:trace>
  <inkml:trace contextRef="#ctx0" brushRef="#br0" timeOffset="2369.9287">4494 4010 0,'-40'0'0,"80"0"0,-80-40 15,80 40 32,0 0-31,0 40-16,1-40 0,39 0 0,-40 0 0,40 0 15,41 0-15,-1 0 16,0 0-16,1 0 0,-1-40 0,41 40 0,-1 0 16,41-40-16,-1 40 0,-39-40 15,80 40-15,-41-40 0,1-1 0,-1 41 0,1-40 16,-40 0-16,-1 40 15,-39 0-15,-41-40 0,0 40 0,0 0 0,-40 0 16,1 0-16,-41 40 31,0 0-31,0 0 32,-41 1-32,41-1 0</inkml:trace>
  <inkml:trace contextRef="#ctx0" brushRef="#br0" timeOffset="2909.9042">6701 5494 0,'-40'40'15,"80"-80"-15,-160 80 0,-81 0 16,161-40-16,-40 0 0,-1 120 16,1 81-1,80 40 17,0-201-32,0 40 0,40-40 15,121 0 1,-81-40-1,40-160 1,-79 79 0,-41-280-1,-41 41 1,-39 159 15,40 121-31,0 40 31,40 40-15,0 40-16,0 161 31,0 160-15,0-200 0,80-1-1,-80-160 1,80-40-16</inkml:trace>
  <inkml:trace contextRef="#ctx0" brushRef="#br0" timeOffset="3349.8689">7062 5534 0,'-80'0'16,"80"-40"-16,0 0 15,40 0 1,80 0-16,41-1 31,-81 41-31,41 0 32,-41 0-17,-80 41 1,0 79-1,-80 80 1,-1-119 0,-39 119-1,40-39 1,40-81 15,80-80-31,0 0 16,161-80-1,39-1 1,1 41 15,-121 0-31</inkml:trace>
  <inkml:trace contextRef="#ctx0" brushRef="#br0" timeOffset="8349.4949">522 16723 0,'0'0'0,"40"40"0,-40 1 0,0-1 16,0 0-16,0 0 0,0 0 0,0 0 0,0 0 16,0 0-16,0 0 0,0 0 15,0 1-15,0-1 0,0 0 16</inkml:trace>
  <inkml:trace contextRef="#ctx0" brushRef="#br0" timeOffset="16829.0007">10152 3729 0,'-40'0'32,"0"0"-1,80 0 16,0 0-32,40 0 1,-40 0-16,0 0 0,41-40 0,-41 40 0,40 0 16,-40-40-16,0 40 0,0-40 15,1 0-15</inkml:trace>
  <inkml:trace contextRef="#ctx0" brushRef="#br0" timeOffset="19658.8788">11637 2045 0,'-40'-40'31,"40"0"-31,0-1 16,40 41-1,0 0-15,-40-40 16,80 40-16,-40 0 16,-40-40-16,40 40 0,0 0 0,1 0 15,-41 40 16,0 0-31,-41-40 0,41 41 0,-40-1 16,40 0-16,-40 0 16,0-40-16,40 40 0,-40 0 0,0 0 0,0 0 15,0 0-15,40 1 0,-41-1 16,41 0-16,0 0 31,41-40-31,-1 0 0,0 0 16,0 0-16,0 0 0,0 40 0,0-40 15,0 0-15,1 0 0,-41 40 16,40-40-16,-40 40 0,0 0 0,0 0 16,0 0-16,0 1 15,0-1-15,-40 0 0,-1 0 0,1 0 16,0-40-16,0 40 0,0 0 16,-40 0-16,40-40 0,-1 40 0,1-40 15,0 0-15,0 41 16,0-41-16,0 0 0,0 0 0,0 0 15</inkml:trace>
  <inkml:trace contextRef="#ctx0" brushRef="#br0" timeOffset="19928.7893">11035 3529 0,'40'0'31,"40"0"-31,-40 0 0,0 0 16,1 0-16,-1 0 16,40 0-16,-40 0 0,0 0 0,40 0 0,-39 0 15,-1-40-15,0 40 0,0 0 16,0 0-16,0 0 0,0 0 0,0-41 0,1 41 15,-1 0-15,0 0 0,0 0 0</inkml:trace>
  <inkml:trace contextRef="#ctx0" brushRef="#br0" timeOffset="20438.7903">11436 4130 0,'0'0'16,"-40"40"-1,80-40 17,-40-40-32,40 40 0,0 0 0,0 0 15,1 0 1,-1 0-16,0 0 0,0 0 0,0-40 0,0 40 15,40 0-15,-39-40 0,39 40 0,-40 0 0,40-40 16,-40 40-16,0 0 0,1 0 16,-1 0-16,-40 40 31,-40-40-31,-1 40 0,41 0 0,-80-40 16,40 40-16,40 0 0,-40 1 15,0-1-15,0 0 0,0 0 0,-1-40 0,1 40 16,0 0-16,0 0 0,0 0 0,0 0 0,0 1 15,0-1-15,-41-40 16,41 40-16,40 0 0,-40-40 0,0 40 0,40 0 16,-40-40-16,80 0 31,40 0-15,0 0-16,-39 0 0,-1 0 15,0-40-15,40 40 0,0-40 16,-40 40-16,41-40 0,-1 40 0,-40 0 0,40 0 15,1-40-15,-41 40 0,40-40 0,0 40 0,-40-41 16,41 1-16,-1 40 16</inkml:trace>
  <inkml:trace contextRef="#ctx0" brushRef="#br0" timeOffset="20748.7408">13402 2566 0,'0'0'15,"40"0"16,0 40-31,1-40 0,-1 40 0,0 0 16,0 1-16,0-1 0,-40 0 16,40 0-16,0-40 0,-40 40 0,40 0 0,-40 0 15,0 0-15,0 0 16,0 1-16,41-1 0,-41 0 0,0 0 16,0 0-16</inkml:trace>
  <inkml:trace contextRef="#ctx0" brushRef="#br0" timeOffset="21008.7973">13964 2727 0,'-40'-81'16,"80"162"-16,-120-162 16,80 41-16,-40 40 0,40-40 15,-41 40 1,1 80-1,-80 81 17,80-81-32,-40 40 0,39-39 0,-119 159 31,120-120-31,0-79 0,-41 79 31</inkml:trace>
  <inkml:trace contextRef="#ctx0" brushRef="#br0" timeOffset="21358.7761">14526 2446 0,'0'0'15,"-81"0"1,41 0 0,40 40-1,-40-40-15,0 160 16,40-120-16,0 1 0,0-1 15,0 0 1,0 0-16,80 80 16,-80-80-16,81 0 15,-41-40-15,0 0 16</inkml:trace>
  <inkml:trace contextRef="#ctx0" brushRef="#br0" timeOffset="21798.749">14767 2646 0,'0'0'16,"40"0"15,80-40-15,81 0-1,-121 40 1,-40 0 15,0 0-15,-80 0 31,40 40-47,-40-40 0,40 40 0,-40-40 15,0 40-15,0-40 16,40 41-16,-41-1 0,1-40 0,0 40 0,0 0 15,0 0-15,0 0 0,40 0 16,-40-40-16,40 40 16,0 0-16,-40 1 0,120-41 31,-40 0-15,0 0-1,0-41-15,0 41 0,0 0 0,1 0 16,-1 0-16,0 0 0,0 0 0,0 0 0,0 0 15,0 0-15,0 0 16,1 0-16</inkml:trace>
  <inkml:trace contextRef="#ctx0" brushRef="#br0" timeOffset="22008.6648">15730 2646 0,'-41'-80'15,"82"160"-15,-82-120 32,82 40-32,-41 40 0,40 0 0,-40 1 0,40-1 15,-40 0-15,0 0 0,0 0 16,0 0-16,0 0 0,0 0 0,-40 0 0,40 41 16,-81-41-16,41 0 15,0 40-15,0-40 0,0 0 0,-40 0 0</inkml:trace>
  <inkml:trace contextRef="#ctx0" brushRef="#br0" timeOffset="23928.5476">17214 2646 0,'0'0'0,"-40"0"0,80 0 62,-40-40-46,80 40-16,-39 0 16,-1-40-16,0 40 0,40 0 0,-40 0 15,0 0-15,41 0 0,-41 0 0,0 0 0,0 0 16,0 0-16,0 0 0,0 0 15,0 0-15,1 0 0,-41 40 0</inkml:trace>
  <inkml:trace contextRef="#ctx0" brushRef="#br0" timeOffset="24128.5386">17495 2967 0,'-40'40'16,"80"-80"-16,-120 80 0,120-40 31,0 0-31,0 0 16,0 0-1,0 0-15,41 0 0,-41 0 0,0 0 0,40 0 16,-40 0-16,0 0 0,41 0 16,-41 0-16,0 0 0,40 0 0,-40 0 0</inkml:trace>
  <inkml:trace contextRef="#ctx0" brushRef="#br0" timeOffset="24428.5906">19301 2727 0,'0'0'0,"40"0"31,40-41-31,201 41 15,-201 0-15,81 0 16,-81 0-16</inkml:trace>
  <inkml:trace contextRef="#ctx0" brushRef="#br0" timeOffset="27658.3963">20986 1764 0,'0'0'0,"-40"0"109,40 40-93,0 0-1,0 0-15,0 0 0,0 1 0,0-1 0,0 0 16,0 0-16,0 0 16,-40 40-16,40-40 0,0 0 0,0 1 0,0 39 15,0-40-15,0 0 0,0 0 0,0 0 0,0 0 16,0 0-16,0 0 0,0 1 15</inkml:trace>
  <inkml:trace contextRef="#ctx0" brushRef="#br0" timeOffset="27968.2992">20625 3288 0,'-40'0'15,"40"-40"32,80 40-47,-40 0 0,0-40 16,0 40-16,1 0 15,-1 0-15,40 0 0,-40 0 0,40 0 0,-40 0 16,1-40-16,39 40 0,-40 0 16,0 0-16,40 0 0,-40 0 0,1 0 0,-1 0 15,0 0 1,-40-40-16</inkml:trace>
  <inkml:trace contextRef="#ctx0" brushRef="#br0" timeOffset="28578.2809">20184 4130 0,'0'0'16,"40"0"15,0 0-15,-40-40-16,160 40 16,-120 0-16,1 0 0,79-40 15,-80 40-15,80-40 16,-79 40-16,-1 0 15,0 0 1,-80 0 15,40 40-31,-81 40 32,-79 41-17,-1-1 1,81 40-1,0-79 17,80-41-17,40-40 1,121 0 15,-41 0-15,-40 0-1,41 0 1,-81 0-16,160 0 16</inkml:trace>
  <inkml:trace contextRef="#ctx0" brushRef="#br0" timeOffset="28818.3228">21468 4411 0,'-41'-40'16,"82"80"-16,-122-80 0,41 0 16,120 0-1,-39 40 1,159-40 0,-160 40-16,81 0 15,-81 0-15,0 0 16,-40 40-16,40 0 15,0-40 1,-40 40-16</inkml:trace>
  <inkml:trace contextRef="#ctx0" brushRef="#br0" timeOffset="29278.2394">22872 3850 0,'0'-41'16,"0"82"46,0-1-46,0 40-16,-40-40 0,40 40 0,0-40 16,0 40-16,-40 1 15,40-1-15,0 0 0,-40 0 0,40 1 0,0-1 16,0 0-16,-40-40 0,40 40 0,0-40 0</inkml:trace>
  <inkml:trace contextRef="#ctx0" brushRef="#br0" timeOffset="31888.0614">7785 7860 0,'0'-40'15,"-41"40"173,1 0 77,0 0-249,0 0 0,0 40-16,0-40 15,0 0-15,0 0 0,40 40 16,-41-40-1,1 0-15,40 40 0,-40 0 0,0 0 16,0 1 0,40-1-16,-40-40 0,40 40 15,0 0 1,0 0-16,0 0 0,0 0 16,40-40-16,-40 40 15,40-40-15,-40 40 0,40-40 0,0 0 16,0 0-16,1 0 0,-1 0 15,0-40 1,0 0-16,0 0 0,0 0 16,-40 0-16,40 40 15,-40-40-15,0 0 0,40 0 0,-40-1 0,41 1 16,-41 0-16,40 0 16,-40 0-16,0-40 0,0 40 0,0 0 0,0 0 15,0-1-15,0 1 0,0 0 16,0 0-16,0 0 15,0 0 1,0 0 0,-40 40-1,40 40 63,0 0-78,0 0 16,0 0-16,0 0 0,0 0 0,0 41 16,0-41-16,-41 40 15,41-40-15,0 40 0,0-40 0,0 41 0,0-41 16,0 40-16,0-40 0,0 40 16,0-40-16,0 0 0,0 41 0,0-41 0,0 0 15,0 0-15,0 0 0,0 0 0</inkml:trace>
  <inkml:trace contextRef="#ctx0" brushRef="#br0" timeOffset="39477.6766">8306 7619 0,'-40'0'812,"80"0"-609,-40-40 1579,0 0-1767</inkml:trace>
  <inkml:trace contextRef="#ctx0" brushRef="#br0" timeOffset="41447.5564">8306 7419 0,'0'-40'16,"40"40"-16,-40-40 16,0 0-1,0 80 16,0 40-15,0-40 0,0 120-1,0-79 1,40-1 0,121-80-1,-1-80 1,-119 40-1,39-81 1,-80 81 0,-40-80-1,40 40 17,-40 80-32,40 40 46,0 40-30,0-40 0,-41 0-16,41 0 0,0 0 0,0 0 0,0 41 15,0-41-15,0 0 0,0 0 16,-40 40-16,40-40 0,0 0 0,0 0 0,-40 41 16,40-41-16,0 0 0,-40 0 0,40 0 0,0 0 15,0 0-15,-40 0 16,40 1-16,0-1 0,-40 0 0,40 0 15,-40-40 1,0 0-16,-1-40 16,41 0-1,-40 40-15,40-40 0,0-1 0,0 1 16,-40 0-16,40 0 0,0 0 16,0 0-16,0 0 0,80 0 15,-80 0-15,41 40 0,-1 0 16,0 0-1,0 0-15,0 0 0,-40 40 0,40-40 16,-40 40-16,40-40 0,-40 40 16,0 0-16,40-40 0</inkml:trace>
  <inkml:trace contextRef="#ctx0" brushRef="#br0" timeOffset="41857.5326">7343 9063 0,'-40'0'16,"80"0"-16,-120 0 16,40 0-16,40-40 31,40 40-15,120-80-1,161 40 1,161 0 15,-81 80-15,-240 40-1,-81 0 1</inkml:trace>
  <inkml:trace contextRef="#ctx0" brushRef="#br0" timeOffset="42477.4358">8065 9946 0,'0'-41'31,"-40"41"-31,0 0 16,-40 0-1,40 0-15,0 41 0,0-41 16,-1 80-16,1-40 16,0 0-16,40 0 0,-40-40 0,40 40 15,-40-40-15,40 40 0,0 0 0,0 0 16,40-40-1,-40 41-15,40-41 0,40 0 16,-39 0 0,-1 0-16,0-41 0,0 1 0,0 40 15,-40-40-15,40 40 0,-40-40 16,0 0-16,40 0 0,-40 0 0,0 0 16,0 0-16,0 0 0,0-1 0,0 1 0,0 0 15,0 0-15,0 0 16,0-40-16,-40 40 0,40 0 0,0-1 15,-40 1-15,0 40 32,0 0-17,40 40 1,0 1-16,-40-1 16,40 0-16,0 0 0,0 0 15,0 40-15,0-40 0,0 0 0,0 1 16,0-1-16,0 40 15,0-40-15,0 0 0,0 0 0,0 0 0,0 0 16,0 41-16,0-41 0,0 0 16,40-40-16,-40 40 0,0 0 0,0 0 15,40-40-15,0 0 16,0 0-16,0 0 0</inkml:trace>
  <inkml:trace contextRef="#ctx0" brushRef="#br0" timeOffset="42957.4649">8547 10026 0,'-40'0'32,"80"0"-32,-80-40 0,40 0 15,40 40-15,120-81 31,-39 81-31,39-40 32,-120 40-32,81-40 15,-81 40-15,-40 40 16,0 0 0,-40 0-16,-40 81 31,-1 39-16,41-80 1,-120 81 0,79-81-1,81-40 17,41-40-32,159-40 15,41-40 16,-40 80-15,-81-40 0,-40 40-16</inkml:trace>
  <inkml:trace contextRef="#ctx0" brushRef="#br0" timeOffset="43597.4292">11155 8662 0,'0'0'0,"-80"0"16,0 0 0,40 0-16,-1 0 15,82 0 32,-41-40-47,80 40 16,-40 0-16,0 0 0,0 0 0,40 0 0,-39 0 15,39 0-15,0 0 16,-40 0-16,40 0 0,1 0 0,-41 0 0,40-40 16,-40 40-16,0 0 0,0 0 0,1 0 0,-1 0 31,-80 0-31,-41 0 31,81 40-31,-40-40 0,0 0 16,120 0 15</inkml:trace>
  <inkml:trace contextRef="#ctx0" brushRef="#br0" timeOffset="44167.3909">12560 7820 0,'-41'-80'16,"41"40"-16,0 0 31,41 40-31,39-41 0,-40 41 0,161-40 32,-1 40-17,-120 40-15,-39 81 31,-82-81-31,-39 40 0,40-40 0,-161 121 32,121-81-32,40 0 31,160-80-15,-120 40-16,201 0 15,-161-40-15,40 0 16,-39 0-16,-1 40 15,-40 0-15,0 41 16,-201 79 15,-80-80-15,121-40 0,79-40-1,81 40 1</inkml:trace>
  <inkml:trace contextRef="#ctx0" brushRef="#br0" timeOffset="44437.3192">12399 9304 0,'0'0'0,"-40"0"0,0 40 15,0-40-15,40-40 16,40 40 0,120-40-1,201-40 17,1 39-17,-162 1 1,-120 40-1,-39 81 1</inkml:trace>
  <inkml:trace contextRef="#ctx0" brushRef="#br0" timeOffset="44967.3432">12800 9865 0,'-120'0'0,"240"0"0,-320 0 0,119-40 31,41 40-31,40-40 0,40 40 16,41 0 0,79 0-1,-120 0-15,121 0 16,-81 0-16,-40 0 0,121-40 15,-81 40 1,0 0 0,-120 40 15,0 0-15,-121 81-1,1 39 1,40 0 15,39-39-15,41-121-1,161 0 17,-41 0-32,-40 0 0,120-40 15,-119 40-15,39-41 31,-40 41-31,40-40 16</inkml:trace>
  <inkml:trace contextRef="#ctx0" brushRef="#br0" timeOffset="45737.244">14566 8181 0,'0'-40'16,"-40"40"-1,-41-40 1,81 240 15,0-120-31,0-39 0,81 119 31,-41-120-31,0 0 0,0-40 0,81 0 16,-1-160 15,-120-41-15,0 41-1,0 120 1,0 80 0,0 80 15,0-80-31,-40 161 16,40-161-16,0 0 0,0 120 15,0-79-15,0 39 16,0-80-16,-80 241 15,39-161 1,1-80-16,-40 121 16,40-121-16,0-40 15,0 0-15,-1 0 16,1-40-16,40-1 16,0-79-1,0-80 16,81 119-31,-41 81 0,0-80 32,0 80-32,0 0 15,0 0-15,81 0 16,-81 0-16,40 0 0</inkml:trace>
  <inkml:trace contextRef="#ctx0" brushRef="#br0" timeOffset="45997.2802">16010 8542 0,'-40'-40'15,"80"80"-15,-120-160 16,80 79-16,121 1 15,159-40 17,-199 80-32,-1-40 0,121 40 31,-161 0-31</inkml:trace>
  <inkml:trace contextRef="#ctx0" brushRef="#br0" timeOffset="46207.2668">16492 8742 0,'-40'0'16,"80"0"-16,-120 0 0,-41 0 16,121-40-16,0 0 15,40 0-15,241 0 31,-40 40-15,-161 0 0,-40 0-16,41-40 0</inkml:trace>
  <inkml:trace contextRef="#ctx0" brushRef="#br0" timeOffset="47457.1349">18137 8422 0,'0'0'0,"-40"0"0,0 0 16,0 0-16,0 0 15,40-41 1,40 41 15,40 0-31,-40 0 0,0 0 0,41 0 16,-41 0-16,0 0 15,40 0-15,-40 0 0,40 0 0,-39 0 0,-1 0 16,0 0-16,0 0 0,0 0 16,0 0-16,0 0 0,0-40 0,1 40 0</inkml:trace>
  <inkml:trace contextRef="#ctx0" brushRef="#br0" timeOffset="47707.1349">19582 7539 0,'-81'-80'16,"41"80"-16,40-40 16,0 80-1,0 40-15,0-40 16,40 0-16,-40 41 0,41-41 15,-41 0-15,40 40 0,-40-40 0,40 40 0,-40-40 16,0 41-16,0-41 16,40 0-16,-40 0 0,0 40 0,0-40 0,0 0 15,0 1-15,40-41 0</inkml:trace>
  <inkml:trace contextRef="#ctx0" brushRef="#br0" timeOffset="47977.0868">19261 8903 0,'0'0'15,"-81"0"-15,1 0 0,40 0 0,40-80 16,241-1 15,-121 81-31,-40 0 0,81 0 16,-81 0-16,161 0 15,0 0 17,-81 40-17,-120-40-15</inkml:trace>
  <inkml:trace contextRef="#ctx0" brushRef="#br0" timeOffset="48497.0561">18699 9544 0,'0'0'0,"-161"81"31,121-81-31,0 0 0,80 0 16,41 0-1,-41 0-15,40 0 0,-40 0 0,0-40 0,40 40 16,-39 0-16,-1 0 16,0 0-16,0 0 0,0 0 0,0 0 0,0 0 15,0 0-15,1 0 0,-1 0 16,0 0-16,-40 40 16,0 0 15,0 0-31,-40-40 0,40 40 0,-40-40 15,40 40-15,-41 0 0,1 0 16,40 0-16,-40-40 0,0 41 0,40-1 16,-40-40-16,0 40 15,0 0-15,0 0 0,-1 0 0,1 0 16,0-40-16,40 40 0,-40-40 0,40 40 0,-40-40 16,40 40-16,40-40 15,0 41 1,0-41-1,0 0-15,1 0 0,-1 0 0,0 0 16,0-41-16,0 41 0,0 0 16,0-40-16,0 40 0,1 0 0,-1-40 0,0 40 15,0 0-15,0 0 16,-40-40-16,40 40 0,0 0 0,0 0 16,1 0-16</inkml:trace>
  <inkml:trace contextRef="#ctx0" brushRef="#br0" timeOffset="48697.0459">20023 10066 0,'-40'0'0,"40"-40"16,0 0 0,40 40-1,-40-40-15,80 40 0,-40 0 0,1 0 16,-1 0-16,40 0 0,-40 0 15,0-41-15,0 41 0,0 0 0,1 0 0,-1 0 16,0 0 0,0 0-16</inkml:trace>
  <inkml:trace contextRef="#ctx0" brushRef="#br0" timeOffset="48897.1055">20906 9625 0,'0'0'0,"-40"-40"15,0 40 1,-1 40 0,-39 80-1,0 121 1,80-161 0,0-40-16,-80 120 15,80-120-15</inkml:trace>
  <inkml:trace contextRef="#ctx0" brushRef="#br0" timeOffset="50496.9345">9390 12031 0,'0'-40'0,"-41"40"15,1 0 1,0 0-16,0 0 0,0 0 16,0 40-1,0-40-15,0 0 0,-41 0 0,41 40 0,0 0 16,0 0-16,0-40 0,0 40 15,0 1-15,-1-41 0,1 40 0,0 0 0,40 0 16,-40-40-16,40 40 16,0 0-16,40-40 15,-40 40-15,40-40 0,41 0 16,-41 0-16,0 0 0,-40-40 0,40 40 16,0-40-16,0 40 0,-40-40 0,40 0 0,0 0 15,-40 0 1,41-1-16,-41 1 0,0 0 0,0 0 15,40 0-15,-40 0 0,0 0 16,0 0-16,0 0 0,0-1 0,0 1 0,0 0 16,0 0-16,0 0 15,0 0-15,0 0 0,-40 40 16,40 40 15,0 0-15,-41 0-1,41 0-15,0 0 0,0 0 0,0 41 0,-40-41 16,40 40-16,0-40 0,0 0 16,0 0-16,0 41 0,0-41 0,0 0 0,40 0 15,-40 0 1,0 0-16,41 0 0,-41 0 0,40-40 16,0 40-16</inkml:trace>
  <inkml:trace contextRef="#ctx0" brushRef="#br0" timeOffset="51066.9727">9751 11951 0,'-40'-40'0,"80"80"0,-121-120 0,41 80 31,40 40-15,40 0-1,1 0-15,39 0 16,-40-40-16,40 40 16,-40-40-1,0-80 1,-40 0 0,0 40-16,0-1 31,0 1-31,0 80 31,0 1-15,0-1-16,0 0 15,0 0-15,0 0 0,-40 0 16,40 0-16,0 0 0,0 0 0,0 1 0,0-1 16,0 40-16,0-40 0,-40 0 15,40 0-15,-40 0 0,40 0 0,0 0 0,-40 1 16,0-1-1,40 0-15,-40-40 0,40 40 0,-40-40 0,40 40 16,-41-40-16,1 0 16,0 0-16,0 0 0,40-40 15,0 0 1,-40 40-16,40-40 0,0 0 0,0-1 16,0 1-16,80 0 0,-80 0 15,40 40-15,-40-40 0,40 40 16,1-40-16,-1 40 0,0 0 15,0 0 1,-40 40 0</inkml:trace>
  <inkml:trace contextRef="#ctx0" brushRef="#br0" timeOffset="51406.9543">8547 13354 0,'0'0'15,"-40"0"-15,0 0 16,0 0-1,-1 0-15,41-40 16,41 40-16,39 0 0,0 0 31,0-40-31,81 40 0,-81-40 0,321 0 16,1-40 15,-202 80-15,-120 0-1</inkml:trace>
  <inkml:trace contextRef="#ctx0" brushRef="#br0" timeOffset="51976.8429">9430 13796 0,'0'0'0,"-40"0"0,-1-40 31,1 40-31,0 0 0,0 0 0,0 40 31,-80 160-15,79-120 0,1-40-16,40 1 0,0-1 0,81 0 15,-41-40 1,0 0-16,0 0 0,80-121 16,-80 121-16,1-40 0,-1-80 31,0 120-31,-40-160 15,0 79-15,0 41 0,0-80 16,0 40 15,-40 80-15,40 40 0,-40 0-16,40 120 15,0-119-15,0-1 0,0 80 31,0-80-31,0 80 16,0-80-16,0 1 0,0-1 16,0 0-1,40 0 1</inkml:trace>
  <inkml:trace contextRef="#ctx0" brushRef="#br0" timeOffset="52376.82">9871 13876 0,'0'0'16,"-40"0"-16,0-40 15,40 0 1,40 40-16,201-81 31,-201 81-31,80-40 16,-80 0-16,0 40 15,-40 40 17,-40 0-32,40 1 15,-40-41-15,40 40 0,-40 0 16,40 0-16,-40 0 0,0 0 0,0 0 16,0 0-16,40 0 0,-41 0 0,1 1 15,40-1 1,40-40 15,1-40-31,-1 40 16,0-41-16,0 41 15,0 0-15,-40-40 0,40 40 0,0 0 16,-40-40-16,40 40 0,1 0 16,-41-40-1</inkml:trace>
  <inkml:trace contextRef="#ctx0" brushRef="#br0" timeOffset="52696.8229">11396 12873 0,'-40'-40'0,"80"80"0,-160-80 31,120 0-31,40 40 0,0 0 16,0 0-16,0 0 0,80 0 31,-39 0-31,-1 0 0,0 0 0,161 0 31,-81 0-15,-79 0 0</inkml:trace>
  <inkml:trace contextRef="#ctx0" brushRef="#br0" timeOffset="52876.8062">11797 12512 0,'-40'0'16,"40"40"-16</inkml:trace>
  <inkml:trace contextRef="#ctx0" brushRef="#br0" timeOffset="53406.8303">11837 12312 0,'0'-40'0,"-40"40"16,40 40 15,0 0-15,0 0-16,0 0 15,0 0-15,0 0 0,0 0 0,0 0 0,-40 1 16,40-1-16,0 40 0,0-40 0,-40 0 0,40 40 16,0-40-16,-40 41 0,40-41 15,0 0-15,0 0 0,0 40 0,0-40 16,0 0-16,40-40 15,-40 40-15</inkml:trace>
  <inkml:trace contextRef="#ctx0" brushRef="#br0" timeOffset="54056.738">12961 12633 0,'-40'0'0,"0"0"16,-1-41-1,41 122 1,0-1-1,0 0-15,0 161 32,0-201-32,0 40 0,0 40 15,0-80-15,41 1 16,-41-1-16,40-40 16,-40-40-1,0-1 1,0-119-1,0 120-15,-40-161 16,40 161-16,-41 0 0,41-40 16,0-121-1,0 81 1,41 0 15,79 40-15,0 80-1,-80 40 1,1-40-16,-1 160 16,-40-120-16,0 40 0,-40 41 31,-1-81-31,-79 80 16,80-80-16,0 0 0,-40 1 15,39-41-15,-39 0 16,40 0-16,40-41 15,0 1 1</inkml:trace>
  <inkml:trace contextRef="#ctx0" brushRef="#br0" timeOffset="54706.7516">13844 12873 0,'0'-80'16,"0"160"-16,-41-200 16,41 160-1,0 0 1,0 80-1,0-79-15,121 79 16,-81-80-16,0-40 0,0 40 16,81-40-1,-41-80 1,-80-81 15,0 81-31,0 0 31,0 120 48</inkml:trace>
  <inkml:trace contextRef="#ctx0" brushRef="#br0" timeOffset="55676.6512">14405 12592 0,'0'41'0,"-40"-41"15,40 40 157,-40 0-172,40 0 0,0 0 16,0 0-16,-40 0 15,40 0-15,0 41 0,0-41 0,0 0 0,-40 0 16,40 0-16,-40 40 0,40-40 16,0 40-16,-40-39 0,40-1 0,0 40 0,-41-40 15,41 40-15,-40-40 0,40 0 0,-40 41 0,40-41 16,0 0-16,-40 0 16,40 0-16,0 0 0,-40-40 0,40 40 0,-40 0 15,0-40 1,0 0-16,-1-40 31,1 0-31,0 0 16,40 0-16,0 0 15,0 0-15,0 0 0,0 0 0,0-1 0,0 1 16,40 0-16,0 0 0,1 0 0,-1 40 16,0-40-16,0 40 15,0 0-15,0-40 0,0 40 0,0 0 16,1 0-16,-1 0 15,0 0-15,0 0 16,-40-40-16</inkml:trace>
  <inkml:trace contextRef="#ctx0" brushRef="#br0" timeOffset="56506.6424">15409 12953 0,'-41'0'16,"1"0"62,40 41-78,-40-41 0,0 0 16,80 0 31,0 0-47,0 0 15,1 0-15,39 0 0,-40 0 0,0 0 0,40 0 16,-40 0-16,1 0 15,39 0-15,-40 0 0,40 0 0,-40-41 0,0 41 16,41 0-16,-41 0 0,0 0 16,0 0-16,0 0 0,0 0 15,-40 41 17,-40-41-32</inkml:trace>
  <inkml:trace contextRef="#ctx0" brushRef="#br0" timeOffset="56886.5663">15569 13475 0,'0'0'0,"-80"40"16,-41 0-1,162-40 17,39 0-17,120 0 1,-159 0-16,79 0 16,-80 0-16,161 0 15,-1 0 1,-160 0-1,1 0 1,-82 0 15</inkml:trace>
  <inkml:trace contextRef="#ctx0" brushRef="#br0" timeOffset="58396.4586">17816 12713 0,'0'0'0,"-40"0"15,40-40 1,0 0-1,-40 40 32,0 40-47,-41-40 16,81 40-16,-40 0 0,0 0 0,0 0 0,0-40 16,40 40-16,-40 0 0,0 41 15,40-41-15,-40 0 0,40 0 0,0 0 0,-41 0 16,41 0-16,0 0 15,0 0-15,81 0 0,-81 1 0,40-41 16,0 0-16,0 0 0,0 40 16,0-40-16,0 0 0,1 0 0,-1 0 0,0 0 15,0 0-15,0-40 0,0 40 0,0 0 0,0-41 16,1 41-16,-1-40 16,0 40-16,-40-40 0,40 0 0,0 0 15,-40 0-15,40 0 16,-40 0-16,40 0 0,-40 0 0,0-1 0,0 1 0,0 0 15,0 0-15,0 0 16,0 0-16,0 0 0,0 0 0,0 0 0,-40 40 16,40-41-16,-40 1 15,40 0-15,-40 40 0,0 0 16,0 0 0,0 0-1,40 40-15,-41-40 0,41 40 16,-40-40-16,40 41 0,-40-41 15,40 40-15,0 0 0,-40 0 16,40 0-16,0 0 16,0 0-16,0 0 0,0 0 15,40 1-15,-40-1 0,0 0 0,40 0 0,-40 0 16,0 0-16,0 0 0,40 0 16,-40 0-16,0 0 0,0 1 15,41-1 1,-41 0-16,0 0 0,0 0 0,0 0 15,0 0-15,-81 0 16,81 0-16,0 1 0,0-1 0,-40 0 16,0-40-1,40 40-15,0-80 47</inkml:trace>
  <inkml:trace contextRef="#ctx0" brushRef="#br0" timeOffset="61436.268">2408 15199 0,'-41'0'16,"41"-40"15,-40 40-31,40 40 62,0 0-62,0 1 16,0-1-16,0 0 0,-40 0 0,40 0 0,0 40 16,0-40-16,0 40 0,-40-39 15,40-1-15,0 40 0,-40-40 0,40 0 16,0 40-16,0-40 0,0 1 15,0-1-15,0 0 0,0 0 0,0 0 16</inkml:trace>
  <inkml:trace contextRef="#ctx0" brushRef="#br0" timeOffset="61726.2819">2087 15400 0,'0'-40'0,"0"80"0,-41-80 0,41 0 0,0 0 31,0-1-31,81 1 31,-41 40-31,120-40 32,1 40-17,-121 0-15</inkml:trace>
  <inkml:trace contextRef="#ctx0" brushRef="#br0" timeOffset="61986.311">1926 16282 0,'-40'40'16,"80"-80"-16,-120 120 15,160-120 1,-40 40-1,161-80 1,-41 80 0,-79 0-1,-41 0-15,40 0 16</inkml:trace>
  <inkml:trace contextRef="#ctx0" brushRef="#br0" timeOffset="62206.2963">2969 16122 0,'-40'0'0,"0"0"16,40-40 62</inkml:trace>
  <inkml:trace contextRef="#ctx0" brushRef="#br0" timeOffset="62496.2438">3491 15560 0,'-40'-40'16,"80"80"-16,-80-120 15,0 80-15,40 40 16,0 0-1,0 40-15,40-39 0,-40-1 0,0 0 16,0 0-16,0 0 16,0 0-16,0 0 0,0 0 0,0 0 0,0 1 15,-40-1-15,40 0 0,0 0 0,0 0 0,0 0 16,-40-40-16,40 40 16,0 0-16</inkml:trace>
  <inkml:trace contextRef="#ctx0" brushRef="#br0" timeOffset="62746.263">3250 15801 0,'-80'-80'31,"160"160"-31,-160-200 0,80 39 16,0 41-16,0 0 0,120 0 15,81-40 17,-40 80-17,-81 40 1,-80 0-16</inkml:trace>
  <inkml:trace contextRef="#ctx0" brushRef="#br0" timeOffset="62936.1784">3371 16001 0,'0'0'16,"-41"0"-16,82-40 31,-1 40-15,0 0-1,0 0-15,0 0 0,0 0 0,0 0 16,1 0 0,-1 0-16</inkml:trace>
  <inkml:trace contextRef="#ctx0" brushRef="#br0" timeOffset="63196.1975">4374 16042 0,'0'-41'16,"0"1"0,40 40 15,-40-40-16,40 40-15,0 0 16</inkml:trace>
  <inkml:trace contextRef="#ctx0" brushRef="#br0" timeOffset="63776.132">5618 15961 0,'-81'0'15,"162"0"-15,-202-40 32,161 40-17,41 0-15,-1 0 16,-40 0-16,0 0 16,0 0-16,0 0 0,1 0 0,-1 0 15,0 0-15,0 0 16,0 40-16</inkml:trace>
  <inkml:trace contextRef="#ctx0" brushRef="#br0" timeOffset="63976.1142">5618 16523 0,'-121'40'15,"242"-80"-15,-202 80 31,162-40-15,79 0 0,-120 0-16,41 0 15,-41 0-15,0 0 16</inkml:trace>
  <inkml:trace contextRef="#ctx0" brushRef="#br0" timeOffset="64806.1385">7504 16242 0,'-121'0'31,"242"0"-31,-322 0 16,161 0-16,120 40 31,-40-40-31,241 80 32,40-80-17,-160-40 1,-161-80 15,-121 0-15,-39 39-1,-1 81 1,161 81-16,-160-1 31,80 80-15,39 1-1,162-1 17,39-40-17,1 1 1,-41-121 0,-40 0 15,-39-40-16</inkml:trace>
  <inkml:trace contextRef="#ctx0" brushRef="#br0" timeOffset="65356.0302">8386 15640 0,'-40'0'16,"80"0"-16,-120 0 16,160 0-1,-80-40-15,41 40 16,-1 0-16,0 0 0,0 0 0,40 0 15,-40-40-15,0 40 16,1 0-16,39 0 0,-40 0 0,0 0 0,0 0 16,0 0-16,0 0 0,1 0 0,-1 0 15,0 0 1</inkml:trace>
  <inkml:trace contextRef="#ctx0" brushRef="#br0" timeOffset="65806.0775">9791 14838 0,'0'-40'0,"0"80"0,-40-80 31,0 40-15,-1 80-1,-39 81 1,80-121-16,-40 161 31,40 39-15,80 1-1,-80-81 17,40 41-17,-120-81 1,-40 0 0,40-120 15,39 40-16,41-120 1</inkml:trace>
  <inkml:trace contextRef="#ctx0" brushRef="#br0" timeOffset="66325.9886">9911 15640 0,'-40'0'16,"40"41"-1,0-1-15,40 40 32,0 40-17,-40 1 1,0-41 15,0-120-15,0 0-1,0-161 1,40-40 15,1 81-15,-1 80-1,40 40 17,0 40-17,0 80 1,-80 40 0,-80 41 15,-40-121-31,40 0 15,-1 0 1</inkml:trace>
  <inkml:trace contextRef="#ctx0" brushRef="#br0" timeOffset="67355.9111">11075 15681 0,'0'-41'16,"-40"41"-1,0 0-15,0 0 0,-1-40 16,1 40-16,0 0 16,0 0-16,0 0 0,0 40 15,0-40-15,-1 41 16,1-41-16,40 40 0,-40 0 0,0 0 0,40 0 15,-40-40-15,40 40 16,0 0-16,40 0 0,40-40 16,-40 0-16,1 0 0,-1 0 15,0 0-15,0 0 16,0 0-16,0 0 0,0-40 0,1 0 16,-41 0-16,0 0 15,0 0-15,0 0 0,0 0 0,0-1 16,0 1-16,0 0 15,-41 0-15,41 0 0,0 0 0,-40 40 0,40-40 16,0 0-16,0 0 0,0 0 16,0-1-16,0 82 47,0-1-32,0 0-15,0 0 16,0 0-16,0 0 0,0 0 0,0 0 15,0 0-15,0 0 16,0 1-16,0-1 0,0 0 0,0 0 0,0 0 16,40-40-16,-40 40 0,0 0 0,41-40 0,-41 40 15,40 0 1,0-40-16,-40 41 0</inkml:trace>
  <inkml:trace contextRef="#ctx0" brushRef="#br0" timeOffset="67945.9481">11396 15560 0,'0'-40'15,"0"80"-15,-40-80 0,40 0 16,0 0-16,0 0 31,40 40-15,80 0-1,81 0 1,-161 0-16,40 0 31,1 0-15,-162 40-1,1 0 17,0 40-17,0 41 1,-1-41 0,41 0 15,80-80 0,0 0-31,41 0 16,79 0 15,-80 0-15,-39 0-1,-1 0 16,0 0-15</inkml:trace>
  <inkml:trace contextRef="#ctx0" brushRef="#br0" timeOffset="68245.9295">12720 16001 0,'-40'0'31,"40"-40"-31,80 40 0,-40-40 16,161 0-1,0 40 17,-1 0-17,-79 0 1,-81 40 0</inkml:trace>
  <inkml:trace contextRef="#ctx0" brushRef="#br0" timeOffset="68545.9103">13121 16362 0,'-80'0'16,"160"0"-16,-200 40 0,160-40 31,40 0-31,1 0 0,-41 0 16,0 0-16,0 0 0,40 0 15,-40 0-15,0 0 0,1 0 0,-1 0 0,0 0 16,0 0 0,0 0-16,0 0 0,0 0 15,-80 0 17,0 0-17,0 0 1,40-40-16</inkml:trace>
  <inkml:trace contextRef="#ctx0" brushRef="#br0" timeOffset="69355.7904">15088 16402 0,'-41'0'0,"82"-40"32,39 40-32,-40 0 15,0-40 1,0 40-16,0 0 0,0-40 0,1 40 0,-1 0 16,0-40-16,0 40 0,0-40 15,0 0-15,0 0 16,-40 0-1,0 0-15,0-1 0,-80 1 16,40 0-16,0 40 16,0 0-16,0 0 0,-1 0 0,1 0 15,0 0-15,0 40 0,0 0 0,0-40 16,40 41-16,-40-1 16,0 0-16,40 0 0,0 0 0,0 0 15,0 0-15,0 0 16,0 0-16,0 0 0,40-40 0,-40 41 0,40-1 15,40 0 1,-40-40-16,-40 40 0,40 0 0,0-40 0,1 0 16,-1 40-16,0-40 0,0 0 15,0 0-15,0 0 16,-40-40-16,40 40 0,0 0 0</inkml:trace>
  <inkml:trace contextRef="#ctx0" brushRef="#br0" timeOffset="69865.8309">16131 15600 0,'-40'0'0,"80"0"0,-120 0 0,39 0 31,1 0-15,0 0-1,120 0 1,-39 0 0,159 0-1,81 0 1,-80-40 0,-161 40 15,-120 0-16,-1-40 1,41 40 0,80 40 15,0-40-31</inkml:trace>
  <inkml:trace contextRef="#ctx0" brushRef="#br0" timeOffset="71175.6949">16412 15360 0,'0'0'0,"0"-40"16,0 0 15,0-1-15,-40 41 46,40-40-62,40 40 63,-40 40-63,0 1 0,0-1 15,0 0 1,0 0-16,0 0 16,0 0-16,0 0 0,0 0 15,0 0 1,0 0-16,0 1 0,0-1 0,0 0 0,0 0 16,0 0-16,0 0 15,0 0-15,0 0 0,0 0 0,0 1 16,0-1-16,80-40 15,-80 40-15</inkml:trace>
  <inkml:trace contextRef="#ctx0" brushRef="#br0" timeOffset="72555.6698">17455 14798 0,'40'0'16,"-40"-40"-16,0 0 16,0 0-1,-40 40 48,0 0-63,0 0 31,40 40-31,-40 0 16,40 0-16,-41 0 0,41 0 15,0 1-15,0-1 0,0 40 16,-40-40-16,40 0 0,0 0 0,0 0 0,0 41 16,0-41-16,0 0 15,0 0-15,0 0 0,0 0 0,0 0 0,0 0 16,0 40-16,40-39 15,-40-1-15,0 0 0,41 0 0,-41 0 0,0 0 16,0 0-16,0 0 16,0 0-16,0 1 0,0-1 0,0 0 15,-41-40-15,41 40 0,-40 0 0,40 0 16,-40-40-16,40 40 0,-40-40 16,40 40-16,-40-40 0,40 40 15,-40-40-15,0 0 16,0 40-16,-1-40 0,1 0 15,0 0 1</inkml:trace>
  <inkml:trace contextRef="#ctx0" brushRef="#br0" timeOffset="73275.6241">17776 15079 0,'0'-40'15,"0"0"-15,0 0 32,0 0-17,40 40-15,0-41 16,0 41-16,0 0 16,1 0-16,-1 0 0,0 0 15,-40 41 1,0-1-16,0 0 0,0 0 15,0 0-15,0 0 16,-40-40-16,40 40 0,-40-40 0,40 40 0,-41-40 16,1 40-16,0-40 15,40 41 1,0-1 15,40-40-31,-40 40 0,40-40 16,-40 40-1,41-40-15,-1 0 0,-40 40 0,0 0 32,0 0-32,-40-40 15,-1 40-15,1-40 0,0 0 0,40 40 16,-40-40-16,0 0 16,0 40-16,0-40 0,0 0 15</inkml:trace>
  <inkml:trace contextRef="#ctx0" brushRef="#br0" timeOffset="73535.5364">17535 15881 0,'-40'0'0,"80"0"0,-120 40 32,160-40-32,-40 0 15,41-40-15,159 0 32,-39 0-17,-81 40 1</inkml:trace>
  <inkml:trace contextRef="#ctx0" brushRef="#br0" timeOffset="73965.5827">17575 16122 0,'0'0'16,"40"-40"-1,121 40 17,-1 0-17,-79-40 1,-41 40-1,-80 40 17,0 0-17,-1 0-15,41 0 16,-40-40-16,0 40 0,40 0 16,-40-40-16,40 40 15,40-40 16,40 0-31,-39 0 0,-1 0 16,0-40-16,0 40 16,0-40-16,0 40 0,0 0 15</inkml:trace>
  <inkml:trace contextRef="#ctx0" brushRef="#br0" timeOffset="74475.5523">18819 15640 0,'-120'0'31,"240"0"-31,-360-40 16,199 40-16,1 40 16,0 41-1,40-41-15,80 40 32,-39-40-32,39-40 31,0-120-16,-80-41 1,0 81 0,0-80-1,0 120 1,0 80 15,-40 0-15,40 80-1,0 81 17,80-1-17,-80-160 1,0 0-16</inkml:trace>
  <inkml:trace contextRef="#ctx0" brushRef="#br0" timeOffset="74915.5248">18980 15480 0,'0'0'0,"0"-40"16,160-40-1,-79 80 1,79-40-1,-40 40 17,-160 0-17,40 40 1,0 0 0,-40-40-16,40 40 0,-40 0 0,0 0 15,40 0-15,-40-40 0,40 40 16,-40 0-16,0 1 0,40-1 15,-41-40 1,41 40-16,81-40 31,-41 0-31,-40-40 16,80 40-16,-40 0 0,0-40 0,0 40 0,1 0 16,-1 0-1,0-41-15,0 41 0,0 0 0,0 0 31</inkml:trace>
  <inkml:trace contextRef="#ctx0" brushRef="#br0" timeOffset="75265.504">20264 16322 0,'-40'0'15,"80"0"-15,-40-40 16,80 0-16,-40 40 16,40 0-1,161-40 1,-40 40 0,-121 40-1</inkml:trace>
  <inkml:trace contextRef="#ctx0" brushRef="#br0" timeOffset="75445.4957">20464 16563 0,'-80'0'31,"160"0"-31,-120-40 16,121 0-16,-41 40 15,241 0 1,-41 0 0</inkml:trace>
  <inkml:trace contextRef="#ctx0" brushRef="#br0" timeOffset="75985.4604">21909 16322 0,'-40'0'15,"80"0"-15,-40 0 32,40 0-32,81-40 15,79 0 1,-120-80 15,-80-1-15,-120 81-1,80 40 1,-161 81 0,121 119-1,120-40 16,81-39-31,119-81 32,81 0-17,-200-40-15,-1-40 16</inkml:trace>
  <inkml:trace contextRef="#ctx0" brushRef="#br0" timeOffset="77405.3733">22471 15239 0,'-40'-40'16,"40"0"15,40 40-15,0 0-16,-40-40 0,40 40 0,0 0 15,-40-40-15,40 40 16,0-40-16,1 40 16,-1 0-1,0 0 1,0 0-16,0 0 16,-40 40-1,40-40-15,-40 40 0,0 0 16,0 0-16,-80-40 15,80 40-15,-40-40 0,40 41 0,0-1 16,-40-40-16,40 40 0,-40-40 16,40 40-1,40-40 1,0 0 0,0 0-16,0 40 15,0-40-15,0 0 16,-40 40-16,40-40 15,-40 40-15,0 0 16,-40-40 0,40 40-16,-80-40 0,0 0 15,80 40 1,-40-40-16,0 0 0,-1 0 0,1 0 16,0 0-16,0 0 15,0 0-15,0 0 0</inkml:trace>
  <inkml:trace contextRef="#ctx0" brushRef="#br0" timeOffset="78095.2734">23434 15079 0,'-40'-40'31,"80"80"-31,-120-40 79,80 40-64,0 0 1,-41 0-16,41 0 0,0 1 0,0-1 15,0 0-15,0 0 0,0 0 16,0 0-16,0 0 0,0 0 16,0 0-16,0 0 0,0 1 15,0-1-15</inkml:trace>
  <inkml:trace contextRef="#ctx0" brushRef="#br0" timeOffset="78495.309">23835 15320 0,'0'0'16,"0"-40"-16,40 40 31,-40 40-15,40 0-16,-40 0 15,0 0-15,-80 80 16,40-80-16,-40 0 31,80 1-31,-40-41 0,-1 0 0,1-41 31,0-79-15,120 0 0,41 40-1,-81 80 17,0 0-32,0 40 0</inkml:trace>
  <inkml:trace contextRef="#ctx0" brushRef="#br0" timeOffset="79065.2737">24477 15239 0,'-40'-40'15,"80"80"-15,-120-80 0,40 40 0,0 0 0,-1 0 31,41 81-15,81-1 0,-1-40-1,0-120 17,-80-1-17,0 41-15,0-40 16,-40 80-16,40-40 15,0 80 1,0 0 0,-40 81-1,40-81-15,0 40 16,0-40-16,0 80 16,0 81-1,-80-41 16,-41-39-15,81-81 0,0-80-1,0-121 17,40 121-32,0 0 0,80-40 31,-80 40-31,40 40 0,41-41 15,-41 41-15,0-40 16,0 40-16,0 0 0</inkml:trace>
  <inkml:trace contextRef="#ctx0" brushRef="#br0" timeOffset="79655.2364">24918 15360 0,'-40'0'0,"0"-40"0,40 0 32,40-1-32,121 1 31,39 0-16,-79 40 1,-81 0 0,-40 40 15,-120 81-15,39-1-1,-39 40 16,40-79-15,80-41 0,40-40-1,80-40 1,-80 40-16,41-41 16,-41 41-16,80 0 15,-80 0 1,0 0 15,1 0-15,-82 0 46,1 0-46,0 0-1</inkml:trace>
  <inkml:trace contextRef="#ctx0" brushRef="#br0" timeOffset="87984.6565">3210 17485 0,'-40'0'15,"0"0"-15,40-40 0,-40 40 0,0 0 16,40 40 15,0 0-15,40 1-16,-40-1 16,0 0-16,0 0 0,40 0 0,-40 0 15,0 0-15,0 0 16,40-40-16,-40 40 0,40 0 0,0 1 15,0-41-15,0 0 0,1 0 16,-1-41 0,-40 1-16,40 40 15,-40-40-15,40 0 16,-40 0-16,0 0 0,0 0 16,0 0-16,40 0 0,-40 0 15,0-1-15,0 82 63,0-1-48,0 0-15,0 0 0,0 0 0,0 0 0,0 0 16,0 0-16,0 0 16,0 41-16,-40-41 0,40 0 0,0 0 0,0 40 15,-40-40-15,40 0 0,0 0 16,-40 1-16,40-1 0,0 0 0,-40-40 0,40 40 15,0 0-15,-41-40 0,1 40 0,0-40 16,0 0 0,40 40-16,-40-40 0,0 0 15,40-40 1,-40 40-16,40-40 0,-40 40 0,40-40 16,0 0-16,0 0 15,0 0-15,0-1 16,40 41-16,-40-40 0,40 40 15,-40-40-15,40 40 0,0 0 16,0 0-16,0 0 0,0 0 16,1 0-16,-1 0 15,0 0-15,0 0 0,0 0 16,0 0-16,0 0 0</inkml:trace>
  <inkml:trace contextRef="#ctx0" brushRef="#br0" timeOffset="88174.6636">3973 17967 0,'0'-41'15,"0"1"1,40 40 0,0 0-1,-40-40-15,40 40 0,0 0 0,0 0 16,0-40-1,0 40-15,1 0 0,-1 0 16</inkml:trace>
  <inkml:trace contextRef="#ctx0" brushRef="#br0" timeOffset="88404.7061">4053 18207 0,'-80'40'15,"160"-80"-15,-201 80 16,202-40 0,-41 0-1,120-40 1,-120 40-16,1-40 16,-1 40-16,80-40 15,-80 40-15</inkml:trace>
  <inkml:trace contextRef="#ctx0" brushRef="#br0" timeOffset="89934.6124">5658 17124 0,'-40'0'94,"0"0"-63,-1 0 0,1 40-31,40 1 0,-40-41 16,40 40-16,-40 0 15,40 0-15,-40 0 0,40 0 0,0 0 16,0 0-16,-40 0 0,40 1 0,0-1 16,0 0-16,0 0 15,0 0-15,0 0 0,0 0 0,0 0 16,0 0-16,0 0 0,0 1 16,0-1-16,0 0 0,0 0 0,0 0 15,40-40-15,-40 40 16,0 0-16,0 0 0,0 0 0,0 1 15,0-1-15,40 0 16,-40 0 0,0 0-16,0 0 15,0 0 1,-40 0-16,40 0 0,-40 0 0,0 1 16,40-1-16,0 0 15,-40-40-15,40 40 0,0 0 16,0 0-1,-41 0 17,1 0-17,0-40-15,0 0 63,40-40 15,0 0-47,0 0-15,0 0-1,80 40-15,-80-40 0,0 0 16</inkml:trace>
  <inkml:trace contextRef="#ctx0" brushRef="#br0" timeOffset="91882.787">6781 17806 0,'0'-40'62,"-40"40"-15,40 40-47,0 0 31,0 0-31,-40 0 0,40 1 16,0-1-16,-40-40 0,40 40 16,0 0-16,0 0 0,0 0 0,0 0 0,0 0 15,-40-40-15,40 40 16,0 1-16,0-1 0,-40 0 0,40 0 16,0 0-16</inkml:trace>
  <inkml:trace contextRef="#ctx0" brushRef="#br0" timeOffset="92142.8431">6541 18047 0,'0'0'0,"-41"-40"16,41 0-16,0-41 15,0 41-15,41 0 32,-1 40-32,40-40 15,-40 40-15,0-40 16,0 40-16,41 0 16,-1 40-1,-40 0-15</inkml:trace>
  <inkml:trace contextRef="#ctx0" brushRef="#br0" timeOffset="92382.7539">6581 18368 0,'-40'40'15,"80"-80"-15,-121 80 0,1 0 31,120-40-15,0 0 0,1 0-16,-41-40 0,40 40 0,0 0 15,0-40-15,0 40 16,0 0-16,-40-40 0,40 40 0,0 0 16,1 0-16,-1 0 0,0 0 15</inkml:trace>
  <inkml:trace contextRef="#ctx0" brushRef="#br0" timeOffset="92672.7364">7263 18287 0,'0'0'0,"-40"0"16,40-40-1,-40 40 17,40 40-32,0 1 15,-41-41 1,41-41 31,41 1-47,-1 40 15</inkml:trace>
  <inkml:trace contextRef="#ctx0" brushRef="#br0" timeOffset="93162.9968">7624 17926 0,'-40'0'16,"0"0"-16,40 81 31,0-1-31,0 80 31,0-79-31,0 39 31,0-80-15,0-80 0,0 0-1,0 0-15,40 0 16,-40-1-16,0 1 0,0 0 0,40 0 15,-40 0-15,0 0 0,0 0 0,0 0 16,0 0-16,0-1 16,0 1-16,0 0 15,40 40-15,0-40 16,0 40-16,1 0 0,-1 0 16,-40-40-16,40 40 15,0 0-15,0 0 0,0 0 16,0 0-16,-40 40 15</inkml:trace>
  <inkml:trace contextRef="#ctx0" brushRef="#br0" timeOffset="93370.0235">7664 18328 0,'-80'0'31,"160"0"-31,-200 0 0,120-41 16,80 41-16,81-40 31,-41 40-15,-80 0 0</inkml:trace>
  <inkml:trace contextRef="#ctx0" brushRef="#br0" timeOffset="93519.938">8106 18287 0,'0'0'0,"-81"0"31</inkml:trace>
  <inkml:trace contextRef="#ctx0" brushRef="#br0" timeOffset="94249.969">9229 17806 0,'-80'0'16,"160"0"-16,-200 0 0,-1 40 31,81-40-31,0 40 0,0 0 16,-80 121 0,79-1 15,82-79-16,119-41 1,1-80 0,-81-41 15,-40 81-31,-40-40 16,0-80-1,-40 0 16,-40 39-15,-1 81 0,41 40-1,0 41 17,40 39-17,40 0 1,-40 41 15,0-81-15,-80 0-1,40-40 1,0-40 0</inkml:trace>
  <inkml:trace contextRef="#ctx0" brushRef="#br0" timeOffset="96469.8343">10553 18167 0,'-40'0'0,"0"0"47,0 0-47,0 0 16,0 0 0,-1 40-16,41 0 0,-40-40 15,40 40 1,-40-40-16,40 41 0,0-1 0,0 0 15,0 0 1,40-40 0,0 0-16,1 0 15,-1-40-15,0 0 16,0 40-16,-40-40 0,0-1 0,40 41 16,-40-40-16,40 0 15,-40 0-15,0 0 0,0 0 0,0 0 16,0 0-16,0 0 15,0-1-15,0 1 0,0 0 16,0 0-16,-40 40 31,40 40 1,0 0-17,-40 0-15,40 1 16,0-1-16,0 0 0,0 0 0,0 40 0,0-40 15,0 0-15,0 0 0,0 1 0,0-1 0,0 0 16,0 0-16,0 0 16,0 0-16,40 0 15,0-40 1</inkml:trace>
  <inkml:trace contextRef="#ctx0" brushRef="#br0" timeOffset="97119.7398">10995 18087 0,'0'-40'15,"0"80"-15,0-120 0,0 40 32,40-1-32,0 41 0,0 0 0,0 0 0,0 0 15,-40 41 1,40-1-16,-40 40 0,0-40 15,-40 0-15,0 0 0,40 0 0,-80 0 16,40 1-16,0-1 16,40 0-16,-40-40 15,80-40 1,0 0 0,40-1-16,-80 1 15,0 0-15,80 0 0,-40 0 0,1 0 16,-1 0-1,-40 0-15,40 40 0,-40-40 0,40-1 16,-40 1 0,-40 40-1,0 0 17,40 40-1,0 1-31</inkml:trace>
  <inkml:trace contextRef="#ctx0" brushRef="#br0" timeOffset="97959.7377">10914 17926 0,'0'0'0,"-40"0"0,40 41 16,-40-41-16,80 0 62,-40-41-62,40 41 0,41 0 16,-41 0-16,0 0 0,-40-40 0,40 40 15,0 0-15,0 0 0,0 0 0,1 0 16,-41-40 0,40 40-16,0 0 15,0 0 17,0 0-1,-40 40 0,0 0-15,-40-40-1,40 41-15,0-1 0,-40-40 16,40 40-16,-40-40 0,40 40 16,-40-40-16,40 40 0,-41 0 15,41 0 1,-40-40-16,40 40 0,-40-40 0,40 40 15,-40-40-15,40 41 0,-40-41 16,40 40 0,0 0-1,40-40 1,0 0 0,-40-40-1,40 40-15,0 0 0,1 0 0,-1-40 0,0 40 16,0 0-16,0-41 15,0 41-15,0-40 0,0 40 0,1-40 0,-1 40 16,0 0-16,0-40 0,0 40 0,0 0 0,0 0 16,0 0-1,-80 0 48,40 40-48,-40-40 17,0 0-32</inkml:trace>
  <inkml:trace contextRef="#ctx0" brushRef="#br0" timeOffset="99589.5733">13242 18488 0,'0'0'0,"40"0"15,0-40-15,-40 0 16,40 40-16,0 0 0,0-40 16,0 40-16,1-40 15,-1 40-15,-40-41 0,40 41 0,0 0 16,0 0-16,0 0 15,0 0-15,0 0 0,1 0 0,-1 0 16,0 0-16,0 0 0,0 0 0,0 0 16,0 0-16,0 0 15</inkml:trace>
  <inkml:trace contextRef="#ctx0" brushRef="#br0" timeOffset="99799.6333">13603 18608 0,'0'0'0,"-121"40"16,81-40 15,80 40-31,161-40 31,-81 0-31,1 0 16,39-40-1,-79 0-15</inkml:trace>
  <inkml:trace contextRef="#ctx0" brushRef="#br0" timeOffset="101059.5556">15649 17606 0,'0'-40'16,"0"-1"62,-40 41-47,0 0 1,40-40-17,-40 40 48,0 0-48,0 0-15,80 0 47,0 0-31,-40-40 0,40 40-16,-40-40 0,40 40 31,-40-40 109,-40 40-108,40 40-17,-40-40 1,40 40-16,-40 0 16,40 0-16,-80 1 0,80-1 0,-41 0 0,1 40 15,40-40-15,-40 0 0,40 0 16,0 40-16,0-39 0,0-1 0,0 0 0,0 0 15,0 0-15,0 0 0,0 0 0,40 0 0,-40 0 16,0 1-16,0-1 16,40 0-16,-40 0 0,0 0 0,0 0 0,0 0 15,0 0-15,0 0 0,0 41 16,-80-41-16,80 0 0,0 0 0,0 0 0,-40 0 16,40 0-16,-40 0 15,0 0-15,-40 41 16,39-41-16,1-40 15,40 40-15,-40-40 0,0 0 0,0 0 16</inkml:trace>
  <inkml:trace contextRef="#ctx0" brushRef="#br0" timeOffset="101579.5289">16211 18047 0,'40'0'47,"0"0"-47,0 0 0,1 0 0,-1 0 16,0 0 0,0 0-16,0-40 0,0 40 0,-40-40 15,40 40-15,0-41 16,-40 1-1,-40 0 1,-40 40 0,40 0-16,0 0 0,0 0 0,0 0 15,-1 40-15,1-40 0,0 40 16,0-40-16,40 41 0,-40-1 0,0 0 16,40 0-1,0 0-15,0 0 0,0 0 0,40-40 16,-40 40-16,40 0 0,0 1 15,40-1-15,-39-40 0,-1 40 16,0-40-16,0 0 0,0 0 16,0 0-1,0-40-15</inkml:trace>
  <inkml:trace contextRef="#ctx0" brushRef="#br0" timeOffset="102269.4816">17174 17084 0,'40'-40'31,"0"0"-16,0 40-15,121-40 32,-81 0-17,-40 80 1,-80 120 15,0-120-31,-40 81 31,40-81-15,40 0 0,40-40-1,40 0 1,81 0 0,-121 40 15,-121 80-16,1-39 1,-80-41 0,79-40-1,-39 0 1,80 0 15</inkml:trace>
  <inkml:trace contextRef="#ctx0" brushRef="#br0" timeOffset="102679.457">18017 17124 0,'0'0'16,"0"-40"-16,0 0 0,0 0 0,0 80 63,0 0-63,0 0 0,0 0 15,0 1-15,0-1 16,0 0-16,0 0 0,0 0 0,0 0 0,0 0 15,0 0-15,0 0 0,0 1 16</inkml:trace>
  <inkml:trace contextRef="#ctx0" brushRef="#br0" timeOffset="103019.4362">18418 17164 0,'0'-40'16,"0"80"-16,40-120 0,40 80 31,-39 0-31,-1 80 16,0-39 0,-40 39-16,-80 0 31,-81 0-16,81-80 1,40-160 0,160 39 15,-80 81-31,40 40 31,-39 0-31</inkml:trace>
  <inkml:trace contextRef="#ctx0" brushRef="#br0" timeOffset="103579.4031">18940 17084 0,'0'0'16,"0"-40"-1,-40 40 1,40 80 0,0-40-1,0 1 1,0-82 15,0 1-15,40 40-1,-40-40-15,0 0 0,40 40 16,-40-40-16,0 120 31,0-40-15,0 0 0,0 1-16,0-1 0,0 0 0,0 0 15,0 0-15,0 0 16,0 0-16,0 0 0,0 0 0,-40-40 15,40 41-15,0-1 0,-40 0 16,40 0 0,-41 0-16,1-40 15,0 0 1,0 0-16,0 0 31,40-40-31,0 0 16,0 0-16,40 40 15,0-40-15,40 40 0,-80-41 16,41 41-16,-1-40 16</inkml:trace>
  <inkml:trace contextRef="#ctx0" brushRef="#br0" timeOffset="104439.3502">19421 17285 0,'0'-40'16,"0"0"0,0-1-1,-40 41 48,120 0 15,-40 0-63,1 0-15,-1 0 0,0 0 0,0-40 0,0 40 16,0 0-16,0 0 0,0 0 0,1 0 16,-41-40-16,40 40 15,0 0-15,-40-40 0,-40 40 32,40 40-17,0 0 1,-81-40-16,81 40 0,-40-40 0,0 41 0,40-1 15,-40-40-15,0 40 0,0 0 0,40 0 16,-40-40-16,40 40 0,-40 0 16,-1 0-16,1 0 15,80-40 17,1 0-17,-1 0-15,0 0 0,0 0 16,0-40-16,0 40 15,0 0-15,0 0 0,1-40 0,-1 40 0,0 0 16,0 0-16,0 0 0,0 0 0,0 0 0,0 0 16,1 0-16,-82 0 62,1 0-46,0 0-1</inkml:trace>
  <inkml:trace contextRef="#ctx0" brushRef="#br0" timeOffset="105239.3027">20464 18167 0,'41'0'109,"-41"40"-78,0 0-31,-41-40 16,1 40 0,80-80 15,1 40-15,-1-40-16,0 40 15,0 0 1,-120 0-1,40 0 1,-1 0 31</inkml:trace>
  <inkml:trace contextRef="#ctx0" brushRef="#br0" timeOffset="106199.243">21949 17205 0,'0'-41'31,"0"82"0,0-1-15,0 0 0,0 0-16,0 0 15,0 0 1,40 0-16,-40 0 0,0 0 15,0 1-15,0-1 0,0 0 16,0 0-16,0 0 16,0 0-16,0 0 0</inkml:trace>
  <inkml:trace contextRef="#ctx0" brushRef="#br0" timeOffset="106509.2252">21588 18047 0,'-80'0'16,"40"0"0,80 0-1,0 0 1,40 0-16,-40 0 0,0 0 15,41 0-15,-41 0 0,0 0 0,40 0 0,-40-40 16,41 40-16,-41 0 16,40 0-16,-40 0 0,40-40 0,-40 40 0,1 0 15,-1 0-15,0 0 0,-40-41 16,40 41-16,0 0 0,0 0 31</inkml:trace>
  <inkml:trace contextRef="#ctx0" brushRef="#br0" timeOffset="107099.1891">21748 18408 0,'0'0'31,"41"0"-15,-1-40-1,120 0 1,-39 40-1,-81 0 1,40 0 0,-40 0-1,0 0 1,-80 0 15,0 80-15,0-80-16,0 0 0,0 80 15,0-80-15,-1 40 0,1-40 0,40 40 16,-40-40-16,0 40 16,0 0-16,0 0 15,80-40 32,0 0-47,0 0 16,0 0-16,0 0 0,1 0 0,-1 0 15,0 0-15,0 0 0,0 0 16,0-40-16,0 40 0,0 0 16,1 0-1,-1 0-15,-40-40 16</inkml:trace>
  <inkml:trace contextRef="#ctx0" brushRef="#br0" timeOffset="107359.1737">22752 18488 0,'-40'0'0,"80"0"0,-40 0 47,40 0-47,40 0 0,-40 0 16,0 0-16,0 0 15,1 0-15,-1-40 0,0 40 16,0 0-16,-40-40 16,40 40-16</inkml:trace>
  <inkml:trace contextRef="#ctx0" brushRef="#br0" timeOffset="107569.089">23474 18167 0,'-40'0'15,"80"0"-15,-120 0 16,40 0-16,40 40 31,0 0-31,0 41 0,0-41 16,0 0-16,-41 0 0,41 0 0,0 0 15,0 0-15,-40 0 0,40 0 16,0 0-16,0 1 0,-40-1 0</inkml:trace>
  <inkml:trace contextRef="#ctx0" brushRef="#br0" timeOffset="108219.121">21387 17686 0,'40'0'46,"1"0"-30,-1 0-16,0 0 16,0 0-16,0 0 15,0 0-15,0 0 0,0 0 16,1 0 0,-41-40-1,-41 40 1,1 0-16,0 0 15,0 0-15,0 0 0,0 40 0,0-40 16,0 0-16,-1 0 16,41 40-16,-40-40 0,80 0 31</inkml:trace>
  <inkml:trace contextRef="#ctx0" brushRef="#br0" timeOffset="109219.0184">24557 17646 0,'40'0'15,"-40"-40"1,-40 40 15,0 0-31,0 0 0,0 0 16,0 0 0,0 0-16,0 0 0,-1 40 0,1-40 0,0 40 15,0 0-15,40 0 0,-40-40 16,40 40-16,-40 0 0,40 0 0,0 0 0,0 1 15,-40-1-15,40 0 0,0 0 0,40-40 16,-40 40-16,40-40 16,0 0-16,40 0 0,-40-40 15,1 40-15,-1-40 16,0 0-16,-40 0 0,40-1 0,-40 1 0,40 0 16,-40 0-16,0-40 15,40 40-15,-40-40 0,0 40 0,0-1 0,0 1 16,0-40-16,0 40 0,0 0 0,0 0 15,0 80 48,-40 0-47,40 0-16,0 0 0,-40-40 0,40 40 0,-40 0 15,40 41-15,0-41 16,0 0-16,0 0 0,0 0 0,0 0 0,0 40 15,0-40-15,40 1 0,0-1 0,-40 0 16,40 0-16,0 0 16,-40 0-16,40-40 0,1 0 0,-1 40 15,0-40 1</inkml:trace>
  <inkml:trace contextRef="#ctx0" brushRef="#br0" timeOffset="109799.0248">24959 17846 0,'0'-40'16,"0"0"-16,0 0 31,40 40-31,0-40 15,40 40 1,40 0 0,-79-40-1,39 40 1,0 0 15,-80-40-31,0 80 47,-40-40-31,0 40-1,0-40-15,0 40 16,-1-40 0,41 40-16,-40-40 0,40 40 0,-40-40 15,40 40 1,-40 0-16,40 0 0,-40-40 15,40 41-15,-40-41 0,40 40 0,0 0 16,0 0 0,40-40 15,0 0-31,0 0 0,0 0 16,0 0-16,1 0 0,-1-40 15,0 40-15,40-40 0,-40 40 0,0-40 0,1 40 16,-1 0-16,0 0 0,0-41 0,0 41 0,0 0 15,0 0 1,-40-40-16</inkml:trace>
  <inkml:trace contextRef="#ctx0" brushRef="#br0" timeOffset="136927.3785">26483 17445 0,'-40'0'0,"80"0"62,1 0-46,-1 0-1,0 0 1,0 0-16,0 0 0,0 0 0,40 0 16,-39 0-16,-1 0 0,0 0 15,0 0-15,0 0 0,0 0 0,0 0 0,0 0 16,1 0-1</inkml:trace>
  <inkml:trace contextRef="#ctx0" brushRef="#br0" timeOffset="137127.3658">26604 17806 0,'0'0'0,"0"40"0,-80-40 16,120 40-1,40-40-15,-40 0 16,0 0 0,0 0-16,0 0 0,1 0 0,-1 0 15</inkml:trace>
  <inkml:trace contextRef="#ctx0" brushRef="#br0" timeOffset="148686.5889">27767 17646 0,'-40'0'16,"40"40"15,40-40 94,1 0-94,-1 0-31,0 0 0,0 0 16,0 0-16,0 0 15,0-40-15,0 40 0,1 0 0,-1-40 16,0 40 0</inkml:trace>
  <inkml:trace contextRef="#ctx0" brushRef="#br0" timeOffset="149726.601">28771 16723 0,'0'-40'16,"0"0"31,0 80 78,0 0-110,-41 0-15,41 1 16,0-1-1,0 0-15,0 0 0,0 0 0,0 0 0,0 0 16,0 0-16,0 0 16,0 0-16,0 1 0,0-1 0,0 0 0,0 0 15,0 0-15,0 0 0,0 0 16</inkml:trace>
  <inkml:trace contextRef="#ctx0" brushRef="#br0" timeOffset="151556.418">29011 16322 0,'0'40'15,"-40"-40"1,40 40 125,-40-40-141,40 41 0,-40-1 15,40 0 17,0 0-32,0 0 15,0 0 1,0 0-16,0 0 0,0 0 15,0 1 1,0-1-16,0 0 0,0 0 0,0 0 16,0 0-1,-40 0-15,40 0 0,0 0 16,-40 0-16,40 1 0,-40-41 0,40 40 16,-41 0-1,41 0-15,0 0 0,0 0 16,0 0-1,0 0-15,0 0 32,0 1-32,0-1 15,0 0 1,0 0-16,0 0 16,0 0-1,0 0 1,0 0-16,-40-40 15,40 40-15,0 0 16,0 1 0,0-1-1,-40-40-15,40 40 16,0 0-16,0 0 16,0 0-1,-40 0 1,40 0-1,-40-40-15,40 40 0,-40-40 16,40 41-16,-40-41 16,40 40-16,-40-40 0,40 40 15,-41-40-15,1 40 0,0-40 0,0 0 32,0 0-32,0 0 0,0 0 15,40-40 1,0 0 15</inkml:trace>
  <inkml:trace contextRef="#ctx0" brushRef="#br0" timeOffset="152316.4418">29292 16202 0,'-40'0'15,"40"-40"1,-40 80 62,40 0-47,-40-40-31,0 40 16,0-40-1,0 40 1,-1-40 0,1 0-1,40 40 1,-40 0 0,40 1-16,-40-1 15,40 0 1,-40-40-16,40 40 0,0 0 15,-40-40-15,40 40 16,-40-40-16,40 40 0</inkml:trace>
  <inkml:trace contextRef="#ctx0" brushRef="#br0" timeOffset="153986.2673">29373 17285 0,'40'0'62,"0"0"-46,0 0-1,-40-40-15,40 40 0,0 0 16,-40-40-16,40-1 16,-40 1-16,40 40 0,-40-40 0,0 0 15,0 0 1,-40 40-1,0 0 1,0 0-16,0 0 16,40 40-16,-40 0 15,0-40-15,40 40 0,-40 0 0,-1 1 16,41-1-16,-40 0 0,40 0 0,0 0 0,-40 0 16,40 0-16,0 0 15,0 0-15,0 1 0,40-1 16,0 0-1,1-40-15,-1 0 16,0 0-16,0 0 16,0-40-16,0 40 0,0-40 0,0-1 15,1 41-15,-1 0 0,-40-40 16,40 40-16,-40-40 16</inkml:trace>
  <inkml:trace contextRef="#ctx0" brushRef="#br0" timeOffset="154826.2912">29774 16563 0,'0'-40'16,"40"0"15,0 40-16,0 0 1,0 0 0,-40 40 31,0 0-32,-40 0-15,0 0 16,40 0-16,-40-40 15,80 0 32,0 0-47,0 0 16,0 0 0,1 0-1,-41 40 16,0 0-31,-41-40 32,41 41-32,0-1 15,-40-40-15,0 0 16,40 40-16,-40-40 16,0 40-16,0-40 15,0 40 1,0-40-16,-1 0 15,1 40-15,0-40 16</inkml:trace>
  <inkml:trace contextRef="#ctx0" brushRef="#br0" timeOffset="155216.2685">30336 16402 0,'-41'0'47,"1"41"-31,40-1-1,0 0-15,0 0 16,0 0-1,0 0-15,0 0 0,0 0 16,0 0 0,0 1-16</inkml:trace>
  <inkml:trace contextRef="#ctx0" brushRef="#br0" timeOffset="155596.1693">30536 16563 0,'40'0'47,"0"0"-32,-40 40 17,-40 0-32,40 0 15,-40-40-15,0 40 0,0-40 16,40 40 0,-40-40-16,0 0 15,40-40 1,0 0-16,0 0 15,40 40 1,-40-40-16,0 0 0,40 40 16,0 0-16,0 0 15,-40-40-15,40 40 0</inkml:trace>
  <inkml:trace contextRef="#ctx0" brushRef="#br0" timeOffset="156266.2039">30897 16443 0,'0'0'0,"-40"0"47,40 40-32,-40-40-15,40 40 16,-40-40 0,40 40-1,40-40 1,0 0 0,0-40-16,0 40 15,-40-40-15,0 0 16,41 40-16,-41-41 15,0 1-15,-41 40 47,41 40-47,0 1 32,0-1-32,0 0 15,-40-40 1,40 40-16,0 0 0,0 0 15,0 0 1,0 0-16,0 0 0,0 1 16,0-1-1,-40-40-15,40 40 0,-40 0 16,40 0 0,-40-40-1,0 0-15,40 40 16,-40-40-1,0 0 1,40-40 0,0 0-16,40 0 15,-40 0-15,80 0 0,-80-1 16,40 1 0,0 40-16,0-40 0,-40 0 15,40 40 1</inkml:trace>
  <inkml:trace contextRef="#ctx0" brushRef="#br0" timeOffset="156916.1652">31258 16242 0,'41'0'47,"-1"0"-32,0 0-15,0 0 16,-40-40-16,40 40 0,0-40 15,0 40-15,0 0 16,-40-40-16,41 40 16,-41 40 62,0 0-78,-41-40 15,-39 40-15,80 0 16,-40 0-16,40 0 16,-40-40-16,0 40 0,40 1 15,-40-41-15,40 40 0,0 0 16,80-40 31,-80-40-47,40 40 0,0-40 15,0 40 1,0 0-16,1-41 0,-1 41 16,-40-40-16,40 40 0,0 0 15,0 0 1</inkml:trace>
  <inkml:trace contextRef="#ctx0" brushRef="#br0" timeOffset="158016.0228">29212 18287 0,'-40'0'15,"40"-40"32,40 40-15,0 0 30,0 0-62,41 0 0,-41 0 16,0-40-16,0 40 0,0 0 15,0-40-15,0 40 0,41 0 0,-41 0 0,40-40 16,-40 40-16,40-40 0,-40 40 0,41 0 0,-41 0 16,0-40-16,0 40 15,0 0-15,0-40 0,0 40 16,1 0-16,-1 0 31,0 0-15,-40 40-16,-40-40 47</inkml:trace>
  <inkml:trace contextRef="#ctx0" brushRef="#br0" timeOffset="159055.9589">29212 18568 0,'-40'0'0,"80"-40"63,0 40-63,0 0 15,0 0-15,1 0 0,-1 0 16,0 0 0,0 0-16,-40-40 15,40 40-15,0 0 16,0 0-16,0 0 15,1 0 1,-1 0 0,-40-40-16,40 40 0,0 0 31,-80 0 47,40 40-62,-40-40-16,0 0 15,40 40-15,-41-40 32,1 40-32,0-40 15,40 40-15,-40-40 16,0 40-16,0-40 15,40 40 1,-40-40-16,40 41 16,-40-41 15,40 40-31,-41-40 0,41 40 16,-40-40-1,80 0 16,1 0-15,-1 0 0,0 0-16,0 0 15,0 0 1,0 0 0,0 0-16,0 0 15,1 0 1,-1 0-16,0-40 0,0 40 15,0 0-15,-40-40 16,40 40-16</inkml:trace>
  <inkml:trace contextRef="#ctx0" brushRef="#br0" timeOffset="159366.0156">30215 18648 0,'0'0'16,"-40"0"0,80 0 30,0 0-30,0 0-16,1 0 16,-1 0-16,0 0 0,0 0 15,0 0-15,0 0 16,-40-40-16,40 40 0,0 0 0,-40-40 0,41 40 16</inkml:trace>
  <inkml:trace contextRef="#ctx0" brushRef="#br0" timeOffset="159685.9209">30937 18328 0,'-40'0'16,"80"0"31,-40 40-31,41-40-16,-41 40 0,0 0 15,0 0-15,0 0 16,0 0-1,0 0 1</inkml:trace>
  <inkml:trace contextRef="#ctx0" brushRef="#br0" timeOffset="160485.8727">31900 17766 0,'-40'0'16,"80"0"-16,-120-40 0,40 40 15,0 0 1,0 0-1,0 40-15,0-40 16,-1 40-16,1 0 0,40 0 16,-40-40-16,40 40 0,0 1 15,0-1 1,40-40 0,0 40-16,1-40 15,-1 0-15,0 0 0,-40-40 16,40 40-16,-40-40 15,40 40-15,-40-41 0,40 41 0,-40-40 0,0 0 16,40 0-16,-40 0 0,0 0 16,40 0-16,-40 0 0,0 0 0,0 0 15,0-1-15,0 1 0,0 0 0,0-40 0,0 40 16,0 0-16,0 0 16,0 0-16,0-1 0,0 1 0,0 0 15,0 80 79,0 41-94,0-41 16,0 0-1,0 0-15,0 0 0,0 0 0,0 0 16,0 0-16,0 0 0,0 1 15,0-1-15,0 0 0,0 0 0,0 0 16,0 0-16,0 0 16,0 0-16,41-40 0,-41 40 0,0 0 0,40 1 15,-40-1-15</inkml:trace>
  <inkml:trace contextRef="#ctx0" brushRef="#br0" timeOffset="161255.8279">32382 17445 0,'0'-40'15,"-40"40"-15,40-40 16,80 40 0,-40 0-16,0 0 15,121-40 1,-1 0 0,-79 0 15,-81 0-16,40 40 1,-40 40 31,-40-40-47,40 40 16,-81-40-16,81 40 15,-40 0-15,0 0 16,0-40-16,40 40 0,-40-40 15,40 40-15,-40-40 0,40 40 0,-40-40 0,-1 0 16,41 41-16,-40-1 16,0-40-16,40 40 0,-40-40 0,40 40 15,-40-40-15,40 40 16,40-40 31,0 0-32,0 0 1,0 0-16,-40-40 0,41 40 0,-1 0 16,0 0-16,-40-40 0,40 40 0,0 0 0,0 0 15,0 0 1,1 0-16,-1 0 0,0-40 16,0 40-16,0 0 15,0 0-15,0 0 31,-80 0 32,40 40-47,-40-40-16,0 0 0,0 0 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6:45:18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1565 641 0,'0'0'0,"-40"0"110,0 0-79,0 0-15,-1 40-1,1-40 1,40 40-16,-40-40 0,0 40 0,0-40 0,0 41 16,0-41-16,-41 40 0,41 0 15,-40 0-15,40 0 0,0 40 0,0-40 0,0 40 16,-1-39-16,1-1 15,40 40-15,-40-40 0,40 0 0,0 0 0,0 0 16,0 0-16,40 1 0,0-1 16,41 0-16,-41-40 15,0 40-15,0-40 0,0 0 0,0 40 16,0-40-16,1 0 16,39 0-16,-40 0 0,0 0 0,0-40 0,0 40 15,0-80-15,1 80 0,-1-40 16,-40-1-16,40 1 0,0 0 0,-40 0 0,40-40 15,-40 40-15,40 0 16,-40-41-16,0 41 0,0-40 0,0 40 0,0-40 16,0 40-16,0 0 0,0 0 0,0-1 0,0 1 15,0 0-15,-40 0 0,40 0 16,0 0-16,-40 40 16,0 0-1,0 0 1,40 40-16,-40-40 0,-1 40 15,1 40-15,40-40 0,-40-40 0,40 41 16,0-1-16,0 0 0,0 40 0,0-40 0,0 40 16,0-40-16,0 41 15,0-41-15,0 40 0,0-40 0,0 40 0,0-40 16,0 0-16,0 1 0,0-1 16,0 0-16,0 0 0,0 0 0,0 0 0,0 0 15,-40 0-15,0 0 16,40 0-16,-80 1 0,40-1 15,-1-40-15</inkml:trace>
  <inkml:trace contextRef="#ctx0" brushRef="#br0" timeOffset="330.037">963 2285 0,'0'0'0,"0"41"16,0-1 15,40-40-31,0 0 0,0-40 16,1 40-16,-1-41 15,0 41-15,0-40 0,0 0 0,40 0 0,-40 0 16,41 40-16,-1-40 16,-40 0-16,40 0 0,1 0 0,-1-1 0,-40 41 15,40-40-15,-40 40 0,0-40 16,1 40-16,-41-40 0,40 40 0,-40 40 62,-40-40-46,-1 40 0,1-40-1</inkml:trace>
  <inkml:trace contextRef="#ctx0" brushRef="#br0" timeOffset="1509.9679">4173 802 0,'0'40'93,"0"0"-77,-40 0-16,40 0 0,0 0 0,-40 0 16,40 40-16,0-40 0,-40 41 15,40-1-15,-40-40 0,40 40 0,-40-40 0,40 0 16,0 1-16,0-1 16,0 0-16,-41 0 0,41 0 0,0 0 15,0-120 16,0 40-15,0 0-16,41 0 0,-41-1 0,40-39 0,-40 40 16,40-40-16,-40 0 0,40 40 0,-40-41 0,0 41 15,40 0-15,-40-40 0,0 40 16,40 0-16,0 0 0,-40 0 0,0-1 16,40 41-1,-40-40-15,41 40 0,-1 0 31,-40 40-31,40 1 0,-40-1 16,40 0-16,0 0 0,-40 0 16,0 0-16,40 0 15,-40 0-15,0 0 0,40 0 0,-40 1 0,0-1 16,0 0-16,40 0 0,-40 0 16,0 0-16,0 0 0,0 0 0,0 0 15,41-40-15,-41 41 16,0-1-16,40-40 31,-40-40-31</inkml:trace>
  <inkml:trace contextRef="#ctx0" brushRef="#br0" timeOffset="1769.8802">3973 1483 0,'0'0'16,"-41"0"-1,41-40 1,41 40 0,159-40 15,-120 0-31,-39 40 0,79 0 31,-80 0-31,0 0 0,40 0 0</inkml:trace>
  <inkml:trace contextRef="#ctx0" brushRef="#br0" timeOffset="2539.833">6019 1323 0,'-40'-40'16,"0"40"-1,0 0 1,-81 0 15,81 40-31,0-40 0,-80 40 32,120 0-32,-41 0 0,41 0 15,0 41 1,41-81-16,-1 40 15,0-40-15,40 40 16,-40-40-16,0 0 16,0 0-16,41-80 15,-81 39-15,40 1 0,-40-40 16,0 40-16,0-161 31,0 121-31,0 40 0,0 0 0,0-160 31,0 159-31,-40 82 47,40 39-31,-40-40-16,40 0 16,0 0-16,0 0 0,0 0 0,0 0 0,0 41 15,0-41-15,0 40 16,0-40-16,0 0 0,0 40 0,0-40 0,40 1 15,-40-1-15,40 0 0,-40 0 16,40 0-16,0 0 0,0-40 0,0 0 16,0 0-16,1-40 0</inkml:trace>
  <inkml:trace contextRef="#ctx0" brushRef="#br0" timeOffset="2719.8222">6500 1162 0,'0'-80'31,"0"120"-15,0 0 0,0 1-16,0 39 15,0-40-15,0 0 0,0 0 0,0 0 0,0 0 16,0 0-16,0 1 16,0-1-16,0 0 0,0 0 0,0 0 15</inkml:trace>
  <inkml:trace contextRef="#ctx0" brushRef="#br0" timeOffset="2909.8679">6300 922 0,'0'0'16,"-40"0"-16,-41-40 15,41 40-15,40-40 0,40 40 16</inkml:trace>
  <inkml:trace contextRef="#ctx0" brushRef="#br0" timeOffset="3279.8655">7022 1323 0,'-40'0'0,"40"-40"16,-40 40-1,0-40 16,0 80-15,-1 0-16,41 80 16,0-80-16,0 0 15,41 81 1,-1-81 0,-40 0-16,40 0 15,-40 0-15,0 0 0,-80-40 16,-1 40-16,-39 0 31,80-40-31,0 0 0,0 0 0,-41-40 16</inkml:trace>
  <inkml:trace contextRef="#ctx0" brushRef="#br0" timeOffset="3599.7722">7464 1363 0,'-41'0'0,"82"0"0,-122 0 31,41 0-31,40 40 16,0 80-1,40 1 1,-40-81 0,40-40-16,41 40 15,-41-40-15,0 0 0</inkml:trace>
  <inkml:trace contextRef="#ctx0" brushRef="#br0" timeOffset="3879.755">7905 1283 0,'0'40'15,"0"0"1,40 0-16,0 40 15,-40-40-15,40 121 16,-40-41 0,-40-80 15,40-120-31,0 0 31,0-40-31,161-41 31,79 81-31</inkml:trace>
  <inkml:trace contextRef="#ctx0" brushRef="#br0" timeOffset="4169.8154">8788 1443 0,'0'40'16,"0"-80"-16,40 80 15,0-40 1,-40-40-16,120-80 31,-80 120-31,-40-40 0,41 0 16,-82 40-1,-39 0 1,40 40-16,-40 40 16,0 40-1,120 1 16,120-41-15,-120-80-16,201 0 16,-201 0-16,40 0 0,-39 0 0</inkml:trace>
  <inkml:trace contextRef="#ctx0" brushRef="#br0" timeOffset="4369.8031">9630 802 0,'-40'0'0,"80"0"0,-120 0 16,40 40-16,40 0 15,-40 0-15,40 120 16,0-120-16,0 0 0,40 81 31,-40-81-31,0 120 16,0-120-16,0 1 15</inkml:trace>
  <inkml:trace contextRef="#ctx0" brushRef="#br0" timeOffset="4679.7845">9590 1523 0,'-40'41'16,"80"-82"-16,-120 82 0,160-41 0,41-41 31,-41 1-31,0 0 0,81-40 16,-121 80-16,0 0 0,-40-40 15,40 40 1,-80 0 15,-40 80-15,39-40-1,41 40 1,41 1 0,-1-81-16,0 40 15,0-40-15,40 0 0</inkml:trace>
  <inkml:trace contextRef="#ctx0" brushRef="#br0" timeOffset="5319.7472">11556 962 0,'0'-40'0,"0"80"63,0 0-48,0 0-15,0 0 0,0 0 0,0 41 0,0-41 16,0 40-16,41-40 16,-41 40-16,0-40 0,0 0 0,0 41 0,0-41 15,0 0-15,0 0 16,0 0-16,-41 0 0,41 0 0,-40-40 16</inkml:trace>
  <inkml:trace contextRef="#ctx0" brushRef="#br0" timeOffset="5649.6714">11436 1564 0,'-40'0'0,"80"0"0,-40 0 32,120-41-17,201 41 1,-120-40-1,-161 0 1,0 40-16,0 0 16,-40 40 46,0 0-62,0 1 0,0-1 0,0 0 16,0 0-16,0 0 15,-80 0-15,80 0 0,0 0 16,-40 0-16</inkml:trace>
  <inkml:trace contextRef="#ctx0" brushRef="#br0" timeOffset="5809.6668">12158 1082 0,'0'0'0,"-40"0"0,0-40 0,0 40 16,0-40-16,0 0 0,40 0 15,40 40 1</inkml:trace>
  <inkml:trace contextRef="#ctx0" brushRef="#br0" timeOffset="6299.6154">12560 1283 0,'0'0'15,"0"40"1,0 0 0,80 80-1,-80-80 1,0 41-16,0-41 15,40-80 17,0 0-32,0-1 15,0 41 1,0 0 0,1 41-1,-41-1-15,0 0 0,40 0 16,-40 0-1,0 0-15,0 0 0,0 0 16,0-80 15,40 40-31,-40-40 0,40 40 0,0-40 16,-40 0-16,40 0 16,0 0-16,0 40 0,-40-40 15,41 40 1,-41 40-16,0 0 15,40-40-15,-40 80 0,0-40 16,40-40-16,-40 40 16,0 0-16,40-40 0,-40 40 15,40-40 1</inkml:trace>
  <inkml:trace contextRef="#ctx0" brushRef="#br0" timeOffset="6599.601">13763 1804 0,'0'0'0,"40"-40"31,1 0-15,-1 40-16,-40-40 16,40 40-16,0 0 0,-40-40 0,40 0 15,-40 0 1,-40 40-1,0 0-15,40 40 0,-80-40 16,80 40-16,-41-40 0,41 40 16,-40 0-16,40 0 0,0 0 15,0 0 1,0 0-16,40-40 0,-40 40 0,81 1 16,-41-41-1,0 0-15,0 0 0,0 0 0,40 0 0,-39 0 16</inkml:trace>
  <inkml:trace contextRef="#ctx0" brushRef="#br0" timeOffset="7039.6113">15489 1443 0,'-40'0'0,"80"0"0,-80-40 0,-41 40 16,41 0-16,0 80 16,40-40-1,0 1-15,40 39 16,41 160 0,-41-200-16,0 41 15,-40-41-15,0 40 16,-241 0-1,81-40 17,119-160-32</inkml:trace>
  <inkml:trace contextRef="#ctx0" brushRef="#br0" timeOffset="7379.5514">15890 1684 0,'0'40'0,"80"-40"31,-80 40-31,81-40 16,-81 40-16,40-40 16,0 0-16,0 0 0,-40-40 15,40 0 1,-40 0-16,0 0 15,0 80 17,0 40-32,-40-40 0,40 0 15,0 0-15,0 0 0,0 1 16,0 39-16,0-40 0,0 0 0,-40 0 0,40 0 16,-40 0-16,40 0 15,-40 1-15,40-1 0,-41 40 0,1-80 0,0 40 16,0 0-16,0 0 15,0-40-15,0 40 0,0-40 0,40 40 16,-41-40-16</inkml:trace>
  <inkml:trace contextRef="#ctx0" brushRef="#br0" timeOffset="7659.5356">16933 1644 0,'-80'0'16,"160"0"-16,-240 0 15,120 0-15,40 120 16,40-40 0,40 121-1,0-81 16,-120-40-15,-40-80-16,0 0 16,40 0-16,-1-40 0</inkml:trace>
  <inkml:trace contextRef="#ctx0" brushRef="#br0" timeOffset="7889.5975">17495 1403 0,'0'0'16,"-40"0"-1,80 161 1,0-121-16,40 160 31,-80-120-31,0-40 0,0 121 16,0-41-1,0-40-15,-40-80 0,40 41 0</inkml:trace>
  <inkml:trace contextRef="#ctx0" brushRef="#br0" timeOffset="8209.5788">17455 1965 0,'0'0'15,"40"0"1,281-81 0,-281 81-16,241-80 31,-241 40-31,0 40 0,1 0 0,-41-40 16,40 0-1,-161 120 16,1 80-15,80 1 0,80-121-1,0 0-15,121 0 32,39-80-32</inkml:trace>
  <inkml:trace contextRef="#ctx0" brushRef="#br0" timeOffset="8649.4782">18859 1724 0,'0'40'0,"-40"-40"15,40 40 1,0 40 15,40-40-15,1 1-1,-41-82 1,40 1-16,0 0 31,-40 0-15,0 120 0,40-40-1,-40 1 1,0-1-1,80-80 1,0-1 0,81-39 15,-81 80-31,-40 0 16,0 121-1,1 39 16,-1-80-15,-40-40-16</inkml:trace>
  <inkml:trace contextRef="#ctx0" brushRef="#br0" timeOffset="8919.5375">20665 1724 0,'0'0'15,"-40"0"-15,0 80 16,40-40-16,0 0 0,0 0 15,0 121 1,0-1 0,0-120-1</inkml:trace>
  <inkml:trace contextRef="#ctx0" brushRef="#br0" timeOffset="9089.5278">20745 1564 0,'0'0'0,"-120"-81"16,80 41 0,80 0-1</inkml:trace>
  <inkml:trace contextRef="#ctx0" brushRef="#br0" timeOffset="9359.5146">21347 1764 0,'-80'0'15,"160"0"-15,-200 0 16,80 40-16,40 0 15,0 0-15,40 81 16,-40-81-16,40 0 16,0 80-1,0-40 1,-200-80 15,-41 41-15,161-82-16</inkml:trace>
  <inkml:trace contextRef="#ctx0" brushRef="#br0" timeOffset="9919.4043">22431 1764 0,'-40'0'15,"40"-40"1,80 40-16,-40 0 15,0 0-15,40 80 0,-40-80 0,1 40 16,-1 0-16,0 0 0,0 1 16,0-1-16,-40 0 0,40 0 0,-40 0 0,0 0 15,0 0-15,0 0 16,-40 0-16,0-40 16,0 0-1,0 0-15,40-40 0,-40 40 0,40-40 16,0 0-16,0 0 15,0 0-15,80 0 0,-80 0 0,40 0 16,0-1-16,0 1 0,40 0 0,-39 40 0,-1-40 16,0 40-16,0 0 0,0 0 15,-40-40-15,40 40 0</inkml:trace>
  <inkml:trace contextRef="#ctx0" brushRef="#br0" timeOffset="10209.4624">23474 2045 0,'0'0'16,"40"0"0,0-40-16,40 0 31,41-41-31,-81 41 16,-40-40-1,-80 80 16,-41 80-15,41 81 0,80-81-1,40 0-15,121 0 32,79-80-32</inkml:trace>
  <inkml:trace contextRef="#ctx0" brushRef="#br0" timeOffset="10649.3612">24477 1844 0,'-40'0'0,"80"0"0,-120 40 31,40 0-31,40 81 16,0-41-1,40 0-15,0 81 16,-40-121 15,-40-40-15,0-121 0,40 41-1,0-40 1,120-121-1,0 81 1,-39 80 0,-1 80 15,-40 0-31,-40 40 16,0 80-1,-160 0 16,39-39-15</inkml:trace>
  <inkml:trace contextRef="#ctx0" brushRef="#br0" timeOffset="10929.4219">25199 1724 0,'40'40'31,"1"0"-15,-1 0-16,-40 0 15,0 0-15,0 1 16,0-1 0,-40-40-16,40-40 31,-41 40-16,41-41-15,0 1 0,0 0 0,0 0 16,41 0-16,-1 0 0,0 0 16,40 0-16,-40 40 15</inkml:trace>
  <inkml:trace contextRef="#ctx0" brushRef="#br0" timeOffset="11199.3295">25962 1844 0,'0'0'16,"0"-40"15,80 40-31,-80-40 16,40 0-16,0 40 16,-40-40-1,0 0-15,-40 40 16,0 0-1,40 40-15,-40-40 0,0 40 0,40 0 16,-40 0-16,40 0 0,-40-40 0,40 40 16,0 0-16,0 1 15,40-41-15,-40 40 0,40-40 0,0 40 0,0-40 16,0 0-16,0 0 16,0 0-16,41 0 0,-41 0 0</inkml:trace>
  <inkml:trace contextRef="#ctx0" brushRef="#br0" timeOffset="11449.3149">26684 1604 0,'-80'0'16,"160"0"-16,-200 0 31,120 40-31,0 0 0,0 40 16,40 0-1,-40 0-15,40 81 16,-40-121 15,-40 0-15,0-120 0</inkml:trace>
  <inkml:trace contextRef="#ctx0" brushRef="#br0" timeOffset="11759.3154">26965 1965 0,'0'0'31,"40"0"-31,0 0 16,121-81-1,-121-39 16,0 40-31,-80 80 16,0 0 0,0 0-1,-1 40-15,1 160 32,40-39-17,40-81 1,161-40-1</inkml:trace>
  <inkml:trace contextRef="#ctx0" brushRef="#br0" timeOffset="12069.3537">27647 1764 0,'0'40'16,"0"-80"-16,0 160 15,0-80-15,0 41 16,0-41 15,0-80-15,80 0 0,41-81 15,-81 121-16,-40 40 1,0 41 0,0-41-16,40 40 31,0-80-31,0 0 0</inkml:trace>
  <inkml:trace contextRef="#ctx0" brushRef="#br0" timeOffset="12289.3433">28570 1443 0,'-40'0'15,"40"40"1,0 0 0,-40 121-1,0 120 1,40-1-1,0-159 1,40-81-16,-40 0 16,40-40-16</inkml:trace>
  <inkml:trace contextRef="#ctx0" brushRef="#br0" timeOffset="13029.299">28530 1844 0,'0'40'0,"0"-80"0,-40 80 0,40 0 31,40-40-15,241 81 0,80-81 15,-120-81-16,-201 1 1,-80 80 0,-41 0 15,1 40-31,40 0 16,0 41-1,80-1 16,121-40-15,79-40 0,1-40-1,-80 0 17,-121-40-17,-80 80 1,-81 0-1,41 40 1,80 0 0,0 0-1,40-40 1,40 0 15,-80-40-31,81-40 16,-41 39-16,40-119 15,0-40 1,-80 159 15,-40 41-15,0 81 0,-80 119 15,79 1-16,82-81 1,-1-80-16</inkml:trace>
  <inkml:trace contextRef="#ctx0" brushRef="#br0" timeOffset="13989.2432">30937 1483 0,'0'0'16,"-40"0"-16,0 0 0,40 40 31,0 1-31,-40 79 32,40 80-17,0-119 1,40-81 15,0 0-15,0 0-16,-40 40 15,0 0 1,-40 0 0,-40-40-1,40 0-15,0 0 0,40-40 31,0 0-31,40 0 16,0 40-16,0-41 16,0 41-16,0 0 15,1 0-15,-1 0 16,0 0 0,0 0-1,0 0 1,-40-40-16,40 40 0,0 0 15,0 0-15,1 0 16,-1 0 0,0 0-1,0 0 32,0-40-31,0 0-1,-40 0-15,0 80 47,-40 0-47,40 0 16,0 0-16,0 1 16,0-1-16,0 0 0,0 0 0,40-40 0,-40 40 15,0 0-15,40 0 16,0 0-16,-40 0 0,0 1 15,-40-41 1,0 0 0,40 40-16,-80-40 0,40 40 0,0 0 15,0-40-15,40 40 16,-41-40-16,1 40 0,40 0 0,-40-40 0,0 40 16,0-40-16,40 40 15,-40-40-15,0 0 0,40-40 31,0 0-15,40 40-16,-40-40 0,0 0 0,0 0 16,80 0-16,-40 0 0,0 0 15,0-1-15,1 1 0,-1 40 0,0-40 16,0 40 0,0 0-16,0 0 15,0 0 16</inkml:trace>
  <inkml:trace contextRef="#ctx0" brushRef="#br0" timeOffset="15499.0793">1565 2967 0,'0'40'62,"0"0"-46,0 41-16,0-41 0,0 0 15,0 0-15,0 40 0,0-40 0,0 40 0,0 1 16,0-41-16,0 40 0,0-40 16,0 40-16,0-40 0,0 1 0,0-1 0,0 0 15,0 0-15,0 0 16,0-80 15,0 0-31,0 0 0,0 0 0,0-1 16,0-39-16,0 40 15,0-40-15,0 0 0,0-1 0,-40 1 0,40 0 16,0 0-16,0 0 0,0-1 0,0 1 0,0 40 16,0 0-16,0 0 0,0 0 15,40 40-15,-40-40 0,40 40 16,0 0 0,0 0-16,0-40 0,1 40 0,-1 0 15,0 0-15,0 0 16,0 0-16,0 40 0,0 0 0,0-40 15,-40 40-15,41-40 0</inkml:trace>
  <inkml:trace contextRef="#ctx0" brushRef="#br0" timeOffset="15929.1303">1364 3649 0,'-40'40'15,"80"-80"-15,-120 80 0,80 0 16,0-80-16,120 0 16,81-40-1,0 0 17,-41-1-17,1 41 1,-1 40-1,1 161 17,-121-1-17,-80-40 1,-81-79 15,1-82-15,40-119-1,80 0 1,160 39 15</inkml:trace>
  <inkml:trace contextRef="#ctx0" brushRef="#br0" timeOffset="16149.0416">2969 2967 0,'0'0'16,"0"-40"-16,-40 40 16,40 40-1,0 0 1,0 161 0,0 80-1,0-41 16,0-160-15</inkml:trace>
  <inkml:trace contextRef="#ctx0" brushRef="#br0" timeOffset="16329.1068">3210 2927 0,'0'0'0,"0"40"15,0 121 17,0-81-32,0 120 15,0 1 1,0-121 0</inkml:trace>
  <inkml:trace contextRef="#ctx0" brushRef="#br0" timeOffset="16629.0892">3812 3408 0,'0'0'16,"0"40"0,0 41-1,0-41 1,0 80-1,-80-40 1,0-40 0,-41-160 15,121 40-31,0 40 16,40-40-1,0 80 16</inkml:trace>
  <inkml:trace contextRef="#ctx0" brushRef="#br0" timeOffset="17089.0637">4294 3448 0,'0'0'15,"0"-40"-15,-41 40 16,41 40-1,0 1-15,0-1 16,0 0 0,0 160-1,41-119 1,119-81 15,-40-81-15,-79 1-16,-41 40 15,0-40 1,0 120 15,0 40-15,40-40 0,80-40 15,0-120-16,-79-41 1,-82 81 0,1 40 15,0 40-31,0 0 16,40 40-16</inkml:trace>
  <inkml:trace contextRef="#ctx0" brushRef="#br0" timeOffset="17269.053">5337 3248 0,'0'40'15,"0"0"-15,-40 40 32,40 81-17,0-41 1,0 0-1,0-79 1</inkml:trace>
  <inkml:trace contextRef="#ctx0" brushRef="#br0" timeOffset="17428.9686">5257 2967 0,'-41'-80'16,"82"160"-16,-82-200 31</inkml:trace>
  <inkml:trace contextRef="#ctx0" brushRef="#br0" timeOffset="17818.9887">5738 3248 0,'-40'0'16,"80"0"-16,-80 40 0,40 0 16,0 0-1,0 0-15,40 0 0,-40 1 0,40-1 0,-40 0 16,0 0-16,40 0 0,-40 0 0,0 0 0,0 0 15,0 0 1,-40-40-16,40-40 31,0 0-31,0 0 0,40 0 0,-40 0 16,40 0-16,-40 0 0,41 0 16,-1 40-16,-40-41 0,40 1 0,0 40 15,0 0 1,-40 40-16,0 41 0,0-41 15,0 0-15,0 0 0,0 0 0,-40 0 16,40 0-16,0 0 16,0 1-16,40-41 31,0 0-31,0 0 0,0 0 0,1 0 16,-1-41-16,40 41 0</inkml:trace>
  <inkml:trace contextRef="#ctx0" brushRef="#br0" timeOffset="18348.9873">6621 3689 0,'0'0'15,"40"-40"1,-80 40 15,-40 40-15,39 121 0,41-121-1,41-40 1,-1-40-1,40-41 1,-40-79 0,0 120 15,-40 80-31,0 0 16,-80 120-1,40 81 1,-40 80 15,-81 40-15,41-161-1,80-79-15,-121 79 32,41-200-17,80-120 1,-1-121-1,41 81 1,0 120-16,81-40 16,-1 39-1,40-39 1,81 40 15,-161 40-31</inkml:trace>
  <inkml:trace contextRef="#ctx0" brushRef="#br0" timeOffset="18784.8844">8226 3288 0,'-40'-40'15,"0"40"-15,40 40 16,0 40 0,80 0-1,-80 81 1,-80 39-1,-1-79 1,81-81-16,0 80 16,0-80-16,-40-40 15,80 0 1,1 0 0,79 0-1,81-40 1,-81 0-1,-40 40-15,81 0 16,-121 0-16,40 0 0,0-40 16,1 40-16</inkml:trace>
  <inkml:trace contextRef="#ctx0" brushRef="#br0" timeOffset="19142.2971">9991 3368 0,'-40'0'15,"80"0"-15,-280 0 16,200 0-16,-41 40 16,1-40-16,0 121 15,40-81-15,40 40 16,0-40-16,40 80 16,-40-79-16,40-1 0,0 40 15,80 0 1,1-80-1,39 40 1,-79-40-16</inkml:trace>
  <inkml:trace contextRef="#ctx0" brushRef="#br0" timeOffset="19439.9927">10754 3448 0,'0'0'0,"-40"0"15,0 0 1,-1 0 0,1 41-1,-80 79 1,40 40-1,80 1 1,40-1 0,0-40-1,120-79 1,1-41 0</inkml:trace>
  <inkml:trace contextRef="#ctx0" brushRef="#br0" timeOffset="19704.0471">11597 3448 0,'0'0'15,"-41"41"1,1 79-16,40 121 31,0-41-15,40 1-1,-40-121 1,0-40 0</inkml:trace>
  <inkml:trace contextRef="#ctx0" brushRef="#br0" timeOffset="19983.7628">11637 3569 0,'0'-40'16,"0"80"-16,-40-120 16,40 39-1,80 41-15,-40 0 16,0 41-16,0-41 0,0 40 0,0 0 15,41 0-15,-41 0 0,0 0 0,0 0 16,0 0-16,-40 0 0,40 1 0,-40-1 16,0 0-16,40 0 0,-40 0 0,0 0 15,0 0-15,-80 0 0,80 0 0,-40 0 16,0 1-16,0-41 0,0 40 0,0-40 16,-1 40-16,-39-40 0,40 40 0,0-40 15,0 0-15,0 0 0,0 0 0,-1 0 16,1 0-16,0 0 0</inkml:trace>
  <inkml:trace contextRef="#ctx0" brushRef="#br0" timeOffset="20480.0338">13282 4170 0,'-40'0'0,"80"0"0,-120 0 15,80 40 1,40-40-16,80 0 15,-80 0-15,81 0 16,-81 0-16,0 0 16,0-40-16,0 0 0,0 0 15,-40 0-15,0 0 16,0 0-16,-40 0 16,-40 40-1,-41 40 1,1 40-1,40 40 1,80 1 0,40-41-1,0-80-15,40 120 16,-40-80 0,41 0-16,79 1 15,81-41 1</inkml:trace>
  <inkml:trace contextRef="#ctx0" brushRef="#br0" timeOffset="21020.0358">14726 4010 0,'-120'-40'0,"80"40"0,0 0 15,-41 0-15,-79-40 16,120 160-1,40 0 1,80-80 0,40 1-1,-79-41 1,-1-81 0,0-39-1,0 80 1,-40 0-16,0 80 31,0 0-15,0 0-16,-40 0 15,40 0-15,0 0 0,0 1 0,0-1 16,0 0-16,0 0 0,-40 0 0,0 0 16,40 40-16,-41-40 0,41 1 0,-40 39 15,40-40-15,0 0 0,-40 40 0,40-40 16,0 40-16,0-39 0,0-1 15,-40 40-15,40-40 0,0 0 16,0 0-16,40-40 16,-40-40-1,40 40-15,-40-40 0,40 0 0,1 40 16,-41-40-16,40 0 0,-40 0 0,40-1 16,-40 1-16,40 40 0,-40-40 0,40 40 15,-40-40-15,40 40 0,0 0 0,1-40 16,-1 40-16,0 0 15,0 0-15,0 0 16,-40-40-16,40 40 0,0 0 0,-40-40 16</inkml:trace>
  <inkml:trace contextRef="#ctx0" brushRef="#br0" timeOffset="21535.0907">15288 2927 0,'0'-40'16,"0"80"-16,40-40 31,0 80-31,1-40 16,-1 1-16,-40-1 0,40 0 0,-40 0 16,0 0-16,0 0 0,0 0 15,0 0-15,0 0 16,0-80 15,80-40-15,-40 40-16,0 0 15,-40 0-15,40 40 0,-40-40 0,41 40 16,-41-40-16,40 40 0,-40 80 16,40-40-1,-40 0-15,0 0 0,0 0 16,0 0-16,0 0 0,0 0 0,0 1 15,0-1-15,0 0 0,0 0 0,0 0 16,0 0-16,-40 0 0,40 0 16,-40-40-16,40 40 0,-41-40 15</inkml:trace>
  <inkml:trace contextRef="#ctx0" brushRef="#br0" timeOffset="24508.187">7423 5574 0,'0'-40'31,"0"80"47,0 0-78,-40 0 16,40 0-16,0 0 0,0 1 16,0-1-16,0 0 0,0 40 0,0-40 15,0 0-15,0 0 0,0 0 16,0 1-16,0-1 0,40 0 16,1-40-16,-1 40 0,0-40 15,0 0-15,0 0 0,0 0 16,0 0-16,0-40 0,41 40 0,-81-40 15,40 0-15,0-1 0,0 41 0,0-40 16,-40 0-16,40 0 0,-40 0 0,0 0 16,40 0-16,-40 0 0,0 0 0,0-1 15,0 82 17,0-1-17,0 0-15,-40 0 0,40 0 0,0 0 16,-40 40-16,40-40 15,-40 1-15,40-1 0,0 40 0,0-40 0,-40 0 16,40 40-16,-40-40 0,40 0 16,-40 41-16,40-41 0,-40 0 0,40 40 0,-41-40 15,41 0-15,-40 41 16,40-41-16,-40 40 0,40-40 0,-40 0 0,0 0 16,0 0-16,40 0 0,-40 0 15,0 1-15,-1-1 0,1 0 16,0-40-16,0 0 0,0 0 15,40-40 1,-40 0-16,40-1 0,0 1 16,0 0-16,0 0 0,0 0 15,0 0-15,0-40 0,40 40 0,-40 0 0,40-1 16,-40 1-16,40 0 16,0 0-16,0 40 0,1 0 15,-41-40-15,40 40 0,0 0 0,0 0 16,0 0-1,0 0-15,0 0 0</inkml:trace>
  <inkml:trace contextRef="#ctx0" brushRef="#br0" timeOffset="24848.1662">8908 5694 0,'-40'0'16,"80"0"-16,-160 0 16,39 0-16,41 0 0,0 40 15,0 1-15,40-1 16,-40 0-16,0 40 15,40-40-15,-40 0 0,40 0 0,0 0 16,-40 41-16,40-41 0,0 0 16,0 0-16,-41 40 0,41-40 0,0 0 0,0 0 15,0 1-15,0-1 16,81 0-16,-81 0 0,40 0 0,0 0 16,0-40-16,0 40 15,0-40-15,0 0 0,1 0 0</inkml:trace>
  <inkml:trace contextRef="#ctx0" brushRef="#br0" timeOffset="25268.2137">9189 6055 0,'-40'0'0,"80"0"0,-120-40 15,80 120 1,40-39-1,-40-1-15,40 0 0,-40 0 16,0 0 0,0 0-16,0 0 0,0 0 0,0 0 15,0 0 1,0-80 15,40 0-31,0 0 16,-40 0-16,40 0 0,0 40 0,1-40 0,-41 0 15,40 40-15,0-40 0,0 40 16,-40-40-16,40 40 0,0 0 31,-40 40-31,40-40 0,-40 40 0,0 0 16,40-40-16,-40 40 16,0 0-16,0 0 0,0 0 15,0 0-15,-40 0 0,40 1 0,0-1 16,-40 0-16,40 0 15,-40-40-15,40 40 0</inkml:trace>
  <inkml:trace contextRef="#ctx0" brushRef="#br0" timeOffset="25538.1977">10312 5895 0,'0'0'16,"0"-40"0,41 40-1,39 160 17,-40-160-32,0 80 0,-40-39 0,0 159 15,-80 1 16,0-121-31,39-40 0,-39 40 32,80-40-32,-40-40 0</inkml:trace>
  <inkml:trace contextRef="#ctx0" brushRef="#br0" timeOffset="25798.192">11155 6416 0,'0'0'0,"-40"-40"16,0 40-16,40-40 16,40 40-16,80-40 15,-79 40-15,79 0 31,-80 0-31,0 0 0,0 0 0,81 0 32,-81 0-32</inkml:trace>
  <inkml:trace contextRef="#ctx0" brushRef="#br0" timeOffset="25968.0994">11316 6697 0,'-81'40'16,"162"-80"-16,-202 80 16,161-40-1,41 0-15,-41 0 16,0 0-16,0 0 16,0 0-16,0 0 0,0 0 0,1 0 15,-1 0-15,0 0 0</inkml:trace>
  <inkml:trace contextRef="#ctx0" brushRef="#br0" timeOffset="28447.9534">12881 6176 0,'0'-40'250,"40"40"-235,0-41-15,0 41 0,0 0 16,0 0-16,0-40 0,0 0 0,1 40 0,-1 0 16,0-40-16,0 40 15,0 0-15,0 0 0,0 0 0,0 0 0,1 0 16,-41 40-16,40-40 0,-40 40 15,0 0-15,0 1 16,-40-1-16,40 0 0,-41 0 0,41 0 16,-40 0-16,0 0 15,0 0-15,0 0 0,40 0 0,-40-40 0,0 41 16,0-1-16,-1 0 16,1 0-16,80-40 46,1-40-46,-1 40 0,0 0 0,0 0 16,0 0-16,0 0 16,0 0-16,0 40 0,1 0 15,-41 0 1,40-40-16,-40 40 0,0 0 0,0 0 16,0 1-16,0-1 15,0 0-15,-40 0 0,40 0 0,-81 0 16,41 0-16,0 0 0,0-40 0,-40 0 15,40 40-15,-1-40 16,1 0-16,0 0 0,0 0 0,0 0 0,0 0 16,0-40-16,0 40 0,-1-40 15,1 40-15,40-80 0,-40 40 0,0 0 16,40 0-16,0 0 16,0-1-16</inkml:trace>
  <inkml:trace contextRef="#ctx0" brushRef="#br0" timeOffset="29027.9952">13964 6456 0,'40'-40'15,"-80"80"-15,80-120 0,0 80 16,0 0-16,0 0 0,41 40 31,-41-40-31,80 161 16,-80-121-16,-40 0 0,0 80 16,0-80-16,-80 81 15,40-81-15,0-40 0,-40 40 31,39-40-31,41 40 0,-40-40 0,80-120 32,41 80-32,-41-1 0,120-79 31,-120 120-31,1-40 0,79-40 16,-80 40-16,121-81 15,-121 121-15,-40-40 0,40 0 16,0 0-16,-120 40 31,40 40-31,-121 40 31,121 1-31,40-1 0,-40 80 32,40-120-32,0 0 0,0 121 15,40-161-15,121 120 16,-121-120-16,0 0 0,120 0 15,-120-40-15,41 0 16,-41 40-16,80-120 16</inkml:trace>
  <inkml:trace contextRef="#ctx0" brushRef="#br0" timeOffset="29267.923">15810 6296 0,'-80'-40'15,"-1"40"-15,1 0 16,80 40-16,-80 80 31,80-80-31,-40 0 0,40 121 16,0-121-16,0 80 16,80-80-16,-80 1 0,0-1 0,80 80 15,-40-80-15,41-40 31,-41-80-31,40 0 16</inkml:trace>
  <inkml:trace contextRef="#ctx0" brushRef="#br0" timeOffset="29637.9608">16091 6376 0,'0'-40'0,"0"80"16,0 0 15,0 40-31,40 1 0,-40-41 0,0 80 31,0-80-15,40-40 0,0 0-1,40-40 1,-40-40-16,41 0 15,-41 40-15,0 40 0,0-41 32,0 41-32,-40 41 15,40 79 1,-40-80-16,0 80 31,0-80-31,0 1 0,0-1 0,-40 80 16,80-160 15</inkml:trace>
  <inkml:trace contextRef="#ctx0" brushRef="#br0" timeOffset="29857.8802">17294 6416 0,'0'-40'31,"41"40"-31,-1 0 0,0 40 16,0 81 0,-40-81-16,40 40 15,-40-40-15,-40 161 16,-161-41 15,81-80-15</inkml:trace>
  <inkml:trace contextRef="#ctx0" brushRef="#br0" timeOffset="30157.931">17856 6777 0,'-40'0'16,"80"0"-16,-80-40 15,80 40-15,40 0 0,1 0 16,-41 0-16,161 0 31,-161 0-31,40 0 0,80 0 16,-119 0-16,159-40 15,-160 40-15,0 0 0,81 0 16,-81 0 15</inkml:trace>
  <inkml:trace contextRef="#ctx0" brushRef="#br0" timeOffset="30397.9157">18458 6496 0,'0'0'0,"-40"0"0,0 0 0,40-40 15,0 0 1,40 80 0,0 121-1,-40-121-15,40 120 16,-40-120-16,0 1 0,-80 159 31,80-160-31,-40 121 16,40-121-16</inkml:trace>
  <inkml:trace contextRef="#ctx0" brushRef="#br0" timeOffset="31307.7872">20344 6336 0,'0'-40'15,"0"0"-15,-40 40 16,0 0 0,0 0-16,0 0 0,-1 0 15,41-40-15,-40 40 16,0 0-16,0 0 0,0 0 15,0 0 1,0 0-16,0 40 0,-1-40 16,82 0 62,-41 40-31,0 0-47,0 40 15,-41-40-15,41 0 16,0 1-16,-40-1 0,40 0 16,0 0-1,0 0-15,40-40 16,1 0-16,-1 0 15,0 0-15,0 0 0,0 0 16,0 0-16,0 0 0,0 0 16,1 0-16,-41 40 15,40-40-15,-40 40 0,0 0 0,0 0 16,0 1-16,0-1 16,0 0-16,-40 0 0,40 0 0,-41 0 15,1 0-15,0-40 0,0 0 0,0 40 16,0-40-16,0 0 15,0 0-15,-1 0 0,1 0 0,0 0 16,0 0-16,0 0 0,40-40 16,-40 40-16,40-40 0,-40 40 0,40-40 0,-40 40 15,40-40-15,0 0 16,0 0-16</inkml:trace>
  <inkml:trace contextRef="#ctx0" brushRef="#br0" timeOffset="31837.7748">20545 6617 0,'120'-40'15,"-240"80"-15,280-80 0,-39 80 16,-81 0-16,0 80 15,-40 1 1,-121 39 0,1-80 15,80-40-15,120-200-1,41-1 1,-41 121-1,-40 0-15,80-40 16,-80 80-16,1-40 0,-1 0 16,40 0-1,-40 0 17,-80 40-17,40 40-15,-120 40 31,79-40-31,1 120 16,40-119-16,0-1 0,0 80 16,81-40 15,39-80-15,-40-80-16</inkml:trace>
  <inkml:trace contextRef="#ctx0" brushRef="#br0" timeOffset="32077.8189">22110 6456 0,'0'-40'0,"0"80"0,-40-80 16,-1 40-16,-39 40 16,-40 121-1,120-81 1,-81 161-1,81-1 17,41-200-32,-1 0 15,40-80 1,-40 40-16,-40-80 0</inkml:trace>
  <inkml:trace contextRef="#ctx0" brushRef="#br0" timeOffset="32447.7957">22471 6617 0,'0'0'0,"-40"0"15,40 40 1,0 0 0,0 0-16,0 40 15,0-40-15,0 1 0,0 39 31,0-40-31,-40-40 16,40-40 0,40 0-16,40-41 31,-40 41-31,40 0 16,-40 0-16,1 40 0,-1 40 31,-40 0-31,0 0 0,0 1 0,0-1 15,0 0 1,0 0-16,0 0 0,0 0 0,-40 0 16,40 0-16,0 0 15,-41-40 1,41-40 0,0 0-16</inkml:trace>
  <inkml:trace contextRef="#ctx0" brushRef="#br0" timeOffset="32677.7828">23193 6938 0,'0'0'0,"0"40"31,40-40-15,0 0-16,41 0 31,39-80-16,-80 39 1,40-39 0,-40 80-1,1 0-15</inkml:trace>
  <inkml:trace contextRef="#ctx0" brushRef="#br0" timeOffset="32887.6985">23915 6697 0,'-40'-40'0,"40"80"32,0 0-17,0 0 1,0 0-16,0 0 0,0 1 0,0-1 16,0 0-16,-40 0 0,40 40 0,-40-40 0,40 0 15,-40 0-15,40 0 16,0 1-16,0-1 0,-40-40 0</inkml:trace>
  <inkml:trace contextRef="#ctx0" brushRef="#br0" timeOffset="33177.6775">24357 6697 0,'-40'0'16,"80"0"-16,-80-40 16,40 0-16,40 40 15,0 0-15,80 0 16,-80 40-16,0 0 16,-40 0-16,41 121 31,-41-121-31,0 0 0,-41 120 15,-79-40 1,-81 41 0,121-161-1,40 40-15</inkml:trace>
  <inkml:trace contextRef="#ctx0" brushRef="#br0" timeOffset="33537.7325">25440 7098 0,'40'0'16,"0"0"-16,1-40 15,-1 40-15,0-40 0,0 40 0,40 0 0,-40 0 16,0 0-16,1 0 0,39 0 15,-40 0-15,0 0 0,0 0 0,0 0 16,0 0-16,1 0 16,-1 0-16,0 0 15</inkml:trace>
  <inkml:trace contextRef="#ctx0" brushRef="#br0" timeOffset="33767.6452">25922 6657 0,'0'0'0,"-40"-40"0,-1 40 15,41-40-15,0 80 32,0 40-32,0-40 0,0 0 15,0 40-15,0-39 0,0 39 0,0-40 0,0 40 16,0 0-16,-40 0 15,40-39-15,0 39 0,-40-40 0,40 0 0,0 0 16,-40 0-16,40 0 0,0 0 16</inkml:trace>
  <inkml:trace contextRef="#ctx0" brushRef="#br0" timeOffset="38604.0652">28490 6577 0,'0'40'0,"0"-80"875</inkml:trace>
  <inkml:trace contextRef="#ctx0" brushRef="#br0" timeOffset="40600.0015">29373 7299 0,'-41'0'16,"82"0"-1,-1 0 1,0 0-16,0 0 16,0 0-16,0 0 15,0 0-15,-40-41 0,40 41 16,1 0-16,-1 0 16,-40-40-16,40 40 0,0 0 31</inkml:trace>
  <inkml:trace contextRef="#ctx0" brushRef="#br0" timeOffset="52651.7506">27286 6537 0,'40'0'31,"0"0"0,-40-41 47,-40 41-62,-40 0 0,40 0-16,0 41 0,-1 39 15,1-80-15,0 40 0,40 0 0,-40-40 16,40 40-16,-40 0 0,0 0 0,40 41 16,0-41-16,-40 0 0,40 40 0,0-40 15,-40 0-15,40 40 0,0-40 0,0 1 16,0-1-16,0 0 0,0 0 0,0 0 15,40-40-15,-40 40 0,40-40 0,0 0 16,0 0-16,0 0 16,-40-40-16,40 0 15,-40 0-15,0 0 16,0 0-16,0-1 0,0 1 16,0 0-16,0 0 15,-80 40-15,40 0 0,0 0 16,0 0-16,0 40 15,-1-40-15,41 40 0,-40-40 16</inkml:trace>
  <inkml:trace contextRef="#ctx0" brushRef="#br0" timeOffset="53436.2033">27767 6737 0,'0'0'0,"-40"-40"16,40 80 31,0 0-32,0 0 1,40-40-16,-40 40 0,0 1 0,41-41 15,-41 40-15,40 0 0,0 0 16,0-40 0,0 0-16,0 0 15,0 0-15,-40-40 0,40 40 0,1-40 16,-41 0-16,40-1 16,-40 1-16,0 0 0,0 0 15,0 0-15,-40 40 16,40-40-16,0 80 47,0 0-32,-41 0-15,41 0 0,0 0 16,0 1-16,0-1 0,0 0 16,0 0-16,0 40 0,0-40 15,0 0-15,0 40 0,-40-39 0,40 39 16,-40-40-16,40 0 0,-40 40 0,0-40 15,0 41-15,0-41 0,0 0 0,40 40 16,-41-40-16,1 0 0,0 0 0,0 0 16,0 0-16,40 1 0,-40-41 15,40 40-15,-40-40 0,0 40 16,-1-40-16,1 0 31,40-40-31,0 0 16,0-1-16,0 1 0,0 0 15,40 0-15,-40 0 0,41 0 0,-41 0 16,40 0-16,0 0 0,0 0 16,-40-1-16,40 1 15,0 40-15,0-40 0,0 40 16,-40-40-16,41 40 0</inkml:trace>
  <inkml:trace contextRef="#ctx0" brushRef="#br0" timeOffset="53808.08">29011 6496 0,'0'-40'0,"0"80"0,0-120 16,-40 80-1,40 40 1,-40-40-16,0 40 16,0 81-1,-40 39 1,39 81 0,41-81-1,0-80-15,0 81 16,0-121-16,41 0 15,-41 0-15,40 0 16,0-40 0,40-80-1,-40 80-15</inkml:trace>
  <inkml:trace contextRef="#ctx0" brushRef="#br0" timeOffset="54319.675">29252 6978 0,'0'0'0,"0"-40"0,0 0 16,0-1-16,40-39 16,41 40-1,-41 40 1,-40 40-1,0 0 1,40 121 0,-80-1-1,0 1 1,-1-41 0,1-80-1,40-80 16,81 0-31,-1-40 16,-40 39-16,40-39 16,-40 40-16,0 40 15,1 0 1,-1 40 0,0 40-1,0 1 1,-40-1-1,0-40-15,-40 40 16,40-40-16,-40 0 16,0 1-16,40-1 15,-41-40 1,41-40 0</inkml:trace>
  <inkml:trace contextRef="#ctx0" brushRef="#br0" timeOffset="54707.162">30576 7258 0,'0'0'0,"40"0"62,1 0-62,-1 0 16,0 0-16,0 0 0,0 0 0,0 0 15,0-40-15,0 40 0,1-40 16,-1 40 0,0-40-16,0 0 15</inkml:trace>
  <inkml:trace contextRef="#ctx0" brushRef="#br0" timeOffset="55164.0041">31740 6657 0,'-40'-40'16,"0"0"-16,40 80 47,0 0-32,0 0 142,0 0-157,0 0 0,0 0 15,0 0-15,-40 1 0,40 39 0,-41-40 16,41 40-16,-40-40 0,40 40 0,-40-40 15,40 1-15,0 39 0,-40-40 0,40 0 16,0 0-16,0 0 0,0 0 16</inkml:trace>
  <inkml:trace contextRef="#ctx0" brushRef="#br0" timeOffset="55555.8434">32181 6296 0,'-40'0'0,"80"0"32,0 0-32,1 40 15,39 80 1,-40 41-1,-40 79 1,-80 81 0,-81-80-1,81-161-15,-201 121 16,201-161-16,-41 0 0</inkml:trace>
  <inkml:trace contextRef="#ctx0" brushRef="#br0" timeOffset="58011.7682">1404 8301 0,'0'40'0,"-40"-40"15,0 0 32,0 0-47,0 0 16,0 0-16,0 0 16,0 40-16,-1-40 15,41 41-15,-40-41 0,40 40 0,-40-40 16,40 40-16,-40 0 0,40 0 0,0 0 15,-40-40-15,40 40 0,0 0 0,0 0 16,80-40 0,-40 40-16,0-40 15,1 0-15,-1 0 0,0-40 16,0 40-16,0-40 0,0 0 16,-40 0-16,40 0 0,-40 0 0,0 0 15,0 0-15,40 0 0,-40-1 0,0 1 16,0 0-16,0 0 0,0 0 15,0 80 17,0 0-17,0 0-15,0 0 16,0 1-16,41-1 0,-41 0 16,0 0-16,40 0 0,-40 0 0,40 0 15,0 0-15,0 0 0,0-40 16,-40 40-16,80-40 0,-80 41 0,81-41 15,-41 40-15,0-40 0,0 0 0,0 0 16,0 0-16,0 0 0</inkml:trace>
  <inkml:trace contextRef="#ctx0" brushRef="#br0" timeOffset="58794.0837">1725 7820 0,'-40'-40'15,"80"80"-15,-160-120 16,80 80-16,40-40 15,-80 40 1,-41 0 0,81 0-16,-40 0 15,-40 0 1,39 40 0,41-40-16,-40 80 15,40-40-15,0 0 0,0 40 16,-41 81-1,1 39 1,80 41 0,40-41-1,40-79 1,-80-81-16,81 80 16,-41-80-16,-40 0 0,40 1 15,80 39-15,1 0 16,39-40-1,1-40 1,-81-40 0,-40 0-1,80 0-15,-79 0 16,79-41-16,0-39 16,1-80-1,-81 79 1,0-39-1,-40 40 1,-80 79-16,80-39 16,-40 40-16,40 0 15,-81-40-15,1-81 16,-40 41 0,39 0-1,1 80 1,0 40-1,40 40 1,40 40 0,-40-40-16,40 40 15</inkml:trace>
  <inkml:trace contextRef="#ctx0" brushRef="#br0" timeOffset="59227.0025">3250 8341 0,'-40'-40'15,"40"80"32,0 41-31,0-41-16,0 0 0,0 40 0,0-40 15,0 40-15,0-40 0,-40 41 0,40-41 16,0 40-16,0-40 0,-40 0 0,40 0 16,0 0-16,0 0 0,0 1 15,0-1-15</inkml:trace>
  <inkml:trace contextRef="#ctx0" brushRef="#br0" timeOffset="59463.2536">3210 8462 0,'0'0'0,"-40"-40"15,0-1-15,0 1 16,40 0-1,0 0-15,120 0 16,-40 0 0,1 40-16,79 0 15,-39 0 1,-41 0 0</inkml:trace>
  <inkml:trace contextRef="#ctx0" brushRef="#br0" timeOffset="59679.0148">3411 8742 0,'0'0'0,"-40"0"0,-1 0 15,41-40 1,41 40-1,-1 0-15,40 0 16,81 0 0,-81 0-1,0 0 1</inkml:trace>
  <inkml:trace contextRef="#ctx0" brushRef="#br0" timeOffset="59859.7809">4013 8622 0,'0'40'47,"0"0"-47,0 0 16,-40 0-16,40 1 0,0-1 0,-41 0 16,41 40-16,0-40 0,-40 0 0,40 0 15,0 0-15,0 1 0,0-1 16</inkml:trace>
  <inkml:trace contextRef="#ctx0" brushRef="#br0" timeOffset="60036.0075">4093 8381 0,'0'0'0,"-40"-40"16,0 40-16,40-40 16</inkml:trace>
  <inkml:trace contextRef="#ctx0" brushRef="#br0" timeOffset="60455.0031">4253 8622 0,'-40'0'15,"40"40"1,40 0 0,-40 0-1,0 0-15,0 1 0,0-1 16,41-40-16,-41 40 0,0 0 0,0 0 15,0 0-15,0 0 16,0 0 0,0-80-1,40 0 1,0-40-16,-40 40 0,40 0 16,0 0-16,0-1 0,-40 1 15,40 40-15,0 0 16,1 0-1,-41 40 1,0 1-16,0-1 0,0 0 16,40-40-16,-40 40 0,0 0 0,0 0 15,0 0-15,0 0 0,0 0 0,0 1 16,-40-1-16,40 0 0,0 0 16,-41-40-16,41 40 0</inkml:trace>
  <inkml:trace contextRef="#ctx0" brushRef="#br0" timeOffset="60943.0053">5377 8863 0,'-80'-40'15,"160"80"-15,-200-121 16,79 81-1,1 0-15,40 41 16,-80 79 0,40 0-1,40-40 1,0-39-16,0-1 16,0 0-16,40-40 0,0 0 15,40-40 1,-39 40-16,-1-121 15,0 81-15,-40-40 16,40-121 0,-40 41-1,0 0 1,0 120-16,0-41 16,0 121 15,0 1-16,0-1-15,0 0 0,0 40 16,0-40-16,0 0 0,0 40 0,0-40 16,0 41-16,0-41 0,0 0 0,0 40 15,0-40-15,0 0 0,0 0 0,0 1 16,0-1-16,0 0 0,0 0 16</inkml:trace>
  <inkml:trace contextRef="#ctx0" brushRef="#br0" timeOffset="61719.0055">7303 8582 0,'-40'0'0,"0"0"16,0 0-1,40-40-15,-41 40 16,41 40 0,-40-40-16,40 40 0,-40 0 15,40 0-15,-40 0 16,40 0-16,-40 1 0,40-1 0,0 0 16,0 0-16,0 0 0,0 0 0,0 0 15,0 0-15,0 0 0,40-40 0,-40 41 16,40-1-16,0 0 0,0 0 15,1 0-15,-1 0 16,-40 0-16,-40-40 16,40 40-1,-41-40-15,-39 0 0,40 0 16,0 0-16,0 0 0,0-40 16,0 40-16,-1-40 0,1 0 15,40 0-15</inkml:trace>
  <inkml:trace contextRef="#ctx0" brushRef="#br0" timeOffset="62189.3021">7504 9023 0,'0'0'16,"0"-40"-1,0 80 1,0 0 0,0 81-1,120-41 1,-40 0 0,1-80-1,39-40 1,-80-40-1,-40-1 1,0 1 0,-40 80-1,40 40 1,0 0 0,-80 121-1,40-41 1,40-40-16,-41 81 15,41-121-15,-40 0 0,0 40 16,40-40-16,-80 81 16,80-81-16,-40-40 0,40 40 15,-80 0 1</inkml:trace>
  <inkml:trace contextRef="#ctx0" brushRef="#br0" timeOffset="62531.8903">8707 8943 0,'0'0'0,"-80"-40"16,0 40-1,40 40 1,40 120 0,0-39-1,40-1 1,-40-40 0,0-40-16,0 40 15,0-39-15,-120 39 16,-1 0-1,1-80 1,80-40 0,40 0-16</inkml:trace>
  <inkml:trace contextRef="#ctx0" brushRef="#br0" timeOffset="62797.0089">8988 8742 0,'0'0'0,"0"-40"0,0 120 32,40-39-17,-40 79 1,0-40-16,0 81 15,0-121-15,-40 40 0,40 0 0,-80 121 16,80-121 15</inkml:trace>
  <inkml:trace contextRef="#ctx0" brushRef="#br0" timeOffset="63204.2202">8988 9224 0,'0'0'15,"40"0"1,1 0 0,39 0-1,0 40 1,0 0-1,1-80 1,-41-40 0,0-1-1,0 1 1,-40 40 0,-80 40-1,40 40-15,-41 80 31,41 1-15,40 39-16,80-80 16,-39-40-1,-1-40 1,0 0 0,-40-40-16,40 0 15</inkml:trace>
  <inkml:trace contextRef="#ctx0" brushRef="#br0" timeOffset="63760.0106">10232 9063 0,'-80'0'0,"80"-40"0,-40 40 16,0 0-1,40 40-15,80 0 16,-40 41-16,-40-41 0,0 0 15,0 0-15,40 0 16,-40 0-16,0 0 0,0 0 16,0 0-1,-40-40-15,40-40 32,40 0-32,-40 0 0,40 0 15,-40 0-15,40 0 0,-40 0 0,41 0 16,-1 40-16,-40-41 0,40 41 0,-40-40 15,40 40-15,0 0 16,-40 40-16,0 1 16,0 39-16,0-40 15,-40 0 1,40 0 0,0-120-1,40 80 1,-40-40-16,40 40 0,-40-40 0,40 0 15,-40-1-15,40 41 0,1-40 0,-41 0 16,40 40-16,0 0 0,0 0 16,-40 40-1,0 41-15,0-41 0,0 0 16,0 0-16,0 0 0,0 0 16,0 0-16,0 0 0,0 0 15,0 0-15,0 1 0,0-1 16,0 0-1,80-40 1</inkml:trace>
  <inkml:trace contextRef="#ctx0" brushRef="#br0" timeOffset="64258.2445">12439 8983 0,'0'0'0,"-40"0"16,0 0-1,0 40 1,0 40-16,0 81 16,-1-121-16,41 40 0,0 80 15,0-119-15,0 199 16,41-200-16,-41 41 16,0 39-16,40 0 15,-40-40 1,-40-80-1,-41-40 1</inkml:trace>
  <inkml:trace contextRef="#ctx0" brushRef="#br0" timeOffset="64839.2184">11958 9865 0,'80'-40'16,"-160"80"-16,200-80 0,0-40 15,-79 80-15,79-40 16,40 0 0,-119 0-16,79 0 15,-80 40-15,0-41 0,40 1 16,-39 0 0,-41 0-16,0 0 15,0 0 1,0 0-1,-41 40 17,41 40-17,0 0-15,0 0 0,0 0 16,0 0-16,-40 0 0,40 1 16,0-1-16,0 0 0,40 0 15,-40 0-15,41-40 0,-41 40 16,40-40-16,0 0 0,0 0 15,0-40-15,0 0 16,0 0-16,-40 0 0,40 0 16,-40-1-16,41 1 0,-41 0 15,0 0-15,40 0 0,-40 0 0,0 0 16,40 0-16,-40 0 0,40 0 16,-40 80 15,0 0-16,0 0-15,0 0 0,0 0 0,0 0 16,0 0-16,0 0 0,0 0 0,0 1 16,0-1-16,0 0 0,0 0 0,0 0 15,0 0-15,0 0 0,0 0 16,40-40 0,0 0-16,0 0 15,-40-40-15,40 40 0</inkml:trace>
  <inkml:trace contextRef="#ctx0" brushRef="#br0" timeOffset="65211.4158">13884 9224 0,'-40'0'0,"40"40"31,0 0-31,40 40 16,0 80-1,-40-79 1,0-41 0,0-80 15,0 0-15,40-1-16,0 1 0,0-40 15,0 80-15,-40-40 16,40 40-16,-40-40 15,41 120 1,-41 40 0,0-39-1,0-1 1</inkml:trace>
  <inkml:trace contextRef="#ctx0" brushRef="#br0" timeOffset="65480.0187">14887 9344 0,'-40'-40'0,"80"80"0,-160-80 15,120 0 1,0 120-16,-41-40 15,41 120 1,-40 1 0,40-41-1,81-40 1,-1-80 0,0-40-1,0-80 1</inkml:trace>
  <inkml:trace contextRef="#ctx0" brushRef="#br0" timeOffset="65707.0048">15449 8943 0,'0'0'0,"-40"40"47,40 40-47,-41-40 0,41 0 15,0 1-15,0-1 0,-40 40 0,40-40 16,0 0-16,0 40 0,-40-40 0,40 0 16,0 1-16,0-1 0,0 0 0,-40 40 15,40-40-15,0 0 0,0 0 16,0 0-16</inkml:trace>
  <inkml:trace contextRef="#ctx0" brushRef="#br0" timeOffset="66009.5306">15328 9424 0,'-40'0'0,"80"0"0,-40 0 16,40 0 0,41-40-16,39 0 15,0 0 1,-39 0-1,-41 0 1,-40 0 0,0 120-1,-40 80 1,-41 41 0,41-1-1,0-79 1,40-81-1,0-80 1</inkml:trace>
  <inkml:trace contextRef="#ctx0" brushRef="#br0" timeOffset="66159.0071">16010 9103 0,'-40'0'0,"80"0"0,-200-40 15,120 0-15</inkml:trace>
  <inkml:trace contextRef="#ctx0" brushRef="#br0" timeOffset="69811.7269">16452 9424 0,'40'0'63,"-40"-40"-63,-40 80 62,0-40-46,40 40-16,-40-40 16,-1 0-16,1 0 15,0 0 1,40 40-16,-40-40 0,40 40 0,-40-40 0,40 41 16,0-1-1,0 0-15,0 0 16,40-40-16,-40 40 15,40-40-15,0 0 0,0 40 0,1-40 16,-1 0 0,0 0-16,0 0 0,0-40 15,-40 0 1,40 40-16,-40-40 16,0 0-16,0 0 15,0-1 1,-40 41-1,40-40-15,-40 40 16,0 0 0</inkml:trace>
  <inkml:trace contextRef="#ctx0" brushRef="#br0" timeOffset="70191.7047">16933 9424 0,'0'0'0,"40"0"16,1 40 15,-1 0-31,0 41 0,0-1 31,-40-40-31,0 0 0,0 0 16,0-80 15,0 0-31,40 40 16,-40-40-16,40 40 15,0 0 1,-40 40-1,40 40-15,-40-40 0,0 0 16,0 0-16,0 1 16,0-1-16,0 0 0,0 0 15,0 0-15,0 0 16</inkml:trace>
  <inkml:trace contextRef="#ctx0" brushRef="#br0" timeOffset="71641.622">18859 9063 0,'0'-40'0,"-40"40"0,40 40 47,0 40-47,0-39 16,0-1-16,0 0 0,0 40 15,0-40-15,-40 0 0,40 40 0,-40-40 0,40 41 16,-40-41-16,40 0 16,0 0-16,0 0 0,-40 0 0,40 0 0,0 0 15,40-80 17,0 0-17,40 0 1,-40 0-16,1 40 15,-41-40-15,40 40 0,0 0 16,0 0-16,-40 40 0,40-40 16,-40 40-16,40-40 0,-40 40 15,0 0-15,0 0 0,0 1 16,-40-1-16,0 0 16,0-40-16,0 40 15,0-40-15,-1 0 0,1 0 0,0 0 16,0 0-16,0 0 15,40-40-15,-40 40 0,40-40 0,-40 40 0,40-40 16,0-1 0</inkml:trace>
  <inkml:trace contextRef="#ctx0" brushRef="#br0" timeOffset="72711.5191">19421 8742 0,'-40'-40'15,"80"80"-15,-160-120 16,120 40-16,-40 40 16,0-40 15,-1 40-15,-39 0-1,0 0 1,0 0-1,40 0 1,-41 80-16,-39-40 31,0 81-15,39-1 0,41 40-1,0-39 16,-40 39-15,40 41 0,0-41-1,40 0 17,40 1-17,0-81 1,40 40-1,-40-120-15,40 81 16,-39-41 0,-1-40-1,40 40-15,121 0 16,-81-40 15,-40 0-31,81-40 31,-121 40-31,40-40 16,-40 40-16,0-40 0,0-1 16,1 1-16,79 0 15,-80 0-15,80-120 32,-79 39-17,-1-39 1,0 0 15,-40-41-15,0 41-1,-40 39 1,0 41 15,-41 0-15,-79-40-1,-41 39 17,121 41-17,40 40-15,40 40 16,0 0 0,0 81-16</inkml:trace>
  <inkml:trace contextRef="#ctx0" brushRef="#br0" timeOffset="73991.4419">20785 8983 0,'0'0'0,"0"40"63,0 0-48,0 0-15,-40 0 0,40 1 0,0-1 0,0 0 16,-40 40-16,40-40 0,0 0 16,0 40-16,0-40 0,0 1 0,-40 39 0,40-40 15,0 0-15,0 0 16,0 0-16,0 0 0,0 0 0,0 1 0,0-1 15,40-40-15</inkml:trace>
  <inkml:trace contextRef="#ctx0" brushRef="#br0" timeOffset="74271.4319">20785 9184 0,'0'-81'16,"0"162"-16,0-242 16,41 121-16,-41 0 15,40 40 1,40-40 0,0 40-16,81 0 31,-1 0-16,-120 0 1</inkml:trace>
  <inkml:trace contextRef="#ctx0" brushRef="#br0" timeOffset="74481.3836">20866 9585 0,'-40'0'15,"80"0"-15,-40-41 32,40 41-32,120-40 15,-39 40 17,-1-40-17,-80 40-15</inkml:trace>
  <inkml:trace contextRef="#ctx0" brushRef="#br0" timeOffset="74641.3714">21427 9424 0,'0'40'31,"0"-80"-31,0 120 0,0-40 16,0 1-16,0 159 31,-40-80-15,-40-39-1</inkml:trace>
  <inkml:trace contextRef="#ctx0" brushRef="#br0" timeOffset="74781.3655">21668 9304 0,'0'-40'15,"0"80"-15,-40-120 0,0-1 16,40 41-16,0 0 31</inkml:trace>
  <inkml:trace contextRef="#ctx0" brushRef="#br0" timeOffset="75121.4184">21789 9384 0,'0'40'16,"0"-80"-16,0 200 16,0-119-16,0-1 15,0 0-15,40 40 32,-40-40-17,40-80 1,80-40 15,41-41-15,-81 162-1,-80 199 1,-40-79 15,0-41-15</inkml:trace>
  <inkml:trace contextRef="#ctx0" brushRef="#br0" timeOffset="75541.393">22792 9625 0,'-80'-40'15,"160"80"-15,-201-80 0,1 40 16,80 40-16,0 0 31,40 120-15,80-80 0,0-80-1,1-80 16,-81 40-31,40-120 16,-40 120-16,0-1 0,0 1 16,0-40-16,0-120 15,0 119 17,0 122-17,0 279 1,-40-39 15,-1-40-15,41-201-16,0 40 15</inkml:trace>
  <inkml:trace contextRef="#ctx0" brushRef="#br0" timeOffset="76021.3657">23795 9544 0,'0'-40'31,"0"80"63,-40-40-94,40 81 0,0-41 16,0 0-16,0 0 0,0 0 0,0 0 0,-40 40 15,40-39-15,0-1 16,0 0-16,-40 0 0,40 0 0,0 0 0,0 0 15,0 0-15,-41-40 0,41 40 16,0 0-16</inkml:trace>
  <inkml:trace contextRef="#ctx0" brushRef="#br0" timeOffset="76261.351">23554 9745 0,'-40'-40'16,"80"80"-16,-80-120 0,0 0 15,120 80-15,-40-81 16,161 41 0,-81 40 15,-39 0-16,-41 80 1</inkml:trace>
  <inkml:trace contextRef="#ctx0" brushRef="#br0" timeOffset="76491.2659">23514 10266 0,'0'0'16,"40"0"15,0 0-31,0 0 0,41 0 16,-41 0-16,0 0 16,0 0-16,0 0 0,0 0 15,0 0 1,1 0-16</inkml:trace>
  <inkml:trace contextRef="#ctx0" brushRef="#br0" timeOffset="77231.2233">24357 9986 0,'-40'0'15,"40"-40"-15,-41 40 0,41-41 0,0 1 16,41 40 0,-1 0-1,0 0-15,0 40 0,0 1 16,0-1-1,-40 0-15,0 0 0,0 0 0,0 0 16,0 0 0,-40 0-16,40 0 0,-40-40 15,40 40-15,40-120 32,0 80-32,0 0 0,0-80 0,1 80 15,-1-40-15,0 0 16,0 40-16,-40-40 0,40 40 0,0 0 0,-40-40 15,40 40 1,-40 40-16,0 0 16,0 0-1,0 0 1,0 0-16,-40-40 0,80-40 31,41 0-31,-81 0 16,40 0-16,0 40 15,-40-40-15,40 40 0,0-40 0,0 40 16,0 0 0,-40 40-16,0 0 15,0 0-15,0 0 0,0 0 16,0 0-16,0 0 16,0 0-16,0 0 0,0 1 15,40-41 1</inkml:trace>
  <inkml:trace contextRef="#ctx0" brushRef="#br0" timeOffset="77461.2815">25761 9905 0,'0'0'0,"-40"0"0,-40 41 31,40-1-31,40 80 16,0 121 0,40-81-1,-40-80 17</inkml:trace>
  <inkml:trace contextRef="#ctx0" brushRef="#br0" timeOffset="77721.2659">25721 9905 0,'0'0'0,"0"-40"0,40 0 16,-40 0-16,121 40 31,-1 0-15,-80 80-1,-120 41 17,-121-1-17,81-80 1,160-40 0,0 0-1</inkml:trace>
  <inkml:trace contextRef="#ctx0" brushRef="#br0" timeOffset="78141.2432">26283 9946 0,'-40'-41'0,"80"82"0,-120-82 0,80 1 31,0 80-31,40 41 16,0 39 0,0 40-1,-40-120 17,40-80-17,0 0 1,40-80 15,-39 80-15,-41 80-1,0 80 1,40-40 15,40-80-15,-40-40-1,40-120 1</inkml:trace>
  <inkml:trace contextRef="#ctx0" brushRef="#br0" timeOffset="78371.1556">27005 9464 0,'0'0'0,"0"-40"15,0 0 1,0 0-16,0 0 0,0 80 31,0 40-15,0-40-16,0 0 0,0 0 15,0 1-15,0-1 0,0 0 0,0 0 0,-40 40 16,40-40-16,0 0 0,0 0 0,-40 1 0,40-1 16,0 0-16,0 0 15,0 0-15,0 0 0,-40 0 0,40 0 16</inkml:trace>
  <inkml:trace contextRef="#ctx0" brushRef="#br0" timeOffset="78761.2059">27607 9865 0,'0'0'15,"0"-40"-15,-40 0 16,0 40-1,40 40 1,0 0 0,-40 121-1,40 39 1,0-79 0,-81-41 15,-39-120-16</inkml:trace>
  <inkml:trace contextRef="#ctx0" brushRef="#br0" timeOffset="79081.1323">27647 10066 0,'40'0'16,"0"0"-1,81-40 1,-1-40 0,-120-41-1,0 81 17,-120 40-17,-1 120 1,41 81 15,80-41-15,80-79-1,1-81 1</inkml:trace>
  <inkml:trace contextRef="#ctx0" brushRef="#br0" timeOffset="79701.1515">28650 9745 0,'-40'-40'16,"80"80"-16,-80-120 0,40 40 0,0 0 31,80 120-16,-40 120 1,-40-160-16,-40 121 31,0-41-15,0-40 0,40-120 15,0-40-16,0-80 1,40-41 0,81 1-1,-1 39 17,0 121-17,1 80 1,-121 121 15,-161-1-15,-39-40-1,39-39 1,201-81 15,0-41-15,41 41-1,-1 121 17,0 39-17,-80-80 1,40-40 0</inkml:trace>
  <inkml:trace contextRef="#ctx0" brushRef="#br0" timeOffset="80991.0031">29453 9946 0,'0'40'16,"0"0"15,40 0-15,0-40-1,0 0-15,0 0 16,0-40-16,-40 0 16,0 0-1,0-1-15,0 1 16,-40 0-16,0 40 15,0 0-15,-40 0 16,40 40 0,40 0-16,-40-40 0,-1 41 0,41-1 15,0 0-15,0 0 0,0 0 0,0 0 0,41-40 16,-41 40-16,40 0 0,0 0 16,0 0-16,0 1 0,0-41 0,0 40 0,0-40 15,1 0-15,-1 40 16,0-40-16,0 0 0,0 0 0,-40-40 15</inkml:trace>
  <inkml:trace contextRef="#ctx0" brushRef="#br0" timeOffset="81261.0634">30255 9946 0,'0'0'15,"-80"0"-15,40 0 16,-40 40-1,80 80 17,40 40-17,-40 41 1,0-121 0,0-40-16,-161 0 31,41-120-16,120 40-15</inkml:trace>
  <inkml:trace contextRef="#ctx0" brushRef="#br0" timeOffset="81871.0177">30576 10026 0,'0'40'0,"-40"-40"93,40 80-77,0-40-16,-40 0 0,40 0 0,0 0 0,0 1 16,-40-1-16,40 40 0,0-40 15,0 0-15,0 40 0,0-40 0,0 1 0,0-1 16,0 0-1,0 0-15,0 0 0,0-80 32,0 0-17,0-40-15,0 39 0,0 1 16,0 0-16,0 0 16,0-40-16,0 40 0,40 0 0,-40-41 0,0 41 15,0-40-15,80 40 0,-80 0 16,40 0-16,1 0 0,-41 0 0,40 0 0,0 40 15,0-41-15,0 41 16,0 0-16,0 0 0,0 0 0,1 0 16,-1 0-16,0 41 15,-40-1-15,0 0 0,0 0 16,-40 0-16,40 0 0,-40 0 0,-1 0 16,1-40-16,0 40 15,0-40-15,0 40 0,40 1 0,-40-41 0,0 0 16,40 40-16,0-80 15</inkml:trace>
  <inkml:trace contextRef="#ctx0" brushRef="#br0" timeOffset="82191.0056">31379 10106 0,'0'0'0,"40"0"31,0 40-15,-40 80-1,-80-80 1,40 1 15,-81-82-15,81-39-1,0 0 17,40 40-32,80 0 15</inkml:trace>
  <inkml:trace contextRef="#ctx0" brushRef="#br0" timeOffset="82540.9861">31620 9946 0,'-41'0'16,"41"40"15,0 0-31,41 0 16,-41 0-1,0 0-15,0 0 0,0 0 16,-41-40-16,41 40 15,41-40 32,-41-40-47,40 40 0,-40-80 0,40 80 0,0-40 16,0 40-16,-40-40 0,40 40 16,0-40-16,0 40 0,-40 40 31,0 0-31,0 0 0,0 0 15,-40 0-15,40 0 16,0 0-16,-40-40 0,40 41 0,0-1 16</inkml:trace>
  <inkml:trace contextRef="#ctx0" brushRef="#br0" timeOffset="82820.9701">32302 9825 0,'0'0'15,"0"-40"-15,-40 40 0,40 40 32,-41-40-32,41 80 15,-40-39-15,40-1 16,0 0-16,-40 0 0,40 0 0,0 0 15,0 0 1,0 0-16,0 0 16,0 0-16,-40-40 0,40 41 15,-40-41-15,0 0 16</inkml:trace>
  <inkml:trace contextRef="#ctx0" brushRef="#br0" timeOffset="83150.9541">32262 10026 0,'0'0'0,"80"0"32,80-80-17,1-1 1,-121 1 15,-80 80-15,-40 40-1,-41 81 1,81 39 15,80 0-15,40-79-1,41-41 1,-41-40 0,0-40-16</inkml:trace>
  <inkml:trace contextRef="#ctx0" brushRef="#br0" timeOffset="84850.8124">1886 10387 0,'0'0'0,"-40"0"0,0 0 15,0 0-15,-1 0 0,1 0 32,0 40-17,0 0 1,0 0-16,0 0 15,40 0-15,0 0 16,0 0-16,0 1 0,-40-41 0,40 40 16,0 0-16,0 0 0,0 0 0,0 0 0,0 0 15,0 0-15,0 0 0,0 0 16,0 1-16,40-41 0,-40 40 0,40-40 16,0 0-16,0 0 15,0 0-15,0 0 0,1-40 0,-1 40 16,0-81-16</inkml:trace>
  <inkml:trace contextRef="#ctx0" brushRef="#br0" timeOffset="85730.7279">2247 10106 0,'-40'-40'0,"80"80"0,-80-120 15,0 80-15,-40 0 16,-1 0 0,-39 40-1,-81 0 16,41 40-15,-1 0 0,1 41-1,39-41 17,41 80-17,0 1 1,40-81-1,0 120 1,40-159-16,0-1 16,0 160-1,80-79 1,-40-81 0,161-40-1,-41 40 16,-80-40-31,41 0 32,39-40-17,1-41 1,-121 1 0,120-40-1,1-81 1,-1 1 15,-79 39-15,-41 1-1,-40 80 1,0-41 0,40-39-1,-40 120 1,-40 0-1,-40 0 17,39 40-32,1 0 15,0 0-15,-80 40 32,-1 0-17,81 0-15</inkml:trace>
  <inkml:trace contextRef="#ctx0" brushRef="#br0" timeOffset="86880.6707">4013 10387 0,'0'0'0,"-40"0"16,40-40-16,0 80 31,0 0-15,0 0-16,0 0 15,0 0-15,0 0 0,-41 0 0,41 0 16,0 1-16,0 39 15,0-40-15,0 0 0,-40 0 0,40 0 0,0 0 16,0 0-16,0 0 0,0 1 16,0-1-16,0 0 0,0-80 47,0 0-47,0-1 0,0 1 15,40 0-15,-40 0 0,0 0 16,0 0-16,0-40 0,41 40 0,-41 0 0,0-1 15,0 1-15,0 0 16,40 0-16,-40 0 0,40 0 0,-40 0 16,40 0-16,-40 0 0,40 40 0,-40-41 15,40 41 1,0-40-16,0 40 0,1 0 16,-1 0-1,0 0-15,0 0 0,0 0 16,0 0-16,0 0 15,-40 40-15,40-40 0</inkml:trace>
  <inkml:trace contextRef="#ctx0" brushRef="#br0" timeOffset="87110.7215">4013 10868 0,'0'-40'0,"0"80"0,-81-40 16,122 0 0,-1 0-1,0 0 1,0 0-16,0 0 0,0-40 0,0 40 16,0 0-16,1 0 0,-1 0 15,0 0-15,0 0 0,0 0 0,0 0 16,0 0-1</inkml:trace>
  <inkml:trace contextRef="#ctx0" brushRef="#br0" timeOffset="87330.6356">4775 10788 0,'0'0'0,"0"-40"0,0 80 31,0 0-16,0 160 1,-40 41 0,40-201-16,-40 40 15,0-40 1</inkml:trace>
  <inkml:trace contextRef="#ctx0" brushRef="#br0" timeOffset="88320.65">4936 10667 0,'0'-40'0,"0"0"15,0 0 1,0 0-16,40 40 16,-40 40 15,40-40-31,-40 40 16</inkml:trace>
  <inkml:trace contextRef="#ctx0" brushRef="#br0" timeOffset="88700.6289">5176 10748 0,'0'40'32,"81"-40"-32,-81 40 15,0 0-15,0 0 16,40 0-16,-40 0 0,0 0 15,0 0 1,0 1-16,40-82 47,0 1-47,0 0 16,0 0-16,0 40 0,0-40 15,1 40-15,-1 0 16,-40 40-1,40-40-15,-40 40 0,0 0 16,0 0-16,0 1 0,0-1 16,0 0-16,0 0 0,0 0 15,0 0-15,-40-40 16,40 40 0</inkml:trace>
  <inkml:trace contextRef="#ctx0" brushRef="#br0" timeOffset="89590.5577">6220 10988 0,'-41'-40'16,"1"40"-16,0 0 15,0-40 1,0 40 0,-40 120-1,80 81 16,0-81-15,200-120 0,-39-120-1,-121-81 17,0-39-17,-40 160 1,0 39-16,0-39 15,-40 120 1,40 0 0,-40 1-16,40-1 0,0 0 0,0 0 15,0 40-15,0-40 16,0 40-16,0-40 0,0 41 0,0-41 0,0 0 16,0 0-16,0 0 0,0 0 15,0 0-15,0 0 0,40-40 0</inkml:trace>
  <inkml:trace contextRef="#ctx0" brushRef="#br0" timeOffset="90010.5521">7303 10988 0,'-80'-40'15,"160"80"-15,-200 0 16,120 0-16,-41 201 16,41-161-1,0 1-15,-80 79 16,80-120-16,0 0 31,-40 0-31,40-160 31,40 80-31,-40 0 0,40-161 32,-40 121-32,40 40 0,1-121 15,-41 81-15,80-120 16,-40 160-16,40 0 16,-40 40-16,81-41 31,-81 41-31,40 0 15,-40 0-15,81 0 16,-81 0-16</inkml:trace>
  <inkml:trace contextRef="#ctx0" brushRef="#br0" timeOffset="90240.5041">7263 11149 0,'-80'40'32,"160"-80"-32,-201 80 15,202-40-15,-41-40 0,40 0 32,-40 40-32,41 0 15,-1 0-15,-40 0 16,0 0-16,0 0 0</inkml:trace>
  <inkml:trace contextRef="#ctx0" brushRef="#br0" timeOffset="90570.5198">7785 11309 0,'0'-40'0,"40"40"31,0 0-31,40 0 0,-40 40 16,0 0 0,-40 0-16,0 0 0,0 1 0,40-1 15,-40 0-15,0 0 0,0 0 0,-40 0 16,0 0 0,0 0-16,0-40 15,40-40 1,0 0-16,0-40 15,0 40-15,40 0 16,-40 0-16,40-1 0,0 1 16,0 40-16,-40-40 0,41 40 0,-41-40 0,40 40 15,0 0 1,0 0-16,-40-40 0,40 40 16</inkml:trace>
  <inkml:trace contextRef="#ctx0" brushRef="#br0" timeOffset="90930.4274">8507 11309 0,'0'40'15,"40"-40"17,0 0-32,0 0 15,0 0-15,-40-40 0,40 40 16,1-40-16,-41 0 31,0 0-31,0 0 16,-41 40-1,1 0-15,0 0 16,0 40-16,0 0 16,0 0-1,0 0-15,40 0 0,-40 0 0,40 0 16,0 1-1,40-1-15,0-40 16,0 0 0,40 40-16,-40-40 15,0 0-15,1 0 0,-1 0 0,0 0 16,0 0-16</inkml:trace>
  <inkml:trace contextRef="#ctx0" brushRef="#br0" timeOffset="91510.4647">9470 11309 0,'0'0'0,"-80"-40"16,39 40-1,-79 0 1,80 40 15,0 80-15,40 1-1,0-41 17,40-80-32,0-40 15,0-40 17,0 40-32,0-41 15,-40 41-15,41 0 0,-41 80 47,0 0-47,0 0 0,-41 1 0,41-1 16,0 0-16,0 0 0,-40-40 0,40 40 0,0 0 15,0 0-15,-40 0 0,40 0 16,0 0-16,0 1 0,-40-1 0,40 0 0,-40 0 16,40 0-16,-40 0 15,40 0-15,-40-40 0,40 40 0,0 0 0,-40 1 16,40-1-16,-41 0 15,41 0-15,41-80 32,-1 0-17,0 0-15,-40-1 0,40 41 0,0-40 16,0 0-16,0 40 16,-40-40-16,40 40 0,-40-40 0,41 40 0,-1-40 15,0 40 1,-40-40-16,40 0 0,0 40 15,-40-40-15,40-1 16,-40 1-16,40 40 0</inkml:trace>
  <inkml:trace contextRef="#ctx0" brushRef="#br0" timeOffset="92310.3434">10633 11189 0,'-40'0'16,"0"40"-16,40 80 15,0-80-15,-40 41 16,40-1-16,0 120 16,0-39-1,0-121 17,0-80-17,0-81 1,0 41-16,80-80 15,1 39 1,79-159 0,-39 159-1,-81 121 1,0 81 0,0 39-1,-160 0 16,79-80-31,-79 41 16,40-41-16,40 0 16,-81 0-1,81-40-15,120-40 32,41 40-17,-41 80 1,-40-80-16,40 120 31,-39-80-31,-1 0 0,40 1 16,-40-41-1,0 0-15</inkml:trace>
  <inkml:trace contextRef="#ctx0" brushRef="#br0" timeOffset="92702.0612">11717 11790 0,'-80'-80'15,"160"160"-15,-120-200 32,120 120-32,-40 0 0,121 0 31,-81 0-16,-80-40 1,0 0-16,40 40 16,-40-40-16,-80 0 31,40 40-31,0 0 0,-1 0 16,1 0-16,-40 40 15,40 0-15,-40 40 16,40-80-16,40 120 15,0-80-15,40 1 0,-40-1 16,40-40 0,-40 40-16,120 40 15,-80-80-15,-40 40 0,40-40 16,41 0 0,-41 0-16</inkml:trace>
  <inkml:trace contextRef="#ctx0" brushRef="#br0" timeOffset="93022.1161">12560 11630 0,'0'-40'16,"0"80"-16,-41-80 16,-39 40-16,80 40 15,-40-40 16,40 80-31,0 81 32,0-41-17,0-80 1,0 0-16,-40-40 31,0 0-15,0 0-16,-41 0 31,41-40-31</inkml:trace>
  <inkml:trace contextRef="#ctx0" brushRef="#br0" timeOffset="93292.1011">13041 11670 0,'0'0'16,"0"40"0,0 80-1,0-39 1,0-41-16,0 40 0,0-40 0,0 121 31,-80-81-15,40-80-16</inkml:trace>
  <inkml:trace contextRef="#ctx0" brushRef="#br0" timeOffset="93592.0077">13081 11871 0,'0'-81'16,"0"41"-16,0 0 0,40 0 31,0 40-31,1-40 0,-1 0 0,0 0 16,0 40-1,0 0 1,-40 80-1,0-40 1,0 0-16,-40 40 16,40-40-16,-80 1 15,40-41-15,-41 40 16,41-40-16,0 0 0,0-40 31,40-1-31</inkml:trace>
  <inkml:trace contextRef="#ctx0" brushRef="#br0" timeOffset="93961.9899">13964 11590 0,'-40'0'16,"0"0"-16,40 40 15,0 0 1,40 0 0,-40 80-1,0-79 1,-40-41-16,-41 80 16,41-40-1,0-40-15,0-40 31,40 0-31,-40-41 16,40 41-16,0-40 16,80 40-16,-40 0 15,-40 0 1,81 0 0,-41 40-16</inkml:trace>
  <inkml:trace contextRef="#ctx0" brushRef="#br0" timeOffset="94322.0414">14205 11550 0,'-40'0'15,"40"40"1,40 0-16,0-40 16,-40 40-1,0 0-15,0 0 16,40-40 31,-40-40-32,40 40-15,0 0 16,-40-40-16,40 40 0,0-40 0,1 40 16,-1-40-16,0 40 15,-40 40 1,0 0-16,0 0 15,0 0-15,0 0 16,0 0-16,0 1 0,0-1 31,0-80-15</inkml:trace>
  <inkml:trace contextRef="#ctx0" brushRef="#br0" timeOffset="94702.0189">15328 11470 0,'-80'0'15,"160"0"-15,-160 40 32,80 0-17,0 0-15,0 0 0,0 0 16,40-40-16,-40 40 0,0 0 15,0 0-15,0 0 0,0 1 16,0-1 0,0 0-16,-40 0 0,0 0 15,0-40 1,0 0-16,0 0 0,-1 0 16,41-40-16</inkml:trace>
  <inkml:trace contextRef="#ctx0" brushRef="#br0" timeOffset="95022.0005">15689 11790 0,'0'0'0,"41"0"16,-1 0 0,40 0-1,40-40 1,-120 0-1,0-40 17,-120 40-17,80 40 1,0 40-16,0 40 0,-1-80 0,1 120 16,40 41 15,81-81-16,-41-40 1,0-40 0,0 0-16</inkml:trace>
  <inkml:trace contextRef="#ctx0" brushRef="#br0" timeOffset="96131.9359">18819 11710 0,'-40'0'0,"0"0"15,0 0 1,0 0-16,0 0 16,0 0-1,-1 0-15,41 40 16,-40 0-16,40 0 0,0 1 0,0-1 0,0 0 16,-40 0-16,40 0 0,0 0 15,0 0-15,0 0 0,80 0 0,-39 1 16,-1-41-1,0 0-15,0 0 0,0 0 16,0-41-16,0 1 16,0 40-16,-40-80 0,41 40 0,-41 0 0,0 0 15,40 40-15,-40-40 16,0-41-16,0 41 0,0 0 0,0 0 0,0 0 16,0 0-16,0-40 0,0 40 0,0 0 15,40-1-15,-40 1 16,0 80 15,0 1-15,-40-1-16,40 0 15,0 0-15,0 0 0,0 40 0,0-40 0,0 0 16,0 41-16,0-41 0,0 40 0,0-40 0,0 0 16,0 40-16,0-40 15,0 1-15,0-1 0,0 0 0,0 0 16,0 0-16,0 0 15</inkml:trace>
  <inkml:trace contextRef="#ctx0" brushRef="#br0" timeOffset="97171.8754">19501 11510 0,'0'-81'15,"0"162"-15,0-202 0,0 81 0,0-80 32,-40 80-17,0 40 1,0 0-16,-80 0 16,-1 0 15,-39-80-16,120 80 1,-41-41 0,41 41-16,0 0 15,0 0-15,-40 0 16,-41 41 0,-39 79-1,120-120 1,0 40-16,-41 40 15,41-40-15,0 0 32,0 1-32,40-1 0,0 0 0,-40 80 31,0 40-15,40-79-16,0-41 0,0 80 31,0-80-31,0 0 0,0 0 15,0 1-15,40 79 16,0-80-16,0 0 0,0 0 31,0 0-31,81 40 16,-81-80-16,0 0 0,80 41 16,-79-41-16,39 0 15,-40 0-15,120 0 16,41 0-1,40-41 17,-41-79-17,-119 80 1,-41 40-16,80-120 16,-80 80-16,0 0 0,1-41 15,-1-39 1,0-81-1,-40 41 1,0 80 0,0 40-16,-40-161 15,0 161-15,40 0 0,-41 0 16,-39-121 0,-161 41-1,41 80 16,79 0-31,81 40 0,0 40 16,0-40-16,-40 160 16,80-119-16</inkml:trace>
  <inkml:trace contextRef="#ctx0" brushRef="#br0" timeOffset="98931.6971">20906 11550 0,'0'40'94,"-40"0"-94,40 40 16,-40-40-16,40 0 15,0 0-15,-41 1 0,41-1 0,0 0 0,0 0 16,0 0-16,0 0 16,-40 0-16,40 0 0,0 0 0,0 1 15,0-1-15,-40 0 0,40 0 16,0 0-16,0-80 31,0 0-15,40 40-16,-40-80 0,0 39 15,0 1-15,0 0 0,40 0 16,-40 0-16,0 0 0,0 0 0,0 0 0,41 0 16,-41-1-16,0 1 15,0 0-15,0 0 0,40 0 0,-40 0 0,0 0 16,0 0-16,40 40 0,-40-40 0,0 0 16,40-1-16,-40 1 15,40 40-15,0 0 31,0 0-31,0 0 16,1 40-16,-1-40 16,0 0-1,0 0 1,0 0-16</inkml:trace>
  <inkml:trace contextRef="#ctx0" brushRef="#br0" timeOffset="100071.6342">21147 11510 0,'0'40'78,"40"-40"-78,-40 40 0,0 0 16,0 0-16,40-40 0,-40 40 15,0 0-15,0 0 0,0 0 0,0 1 16,0-1 0,0 0-16,0 0 31,0-80 16,80 40-47,-40-40 15,0 0 1,0 40-16,-40-41 0,41 41 0,-1-40 0,0 0 16,0 0-1,0 40-15,0-40 0,0 40 0,-40-40 16,40 40-16,-40-40 0,41 40 0,-1 0 0,-40-40 16,40 40-16,0-40 15,0 40-15,0 0 16,-40-40-16,40 40 15,-40 40 17,0 0-1,0 0-31,0 0 0,0 0 16,-40 0-16,40 0 0,0 0 15,0 0-15,-40 1 16,40-1-16,0 0 0,0 0 0,-40 0 15,40 0-15,0 0 16,-40 0-16,40 0 0,0 1 0,0-1 0,0 0 16,0 0-16,0 0 15,0 0-15,40-40 16,0 0-16,0 0 0</inkml:trace>
  <inkml:trace contextRef="#ctx0" brushRef="#br0" timeOffset="100621.6228">22952 11991 0,'0'0'0,"-40"-40"31,40 0-31,-40 0 16,0 40-1,0 0-15,-40 40 16,39 0 0,1 0-1,0 120 1,80 1-1,81-121 17,39-40-17,-39-120 1,-81-1 0,0 1 15,-40 80-31,0 80 31,0 0-15,-40 40-1,40 41 1,120 39 0,-40-80-1,-40-80 1,1 0-1</inkml:trace>
  <inkml:trace contextRef="#ctx0" brushRef="#br0" timeOffset="101321.5984">24196 12071 0,'-40'0'16,"80"0"-16,-120-80 15,40 40 1,0 40-16,-41 80 31,41 0-15,40 0-1,81-80 17,39-80-17,-120 40 1,40-40-16,40-40 16,-80 160 15,0 0-16,-40 120 1,40-120 0,-40 81-1,-40 79 1,40 41 0,-41 40-1,-39-81 16,40-80-15,0-80 0,39-40 15,1-120-15,40 40-16,0-80 31,161-1-16,-1 81 1,-120 40-16,1 40 0,-41-40 16,80 40-1,40-81 1,-40 41-16</inkml:trace>
  <inkml:trace contextRef="#ctx0" brushRef="#br0" timeOffset="101741.5358">24878 12111 0,'0'0'0,"0"-40"15,40 0 1,-40 80 0,0 0-16,0 0 15,0 0 1,0 1-16,0-1 0,0 0 0,0 0 15,0 0 1,-40-40-16,40 40 0,-40-40 0,40 40 16,-40-40-16,40-80 31,0 40-31,80 40 0,-80-40 0,40 0 16,1 0-1,-1-1-15,0 1 0,0 0 0,0 0 16,0 40-16,-40-40 15,40 40-15,0 0 16,-40 40 0,0 0-16,0 40 0,0-39 15,0-1-15,-40 0 0,40 0 0,0 0 16,-40 0-16,0 0 16,40 0-16,0 0 0,40-80 31,0 0-16</inkml:trace>
  <inkml:trace contextRef="#ctx0" brushRef="#br0" timeOffset="101981.5953">26082 12071 0,'-40'0'0,"0"0"0,0 0 31,40 40-31,-40 0 16,40 0-16,0 1 0,0 39 16,0 80-1,-40-80 17,-1-40-17,41-80 1</inkml:trace>
  <inkml:trace contextRef="#ctx0" brushRef="#br0" timeOffset="102131.5514">26122 11630 0,'-80'-40'15,"160"80"-15,-160-120 0,40 80 31,80 0-15</inkml:trace>
  <inkml:trace contextRef="#ctx0" brushRef="#br0" timeOffset="102601.484">26724 11790 0,'0'0'0,"0"-40"15,0 80 17,0 0-17,0 41 1,-40-41-16,-40 200 31,0 1-15,80-81-1,40-119 1,0-41 0,40-41-1,40 1-15</inkml:trace>
  <inkml:trace contextRef="#ctx0" brushRef="#br0" timeOffset="103601.4291">26604 12312 0,'-80'0'32,"160"0"-32,-120 0 31,80 0-31,0-40 15,120 40 1,-119 0-16,39 0 31,-40 0-31,0-40 0,0 40 16,0-81 15,-40 121 0,0 1-31,0 39 32,40 0-17,81-40 1,-1-40 0,-80-40-1,0 0 1,41-40-1,-81 40 1,40-1 0,-40 82-1,0-1 1,-40 0-16,40 0 0,0 0 16,0 0-16,0 0 0,0 0 15,0 0-15,40 0 0,0 1 16,0-41-16,0 0 15,0 40-15,0-40 0,41 0 0,-41 0 16,40 0-16,-40 0 0,40 0 16,-39 0-16,-1-40 0,0 40 0,0-41 0,0 41 15,0-40-15,0 0 0,0 0 16,-40 0-16,0 0 16,41 0-16,-41 0 0,0 0 15,0 0-15,40 40 0,-40-41 16,-81 41 15,41 0-31,40 81 0,-40-81 0,0 40 16,0-40-16,0 40 15,40 0-15,-40 0 0,40 0 16,0 0-16,0 0 0,40 0 31,0-40-31,0 0 0,0 0 16,0 0-16,-40-40 15,40 40-15,-40-40 0,41 40 0,-41-40 0,0 0 16,40 40-16,-40-40 16,0 0-16,0 0 0,0 0 0,0 0 15,0-1-15,40 1 0,-40 0 0,0 0 0,0 0 16,0 0-16,0 0 0,0 0 16,0 0-16,40-1 0,-40 1 0,0 0 31,0 80-16,0 41 1,0-41-16,0 0 0,0 40 0,0-40 16,0 0-16,-40 0 15,40 0-15,0 1 0,0-1 0,0 0 0,0 0 16,0 0-16,0 0 0,0 0 0,0 0 0,0 0 16,0 0-16,0 1 15,40-41-15</inkml:trace>
  <inkml:trace contextRef="#ctx0" brushRef="#br0" timeOffset="103921.4307">28931 12392 0,'-40'0'32,"80"0"-32,40 0 31,-39 0-31,-1-40 15,-40 0 1,40-40 0,-120 39-1,39 41 1,-39 41 0,40 119-1,40-40 1,0 1-1,40-121 1,40 40 0,-39-40-16</inkml:trace>
  <inkml:trace contextRef="#ctx0" brushRef="#br0" timeOffset="104761.359">30215 12232 0,'0'0'16,"-80"0"0,40 0-1,40 40-15,-80 120 16,39 0 15,-39-39-15,80-161 15,0 0-15,80-81-1,1 41-15,-1-40 16,80-121 0,-39 81 15,-81 120-31,0 40 15,0 40 1,-40 120 15,-160 1-15,-81-1 0,161-120-1,-1 0 1,81-80-1,41 0-15,39-40 32,40 80-17,-80 40-15,41 80 32,-81-40-32,40 81 31,40-81-16,-40-80 1</inkml:trace>
  <inkml:trace contextRef="#ctx0" brushRef="#br0" timeOffset="105121.4121">30576 12512 0,'-40'40'16,"80"-80"-16,-40 80 15,40-40 1,41 0 0,-1 0-1,0-120 1,-80 40 0,40 40 15,-80 40-31,-40 0 31,-40 40-15,79 160-1,41-39 1,41-121 0,-1 0-1,40-40 1,40-80-1</inkml:trace>
  <inkml:trace contextRef="#ctx0" brushRef="#br0" timeOffset="105371.3599">31178 12392 0,'0'-80'32,"0"120"-1,-40 0-31,40 0 0,-40 0 15,0 0 1,40 0-16,0 0 0,0 1 0,0-1 16,0 0-1,0 0-15,0 0 0,0 0 16,0 0-16,-40-40 31,0 0-31,-1 0 16,41-40-16,-40 40 15,40-40-15,0 0 0</inkml:trace>
  <inkml:trace contextRef="#ctx0" brushRef="#br0" timeOffset="105921.3152">31660 12592 0,'-40'-40'16,"80"80"-16,-121-80 0,81 80 15,0 1 1,0 39 0,0 0-1,-40 121 1,-40-41-1,80-120 17,0-80-17,0 0-15,0 0 16,0 0 0,0 0-16,0-1 0,0 1 0,0 0 15,40-40-15,-40 40 0,40 0 16,-40 0-16,40 0 0,-40-1 0,0 1 0,41 0 15,-1 0-15,-40 0 16,40 40-16,-40-40 0,40 40 0,-40-40 16,40 40-16,0-40 15,0 40 1,0 0-16,1 40 31,-41 0-31,0 0 0,0 0 16,0 0-16,-41-40 15,41 40-15,-40 0 0,0-40 0,40 41 16,-40-41-16,0 0 16,0 0-16</inkml:trace>
  <inkml:trace contextRef="#ctx0" brushRef="#br0" timeOffset="106261.2719">32021 12432 0,'40'40'16,"-40"0"0,0 0-1,0 0-15,0 1 0,-40-1 16,40 0-1,-40-40-15,40 40 0,0 0 16,-40-40 15,40-40-31,0 0 0,-41 40 0,41-40 16,0 0 0,0-1-16,0 1 0,41 40 15,-41-40-15,0 0 16,40 40-16,-40-40 15,40 40 1,0 0-16</inkml:trace>
  <inkml:trace contextRef="#ctx0" brushRef="#br0" timeOffset="106651.2484">32302 12392 0,'0'0'15,"-40"0"-15,40 40 32,0 0-17,0 0-15,0 81 32,-41-41-17,122-120 32,-81 0-47,40 40 0,-40-41 16,40 41-16,0 0 15,-40-40-15,40 40 0,-40 40 16,0 1 0,0 39-1,0-40-15,0 0 0,0 0 16,-40 0-1,0 0-15,40-120 32</inkml:trace>
  <inkml:trace contextRef="#ctx0" brushRef="#br0" timeOffset="106941.2314">32984 12512 0,'-80'-80'31,"160"160"-31,-241-200 31,161 160-31,0 0 16,0 0-16,0 121 31,0-1-15,0-40-1,0-79 17,-40-41-32,-80 0 15,40-41 1</inkml:trace>
  <inkml:trace contextRef="#ctx0" brushRef="#br0" timeOffset="107261.2124">33185 12793 0,'0'0'31,"0"-40"-15,40 40-16,0-80 31,0-1-15,-40 41-1,-40 40 1,0 40 0,0 121-1,40-1 17,0-120-32,80 1 31,-40-1-31,0-40 15,0 0-15,0 0 16</inkml:trace>
  <inkml:trace contextRef="#ctx0" brushRef="#br0" timeOffset="108771.1284">1204 12432 0,'0'40'0,"40"-40"47,0 0-32,0 40 1,0-40-16,0 0 0,1 0 0,-41 40 15,40-40-15,0 0 16,0 0 0,-40-40-16,40 0 15,-40 0-15,0 0 16,0 0-16,0 0 16,-40 0-16,0 0 15,0 40 1,40-41-16,-40 41 15,-1 0-15,1 0 0,40 41 16,-40-1 0,40 0-16,-40-40 0,40 40 0,-40-40 15,40 40-15,-40 0 0,0 0 0,40 0 16,0 0-16,-40 0 16,40 1-16,0-1 15,40-40 1,-40 40-16,40-40 0,40 0 15,-40 0 1,0 0-16,0 0 0,1 0 16</inkml:trace>
  <inkml:trace contextRef="#ctx0" brushRef="#br0" timeOffset="110141.1208">2046 12272 0,'0'0'16,"0"-40"-16,0-1 15,-40 1 32,40 0-31,-40 40-1,0 0-15,0 0 16,40-40-16,-40 40 16,0 0-16,0 0 15,40-40-15,-41 40 0,1 0 16,0 0 0,0 0-16,0-40 15,0 40 1,0 0-1,0 0 1,-1 0-16,1 0 16,0 0-16,40-40 15,-40 40-15,0 0 16,0 0-16,0 40 31,0-40-31,40 40 0,-41-40 16,1 0-1,40 40-15,-40 0 0,0-40 16,40 40 0,-40-40-16,0 0 0,40 40 0,-40-40 15,0 0-15,-1 41 0,1-41 16,40 40-16,-40-40 16,0 40-16,40 0 15,-40 0 1,40 0-16,0 0 15,0 0 1,0 0-16,-40-40 0,40 40 0,0 1 16,0-1-1,0 0-15,0 0 0,0 0 16,0 0-16,0 0 0,40 0 16,-40 0-16,40-40 15,-40 41-15,40-1 0,-40 0 16,40-40-1,-40 40-15,40-40 0,-40 40 0,41 0 16,-1-40 0,-40 40-16,40-40 0,0 0 15,-40 40-15,40-40 0,0 0 0,0 0 16,0 0 0,1 0-16,-1 0 0,0 0 0,0 0 15,0 0-15,0 0 16,0 0-16,0 0 0,1 0 15,-1 0-15,-40-40 16,40 40-16,0-40 0,0 40 0,0-40 16,0 40-16,0-40 15,1 40-15,-1-40 0,0 40 16,0-40-16,0 40 0,-40-40 0,40 40 16,-40-41-1,40 41-15,-40-40 0,40 40 0,-40-40 16,0 0-16,41 40 15,-41-40-15,40 0 16,-40 0 0,0 0-16,40 40 0,-40-40 15,0-1 1,0 1 0,0 0-16,0 0 15,0 0 1,0 0-16,0 0 15,0 0 1,0 0-16,-40 0 16,0-1-1,40 1-15,-41 40 0,41-40 16,-40 40-16,0 0 31,0 0-31,0 0 16,0 0-1,0 0-15,0 40 0,-1-40 0,1 40 16,0 1-16,0-41 0,0 0 16</inkml:trace>
  <inkml:trace contextRef="#ctx0" brushRef="#br0" timeOffset="112800.9647">3491 12432 0,'0'40'63,"0"0"-63,0 0 15,0 0-15,0 1 0,0-1 16,-40 0-16,40 0 0,-40 0 0,40 0 0,-40 0 15,40 40-15,-41-39 16,41 39-16,0-40 0,-40 40 0,40-40 0,-40 40 16,40-40-16,-40 1 0,40 39 0,-40-40 0,40 0 15,-40-40-15,40 40 0</inkml:trace>
  <inkml:trace contextRef="#ctx0" brushRef="#br0" timeOffset="113240.9074">3571 12673 0,'0'0'15,"40"-40"1,1-1 15,-41 1-15,40 0-16,0 40 31,0 40-15,-40 81-1,0 39 17,-40-40-17,-81-79-15,1-1 32,40-40-32,-1 0 31,41-40-31</inkml:trace>
  <inkml:trace contextRef="#ctx0" brushRef="#br0" timeOffset="114160.8624">4454 12432 0,'0'40'265,"0"0"-249,0 0-16,0 0 0,-40 1 16,40-1-16,0 0 15,0 0-15,0 0 0,0 0 0,0 0 0,0 0 16,-40 0-16,40 1 0,0-1 15,0 0-15,0 0 0,-40 0 0,40 0 0,0 0 16,-40 0 0,40-80 31,40 40-47,0-40 15,-40 0-15,40 0 16,0 0-16,0 0 0,0 0 15,0 40-15,-40-41 0,41 41 16,-41-40-16,40 40 0,0 0 0,0 0 16,0 40 15,-40 1-31,0-1 0,0 0 16,0 0-16,0 0 15,0 0-15,0 0 0,0 0 0,0 0 0,0 0 16,-40 1-1,40-1-15,40-40 32,0 0-17</inkml:trace>
  <inkml:trace contextRef="#ctx0" brushRef="#br0" timeOffset="114770.85">5537 13074 0,'0'-40'47,"0"0"-31,41 40-16,-41-41 15,-81 41 17,41 0-32,0 41 31,0-41-31,40 40 0,-40-40 0,40 40 15,0 0-15,-40-40 0,40 40 16,0 0-16,0 0 0,0 0 16,0 0-16,40-40 0,0 0 31,0 0-31,0 0 0,-40-40 16,0 0-16,40 40 15,0 0-15,-40-40 0,0 0 16,0 0-16,0 0 15,0 0-15,0 0 16,0 80 15,0 40-31,0-40 16,0 0-16,0 0 16,0 0-16,0 0 0,0 0 0,0 1 15,0-1 1,41-40-16,-41 40 0,40 0 15,-40 0 1,40-40-16,0 0 16</inkml:trace>
  <inkml:trace contextRef="#ctx0" brushRef="#br0" timeOffset="115150.7769">6220 12953 0,'0'0'16,"0"-40"-1,-41 40 1,1 0 15,-40 121-15,40 39-1,40-40 1,40 1 15,-40-1-15,-80-80-1,-41-40 17,81-80-32</inkml:trace>
  <inkml:trace contextRef="#ctx0" brushRef="#br0" timeOffset="115550.7314">6420 13354 0,'40'-40'15,"0"40"1,1 0-16,-1 0 0,0 0 16,0 0-1,0 0 1,-40-40-16,0 0 31,-40 40-15,40-40-16,-40 40 0,0 0 15,0 0-15,-1 0 0,1 0 16,40 40-16,-40-40 0,40 40 16,-40-40-16,40 40 0,0 0 0,-40 1 15,40-1 1,0 0-16,0 0 0,0 0 0,40 0 15,-40 0-15,40-40 16,-40 40-16,40-40 0,0 40 0,1-40 16,-1 0-1</inkml:trace>
  <inkml:trace contextRef="#ctx0" brushRef="#br0" timeOffset="117890.5972">7985 13074 0,'0'40'78,"-40"0"-78,0 0 16,40 0-1,0 0-15,-40 0 0,40 0 0,-40 1 0,0 39 16,40-40-16,-41 0 0,41 0 15,-40 0-15,0 0 0,40 0 0,-40 1 0,40-1 16,-40-40 0</inkml:trace>
  <inkml:trace contextRef="#ctx0" brushRef="#br0" timeOffset="118370.5697">7785 13314 0,'80'-120'16,"-160"240"-16,160-280 0,-40 80 0,0 80 0,0-80 31,40 80-15,1-41-1,-41 41 16,0 161-15,-160 39 0,-41-79-1,81-81 17,80 0-32,-40-40 0,80-40 31,0 40-16,0-80 1,0 120 0,-40 40-16,40 120 31,-40-79-31,40 39 31,81-120-15,-1-40-1,-80-40-15</inkml:trace>
  <inkml:trace contextRef="#ctx0" brushRef="#br0" timeOffset="118830.6162">8507 13675 0,'0'0'0,"-40"0"16,40-40 15,40 40-31,0 0 31,0 0-15,40 0-1,81-40 17,-121 40-32,40-120 15,-120 80 17,-80 40-17,-1 40 1,81 120 15,40-39-15,40-1-1,41-80 1,-1 0 0</inkml:trace>
  <inkml:trace contextRef="#ctx0" brushRef="#br0" timeOffset="119150.541">9390 13475 0,'0'-40'16,"0"0"-16,-41 40 31,1 0-16,0 40 1,0 80 0,40 0 15,40-39-31,-40-41 16,0 40-1,-120-40 16,120 0-31,-121-40 16,81-80 0</inkml:trace>
  <inkml:trace contextRef="#ctx0" brushRef="#br0" timeOffset="119430.5116">9751 13515 0,'0'40'0,"-40"-40"0,-1 80 31,-39 41-15,80-81-16,0 0 15,0 0-15,-40 80 16,40-40 0,0-40-1</inkml:trace>
  <inkml:trace contextRef="#ctx0" brushRef="#br0" timeOffset="119710.5756">9590 13715 0,'0'0'0,"40"-40"16,0-120-1,81 40 1,-1 79 15,-40 41-15,-39 41-1,-41 39 17,-121 80-17,-39-39 1,39-41 0</inkml:trace>
  <inkml:trace contextRef="#ctx0" brushRef="#br0" timeOffset="120180.4619">10312 13595 0,'-40'0'0,"80"0"0,-40 0 31,41 0-31,79 40 31,-120 0-31,0 81 16,-40-121-16,-81 120 31,121-80-31,-40-40 0,-40 40 31,40-80-15,40 0-1,40-80 1,-40 80-16,80-1 16,-80 1-16,40 40 15</inkml:trace>
  <inkml:trace contextRef="#ctx0" brushRef="#br0" timeOffset="120550.5156">10714 13635 0,'40'0'31,"0"0"-31,-40 40 31,40 0-31,-40 81 16,0-81-16,0 0 15,-40 0 1,80-80 15,0 0-15,0 0-16,1 0 16,-1 40-16,-40-40 15,40 40 1,-40 40-16,0 0 15,0 40-15,0-40 16,0 0-16,-40-40 0,40 40 0,0 0 16,0 0-16</inkml:trace>
  <inkml:trace contextRef="#ctx0" brushRef="#br0" timeOffset="120920.4235">11717 13595 0,'-40'0'31,"0"0"-31,40 40 16,-81 40-1,81-39-15,-40 119 16,40-120-16,0 40 31,81-80-31,-41 80 16,-80-39-1,-41-41 1,41 0 0,0 0-16,0 0 0,0 0 0,40-41 15,-40 41-15,40-40 0</inkml:trace>
  <inkml:trace contextRef="#ctx0" brushRef="#br0" timeOffset="121230.4444">11837 13916 0,'0'0'0,"40"0"15,41-80 1,-41 80-16,0-40 0,0 0 0,80-1 31,-79 41-31,-82 0 31,1 0-15,-40 0-16,-40 121 16,80-81-16,-1 80 15,82 0 17,79-79-17,-80-41-15,40 0 16</inkml:trace>
  <inkml:trace contextRef="#ctx0" brushRef="#br0" timeOffset="138639.4257">14686 13314 0,'0'0'0,"-40"0"32,0 0 77,40 40 16,0 1-78,-40-41-47,40 40 0,-80 0 15,80 0-15,0 0 0,0 0 0,0 0 16,0 0-16,-41 0 0,41 1 16,0-1-16,0 0 0,0 0 0,0 0 15,0 0-15,0 0 0,0 0 16,0 0-16,0 0 0,41 1 0,-41-1 0,0 0 16,0 0-1,0 0-15,0 0 0,0 0 0,0 0 16,0 0-16,-41 1 15,41-1-15,-40-40 0,40 40 0,-40-40 16</inkml:trace>
  <inkml:trace contextRef="#ctx0" brushRef="#br0" timeOffset="138929.3903">14285 14277 0,'0'0'0,"40"-40"31,40 40-15,-40 0-16,81-80 15,-81 39-15,0 41 0,40-40 16,1 0 15</inkml:trace>
  <inkml:trace contextRef="#ctx0" brushRef="#br0" timeOffset="140199.3033">15007 13154 0,'0'-40'0,"40"40"15,-80 0 63,0 0-62,0-40 0,0 40-1,0 0 17,-40 0-32,39 0 15,1 0-15,0 0 16,0-40-16,0 40 0,0 0 15,0 0-15,-1 0 16,1 0 0,40 40-16,-40-40 0,0 40 15,0-40-15,0 0 16,40 40-16,-40-40 0,40 40 16,-40-40-1,-1 40-15,1 0 0,0-40 16,40 40-16,-40-40 15,40 40-15,-40-40 0,40 41 16,-40-41-16,40 40 0,0 0 16,0 0-1,0 0-15,0 0 0,0 0 0,0 40 16,0-39 0,40 39-16,-40-40 0,0 0 0,0 0 15,0 0-15,0 0 16,0 0-16,0 0 0,40 1 15,-40-1-15,40 0 0,-40 0 16,40 0-16,-40 0 16,40-40-16,-40 40 0,41-40 0,-41 40 15,40-40-15,-40 40 16,40-40-16,0 41 0,0-1 16,0-40-16,-40 40 15,40-40-15,0 0 0,1 0 0,-1 0 16,0 40-1,0-40-15,0 0 0,0 0 16,0 0-16,1 0 0,-1 0 0,0 0 0,0 0 16,0 0-16,-40-40 0,40 40 15,0 0-15,0 0 0,1-40 16,-1 0-16,0 40 16,-40-41-16,40 41 0,0-40 0,0 0 15,0 0-15,0 0 16,-40 0-16,41 0 0,-41 0 0,40 0 15,-40-1-15,40 1 0,-40 0 0,0 0 16,0 0 0,0 0-16,0 0 0,0 0 0,0 0 15,-40 0-15,40-1 16,-40 1-16,40 0 0,-41 40 0,41-40 16,-40 0-16,40 0 15,-40 40-15,40-40 0,-40 0 0,40 0 0,-40 40 16,40-41-16,0 1 0,-40 40 15,40-40-15,-40 0 0,40 0 16,-40 40-16,40-40 16,-41 40-1,41-40 1,-40 40-16,0 0 16</inkml:trace>
  <inkml:trace contextRef="#ctx0" brushRef="#br0" timeOffset="161391.9112">16773 13796 0,'0'40'125,"-40"-40"-109,40 40-16,0 0 0,0 0 0,-40 40 15,40-40-15,0 0 0,0 1 16,0 39-16,0-40 0,0 0 0,0 0 0,80 0 16,-80 0-16,0 0 0,0 1 0,80-1 15,-40 0 1,0-40-16,0 0 0,1 0 0,-1 0 0,0 0 15,0 0-15,0 0 16,0 0-16,-40-40 0,40 40 0,0-40 0,1-1 16,-41 1-1,0 0-15,0 0 0,0 0 0,0 0 0,0 0 16,0 0-16,0 0 0,0-1 0,0 1 16,0 0-16,0 0 0,0 0 15,-41 40-15,41-40 0,0 0 0,0 0 16,0 0-1</inkml:trace>
  <inkml:trace contextRef="#ctx0" brushRef="#br0" timeOffset="161781.9637">17776 13916 0,'40'40'31,"-40"0"-31,0 0 0,40 0 0,0 0 16,-40 1-16,40-1 0,-40 0 0,0 0 16,41 0-16,-41 0 15,0 0-15,0 0 0,0 0 0,40-40 31,-40-40-15,40 40-16,-40-40 16,40 0-16,-40 0 0,40 40 0,-40-40 0,40 0 15,0 0-15,-40 0 16,41-1-16,-1 41 0,0 0 16,0 0-16,-40 41 0,40-41 15,-40 40-15,0 0 16,40 0-16,-40 0 0,0 0 0,0 0 0,0 0 15,40 0-15,-40 1 0,0-1 16,0 0-16,0 0 0,0 0 31</inkml:trace>
  <inkml:trace contextRef="#ctx0" brushRef="#br0" timeOffset="161981.9131">18659 14197 0,'0'40'16,"40"0"15,-40 0-31,0 0 0,40 0 16,-40 0-16,0 0 0,40-40 0,-40 41 15,0-1 1</inkml:trace>
  <inkml:trace contextRef="#ctx0" brushRef="#br0" timeOffset="162151.9426">19060 13595 0,'-160'-80'31,"320"160"-31,-320-200 0,119 80 16,41 80 0</inkml:trace>
  <inkml:trace contextRef="#ctx0" brushRef="#br0" timeOffset="162431.9263">19501 13675 0,'-40'0'16,"0"81"0,40-41-1,0 0-15,0 0 0,0 0 0,0 0 16,0 40-16,40-40 15,-40 41-15,0-41 0,0 0 0,0 40 0,0-40 16,0 40-16,0-40 0,0 1 16,0-1-16,0 0 0,0 0 0,0 0 0,0 0 15,0 0 1</inkml:trace>
  <inkml:trace contextRef="#ctx0" brushRef="#br0" timeOffset="162621.9161">19301 14397 0,'0'0'0,"0"-40"0,40 40 16,40 0-16,121-80 31,-161 80-31,0 0 0,80 0 16,-79 0-16,39 0 15</inkml:trace>
  <inkml:trace contextRef="#ctx0" brushRef="#br0" timeOffset="163121.8873">22029 14116 0,'-80'-40'0,"160"80"0,-361-80 16,241 40-16,-120 40 31,120 1-31,40 79 15,281 40 1,-161-79 0,-40-41-16,81 80 15,-121-80-15,-40 0 0,0 80 16,-80-79-16,-1-1 16,1 0-16,-241 0 15,80-80 16,241-40-31</inkml:trace>
  <inkml:trace contextRef="#ctx0" brushRef="#br0" timeOffset="163351.7974">22671 13996 0,'0'0'0,"-40"0"31,0 40-31,0 0 0,0 121 31,40-121-31,0 0 0,0 0 0,160 241 16,-79 0 15,-81-121-31</inkml:trace>
  <inkml:trace contextRef="#ctx0" brushRef="#br0" timeOffset="164131.7737">22712 14638 0,'0'-40'15,"0"80"-15,40-80 0,120 40 16,-80 0-16,-39 0 0,159-40 31,-120 40-31,121 0 16,-161 0-16,0 0 0,0 0 15,41-81 1,-81 1 0,-40 40-1,-1 40-15,-79-40 16,80 40-16,0 0 0,-40 120 15,39-80-15,1 81 32,40-81-32,0 0 0,161 80 15,-121-80-15,80 0 16,-80 1-16,241-41 16,-40-41-1,-80-119 1,-121 0 15,-40 39-15,0 81-1,0 80 1,0 201 0,-40-201-16,40 241 15,0-201-15,0 0 0,0 81 31,0 119-15,0-240-16,-41 81 16,41-161 15,-40 40-31,40-40 0,0-1 0,0 1 0,0 0 16,0-40-16,0 0 0,0 40 0,0-40 0,0-41 15,0 41-15,40 0 0,-40 0 16,0-1-16,41 1 0,-41 0 0,40 40 0,0 0 15,-40 0-15,40 0 16,0 40-16,-40-41 0,40 41 0,0 0 16,0-40-16,1 40 15,-1 40-15,-40 1 0,40-1 16,-40 0-16,0 0 0,0 0 0,0 0 0,-40 0 16,40 0-16,-81 40 15,41-39-15,0-1 0,0 0 0,0 0 0,0-40 16,0 40-16,-41 0 0,41-40 15,0 40-15,0-40 0,0 0 0,0 0 16</inkml:trace>
  <inkml:trace contextRef="#ctx0" brushRef="#br0" timeOffset="164631.7238">25882 14598 0,'0'0'31,"0"-40"-31,40 40 16,0 0-16,80 80 15,-80-40-15,81 160 16,-121-159-16,0-1 0,0 120 31,0-120-31,-81 40 16,41-39-16,40-82 15,0-39-15,0 40 16,0-40-16,0 40 0,40 0 0,-40-41 0,41 41 16,-1-40-16,0 40 15,0 0-15,0 0 0,0 0 0,40 40 0,-39-40 16,-1 40-16,0 0 0,0 0 15,0 0-15,0 0 0,0 0 0,0 0 0,1 0 16,-1 40-16</inkml:trace>
  <inkml:trace contextRef="#ctx0" brushRef="#br0" timeOffset="164931.7817">26885 14999 0,'-40'40'15,"80"-80"-15,40 80 16,-40-80-16,121-40 31,-81 39-31,-40-119 31,-40 120-31,-80-40 16,40 40-16,-41 40 16,41 0-16,-120 40 15,120 0-15,-1 40 0,1 0 31,40-40-31,0 121 16,81-121-16,-41 0 0,40 40 16,0-40-1,121 0 1</inkml:trace>
  <inkml:trace contextRef="#ctx0" brushRef="#br0" timeOffset="165181.6913">28129 14598 0,'-201'0'16,"402"0"-16,-563 40 15,322-40-15,40 40 0,-40 40 16,241 121 15,-161-161-31,120 120 16,-119-120-16,-41 0 0,40 41 15,-40-41-15,-201 0 32,161 0-32,0-40 0,-81 0 15,41-120 1</inkml:trace>
  <inkml:trace contextRef="#ctx0" brushRef="#br0" timeOffset="165651.7393">28730 14798 0,'-40'0'16,"40"80"0,0-39-16,0 119 15,40-80-15,-40-40 0,41 0 16,39 201-1,-80-40 17,-40-121-17,40-120 1,-40-161 0,-1-200 15,41 241-31,0-161 31,41 321-31,-1-40 0,0 40 0,40 0 31,41 80-15,-81-40-16,0 80 16,-40-39-1,0-41-15,-161 80 16,121-80-16,0 0 0,-80 0 15,79 0 1</inkml:trace>
  <inkml:trace contextRef="#ctx0" brushRef="#br0" timeOffset="165931.6503">29573 14838 0,'-40'0'15,"80"0"-15,-80 81 16,40-41-16,0 0 0,0 0 16,0 0-1,-40 40 1,40-40-16,-80-40 0,80 40 0,-121-40 31,41-80-15,80-120-1,40 160 1,81-41 0,-1 81 15,-80 0-31</inkml:trace>
  <inkml:trace contextRef="#ctx0" brushRef="#br0" timeOffset="166271.7159">29974 14798 0,'41'0'16,"-82"0"-16,82 40 31,-1 0-31,0 81 16,-40-1 15,-40-80-15,40-80-1,40 0 1,120-120 0,-79 119 15,-1 122-15,-80-1-16,40 80 31,-40-39-31,0-81 31</inkml:trace>
  <inkml:trace contextRef="#ctx0" brushRef="#br0" timeOffset="166491.6148">31098 14758 0,'-80'0'16,"160"0"-16,-281 0 15,201 40-15,0 0 16,0 41 0,40 39-1,81 80 1,-81-39 0,-80-161 15,-81-80-16</inkml:trace>
  <inkml:trace contextRef="#ctx0" brushRef="#br0" timeOffset="166771.6384">31419 15039 0,'80'40'16,"-160"-80"-16,200 80 0,-80-40 15,1 0-15,-1-40 16,0 40-16,-40-80 15,0 40-15,0-81 16,-40 121 0,40-40-16,-81 40 15,41 40-15,40 0 0,0 41 16,40 39 0,41-40-16,119 40 31,-160-79-31,41-41 0,-41 0 0,120 0 31,-79-81-31</inkml:trace>
  <inkml:trace contextRef="#ctx0" brushRef="#br0" timeOffset="168551.4951">1565 14678 0,'0'40'0,"-40"-40"15,40 40-15,-40-40 0,0 40 16,-1-40-16,1 0 0,40 40 0,-40-40 16,0 0-16,40 40 15,-40-40-15,40 41 0,0-1 16,0 0-1,0 0-15,0 0 16,40-40-16,0 0 16,40 0-16,-39 0 0,-1-40 15,0 0-15,0 40 0,-40-40 0,40 0 16,-40-1-16,40 1 16,-40 0-16,0 0 0,0 0 0,0 0 15,-40 40-15,40-40 16,-40 0-16,40 80 47,0 0-47,0 0 15,0 0-15,0 0 0,0 0 0,0 41 16,0-41-16,0 0 0,0 40 0,0-40 0,0 40 16,0 1-16,0-41 15,0 40-15,0 0 0,0-40 0,0 40 0,0-40 16,0 41-16,0-41 0,0 0 15,-40 40-15,40-40 0,0 0 0,-40 0 0,0 1 16,40-1 0,-41-40-16,1 0 0,0 0 15,40-40 1,-40 40-16,40-41 0,0 1 0,-40 0 0,40 0 16,0 0-16,0-40 0,0 40 0,0 0 0,0-1 15,0 1-15,0 0 16,40 0-16,-40 0 0,40 0 0,0 0 15,0 40-15,-40-40 0,41 40 16,-1 0-16,-40-40 0,40 40 0,0 0 0,0 0 16,0-40-1,0 40-15,0 0 0,1-41 16</inkml:trace>
  <inkml:trace contextRef="#ctx0" brushRef="#br0" timeOffset="169481.517">1605 14397 0,'-40'-80'15,"0"80"-15,40-40 0,-40 0 16,-121-40 15,41 80-15,40 0-16,39 40 16,-119 40-1,-1 0 16,1 121-15,40-1 0,120 121-1,40-40 17,0-41-17,40-39 1,0-41 15,81 1-15,39-41-1,1-80 1,-81-40 0,-39 0-1,79-40 1,41 0-1,-1-80 17,1-1-17,-121 1 1,-40 0 0,1-81-1,-41 121 1,-41-201-1,1 121 1,40 120-16,-40-41 31,-40-39-15,-40 0 0,-1-41-1,1 1 16,-1 80-15,-39 40 0,40 40-1,-1 40 17,41-40-17,40 40 1</inkml:trace>
  <inkml:trace contextRef="#ctx0" brushRef="#br0" timeOffset="171071.3509">3652 14758 0,'0'0'0,"0"-40"16,-41 40-16,41 40 31,-40 0-16,40 0-15,0 0 16,0 1-16,-40-1 0,40 0 0,0 0 0,0 40 16,0-40-16,0 0 15,0 41-15,0-41 0,0 40 0,0-40 0,0 0 16,0 40-16,0-40 0,0 0 0,0 1 0,0-1 16</inkml:trace>
  <inkml:trace contextRef="#ctx0" brushRef="#br0" timeOffset="171301.3742">3330 14878 0,'0'-40'0,"0"80"0,0-120 0,41 0 31,-41 40-31,40 40 0,80 0 15,121 0 1,-201 40-16,80 0 31,-79 0-31</inkml:trace>
  <inkml:trace contextRef="#ctx0" brushRef="#br0" timeOffset="171491.324">3290 15560 0,'0'40'16,"0"-80"-16,-40 80 0,120-40 15,-39 0 1,-1 0-16,0 0 16,0 0-16,0 0 0,40 0 0,-39 0 0,-1 0 15,0 0-15,0 0 16,0 0-16,40 0 0,-40 0 0,1 0 0,39 0 15,-40 0-15,0 0 0</inkml:trace>
  <inkml:trace contextRef="#ctx0" brushRef="#br0" timeOffset="171741.3853">4976 14959 0,'-40'-40'0,"80"80"0,-80-121 0,-1 81 16,-39 0-16,40 0 15,-40 161 17,80 120-17,40 80 1,0 0 0,-160-81 15,39-159-31</inkml:trace>
  <inkml:trace contextRef="#ctx0" brushRef="#br0" timeOffset="171941.3731">4494 15921 0,'0'-40'0,"0"0"16,40 40-1,201-40 1,-40 40 0,-81 40-1,-80-40-15</inkml:trace>
  <inkml:trace contextRef="#ctx0" brushRef="#br0" timeOffset="172501.3403">5738 15480 0,'0'-40'16,"0"80"-16,80-120 15,-40 80 1,1 0 0,-1 0-1,0 160 1,0-80 0,-40 1-16,-40 79 31,-40-120-16,80 0-15,0-80 16,160-80 15,81-81-15,-81 1 0,-79 120-1,-81 40 16,-161 40-15,41 160 0,39 40-1,41-39 17,201-41-17,-41-80 1,1-80-1</inkml:trace>
  <inkml:trace contextRef="#ctx0" brushRef="#br0" timeOffset="172721.3282">6982 15320 0,'-120'80'16,"240"-160"-16,-281 160 0,41 0 15,120-40-15,0 0 0,-40 0 32,80 121-17,121-41 1,-1-40 0,-120-120-1</inkml:trace>
  <inkml:trace contextRef="#ctx0" brushRef="#br0" timeOffset="173061.272">7102 15600 0,'0'-40'16,"0"80"-16,0-40 16,81 81-1,-41 79 16,-40-80-15,40-40 0,0-160-1,40 40 17,1 40-17,-41 160 1,-40 40 15,0-79-15,0-41-1,0-80-15</inkml:trace>
  <inkml:trace contextRef="#ctx0" brushRef="#br0" timeOffset="173241.2973">7985 15520 0,'0'201'32,"0"-402"-32,0 482 15,0-241-15,0 0 0,0 40 16,0 1 0,0-1-16,-120 80 31,-1-80-31</inkml:trace>
  <inkml:trace contextRef="#ctx0" brushRef="#br0" timeOffset="173711.1969">8627 16042 0,'0'0'0,"-40"0"16,40-41-1,0 1-15,40 0 16,0 40-16,0-40 16,1 40-16,-1 0 0,0 0 0,0 0 0,0 0 15,0 0-15,0 0 0,0 0 0,1 40 16,-1-40 0,0 0-16,-40 40 0,40-40 0,0 0 15</inkml:trace>
  <inkml:trace contextRef="#ctx0" brushRef="#br0" timeOffset="173921.1828">8788 16122 0,'0'0'0,"0"40"0,-40-40 16,-1 0-1,82 0 16,119 0-15,1 0 0,39 0-1</inkml:trace>
  <inkml:trace contextRef="#ctx0" brushRef="#br0" timeOffset="174421.2287">10312 16122 0,'0'0'16,"41"0"-16,-1 0 15,80 0 1,0 0 0,-79 0-16,119-121 31,-160 41-16,-40 0 1,0 40-16,-40 40 0,-1-40 31,-119 120-15,79 80 0,121 41-1,161-41 16,-1-79-15,1-81 0,-41-81-1</inkml:trace>
  <inkml:trace contextRef="#ctx0" brushRef="#br0" timeOffset="174881.1276">11235 15600 0,'-40'-80'16,"40"40"0,40 0-1,41 0 1,79 0-1,-80 160 17,-80 81-17,-80-81 1,40-40 0,120-80 15,-40 0-16,41 0 1,-41 120 15,-120-39-15,-121-41 0,40-40-1,121-80 16,40 39-31</inkml:trace>
  <inkml:trace contextRef="#ctx0" brushRef="#br0" timeOffset="175361.1287">12038 15560 0,'0'0'0,"0"-40"0,40 0 31,0 40-31,0 0 16,41 120-1,-81 41 17,-41-81-17,41-40 1,0-80 0,81-40 15,-1 0-16,-40 80 1,-40 40-16,0 80 31,0 40-15,0 1 0,0-121-1,0 0-15</inkml:trace>
  <inkml:trace contextRef="#ctx0" brushRef="#br0" timeOffset="175861.1009">13001 16282 0,'0'-120'15,"0"240"-15,40-240 0,-40 80 16,40 40-16,-40 40 16,0 40-1,0 80 1,0 1-1,40-81 17,161-80-17,-41-80 1,-39-81 0,-121 41 15,0 80-16,-40 80 1,-41 121 15,81-1-15,81 81 0,-1-121-1,40-80 1</inkml:trace>
  <inkml:trace contextRef="#ctx0" brushRef="#br0" timeOffset="176101.1311">14325 16202 0,'-120'0'16,"240"0"-16,-280 0 0,119 0 31,41 40-31,-40 0 0,40 80 16,81 121-1,-1-40 1,0-81 15,0-160-31</inkml:trace>
  <inkml:trace contextRef="#ctx0" brushRef="#br0" timeOffset="176441.1133">14646 16362 0,'0'81'32,"0"-162"-32,0 202 0,0-41 15,0-40-15,0 0 16,40 121-1,0-81 1,1-120 0,-41 0-1,80-81 1,40 1 0,-80 120-1,0 80 16,-40 81-15,0-1 0,-40-120-1</inkml:trace>
  <inkml:trace contextRef="#ctx0" brushRef="#br0" timeOffset="176621.1024">15609 16362 0,'0'40'15,"0"-80"-15,-40 161 0,0-1 0,40-80 0,-80 161 16,40 39 0,-41-79-1,-280 119 1,241-239-16</inkml:trace>
  <inkml:trace contextRef="#ctx0" brushRef="#br0" timeOffset="207979.211">17214 16523 0,'0'0'0,"-40"0"16,0 0-1,40 40 32,0 0-31,40 0 0,-40 0-16,0 40 0,0-39 0,0-1 15,0 0-15,-40 40 16,40-40-16,-40 0 0,40 40 0,-80-40 0,80 1 15,-41-1-15,1 0 0,0 0 0,0-40 0,40 40 16,-40-40-16,40 40 0,-40-40 16,40 40-16,0-120 31,40 40-31,-40 0 0,0 0 16,40-41-16,-40 41 0,40-40 15,-40 0-15,40 0 0,-40 0 0,0-1 0,40 1 16,-40 0-16,41 0 15,-41-1-15,40 41 0,-40 0 0,40 0 0,-40 0 16,40 0-16,0 0 0,0 40 16,0 0-16,0-40 15,1 40-15,-1 0 0,0 0 16,-40 40 0,40-40-16,-40 40 0,0 0 15,0 0-15,0 0 16</inkml:trace>
  <inkml:trace contextRef="#ctx0" brushRef="#br0" timeOffset="208189.2659">16773 16964 0,'-40'40'31,"80"-80"-31,-40 80 16,40-80-16,0 40 0,161-80 16,80 0-1,-161-1 1</inkml:trace>
  <inkml:trace contextRef="#ctx0" brushRef="#br0" timeOffset="208349.2563">17615 16643 0,'0'40'15,"0"-80"-15,0 441 63,41-401-63,-41 40 0,0 0 16,0 0-1</inkml:trace>
  <inkml:trace contextRef="#ctx0" brushRef="#br0" timeOffset="208529.247">17936 16443 0,'0'-41'16,"0"82"-16,-40-82 15,0 41-15,40-40 16</inkml:trace>
  <inkml:trace contextRef="#ctx0" brushRef="#br0" timeOffset="208869.226">18017 16563 0,'0'80'15,"0"-160"-15,0 200 16,-40-40 0,40 81-1,0-81 17,40-40-17,0-120 1,161-80-1,-81 79 17,-40 121-17,-80 121 1,-120 39 15,40-79-15,80-81-1</inkml:trace>
  <inkml:trace contextRef="#ctx0" brushRef="#br0" timeOffset="209309.1568">19261 16844 0,'-81'-40'15,"162"80"-15,-202-80 0,1 40 16,80 0-16,40 40 0,0 40 16,-40 40 15,200-40-15,-80-80-1,-39-80 16,-41-160-15,0-1 0,40 40-1,0 161 17,-40 80-17,0 161 1,-40 40-1,0-41 17,40-160-32,0 0 15,80 0-15</inkml:trace>
  <inkml:trace contextRef="#ctx0" brushRef="#br0" timeOffset="209919.0893">20304 16523 0,'0'0'16,"-40"0"-16,0 0 0,0 0 15,40 40-15,0 0 32,0 0-32,40-40 0,-40 40 0,40 0 15,-40 0-15,40-40 0,-40 41 16,40-41-16,0 40 0,0-40 0,-40 40 16,40-40-16,1 0 15,-1 0-15,-40-80 0,40 80 16,-40-81-1,40 41-15,-40 0 0,0 0 16,40 40-16,-40-40 0,0 80 47,0 0-47,0 0 16,0 0-16,0 41 0,0-41 0,-40 0 0,40 0 15,0 0-15,0 40 16,0-40-16,-40 0 0,40 0 0,-40 1 0,40-1 15,0 0-15,-40 0 0,-1 0 0,41 0 0,-40 0 16,0 0-16,0 0 0,0 1 16,0-1-16,0 0 0,0-40 0,-1 40 0,1-40 15,0 40-15,0-40 16,40 40-16,-40-40 0,0 0 0,0 40 16,40-80-1,0-40-15,80 80 0,-80-40 16,40 0-16,0 0 15,0-1-15,41 1 0,-41 0 0,0 0 0,0 0 16,0 40-16,0-40 0,0 0 0,-40 0 0,40 40 16,1-40-16,-1-1 0,0 1 15,0 40-15,-40-40 0,40 0 0,0 0 0</inkml:trace>
  <inkml:trace contextRef="#ctx0" brushRef="#br0" timeOffset="210249.1456">21508 16402 0,'-81'0'31,"162"0"-31,-242 41 16,121-41-16,-40 160 16,0 121-1,39-81 17,82-39-17,39-121 1,-40-40-1</inkml:trace>
  <inkml:trace contextRef="#ctx0" brushRef="#br0" timeOffset="210609.0682">21789 16683 0,'0'0'0,"0"40"16,0 0-16,0 1 0,0-1 15,0 0 1,0 0-16,0 0 0,0 0 0,0 0 0,0 0 16,-41 0-1,41-80 17,0 0-17,41 40-15,-41-40 0,40 0 16,0 40-16,0-40 0,-40 0 0,40 40 0,0 0 15,-40-40-15,40 40 0,-40 40 32,0 0-32,0 0 0,0 40 15,-40-80-15,40 40 16,-40 0-16,40 0 0,0 1 16,-40-41-1,40 40-15</inkml:trace>
  <inkml:trace contextRef="#ctx0" brushRef="#br0" timeOffset="210869.0659">22551 16643 0,'40'0'32,"-40"40"-32,0 40 15,0-39 1,0-1-16,0 0 0,-40 0 0,40 0 16,-80 0-16,80 0 0,-40 0 15,0 0-15,-1 0 0,1 1 0,0-1 0,-40 0 16,40 0-16,0 0 0,-41-40 0,41 40 0,-40 0 15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6:51:10.4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3812 1162 0,'-40'0'16,"0"0"-16,0 0 0,0 0 16,40 41 46,0 39-46,0-40-1,0 40-15,0-40 0,0 0 0,0 0 16,0 1-16,0-1 0,0 40 16,0-40-16,0 0 0,40 0 0,-40 0 0,40 0 15,0-40-15,-40 40 16,40-40-16,0 41 0,0-41 0,0 0 0,1 0 15,-1 0-15,0 0 0,0 0 0,0-41 0,0 41 16,0-40-16,0 0 0,1 0 16,-41 0-16,40 0 0,-40-40 0,0 40 0,0 0 15,0-41-15,0 41 16,0 0-16,0 0 0,0 0 0,0 0 0,-40 0 16,40 0-16,0 80 31,0 0-16,0 0 1,0 0-16,0 0 0,0 40 0,0-40 16,0 1-16,40 39 0,-40-40 15,0 40-15,0-40 0,0 40 0,0 1 0,0-1 16,0-40-16,0 40 16,0-40-16,-40 40 0,40-39 0,-41 39 0,41-40 15,-40 40-15,0-40 0,0 0 16,0 40-16,0-39 0,0-1 0,40 0 0,-40 0 15,-1-40-15,1 40 0,0 0 0,0 0 0,0 0 16,0-40 0,40 40-16,-40-40 0,40-40 15,0-40 1,0 40-16,0 0 0,0 0 0,0 0 16,0 0-16,0-1 15,0 1-15,40 0 0,-40 0 0,0 0 0,0 0 16,80 0-16,-40 0 0,0 0 0,0 0 15,1 40-15,-1-41 16,0 41-16,-40-40 0,40 40 0,0-40 16,0 40-16</inkml:trace>
  <inkml:trace contextRef="#ctx0" brushRef="#br0" timeOffset="309.9928">5216 1243 0,'0'0'0,"-80"0"31,0 0-15,40 40-16,40 40 0,-40 121 31,40-121-31,0-40 0,0 160 16,0-160-16,80 161 15,-80-161-15,40 0 0,0 40 32,0-80-32,0 41 15,1-41-15,-41-81 0</inkml:trace>
  <inkml:trace contextRef="#ctx0" brushRef="#br0" timeOffset="659.9639">5578 1523 0,'0'41'47,"40"-41"-47,0 0 0,0 40 0,-40 0 16,40 0-16,0 0 0,0 0 15,-40 0-15,0 0 16,40-40-16,-40 40 0,0-80 47,0 0-47,41 40 16,-41-40-16,40 0 0,-40 0 0,80 40 0,-80-40 15,40 40-15,0 0 0,0 0 0,0 0 16,-40 40-1,41-40-15,-41 40 0,0 0 0,40 0 16,-40 0-16,0 0 16,0 0-16,0 1 0,0-1 0,-40 0 15,40 0 1,-41-40-16</inkml:trace>
  <inkml:trace contextRef="#ctx0" brushRef="#br0" timeOffset="859.994">7102 1403 0,'0'40'16,"0"-80"-16,0 201 16,0-121-16,0 0 15,0 0-15,-80 160 16,80-119-16,-40-41 0,0 40 15,-241 161-15</inkml:trace>
  <inkml:trace contextRef="#ctx0" brushRef="#br0" timeOffset="1649.9797">1244 681 0,'0'0'0,"-80"0"15,40 40 1,-81 41-1,81-81-15,0 80 16,0-80-16,-40 200 16,80 1 15,80-161-31,-40 0 0,80-40 31,-80 0-31,1-80 0,-1 80 0,40-201 16,-120 1 15,-40 120-31,80 39 0,0 1 16,-41 40-16,41 40 15,0 81 17,81 79-17,119 1 1,-119-161-1,-41 0-15,80-40 16,-80 0-16,0 0 0,41-80 16,-41 40-16,0-41 0</inkml:trace>
  <inkml:trace contextRef="#ctx0" brushRef="#br0" timeOffset="2199.911">1445 360 0,'-81'-40'15,"162"80"-15,-282-80 32,161 40-32,0 0 0,-41 0 15,41 40-15,-80 0 16,80 1-16,0-1 0,-41 0 15,81 0-15,-120 80 32,80-80-32,0 0 0,40 1 0,-80 39 15,39-40-15,1 80 16,0-80-16,0 161 16,40-121-1,0 0-15,40 121 16,40-161-16,-39 0 0,79 80 15,-40-80-15,41 0 16,-41-40-16,0 41 0,0-41 0,241 0 31,-240 0-31,-41-41 0,160-39 16,-160 40-16,41-40 16,-41 40-16,40-201 15,-40-160 1,-120 0-1,0 281 1,40 80-16,-161-81 16,161 121-16,-40 0 0,-41 0 31,41 0-31,-121 121 16,121-81-16,40 0 0,0 0 15,-161 161-15</inkml:trace>
  <inkml:trace contextRef="#ctx0" brushRef="#br0" timeOffset="5089.7796">8547 1523 0,'-40'0'15,"0"0"-15,0 0 16,120 0 15,-40-40-15,0 40-1,0 0-15,0-40 0,0 40 0,41-40 0,-41 40 16,40-40-16,-40 40 0,40 0 16,-39 0-16,-1-40 0,0 40 0,0 0 0,0 0 15,0 0-15,0 0 0,-40 40 16,0 0-1</inkml:trace>
  <inkml:trace contextRef="#ctx0" brushRef="#br0" timeOffset="5299.7674">8587 1884 0,'-80'81'15,"160"-162"-15,-120 162 16,160-81 15,-39-41-31,119 1 16,-160 40-16,0 0 0,81-40 15,-81 40-15,40 0 16,-40 0-16,0 0 16</inkml:trace>
  <inkml:trace contextRef="#ctx0" brushRef="#br0" timeOffset="5799.7382">10232 1323 0,'0'-40'15,"0"80"-15,0-120 16,0 40-16,0-1 0,0 1 31,40 40-31,121-40 16,-81 40-16,-40 0 0,40 0 16,1 40-16,-41-40 0,40 161 15,-80-121-15,0 0 0,0 80 31,-40-80-31,-80 81 16,120-81-16,-41-40 0,1 40 16,80-40 15,81 40-15,-41 0-1,-40 0-15,-40 0 16,0 0-16,-80 81 15,40-81 1,0 0-16,-161 40 16,161-40-16,0-40 0,-81 40 15,81-40-15,0 0 16,0-40 0,40-40-16</inkml:trace>
  <inkml:trace contextRef="#ctx0" brushRef="#br0" timeOffset="6299.6336">11316 1443 0,'40'-40'15,"0"40"-15,0 0 16,80 120 15,-79 41-15,-122-1-1,-39-80 17,120-120-17,40 40-15,-40-40 16,40 40-16,-40-80 15,80 80-15,-39-40 0,-1 0 0,0 40 0,-40-40 16,40 0-16,0 0 0,0 40 16,0-41-16,-40 1 0,40 40 0,-40-40 0,41 0 15,-1 40-15,-40-40 16,0 0-16,40 40 0,-80 0 31,40 40-31,-40 0 16,40 0-16,-81 0 0,81 0 0,-40 1 15,40-1 1,-40 0-16,40 0 0,0 0 0,0 0 0,0 0 16,0 0-16,0 0 0,0 0 15,0 1-15,40-41 0,0 40 16,0-40-16,1 0 16,-1 0-16,0 0 0,0 0 0</inkml:trace>
  <inkml:trace contextRef="#ctx0" brushRef="#br0" timeOffset="6539.6949">12479 1363 0,'-80'0'16,"160"0"-16,-160 40 15,40-40-15,40 40 0,-40 0 0,0 121 16,40 39 15,120-39-15,-80-161-1</inkml:trace>
  <inkml:trace contextRef="#ctx0" brushRef="#br0" timeOffset="6899.6751">13081 1363 0,'0'0'16,"0"40"-16,0 0 15,0 81 1,0 39 15,0-40-15,0-80-1,40-80 1,81-40 15,-1 0-15,-80 80 0,0 40-1,-40 80 16,-40-40-15,40-39 0</inkml:trace>
  <inkml:trace contextRef="#ctx0" brushRef="#br0" timeOffset="7109.6203">13964 1483 0,'40'0'31,"0"40"-31,-40 1 16,40-1-16,-40 0 0,0 0 16,0 0-16,0 40 0,0 0 15,-40-40-15,40 1 0,-40-41 0,0 40 0,0 0 16,0 0-16,0 0 15,-1-40-15,1 40 0,0-40 0,40 40 0,-40-40 16</inkml:trace>
  <inkml:trace contextRef="#ctx0" brushRef="#br0" timeOffset="7369.5752">14686 1924 0,'0'-40'16,"81"40"-1,39 0 1,121 0 0,-41-40-1,1 40 16,-121-40-31,-40 40 0,121 0 16</inkml:trace>
  <inkml:trace contextRef="#ctx0" brushRef="#br0" timeOffset="7629.6319">15368 1604 0,'-40'-40'31,"40"-1"-31,0 82 32,0-1-17,0 0-15,0 0 0,40 0 0,-40 0 0,0 0 16,0 40-16,0-40 15,0 1-15,0 39 0,0-40 0,0 0 0,0 0 16,0 0-16,0 0 0,-40 0 16,40 1-16</inkml:trace>
  <inkml:trace contextRef="#ctx0" brushRef="#br0" timeOffset="9999.4208">17455 1122 0,'-40'0'16,"0"0"-1,0 0-15,-1 0 0,1 0 16,0 0-16,0-40 16,0 40-16,0 0 15,0 0-15,0 0 0,-1 0 16,1 40-1,0-40-15,0 0 0,40 40 0,-40-40 16,0 0-16,0 0 16,0 0-16,-1 0 31,41 41 16,0-1-32,-40 0-15,40 0 16,0 0-16,0 0 0,-40 0 0,40 0 0,-40 0 16,40 1-16,0-1 0,0 0 15,0 0-15,0 0 0,0 0 0,0 0 16,40-40 0,-40 40-16,40-40 0,0 0 15,1 0-15,-1 0 0,0 0 16,0-40-16,0 40 15,0 0-15,0 0 0,0 0 0,1 0 16,-1 0-16,0 0 16,-40 80-16,0-40 0,0 1 15,0-1-15,-40 0 16,40 0-16,-40 0 0,-1-40 0,1 40 0,0-40 16,-40 40-16,40 0 15,0-40-15,0 40 0,-1-40 0,1 0 0,0 41 16,0-41-16,0 0 0,0 0 0,0 0 15,40-41 1,0 1-16,0 0 0</inkml:trace>
  <inkml:trace contextRef="#ctx0" brushRef="#br0" timeOffset="10439.3937">17856 1724 0,'80'0'16,"-160"0"-16,201 40 31,-121 0-31,0 80 16,0-79-16,-41 79 15,41-80-15,0 0 0,-40 40 16,0-80-16,80-40 31,41 0-15,-81 0-16,200-80 15,-160 80-15,1-1 0,119-79 32,-120 80-32,81-40 15,-81 40-15,-40 0 0,-40 40 31,-41 40-31,41-40 16,40 40-16,-40 0 16,0 0-16,0 0 0,40 0 0,-40 0 0,40 41 15,0-41-15,0 0 0,0 0 16,0 0-16,40 0 0,-40 0 0,80-40 0,-80 40 16,80 0-16,1-40 15,-41 0-15,0 0 0,0 0 0</inkml:trace>
  <inkml:trace contextRef="#ctx0" brushRef="#br0" timeOffset="10659.4031">19622 1523 0,'-40'0'15,"0"0"-15,-41 41 16,41 39-1,0-40-15,0 160 16,40-160-16,0 1 0,40 119 16,-40-120-16,40 0 0,40 40 31,-39-80-31,-1 41 0,0-41 0</inkml:trace>
  <inkml:trace contextRef="#ctx0" brushRef="#br0" timeOffset="11019.3684">20023 1604 0,'0'0'15,"40"0"1,-40 80 0,40-40-16,-40 0 0,0 0 0,40 80 15,-40-79 1,0-1-16,0 0 15,41-40 17,-41-40-32,40 40 0,0-40 0,0 40 0,0-81 15,0 81-15,0-40 0,0 40 16,1 0-16,-41-40 0,40 40 0,0 0 16,0 0-1,-40 40-15,40 0 0,-40 0 16,0 1-16,0-1 0,0 0 0,0 0 15,0 0-15,0 0 16,-40 0-16,40 0 0,-40-40 0,40 40 16,-40-40-16,40 41 15</inkml:trace>
  <inkml:trace contextRef="#ctx0" brushRef="#br0" timeOffset="11239.3483">21187 2005 0,'0'0'0,"-40"0"0,40-40 31,40 40-31,0 0 16,0 0-16,0 0 15,0-41-15,40 41 0,-39 0 0,-1 0 0,0 0 16,0 0-16,0 0 0,0 0 0,0 0 15,0-40-15,1 40 16,-1 0-16</inkml:trace>
  <inkml:trace contextRef="#ctx0" brushRef="#br0" timeOffset="11479.336">22190 1684 0,'0'-40'32,"0"80"-17,-40-40-15,40 80 16,0-40-16,0 0 0,0 0 0,0 41 16,0-41-16,0 0 15,0 0-15,40 0 0,-40 0 0,0 0 16,40-40-16,-40 40 0,0 0 0,40-40 15</inkml:trace>
  <inkml:trace contextRef="#ctx0" brushRef="#br0" timeOffset="11769.3352">22832 1684 0,'0'0'0,"40"0"15,0 0 1,0 120 15,0 81-15,-40-81-16,-120 81 31,-81-41-15,161-120-16</inkml:trace>
  <inkml:trace contextRef="#ctx0" brushRef="#br0" timeOffset="12079.3725">23514 2165 0,'-40'0'15,"80"0"-15,40 0 16,-40 0-16,201 0 31,-161 0-31,1 0 0,119-40 16,121 0 0,-281 40-16,41 0 15,-41 0-15,40-40 0</inkml:trace>
  <inkml:trace contextRef="#ctx0" brushRef="#br0" timeOffset="12299.285">24236 1724 0,'-40'0'16,"0"0"-16,40 40 31,0 0-31,0 0 0,0 0 0,0 0 16,0 41-16,0-41 0,0 0 15,0 40-15,0-40 0,0 40 0,0-39 0,0 39 16,0-40-16,0 0 16,-40 40-16,40-40 0,-40 0 0</inkml:trace>
  <inkml:trace contextRef="#ctx0" brushRef="#br0" timeOffset="14309.2433">25962 1443 0,'40'0'16,"-80"0"15,0 0 1,0 0-32,-1 40 15,1 0-15,0 1 0,0-1 0,0 0 16,-40 40-16,40-40 0,-1 40 15,41-40-15,-40 41 0,0-41 0,40 0 0,0 40 16,0-40-16,0 0 0,0 0 16,40 0-16,-40 1 0,81-1 0,-41-40 15,0 40-15,40-40 0,-40 40 16,40-40-16,1 0 0,-41 0 0,40 0 0,-40 0 16,0 0-16,0 0 0,1 0 0,-1-40 0,0 0 15,-40 0 1,0-1-16,0 1 0,-40 40 0,40-40 15,-40 40-15,40-40 16,-41 40-16,1 0 0,0 0 0,0 0 16,0 0-16,0 0 15,0 0-15,0 0 0,-1 40 16,41 0 0,-40-40-16,40 40 0,0 1 0</inkml:trace>
  <inkml:trace contextRef="#ctx0" brushRef="#br0" timeOffset="14949.2061">27085 1804 0,'-40'-40'0,"80"80"0,-160-120 31,80 80-31,0-40 16,40 120-1,0 40 1,80 1 0,0-41-16,81 0 15,-81-80 16,-40-120-15,-40 80-16,0-81 16,0 81-1,0 80 17,0 0-32,0 161 31,0-121-31,-40 241 31,-40 40-15,-41-80-1,121-201-15,-120 40 32,80-80-32,0-40 15,0-80-15,-1 40 16,41 0-16,-40-120 15,40 119-15,0 1 0,40-80 32,-40 80-32,41 0 0,-1 0 0,40-41 31,-40 81-31,161-80 16,-1 40-1</inkml:trace>
  <inkml:trace contextRef="#ctx0" brushRef="#br0" timeOffset="15249.1889">28249 1804 0,'-40'0'16,"80"0"-16,-120 0 16,80 40-1,-40 40 1,40-39-16,0 119 16,0-80-16,0-40 0,40 121 15,0-41 1,-40-40-16,40-80 0,40 80 31,-80-39-31,40-41 0,0 0 0</inkml:trace>
  <inkml:trace contextRef="#ctx0" brushRef="#br0" timeOffset="15639.0941">29011 1884 0,'-40'0'15,"40"40"17,40 1-17,1 119 1,-41-120-16,0 40 16,0-40-16,40-40 31,0-40-16,0 40-15,-40-40 16,40 40-16,0-40 0,0 0 0,0 0 0,1 40 0,-1-40 16,0 40-16,0 0 15,0 0-15,0 0 0,0 0 16,0 0 0,-40 80-16,0-40 15,0 0-15,0 0 0,0 0 0,-40 1 16,40-1-16,0 0 0,0 0 15,0 0-15,-40 0 0,40 0 16,-40-40-16</inkml:trace>
  <inkml:trace contextRef="#ctx0" brushRef="#br0" timeOffset="15859.0778">30536 2366 0,'-80'-40'15,"40"40"-15,40-41 32,80 41-32,-40 0 15,40 0-15,-39 0 0,39 0 0,-40 0 0,40 41 16,-40-41-16,0 0 15,41 0-15,-41 0 0,0 0 0,0-41 16,0 41-16,0 0 0</inkml:trace>
  <inkml:trace contextRef="#ctx0" brushRef="#br0" timeOffset="16129.1379">31579 1924 0,'-40'0'15,"80"0"-15,-120 0 0,40 0 16,0 41-16,0 39 16,40 120-1,0 41 16,-40-41-15,40-119 0</inkml:trace>
  <inkml:trace contextRef="#ctx0" brushRef="#br0" timeOffset="16449.1188">32141 1804 0,'0'-40'15,"0"80"-15,0-120 0,40 80 16,0 0-16,1 0 15,-1 40-15,40 241 32,-80 80-17,-241 40 1,-120-120 0,241-241-16</inkml:trace>
  <inkml:trace contextRef="#ctx0" brushRef="#br0" timeOffset="20008.9117">2006 3809 0,'40'0'234,"1"0"-218,39 0-16,-40-40 0,0 40 0,0 0 15,0 0-15,0 0 0,1 0 16,-1 0-16,0 0 0,0 0 0,0 0 0,0-40 16,0 40-16,0 0 0,1 0 0,-1 0 15,0 0 1,-80 0 15,40 40-15,-40-40-1,40 40-15,-41 1 0,1-41 0,0 40 0,40 0 16,-40 0-16,0 0 0,-40 0 16,40-40-16,-1 40 0,1 0 0,0 0 0,0 0 15,0-40-15,0 41 0,0-1 0,0-40 0,-1 40 16,1-40-1,40 40-15,40-40 63,1 0-47,-1-40-16,0 40 0,0 0 0,0 0 15,0 0-15,0 0 0,0 0 16,41 0-16,-41 0 0,0 0 0,0 0 0,0 0 15,0 0-15,0 0 16,1 0-16,-1 0 0,0 0 0,0 0 0,0 0 16,0 0-16,0 0 15</inkml:trace>
  <inkml:trace contextRef="#ctx0" brushRef="#br0" timeOffset="20548.8831">3892 3769 0,'0'0'16,"0"-40"-1,-40 0 17,0 80-1,40 0-31,0 81 16,-40 79 15,0 1-16,40-81 1,80-40 15,161-160-15,-121 40 0,-40-40-16</inkml:trace>
  <inkml:trace contextRef="#ctx0" brushRef="#br0" timeOffset="20758.7955">3732 4130 0,'0'0'0,"-40"0"16,0 0-16,-1 0 0,41-40 16,41 40-1,-1-40 1,0 40-16,0-40 0,0 40 15,0 0-15,0 0 0,0 0 16,1-40-16,-1 40 0,0 0 0,0 0 16,0 0-1,0 0-15</inkml:trace>
  <inkml:trace contextRef="#ctx0" brushRef="#br0" timeOffset="21018.7785">4695 3689 0,'-40'-40'15,"40"0"-15,0 80 32,0 40-17,0-40-15,0 41 16,0-41-16,0 0 0,0 0 0,0 40 0,-81-40 15,81 0-15,-40 0 16,40 41-16,-40-41 0,40 0 0,-40 0 0,40 0 16,0 0-16,0 0 15</inkml:trace>
  <inkml:trace contextRef="#ctx0" brushRef="#br0" timeOffset="21368.761">5297 3850 0,'0'-41'15,"0"82"-15,-40-82 16,40 82-1,-41-41 1,41 80 0,-40 120-1,40 1 17,0-41-17,0 1 1,-40-121-1,0-40-15</inkml:trace>
  <inkml:trace contextRef="#ctx0" brushRef="#br0" timeOffset="21508.8253">4895 4491 0,'0'0'0,"41"-40"31,159-80-16,81 40 1,-80-1 0</inkml:trace>
  <inkml:trace contextRef="#ctx0" brushRef="#br0" timeOffset="22318.7022">6781 3368 0,'-40'0'15,"40"-40"-15,0 80 63,0 0-63,0 0 0,0 1 16,0-1-16,0 0 15,0 0-15,0 40 0,0-40 0,0 0 0,0 0 16,0 1-16,0-1 0,0 0 15,0 40-15,0-40 0,0 0 0,0 0 0,0 0 16,0 41-16,0-41 16,0 0-16,0 0 0,0 0 0,0 0 0,0 0 15,0 40-15,0-39 0,0-1 16,0 0-16,0 0 0,0 0 0,0 40 16,0-40-16,0 0 0,0 0 0,0 41 15,-40-41-15,40 0 16,0 0-16,0 0 0,0 0 0,0 0 15,0 0 1,0 1-16,0-1 16,0-121 46</inkml:trace>
  <inkml:trace contextRef="#ctx0" brushRef="#br0" timeOffset="22728.7535">6300 5133 0,'0'-40'31,"40"40"-31,0 0 31,0 40-31,-40 0 16,0 40-16,40-80 0,-40 40 16,0 0-16,40 1 15,-40-1-15,0 0 0,0 0 16,41-40-16,-41 40 0,0 0 15,40-40 1,-40-40 0,40 40-16,-40-40 15,40 40-15,-40-40 0,40 0 16,0 40-16,-40-40 0,40-1 0,0 41 16,-40-40-16,41 40 0,-41-40 31,40 40-16</inkml:trace>
  <inkml:trace contextRef="#ctx0" brushRef="#br0" timeOffset="23268.6504">6741 3288 0,'0'0'15,"-40"40"17,40 0-17,-40 0 1,-40 41 0,40-41-1,40-80 16,40-41-15,40-39 0,-40 80-1,-40 0 1,40 40 0,0 0-1,81 120 1,-1 81 15,0-1-15,-79-79-1</inkml:trace>
  <inkml:trace contextRef="#ctx0" brushRef="#br0" timeOffset="24608.5881">4374 6376 0,'0'0'0,"40"0"78,-40 40-62,0 40-1,40-80-15,-40 41 0,40-41 16,-40 40-16,40 0 0,0 0 0,1-40 16,-41 40-16,40-40 15,0 40-15,0 0 0,0 0 16,-40 0-16,40-40 15,-40 41-15</inkml:trace>
  <inkml:trace contextRef="#ctx0" brushRef="#br0" timeOffset="25058.6228">5096 6456 0,'0'-40'15,"0"80"-15,0-120 16,-40 80 78,40 40-63,-40-40-31,40 40 16,-40 0-16,40 1 0,-40-1 15,40 0-15,0 0 16,-41 0-16,41 0 0,-40 0 0,40 0 0,-40 0 15,40 1-15,-40-1 16,40 40-16,0-40 0,-40 0 0,40 40 0,-40-40 16,40 0-16,0 41 0,-40-41 15,40 0-15,0 0 0,-40 0 0,40 0 0,0 0 16,0 0-16,0 1 0</inkml:trace>
  <inkml:trace contextRef="#ctx0" brushRef="#br0" timeOffset="25458.5386">5698 6376 0,'-40'0'16,"80"0"-16,-80-40 0,40 80 62,-40-40-62,40 40 0,0 0 16,0 0-16,-40 1 0,40-1 16,-41 40-16,41-40 0,-40 0 0,0 0 0,0 0 15,40 41-15,0-41 16,0 0-16,-40 0 0,40 0 0,0 0 0,0 0 16,40 0-16,0 0 0,40-40 15,-39 40 1,-1-40-16,0 0 0,0 0 0,0 0 0</inkml:trace>
  <inkml:trace contextRef="#ctx0" brushRef="#br0" timeOffset="26108.5589">6139 6617 0,'-40'0'32,"40"-40"-32,40 40 47,0 0-47,1 0 15,-1 0 1,0 0-16,0 0 0,0 0 0,0 0 15,0 0-15,0 0 16,1-40-16,-1 40 0,0 0 0,-40-41 16,40 41-1,0 0-15,0 0 16,-40 41 15,-40-1-31,0 0 16,0 0-1,0-40-15,40 40 0,-40-40 16,40 40-16,-41-40 0,41 40 16,-40-40-16,0 0 0,0 40 15,0-40 1,40 40-16,-40-40 0,40 41 0,-40-41 16,40 40-16,-40-40 0,40 40 0,-41-40 15,41 40-15,-40-40 16,40 40-16,40-40 47,1 0-32,-1 0-15,0 0 16,0 0-16,0 0 0,0-40 0,0 40 16,0 0-1,1 0-15,-41-40 0,40 40 0,0 0 0,0 0 16,0 0-1,0 0-15,0 0 16</inkml:trace>
  <inkml:trace contextRef="#ctx0" brushRef="#br0" timeOffset="26498.4781">7343 6456 0,'-40'0'15,"0"0"1,80 40 31,-40 1-47,40-1 0,-40 0 15,0 0 1,40 0-16,-40 0 0,0 0 0,0 0 16,0 0-16,0 1 0,0-1 0,0 40 15,0-40-15,-40 0 0,40 0 16,-40-40-16,40 40 0,-40 0 0,0 0 0,0 1 15,-1-1 1,1-40-16,40 40 0,-40-40 0,0 0 16</inkml:trace>
  <inkml:trace contextRef="#ctx0" brushRef="#br0" timeOffset="27218.4213">8467 6537 0,'-40'0'0,"40"40"0,-41-40 31,82 0 0,-1 0-31,0 0 16,0-40 0,0 40-16,0 0 0,0 0 0,0 0 15,41 0-15,-41 0 0,0-41 16,0 41-16,40-40 0,-40 40 0,1 0 0,-1 0 16,0-40-16,0 40 0,0 0 0,0 0 15,0 0 1,-40 40-1</inkml:trace>
  <inkml:trace contextRef="#ctx0" brushRef="#br0" timeOffset="27658.4669">8667 6978 0,'0'0'0,"-120"40"31,80-40-31,0 0 16,40-40 46,40 40-62,40 0 0,0 0 16,-40 0-16,1 0 0,39 0 15,-40 0-15,40 0 0,-40 0 0,41 0 0,-41-40 16,0 40-16,40 0 0,-40-40 0,0 40 0,0 0 16,1 0-1,-1 0 1,-80 0 31,-1 0-47,1 0 15,0 0 1</inkml:trace>
  <inkml:trace contextRef="#ctx0" brushRef="#br0" timeOffset="28428.4235">12760 3088 0,'-40'0'16,"80"0"-16,-40 0 31,0-41-16,-40 41 1,40 41 31,0-1-47,0 0 16,0 0-16,0 0 15,0 0-15,0 0 0,0 0 0,0 0 16,-40 0-16,40 41 15,0-41-15,0 0 0,-40 0 0,40 40 0,0-40 16,-40 0-16,40 1 0,-40-1 16,40 0-16,0 0 0,0 0 0,-41-40 0,41 40 15,0 0-15,-40 0 16</inkml:trace>
  <inkml:trace contextRef="#ctx0" brushRef="#br0" timeOffset="28908.3762">12600 3288 0,'0'0'0,"-40"0"16,40-40-16,-41 40 31,1 0-31,0 80 16,0-40-1,40 40 1,0-120 15,40 40-15,-40-40-16,40 0 15,0 0-15,1 0 0,-1 0 0,0 0 16,-40 0-16,40 0 0,0-1 0,0 41 16,-40-40-16,0 80 46,40 1-46,-40-1 16,40 0-16,-40 0 0,41 0 16,-41 0-16,80 0 0,-80 40 0,0-40 0,40 1 15,-40-1-15,0 0 16,40 0-16,-40 0 0,0 0 0</inkml:trace>
  <inkml:trace contextRef="#ctx0" brushRef="#br0" timeOffset="29448.2879">12158 4291 0,'0'0'16,"0"-40"-16,0-1 31,40 41-15,-40 41-1,41 39 1,79 40 15,-80-40-15,0-40-1,40-80 1,41-40 15,39-40-15,-79 120-1,-1-40 1,-40 40 0,-40 40 15,-40-40-15,40 40-16</inkml:trace>
  <inkml:trace contextRef="#ctx0" brushRef="#br0" timeOffset="30498.3019">10272 6055 0,'0'-40'62,"40"40"-46,1 0-16,-1 0 16,0 0-16,0 0 15,0 0-15,0 0 0,0 0 16,0 0-16,1 0 0,-1 0 15,0 0-15,0 0 0,-40 40 16,0 0 0,0 1-16,0-1 0,0 0 15,-40 0-15,0 0 16,40 0-16,-40-40 0,-1 40 0,1 0 16,0-40-16,0 0 0,40 40 0,-40-40 15,0 0 1,80 0 62,-40 81-78,40-81 0,0 0 16,0 40-16,-40 0 15,40-40-15,1 40 0,-41 0 31,40-40-31,-40 40 0,0 0 16,-40-40-16,-1 40 16,-39 0-16,40-40 15,0 41-15,0-41 16,0 40-16,0-40 0,-1 0 16,1 0-16,0 0 0,0 40 15,0-40-15,0 0 16,0 0-16,0 0 0,-1-40 31,41 0-31,0-1 0</inkml:trace>
  <inkml:trace contextRef="#ctx0" brushRef="#br0" timeOffset="30908.2781">11436 6216 0,'0'-40'16,"40"40"15,0 0-15,0 0-16,-40 40 0,41-40 16,-41 40-16,40 0 15,-40 0-15,40 0 0,-40 0 16,40-40-16,-40 40 15,0 0-15,40-40 0,-40 41 0,40-1 16,0 0 0,0-40-16,-40 40 0,41-40 15,-1 0 1</inkml:trace>
  <inkml:trace contextRef="#ctx0" brushRef="#br0" timeOffset="31268.1939">11877 6256 0,'0'-40'0,"-40"40"31,40-40-31,-40 40 32,40 40-17,-40 0 1,0 0-16,40 0 0,-40-40 16,40 40-16,-40 0 0,40 0 0,-40 0 0,40 1 15,-41-1 1,41 0-16,-40 0 0,40 0 0,-40-40 0,40 40 15,0 0-15,-40-40 0,40 40 16,0 0-16,-40-40 0,40 41 0,-40-41 0,40 40 16,-40-40-16,0 40 15</inkml:trace>
  <inkml:trace contextRef="#ctx0" brushRef="#br0" timeOffset="31688.2326">12479 6055 0,'-40'0'16,"40"40"31,0 1-47,0-1 15,0 0-15,-40 40 0,40-40 0,-40 0 0,40 0 16,-40 0-16,40 41 16,-40-41-16,40 0 0,0 0 0,0 0 0,0 0 15,0 0-15,0 0 16,40 0-16,0 1 0,-40-1 16,40-40-16,0 0 0,0 0 15</inkml:trace>
  <inkml:trace contextRef="#ctx0" brushRef="#br0" timeOffset="32338.1958">12720 6376 0,'-40'0'15,"40"-40"-15,80 40 32,-40 0-32,0 0 15,1 0 1,-1 0-16,0 0 0,0 0 0,0 0 16,0 0-16,0 0 0,0 0 0,1 0 15,-1 0 1,-80 0 62,-1 0-47,41 40-31,-40 0 16,0-40-1,40 40-15,-40-40 0,40 40 0,-40-40 16,0 41-16,0-1 16,0 0-16,-1 0 0,1 0 15,0 0-15,0 0 16,0 0-16,40 0 16,40-40 15,0-40-16,0 40-15,0 0 16,1 0-16,-1-40 0,0 40 16,0 0-16,0 0 15,0 0-15,0 0 16,0 0-16,1 0 0,-1 0 16,0 0-1,0 0-15,0 0 0,0 0 31</inkml:trace>
  <inkml:trace contextRef="#ctx0" brushRef="#br0" timeOffset="32668.1191">13563 6136 0,'40'0'31,"-40"40"-15,40-40-16,-40 40 15,40 0-15,-40 0 0,0 0 0,40 0 0,-40 0 16,0 0-16,0 0 0,0 1 15,0-1-15,0 0 0,0 0 0,0 40 0,-40-40 16,40 0-16,-40 0 16,40 1-16,-80-1 0,80 0 0,-40 0 0,-1 0 15,1 0-15,0-40 0,0 40 16,0-40-16,40 40 0,-40-40 0,0 0 16</inkml:trace>
  <inkml:trace contextRef="#ctx0" brushRef="#br0" timeOffset="33128.1493">14486 6737 0,'0'0'0,"-81"0"31,121 0-15,41 0-1,39 0 1,121 0 0,0 0-1,-81 0 16,-39 0-15</inkml:trace>
  <inkml:trace contextRef="#ctx0" brushRef="#br0" timeOffset="33408.0573">14927 6537 0,'-40'0'16,"40"40"0,0 0-1,0 0-15,0 0 16,0 0-1,0 0-15,0 0 0,0 0 0,0 1 16,0-1-16,0 0 0,-40 40 16,40-40-16,0 0 0,-40 0 0,40 0 0,0 0 15,0 1-15,0-1 0,-40-40 0,40 40 0,0 0 16</inkml:trace>
  <inkml:trace contextRef="#ctx0" brushRef="#br0" timeOffset="35707.9995">19020 3088 0,'0'-41'0,"40"1"47,-40 80 0,0 41-31,0-41-1,0 0-15,0 40 0,0-40 0,0 0 16,0 40-16,0-39 16,0 39-16,0-40 0,-40 40 0,40-40 0,0 40 15,0-39-15,0-1 0,0 0 0,-40 40 0,40-40 16,0 0-16,0 0 0,0 0 16,0 0-16,0 1 0,-40-1 0,40 0 15</inkml:trace>
  <inkml:trace contextRef="#ctx0" brushRef="#br0" timeOffset="36187.8955">18940 3248 0,'0'0'16,"-121"0"0,81 40-1,0-40-15,0 80 16,0-40-16,0 0 0,0 1 31,-1-1-31,41-80 47,81 40-47,-81-41 0,40 41 0,-40-40 0,40 0 16,0 0-16,0 0 15,0 0-15,0 0 0,-40 0 0,41 40 0,-1-40 16,-40 0-16,40 40 0,-40-41 15,40 41 32,-40 41-47,40-41 0,0 0 0,0 80 16,0-40-16,1 0 16,-41 0-16,40 0 0,0 0 0,-40 0 0,40 0 15</inkml:trace>
  <inkml:trace contextRef="#ctx0" brushRef="#br0" timeOffset="36947.8532">18699 4371 0,'0'0'15,"0"-40"1,40 40 15,0 0-31,40 40 32,-39 0-32,-1 40 31,-40-40-16,0 0-15,0 1 16,0-1 15,40-40-31,0 0 16,0 0 0,0-40-1,121-41 1,-41 1-1,-40 0 17,1 80-17,-81 40 17,0 0-17</inkml:trace>
  <inkml:trace contextRef="#ctx0" brushRef="#br0" timeOffset="38297.8493">18097 6537 0,'0'0'16,"-40"0"-16,40-41 16,40 41 124,0 0-140,0 0 0,0 0 0,1 0 16,-1 0-16,0 0 0,0 0 0,0 0 0,0 0 16,0 0-16,0 0 0,1 0 15,-1 0-15,0 0 0,0 0 0,0 0 0,0 0 16,0 0-1,-80 0 32,40 41-31,-40-41 0,0 40-16,0-40 15,0 40-15,0 0 16,-1-40-16,1 40 0,0-40 15,0 40-15,0 0 16,0-40-16,0 40 0,0-40 0,40 40 16,-41 1-16,1-41 0,40 40 15,-40-40-15,40 40 0,-40 0 0,0 0 16,40 0 0,40-40 62,0 0-78,0 0 0,0 0 15,1-40-15,-1 40 0,0 0 16,0 0-16,0 0 16,0 0-16,0 0 0,0 0 15,1 0 1,-1 0-16,0 40 0,0-40 15,0 0 1,-40-40 31,0 0-31</inkml:trace>
  <inkml:trace contextRef="#ctx0" brushRef="#br0" timeOffset="38687.8263">19140 6256 0,'-40'0'15,"0"0"1,80 0 15,0 0-15,41 0-16,-41 0 15,0 0-15,0 40 16,0-40-16,0 0 16,0 0-16,0 0 15</inkml:trace>
  <inkml:trace contextRef="#ctx0" brushRef="#br0" timeOffset="39097.802">19943 5975 0,'0'40'125,"0"0"-125,-40 0 16,40 1-16,0-1 0,-40-40 0,40 40 0,0 0 16,0 0-16,0 0 15,-41 0-15,41 0 0,0 0 0,-40-40 0,40 40 16,0 1-16,0-1 15</inkml:trace>
  <inkml:trace contextRef="#ctx0" brushRef="#br0" timeOffset="39537.7792">20505 6376 0,'-41'-40'32,"41"0"-32,0 80 47,0 0-47,41 0 0,-41 0 0,40 0 15,-40 1-15,40-1 0,0-40 16,-40 40-16,40 0 0,-40 40 0,40 0 15,-40-40-15,40 1 16,-40-1-16,0 0 0,40 0 0,-40 0 0,41 0 16,-41 0-16,40 0 0,0 0 15,0 0-15,0-40 16,-40 41-16,40-41 0</inkml:trace>
  <inkml:trace contextRef="#ctx0" brushRef="#br0" timeOffset="39897.7553">21106 6537 0,'0'-81'31,"0"41"-31,-40 0 16,0 40-1,0 0 1,0 40-16,0 0 0,0-40 0,-41 161 31,1-81-31,80-40 0,-80 40 16,40-40-16,-81 161 15,81-121 1,0-40-16,-80 81 16,80-81-16</inkml:trace>
  <inkml:trace contextRef="#ctx0" brushRef="#br0" timeOffset="40257.7365">21548 6496 0,'-40'0'16,"80"0"-16,-120 0 16,39 0-16,1 41 15,0 39 1,-40 80 0,80-120-16,0 41 15,-40-41-15,40 120 16,40 0 15,80-119-15,-80-41-1</inkml:trace>
  <inkml:trace contextRef="#ctx0" brushRef="#br0" timeOffset="40857.6245">21789 6777 0,'-41'-40'16,"82"40"15,-41-40-31,40 40 16,0 0-16,0 0 0,0 0 15,0 0-15,0 0 0,1 0 0,-1 40 0,0-40 16,0 0-16,0 0 0,0 0 0,0 0 16,0 0-1,-40-40-15,41 40 16,-82 0 31,1 0-47,0 80 0,0-80 0,0 40 15,0 0-15,0 1 0,0-1 0,-1 0 16,41 0-16,-40 0 0,0 0 16,0 0-16,0 0 0,0 0 15,0-40 1,40 40-16,40-40 31,0 0-15,0 0-1,0 0-15,0 0 0,0 0 0,1 0 0,-1 0 16,0 0-16,0 0 0,0 0 16,0 0-16,0 0 15,0 0-15,1 0 16,-1 0-1,-40 41-15,40-41 0,0 0 0,0-41 16</inkml:trace>
  <inkml:trace contextRef="#ctx0" brushRef="#br0" timeOffset="41177.682">22952 6537 0,'0'0'0,"0"-41"0,-40 41 16,40 41 15,40-41-31,-40 80 16,40-40-16,-40 40 15,41 0-15,-41 121 16,-201 39 0,0-79-1,-39-81 17,199-80-32,1 0 0</inkml:trace>
  <inkml:trace contextRef="#ctx0" brushRef="#br0" timeOffset="42817.5119">17696 6055 0,'0'0'16,"-40"0"0,-1 0-16,1 0 15,0 0 1,-80 0 15,-41-40-15,1 40-1,39-40 1,81 40 0,0 0-1,0 0-15,80 0 47,0 0-31,0 0 31,1 0-32,-41 40 1,0 0-16,0 0 0,0 1 15,0-1-15,0 0 16,-41 0-16,41 0 0,0 0 0,-40-40 16,40 40-16,-40 0 0,40 0 15,0 0-15,0 1 16,0-1-16,40-40 31,0 0-31,1 0 0,-1 0 16,0 0-16,0 0 15,0 0-15,0 0 32,-40 40-32,0 0 15,0 0-15,0 0 16,-40-40 0,40 40-16,-40 0 0,0 0 15,0 1 1,0-1-16,-1 0 0,1 0 15,0-40-15,40 40 0,-40-40 16,0 0-16,40 40 0,-40-40 0,0 0 16,0 0-1,-1 0-15,1 0 0,0 0 0,0 0 16,0 0-16,0 0 0,0 0 0,0 0 16,-1-40-16,1 0 15,40 0-15,-40 40 0</inkml:trace>
  <inkml:trace contextRef="#ctx0" brushRef="#br0" timeOffset="44247.5025">24156 6777 0,'40'0'0,"0"0"31,0 0 0</inkml:trace>
  <inkml:trace contextRef="#ctx0" brushRef="#br0" timeOffset="45097.4537">28369 4210 0,'0'-40'15,"0"0"-15,0 0 16,0 0 0,40 40-1,-40-40-15,-40 40 47,40 40 0,0 0-47,0 0 0,0 0 16,-40 0-16,0 1 0,40-1 0,-40 0 15,40 0-15,0 0 0,0 0 16,-40 0-16,40 0 0,0 0 0,-40 1 0,40-1 16,0 0-1,-40-40-15,40 40 0,0 0 16,0 0-1</inkml:trace>
  <inkml:trace contextRef="#ctx0" brushRef="#br0" timeOffset="45547.4295">28249 3970 0,'0'0'0,"-40"0"16,-40 0-1,-1 80 1,1-40 15,-40 0-15,80-40-1,-1 0-15,-39 0 16,80-40 0,40 0-16,-40 0 15,241-80 1,-80 80 0,-81-1 15,0 41-16,0 41 1,1 39 0,-1 40 15,-40-80-31,-40 0 0</inkml:trace>
  <inkml:trace contextRef="#ctx0" brushRef="#br0" timeOffset="46267.3862">27767 4772 0,'41'0'94,"-41"40"-78,40-40-16,-40 40 0,40-40 15,-40 40-15,40-40 16,-40 40-16,40-40 0,-40 40 0,40 1 0,-40-1 16,40-40-16,-40 40 15,40-40-15,1 0 16,-1 0 15,0 0-31,-40-40 16,40 40-1,-40-40-15,40 40 0,-40-41 0,40 41 16,-40-40-16,40 40 16,0 0-16,1 0 0,-1-40 0,0 40 15,0 0-15,0-40 0,0 40 16,0 0-16,0 0 16,-40 40 62</inkml:trace>
  <inkml:trace contextRef="#ctx0" brushRef="#br0" timeOffset="47187.3313">24076 6737 0,'40'0'47,"0"0"-16,0 0-31,0 0 16,0 0-1,1 0-15,-1 0 0,0 0 16,0 0-16,0 0 15,0 0-15,40 0 0,-39 0 0,-1 0 16,0 0-16,0 0 0,0 0 16,0 0-16,0 0 0,-40 40 0,40-40 15,1 0-15,-1 0 16,0 0 0</inkml:trace>
  <inkml:trace contextRef="#ctx0" brushRef="#br0" timeOffset="47567.2348">24718 6376 0,'0'-40'16,"0"80"31,0 0-32,0 0 1,0 0-16,0 1 0,0-1 0,0 0 16,-40 0-16,40 0 0,-40 0 0,40 0 0,-41 40 15,41-39-15,-40-1 0,40 0 16,0 40-16,0-40 0,0 0 0,-40 0 16,40 0-16,0 0 15,80 1-15</inkml:trace>
  <inkml:trace contextRef="#ctx0" brushRef="#br0" timeOffset="48087.2792">25761 6416 0,'0'0'16,"0"-40"-16,-80 40 47,80 40-47,0 0 15,-80-40-15,80 40 0,-40 1 0,-1-1 0,41 0 16,-40 0-16,0 0 16,40 0-16,0 0 0,-40 40 0,40-39 0,0 39 15,-40-40-15,40 0 0,0 40 0,0-40 0,0 0 16,0 0-16,0 1 0,0-1 16,40 0-16,-40 0 0,40-40 0,-40 40 0,80-40 15,-39 0-15,-1 0 16,0 0-16,0 0 0,0 0 0,0-40 15,0 0 1,0 40-16,-40-40 0,0 0 16,-40 40-1,0 0 1,0 0-16,0 0 0,0 0 0,0 0 0,0 0 16,-1 40-16,1-40 15,0 40-15,40 0 0</inkml:trace>
  <inkml:trace contextRef="#ctx0" brushRef="#br0" timeOffset="66876.1869">26564 6496 0,'0'41'0,"-40"-41"31,40 40 47,-41-40-78,1 0 16,40 40-1,0-80 32,40 40-47,1 0 16,-1 0-1,0 0-15,0-40 0,0 40 0,0 0 16,0 0-16,0 0 0,1 0 16,-1 0-16,0 0 0,0 0 0,0-41 0,0 41 15,0 0-15,0 0 16,1 0-16,-1 0 0,0 0 15,0 0-15,-40 41 0,-40-1 79,0-40-64,40 40-15,-40-40 16,-1 0-16,41 40 15,-40-40-15,0 40 0,0-40 16,40 40-16,-40-40 0,0 40 0,0-40 16,40 40-16,-40-40 15,-1 40-15,1 1 0,0-1 16,0-40 0,40 40-16,-40-40 0,40 40 15,0 0 1,40-40 31,0 0-32,0 0-15,0-40 16,1 40-16,-1 0 0,0 0 0,0 0 16,0 0-1,0 0-15,0 0 0,0 0 16,1 0-16,-1 40 15,0-40-15,0 0 16,-40 40-16,40-40 16</inkml:trace>
  <inkml:trace contextRef="#ctx0" brushRef="#br0" timeOffset="67216.0931">27647 6416 0,'40'0'47,"0"0"-31,0 0 0,1 0-16,-1 0 0,0 0 15,0 0-15,0 0 16,0 0-16,-40-40 0</inkml:trace>
  <inkml:trace contextRef="#ctx0" brushRef="#br0" timeOffset="67586.1452">28088 6256 0,'41'-40'0,"-1"40"31,-40-40-31,0 80 78,0 0-62,0 0 0,0 0-16,0 0 15,0 0 1,0 0-16,0 0 0,0 1 16,0-1-16,0 0 15,0 0-15,0 0 16</inkml:trace>
  <inkml:trace contextRef="#ctx0" brushRef="#br0" timeOffset="68386.0987">28971 6537 0,'0'0'16,"-40"-41"0,80 41 31,-40 41-32,0-1 1,40 0-16,-40 0 0,0 0 0,0 0 15,0 0-15,0 0 0,41-40 16,-41 40-16,40 1 16,0-1-16,0-40 15,0 0 1,0 0-16,0-40 16,-40-1-1,40 1-15,-40 0 31,41 40-31,-41-40 0,0 0 16,0 0 0,0 0-1,0 80 63,-41-40-78,41 40 0,0 0 16,0 0 0,-40 0-16,40 0 0,-40 1 0,40 39 15,0-40-15,-40 0 0,40 40 16,-40-40-16,40 40 0,-40-39 0,40 39 0,0-40 16,-40 40-16,40-40 15,-40 40-15,40-39 0,0-1 0,-41 0 0,41 0 16,0 0-16,0 0 0,0 0 15,0 0-15,0 0 0,41-40 16,-1 0 0,-40-40-1,40 40-15,-40-40 0</inkml:trace>
  <inkml:trace contextRef="#ctx0" brushRef="#br0" timeOffset="68776.0011">29934 6577 0,'0'-40'15,"0"80"-15,0-121 16,0 122 15,-80-1-31,80 0 0,0 0 16,-40 0 0,40 0-16,0 0 0,-40 0 0,40 0 0,0 1 15,0-1-15,-40 40 0,40-40 16,0 0-16,0 40 0,0-40 0,0 0 0,0 1 15,0-1-15,0 0 0,40 0 0,-40 0 16,40-40 0,0 0-16,0 0 15,0-40-15,0 40 16</inkml:trace>
  <inkml:trace contextRef="#ctx0" brushRef="#br0" timeOffset="69335.9871">30376 6817 0,'-40'0'15,"40"-40"-15,40 40 16,120 0-1,1-40 17,-41 40-17,-40 0 1,-40 0 0,-40 40-1,0 0-15,-40 41 31,0-81-31,0 40 0,0 0 16,-40 40 0,-1-40-1,41 0-15,-40 0 32,80 0-32,-40-40 15,40 40-15,-40 1 16,40-1-16,0 0 15,40-40 17,0 0-32,0 0 0,0 0 15,0 0-15,1 0 0,-1 0 16,0-40-16,0 40 0,0 0 0,0-40 16,0 40-1,0-41-15,1 41 0,-1 0 16,-40-40-16,40 40 15</inkml:trace>
  <inkml:trace contextRef="#ctx0" brushRef="#br0" timeOffset="69665.9674">31539 6496 0,'0'0'15,"0"81"1,40-1-1,1 120 1,-41-159-16,-41 199 31,-39-120-31,40-79 0,-241 159 32,201-160-32</inkml:trace>
  <inkml:trace contextRef="#ctx0" brushRef="#br0" timeOffset="73535.7269">25440 8141 0,'40'0'16,"0"0"-16,-40-40 16,41 40-16,-1 0 15,0 0 16,-40 40-31,40-40 0,0 40 16,0-40-16,0 0 0,0 40 16,1-40-16,-1 0 0,40 0 15,-40 0-15,40 0 0,-40 0 0,41 0 0,-1 40 16,-40-40-16,40 0 16,-40 0-16,41 0 0,-1 0 0,-40 0 0,0 0 15,40 0-15,-39 0 0,-1 0 16,0 0-16,0 0 0,0 0 0,40 0 0,-40 0 15,1 0-15,-1 0 0,0 0 0,0 0 0,0 0 16,0 0-16,0 0 16,0 0-16,1 0 0,-1 0 0,0 0 15,0 0-15,0 40 16,0-40-16,0 0 0,0 0 0,1 40 16,-1-40-16,0 0 15,40 0-15,-40 0 0,0 0 0,0 0 0,1 0 16,-1 0-16,0 0 0,0 0 15,0 0-15,0 0 0,0 0 0,0 0 0,1 0 16,-1 0-16,0-40 0,0 40 0,0 0 0,0 0 16,0 0-1,0 0-15,1 0 0,-1 0 16,0 0-16,0 0 16,0 0-16,0 0 15,0 40 1,1-40-16,-1 0 0,0 0 0,0 0 15,0 0-15,0 0 0,0 0 0,0 0 16,1 0-16,-1 0 0,0 40 16,0-40-16,40 0 0,-40 0 0,0 0 0,1 0 15,-1 0-15,0 0 16,0 0-16,40 0 0</inkml:trace>
  <inkml:trace contextRef="#ctx0" brushRef="#br0" timeOffset="77055.5953">2087 8542 0,'0'40'0,"40"-40"110,-40 40-95,40-40-15,-40 40 16,0 0-1,40-40-15,-40 40 0,40 0 16,-40 1-16,40-41 0,-40 40 0,0 0 16,40 0-16,0 0 15,-40 0-15,41-40 0,-1 40 0,0 0 16,0 0 0,0-40-16,0 0 0,0 0 15,0-40 16,-40 0-15,0 0 0,0 0-16,0 0 15,0 0 1,0 0-16,0 0 16,0-1-1,0 1-15,0 0 16,-40 40 78,40 80-94,-40-39 0,40-1 0,0 0 15,0 0-15,-40 0 16,40 40-16,-40-40 0,40 0 0,0 41 0,-40-41 15,40 40-15,0-40 0,0 40 0,-40-40 0,40 0 16,0 41-16,0-41 0,0 0 16,0 0-16,0 0 0,0 0 0,0 0 15,0 0 1,40-40 0</inkml:trace>
  <inkml:trace contextRef="#ctx0" brushRef="#br0" timeOffset="78935.4864">3170 8662 0,'-40'40'0,"0"-40"0,0 0 15,-1 40-15,1 0 0,40 1 0,-40-1 16,0 0-16,40 0 0,-40 40 0,40-40 0,0 40 15,-40-39-15,40 39 0,0-40 16,0 0-16,0 0 0,80 0 0,-80 0 0,40 0 16,-40 0-16,40 1 15,0-41-15,1 40 0,-1 0 0,0-40 16,-40 40-16,40-40 16,0 0-16,0 0 0,0 0 15,-40-40-15</inkml:trace>
  <inkml:trace contextRef="#ctx0" brushRef="#br0" timeOffset="79505.4524">3531 9023 0,'0'0'15,"40"0"16,0 0-15,1 0-16,-1 0 16,-40-40-16,80 40 15,-40 0-15,0 0 0,0 0 0,0 0 16,1 0-16,-1-40 16,0 40-16,0 0 0,0-40 15,-40 80 16,-40-40-15,40 40-16,-40-40 16,40 40-16,-40-40 0,40 40 15,-40-40-15,40 40 0,-41-40 16,41 40-16,-40-40 0,40 41 0,-40-41 0,40 40 16,-40 0-16,40 0 15,-40 0-15,40 0 0,-40 0 16,40 0-16,-40-40 15,40 40-15,0-80 47,0 0-31,40 0-16,0 40 16,-40-40-16,40 40 0,0 0 15,0 0-15,0 0 0,41-40 16,-41 40-16,0 0 0,40 0 0,-40 0 0,0 0 15,1 40-15,-1-40 0,0 0 0,0 80 0,0-80 16,0 0 0,0 0-16</inkml:trace>
  <inkml:trace contextRef="#ctx0" brushRef="#br0" timeOffset="79785.398">4735 8662 0,'-40'0'0,"80"0"32,0 0-32,0 80 0,0-40 15,0 1 1,-40 39-16,0-40 0,0 0 0,0 40 0,0-40 15,0 41-15,0-41 0,0 40 0,0-40 0,-40 0 16,40 40-16,-40-40 16,0 0-16,40 1 0,-40-1 0,0 0 0,0 0 15,0 0-15,-1 0 0,1 0 16,0-40-16,40 40 0</inkml:trace>
  <inkml:trace contextRef="#ctx0" brushRef="#br0" timeOffset="80115.3434">5578 9264 0,'0'-40'32,"0"0"-1,40 40-31,40 0 31,-40 0-31,0 0 0,0 0 0,0 40 0,1-40 16,-1 0-16,0 0 0,0 40 0,0-40 0,0 0 15,0 0 1,0 0-16,1 0 0,-1 0 0</inkml:trace>
  <inkml:trace contextRef="#ctx0" brushRef="#br0" timeOffset="80875.376">7343 8462 0,'-40'0'0,"0"0"16,0 0-16,0 40 15,-1-40 1,41 40-16,-40-40 0,40 40 0,-40 0 0,0 0 16,40 0-1,0 0-15,-40 0 0,40 41 0,0-41 0,0 40 16,0-40-16,0 40 0,0 1 16,40-41-16,-40 40 0,40-40 0,-40 40 0,40-40 15,0 0-15,1 41 0,-41-41 16,40 0-16,0 0 0,0-40 0,0 40 0,0-40 15,0 0-15,-40 40 0,41-40 0,-1 0 0,-40-40 16,40 40 0,-40-80-16,0 40 0,0 0 0,0-1 15,0-39-15,0 40 0,-40 0 16,40 0-16,-40 0 0,40 0 0,-41 0 0,1 0 16,0 40-1,0 0-15,0 40 16,40 0-16,-40-40 0,40 40 0,0 0 15,0 0-15,-40 0 16,40 0-16,0 0 0</inkml:trace>
  <inkml:trace contextRef="#ctx0" brushRef="#br0" timeOffset="81485.3385">7825 8943 0,'0'0'0,"-40"40"31,-1 0-15,122-40-16,79 40 31,-120 0-31,121-40 16,-121 0-16,0 0 0,80 0 15,-39-40 1,-41 40 0,-80 0 15,0 40-16,40 0-15,-41 1 16,-79 39 0,-40 40 15,119-80-31,1 0 0,-40 81 31,40-81-31,0 40 16,0-80-16,0 40 15,80-40 32,0 0-47,0 0 16,0 0-16,0 0 0,0 0 16,0 0-16,1 0 0,-1 0 15,0 0-15,0 0 0,0 0 16,40 0-16,-40 0 0,1 0 0,-1 0 0,0 0 15,0-40-15,0 40 0,-40-40 16,40 40-16</inkml:trace>
  <inkml:trace contextRef="#ctx0" brushRef="#br0" timeOffset="81745.323">8828 8863 0,'0'0'0,"0"-40"0,40 120 32,0-80-17,0 0-15,0 0 16,0 0-16,1 0 0,-1 0 0,0 0 15,0 0-15,0 0 16</inkml:trace>
  <inkml:trace contextRef="#ctx0" brushRef="#br0" timeOffset="81975.3103">9309 8582 0,'-40'0'16,"40"40"-16,-40-40 16,40 40-1,0 0 1,0 81 0,40-81-16,-40 80 15,0-80-15,0 121 16,0-41-1</inkml:trace>
  <inkml:trace contextRef="#ctx0" brushRef="#br0" timeOffset="82905.258">10232 9063 0,'-40'0'0,"40"40"62,0 0-62,40 1 16,-40-1-16,40 0 0,-40 0 0,40 0 0,1 0 16,-1 0-16,0 0 15,0 0-15,0 0 0,0 1 0,0-1 16,0-40-16,1 40 0,-1-40 16,0 0-16,0 0 15,-40-40 1,0 0-16,40 40 0,-40-41 0,0 1 15,0 0-15,0 0 0,0 0 16,0 0 0,-40 40-16,0 0 31,40 40-31,0 0 0,-40-40 16,40 80-16,0 1 15,-40-41-15,40 0 0,0 0 0,-41 40 0,41-40 16,-40 40-16,40-39 0,0 39 0,-40-40 0,40 40 15,0-40-15,0 40 16,0-40-16,0 41 0,0-41 0,0 0 0,0 0 16,0 40-16,0-40 0,0 0 15,40 1-15,-40-1 0,40-40 16</inkml:trace>
  <inkml:trace contextRef="#ctx0" brushRef="#br0" timeOffset="83225.2364">11396 9264 0,'0'0'0,"0"-40"16,-40 40-1,40 40 1,-40 80 0,40-80-16,0 161 15,0-121-15,0 0 0,0 81 32,40-1-32,0-80 15,40 40 1,0-120-1</inkml:trace>
  <inkml:trace contextRef="#ctx0" brushRef="#br0" timeOffset="83675.2162">11757 9625 0,'0'0'16,"0"40"-16,40-40 31,0 0-31,0 0 0,1-40 0,-1 40 16,0 0-16,0 0 0,0 0 15,0 0-15,0-40 0,0 40 0,1 0 0,-1 0 16,0-41-16,0 41 16,-40-40-1,0 121 16,-40-1-15,40-40 0,-80 0-16,39 0 0,41 0 0,-40 0 0,0-40 15,40 40-15,-40 1 16,40-1-16,-40-40 0,40 40 0,-40-40 0,40 40 16,-40-40-1,80 0 1,0 0-1,0 0 1,-40-40-16,40 40 0,0 0 0,0 0 16,1 0-1,-1 0-15,0 0 0,0 0 0,0 0 16,0 0 0</inkml:trace>
  <inkml:trace contextRef="#ctx0" brushRef="#br0" timeOffset="83945.1527">12921 9264 0,'-40'0'15,"80"0"-15,-40 0 16,0 40-16,40-40 15,-40 40-15,40 0 16,-40 0-16,40 40 0,0-40 0,-40 41 0,0-41 16,40 40-16,-40 0 0,0-40 15,0 0-15,0 41 0,0-41 0,-80 0 0,40 40 16,40-40-16,-80 0 16,40 0-16,-1 0 0,1 1 0,0-1 0,-40 0 15,40-40-15,0 0 16</inkml:trace>
  <inkml:trace contextRef="#ctx0" brushRef="#br0" timeOffset="84235.1027">13723 9665 0,'80'0'31,"-39"0"-31,-1 0 16,40 0-16,-40 0 0,0 0 0,40 0 0,1 0 15,-41 0-15,40 0 16,-40 0-16,0 0 0,0 0 0,41 0 0,-41 0 15,0 0-15,0 0 0,0 0 0</inkml:trace>
  <inkml:trace contextRef="#ctx0" brushRef="#br0" timeOffset="84445.1653">14084 9986 0,'-80'80'15,"160"-160"-15,-160 200 0,120-120 16,40 0 0,1 0-1,200 0 1,-121 0 0,-80-80-1</inkml:trace>
  <inkml:trace contextRef="#ctx0" brushRef="#br0" timeOffset="85085.1289">16091 9304 0,'0'-40'16,"0"0"-16,0 0 15,0-1-15,80 1 32,0 40-32,0 0 15,41 81 1,-1 39 15,-120 40-15,-160-39-1,39-1 1,81-40 15,80-40-15,201-40 0,-40 80 15,-121 41-16,-160-1 1,-161 40 0,0-79 15,41-81-15,39-81-1,161 1-15</inkml:trace>
  <inkml:trace contextRef="#ctx0" brushRef="#br0" timeOffset="85635.0264">17254 9264 0,'0'0'0,"-40"0"0,40 40 31,40-40-15,-40 40-16,40 0 15,1 0-15,-41 0 0,40 0 0,0 41 0,0-41 16,0 0-16,0 40 0,0-40 0,0 0 0,1 0 15,-1 41-15,0-41 0,0 0 16,0 0-16,0-40 0,-40 40 0,40 0 0,0-40 16,1 40-1</inkml:trace>
  <inkml:trace contextRef="#ctx0" brushRef="#br0" timeOffset="85905.0807">17856 9464 0,'-40'0'15,"80"0"-15,-120 0 16,40 40-16,-40 41 31,-41 119-15,1 81-1,-1-81 1,81-79 15</inkml:trace>
  <inkml:trace contextRef="#ctx0" brushRef="#br0" timeOffset="86205.0627">18538 9344 0,'0'0'16,"-40"0"-16,-40 0 15,40 40-15,0 0 16,40 201 15,80-1-15,0 1-1,81-81 17,-81-160-17,-80-40-15</inkml:trace>
  <inkml:trace contextRef="#ctx0" brushRef="#br0" timeOffset="86645.0374">18940 9504 0,'-40'40'0,"40"1"16,40-41-1,0 0-15,0 40 16,0-40-16,0 0 0,0 0 0,0 0 15,1 0-15,-1 0 16,0 0-16,-40-40 0,40 40 0,0-41 0,0 41 16,-40-40-1,40 40-15,-40-40 0,0 80 32,0 0-17,0 1-15,-40-1 0,0 0 16,40 0-16,0 0 0,-40 0 0,40 0 15,-40-40-15,0 40 0,40 0 0,-40 1 0,-1-41 16,1 40-16,0 0 16,0-40-16,40 40 0,-40-40 0,0 40 0,0 0 15,80-40 32,0 0-47,0 0 0,0 0 0,0 0 16,0 0-16,1 0 0,-1 0 0,0 0 0,0 0 15,0 0-15,0 0 16,0-40-16,0 40 0,1 0 31,-1-40-31,-40 0 0</inkml:trace>
  <inkml:trace contextRef="#ctx0" brushRef="#br0" timeOffset="86905.0221">20023 9504 0,'0'0'15,"-40"0"-15,40 40 16,40 1 0,0-1-1,0 120 1,-40 81-1,-160 39 1,-121-79 15,161-161-31</inkml:trace>
  <inkml:trace contextRef="#ctx0" brushRef="#br0" timeOffset="87804.9702">21106 9946 0,'0'0'0,"0"40"16,-40-40-16,80 0 46,-40-40-46,41 40 0,-1 0 0,0 0 16,0 0-16,40 0 0,-40 0 16,0 0-16,41 0 0,-1 0 0,-40 0 0,40 0 15,-40 0-15,41 0 16,-41 0-16,40 0 0,-40 0 0,0 0 0,1 0 16,-1 0-16,0 0 0,0 0 15,0 0-15</inkml:trace>
  <inkml:trace contextRef="#ctx0" brushRef="#br0" timeOffset="88104.954">21789 9665 0,'0'0'0,"-81"0"31,81-40-15,-40 80 0,-40 80 15,40 81-15,0-1-1,120 1 1,80-121-1</inkml:trace>
  <inkml:trace contextRef="#ctx0" brushRef="#br0" timeOffset="88784.9157">23634 9625 0,'0'0'0,"-40"-40"0,0 40 31,0 0-31,0 0 16,-80 0-1,-41 0 1,-40 0 15,81 0-15,80 0 0,80 0 15,0 0-16,0 0 1,-40 40 0,0 120 15,0-40-15,0 1-1,40-41 1,81-40 15,-81-40-31,40 0 16,0 0-1,-39 80 17,-41 81-17,-81-41 1,-119-80-1,39-40 17,81-80-17,80 40-15</inkml:trace>
  <inkml:trace contextRef="#ctx0" brushRef="#br0" timeOffset="89344.8812">24156 9865 0,'-40'0'15,"80"0"-15,-120 0 0,80-40 0,40 40 31,40 0-15,161 80 0,-81-80 15,-39 0-15,-81 0-1,-80 0 16,0 41-15,-81 119 0,1 0-1,0-39 17,-1-41-17,81-40 1,80-80-1,81 0 17,-1 0-17,0 40 1,81 40 15,-41-40-15,-79 0-16</inkml:trace>
  <inkml:trace contextRef="#ctx0" brushRef="#br0" timeOffset="89584.8679">25159 9705 0,'0'0'16,"40"0"15,0 0-15,41 0-16,-1 0 16,40 0-1,-39 0 1</inkml:trace>
  <inkml:trace contextRef="#ctx0" brushRef="#br0" timeOffset="89804.8545">25721 9304 0,'0'0'15,"-40"0"-15,40 40 16,0 0-16,0 40 15,-40 81 17,40 39-17,0-39 1,0-121-16</inkml:trace>
  <inkml:trace contextRef="#ctx0" brushRef="#br0" timeOffset="90204.8306">26363 9585 0,'-40'0'15,"80"0"-15,-40 40 16,120 80 15,81 81-15,-40-1-1,-41-120 17,-80-40-17</inkml:trace>
  <inkml:trace contextRef="#ctx0" brushRef="#br0" timeOffset="90464.7603">26885 9785 0,'0'0'15,"-40"-40"1,40 80 15,-41 0-31,-39 121 31,-40 39-15,-1 1 0,41-81-1,80-40 1</inkml:trace>
  <inkml:trace contextRef="#ctx0" brushRef="#br0" timeOffset="90784.7961">27687 9705 0,'0'0'16,"-80"40"-1,0 80 17,40 81-17,40 39 1,80-39-1,0-121 17,40-40-17,-39-80-15</inkml:trace>
  <inkml:trace contextRef="#ctx0" brushRef="#br0" timeOffset="91224.7713">28008 10026 0,'0'40'31,"0"-80"-31,40 80 16,0-40-16,121 0 16,-1-80-1,-79 40 16,-41-1-15,-40 82 0,-80 79 15,-41 40-15,-39 1-1,79-81 1,81-40 15,81-40-15,79 0-1,-39 0 17,-41 0-17,40-40 1,-80-40-1</inkml:trace>
  <inkml:trace contextRef="#ctx0" brushRef="#br0" timeOffset="91474.6836">29453 9825 0,'-40'0'0,"80"0"0,-80 40 31,40 41-31,40-81 0,-40 40 16,0 40-16,0-40 16,0 0-16,0 0 0,0 0 0,0 0 0,0 41 15,-40-41-15,40 0 0,-81 0 0,41 0 0,0 0 16,0 40-16,0-80 0,-40 40 15,40 1-15,-41-1 0</inkml:trace>
  <inkml:trace contextRef="#ctx0" brushRef="#br0" timeOffset="92914.6167">2327 10948 0,'0'40'63,"40"0"-47,1 0-1,-1 1-15,0-41 0,-40 40 16,40-40-16,0 40 0,-40 0 0,40-40 0,0 40 15,-40 0-15,40 0 16,-40 0-16,41-40 0,-41 40 0,40 1 0,-40-1 16,40-40-16,-40 40 0,0 0 15,40-40-15,-40 40 0,40-40 0,-40 40 16</inkml:trace>
  <inkml:trace contextRef="#ctx0" brushRef="#br0" timeOffset="93364.6075">3170 10988 0,'0'-40'47,"0"80"16,0 0-63,-40-40 0,40 40 15,-40-40-15,40 41 16,0-1-1,-40 0-15,40 0 0,0 0 0,-41 0 0,41 0 16,-40 0-16,40 0 0,0 41 16,-40-41-16,40 0 0,0 0 0,-40 0 0,40 0 15,0 0-15,-40 0 16,40 0-16,0 41 0,-40-81 0,40 40 0,0 0 16,0 0-16,-40 0 0,40 0 15,0 0-15,-40 0 0,40 1 16,0-1-16,40-80 31</inkml:trace>
  <inkml:trace contextRef="#ctx0" brushRef="#br0" timeOffset="93774.6235">3852 10828 0,'-40'0'15,"0"40"1,40 40-16,-40-40 16,-40 121-1,39 39 17,1-39-32,40 79 15,40-79 16,81-121-15,-1-40 0,-80-40-16</inkml:trace>
  <inkml:trace contextRef="#ctx0" brushRef="#br0" timeOffset="94344.5897">4294 11229 0,'0'40'15,"0"-80"-15,40 80 32,0-40-17,0 0-15,0 0 0,0 0 16,0 0-16,0 0 15,1 0-15,-1 0 0,0 0 16,0 0 0,-40-40-16,40 40 31,-80 0 0,40 40-15,-40 0-16,0 0 0,0 0 15,-1 0 1,1 1-16,0-1 0,0-40 0,40 40 16,-40-40-16,0 40 15,0 0-15,0 0 0,-1-40 16,41 40 0,-40-40-16,80 0 46,1 0-30,-1 0 0,0 0-16,0 0 0,-40 40 0,40-40 15,0 0-15,0 0 16,0 0-16,1 0 0,-1 0 0,0 0 16,0-40-16,0 40 0,0 0 15,-40-40-15,40 40 0,0 0 16,-40-40-16,41 40 0</inkml:trace>
  <inkml:trace contextRef="#ctx0" brushRef="#br0" timeOffset="94714.5119">5377 10868 0,'0'0'0,"0"40"31,0 0-31,40 0 16,0 0-16,81 81 31,-41 119-15,-40-200-16,-40 161 15,-40-41 1,0-79 0,-81-1-16,-79 40 15,119-80-15</inkml:trace>
  <inkml:trace contextRef="#ctx0" brushRef="#br0" timeOffset="95214.4834">7383 10988 0,'-40'0'31,"80"0"-31,-120 0 0,-40 0 16,79 40-16,-39 0 15,40 81 1,0 119-1,40-159 1,0 199 0,40-79-1,80 40 1,1-41 0,39-200-1,-79-40 1</inkml:trace>
  <inkml:trace contextRef="#ctx0" brushRef="#br0" timeOffset="95484.5231">7985 11429 0,'-80'0'15,"160"0"-15,-200 0 16,120 41 15,0 39-31,0-40 0,0 0 16,0 0-16,0 0 16,0 0-16,0 0 0,0 0 0,0 1 0,0-1 15,0 0-15,0 0 0,0 0 0,0 0 0,0 0 16,0 0-16,0 0 0,0 1 15,0-1-15</inkml:trace>
  <inkml:trace contextRef="#ctx0" brushRef="#br0" timeOffset="95814.4481">8467 11710 0,'0'0'0,"-40"0"16,80 0 0,-40 40-1,80-40-15,161 0 31,-161 40-31,161 0 32,-81-40-17,-80 0 1,1 0 0,-81-40-16</inkml:trace>
  <inkml:trace contextRef="#ctx0" brushRef="#br0" timeOffset="96524.3878">10433 11229 0,'-40'0'0,"80"0"0,-120 80 31,80-40-31,-41-40 0,-39 121 32,-40 79-17,80-80 1,40 81 0,0-121-1,120 121 1,0-121-1,81-80 1,-121-40 0,-80 0-1,40-81 1,-160 1 0,0 80-1,-41 40 1,81 120-1,80-80 1,0 0 0,80 1-1</inkml:trace>
  <inkml:trace contextRef="#ctx0" brushRef="#br0" timeOffset="97074.4307">11035 11790 0,'-40'40'32,"80"-80"-32,-40 80 0,120-40 15,41 0 16,-41 0-15,-80-40 0,0 40 15,-40 40 0,-40 1-31,40-1 16,-40-40-16,40 40 0,-40-40 15,40 40-15,-40-40 16,40 40-16,-40-40 0,40 40 0,0 0 0,-40-40 16,40 40-16,-41 0 0,1 1 15,40-1-15,0 0 0,-40-40 0,40 40 16,0 0 0,0 0-16,40-40 31,0-40-31,1 40 15,-41-40-15,40 40 0,0 0 0,0 0 16,0-40 0,0 40-16,0 0 0,0 0 15,1 0-15,-1 0 16,0 0-16,0 0 0,0 0 16,0 0-1,0 0-15,-40-40 16</inkml:trace>
  <inkml:trace contextRef="#ctx0" brushRef="#br0" timeOffset="97314.3607">12198 11710 0,'-40'40'0,"80"-40"32,1 0-32,-1-40 15,0 40 1,0 0-16,0 0 16,0 40-1</inkml:trace>
  <inkml:trace contextRef="#ctx0" brushRef="#br0" timeOffset="97604.4004">12840 11269 0,'0'0'15,"41"0"17,-41 40-32,0 0 15,0 0 1,0 0-16,0 1 0,0-1 16,0 0-16,0 0 15,0 0-15,0 0 0,0 0 0,0 0 16,40 0-16,-40 0 0,0 1 0,0-1 0,0 0 15,0 0 1</inkml:trace>
  <inkml:trace contextRef="#ctx0" brushRef="#br0" timeOffset="97904.3431">13362 11389 0,'0'0'15,"0"40"17,40 1-32,-40-1 0,0 0 0,40 0 15,-40 40-15,40-40 16,-40 0-16,0 0 0,0 0 0,0 41 0,0-41 15,0 40-15,0-40 16,0 40-16,0-40 0,-40 41 0,40-41 0,-80 0 16,80 40-16,-40-40 0,0 0 15,0 0-15,0 0 0,-1 1 0,1-41 0,0 0 16,0 0-16</inkml:trace>
  <inkml:trace contextRef="#ctx0" brushRef="#br0" timeOffset="98864.2521">14887 12111 0,'0'40'0,"40"-40"47,-40-40-47,40 40 0,40 0 16,-39 0-16,-1 0 0,40 0 0,-40 0 0,0 0 15,40 0-15,-39 0 0,-1 0 16,0 0-16,0 0 0,0 0 0,0 0 15,0 0 1,0 0-16</inkml:trace>
  <inkml:trace contextRef="#ctx0" brushRef="#br0" timeOffset="99094.2735">15328 12312 0,'-80'40'0,"160"-80"0,-200 120 32,120-40-32,80-40 15,-40 0 1,201 0 0,80-80-1,-201 80 1,-79 0-16,159-40 0</inkml:trace>
  <inkml:trace contextRef="#ctx0" brushRef="#br0" timeOffset="100174.2513">17174 11871 0,'0'40'78,"40"0"-78,0 0 15,-40 0-15,40 0 16,1 0-16,-1 0 0,0 0 0,-40 1 0,40-1 16,0 0-16,0 0 15,40 0-15,-39 0 0,-1 0 0,0 0 0,0-40 16,-40 40-16,40-40 0,0 0 16,-40 40-16,40-40 0</inkml:trace>
  <inkml:trace contextRef="#ctx0" brushRef="#br0" timeOffset="100494.1915">17856 11991 0,'0'-40'15,"0"80"-15,0-120 16,-40 120 15,40 0-31,-40 0 16,0 0-16,0 0 16,0 0-16,-1 0 0,1 1 0,0-1 15,0 0-15,0 0 0,0 0 0,0 0 0,0 0 16,-1 0-16,41 0 15,0 0-15,0 1 16</inkml:trace>
  <inkml:trace contextRef="#ctx0" brushRef="#br0" timeOffset="100944.2064">18659 11710 0,'-40'0'15,"40"40"1,-121-40 0,121 40-16,-120 41 15,80-41-15,0 0 0,40 0 16,-81 160-1,81-79 1,0-81-16,0 160 16,41-200-16,-41 40 0,80 41 15,-40-81-15,0 40 16,0-40-16,81 0 16,-81-40-16</inkml:trace>
  <inkml:trace contextRef="#ctx0" brushRef="#br0" timeOffset="101454.1781">19020 12071 0,'0'40'16,"40"-40"15,40 0-31,-40 0 15,1 0-15,-1 0 0,0 0 16,0 0-16,0 0 0,0 0 0,0 0 0,0 0 16,1 0-1,-1 0-15,0 0 16,0-40 0,-80 80 15,0 0-16,0 0-15,-41 1 0,81-1 16,-40-40-16,40 40 0,-40-40 16,40 40-16,-40-40 0,0 40 0,0-40 0,40 40 15,-40-40-15,-1 40 16,1-40-16,0 40 0,0 0 0,0-40 16,0 40-16,0 1 0,40-1 15,40-40 1,0 0-1,0 0 1,0 0-16,0 0 0,0 0 0,1 0 0,-1-40 16,0 40-16,0 0 15,0 0-15,0 0 0,0 0 0,0 0 0,1 0 16,-1 0-16,0 0 16,0 0-16,0 0 0,0 0 15,0 0-15,0 0 0,1 0 16</inkml:trace>
  <inkml:trace contextRef="#ctx0" brushRef="#br0" timeOffset="101774.1594">20264 11911 0,'0'40'15,"0"0"-15,0 0 16,0 0 0,0 0-16,80 81 15,-80-41-15,0 80 31,0-120-31,0 40 0,0 1 0,-160 79 32,-1-40-17,41-79-15</inkml:trace>
  <inkml:trace contextRef="#ctx0" brushRef="#br0" timeOffset="102214.0596">21147 11790 0,'0'-40'16,"0"80"-16,-41-80 0,1 40 15,0 40 1,0 0-1,40 1-15,-40 39 16,40-40-16,-40 160 16,40 81-1,80-40 17,-40-161-32,0-40 0,81 80 15,-81-120-15,0 0 0,40 0 16</inkml:trace>
  <inkml:trace contextRef="#ctx0" brushRef="#br0" timeOffset="102754.1034">21708 12031 0,'0'0'16,"-40"-80"-1,40 0 17,40 80-32,0-41 0,1 41 0,39 0 15,80 0 16,-119 41-31,-1 79 32,-40-80-32,-40 80 15,40-80-15,-41 1 0,41-1 16,-80 40 0,80 0-1,-40-80 1,80 0-16,81-40 31,-1 40-15,-80 0-16,0 80 15,-40 40 17,-40-79-32,-80 39 15,80-40-15,-121 40 31,121-40-31,0-40 0,-41 40 16,41-40-16,0 0 16,0 0-16,40-80 0</inkml:trace>
  <inkml:trace contextRef="#ctx0" brushRef="#br0" timeOffset="103164.0206">22832 12432 0,'0'0'0,"0"-40"16,40 0 15,0 40-31,81-40 16,-81 40-16,120 0 31,-120 0-31,0 0 0,41 0 0,119 40 31,-39 40-15,-81-80-1,-40 0-15</inkml:trace>
  <inkml:trace contextRef="#ctx0" brushRef="#br0" timeOffset="103413.9899">23474 12071 0,'-40'0'16,"80"0"-16,-80 40 47,0 0-32,40 0-15,0 1 16,0 39-16,0-40 0,-40 0 0,40 0 0,0 0 16,0 40-16,0-40 0,-41-40 15,41 81-15,0-41 0,0 0 0,0 0 16,0 0 0</inkml:trace>
  <inkml:trace contextRef="#ctx0" brushRef="#br0" timeOffset="104163.9437">24758 11951 0,'-40'0'31,"0"0"-15,0 0-16,-1 0 16,1 0-1,0 0-15,0 0 0,0 0 16,0 0-1,0 0-15,0 0 0,-1 0 16,1 0-16,0 0 16,0 0-1,80 0 48,-40 40-48,0 0 1,0 0-16,0 0 0,40 0 16,-40 0-16,0 1 15,0-1-15,0 0 0,0 0 16,0 0-16,0 0 16,0 0-16,40 0 15,1-40 1,-1 0-1,0 0-15,0 0 0,0 0 16,0 0 0,0 0-16,-40 40 31,40-40-31,-40 40 0,0 1 16,-40-41-16,40 40 0,-40-40 15,40 40-15,-40-40 16,0 40-16,0 0 0,0-40 0,40 40 0,-40-40 15,-1 40-15,1-40 0,0 40 16,0 0-16,0-40 0,0 41 16,0-41-1,40-41 1</inkml:trace>
  <inkml:trace contextRef="#ctx0" brushRef="#br0" timeOffset="104723.9864">24959 12232 0,'-41'0'16,"82"0"-16,-1-41 31,0 41-31,0 0 0,0 0 0,0 0 16,0 0-16,0-40 0,1 40 15,-1 0-15,0 0 0,0 0 0,0 0 16,0 0 0,0 0-16,1 0 0,-1 0 15,-40-40-15,-40 80 31,-1 0-15,1 1 0,0-1-16,0 0 0,40 0 15,-40-40-15,0 40 0,40 0 16,-40-40-16,-1 40 0,41 0 0,-40 0 0,0 0 16,40 1-16,-40-1 0,40 0 0,0 0 15,-40 0-15,40 0 16,40-40-1,0 0 1,0-40-16,0 40 16,1-40-1,-1 40-15,-40-40 0,40 40 0,0 0 16,-40-40-16,40 40 0,0 0 16,0 0-16,1 0 0,-1 0 15,0 0-15,0 0 16,0 0-1,-40-40-15,40 40 0</inkml:trace>
  <inkml:trace contextRef="#ctx0" brushRef="#br0" timeOffset="104973.9197">26122 12151 0,'-40'0'16,"40"-40"-1,40 40-15,0 0 16,-40-40 0,41 40-16,-1 0 15,0 0-15,0 0 0,0 0 16,0 0-1,0 0-15</inkml:trace>
  <inkml:trace contextRef="#ctx0" brushRef="#br0" timeOffset="105253.9558">26644 11670 0,'-40'0'16,"40"-40"0,0 120 15,0 0-15,0-40-16,0 1 0,0-1 15,0 0-15,0 0 0,0 0 0,0 0 0,0 40 16,0-40-1,0 1-15,0-1 0,0 0 0,0 0 16</inkml:trace>
  <inkml:trace contextRef="#ctx0" brushRef="#br0" timeOffset="105593.9359">27326 11550 0,'0'80'15,"0"-40"-15,0 0 32,0 0-32,40 161 15,-40-161-15,0 0 0,0 161 16,0-161-16,0 80 16,-40-80-16,-161 161 15,81-81 1,40-80-16,-161 80 0</inkml:trace>
  <inkml:trace contextRef="#ctx0" brushRef="#br0" timeOffset="107223.7846">5457 13756 0,'0'40'0,"-40"-40"47,80 40 0,-40 0-32,0 0-15,40 0 0,0 0 16,-40 0-16,41-40 16,-1 40-16,0 0 0,0 1 0,0-41 0,0 40 15,0 0-15,0-40 0,1 40 0,-1 0 31</inkml:trace>
  <inkml:trace contextRef="#ctx0" brushRef="#br0" timeOffset="107663.7424">6179 13796 0,'0'40'110,"-40"-40"-110,40 40 0,0 0 15,-40 0-15,0 0 16,40 0-16,-40 0 0,40 0 0,0 1 16,0-1-16,-40 0 0,0 0 0,40 40 0,0-40 15,-40 0-15,40 0 16,0 1-16,-41-1 0,41 0 0,0 0 15,0 0-15,-40-40 16,40 40-16,0 0 0,-40-40 0,40 40 16,0 0-1,-40-40-15,40 40 16</inkml:trace>
  <inkml:trace contextRef="#ctx0" brushRef="#br0" timeOffset="108083.7195">6621 13876 0,'-40'0'47,"40"40"-32,-40 0-15,40 0 0,-41 0 16,41 0-16,-40 0 15,40 1-15,0-1 0,-40 0 0,40 0 16,0 0-16,0 0 16,0 0-16,0 0 0,0 0 0,0 1 15,40-1-15,0 0 16,1 0-16,-1-40 0,-40 40 16,40-40-16,0 0 0,0 0 0,0 0 15,0 0 1,0-40-16</inkml:trace>
  <inkml:trace contextRef="#ctx0" brushRef="#br0" timeOffset="108683.6805">7062 14036 0,'0'0'0,"-40"0"16,40-40 15,40 40-15,0 0-16,121 40 16,-41 40 15,1-80-16,-81 0 1,40-40 0,-40 40-1,-80 0 1,0 40 0,-40 41-1,-41-1 16,81-40-31,0-40 0,-40 80 32,80-40-32,-40-40 0,40 40 0,-81 41 31,41-41-15,40-80 15,40 40-31,0 0 15,1 0-15,-1 0 16,0 0-16,0 0 0,0 0 16,0 0-16,0 0 15,1 0-15,-1 0 0,0 0 0,0 0 0,0 0 16,0 0-16,-40-40 0,40 40 0,0 0 16,-40-41-16,41 41 0</inkml:trace>
  <inkml:trace contextRef="#ctx0" brushRef="#br0" timeOffset="108993.7387">8065 13916 0,'0'-40'16,"-40"40"-16,40 40 31,0 40-15,40 0-1,1-40-15,-41 41 16,40-1-16,-40 80 16,-40 81-1,-161-81 16,81-120-31,79 1 0,-79-41 0</inkml:trace>
  <inkml:trace contextRef="#ctx0" brushRef="#br0" timeOffset="109603.6635">4895 15280 0,'0'0'16,"41"0"15,-1 0-31,0 0 16,0 0-16,0 0 15,0 0 1,0 0-16,0 0 0,1 0 0,39 0 16,-40 0-16,40 0 0,-40 0 15,41 0-15,-1 0 0,0 0 0,0 0 0,1 0 16,-1 40-16,0-40 0,40 0 0,-39 0 0,-1 0 16,0 0-16,41 0 15,-41 0-15,0 0 0,0 0 0,41 0 0,-41 0 16,40 0-16,-39 0 0,39 0 15,-40 0-15,41 0 0,-41 40 0,40-40 0,-39 0 16,-1 40-16,0-40 16,0 40-16,-40-40 0,41 0 0,-41 0 0,0 40 15,0-40-15,0 0 16,-40-40 31,-40 40-47,0 0 0,40-40 15,-40 40-15,40-40 16</inkml:trace>
  <inkml:trace contextRef="#ctx0" brushRef="#br0" timeOffset="110093.674">5618 15921 0,'0'40'31,"40"-40"-15,0 0-1,-40 40-15,80-40 0,-80 41 16,40-41-16,0 40 16,1 0-16,-1 0 0,0 0 0,0 0 15,0 0-15,0 0 0,0 0 16,0 0-16,1 1 0,-1-1 0,0-40 0,0 40 16,0 0-16,0-40 0,-40 40 0,40-40 0,0 40 15</inkml:trace>
  <inkml:trace contextRef="#ctx0" brushRef="#br0" timeOffset="110433.6545">6500 16001 0,'0'-40'16,"0"0"0,-40 40-16,0 0 31,0 40-15,0 0-16,0-40 15,40 41-15,-40-1 0,0 0 16,-1-40-16,1 40 0,0 0 0,0 0 0,0 40 15,0-40-15,0 0 16,40 1-16,-40-1 0,-1-40 0,41 40 0,-40 0 16,0-40-16,40 40 0,-40-40 15,40 40-15,-40-40 0,40 40 0,-40-40 0,40 40 16,-40-40-16,0 40 16</inkml:trace>
  <inkml:trace contextRef="#ctx0" brushRef="#br0" timeOffset="110853.63">7062 15921 0,'-40'0'16,"0"0"0,0 0-1,-81 80 1,41 41-1,80-41 1,-40 80 0,40-120-16,0 121 31,0-121-31,40 0 0,0 40 16,-40-40-16,121 1 15,-81-41-15,0 0 0,0 0 16,0 0-16,-40-41 0,40 1 0</inkml:trace>
  <inkml:trace contextRef="#ctx0" brushRef="#br0" timeOffset="111443.5237">7343 16242 0,'0'40'15,"0"-80"-15,40 80 32,0-40-32,1 0 15,-1 0-15,0 0 16,0-40-16,80 40 16,-80 0-1,1 0 1,-41 40 31,0 0-32,-41-40-15,41 40 16,-40-40-16,40 40 0,-40-40 16,40 41-16,-40-41 15,0 40-15,40 0 0,-40-40 16,0 0-1,40 40-15,-40-40 0,40 40 0,-41-40 0,1 40 16,40 0-16,-40-40 16,40 40-16,-40-40 0,40 40 0,-40-40 15,40 41 1,40-82 15,0 41-15,-40-40-16,40 40 0,0 0 15,1 0 1,-1-40-16,0 40 0,0 0 0,0 0 16,0 0-1,0 0-15,0 0 0,1 0 16,-1 0-16,0 0 0,0 0 16,0 0-1,0 0-15,0 0 0</inkml:trace>
  <inkml:trace contextRef="#ctx0" brushRef="#br0" timeOffset="111773.5796">8186 16082 0,'0'0'16,"0"40"-1,40-40 1,40 80 0,-40-40-16,0 40 15,-40-40-15,81 121 16,-81 39-1,-121-39 17,-39-41-17,120-120-15</inkml:trace>
  <inkml:trace contextRef="#ctx0" brushRef="#br0" timeOffset="115003.3141">7825 12953 0,'40'0'0,"0"0"16,0 0-16,0 0 16,0 0-16,0 0 0,1 0 0</inkml:trace>
  <inkml:trace contextRef="#ctx0" brushRef="#br0" timeOffset="117763.1535">10433 14718 0,'0'40'31,"-80"-40"0,80-40 16,80 40-47,-40-40 0,40 40 0,-40 0 16,0 0-16,1-40 0,39 40 15,-40 0-15,0 0 0,40 0 0,-39 0 0,-1 0 16,0 0-16,0 0 16,0 40-16,0-40 0,0 0 0,-40 40 15</inkml:trace>
  <inkml:trace contextRef="#ctx0" brushRef="#br0" timeOffset="117993.2147">10674 14999 0,'0'0'16,"-41"40"-16,1 0 15,0-40-15,80 0 16,0 0 0,1 0-1,280 40 1,40 0-1,-321-40-15</inkml:trace>
  <inkml:trace contextRef="#ctx0" brushRef="#br0" timeOffset="133652.2293">12479 13996 0,'0'0'0,"-40"0"16,80 0 15,0 0-31,1 0 16,-41-40-16,40 40 62,0 0-46,40-40 0,-40 40-16,0 0 0,0 0 0,1 0 15,-1-40-15,0 0 0,0 40 0,0 0 16,0 0 0,0 0-16,0 0 15,-40 40 1,0 0-16,41-40 0,-41 40 0,0 0 15,0 0 1,0 0-16,0 0 0,-41-40 0,41 41 16,-40-1-16,40 0 0,-40-40 0,0 40 0,0 0 15,0 0 1,0 0-16,0-40 0,80 0 62,0 0-62,40 0 0,-40 0 16,0 0 0,0 0-16,-40 40 15,41-40-15,-41 40 0,0 1 0,0-1 16,0 0 0,0 0-16,-41 0 0,41 0 0,-40 0 15,0 0-15,0 0 16,0 0-16,0 1 0,0-41 0,0 40 0,-1-40 15,1 40 1,0-40-16,0 0 0,0 0 16,0-40-16,0 0 0,40-1 15,0 1-15,0 0 0</inkml:trace>
  <inkml:trace contextRef="#ctx0" brushRef="#br0" timeOffset="134002.2862">13884 14598 0,'-40'0'0,"80"0"0,-121 0 16,162 0 15,-41 0-15,0 0-16,0 40 15,0-40-15,0 0 0,0 0 0,1 0 16,-1 0-1,0 0-15,0 0 0,0 0 0,0 0 0,0 0 16,0 0-16,1 0 0,-1 0 16,-40-40-16</inkml:trace>
  <inkml:trace contextRef="#ctx0" brushRef="#br0" timeOffset="134352.2651">14205 14357 0,'0'-40'16,"0"80"46,0 0-62,0 0 0,0 0 0,0 1 16,0-1-16,0 0 16,0 0-16,0 0 0,-40 0 0,40 0 0,0 0 15,0 0-15,-41 0 16,41 1-16,0-1 0,0 0 15</inkml:trace>
  <inkml:trace contextRef="#ctx0" brushRef="#br0" timeOffset="135192.2172">15689 14076 0,'41'0'16,"-82"0"46,1 0-62,0 0 16,0 0 0,0 0-16,0 0 0,0 0 0,0 0 15,-1 0-15,1 0 0,0 0 0,0 0 16,0 0 0,40 40 62,0 1-63,40-41 1,-40 40-16,0 0 0,40 0 0,-40 0 16,0 0-16,0 0 15,0 0-15,0 0 0,0 1 0,0-1 16,0 0-1,-40-40-15,40 40 0,40-40 32,0 0-32,0 0 15,1 0-15,-1-40 0,0 40 0,0 0 16,0 0 0,0 0-16,0 0 15,-40 40 1,0 0-16,0 0 0,0 0 15,-40-40 1,40 40-16,-40 0 0,40 0 0,-40-40 16,0 41-16,0-41 0,40 40 0,-40-40 0,-1 40 15,1-40-15,40 40 0,-40-40 16,0 0-16,40 40 0,-40-40 0,0 0 0,0 0 31,40-40-31</inkml:trace>
  <inkml:trace contextRef="#ctx0" brushRef="#br0" timeOffset="135932.1713">16372 14397 0,'-41'0'0,"82"0"47,-1-40-31,0 40 0,0 0-16,0 0 0,0 0 0,0 0 0,0 0 15,1 0-15,-1-40 0,0 40 16,0 0-16,0 0 0,0 0 0,0-40 0,0 40 15,1 0 1,-82 0 31,1 40-47,0 0 16,0-40-1,40 40-15,-40 0 0,0 0 16,40 1-16,-40-41 15,40 40-15,-40 0 0,-1 0 0,1 0 16,0-40 0,40 40-16,-40 0 0,0 0 0,40 0 15,-40-40-15,80 0 32,0-40-17,40 40 1,-40 0-16,-40-40 0,41 40 0,-1 0 15,0 0-15,0 0 16,0 0-16,0 0 16,0 0-16,0 0 0,1 0 15,-1 0 1,0 0-16,0 0 16,0 0-1</inkml:trace>
  <inkml:trace contextRef="#ctx0" brushRef="#br0" timeOffset="136222.0986">17535 14317 0,'0'0'16,"40"0"15,0 0-31,41-40 16,-1 40-1,-40 0-15,121 0 16,-121 0-16,0 0 0,0 0 15</inkml:trace>
  <inkml:trace contextRef="#ctx0" brushRef="#br0" timeOffset="136462.0653">18298 13996 0,'0'0'15,"-40"0"1,40 40 0,0 40-1,0 81 1,0-81 0,0-40-16,0 81 15,0-81-15,-41 0 0,41 0 16</inkml:trace>
  <inkml:trace contextRef="#ctx0" brushRef="#br0" timeOffset="137322.0743">13161 15801 0,'-40'0'15,"80"0"-15,-160 40 16,80-40-16,0 0 31,80 0 32,0 0-48,0 0-15,0 0 0,0 0 16,1 0 0,-1 0-16,40 0 0,-40 0 0,0 0 15,40 0-15,-39 0 0,39 0 16,0 0-16,0 0 0,1 0 0,-1 0 0,40 0 15,1 0-15,-1 0 16,0 0-16,1 0 0,39 0 0,1 0 0,-1 0 16,41 0-16,-41 0 0,41 0 0,-40 0 0,39 0 15,1 0-15,-41 0 0,1 0 16,39 0-16,-39 0 0,40 0 0,-41 0 0,1 0 16,-41 0-16,40 0 15,-39 0-15,-1 0 0,-40-40 0,41 40 0,-41 0 16,-40 0-16,41 0 0,-41 0 15,0 0-15,0 0 0,-40-40 0,40 40 0,-80 0 63,0 0-47,0 0-16,0 0 0,-1-40 15</inkml:trace>
  <inkml:trace contextRef="#ctx0" brushRef="#br0" timeOffset="137872.0589">13844 16563 0,'0'-40'32,"0"120"-1,0-40-15,0 0-16,0 0 0,0 41 0,0-41 15,0 40-15,0-40 16,-41 0-16,41 40 0,0-40 0,0 0 0,0 1 15,0-1-15,0 0 0,0 0 16,0 0-16,0 0 0,0 0 16</inkml:trace>
  <inkml:trace contextRef="#ctx0" brushRef="#br0" timeOffset="138131.9722">14325 17124 0,'0'-40'0,"40"40"32,-40-40-32,40 40 15,41 0-15,-41 0 16,40 0-16,-40 0 0,40-40 0,-39 40 0,-1 0 15,40 0-15,-40 0 16,40 0-16,-40 0 0,1 0 0,-1 0 0,0 0 16,0 0-16,0 0 0,0 0 0</inkml:trace>
  <inkml:trace contextRef="#ctx0" brushRef="#br0" timeOffset="138661.9375">16492 16563 0,'0'-40'0,"0"0"15,-40 40 48,0 0-63,0 0 0,-1 40 16,1 0-16,0-40 15,40 40-15,-40 0 0,0 0 0,40 0 0,0 0 16,-40 41-16,40-41 15,0 0-15,0 0 0,0 0 0,0 40 0,0-40 16,40 0-16,0 1 16,-40-1-16,40-40 0,0 40 0,0-40 0,1 0 15,-1 0-15,0 0 0,0 0 0,0 0 0,0 0 16,0-40-16,0 40 16,-40-40-16,41 40 0,-1 0 0,-40-41 15,0 1-15,-81 40 16,41 0-16,0 0 0,0 0 15,0 0-15,0 0 16,-40 0-16,39 40 0,1-40 0,0 41 16,0-41-16,0 40 0,120-40 31</inkml:trace>
  <inkml:trace contextRef="#ctx0" brushRef="#br0" timeOffset="139251.979">17335 16924 0,'0'0'16,"0"-40"-1,80 40 1,80-40 0,81 40-1,-121 0 1,-79 0 0,-1 0-16,0 0 15,-80 0 16,0 0-31,-41 40 16,41 0 0,0-40-16,40 40 0,-80 80 15,40-80-15,0 41 32,-1-81-32,1 80 0,0-40 0,-40 0 31,40 40-16,0-80 1,80 0 0,-40-40-1,120 0 1,-40 40 0,41 0-1,-81-40 1,0 40-16,40 0 15,-40 0-15,1 0 0,39 0 32,-40-40-32,40 40 0,-40 0 0</inkml:trace>
  <inkml:trace contextRef="#ctx0" brushRef="#br0" timeOffset="139541.962">18498 16763 0,'40'0'31,"-40"-40"-31,41 40 16,-1 0 0,120 0-1,-120 0-15,0 0 0,81 0 16</inkml:trace>
  <inkml:trace contextRef="#ctx0" brushRef="#br0" timeOffset="139811.8707">19582 16322 0,'0'0'0,"-40"0"31,40 40-31,0 0 16,0 41 0,0 119-1,0 41 17,0-161-32</inkml:trace>
  <inkml:trace contextRef="#ctx0" brushRef="#br0" timeOffset="141711.7606">4093 14598 0,'-40'0'15,"40"-40"1,-40 40 62,80 0 0,0 0-62,0 0-16,0 0 0,0 0 0,0 0 0,41 0 16,-41 0-16,0 0 15,40 0-15,-40 0 0,0 0 0,1 0 0,-1 0 16,0 0-16,0 0 0,0 0 15</inkml:trace>
  <inkml:trace contextRef="#ctx0" brushRef="#br0" timeOffset="141961.7531">3932 15159 0,'-40'0'15,"80"0"-15,-160 40 16,80-40-16,0 0 16,80 0-1,80 0 1,1 0 0,-81 0-16,201 0 15,-201 0-15,0 0 0,80 0 16</inkml:trace>
  <inkml:trace contextRef="#ctx0" brushRef="#br0" timeOffset="142711.706">1043 14357 0,'0'0'0,"0"40"94,0 0-94,0 0 0,-40 1 0,40-1 16,0 0-16,0 0 0,0 40 0,-40-40 0,40 40 15,0-40-15,0 41 0,0-1 16,0-40-16,-40 40 0,40-40 0,0 41 0,0-41 16,-40 0-16,40 0 15,0 0-15,0 0 0,0 0 16</inkml:trace>
  <inkml:trace contextRef="#ctx0" brushRef="#br0" timeOffset="143231.6733">1083 15039 0,'-40'0'0,"40"-40"31,0 0-31,40 40 0,41 0 16,-41 0-16,0-40 0,0 40 0,0 0 15,0 0-15,0 0 16,1 0-16,-1 0 0,0 0 0,0 0 0,0 0 16,0-41-16,0 41 0,0 0 15,1 0-15,-1 0 0,0-40 0,0 40 0,0 0 16,0-40-1,0 0-15,-40 0 16,0 0-16,0 0 16,-40 40-16,40-40 15,0 0-15,-40 0 16,40-1 0,-40 41-16,40-40 15,-40 40 1,40 40 31,0 1-47,0-1 0,0 0 15,0 0-15,0 0 0,0 0 16,0 40-16,0-40 0,0 41 0,0-41 0,0 40 16,-40-40-16,40 40 15,-40-40-15,40 0 0,0 41 0,0-41 0,-41 0 16,41 0-16,0 0 0,0 0 15,0 0-15,41-40 16</inkml:trace>
  <inkml:trace contextRef="#ctx0" brushRef="#br0" timeOffset="143601.7269">2488 14518 0,'0'0'16,"-40"0"-1,0 0 16,40 40-15,-81 80 0,81-80-16,-80 201 15,80-201-15,0 40 0,-40 80 32,40-119-32,40 79 15,0-80-15,0-40 0,0 40 16,1-40-16,79-40 31,-80-40-31</inkml:trace>
  <inkml:trace contextRef="#ctx0" brushRef="#br0" timeOffset="144161.6591">2648 14758 0,'-40'0'0,"40"40"0,40-40 63,0 0-47,1 0-16,-1-40 15,0 40 1,0 0-16,0-80 0,0 80 0,0 0 15,-40-40-15,40 40 0,1 0 16,-1-40 0,-80 80 15,-1 0-15,1 0-1,0 0-15,0 0 0,40 0 16,-40 0-1,40 1-15,-40-41 0,40 40 0,-40-40 0,40 40 16,-40 0-16,40 0 0,-41-40 0,1 40 0,40 0 16,-40-40-16,40 40 0,-40 0 15,40 1-15,-40-41 16,80 0 31,0-41-47,0 41 0,0 0 15,1 0 1,-1 0-16,-40-40 0,40 40 0,0 0 0,0 0 16,0-40-16,0 40 0,0 0 15,1-40-15,-1 40 16,-40-40-16,40 40 0</inkml:trace>
  <inkml:trace contextRef="#ctx0" brushRef="#br0" timeOffset="144481.6181">3290 14437 0,'0'-40'31,"0"80"-31,40-80 16,1 80-1,-1 41 1,-40-41-16,0 0 0,40 0 16,-40 0-16,0 40 0,0-40 15,0 40-15,-40 1 0,40-1 0,-81 0 0,41 0 16,0 1-16,0-41 15,0 40-15,-40 0 0,-1 0 0,41 0 0,-40-39 16</inkml:trace>
  <inkml:trace contextRef="#ctx0" brushRef="#br0" timeOffset="146291.4973">1926 16402 0,'-40'0'0,"40"41"15,-40-41 1,80 0 0,-40-41-16,40 41 15,-80 41 48,40-1-63,-40 0 15,40 0-15,0 0 0,-40-40 0,40 40 16,-40 0-16,40 0 0,0 0 0,0 1 16,0-1-1</inkml:trace>
  <inkml:trace contextRef="#ctx0" brushRef="#br0" timeOffset="146681.5485">1766 16362 0,'0'0'31,"-81"0"-15,1 81-1,40-1 1,40-40 0,40-120-1,0 80 17,0-40-32,41-41 15,-81 41-15,40 40 0,0-40 16,40 0-1,-80 80 1,40 0 0,0 0-1,41 81 1,-81-81-16</inkml:trace>
  <inkml:trace contextRef="#ctx0" brushRef="#br0" timeOffset="147621.4919">963 17485 0,'0'40'16,"-40"-40"0,40-40-1,-40 40-15,0 0 16,0 0 0,40 40-16,-41-40 15,41 41-15,-40-41 0,40 40 0,0 0 0,-40-40 16,40 40-16,0 0 15,0 0-15,0 0 16,40 0-16,-40 0 0,40-40 16,1 40-16,-1 1 15,-40-1-15,40-40 16,-40 40-16,0 0 16,-40-40-1,0 40-15,-41-40 16,41 0-16,0 0 15,0 0 1,40-40-16,0 0 16</inkml:trace>
  <inkml:trace contextRef="#ctx0" brushRef="#br0" timeOffset="148091.4643">1204 17846 0,'0'40'47,"0"0"-32,40-40 1,0 41-16,40-41 0,-40 40 15,1-40-15,-1 0 16,0 0-16,0 0 0,0 0 0,0 0 16,-40-40-16,40 40 0,-40-41 15,0 1 1,40 40-16,-40-40 0,0 0 16,-40 40-1,0 0 16,40 40-15,0 0-16,0 0 16,-40-40-16,40 41 0,0-1 15,0 0-15,0 0 0,-40 0 0,40 0 16,0 0-16,0 0 16,-40 0-16,40 1 0,0-1 0,-40-40 15,40 40-15,-40 0 16,-1 0-16</inkml:trace>
  <inkml:trace contextRef="#ctx0" brushRef="#br0" timeOffset="148471.443">2247 17926 0,'0'0'16,"-40"0"-1,0 0 1,0 0 0,40 41 15,0-1-31,-40 40 15,40-40-15,0 0 0,0 0 16,0 40 0,0-39-16,-41-1 31,41 0-31,-40-40 0,-40 40 16,0-40-1,-41 0 1</inkml:trace>
  <inkml:trace contextRef="#ctx0" brushRef="#br0" timeOffset="148741.4275">2528 17806 0,'40'0'0,"-40"-40"16,40 80 15,-40 0-15,0 40-16,0-39 15,0-1-15,0 0 0,0 0 16,0 0-16,0 0 0,0 0 15,-40-40-15,40 40 0,0 0 0,0 1 16</inkml:trace>
  <inkml:trace contextRef="#ctx0" brushRef="#br0" timeOffset="149131.4038">2488 18247 0,'0'0'0,"40"0"0,0-40 16,40 40-16,41-40 31,-81 40-31,0-40 0,0 40 16,0-40-1,-40 0 16,0 0-15,-40 40 0,0 0-1,-40 80 1,-1 40 0,81-80-1,0 41 1,41-41-16,39 0 31,-40-40-31,0 0 0,0 0 0</inkml:trace>
  <inkml:trace contextRef="#ctx0" brushRef="#br0" timeOffset="149631.3783">3050 18127 0,'40'40'16,"-40"0"15,40 0-15,0-40 62,0 0-62,0 0-1,0 0 1,-40 40-16,0 1 16,0-1-1,0-80 32,0-1-47,81 41 16,-81-40-16,40 40 15,-40-40-15,40 40 0,0 0 0,0-40 16,0 40 0,0 0-1,-40 40 1,0 0-16,0 0 15,0 1-15,0-1 16,0 0-16,-40-40 0,40 40 0,-40-40 16,40 40-16,0 0 0</inkml:trace>
  <inkml:trace contextRef="#ctx0" brushRef="#br0" timeOffset="151311.2026">4655 17806 0,'-40'0'0,"40"40"0,-41-40 31,41 80-15,-40-39 0,40-1-16,0 0 0,0 40 0,0-40 0,0 0 15,0 40-15,0-39 16,0-1-16,0 0 0,0 0 0,0 0 0,0 0 15,0 0-15,0 0 16,0 0-16,0-80 31,0 0-15,0 0-16,0 0 0,0 0 16,0 0-16,0 0 0,0 0 15,0-1-15,0-39 0,0 40 0,0 0 0,0 0 16,0 0-16,40 0 15,-40 0-15,41-1 0,-1 1 0,0 40 16,-40-40-16,40 40 0,0 0 0,0 0 16,0 0-1,0 0-15,1 0 0,-41 40 16,40-40-16,-40 40 16,40 1-16,-40-1 15</inkml:trace>
  <inkml:trace contextRef="#ctx0" brushRef="#br0" timeOffset="151891.1698">4494 18448 0,'0'0'16,"80"0"-1,-80-40-15,41 40 16,-1-40-16,80 40 15,41-81 1,-81 81 0,0 0-1,-40 0 1,-40-40 0,0 0 15,-40 40-16,40 80-15,0-39 16,0-1-16,0 0 16,0 0-16,40 0 0,0 0 15,0-40 1,1 0-16,-1 0 0,0 40 0,0-40 16,0 0-16,0 0 15,0-40-15,0 0 16,-40 0-16,41 40 15,-41-40-15,0 0 0,40 0 16,-40-1-16,0 1 0,0 0 16,0 80 31,0 0-47,0 1 15,0-1-15,0 0 16,0 0-16,0 0 0,0 0 15,0 0-15,0 0 16,40-40-16</inkml:trace>
  <inkml:trace contextRef="#ctx0" brushRef="#br0" timeOffset="152271.1687">5818 18287 0,'81'-40'16,"-162"80"-16,162-40 31,-41 81-15,0-41 0,-40 40-1,0-40 1,-40 0-1,40-80 1,40 0 0,0 0-1,120-80 1,-79 79 15,-41 41-31,0 0 16,-40 121-1,0-81 1,0 40 0</inkml:trace>
  <inkml:trace contextRef="#ctx0" brushRef="#br0" timeOffset="152581.212">7022 18127 0,'0'0'0,"0"40"16,-40-40-1,0 0-15,0 40 16,0 0-1,-1-40-15,41 40 0,-40 1 16,40-1-16,0 0 0,-40 0 16,40 0-1,0 0-15,0 0 0,0 0 16,40-40-16,-40 40 16,40-40-16,-40 40 0,81-40 0,-41 0 15,0 0 1,0-40-16</inkml:trace>
  <inkml:trace contextRef="#ctx0" brushRef="#br0" timeOffset="152821.1907">7423 18047 0,'0'40'31,"-40"-40"-31,0 0 16,40 40-16,0 0 0,0 0 16,0 0-16,-40 0 15,40 1-15,0-1 0,0 0 0,0 0 16,0 0 0,0 0-16,40-40 0,-40 40 15,40-40 1</inkml:trace>
  <inkml:trace contextRef="#ctx0" brushRef="#br0" timeOffset="153191.1299">7303 18488 0,'0'-40'16,"40"40"-1,0 0-15,0-40 0,1 40 16,-1 0-16,0 0 16,0-40-1,0 40-15,-40-40 16,40 40-16,-40-41 16,40 41-16,-40-40 15,0 80 16,0 1-15,-40-41-16,40 40 16,0 0-16,0 0 0,0 0 0,0 0 15,-40-40-15,40 40 16,0 0-16,-40-40 0,40 40 0,0 0 16,-40 1-16</inkml:trace>
  <inkml:trace contextRef="#ctx0" brushRef="#br0" timeOffset="153361.0831">7865 18087 0,'-40'-40'16</inkml:trace>
  <inkml:trace contextRef="#ctx0" brushRef="#br0" timeOffset="153801.0803">8427 18287 0,'-81'0'0,"162"0"0,-202 0 15,41 0 1,0 121-1,40-41 17,40-40-32,0 40 15,80 0 1,0-80 15,0-80-15,-80 0-1,-40-40 1,40 80-16,-40 0 31,80 80-15</inkml:trace>
  <inkml:trace contextRef="#ctx0" brushRef="#br0" timeOffset="154151.0392">9069 18328 0,'-41'0'16,"82"0"-16,-82 40 16,41 0-1,-40 80 16,40-80-31,0 0 16,0-80 15,40 40-31,41-40 32,-1-40-32,-40 80 15,0 0 1,0 40-1,-40 80 1,0-40 0,0 1-16,0-1 15</inkml:trace>
  <inkml:trace contextRef="#ctx0" brushRef="#br0" timeOffset="155930.9553">10152 17726 0,'40'0'15,"-40"-40"17,0 0-32,-40 40 15,0 40 16,40 0-31,-40-40 0,0 40 0,-1 40 16,1-40-16,0 41 16,0-1-16,0 0 0,40 40 0,-40-39 0,0 39 15,0 0-15,-1 0 0,41-39 16,-40 39-16,40-40 0,0 41 0,-40 159 31,40-240-31</inkml:trace>
  <inkml:trace contextRef="#ctx0" brushRef="#br0" timeOffset="156890.8913">10794 18087 0,'-40'0'15,"0"0"-15,0 0 16,40-40 15,80 0 1,-40 40-32,0 0 0,0 0 0,0 0 15,41 0-15,-41-40 0,40 40 16,-40 0-16,40 0 0,1 0 0,-41 0 0,40 0 15,0 0-15,-40 0 0,1 0 0,-1 0 0,0 0 16,0 0-16,0 0 16,-40 40-16</inkml:trace>
  <inkml:trace contextRef="#ctx0" brushRef="#br0" timeOffset="157160.9377">11316 18127 0,'0'0'16,"-40"0"-1,-1 0-15,1 0 32,40 40-1,0 0-31,0 81 15,-40 39 17,40 0-17,80-120 1</inkml:trace>
  <inkml:trace contextRef="#ctx0" brushRef="#br0" timeOffset="157560.9152">11797 18368 0,'0'0'16,"-40"0"-16,40-40 16,40 40-1,0 0 1,81 80-1,39 0 1,-120-40 0,-40 0 15,-40-40-15,-40 0-1,80-80 16,80 40-15,41-80 0,-1 79-1,0 1 17,1 40-32</inkml:trace>
  <inkml:trace contextRef="#ctx0" brushRef="#br0" timeOffset="158130.8057">13202 18287 0,'0'0'0,"-41"0"15,41-40-15,-40 40 16,0 0-16,0 0 0,0 0 15,0 0-15,0 0 16,40 40 0,-40-40-16,40 41 0,-41-41 0,41 80 15,0-40 1,-40-40-16,40 40 0,40-40 31,-40 40-31,81-40 0,-81-40 16,40 40-16,0-40 15,0 0-15,-40 0 0,40 40 0,-40-40 16,40-1-16,-40 1 0,0 80 63,0 1-63,0-1 0,0 0 15,0 0 1,40 0-16,1 0 15,-1 0-15,0 0 16,0-40 0</inkml:trace>
  <inkml:trace contextRef="#ctx0" brushRef="#br0" timeOffset="158500.7843">13563 18287 0,'0'0'16,"40"0"-16,0 0 31,0 41-15,0-1 0,-40 40 15,-40-40-16,80-40 1,40-80 0,-39 40 15,-1 40-15,0 80-1,-40-40 16,0 0-15,40 0-16</inkml:trace>
  <inkml:trace contextRef="#ctx0" brushRef="#br0" timeOffset="158800.843">14646 18328 0,'-40'0'0,"40"-41"15,-40 41 1,40 81 15,0-1-15,0 40-1,0-80 1,-40 0 15,-81-40-15,81-40 0</inkml:trace>
  <inkml:trace contextRef="#ctx0" brushRef="#br0" timeOffset="159240.8167">15288 18408 0,'0'0'15,"0"-40"-15,-40 40 16,0 40 0,40 120-1,0 1 17,0-41-17,-40-120 1,0-40-1,0-121 17,80-39-17,120-1 1,-39 81 15,-41 80-31,-40 40 16,0 80-1,-40 0-15</inkml:trace>
  <inkml:trace contextRef="#ctx0" brushRef="#br0" timeOffset="159400.7346">15288 18568 0,'-40'0'0,"40"-40"15,80 40 1,81 0 0,-81-40-1</inkml:trace>
  <inkml:trace contextRef="#ctx0" brushRef="#br0" timeOffset="159720.789">15609 18608 0,'0'0'0,"40"0"16,81-40-1,39-40 17,1 0-17,-81 0 1,-80 39-1,-80 41 1,40 41-16,-1-41 16,-79 120-1,40 0 1,80 0 15,80-79-31,-40-41 16,81 0-1</inkml:trace>
  <inkml:trace contextRef="#ctx0" brushRef="#br0" timeOffset="160100.7661">16733 18448 0,'0'0'15,"-40"0"-15,-1-40 0,82 40 32,-1 0-32,0 0 15,0 0-15,0 40 0,0-40 16,0 40-16,0-40 0,1 40 0,-41 0 0,40-40 16,-40 40-1,0 0-15,-40 0 16,-1-40-1,41 41-15,-40-41 0,0 0 0,0 0 16,40-41 0,0 1-1,0 0-15,40 0 0,-40 0 0,40 0 16,0 0-16,1 40 0,-1-40 16,40 0-16,-40 40 0,0-40 0,0 40 0,0-41 15,1 41-15,-1 0 16,0 0-16,0 0 0,0 0 0,0 0 15</inkml:trace>
  <inkml:trace contextRef="#ctx0" brushRef="#br0" timeOffset="160660.7353">18579 18328 0,'-41'0'16,"41"40"0,0 0-1,0 120 1,0-80 0,41 121-1,-41-121 1,-41-80 15,41-80-15,0 40-1,0 0-15,0 0 0,-40-1 0,40 1 0,0 0 16,0-40-16,0 40 0,0 0 16,0 0-16,0 0 0,0 0 0,0-1 0,0 1 15,0 0-15,40 0 16,-40 0-16,41 0 0,-1 40 15,-40-40-15,40 40 0,0-40 0,0 40 16,0 0-16,0 0 0,0 0 16,1 0-16,-1 0 0,0 0 0,0 0 15,0 40 1,0-40-16,-40 40 0</inkml:trace>
  <inkml:trace contextRef="#ctx0" brushRef="#br0" timeOffset="160860.7232">18579 18568 0,'0'0'16,"40"-40"0,160-40 15,-39 40-16,-81 40-15</inkml:trace>
  <inkml:trace contextRef="#ctx0" brushRef="#br0" timeOffset="161210.7026">19261 18408 0,'0'0'16,"-121"0"31,81 40-32,40 40 1,161-40 0,-41-40-1,0-80 17,-79 0-32,-1 0 31,-40 39-31,0 82 31,-40-1-15,-1 40-1,41 40 1,0 0 15,41-79-31,39-1 16</inkml:trace>
  <inkml:trace contextRef="#ctx0" brushRef="#br0" timeOffset="161540.6833">19863 18368 0,'0'-40'16,"0"80"-16,0-40 31,0 40-31,0 0 15,0 0-15,0 0 32,0 0-17,40-80 1,80 0 15,-80 0-31,40 40 31,-80 40-15,0 40-16,0 81 31,0-121-15</inkml:trace>
  <inkml:trace contextRef="#ctx0" brushRef="#br0" timeOffset="161810.6676">20665 18287 0,'-40'0'16,"80"0"-16,-200 0 15,119 0-15,-39 41 31,80 79-15,0-80-16,121 120 31,-1-120-15,-80-40 0,40-80-1</inkml:trace>
  <inkml:trace contextRef="#ctx0" brushRef="#br0" timeOffset="162020.6587">21026 18047 0,'-40'0'0,"80"0"0,-120 0 16,40 40-1,0 80 1,0 81 15,40-41-15,0-120-1</inkml:trace>
  <inkml:trace contextRef="#ctx0" brushRef="#br0" timeOffset="162380.6015">20785 18448 0,'0'0'0,"41"0"15,79-40 1,40-40 15,-79 80-31,79-81 31,-120 41-31,0 40 16,1 0 15,-41 40-15,-41 41 0,1 79 15,0-40-16,40-40 1,-40-80-16</inkml:trace>
  <inkml:trace contextRef="#ctx0" brushRef="#br0" timeOffset="162580.5509">21708 17886 0,'-40'0'0,"80"0"0,-80-40 0,80 40 63,-40 40-63</inkml:trace>
  <inkml:trace contextRef="#ctx0" brushRef="#br0" timeOffset="162990.5237">22150 18287 0,'0'-40'15,"-40"0"1,0 40 0,-1 0-16,1 0 0,0 0 0,0 0 15,0 0-15,0 40 0,40 0 16,-40-40-16,40 41 0,0-1 15,0 0-15,0 0 0,40-40 0,-40 40 16,80-40-16,-40 0 16,0 0-16,0 0 0,1 40 0,-1-40 15,0 0-15,0 0 16,0-40-16,-40 0 0,0-40 16,0 40-1,-40-1-15,0 1 0,40 0 16,-40 40-16,-41-40 15,41 40-15,121 0 16</inkml:trace>
  <inkml:trace contextRef="#ctx0" brushRef="#br0" timeOffset="163400.5393">22591 18127 0,'40'0'47,"-40"40"-31,0 0 0,40 0-1,-40 0-15,0 1 16,41-41 15,-41-41-31,40 41 0,-40-40 16,40 40-16,-40-40 15,40 40 1,0 40 15,-40 0-15,40-40-16,-40 41 0,0-1 15,0 0-15,0 0 0,0 0 16,0 0 0,0 0-16,0 0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6:54:57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3250 1363 0,'0'-40'78,"0"80"16,0 40-94,0-40 0,-40 0 16,40 1-16,0-1 0,-40 40 0,40-40 0,0 0 15,0 0-15,0 40 16,0-40-16,-40 1 0,40-1 0,0 40 0,0-40 16,0 0-16,-40 0 0,40 0 15,0 0-15,0 1 0</inkml:trace>
  <inkml:trace contextRef="#ctx0" brushRef="#br0" timeOffset="419.9766">2969 1564 0,'0'0'0,"-40"-41"31,-40 41-16,120 0 1,-40-40 0,80 40-16,-40 0 0,1 0 0,-1-40 0,0 40 15,40-40-15,-40 40 16,0 0-16,41 0 0,-41 0 0,0 0 0,0 0 16,0 0-16,0 0 0,0 0 15,1 0-15,-1 0 0</inkml:trace>
  <inkml:trace contextRef="#ctx0" brushRef="#br0" timeOffset="700.0359">2769 2406 0,'-40'80'32,"80"-160"-32,-40 160 15,40-80 1,40 0-16,40-40 31,-79 40-31,39-40 0,-40 40 0,40 0 16,0 0-16</inkml:trace>
  <inkml:trace contextRef="#ctx0" brushRef="#br0" timeOffset="1200.0083">3772 2125 0,'0'-40'15,"40"40"-15,0 0 0,0 0 16,0 0-16,1 0 16,-41 40-16,80 40 15,-80 41 1,-40-41 15,40-160-15,40 80-16,0-41 15,161-79 1,-41 40 15,-120 80-31,-40 40 0,40 0 16,-40 40-16,0 1 16,0-41-1,0 0-15,-40 0 16,0 0-16,80-120 15,40 40-15,-80 0 16,81-1-16,-81 1 16,40 0-16,0 40 0,0-40 0,0 40 0,0-40 15,0 40 1,1 0-16,-41 80 0,0-40 16,0 0-16,0 1 15,0-1-15,-41 0 0,41 0 0,0 0 16,-40 0-16,40 0 0,-40 0 0,40 0 15</inkml:trace>
  <inkml:trace contextRef="#ctx0" brushRef="#br0" timeOffset="2019.8871">1003 721 0,'0'0'0,"40"0"0,0 0 16,1 0-1,-41-40-15,0 80 16,0 0-1,0 1 1,0-1-16,0 0 0,0 0 0,0 0 16,0 0-16,0 0 15,0 0-15,0 0 0,0 0 0,0 1 0,0-1 16,40 0-16,-40 0 0,0 0 16,40-40-1,0 0 1,-40-40-16,40 0 0,-40 0 15,40 0-15,-40-1 0,0 1 0,40 0 0,-40 0 16,0 0-16,0 0 0,0 0 16,40 40-16,1 0 15,-1 40 1,0 0-16,-40 0 16,0 0-16,0 0 15,40 0-15,-40 1 0,0-1 0,0 0 16,0 0-16,-40-40 0,40 40 15,-40-40-15,40 40 0,-81-40 16,41 40-16,0-40 0,0 40 0,0-40 16,0 0-1,0 0-15,0-40 0,40-40 16,0 40 0,0 0-16</inkml:trace>
  <inkml:trace contextRef="#ctx0" brushRef="#br0" timeOffset="2749.9178">1565 400 0,'-80'0'15,"160"0"-15,-160-40 0,-41 0 16,81 40-16,0 0 0,0 0 31,0 0-31,-81 40 32,41 0-17,0 41 1,0-41-1,-41 40 1,-39 40 0,160-80-16,-80 81 31,80-81-31,0 0 0,0 0 0,0 0 16,0 80-1,80 41 1,80 39-1,-79 1 1,-41-161-16,80 80 31,161-80-15,-40-80 0,-121 0-1,161-120 1,-40-81-1,-121 81 1,-120-161 0,-120 120 15,-121 1-15,-40 80-1,40 39 1,81 81 15,80 40-31,-1 81 31,81-1-31</inkml:trace>
  <inkml:trace contextRef="#ctx0" brushRef="#br0" timeOffset="4769.7431">5618 2045 0,'-40'0'0,"40"40"31,0 0-15,0 0-16,-41-40 0,41 40 0,0 40 0,-40-39 16,40-1-16,0 0 15,0 40-15,-40-40 0,40 0 0,0 40 0,0-40 0,0 1 16,0-1-16,0 0 0,0 0 0,0 0 15,0 0 1,0-120 15,0 40-31,0 0 0,0 0 16,0-1-16,0-39 0,40 40 16,-40-40-16,40 40 0,-40-40 0,41 40 0,-41-1 15,40-39-15,-40 40 16,40 0-16,-40 0 0,40 0 0,-40 0 0,40 0 15,0 40-15,-40-41 0,40 41 0,0-40 16,1 40-16,-1 0 16,-40 81-16,0-41 0,0 0 15,0 0-15,0 0 0,-81 0 16,81 0-16,-40 0 0,0 0 0,-40 1 16,40-1-16,0-40 0,0 40 15,-1 0-15,1-40 0,40 40 0,-40-40 0,0 0 16,120 0 15,-40-40-31,1 40 0,39 0 0,-40-40 0,0 40 16,40 0-16,-40 0 15,1 0-15,39 0 0,-40-40 0,0 40 0,0 0 16,40 0-16,-39-40 16,-1 40-16,0 0 0,-40-41 0,40 41 0,0 0 15,0-40-15,-40 0 16,40 0-16,-40 0 15,0 0-15,0 0 16,0 80 31,0 0-47,0 0 16,0 0-16,0 0 15,0 0-15,0 1 0,40-1 0,1 0 16,-1 0-16,0 0 15,0-40 1,0 0-16,0-40 0,0 0 16,0 0-1,-40 0-15,41-1 0,-41 1 0,40 40 16,-40-40-16,0 0 0,40 40 16,-40-40-16,40 40 0,0 40 31,-40 0-31,40 0 15,-40 0-15,0 1 0,40-1 0,-40 0 16,40 0-16,1 0 16,-1-40-1,0 0 1,-40-40-16,40-40 0,-40 40 16,40-1-16,-40 1 0,0 0 15,40-40-15,-40 40 0,0 0 0,0-40 0,40-1 16,-40 41-16,0-40 0,41 40 0,-41 0 0,0 0 15,0 0-15,40 0 16,-40 80 0,0 0-1,0 0-15,0 40 0,-40-40 0,40 0 16,0 40-16,0-39 16,-41 39-16,41-40 0,0 40 0,0-40 0,0 0 15,0 0-15,41 1 0,-41-1 16,0 0-16,40-40 0,-40 40 0,40-40 0,0 40 15,0-40-15,40 0 0,-40 0 0,1-40 16,-1 40-16,40-80 16,-40 80-16,0-40 0,-40-1 0,40 1 0,0 0 15,-40 0-15,0 0 0,41 0 16,-41 0-16,0 0 0,0 0 0,0-1 16,0 82 15,-41-41-31,41 40 0,0 0 0,0 0 15,0 0-15,0 0 0,0 0 16,0 0-16,0 0 0,81-40 0,-41 41 0,0-1 16,0 40-16,0-80 0,0 40 15,0 0-15,1 0 0,-1 0 0,-40 0 16,0 0 0,-40-40-16,-41 0 0,41 0 0,0 0 15,0 0-15,0 0 16,40-40-16,-40 40 0,40-40 0,0 0 0,0 0 15,40 0-15,-40 0 0,80 0 0,0 40 0,-40-40 16,41 0-16,-41-1 0,40 41 16,-40-40-16,40 40 0,-39 0 0,-1-40 0,0 40 15,0 0-15,0-40 16,0 40-16,-40-40 0,40 40 16,-40-40-1,-40 40-15,0 0 0,-40 0 16,40 0-16,40 40 0,-40-40 0,40 40 15,-41 0-15,41 0 16,0 0-16,0 1 0,0-1 0,0 0 0,41 0 16,-41 0-16,80-40 0,-40 40 15,40 0-15,-40-40 0,0 40 0,41 0 0,-1-40 16,0 0-16,-40 40 16,41-40-16,-41 0 0,40 0 0</inkml:trace>
  <inkml:trace contextRef="#ctx0" brushRef="#br0" timeOffset="5979.6537">11035 1684 0,'0'-40'15,"-40"40"1,40 80-16,0-40 0,0 0 16,0 0-16,0 40 0,0-39 0,0 39 0,0 0 15,0-40-15,0 40 16,0-40-16,0 41 0,0-41 0,0 0 0,0 0 16,0 0-16,0 0 0,0 0 15,-40 0-15,-1-40 16,41-40-16,-40 40 15,40-80-15,0 40 16,0 0-16,0-40 0,0 40 0,0-41 0,40 1 16,-40 0-16,81 0 0,-41-1 15,-40 1-15,40 40 0,0-40 0,0 40 0,0-40 16,0 80-16,1-40 16,-1-1-16,0 41 0,0 0 0,0 0 15,-40 41-15,40 39 16,-40-40-16,0 0 0,0 0 0,0 0 0,-40 40 15,40-40-15,-80 41 0,40-41 0,0 0 0,-41 0 16,41 0-16,0 0 16,-40 0-16,40-40 0,0 40 0,40-80 31,40 0-31,0 0 16,0 40-1,0-40-15,0 40 0,40 0 0,-39 0 0,-1 0 16,0 0-16,0 40 0,40-40 0,-40 40 0,0-40 15,1 80-15,-1-80 0,0 41 16,0-1-16,0 0 0,0 0 16,-40 0-1</inkml:trace>
  <inkml:trace contextRef="#ctx0" brushRef="#br0" timeOffset="6299.6336">11918 2406 0,'0'0'0,"0"40"16,40-40 0,40 0-16,-40 0 15,40 0-15,-40 0 16,41-40-16,-41 40 0,0-40 0,0 40 0,0-40 16,0-1-16,0 41 0,-40-40 15,0 0-15,41 0 0,-41 0 0,0 0 16,0 0-16,-81 40 0,81-40 0,-40 40 0,0 0 31,0 0-31,0 40 0,0 0 16,0-40-16,40 80 15,-41-40-15,41 0 0,0 0 0,41 1 16,-41-1 0,80 0-16,-40 0 0,0 0 15,0-40-15,0 0 0,0 0 16,1 0-16,-1 0 0</inkml:trace>
  <inkml:trace contextRef="#ctx0" brushRef="#br0" timeOffset="6509.6974">13202 2005 0,'0'0'16,"-41"40"15,1 0-31,40 0 0,0 0 0,0 0 16,0 0-16,0 0 0,0 1 0,0-1 0,0 0 15,0 40-15,0-40 0,0 0 16,0 0-16,0 0 0,0 0 16,-80 1-1,40-41-15,0 0 0,0 0 0,0 0 16,40-41-16,-41 41 0,41-40 16</inkml:trace>
  <inkml:trace contextRef="#ctx0" brushRef="#br0" timeOffset="6989.6693">13884 2205 0,'0'0'0,"-40"0"0,-1 40 31,41 0-31,0 1 0,0-1 16,0 160-1,0 1 1,0-41 15,0-80-15,-40-80 0,0-160 15,40-161-16,121 0 1,-41 161 0,40 80 15,1 120-15,-81 160-1,-161 1 1,-119-41 15,119-120-15</inkml:trace>
  <inkml:trace contextRef="#ctx0" brushRef="#br0" timeOffset="7269.5957">14405 2165 0,'0'0'0,"0"80"32,40 81-17,-40-41 1,-120-80 15,-40-40-15,79-120-1,81 0 1,81-1 15,39 41-15,-80 80-16</inkml:trace>
  <inkml:trace contextRef="#ctx0" brushRef="#br0" timeOffset="7569.5628">14686 2045 0,'0'0'0,"40"80"32,-40-40-32,41 121 31,-122-41-15,41-80-1,40-80 1,80 0 15,-39 0-31,79 0 16,-80-1-1,0 41-15,0 161 32,-40-1-17,-40 1 1</inkml:trace>
  <inkml:trace contextRef="#ctx0" brushRef="#br0" timeOffset="7809.6221">15970 2045 0,'-80'40'16,"160"-80"-16,-240 200 15,160-120-15,0 81 16,40 79 15,-40-39-15,-120-121 0,-41-80 15,121-1-31</inkml:trace>
  <inkml:trace contextRef="#ctx0" brushRef="#br0" timeOffset="8149.6023">16211 2486 0,'0'0'0,"0"40"0,80-40 16,-40 0-1,41 0 1,-1-80 0,0 0-1,-80-1 17,-80 41-17,-40 80 1,-1 121-1,121 39 17,40-79-17,201-41 1,-121-80-16</inkml:trace>
  <inkml:trace contextRef="#ctx0" brushRef="#br0" timeOffset="9189.4997">19582 2847 0,'-40'0'16,"40"40"-1,40-40 1,40 0-16,-40-40 15,0 40 1,0-40-16,0 40 0,1-40 0,-1 0 0,0-1 16,0 1-16,-40 0 0,40 0 15,-40 0-15,40 0 0,-40 0 0,0-40 0,0 40 16,40-1-16,-40-39 16,0 40-16,0 0 0,0 0 0,0 0 0,0 0 15,0 0-15,0-1 0,-40 1 16,40 0-16,-40 40 15,40 40 1,-40-40-16,40 40 16,0 1-16,-40-1 0,40 40 0,0-40 0,0 0 15,-40 40-15,40 1 0,0-41 16,0 40-16,0-40 0,0 40 0,0 0 0,0-40 16,0 41-16,0-41 15,0 40-15,40-40 0,-40 0 0,0 40 0,0-39 16,0-1-16,0 0 0,0 0 0,0 0 15,0-120 17,40 40-17,-40 0-15,0-1 0,0 1 0,40 0 0,0-40 16,0 40-16,-40 0 0,40 0 16,-40 0-16,41-1 0,-41 1 0,40 40 0,-40-40 15,40 40-15,0-40 16,0 40-1,0 0 1,-40 80-16,40-40 16,-40 1-16,40-1 0,-40 0 0,0 0 0,41 0 15,-41 40-15,0-40 16,0 0-16,0 1 0,40 39 0,-40-40 0,0 0 16,0 0-16,40 0 15,-40 0-15,40-40 0,0 0 16,0 0-16,-40-40 0,40 40 0,0-40 15</inkml:trace>
  <inkml:trace contextRef="#ctx0" brushRef="#br0" timeOffset="9469.4507">21548 2165 0,'-121'-40'16,"242"80"-16,-322-80 16,161 40-16,-40 40 31,0 80-31,80 1 16,-41 159-1,122-39 1,39-40 15,-80-201-31,121 40 0</inkml:trace>
  <inkml:trace contextRef="#ctx0" brushRef="#br0" timeOffset="9909.4997">22270 2366 0,'0'40'32,"0"0"-17,40 80 1,-40 41 15,40-41-15,-40-80-1,0-80 1,81-121 15,79 1-15,1 40 0,-41 120 15,-40 120-16,1 40 1,-122 81 0,-39-80 15,0-81-15</inkml:trace>
  <inkml:trace contextRef="#ctx0" brushRef="#br0" timeOffset="10149.4867">23634 2085 0,'0'0'15,"161"0"1,-1 160-1,-119 161 17,-202 40-17,-240 40 1,80-281 0</inkml:trace>
  <inkml:trace contextRef="#ctx0" brushRef="#br0" timeOffset="16479.0781">23915 2526 0,'40'40'0,"1"-40"32,-1-40-17,0 40-15,0 0 16,0 0-16,0 0 0,0 0 0,0 0 15,1 0-15,-1 0 0,0 0 16,0 0-16,0 0 0,0 40 0,0-40 0,0 0 16,1 0-1,-1 0-15,0 0 0</inkml:trace>
  <inkml:trace contextRef="#ctx0" brushRef="#br0" timeOffset="16719.0304">24236 2967 0,'0'0'0,"40"0"16,1 0-1,79-40 1,0 0-16,41 40 31,-41-40-31</inkml:trace>
  <inkml:trace contextRef="#ctx0" brushRef="#br0" timeOffset="16999.0881">25320 2366 0,'0'0'16,"-40"0"0,40 40-1,0 40 1,-41 40-1,41-40 1,0 81 0,0-81-1,0-40-15</inkml:trace>
  <inkml:trace contextRef="#ctx0" brushRef="#br0" timeOffset="17269.0004">25119 2326 0,'40'-41'16,"-80"82"-16,201-162 15,-121 121-15,80 0 16,81-40 15,-121 80-15</inkml:trace>
  <inkml:trace contextRef="#ctx0" brushRef="#br0" timeOffset="17479.0591">25079 2887 0,'0'0'0,"-120"80"16,79-80 15,82 0-31,-1-40 16,120 40-1,81 0 1,-201 0-16,40 0 0</inkml:trace>
  <inkml:trace contextRef="#ctx0" brushRef="#br0" timeOffset="17999.0289">26042 2526 0,'0'0'15,"40"0"1,40 0 15,81 0-15,-81 0-16,0 40 15,1-40 1,-41 0 15,-80 0 1,40 40-32,-40 0 15,-1 0-15,-79 81 31,40-1-15,0-40 0,-1 41-1,1-41 1,120-120 31,0 40-47,41-40 0,-41 40 15,0 0-15,0 0 16,0 0-16,-40-40 0,40 40 0,0 0 16,0 0-1,1 0-15,-1 0 0,0 0 16</inkml:trace>
  <inkml:trace contextRef="#ctx0" brushRef="#br0" timeOffset="18268.957">26925 2606 0,'0'0'0,"-40"0"15,40-40 1,160 40-1,1 0 1,120 0 0,-201 0-1,40 0 1,-80-40-16</inkml:trace>
  <inkml:trace contextRef="#ctx0" brushRef="#br0" timeOffset="18488.9809">27446 2486 0,'0'0'16,"-40"40"-16,40 0 31,0 0-15,0 0-16,-40 0 0,40 1 15,-40 39-15,40-40 0,-40 0 16,40 40-16,-40-40 0,40 0 0,-40 41 0,40-41 16,0 0-16,0 40 15,0-40-15,0 0 0,0 0 0</inkml:trace>
  <inkml:trace contextRef="#ctx0" brushRef="#br0" timeOffset="19058.9258">28650 2205 0,'0'40'16,"-40"-40"15,0 0-15,40 40-1,-40-40-15,0 0 16,40 41-16,-40-41 0,40 40 15,-41 0 1,1 0-16,40 0 0,-40 0 0,40 0 16,-40 0-16,40 0 15,-40 0-15,0 41 0,40-1 0,-40-40 0,40 40 16,0 0-16,0 1 0,0-1 16,0 0-16,0-40 0,40 40 0,-40-40 0,40 41 15,0-41-15,0 0 0,0 0 0,0-40 0,1 40 16,39-40-16,-40 40 15,0-40-15</inkml:trace>
  <inkml:trace contextRef="#ctx0" brushRef="#br0" timeOffset="19598.8789">29172 2486 0,'0'0'0,"-40"0"0,0 0 31,40 40 1,0 0-32,40 0 0,-40 40 15,0-39-15,0-1 0,0 0 0,0 40 0,0-40 16,0 40-16,0 1 15,0-41-15,0 40 0,0-40 0,0 0 0,0 0 16,-40 0-16,40 0 0,0 0 16,-40 1-16</inkml:trace>
  <inkml:trace contextRef="#ctx0" brushRef="#br0" timeOffset="20008.9124">29292 3047 0,'0'0'0,"0"41"16,40-1-1,41-40 17,39 0-17,-80 0-15,0 0 0,0-40 0,41-41 31,-1-39-15,-80 0 0,0 39 15,0 41-31,-40 80 47,40 41-47,-40-41 15,40 0-15,-40 0 0,40 0 16,0 40-16,0-40 0,-41 41 0,1-1 0,40-40 16,0 40-16,-40 0 15,40-40-15,0 1 0,0 39 0,0-40 0,0 0 16,0 0-16,40 0 16</inkml:trace>
  <inkml:trace contextRef="#ctx0" brushRef="#br0" timeOffset="20348.893">30336 2686 0,'-81'0'16,"162"0"-16,-202 0 15,81 41-15,0 39 16,-80 120 0,79-39-1,41-121-15,-40 200 16,40-159-16,81 39 15,-41-40 1,80-80 0</inkml:trace>
  <inkml:trace contextRef="#ctx0" brushRef="#br0" timeOffset="20848.8636">30536 3047 0,'0'0'0,"40"-40"32,81-40-17,119 40 1,-159 40-1,79-40 1,-120 40 0,0 0 15,-120 0-31,40 80 31,-80 81-15,80-121-16,-1 0 0,-79 80 31,40-40-31,80-40 0,-80 41 31,39-41-15,122-40 0,39-40-1,-40 40-15,161-81 31,-80 41-15,-81-40 0</inkml:trace>
  <inkml:trace contextRef="#ctx0" brushRef="#br0" timeOffset="21138.8487">31700 2686 0,'0'-40'15,"0"80"16,40 1-31,-40-1 0,0 40 0,0-40 16,0 40-16,0 0 0,0-39 16,-80 39-16,80 0 0,-40 0 0,-1 0 0,1-40 15,0 41-15,0-41 16,0 0-16,0 0 0,-40 0 0,39 0 0,1 0 16,0-40-16</inkml:trace>
  <inkml:trace contextRef="#ctx0" brushRef="#br0" timeOffset="21548.8224">31981 2205 0,'0'40'16,"-40"-40"-16,40 40 31,0 1-31,120 79 31,-80-80-31,40 120 16,1-39-1,-81-41-15,0 40 0,0-40 0,-161 201 32,-160 40-17,80-161-15</inkml:trace>
  <inkml:trace contextRef="#ctx0" brushRef="#br0" timeOffset="24458.6063">4494 5293 0,'0'0'16,"0"-40"15,-40 40-31,40 40 78,0 0-78,-40-40 16,40 41-16,0-1 0,0 0 0,0 0 0,0 0 16,-40 0-16,40 0 0,0 0 0,-40 0 0,40 0 15,-40 1 1,40-1-16,0 0 0,-41 0 0,41 0 0,-40-40 15,40 40-15,-40 0 0,0 0 16</inkml:trace>
  <inkml:trace contextRef="#ctx0" brushRef="#br0" timeOffset="24978.624">4253 5775 0,'0'0'16,"121"0"15,-81 0-31,40 0 0,-40 0 0,121-41 16,-1 1 15,-79 40-31,-41 0 0,80-40 31,-80 40-31,0 0 0,0-40 31,-40 0-31,0 0 32,0 0-17,0 0-15,0 0 16,0 0-16,0 80 78,0 0-62,0 0-16,0 0 0,-40 0 0,40 0 15,0 0-15,0 0 16,0 41-16,-40-41 0,40 40 0,0-40 0,0 0 15,0 0-15,0 40 0,0-39 16,0-1-16,0 0 0,0 0 0,0 0 16</inkml:trace>
  <inkml:trace contextRef="#ctx0" brushRef="#br0" timeOffset="25348.6014">6139 5293 0,'-80'0'15,"40"0"-15,0 40 16,0-40-16,0 81 31,-1 39-15,1 121 0,40-161-1,0-40-15,40 80 16,-40-80-16,41-40 0,39 81 15,-40-81-15,0 40 16,0-40-16,0 0 0</inkml:trace>
  <inkml:trace contextRef="#ctx0" brushRef="#br0" timeOffset="25808.5009">6500 5614 0,'0'0'16,"81"0"-1,-41 0 1,120-40 0,-120 40-16,41-40 15,-41 40-15,160 0 16,-79 0-1,-81-40 1,-80 80 15,0 0-15,0 0-16,-1 0 16,1 0-16,-40 41 15,40-41-15,0 0 0,-40 40 16,39-80-16,-39 80 31,80-40-31,0 0 0,80-40 47,-39 0-31,39 0-16,-40-40 0,0 40 0,0 0 0,0 0 15,0 0-15,1 0 0,-1 0 0,0 0 0,0 0 16,0 0-16,0 0 0,0 0 15,1 0-15</inkml:trace>
  <inkml:trace contextRef="#ctx0" brushRef="#br0" timeOffset="26088.4844">7865 5414 0,'40'40'31,"-40"40"-15,0-40 0,40 0-16,-40 0 0,40 0 0,-40 41 0,40-41 15,-40 0-15,0 0 0,0 40 0,0-40 0,0 0 16,0 0-16,-40 41 15,40-41-15,-40 0 0,0 0 0,0 0 0,0 0 16,0-40-16,-1 40 0,1-40 16,0 40-16</inkml:trace>
  <inkml:trace contextRef="#ctx0" brushRef="#br0" timeOffset="26448.4985">8988 5734 0,'-40'0'0,"80"0"0,-120 0 0,120 0 31,0 0-15,0 0-16,1 0 0,39 0 0,-40 0 0,0 0 15,40 0-15,-40 0 16,1 0-16,-1 0 0,0 41 0,0-41 0,0 0 15,0 40-15,0-40 16</inkml:trace>
  <inkml:trace contextRef="#ctx0" brushRef="#br0" timeOffset="26628.4858">9069 6176 0,'-41'0'0,"1"0"31,121 0-31,-41 0 16,0 0-16,40 0 16,-40 0-16,40-40 0,-39 40 0,-1 0 0,40 0 15,-40-41-15,0 41 16,0 0-16,0 0 0</inkml:trace>
  <inkml:trace contextRef="#ctx0" brushRef="#br0" timeOffset="29058.3861">11837 4932 0,'0'-40'0,"0"0"16,40 40-1,1-40-15,-1 40 0,0 0 16,0 0-16,0 0 16,0 0-16,40 0 0,-39-40 0,-1 40 0,0 0 15,0 0-15,0 0 0,0 0 16,-40 40-16,0 0 15,0 40-15,0-40 16,-40 1 0,40-1-16,-40 0 0,0 0 0,0 0 15,0 0-15,-1-40 0,41 40 16,0 0 0,41-40-16,-1 0 0,0 0 0,0 0 15,0 0-15,0 40 16,0-40-16,0 0 0,1 41 0,-1-41 0,-40 40 15,40-40-15,0 40 16,-40 0-16,0 0 0,-40-40 16,40 40-16,-80-40 15,39 40-15,-39-40 0,40 40 0,0-40 0,-40 0 16,40 40-16,-41-40 0,41 0 16,0 0-16,-40 0 0,40 0 0,0 0 15,-1 0-15,41-40 0,0 0 16,0 0-1</inkml:trace>
  <inkml:trace contextRef="#ctx0" brushRef="#br0" timeOffset="29328.3707">13202 5173 0,'0'0'16,"40"0"-16,0 0 15,0 0-15,0 0 0,40 0 32,-40 0-32,121 0 15,-121 0-15,0 0 0,40 40 16,-39-40-16,39 0 15,-40 0-15,40-40 0</inkml:trace>
  <inkml:trace contextRef="#ctx0" brushRef="#br0" timeOffset="29598.3546">13763 4852 0,'-40'-40'16,"80"80"-16,-120-80 0,40 0 16,0 40-1,40 40 1,-40 0 0,40 40-1,-81 201 1,1 0-1,80-201 1,0-40-16,0 40 16</inkml:trace>
  <inkml:trace contextRef="#ctx0" brushRef="#br0" timeOffset="30348.3126">15328 4812 0,'-40'0'15,"0"0"1,0-40 0,-40 40-16,-1-40 31,41 40-31,0 0 0,0 0 0,-40 0 31,0 40-15,80 0 109,0 0-125,0 0 15,0 0 1,0 0-16,0 1 0,0-1 16,0 0-16,0 0 0,0 0 0,0 0 15,0 0-15,40 0 16,0 0-16,0-40 15,0 0-15,0 0 16,0 0-16,0 0 0,1 0 0,-1 0 16,0 0-16,0 0 0,0 0 15,0 0-15,-40 41 0,0-1 16,0 0 0,0 0-16,-40 0 0,0 0 15,0-40-15,0 40 0,0-40 0,-41 40 0,41-40 16,0 0-16,-40 40 0,40-40 15,0 0-15,-1 0 0,1 40 0,0-40 0,0 0 16,0 0-16</inkml:trace>
  <inkml:trace contextRef="#ctx0" brushRef="#br0" timeOffset="30898.2384">15689 5133 0,'0'-40'16,"41"40"-1,-1 0-15,80-40 31,-80 40-31,0 0 0,81 0 16,-81 0-16,80 0 16,-80 0-16,0 0 0,1 0 31,-41 40-31,-41-40 31,41 40-15,-40 0-16,0 0 15,-80 80 1,-1 41 15,1-41-15,0-40 0,80-80-1,80 0 16,0 0-31,0-40 16,0 40 0,0 0-16,-40-40 0,40 40 0,0 0 0,1 0 15,-1 0-15,0 0 0,0 0 16,0-40-16,0 40 0,0 0 0,0 0 0,1 0 16,-1-40-16</inkml:trace>
  <inkml:trace contextRef="#ctx0" brushRef="#br0" timeOffset="31168.1894">16693 4892 0,'-41'0'0,"82"0"0,-41 0 47,40 0-31,40 0-16,-40 0 0,0 0 0,0 0 16,0 0-16,-40-40 0,41 40 0,-1 0 15</inkml:trace>
  <inkml:trace contextRef="#ctx0" brushRef="#br0" timeOffset="31398.2305">17254 4491 0,'0'0'0,"0"-40"15,0 80 32,0 40-31,40-39-16,-40-1 15,0 0-15,0 0 0,0 0 16,0 0-16,0 0 0,0 0 0,0 0 0,-40 41 16,40-41-16,-40 0 0,40 0 0</inkml:trace>
  <inkml:trace contextRef="#ctx0" brushRef="#br0">12078 5935 0,'0'40'0,"0"0"110,40-40-95,0 0 1,0 0-16,1 0 16,-1 0-16,0 0 15,0 0-15,0 0 0,0 0 0,0 0 16,0 0-16,41 0 0,-41 0 0,40 0 0,40 0 16,-39 0-16,39 40 0,-40-40 15,41 40-15,-1-40 0,0 0 0,1 0 0,-41 41 16,40-41-16,1 40 15,-1-40-15,1 0 0,-41 0 0,40 0 0,1 40 16,-41-40-16,40 0 0,1 0 16,-1 0-16,0 0 0,41 0 0,-41 40 0,41-40 15,-41 0-15,1 0 16,-1 0-16,0 40 0,-39-40 0,39 0 0,-40 0 16,41 0-16,-81 0 0,40 0 0,-40 0 0,0 0 15,0 0-15,0 0 0,1-40 16,-1 40-16,-80 0 78,-1 0-47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6:56:31.7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12439 6938 0,'0'-40'0,"0"-1"16,0 82 77,0 39-93,0-40 0,0 40 0,0-40 16,0 40-16,0-40 0,0 41 16,0-41-16,0 40 0,0-40 0,0 40 0,0-40 15,0 1-15,0-1 16,0 0-16,0 0 0,0 0 0,0 0 0,-40 0 16</inkml:trace>
  <inkml:trace contextRef="#ctx0" brushRef="#br0" timeOffset="1049.9394">13322 7258 0,'-40'0'31,"40"41"-15,-40-41-1,40 40 1,40-40 31,0 0-47,0 0 0,0 0 16,0 0-16,41 0 0,-41 0 15,0 0-15,0 0 0,0 0 0,0 0 0,0 0 16,0 0-16,1 0 15,-1 0-15,0 40 0,0-40 0,0 0 0,0 0 16,0 0-16,0 0 16,1 0-16,-41-40 47,-41 40-1</inkml:trace>
  <inkml:trace contextRef="#ctx0" brushRef="#br0" timeOffset="3929.8467">15168 7098 0,'40'0'0,"-40"-40"32,-40 40-17,0 0 1,0 0-1,-1 0-15,41 40 0,-40-40 0,40 80 16,-40-40-16,0 0 16,40 1-16,0-1 0,-40 0 0,40 0 15,0 0-15,0 0 0,0 0 16,0 0-16,0 0 0,80 1 0,-80-1 0,40-40 16,0 40-16,1 0 0,-1 0 0,0-40 15,0 0-15,0 40 16,0-40-16,0 0 0,0 0 0,1-80 15,-1 80 1,-40-40-16,0 0 0,-81 0 16,41-1-1,0 41-15,0 0 0,0 0 0,0 0 16,0 0-16,0 0 0,-1 0 0,1 41 0,0-41 16,0 40-16,0 0 15,40 0 1,40-40-1,0 0-15</inkml:trace>
  <inkml:trace contextRef="#ctx0" brushRef="#br0" timeOffset="4489.8141">15970 7218 0,'-40'0'0,"40"-40"31,80 40-15,-39-40-16,-1 40 0,80 0 16,-80-40-16,121 40 15,-1 0 16,-120 0-31,-80 40 63,0-40-47,40 80-16,-40-80 0,0 0 15,40 40-15,-40-40 0,0 41 16,-1-1-16,1 0 0,0-40 15,0 40 1,40 0-16,-40-40 0,40 40 0,-40-40 0,40 40 16,0 0-1,-40-40-15,40 40 0,0 1 16,-40-41-16,80 0 31,0 0-31,-40-41 16,80 41-16,-40 0 15,0-40-15,0 40 0,1 0 0,-1 0 16,0-40-16,0 40 0,0 0 16,0 0-16,0 0 0,0 0 0,1 0 15,-41-40-15,40 40 16,0 0-16,0 0 0</inkml:trace>
  <inkml:trace contextRef="#ctx0" brushRef="#br0" timeOffset="4779.7236">17054 6898 0,'0'40'0,"0"-80"31,40 40-15,40 0-16,-40 0 16,0 0-16,0 0 0,1 0 0,-1 0 0,0 0 15,0 0-15,-40-41 16,40 41-16</inkml:trace>
  <inkml:trace contextRef="#ctx0" brushRef="#br0" timeOffset="5029.7869">17575 6697 0,'0'-40'15,"0"0"1,0 120 31,0-40-32,0 0 1,0 0-16,0 0 0,0 1 0,0-1 16,0 0-16,0 0 0,0 0 0,0 0 15,40 0-15,-40 0 16</inkml:trace>
  <inkml:trace contextRef="#ctx0" brushRef="#br0" timeOffset="5539.6772">19221 6136 0,'0'0'0,"0"40"16,40-40 0,0 0 15,0 0-31,0 0 0,0 0 0,0-40 16,0 40-16,41 0 0,-41 0 0,0 0 0,0 0 15,40 0-15,-40 0 0,1 0 16,-1 0-16,0 0 0,0 0 0,0 0 15,0 0-15,0 0 0</inkml:trace>
  <inkml:trace contextRef="#ctx0" brushRef="#br0" timeOffset="5739.6658">19662 6537 0,'0'40'16,"0"-80"-16,-40 80 0,0 0 15,80-40 1,0 0-16,0 0 16,0 0-16,0 0 0,0 0 0,1 0 0,-1 0 15,40 0-15,-40 0 16,0 0-16,0 0 0,0 0 0,1-40 16</inkml:trace>
  <inkml:trace contextRef="#ctx0" brushRef="#br0" timeOffset="6889.6746">21949 4812 0,'40'0'0,"-40"-40"31,40 40-31,-40-40 15,41 40 1,-41-40-16,40 40 0,-40-40 0,40 40 16,0 0-1,0 0-15,0 0 0,0 0 0,0 0 16,1 0-16,-1 0 0,-40 40 16,40-40-16,-40 40 0,0 0 15,0 0-15,0 0 0,0 0 16,-40 0-1,40 0-15,-40 1 0,40-1 0,-41 0 16,41 0 0,0 0-16,41 0 31,-1-40-15,-40 40-16,40-40 0,0 0 0,0 40 0,0 0 15,0-40-15,-40 41 16,40-41-16,-40 40 0,41-40 0,-41 40 15,0 0 1,-81 0-16,41-40 16,0 40-16,0-40 0,0 0 15,0 40-15,0-40 0,-1 0 0,1 0 0,0 0 16,0 0-16,0 40 0,0-40 0,0 0 16,40-40-1,0-40-15</inkml:trace>
  <inkml:trace contextRef="#ctx0" brushRef="#br0" timeOffset="7159.6218">23273 5213 0,'40'0'31,"1"0"-15,-1 0-16,0 0 15,0 0-15,40 0 0,-40 0 0,0 0 0,1 0 16,-1 40-16,0-40 0,40 0 0,-40 0 0,0 0 16,0 0-16,1 0 15,-1 0-15,0 0 0,0 0 16,-40-40-16,0 0 15</inkml:trace>
  <inkml:trace contextRef="#ctx0" brushRef="#br0" timeOffset="7479.5649">23675 4812 0,'0'0'0,"0"40"78,0 0-62,0 0-16,40 0 15,-40 1-15,0-1 0,0 0 0,0 40 16,40-40-16,-40 40 16,0-40-16,0 1 0,0 39 0,0-40 0,40 0 15,-40 0-15,0 0 0,40 0 16,-40 0-16,0 0 0</inkml:trace>
  <inkml:trace contextRef="#ctx0" brushRef="#br0" timeOffset="8879.4857">26203 4291 0,'40'0'15,"-40"-40"-15,40 40 16,-80 0 47,0 0-32,-1 0 16,1 0-32,40-41 1,-40 41-16,0 0 16,0 0-1,0 0-15,0 0 16,0 41-1,-1-41-15,1 0 32,40 40 124,0 0-156,0 0 16,0 0-16,0 0 15,0 0-15,0 0 0,0 0 16,0 1-1,40-41-15,-40 40 16,41-40-16,-1 0 16,0 0-1,0 0 1,0 0-16,-40 40 16,40-40-16,-40 40 0,40 0 15,-40 0-15,0 0 16,0 0-16,-40-40 15,40 40-15,-80-40 16,40 40-16,0-40 0,0 41 0,-1-41 16,1 0-16,0 0 0,0 40 15,0-40-15,0 0 0,0 0 0,0 0 16,-1 0-16,41-40 0,0-1 16,-40 41-1,40-40-15</inkml:trace>
  <inkml:trace contextRef="#ctx0" brushRef="#br0" timeOffset="9349.4556">25320 5213 0,'0'0'16,"40"0"93,40 0-109,-40 0 0,0 0 16,1 0-16,-1 0 0,0 0 16,40 0-16,0 40 0,-40-40 0,41 0 0,-1 40 15,0-40-15,-40 0 16,41 0-16,-41 0 0,0 40 0,0-40 0,0 0 16,0 0-16,0 0 0,0 0 0,1 0 15,-1 0 1,-80 0 46,-1 0-62</inkml:trace>
  <inkml:trace contextRef="#ctx0" brushRef="#br0" timeOffset="10199.4092">25480 5694 0,'0'0'0,"81"0"109,-41 0-93,0 0-16,0 0 0,0 0 15,0 0-15,0 0 16,0 0-16,1 0 0,-1 0 0,0 0 0,0 0 16,0 0-16,0 0 0,0 0 0,0 0 0,1 0 15,-1 0-15,0 0 16,-40 40 31,-40-40-32,40 41-15,-40-41 16,-1 40 0,1 0-1,0 0-15,0 0 16,0-40-16,0 40 15,0 0-15,0 0 0,-1-40 16,41 40-16,-40-40 16,0 41-16,0-41 15,40 40-15,-40-40 16,80 0 31,40 0-32,-40 0-15,1 0 16,-1 0-16,0 0 0,0 0 0,0 0 0,0 0 16,0 0-16,0 0 15,1 40-15,-1-40 0,0 0 0,0 0 0,0 0 16,0 0-16,0 0 0,-80 0 62,0 0-46,40-40 0,-40 40-16</inkml:trace>
  <inkml:trace contextRef="#ctx0" brushRef="#br0" timeOffset="11099.3583">22551 6657 0,'0'40'0,"0"0"32,-40-40-17,0 0 1,80 0 109,0 0-125,40 0 15,-40 40 1,1-40-16,39 0 0,-40 0 0,0 0 16,0 0-16,40 0 0,-39 0 15,-1 0-15,40 0 0,0 0 0,-40 0 0,41 0 16,-1 0-16,0 0 0,0 0 0,41 0 0,-41 40 16,40-40-16,1 0 15,-1 0-15,41 40 0,-41-40 0,40 0 0,1 41 16,-1-41-16,1 40 0,40-40 15,-41 40-15,1-40 0,39 0 0,-39 0 0,-1 40 16,-39-40-16,39 0 16,-80 0-16,41 0 0,-41 0 0,-40 0 0,40 0 15,-39 0-15,-1 0 0,-40-40 16,-40 40 0,40-40-16,-41 40 46,1 0-14,0 0-17,0 0 1,0-40-16</inkml:trace>
  <inkml:trace contextRef="#ctx0" brushRef="#br0" timeOffset="11779.3149">22431 7178 0,'0'0'16,"0"40"46,0 0-46,0 1-16,0-1 0,0 0 16,0 0-16,0 0 0,0 0 0,0 0 0,0 40 15,0-39-15,0-1 0,0 0 0,0 0 0,0 0 16,0 0-16,0 0 16,0 0-16,0 0 0,0 0 15,0 1-15,40-41 16,0 0-16</inkml:trace>
  <inkml:trace contextRef="#ctx0" brushRef="#br0" timeOffset="12129.3697">23313 7619 0,'-40'0'15,"80"0"48,1 0-63,-1 0 15,0 41-15,0-41 0,0 0 16,0 40-16,0-40 0,0 0 0,1 0 0,-1 0 16,0 0-16,0 0 15,0 0-15,0 0 0,0 0 0,0 0 16,1 0 0,-41-40-1</inkml:trace>
  <inkml:trace contextRef="#ctx0" brushRef="#br0" timeOffset="12879.2532">25039 7339 0,'40'0'0,"-40"-40"0,0-1 47,40 41-47,-80 0 94,0 0-94,0 0 16,0 0-1,-1 0-15,41 41 0,-40-41 16,40 40-16,-40-40 0,40 40 0,-40-40 16,40 40-16,-40-40 15,40 40-15,-40 0 0,40 0 16,-40 0-1,40 0-15,0 1 0,0-1 16,0 0-16,0 0 16,80 0-16,-40 0 0,-40 0 0,40 0 15,0-40-15,-40 40 0,40-40 0,1 40 0,-1-40 16,0 0-16,0 0 16,0 0-16,0 0 0,-40-40 15,40 40 1,-40-40-16,0 0 15,0 0-15,-40 40 16,40-40-16,-80 40 0,40 0 16,0 0-16,0 0 0,-1 0 15,1 0-15,0 0 0,0 0 0,40 40 0,-40-40 16,0 40-16,0-40 0,0 40 16,40 0-16,-41 0 15</inkml:trace>
  <inkml:trace contextRef="#ctx0" brushRef="#br0" timeOffset="13189.311">24236 8542 0,'0'0'0,"-40"0"31,201-40-15,79 0-1,81 0 1,-80 40 15,-40 0-15,-161 0-16,0 40 15,0-40-15</inkml:trace>
  <inkml:trace contextRef="#ctx0" brushRef="#br0" timeOffset="13909.2673">24678 8823 0,'-81'0'31,"162"0"-31,-121 0 16,80 0 0,80 0-1,0 0 16,41-41-15,-81 41 0,-40 0-1,-80 0 48,40 41-63,-40-41 15,0 40-15,0 0 16,0 0 0,0 0-1,40 0-15,-41-40 0,41 40 0,-40 0 0,40 0 16,-40 1-16,0-1 0,40 0 0,-40 0 16,0 0-16,0 0 15,0 0-15,-1-40 31,41 40-31,41-80 32,-1 0-17,0 40-15,0 0 16,-40-40-16,40 40 16,0 0-16,0 0 0,0 0 0,1 0 0,-1-40 15,0 40-15,0 0 16,0 0-16,0 0 0,0 0 31,-80 0 63,0 0-94,40-40 15</inkml:trace>
  <inkml:trace contextRef="#ctx0" brushRef="#br0" timeOffset="14879.1732">28088 6737 0,'41'0'94,"-1"0"-78,0 0-16,40 0 15,-40 0 1,0 0-16,41 0 0,-41 0 0,0 0 16,0 0-16,0 0 0,40 0 15,-40 0-15,1 0 0,-1 40 0,0-40 0,0 0 16,0 0-16,0 0 0,0 0 0,1 0 16,-1 0-1</inkml:trace>
  <inkml:trace contextRef="#ctx0" brushRef="#br0" timeOffset="15119.175">28690 7098 0,'0'0'0,"40"0"78,41 0-78,-41 0 0,0 0 0,0 0 16,0 0-16,0 0 15,1 0-15,-1 0 0,0 0 0,0 0 0,0 0 16,0 0-16,0 0 0,0 0 16</inkml:trace>
  <inkml:trace contextRef="#ctx0" brushRef="#br0" timeOffset="16089.1401">29573 5855 0,'-40'40'16,"80"-40"109,0 0-110,0 0-15,1 0 16,-1 0-16,0 0 16,0 0-16,0 0 0,0 0 0,0-40 15,0 40-15,1 0 0,39-40 0,0 40 0,-40 0 16,40-40-16,1 40 16,-41 0-16,40 0 0,0-41 0,1 41 0,-41 0 15,40 0-15,-40 0 0,40 0 16,-40 0-16,41 0 0,-41 0 0,40 0 0,-40 0 15,40 0-15,-39 0 16,39 0-16,-40 0 0,40 0 0,0 0 0,-39 0 16,39 0-16,0 0 0,0 0 15,1 0-15,-41 0 0,40 0 0,0 0 0,0 0 16,1 0-16,-1 0 0,0 0 0,-40 0 0,41 0 16,-41 0-16,0 0 15,40 0-15,-40 0 0,0 0 0,1-40 0,-1 40 16,0 0-16,0 0 0,0 0 15,0 0-15,0-40 0,0 40 0,1 0 16,-1 0-16,0 0 16,0 0-16,-40 40 15,0 0 17,-40-40 14,40 41-30,-40-41-16,0 0 16,-1 0-1,1 0-15,0 0 0</inkml:trace>
  <inkml:trace contextRef="#ctx0" brushRef="#br0" timeOffset="17049.0829">31018 6296 0,'0'0'15,"0"40"1,-40-40 0,80 0 62,0 0-78,40 0 15,-40 0 1,0 0-16,0 0 0,1 0 0,-1 0 16,0 0-16,0 0 15,0 0-15,0-40 0,0 40 16,0 0-16,1 0 0,-1 0 0,0 0 16,0 0-1,-80 40 32,0-40-31,40 40-16,-40 0 0,-1-40 15,41 40-15,-40-40 0,40 40 0,-40-40 16,40 41-16,-40-41 16,0 40-16,0 0 0,0-40 0,40 40 15,-40-40-15,-1 40 0,1 0 16,0-40-16,0 40 15,80-40 48,0 0-47,0 0-16,1 0 15,-1 0-15,0 0 0,0 0 0,0 0 0,0 0 16,0 0-16,0 0 0,1 0 15,-1 0-15,0 0 0,0 0 0,0 0 0,0 0 16,0 0 0,0 0-16</inkml:trace>
  <inkml:trace contextRef="#ctx0" brushRef="#br0" timeOffset="18019.0279">29734 4852 0,'0'0'0,"0"-40"31,0 0-15,40 40-16,-40-40 0,40 40 16,-40-40-1,40 40-15,-40-40 0,40 40 16,0 0-16,-40-40 15,40 40-15,1 0 0,-41-41 0,40 41 16,0 0-16,0 0 0,0 0 16,0 0-16,0 0 0,0 0 15,-40 41-15,41-41 0,-41 80 0,0-40 16,0 0 0,0 0-16,0 0 0,0 0 0,-41 0 15,41 0-15,-40 1 0,40-1 16,-40-40-16,40 40 0,-40 0 0,0-40 0,40 40 15,-40-40 1,40 40-16,0 0 31,40-40-31,0 0 16,0 0-16,0 0 0,0 0 0,1 0 16,-1 0-1,0 40-15,-40 0 16,0 1-1,-40-1-15,0-40 16,40 40-16,-81-40 16,41 40-16,0-40 0,0 0 0,0 0 15,0 40-15,0-40 0,-1 0 0,1 0 16,0 0-16,0-40 16,0 0-1,40 0 1</inkml:trace>
  <inkml:trace contextRef="#ctx0" brushRef="#br0" timeOffset="18608.9944">30697 4772 0,'40'0'16,"-40"40"-16,40-40 15,40-40 17,-40 40-32,121 0 31,-41-40-16,-80 40 1,0 0 0,-120 40 15,80 0-31,0 0 0,-40 0 16,40 0-1,-40-40-15,40 40 0,0 1 0,-40-41 0,40 40 16,-40 0-16,40 0 15,-40 0-15,-1 0 0,1-40 0,40 40 16,-40-40-16,40 40 16,-40-40-16,0 0 15,40 40-15,40-40 47,0-40-31,0 40-16,0-40 0,1 40 15,-1 0-15,0 0 16,0 0-16,0 0 0,0 0 16,0-40-16,0 40 15,1 0-15,-1 0 16,0 0-16</inkml:trace>
  <inkml:trace contextRef="#ctx0" brushRef="#br0" timeOffset="18848.9878">31579 5173 0,'81'-40'32,"-41"40"-17,-40-40-15,80 40 16,-40-40-16,0 40 0,0 0 0,1 0 15,-1 0-15,0 0 16,0 0-16,0 0 0,0 0 0,0 0 16,0 0-1,-40-40 1</inkml:trace>
  <inkml:trace contextRef="#ctx0" brushRef="#br0" timeOffset="19158.9611">31860 4812 0,'0'0'0,"40"0"47,-40 40 0,0 0-31,0 0-16,0 0 15,0 1-15,0-1 0,0 0 0,0 40 0,0-40 16,0 0-16,0 40 0,0-39 0,0-1 0,0 0 16,0 0-16,41 0 0,-41 0 15,0 0-15,0 0 0,40-40 16</inkml:trace>
  <inkml:trace contextRef="#ctx0" brushRef="#br0" timeOffset="19908.9189">32904 4652 0,'0'0'0,"0"-40"31,0-1 1,-40 41-17,-1 0-15,1 0 16,0 0-16,40 41 16,-40-41-16,0 0 0,0 0 0,0 0 15,-1 40-15,1-40 16,0 0-16,0 0 15,80-40 48,0 40-32,-40 80 0,0-40-31,0 0 0,0 0 16,0 0 0,0 0-1,0 0-15,40-40 16,1 0 0,-41 40-16,40-40 0,0 0 15,0 0 1,0 0-16,0 0 15,-40 41 1,0-1-16,0 0 16,0 0-16,0 0 0,-40 0 15,40 0-15,-40-40 0,40 40 0,-40-40 16,0 40-16,0-40 0,-1 41 0,1-41 0,0 0 16,0 40-1,0-40-15,0 0 0,0 0 0,0 0 0,-1 0 16,1 0-16,0-40 15,0 40-15</inkml:trace>
  <inkml:trace contextRef="#ctx0" brushRef="#br0" timeOffset="20938.8577">30135 7178 0,'-40'0'0,"0"0"32,80 0 77,-40 40-109,40-40 16,0 0-16,0 0 15,0 0-15,0 0 0,1 0 0,-1 0 16,0 0-16,40 0 0,-40 0 0,0 0 0,41 0 16,-41 0-16,40 0 0,0 0 15,-40 0-15,41 0 0,-1 0 0,-40 0 0,40 0 16,0 0-16,1 0 15,-1 0-15,0 0 0,0 0 0,1 0 0,-1 0 16,0 0-16,0 0 0,1 0 16,-1 40-16,0-40 0,0 0 0,-39 0 0,39 0 15,-40 0-15,40 0 0,-40 0 0,0 0 16,1 0-16,-1 0 16,0 0-16,0-40 15,0 40 1,-80 0 109,0 0-110,0 0-15,0 0 0,-1 0 0,1 40 16</inkml:trace>
  <inkml:trace contextRef="#ctx0" brushRef="#br0" timeOffset="22988.6635">29814 7740 0,'0'0'0,"0"-40"15,0 0 32,40 40-31,0 0 15,0 0-31,0-41 0,1 41 16,-1 0-16,0 0 0,0 0 0,0 0 15,0 0-15,0 0 16,0 0-16,1 41 0,-1-41 0,0 0 16,0 0-16,0 0 15,0 0-15,-40-41 0,-40 41 78,40 41-78,0-1 16,-40-40-16,40 40 16,-40-40-16,0 40 0,0 0 15,-1-40-15,41 40 0,-40-40 16,40 40-16,-40-40 0,0 40 0,0 0 15,0 0 1,0 1-16,0-41 16,40 40-16,40-40 47,0 0-16,0 0-31,0 0 15,0 0-15,0 0 0,0 0 16,1 0-16,-1 0 16,0 0-16,0 0 0,0 0 15,0 0-15,0 0 0,0 0 16,1 0-16,-1 0 16</inkml:trace>
  <inkml:trace contextRef="#ctx0" brushRef="#br0" timeOffset="23208.6511">30817 8020 0,'0'0'0,"40"0"31,0 0-15,0 0-1,1 0-15,-1 0 0,0 0 0,0 0 16,0 0-16,0 0 16,0 0-16,0 0 0,1 0 15</inkml:trace>
  <inkml:trace contextRef="#ctx0" brushRef="#br0" timeOffset="23678.6983">31860 7860 0,'-40'-40'16,"80"80"-16,-120-160 16,40 120 30,0 40-14,0-40-32,40 40 0,-40 0 0,-1-40 15,41 40-15,0 0 0,-40-40 0,40 40 16,0 0 0,0 1-16,40-1 0,1 0 15,-1-40 1,0 0-16,-40 40 0,40-40 0,0 0 15,0 0-15,0 0 16,0 0-16,1-40 0,-41 0 16,-41 40 15,41-40-31,-40 40 0,-40 0 16,40 0-16,0 0 15,0 0-15,0 0 0,-1 40 16,1-40-1,40 40-15,-40 0 0,0-40 16</inkml:trace>
  <inkml:trace contextRef="#ctx0" brushRef="#br0" timeOffset="24218.6667">29774 8582 0,'0'0'0,"40"0"47,-40-40-47,40 40 32,0 0-32,0 0 15,0 0-15,1 0 16,39 0-16,-40 0 0,0 0 0,40 0 0,1 0 15,-1 0-15,0 0 0,0 0 16,1 0-16,39 0 0,-40 0 0,0 0 0,1 0 16,39 0-16,-40 0 0,1 0 0,-41 0 0,40 0 15,0 0-15,-40 0 16,41 0-16,-41 0 0,0 0 0,40 0 0,-40 0 16,0 0-16,0 0 0,1 0 15,-1 0-15,-80 0 63,-1 0-48</inkml:trace>
  <inkml:trace contextRef="#ctx0" brushRef="#br0" timeOffset="25038.619">30616 8943 0,'-40'-40'32,"40"0"-17,40 40 16,1 0-31,-1 40 16,0-40-16,0 0 16,0 0-16,0 0 0,0 0 15,0 0-15,1-40 16,-1 40-16,0 0 0,0 0 16,0 0-16,-40-40 46,0 80-30,0 0 0,-40-40-16,40 40 0,-40-40 15,40 40-15,-40-40 0,40 40 0,-40-40 0,40 40 16,-41-40-16,41 40 16,-40-40-16,40 40 0,-40-40 0,0 41 0,0-1 15,0-40-15,40 40 16,-40-40-16,40 40 0,-40-40 0,-1 40 31,82-40 16,-1 0-47,0 0 16,0 0-1,0 0-15,0 0 0,0 0 0,0 40 16,1-40-16,-1 0 0,0 0 15,0 0-15,0 0 0,0-40 0,0 40 16,0 0 0,1 0-1,-41 40 32,-81-40-47,41 0 16,0 0-16,0 0 15</inkml:trace>
  <inkml:trace contextRef="#ctx0" brushRef="#br0" timeOffset="26218.4982">1404 9585 0,'0'0'0,"0"-41"0,0 1 0,41 40 15,-41-40-15,-41 40 32,41 40-1,41-40-31,-41 81 0,0-41 16,0 0-16,0 40 0,0-40 15,0 0-15,0 40 0,0-39 0,0-1 0,0 40 16,-41-40-16,41 0 15,0 0-15,0 0 0,0 0 0,-40 0 0,40 1 16,0-1-16,0 0 16</inkml:trace>
  <inkml:trace contextRef="#ctx0" brushRef="#br0" timeOffset="26698.5226">1404 10106 0,'0'0'0,"41"0"15,39-40 1,80 40 15,-79 0-31,159 0 16,-200 0-16,1 0 0,79 0 15,-80 0-15,40-40 32,-40 40-32,-40-40 15,0-41 1,0-39 0,0 80-16,0-80 31,-40 120-31,40-40 0,-40-1 15,40 1 1,0 80 0,0 41-1,0-41-15,0 0 16,0 0-16,0 0 0,0 0 0,0 40 0,0-39 16,0-1-16,-40 0 0,40 40 15,0-40-15,0 0 0,0 0 0,0 0 0,0 0 16,0 1-16,0-1 15,0 0-15,0 0 0,0 0 16,40-40 0,0 0-16</inkml:trace>
  <inkml:trace contextRef="#ctx0" brushRef="#br0" timeOffset="26998.505">2849 9665 0,'0'-40'15,"0"80"-15,0-120 0,-40 80 16,40 40 0,0 80-1,-40 161 16,40-201-31,0-40 0,0 120 32,0-119-32,0-1 0,0 0 15,0 0-15,80 0 16,-40-40-16,0 0 16</inkml:trace>
  <inkml:trace contextRef="#ctx0" brushRef="#br0" timeOffset="27538.4739">3330 10066 0,'-40'-40'16,"40"0"-16,40 0 31,41 40-15,-41 0-16,40-41 15,41 41 17,-41-40-17,-40 40 1,-40 40 31,-40-40-47,40 41 15,-40-41 1,0 40-16,-1-40 0,41 40 16,-40-40-16,0 0 0,40 40 0,-40-40 15,0 40-15,0-40 16,40 40-16,-40-40 0,-1 40 0,41 0 0,-40-40 16,40 40-16,-40-40 15,40 40-15,-40 1 0,40-1 16,40-40 31,0 0-32,0 0-15,1 0 0,-1 0 16,0 0-16,0 0 16,0 0-16,0 0 0,0 0 0,1 0 15,-1 0 1,0 0-16</inkml:trace>
  <inkml:trace contextRef="#ctx0" brushRef="#br0" timeOffset="27838.4574">4213 9825 0,'-40'-40'32,"40"0"-32,40 40 15,0 0-15,1 0 16,-41 80-16,80-80 16,-80 40-16,40 0 0,-40 1 0,0-1 0,0 0 15,40 0-15,-40 0 0,0 0 16,0 0-16,0 0 0,0 0 0,-80 0 0,80 1 15,0-1-15,-40 0 16,40 0-16,-81-40 0,81 40 0,-40 0 16,0-40-16,0 40 0,0-40 15</inkml:trace>
  <inkml:trace contextRef="#ctx0" brushRef="#br0" timeOffset="28258.4318">5457 10146 0,'-40'0'0,"80"0"0,-80-40 31,40 0-31,40 40 16,40-40-1,121 0 17,-121 40-32,1 0 0,119 0 15,-120 0-15,-39 0 32,-1 0-32</inkml:trace>
  <inkml:trace contextRef="#ctx0" brushRef="#br0" timeOffset="28458.4211">5658 10507 0,'-40'0'0,"80"0"0,-120 0 31,80-40-31,80 0 16,0 40-16,81-40 15,-81 40-15,-40 0 0,40 0 32,-40 0-32,41 0 0</inkml:trace>
  <inkml:trace contextRef="#ctx0" brushRef="#br0" timeOffset="29198.3771">7183 9544 0,'-41'0'0,"41"-40"15,0 0 1,41 40 0,-41-40-16,40 40 0,0-40 15,0 40-15,0-40 16,0 40-16,0 0 0,1-40 0,-1 40 16,0 0-1,0 0-15,0 40 16,-40 0-16,0 0 15,0 0-15,0 0 0,0 0 0,0 1 0,0-1 16,-40 0-16,40 0 16,-40 0-16,40 0 0,-40 0 0,0 0 0,-1 0 15,41 1-15,-40-41 0,40 40 16,-40-40-16,80 0 47,0 0-47,1 0 0,-1 0 15,0 0-15,0 0 16,0 40-16,-40 0 0,40-40 16,-40 40-16,0 0 0,0 0 0,0 0 15,0 0 1,-40 0-16,40 1 0,-40-41 0,40 40 0,-80 0 16,40-40-16,40 40 0,-41-40 15,1 0-15,0 40 0,0-40 0,0 0 16,0 0-16,0 0 15,-1 0-15,1-40 0,40 0 16,-40 0 0,40 0-16,0-1 0</inkml:trace>
  <inkml:trace contextRef="#ctx0" brushRef="#br0" timeOffset="29808.2699">8065 9705 0,'-40'0'15,"80"0"-15,-40 0 31,41-40-15,199 40 0,-159-40-1,-41 40-15,80 0 16,-80 0-16,0 0 0,0 0 16,1 0 15,-41 40-16,0 0 1,-41 0 0,1 0-16,0 0 0,0 0 15,0-40-15,0 40 16,40 1-16,-40-41 0,0 40 0,-1-40 0,1 40 16,0 0-16,0-40 15,0 40-15,40 0 0,-40-40 0,0 40 0,0-40 16,40 40-1,-41-40-15,41 40 0,41-40 47,-41-40-31,80 40 0,-40 0-16,0 0 0,0 0 0,0 0 15,0 0-15,1 0 0,-1 0 16,0 0-16,0 0 0,0 0 0,0 40 0,0-40 15,0 0-15,1 0 16,-1 0-16</inkml:trace>
  <inkml:trace contextRef="#ctx0" brushRef="#br0" timeOffset="30058.3286">9189 10146 0,'0'0'0,"-40"0"0,80 0 32,80-40-17,-80 40-15,161 0 16,-121 0-16,-40 0 0,81 0 16,-81 0-16,40 0 15,-40 0-15,41 0 16,-41 0-1,0 0-15</inkml:trace>
  <inkml:trace contextRef="#ctx0" brushRef="#br0" timeOffset="30328.2364">9630 9865 0,'-40'-40'32,"40"0"-32,0 0 0,0 80 47,0 0-47,0 0 0,0 0 15,0 1-15,0-1 0,0 0 16,0 0-16,0 0 0,0 0 0,0 0 0,0 40 15,0-40-15,0 1 16,0-1-16,0 0 0,0 0 0,0 0 0,0 0 16,0 0-16,40-40 0</inkml:trace>
  <inkml:trace contextRef="#ctx0" brushRef="#br0" timeOffset="31028.2715">10874 9585 0,'0'-41'31,"40"41"-31,-120-40 47,0 40-47,40 0 16,0 0-16,-1 0 15,1 0-15,0 0 0,0 0 0,0 0 16,0 0-1,0 0-15,0 0 16,80 0 47,-40 40-48,0 1 1,0-1-16,0 0 0,0 0 0,0 0 15,0 0 1,0 0-16,0 0 0,0 0 0,-40 1 0,40-1 16,0 0-16,0 0 0,0 0 15,80-40 1,-40 0-16,0 0 16,-40-40-16,40 40 15,0 0-15,0 0 0,1 0 16,-1 0-16,0 40 15,-40 0-15,40-40 16,-40 40-16,0 0 16,0 0-16,-40-40 15,40 40-15,-80-40 0,39 41 16,-39-41-16,40 0 0,0 0 16,0 0-16,0 0 0,0 0 0,-1 0 0,-39 40 15,40-40-15,0 0 16,0 0-16,0 0 0,0 0 0</inkml:trace>
  <inkml:trace contextRef="#ctx0" brushRef="#br0" timeOffset="31778.1521">7704 11149 0,'-40'-40'31,"0"-1"-31,40 1 16,0 0-1,0 0 1,40 40 31,0 0-31,0 0-16,1 0 15,-1 0 1,0 0-16,0 0 0,0 40 15,0-40-15,40 0 0,-39 40 16,-1-40-16,40 0 0,-40 0 0,40 40 0,1-40 16,-1 0-16,0 0 0,0 0 0,1 0 0,39 41 15,-40-41-15,41 0 16,-41 0-16,40 0 0,-40 0 0,41 0 0,-41 0 16,0 0-16,1 40 0,39-40 15,-40 0-15,-40 40 0,41-40 0,-41 0 0,40 40 16,-40-40-16,0 0 15,0 0-15,0 40 0,1-40 0,-1 0 16,-80 0 31,40-40-31,-41 40 15</inkml:trace>
  <inkml:trace contextRef="#ctx0" brushRef="#br0" timeOffset="32508.1114">8386 11630 0,'-40'0'31,"80"0"-31,-40-40 15,41 40 1,-41-40-16,160 40 16,-120-40-16,0 40 0,0 0 15,161 0 1,-40 0 15,-81 0-15,-80 40 46,-40-40-62,40 40 0,-40-40 16,40 40-16,-41 0 16,1 0-16,40 0 0,-40-40 15,0 40-15,40 0 0,-40 1 16,0-41-16,40 40 0,-40 0 0,0-40 0,-1 40 15,1 0-15,0 0 16,0-40-16,40 40 0,-40-40 0,40 40 16,-40-40-16,80 0 47,0 0-32,-40-40-15,80 40 0,-40 0 16,1 0-16,-1 0 0,0 0 15,0 0-15,0 0 0,0 0 0,0 0 0,0 0 16,1 0-16,-1 0 0,0 0 0,0 0 16,-40-40 31,-40 40-47,40-40 15</inkml:trace>
  <inkml:trace contextRef="#ctx0" brushRef="#br0" timeOffset="32988.0948">11035 10828 0,'40'0'62,"0"0"-62,0 40 0,0 0 16,0 0-16,1 0 0,-1 0 15,0 0-15,0 1 0,0-1 0,0 0 0,0 0 16,-40 0-16,40 0 0,1 0 0,-1 0 0,-40 0 16,40-40-16,0 41 15,0-1-15,0-40 16</inkml:trace>
  <inkml:trace contextRef="#ctx0" brushRef="#br0" timeOffset="33328.0629">11797 10828 0,'0'0'0,"0"40"47,-40-40-47,0 0 15,40 40-15,-40-40 0,40 40 16,-40-40-16,0 40 16,-1 0-16,1 0 0,40 1 0,-40-1 0,0 0 15,0 0-15,40 0 0,-40 0 16,0 0-16,40 0 0,-40 0 0,40 1 15,-41-1 1,41 0-16,-40 0 0,40 0 16,-40-40-16</inkml:trace>
  <inkml:trace contextRef="#ctx0" brushRef="#br0" timeOffset="34238.0843">12800 10106 0,'0'40'0,"40"-40"31,41 0-15,-41 0-16,0-40 15,0 40-15,0 0 16,0-40-16,0 40 0,1 0 0,-1 0 0,0 0 16,0 0-16,0 0 0,0 0 15,0 0 1,-80 0 46,40 40-46,-40-40-16,0 0 0,40 40 16,-40 0-1,0 0-15,0-40 0,40 40 0,-41 0 16,41 1-16,-40-41 0,0 40 16,40 0-16,-40-40 0,0 40 0,40 0 0,-40-40 15,40 40-15,0 0 16,-40-40-16,80 0 94,0 0-94,0 0 15,0 0-15,0 0 0,0 0 0,1 0 0,-1 0 16,0 40-16,0-40 15,0 0-15,0 0 0,0 0 0,0 40 0,1-40 16,-1 0-16,0 0 0,-80 0 63</inkml:trace>
  <inkml:trace contextRef="#ctx0" brushRef="#br0" timeOffset="34707.9822">12640 11149 0,'0'0'15,"-40"0"1,40 40 0,40-40-1,40 0 1,0 0 0,-40 0-16,81 0 31,-81 40-31,0-40 0,40 0 0,41 0 15,-81 0-15,241 0 16,-201 0-16,0 40 0,121-40 16,-121 0-16,161 0 31,-201 40-31,0-40 0,40 0 16,-120 40 30,0-40-14,0 0-32</inkml:trace>
  <inkml:trace contextRef="#ctx0" brushRef="#br0" timeOffset="35438.0146">12720 11790 0,'-40'0'16,"80"0"-16,-120 0 15,120 0 1,0 0 0,-40-40-16,40 40 0,0 0 15,0 0 1,1 0-16,-1 0 0,0 0 0,0 0 15,40 0-15,-40 0 16,0 0-16,1 0 0,-1 0 0,0 0 0,0 0 16,0 0-16,0 0 0,0 0 0,0 0 15,-80 0 32,0 0-47,40 40 16,-40-40-16,40 40 15,-40-40-15,40 41 0,-40-41 0,40 40 0,-40 0 16,0-40-16,40 40 0,-41 0 0,1 0 0,0 0 16,0 0-16,40 0 0,-40-40 15,0 41-15,40-1 0,-40 0 0,40 0 0,-40-40 16,40 40-16,-41-40 16,1 40-16,0-40 15,120 0 48,-39 0-48,-41-40-15,40 40 16,0 0-16,0 0 0,0 0 0,0 0 16,0 0-16,0 0 15,1 0-15,-1 0 0,0 0 0,0 0 16,0 0-1,0 0-15,0 0 16</inkml:trace>
  <inkml:trace contextRef="#ctx0" brushRef="#br0" timeOffset="35727.9258">13964 12031 0,'0'40'16,"0"-80"-1,80 40-15,-40 0 16,0-40-1,1 40-15,-1 0 0,0-40 0,0 40 16,0 0-16,0 0 0,0 0 0,0 0 0,1 0 16,-1 0-16,0 0 15,0 0-15</inkml:trace>
  <inkml:trace contextRef="#ctx0" brushRef="#br0" timeOffset="36247.8952">15208 11670 0,'0'-40'16,"0"0"-1,-40 40 17,0 40-17,40 0 1,-40 0-16,-1-40 0,41 40 15,-40-40-15,40 40 0,0 0 16,0 1-16,-40-1 0,40 0 0,0 0 16,0 0-16,0 0 0,0 0 0,0 0 0,40 0 15,0 1 1,-40-1-16,41-40 0,-41 40 0,80-40 0,-80 40 16,40-40-16,0 0 0,0 0 15,0 0-15,0 0 0,1-40 0,-1 0 16,-40 0-1,0-1-15,0 1 0,-40 0 16,-1 40-16,1 0 0,0 0 16,0 0-16,0 0 0,0 0 15,0 0-15,0 0 0,-1 40 0,1-40 0,40 40 16,-40-40-16,40 41 16,-40-41-16,40 40 0,-40 0 0</inkml:trace>
  <inkml:trace contextRef="#ctx0" brushRef="#br0" timeOffset="48637.2472">29774 6978 0,'0'40'15,"-40"-40"-15,0 0 125,40-40-125,40 80 157,0 0-126,0-40-31,0 40 16,0-40-1,-40 40-15,40-40 0,0 0 16,1 0-1,-1 0-15,0 0 0,0 0 0,0 0 16,0 0-16,0 0 0,0 0 0,1 0 16,-1 0-1,0 0-15,0 0 0,0 0 16,0 0 0,0 0-1,0 0 1,1 0-16,-1 0 0,0 0 15,0 0-15,0 0 0,0 0 16,0 0-16,0 0 16,1 0-16,-1 0 0,0 0 0,0 0 0,0 0 15,0 0 1,0 0-16,0 0 16,1 0 15,-41 40-16,40-40-15,0 0 0,0 0 16,0 0-16,0 0 0,0 0 16,0 0-1,1 0-15,-41 40 0,40-40 0,0 0 16,0 0 0,0 0-16,0 0 15,0 0 1,0 0-1,41 0 17,-41 0-32,0 0 15,0 0 1,-40 40-16,40-40 0,0 0 16,0 0-1,1 0-15,-1 0 16,0 0-16,0 0 15,0 0-15,0 0 0,0 0 0,0 0 16,1 0-16,-1 0 0,0 0 16,0 0-1,-40-40-15,40 40 16,0 0 0,0 0 15,1 0-31,-1 0 15,0 0-15,0 0 0,0 0 32,0 0-17,0 0 1,0 0 0,1 0-16,-1 0 15,0 0-15,0 0 16,0 0-1,0 0 64,0 0-48,0 0-16,1 0 1,-1 0 203,0 0-204,0 0-15,-80 0 250,0 0-250,0 40 16,-1-40 0,1 0-16,0 0 15,0 0 1,0 0 0,0 0-16,0 0 15,0 0-15,-1 0 16,1 0-16,0 0 15,0 0-15,0 0 16,0 0-16,0 0 31,0 0-15,-1 0 0,1 0-16,0 0 31,0 0-31,0 0 15,0 0-15,0-40 16,-1 40 0,41-40-1,-40 40 1,0 0 0,0 0-1,0 0-15,0 0 31,0 0-31,0 0 16,-1 0-16,1 0 16,0 0-1,0 0-15,0 0 32,0 0-1,40-40-31,-40 40 15,0 0-15,-1 0 16,1 0 0,0 0-16,0 0 15,0 0 1,0 0 15,0 0-15,0 0-1,-1 0-15,1 0 16,0 0-16,0 0 31,0 0-31,0 0 16,0 0-16,0 0 16,-1 0-16,1 0 0,40-40 15,-40 40-15,0 0 16,0 0-16,0 0 15,0 0-15,0 0 16,-1 0 0,1 0-1,0 0 1,0 0-16,0 0 16,0 0-1,0 0-15,0 0 16,-1 0-1,1 0 1,0 0-16,0 0 16,0 0-1,0 0-15,0 0 32,0 0-1,-1 0-31,1 40 15,0-40-15,0 0 32,0 0-32,0 0 0,0 0 15,0 0 1,40-40 15,-41 40-15,1 0-1,0 0 1,0 0 15,0 0 1,0 0-1,0 0-16,0 0 1,40-40 0,-41 40 31,1 0-16,0 0 141,0 0-94,0 0-47,0 0 0,0 0-15,0 0 15,40 40 344,-41-40-375</inkml:trace>
  <inkml:trace contextRef="#ctx0" brushRef="#br0" timeOffset="57006.7049">18097 10788 0,'40'0'16,"-40"-40"0,40 40 15,0 0-16,-40-40 1,41 40-16,-1 0 0,0 0 0,0 0 16,0-41-16,0 41 15,0 0-15,41 0 0,-41 0 0,0 0 0,0 0 16,40 0-16,-40 0 16,0 0-16,1 0 0,-1 0 0,0 0 15</inkml:trace>
  <inkml:trace contextRef="#ctx0" brushRef="#br0" timeOffset="57276.6796">18579 11309 0,'0'0'16,"40"-40"15,80 0-15,41 0-1,-41 40 17,40 0-17,-119 0-15</inkml:trace>
  <inkml:trace contextRef="#ctx0" brushRef="#br0" timeOffset="58246.6471">20826 10186 0,'0'-40'16,"40"40"-16,-40-40 15,0 0 1,0 0-16,40 40 0,-40-40 0,40 0 16,40-1-1,-40 41-15,0-40 0,1 40 16,-1 0-16,0 0 0,0 0 15,0 40 1,0 1-16,0-1 0,-40 0 16,0 0-16,0 0 15,0 0-15,0 0 0,0 0 0,-40-40 16,40 40-16,0 0 16,-80 1-16,80-1 0,-40 0 15,0 0 1,80-40 31,0 0-47,0 0 0,0 40 15,0-40-15,0 40 16,1-40-16,-41 40 0,40 0 16,0-40-1,-40 40-15,0 1 0,-80-1 16,39 0-16,-39-40 0,80 40 15,-80-40-15,40 40 0,0-40 16,0 0-16,-1 40 0,1-40 0,0 0 31,40 40-31,-40-40 0,40-40 32,40 0-32</inkml:trace>
  <inkml:trace contextRef="#ctx0" brushRef="#br0" timeOffset="58926.6073">22110 10306 0,'0'0'0,"-40"0"16,80 0 47,0 0-48,0 0-15,0 0 16,0 0-16,0-40 0,0 40 0,1 0 0,-1 0 15,0 0-15,0-40 0,0 40 0,0 0 0,0 0 16,0 0-16,1-40 16,-1 40-16,0 0 0,0 0 15,0 0 1,-40 40 31,-40-40-47,0 40 15,0 0 1,0 1-16,-1-1 0,1-40 0,40 40 16,-40-40-16,0 40 15,40 0-15,-40-40 0,0 40 0,0 0 0,40 0 16,-40-40-16,40 40 16,40-40 62,0 0-78,0 0 15,0 0-15,0 0 16,0 0-16,0 0 0,1 0 0,-1 0 16,0 0-16,0 0 0,0 0 15,0 0-15,0 0 0,0 0 16,1 0-16,-1 0 15,-40-40 1</inkml:trace>
  <inkml:trace contextRef="#ctx0" brushRef="#br0" timeOffset="59166.5783">23273 10587 0,'0'0'0,"40"40"15,41-40 1,79-40 0,-80 40-1,-39 0-15,119-40 16,-120 40-16,0 0 0,41 0 31,-41 0-31,40 0 16,-40 0-16,0 0 0</inkml:trace>
  <inkml:trace contextRef="#ctx0" brushRef="#br0" timeOffset="59506.5579">23755 10306 0,'0'-40'0,"0"0"31,0 80 16,40-40-47,-40 40 0,0 1 15,40-1 1,-40 0-16,0 0 0,0 0 0,0 0 16,0 0-16,0 0 0,0 0 15,0 1-15,0-1 0,0 0 0,0 0 16,0 0-16,40 0 16,-40 0-16,40 0 0</inkml:trace>
  <inkml:trace contextRef="#ctx0" brushRef="#br0" timeOffset="60206.574">24959 10266 0,'40'-40'31,"-40"0"-31,0 0 16,40 40-16,-80 0 62,-41 0-62,41 0 16,0 0 0,0 0-16,0 0 0,0 0 15,0 0 1,0 0-16,-1 0 16,41 40 77,41 0-93,-41 0 0,0 0 0,0 1 16,0-1 0,0 0-16,0 0 0,0 0 0,0 0 15,0 0 1,40-40-16,-40 40 0,40-40 0,0 0 15,0 0-15,0 0 0,0 0 16,0 0 0,1 0-16,-1 0 0,0 0 15,0 0 1,-40 40-16,0 1 16,0-1-1,-40 0-15,0-40 0,0 40 16,-1-40-16,1 40 0,0-40 0,0 40 0,-40-40 15,40 40-15,0-40 0,-1 0 16,1 40-16,0-40 0,0 40 0,0-40 16,40 40-16,-40-40 15</inkml:trace>
  <inkml:trace contextRef="#ctx0" brushRef="#br0" timeOffset="60996.471">21387 11670 0,'-40'0'16,"80"0"-16,-80-40 47,80 40-16,0 0 16,-40-40-47,41 40 0,-1 0 16,0 0-16,0 0 0,0 0 0,0 0 0,0 0 15,41 0-15,-41 0 16,0 0-16,0 0 0,0 0 0,40 40 0,-39-40 15,39 0-15,-40 40 0,40-40 0,-40 0 0,41 0 16,-1 0-16,0 0 0,0 40 16,1-40-16,-1 0 0,40 0 0,-40 0 0,41 0 15,-41 0-15,40 0 16,-39 0-16,39 0 0,-40 0 0,1 0 0,-1 0 16,40 40-16,-80-40 0,41 0 15,-1 0-15,-40 0 0,0 0 0,0 0 0,0 0 16,0 0-16,1 0 0,-41-40 0,40 40 15,-40-40 1,0 0 0,-40 40 15,40 40-15,-41-40-16,41 40 0,-40-40 0</inkml:trace>
  <inkml:trace contextRef="#ctx0" brushRef="#br0" timeOffset="61746.4321">21347 12552 0,'0'-40'31,"40"40"32,0 0-63,1 0 0,-1 0 0,-40-40 16,40 40-16,0 0 0,0 0 15,0-40-15,0 40 0,0 0 0,1 0 0,-1 0 16,0 0-16,0 0 0,0 0 0,0 0 0,0 0 15,1 0 1,-82 40 31,41 0-31,0 0-16,-40 0 0,0 1 15,40-1-15,0 0 0,-40-40 16,40 40-16,-40 0 0,0 0 0,0 0 0,40 0 15,-41 0-15,1 1 0,0-1 0,40 0 0,-40 0 16,0 0-16,0 0 16,40 0-16,-40-40 0,40 40 0,-40 0 15,40 0 1,-41-40-16,82 0 47,-1-40-47,0 40 15,0 0-15,0 0 16,0 0-16,0 0 0,0 0 16,1 0-1,-1 0-15,0 0 0,0 0 16,0 0 0,0 0-16</inkml:trace>
  <inkml:trace contextRef="#ctx0" brushRef="#br0" timeOffset="62046.4674">22511 13234 0,'0'0'16,"-40"-40"-1,80 0 1,40 40-16,41 0 16,-81 0-16,0 0 0,40 0 15,-40 0 1,0 0 0,0 0-16,81 0 15,-81 0-15,0 0 0,40 0 16,1 0-16</inkml:trace>
  <inkml:trace contextRef="#ctx0" brushRef="#br0" timeOffset="62646.4333">24116 12552 0,'0'-40'16,"0"80"-16,-40-80 0,0 0 31,0 40-15,-1 40-1,-39 81 1,40-81-16,40 0 0,-40 120 31,40-120-31,0 0 0,120 81 16,-120-81-16,121 80 15,-81-80-15,0-40 0,0 0 32,0 0-32,0 0 0,-40-40 0,40 0 31,-40 0-31,41 40 0,-41-80 15,-81 80-15,41 0 0,0 0 32,0 0-32,0 0 0,40 40 0,-80 0 31,-1 40-15,81-40-1,0 0-15</inkml:trace>
  <inkml:trace contextRef="#ctx0" brushRef="#br0" timeOffset="63186.4037">25440 11550 0,'40'0'32,"0"0"-17,1-40 1,-1 40-16,0 0 0,0 0 16,0 0-16,0 0 15,0 0-15,0 0 0,1 0 0,-1 0 16,0 0-16,0 0 0,0 0 0,0 0 0,0 0 15,0 0 1</inkml:trace>
  <inkml:trace contextRef="#ctx0" brushRef="#br0" timeOffset="63406.3916">25761 12111 0,'-80'0'16,"160"0"-16,-120 0 16,120 0-1,-40-40 1,1 40-16,119-40 16,-120 40-16,0 0 0,0-40 15,1 40-15,-1-40 0,40 0 16</inkml:trace>
  <inkml:trace contextRef="#ctx0" brushRef="#br0" timeOffset="64136.3483">26885 10587 0,'40'-40'32,"0"0"-17,0 40 1,-40-40-16,40 40 0,0 0 15,0 0-15,1 0 0,-1 40 16,0 0 0,0 0-16,-40 0 0,0 0 15,0 1 1,-40-1-16,40 0 0,-40-40 16,40 40-16,-40 0 0,-1-40 15,1 40-15,0-40 0,40 40 16,-40-40-16,120 0 31,-40-40-15,1 40-1,-1 0-15,0 0 16,0 0 0,-40 40-16,40-40 0,-40 40 0,0 0 15,0 0-15,40 1 0,-40-1 16,0 0-16,0 0 0,-80 0 15,80 0-15,-40-40 0,40 40 0,-40-40 16,0 0-16,-1 40 16,1-40-16,0 0 0,0 0 15,0 0-15,0 0 16,40-40-16,-40 40 0,40-40 0,0 0 16,0 0-1,0 0-15</inkml:trace>
  <inkml:trace contextRef="#ctx0" brushRef="#br0" timeOffset="65106.2894">28289 10547 0,'-40'0'15,"120"0"17,0 0-17,-39 0 1,-1 0-16,0-40 0,0 40 16,0 0-16,0 0 0,0 0 15,0 0-15,1-40 0,-1 40 16,0 0-16,0 0 15,0 0 1,-80 40 31,40 0-47,-40 0 16,40 0-16,-40-40 15,0 40-15,-1 1 0,1-1 16,40 0-16,-40 0 0,0 0 0,0 0 0,0-40 15,40 40-15,-40 0 16,0 0-16,40 0 0,-41-40 0,41 41 0,-40-41 16,40 40-16,40-40 62,1 0-46,-1 0-16,0 0 0,0 0 0,0 0 15,0 0-15,0 0 0,0 0 0,1 0 16,-1 0 0,0 0-16,0 0 15,0 0 1</inkml:trace>
  <inkml:trace contextRef="#ctx0" brushRef="#br0" timeOffset="65486.2675">28169 11590 0,'-121'40'15,"81"-40"-15,80 0 31,0 0-15,1 0-16,-1 0 16,0 0-16,0 0 0,0 0 15,0 0 1,40 0-16,-39 0 0,-1-40 0,40 40 0,0 0 16,-40 0-16,41 0 0,-1 0 15,-40 40-15,40-40 0,-40 0 0,41 0 0,-41 40 16,0-40-16,0 0 0,0 0 0,0 0 15,-80 0 32,0 0-31,0 0 0</inkml:trace>
  <inkml:trace contextRef="#ctx0" brushRef="#br0" timeOffset="66536.1317">27527 12352 0,'0'-40'15,"40"0"16,0 40-15,0 0 0,40 0-16,-40 0 0,1 0 15,-1 0-15,0 0 0,0 0 16,0 0-16,0 0 0,0 0 16,0 0-1,1 0-15,-82 0 78,1 0-62,0 0 0,40 40-16,-40-40 15,0 0-15,40 40 0,-40-40 0,40 40 0,-40-40 16,40 40-1,-40 0-15,40 0 0,-41 0 16,41 0-16,-40 1 0,0-41 16,40 40-16,-40 0 0,40 0 0,0 0 0,-40 0 15,40 0-15,0 0 16,-40 0-16,40 1 0,-40-1 16,40-80 15,40 40-31,-40-41 15,40 1 1,0 40-16,-40-40 0,40 40 0,0-40 16,0 40-16,1 0 15,-1 0-15,0 0 0,0 0 16,0 0 0,0 0-16,0 40 0,0-40 15,1 40 1,-1-40-16</inkml:trace>
  <inkml:trace contextRef="#ctx0" brushRef="#br0" timeOffset="66796.1916">28450 12673 0,'0'-40'63,"40"40"-63,0 0 16,0 0-16,0 0 0,0 0 15,0 0-15,0 0 0,1 0 16,-1 0-1,0 0-15</inkml:trace>
  <inkml:trace contextRef="#ctx0" brushRef="#br0" timeOffset="67386.1572">29332 12272 0,'-40'0'109,"0"40"-93,0 0 0,40 0-1,-40 0-15,0 0 0,40 0 16,0 0-16,-40 0 0,40 1 15,0-1-15,0 0 0,0 0 16,0 0-16,0 0 0,40-40 0,-40 40 16,40-40-16,-40 40 15,40-40-15,0 0 0,0 40 0,0-40 16,1 0-16,-1 0 0,0 0 16,0 0-16,-40-40 0,40 40 15,-40-40-15,40 0 0,-40 0 31,0 0-31,-80 40 0,40 0 16,0 0 0,0 0-16,-1 0 0,1 0 0,0 40 15,0 0 1,0-40-16,40 40 16,40-40-1</inkml:trace>
  <inkml:trace contextRef="#ctx0" brushRef="#br0" timeOffset="67806.1327">30055 11911 0,'0'0'16,"0"-40"-16,0-1 31,40 41-15,0 0-1,0 0 1,40 0 0,81 0-1,-41-40 17,-80 40-32,0 0 15,1 0-15,-1 0 31</inkml:trace>
  <inkml:trace contextRef="#ctx0" brushRef="#br0" timeOffset="68116.0577">30336 11510 0,'0'40'47,"0"0"-31,0 0-16,0 0 0,0 0 15,0 0-15,0 0 0,0 0 0,0 1 0,0-1 16,0 40-16,0-40 16,0 0-16,-41 0 0,41 0 0,0 0 15,0 1-15,0-1 16</inkml:trace>
  <inkml:trace contextRef="#ctx0" brushRef="#br0" timeOffset="69225.9747">31780 10347 0,'0'0'0,"-40"0"94,0 0 31,0 0-109,0 0-16,-1 0 15,1 0 1,0 0-1,0 0-15,40 40 0,-40-40 16,0 0 0,40 40-16,-40-40 0,80 40 140,-40 0-140,40-40 0,-40 40 16,0 0-16,0 0 16,0 0-16,0 1 0,0-1 15,0 0-15,40 0 0,-40 0 16,40 0-1,0-40 1,0 0 0,-40-40-16,41 40 15,-1 0-15,0 0 16,-40 40 0,0 0-1,0 0-15,-40 0 16,0 0-16,-1 1 0,1-41 0,0 40 15,0-40-15,0 40 0,0-40 16,0 40-16,0-40 0,-1 0 0,41 40 0,-40-40 16,0 0-1,0 0-15</inkml:trace>
  <inkml:trace contextRef="#ctx0" brushRef="#br0" timeOffset="69586.0287">30978 11590 0,'0'0'0,"-41"40"16,82-40 15,-1-40-31,0 40 0,0 0 0,0-40 15,0 40-15,0 0 16,0 0-16,41 0 0,-41 0 0,0 0 0,0 0 16,0 0-16,0 0 0,41 0 15,-41 0-15,0 0 0,40 0 0,-40 0 0,0 0 16,0 0-16,1 0 16,-1 0-16,0 0 0,0 0 15,0 0-15,0 0 31,0 0-15,-120 0 15</inkml:trace>
  <inkml:trace contextRef="#ctx0" brushRef="#br0" timeOffset="70235.992">31218 12151 0,'0'0'0,"81"0"31,-41-40-31,120 0 16,-120 40-16,0 0 0,81-40 16,-81 40-16,80 0 15,-80 0-15,41 0 16,-121 0 31,40 40-47,-41-40 15,41 40 1,-40-40-16,40 40 0,-40-40 0,40 40 0,-40 1 16,0-41-16,0 40 0,40 0 15,-40-40-15,40 40 0,-40 0 0,-1 0 16,41 0-16,-40-40 16,40 40-16,0 0 0,-40-40 0,40 40 0,-40-40 15,40 41-15,-40-1 16,0-40 15,40 40-15,40-40 31,0 0-32,0 0-15,0 0 0,0 0 16,1 0-16,-41-40 0,40 40 15,0 0-15,0 0 16,0 0-16,0 0 0,-40 40 16,40-40-1,0 0-15,1 0 32,-41-40-32</inkml:trace>
  <inkml:trace contextRef="#ctx0" brushRef="#br0" timeOffset="70475.9019">32221 12472 0,'-40'0'16,"80"-40"-1,41 0 1,-41 40-16,120 0 31,-120 0-31,1 0 0,39 0 16,-40 0-16,40 0 15,-40 0-15,1 0 0</inkml:trace>
  <inkml:trace contextRef="#ctx0" brushRef="#br0" timeOffset="70915.8766">33305 11911 0,'0'0'0,"-40"0"16,0 0-1,0 40 1,-41 40 0,41 80-1,-40 41 17,80-121-32,0 40 15,120-79 16,1-41-15,-121-41-16,80 1 16,-80 0-16,0 0 0,-80 40 47,80 40-47,-40-40 0,40 40 15,-41-40-15,1 0 0,0 0 0,0 40 0,0 1 16,0-41-16,40 40 0,-40-40 0,0 0 15,40 40-15</inkml:trace>
  <inkml:trace contextRef="#ctx0" brushRef="#br0" timeOffset="92894.6737">3973 13354 0,'40'0'31,"-80"0"172,80 0 79,0 0-236,0 0 17,0 0-32,0 0-31,0 0 0,0 0 16,1 0-1,-1 0-15,0 0 0,0 0 16,0 0-16,0 0 16,0 0-16,0 0 15,1 0-15,-1 0 16,0 0 0,-80 0 77,0 0-77,-1 0 0,41 41-1,-40-41-15,0 40 0,0 0 16,0 0-1,0 0-15,0-40 0,40 40 16,-40 0-16,-1-40 0,41 40 16,-40-40-16,0 40 0,0 1 0,0-41 0,40 40 15,-40 0-15,0-40 16,40 40-16,-40-40 0,40 40 0,-41-40 0,41 40 16,-40-40-16,80 0 46,1 0 1,-41-40-31,40 40-16,0 0 31,0 0-31,0 0 16,0 0-16,0 0 15,0 40-15,1-40 0,-1 0 0,0 0 16,0 0-16,0 0 16,0 0-16,0 0 0,0 0 15,1 0-15,-1 0 16,-40-40-16,40 40 0,0 0 16</inkml:trace>
  <inkml:trace contextRef="#ctx0" brushRef="#br0" timeOffset="93464.6406">3611 14317 0,'-80'0'16,"160"0"-16,-240 0 31,200 0 47,0 0-62,40 0-1,-80 40-15,41-40 0,-1 0 0,0 0 16,0 0-16,0 0 15,40 0-15,-40 0 0,1 0 0,39 0 0,-40 0 16,40 0-16,0 0 16,-39 0-16,39 0 0,-40 0 0,40 40 0,-40-40 15,41 0-15,-1 0 0,-40 0 16,40 0-16,-40 0 0,41 0 0,-41 0 0,0 0 16,0 0-16,0 0 0,0 0 0,-80 0 62,0 0-31</inkml:trace>
  <inkml:trace contextRef="#ctx0" brushRef="#br0" timeOffset="94334.5487">3371 14878 0,'40'0'94,"0"0"-94,0 0 16,0 0-16,0 0 0,0 0 0,1-40 0,-1 40 15,0 0-15,0 0 16,0 0-16,0 0 0,0 0 0,0 0 15,1 0-15,-1 0 16,0 0-16,-40 40 47,-40 1-31,40-1-16,-40-40 15,40 40-15,-41-40 0,41 40 0,-40-40 16,0 40-1,0 0-15,0 0 16,0-40-16,40 40 16,-40-40-16,40 40 0,-40 1 0,-1-1 15,41 0 1,-40 0-16,0-40 0,40 40 0,-40 0 16,40 0-16,0 0 15,-40-40-15,80 0 94,0 0-78,0 0-16,0 0 15,1 0-15,-1 0 0,0 0 16,0-40-1,0 40-15,0 0 0,0 0 16,0 0 0,1-40-16,-1 40 0,0 0 15</inkml:trace>
  <inkml:trace contextRef="#ctx0" brushRef="#br0" timeOffset="94614.5171">4213 15280 0,'-40'0'0,"40"40"16,40-40 30,0 0-46,1 0 16,-1 0-16,0 0 16,0 0-16,-40-40 0,40 40 0,0 0 15,0 0 1,0 0-16,1 0 0,-1 0 0,0 0 0,0 0 16,0 0-16</inkml:trace>
  <inkml:trace contextRef="#ctx0" brushRef="#br0" timeOffset="95104.5457">5216 14959 0,'-40'0'47,"0"0"-16,40 40-31,-40 0 16,0 0-16,40 0 0,-40 0 0,0 0 15,40 0-15,-40-40 16,40 41-16,-41-1 0,41 0 0,-40 0 15,40 0-15,0 0 16,0 0-16,40-40 31,1 0-31,-1 0 0,0-40 16,0 40-16,0 0 0,-40-40 0,40 40 16,0 0-16,-40-40 15,40 0-15,-80 40 31,-40 0-31,80 40 16,-40-40-16,0 0 0,0 40 16,0-40-16,-1 0 0,41 40 0,-40-40 15,0 0 1</inkml:trace>
  <inkml:trace contextRef="#ctx0" brushRef="#br0" timeOffset="95714.4544">6781 14197 0,'-40'-40'15,"0"40"-15,0 0 16,0 40 15,0-40-31,-81 80 16,121-40-16,-40 0 0,-40-40 16,40 40-16,0-40 15,40 40-15,-40-40 16,80-40-1,0 40 17,0 0-17,0 40 1,-40 0-16,120 81 16,-39-1 15,-1-40-16,-40-80 1,0 0 0,0 0-16,0-40 0</inkml:trace>
  <inkml:trace contextRef="#ctx0" brushRef="#br0" timeOffset="96104.4864">6661 14518 0,'-40'0'31,"80"0"-31,-80-41 16,80 41-1,0 0 1,0 0-1,0 0-15,0 0 0,-40 41 16,41-41-16,-1 0 0,0 0 0,0 0 0,40 0 16,-40 0-16,41 0 15,-41 0-15,40 0 0,-40 0 0,40 0 0,-39 0 16,39 0-16,0 0 0,-40 0 0,40 0 0,1 0 16,-41 0-16,40 0 0,-40 0 15,0 0-15,0 0 0,1 0 0,-1 0 0,0 0 16,0 0-1,0 0-15,-40 40 63</inkml:trace>
  <inkml:trace contextRef="#ctx0" brushRef="#br0" timeOffset="96514.3892">8186 14317 0,'-40'0'16,"80"0"31,-40 40-32,40-40-15,-40 40 0,40-40 0,0 0 0,0 40 16,0-40-16,1 0 16,-1 0-16,0 0 0,-40 40 15,40-40-15,0 0 16,-40 41 15,-40-41-31,0 40 0,0 0 16,0-40-1,-1 0-15,41 40 0,-40 0 0,0-40 0,0 40 16,0 0-16,40 0 0,-40-40 0,40 40 16,-40-40-16,40 40 0,-40-40 15,40 41-15,-41-41 0</inkml:trace>
  <inkml:trace contextRef="#ctx0" brushRef="#br0" timeOffset="97404.3443">9309 13996 0,'0'40'31,"-40"-40"-15,0 0-16,40 40 15,-40-40 1,0 40-16,0 1 0,0-1 16,40 0-16,-41 0 0,1 0 15,40 0-15,-40 0 0,40 0 0,0 0 16,0 1-16,0-1 0,0 0 0,40 0 16,0 0-1,1 0-15,-1-40 0,-40 40 0,40-40 16,0 0-16,0 0 0,0 0 15,0 0-15,-40-40 0,0 0 32,0 0-32,-40 40 0,40-40 0,-40 40 15,0 0-15,0 0 0,0 0 0,0 0 0,-1 0 16,1 0-16,0 0 0,0 0 16,0 40-16,80-40 31,40 0-31</inkml:trace>
  <inkml:trace contextRef="#ctx0" brushRef="#br0" timeOffset="97984.3797">9831 13555 0,'0'40'62,"0"0"-62,0 0 16,0 0-16,0 1 15,0-1-15,0 0 0,-40 0 16,0 0-16,0-40 16,40 40-1,40-80 1,0 40-1,-40-40-15,40 40 0,0-40 0,0 40 16,0-40-16,0 0 16,1 40-16,-1 0 0,0 0 15,-40 40 1,0 0-16,40-40 16,-40 40-16,0 0 15,0 0-15,0 0 16,0 0-16,-40-40 0,40 40 15,0 0-15,-40-40 0,0 41 16,-1-1-16,41 0 16,-40-40-1,121 0 1,-41 0-16,0 0 0</inkml:trace>
  <inkml:trace contextRef="#ctx0" brushRef="#br0" timeOffset="98634.3409">10593 14197 0,'0'0'15,"0"40"48,-40-40-63,40 40 15,0 0-15,0 0 0,0 0 16,0 0-16,0 0 0,0 1 16,40-41-16,-40 40 0,40 0 15,1-40 1,-1 40-16,0-40 0,0 0 0,0 0 15,0 0 1,-40-40-16,40 40 0,-40-40 0,41 40 16,-41-40-16,40 40 15,-40-41-15,40 1 0,-40 0 16,40 0-16,-40 0 0,0 80 62,-40-40-62,40 40 16,0 0-16,0 0 16,0 1-16,0-1 0,0 0 15,0 0-15,0 0 16,0 0 0,0 0-16</inkml:trace>
  <inkml:trace contextRef="#ctx0" brushRef="#br0" timeOffset="98964.2681">11717 14157 0,'0'0'15,"-40"0"-15,0 0 16,0 0-16,-1 80 16,-39 80 15,80-120-31,0 81 15,0-81-15,0 0 0,40 0 16,41 40 0,39-40-1</inkml:trace>
  <inkml:trace contextRef="#ctx0" brushRef="#br0" timeOffset="99444.2187">12038 14357 0,'0'0'0,"40"0"16,0 0-1,0 40 1,0-40-16,-40 40 15,0 0 1,0 1-16,-40 39 31,-40-40-15,120-40 15,-40-40-31,40 40 0,0 0 0,1-40 16,-1 0-16,0 40 15,0 0-15,-40-41 0,40 41 16,0 0 0,-40 41-1,0-1-15,0 0 16,0 0 0,-40-40-16,40 40 0,0 0 15,-40-40-15,40 40 16,0 0-1,40-40 1</inkml:trace>
  <inkml:trace contextRef="#ctx0" brushRef="#br0" timeOffset="99724.2377">13081 14237 0,'-40'-40'16,"40"120"15,0-40-15,0 120-1,-40-39 1,-80 79 0,79-160-16,-119 121 15,120-161-15,0 40 0,0 0 0</inkml:trace>
  <inkml:trace contextRef="#ctx0" brushRef="#br0" timeOffset="126312.6589">5257 16282 0,'40'0'531,"-40"-40"-437,0 80 62,0 0-140,0 0-16,0 0 15,0 1-15,0-1 16,-40 0-16,40 0 0,0 0 16,0 0-16,0 0 0,-41 0 15,41 0-15,-40 41 0,40-41 0,-40 0 16,40 0-16,0 0 15,0 0-15,-40 0 0</inkml:trace>
  <inkml:trace contextRef="#ctx0" brushRef="#br0" timeOffset="127282.6391">4414 17285 0,'-40'0'16,"40"40"109,40-40-31,-40 40-94,40-40 15,0 0 1,0 0 0,0 0-16,1 0 15,-1 0 1,0 0-16,0 0 0,0 0 0,0 0 16,0 0-1,0 0-15,1 0 0,-1 0 0,0 0 16,0 0-16,0 0 0,0 0 15,0 0-15,0 0 0,1 0 0,-1 40 16,0-40-16,0 0 0,0 0 0,0 0 16,0 0-1,0 0-15,1 0 0,-1 0 16,0 0 0,0 40-16,0-40 15,0 0 1,0 0-1,0 40 1,-80-40 78</inkml:trace>
  <inkml:trace contextRef="#ctx0" brushRef="#br0" timeOffset="128322.6148">4294 17926 0,'-41'0'15,"1"0"1,0 0 0,80 0 15,41-40-31,-41 40 16,0 0-1,0 0-15,0 0 0,0 40 16,0-40-1,0 0-15,1 0 16,-1 0-16,0 0 0,0 0 16,0 0-16,0 0 15,0 0-15,0 0 32,1 0-32,-41-40 0,0 80 62,0 1-62,-41-41 16,41 40-16,-40-40 0,40 40 15,-40-40-15,0 40 16,0-40-16,40 40 0,-40-40 0,0 40 16,0-40-1,40 40-15,-41-40 0,41 40 16,-40-40-16,40 40 15,-40-40-15,40 41 0,-40-41 16,40 40-16,-40-40 16,40 40-1,40-40 63,0 0-62,0 0-16,0 0 16,1 0 15,-1 0-31,0 0 31,0 0-31,0 0 16,0 0-1,0 0-15,0 0 16,1 0 0,-1 0-16</inkml:trace>
  <inkml:trace contextRef="#ctx0" brushRef="#br0" timeOffset="128652.5202">5257 18247 0,'-41'0'31,"82"40"32,-1-40-48,0 0-15,0 0 16,0 0-16,0 0 16,0 0-16,0 0 0,1 0 15,-1 0 1</inkml:trace>
  <inkml:trace contextRef="#ctx0" brushRef="#br0" timeOffset="129402.551">6380 18047 0,'40'0'16,"-80"0"62,40 40-63,-40-40-15,0 0 16,0 40-16,0 0 16,40 0-1,-41-40-15,41 40 16,-40 0 0,40 1-16,0-1 31,0 0-31,40 0 31,1-40-31,-1 0 16,0 0-16,0-40 15,0 0 1,-40 0 0,40 40-1,-80 0 16,0 0-15,0 0-16,0 0 31,0 0-31,-1 0 0,41 40 16,-40-40-16,0 40 16,0 0-16,0-40 0,0 0 15,0 40 1,0-40-16</inkml:trace>
  <inkml:trace contextRef="#ctx0" brushRef="#br0" timeOffset="135352.1301">4735 15841 0,'0'-40'31</inkml:trace>
  <inkml:trace contextRef="#ctx0" brushRef="#br0" timeOffset="154677.5654">7584 16603 0,'-40'0'47,"0"0"0,80 0 15,0 0-46,40 0-16,-40 0 0,0 0 16,1 0-16,-1 0 15,0 0-15,0 0 0,0 0 0,0 0 16,0 0-16,0 0 0,1 0 15,-1 0-15,0 40 0,0-40 0,0 0 16</inkml:trace>
  <inkml:trace contextRef="#ctx0" brushRef="#br0" timeOffset="155047.5434">7584 17124 0,'0'0'16,"-40"0"-1,80 0 64,0 0-79,40 0 0,-40 0 15,1 0-15,-1 0 16,0 0-16,0 0 0,0 0 0,0 0 0,-40-40 15,40 40-15,0 0 16</inkml:trace>
  <inkml:trace contextRef="#ctx0" brushRef="#br0" timeOffset="156067.4857">9550 16282 0,'40'0'78,"0"0"-63,0 0 1,1 0-16,-1 0 0,0 0 0,0 0 16,0 0-16,0 0 15,0 0-15,0 0 0,1 0 0,-1 0 16,0 0-16,0 0 0,0 0 15,-40-40-15,40 40 0,-40 40 47,0 0-47,0 0 16,-40 0 0,0 1-16,0-41 31,40 40-31,-40-40 0,0 0 15,-1 40 1,1-40-16,0 0 0,0 40 16,0-40-16,0 0 0,0 0 15,0 40 1,-1 0-16,1 0 16,40 0-16,0 0 15,40-40 16,1-40-31,-1 40 16,-40-40-16,40 40 0,-40-40 0,40 40 16,0 0-1,0 0-15,0 0 16,0 0 0,-40 40-16,41-40 0,-1 0 15,0 0-15,0 0 16,0 0-16,0 0 0,0 0 15,0 0 1,1 0 0</inkml:trace>
  <inkml:trace contextRef="#ctx0" brushRef="#br0" timeOffset="156417.5399">10593 16242 0,'40'0'31,"1"0"-15,-1 0-1,40 0 1,40 40 15,-39-40-15</inkml:trace>
  <inkml:trace contextRef="#ctx0" brushRef="#br0" timeOffset="156727.4479">11075 15961 0,'40'0'15,"0"0"1,-40 40 31,0 1-32,-40-1-15,40 0 0,0 0 16,0 0-16,0 0 16,0 0-1,40 0-15</inkml:trace>
  <inkml:trace contextRef="#ctx0" brushRef="#br0" timeOffset="157657.3913">11797 16202 0,'-40'0'16,"80"0"62,0 0-78,0 0 16,1 0-16,-1 0 15,0 0-15,40 0 0,-40 0 0,0-40 16,0 40-16,1 0 0,39 0 16,-40 0-16,0-40 0,0 40 15,0 0 63,-40 40-62,0 0 0,-40 0-1,40 0-15,-40-40 16,40 40-16,-40 0 15,0 0-15,0-40 0,40 41 16,-40-1-16,-1-40 0,41 40 0,-40-40 0,0 40 16,40 0-16,-40 0 0,0-40 15,40 40-15,-40 0 0,40 0 0,-40 1 16,40-1 0,40-40 15,0 0-31,-40-40 0,40 40 0,0-41 15,0 41-15,0-40 0,1 40 16,-1 0 0,0 0-16,0 0 0,0 0 15,0 0 1,0 0 15,0 0-31,1 0 16</inkml:trace>
  <inkml:trace contextRef="#ctx0" brushRef="#br0" timeOffset="158147.3669">11396 17245 0,'-40'40'16,"80"-80"-16,-40 80 31,40-40-15,0 0-1,0 0-15,0 0 16,1 0 0,-1 0-16,-40 40 0,40-40 0,0 0 0,0 0 15,0 0-15,0 0 0,41 0 16,-41-40-16,0 40 0,40 0 0,-40-40 0,40 40 15,-39 0-15,-1 0 0,0-40 0,40 40 0,-40 0 16,0 0 0,0 0-16,-40-41 0,41 41 0,-1 0 0,0 0 15,0 0-15,0 0 0,0 0 16,0 0-16,0 0 16,1 0-1</inkml:trace>
  <inkml:trace contextRef="#ctx0" brushRef="#br0" timeOffset="158917.3959">11757 17766 0,'-40'0'16,"80"0"-16,-120 40 15,40-40-15,80 0 47,0 0-47,40 0 16,-40 0 0,0 0-16,1 0 0,-1 0 0,0 0 0,0 0 15,0-40-15,0 40 0,0 0 16,0-40-16,1 40 0,-1 0 15,0 0-15,0 0 16,-80 40 15,0-40-15,40 40-16,-40-40 16,-1 40-16,1-40 15,0 40-15,0-40 0,0 40 16,0 1-16,0-41 15,40 40-15,-40-40 0,-1 40 0,41 0 0,-40-40 16,0 0-16,40 40 0,-40-40 0,0 40 16,0-40-1,40 40 1,80-40 46,-40 0-62,0 0 0,0 0 16,1-40-16,-1 40 16,0 0-16,0 0 0,-40-40 0,40 40 0,0 0 15,0 0-15,0 0 16,1 0-16,-1 0 0,0 0 16,0 0-1,0 0 1,0 0-1,-40-40-15</inkml:trace>
  <inkml:trace contextRef="#ctx0" brushRef="#br0" timeOffset="159197.3782">12840 17967 0,'41'0'31,"-1"0"-15,0 0-1,40 0 16,-40 0-31,0 0 16</inkml:trace>
  <inkml:trace contextRef="#ctx0" brushRef="#br0" timeOffset="159737.3469">13683 17686 0,'0'0'0,"-40"0"15,0 0 1,0 0 15,40 40-15,-40-40 0,-1 40-16,1 80 31,0 1-16,40-41 1,0-40 0,121-40 15,-1-40-15,-80 40-1,-80 0 16,-40 0-15,-1 0-16,41 40 16,-40-40-1,40 0 1</inkml:trace>
  <inkml:trace contextRef="#ctx0" brushRef="#br0" timeOffset="164947.044">11516 16443 0,'0'0'0,"-40"0"16,40 40 0,0 0-1,-40-40-15,40 40 16,-40-40-16,0 0 31,40 40-15,0 0-1,0 0-15,0 0 16,0 0-16,-40-40 16,40 41-16,0-1 31,0 0-15,0 0-16,0 0 15,-40-40-15,40 40 16,-41 0-16,41 0 0,0 0 15,-40-40-15,40 40 0,0 1 16,-40-41-16,40 40 16,0 0-1,0 0 1,0 0 0,0 0-1,0 0-15,0 0 0,0 0 16,-40-40-1,40 41-15,0-1 16,0 0 0</inkml:trace>
  <inkml:trace contextRef="#ctx0" brushRef="#br0" timeOffset="166516.9553">11115 17566 0,'40'0'47,"-40"-41"-31,40 41 0,-40 41 77,0-1-77,-40-40-16,40 40 16,0 0-1,-40-40-15,40 40 0,0 0 16,0 0-1,0 0-15,0 0 0,0 0 16,0 1-16,0-1 0,40 0 16,-40 0-16,40-40 15,-40 40-15,40-40 16,-40 40 0,41-40-16,-1 0 15,0 0 1</inkml:trace>
  <inkml:trace contextRef="#ctx0" brushRef="#br0" timeOffset="167596.8892">13723 16523 0,'0'-40'31,"0"0"-31,40 40 15,0 0 1,-40 40 62,41 0-78,-41 0 31,40-40-31,-40 40 0,40-40 0,-40 40 16,0 0-16,0 0 0,40-40 0,-40 40 16,0 1-1,40-1-15,-40 0 0,40 0 0,-40 0 16,0 0-16,40-40 0,-40 40 16,0 0-16,40 0 0,-40 0 0,0 1 0,0-1 15,41 0 1,-41 0-16,0 0 0,40 0 0,-40 0 15,0 0-15,40 0 0,-40 1 16,0-1-16,0 0 0,0 0 16,40-40-16,-40 40 0,0 0 15,0 0 1,0 0-16,0 0 16,0 0-1,0 1 1,0-1-1,0 0 1,0 0-16,-40-40 16,40 40-1,-40 0-15,0 0 16,40 0 0,-41-40-16,41 40 15,0 1 1,0-1-1,0-80 48</inkml:trace>
  <inkml:trace contextRef="#ctx0" brushRef="#br0" timeOffset="168346.8466">9189 15159 0,'0'0'0,"0"-40"15,0 80 17</inkml:trace>
  <inkml:trace contextRef="#ctx0" brushRef="#br0" timeOffset="189823.9327">23795 14598 0,'0'40'0,"-40"-40"32,0 0-17,0 0-15,40 40 125,0-80-78,0 80 62,0-80 79,40 40-110,0 0-62,-40-40-1,40 40-15,0-40 0,0 40 16,-40-40-16,40 40 16,0 0-16,1 0 15,-1 0 1,0 0-16,0 0 15,-40 40 1,0 0 0,0 0-16,0 0 15,0 0-15,0 0 0,0 0 16,-40 0-16,0 0 16,0 1-16,-1-1 15,1 0-15,0-40 16,40 40-16,-40-40 15,40 40-15,0-80 47,40 0-47,-40 0 16,40 40-16,-40-40 0,40 40 16,-40-41-16,41 1 0,-1 0 15,0 40-15,0-40 16,0 40-16,0-40 0,0 0 15,0 40-15,1-40 0,-1 0 16,0 40-16,0-40 0,0 40 16,-40-40-16,40 40 0,0-41 15,0 41 17,-80 0 14,0 0-46,40 41 16,-40-41-16,0 0 0,0 40 16,0 0-1,0 0-15,40 0 16,-41 0-16,41 0 16,0 0-16,0 0 0,0 0 15,0 1-15,0-1 0,41-40 16,-41 40-1,40-40-15,0 0 0,0 0 16,0 0-16,0 0 16,0-40-16</inkml:trace>
  <inkml:trace contextRef="#ctx0" brushRef="#br0" timeOffset="190395.2615">25039 14397 0,'-40'0'31,"0"0"0,40 40-31,0 0 16,0 1-16,-41-1 0,41 0 16,0 0-16,0 0 0,0 0 0,0 0 15,-40 0-15,40 0 0,0 0 0,0 1 16,0-1-16,0 0 0,40-40 16,-40 40-16,41 0 15,-1-40-15</inkml:trace>
  <inkml:trace contextRef="#ctx0" brushRef="#br0" timeOffset="191004.0701">25239 14558 0,'0'0'0,"0"-40"31,41 40 0,-1 40-15,0-40 0,0 40-16,-40 0 15,0 0 17,40-80 14,0 0-46,0 0 16,1 40 0,-41-40-16,0 80 93,0 0-77,0 0 0,0 0-1,0 0 1,40-40 0,0 0 30,-40 40-30,40 0 0,-40 0-16,40-40 15,-40 40-15,40-40 16,-40 41 0</inkml:trace>
  <inkml:trace contextRef="#ctx0" brushRef="#br0" timeOffset="191355.262">26002 14317 0,'0'-40'16,"40"40"-1,0 0-15,0 0 16,0 0-16,1 0 16,-41 40-16,40-40 0,-40 40 0,40-40 15,-40 80-15,0-40 0,40 1 16,-40-1-16,0 0 0,0 0 15,0 0-15,-80 0 16,80 0-16,-40 0 0,40 0 0,-41-40 16,41 40-16,0 1 0,-40-1 0,0-40 15,0 40-15,0 0 16</inkml:trace>
  <inkml:trace contextRef="#ctx0" brushRef="#br0" timeOffset="191824.5255">27166 14397 0,'-41'0'16,"41"40"15,-40-40-31,40 40 16,-40-40-16,40 41 0,-40-41 15,40 40-15,-40 0 0,0 0 16,0-40-16,0 40 15,-1 0-15,1-40 16,40-40 0,40 40-1,-40-40-15,41 0 16,-1 40-16,0 0 16,0 0-1,-40 40-15,40-40 0,-40 40 0,40-40 16,-40 80-16,40-40 0,-40 0 15,40 0-15,-40 1 16,41-41-16,-41 40 16,40-40-16</inkml:trace>
  <inkml:trace contextRef="#ctx0" brushRef="#br0" timeOffset="192135.2629">27125 14678 0,'0'-40'0,"0"80"0,41-80 31,-1 40-15,-40-40-16,40 40 0,0 0 15,0 0-15,0 0 0,0 0 16,0 0-16,1 0 0,-1 0 0,0 0 15,0 0-15,0 0 0,0 0 16,0 0-16,0 0 0,1 0 16,-1 0-16,0 0 15,0 0 1,0 0-16,0 0 0,0 0 16,0 0-16,1 0 0,-1 0 0,0 0 15</inkml:trace>
  <inkml:trace contextRef="#ctx0" brushRef="#br0" timeOffset="192566.7027">28048 14477 0,'0'-40'16,"-40"40"-16,0 0 15,40-40 1,40 40 62,-40 40-78,40-40 16,0 40-16,1-40 15,-41 41-15,40-41 0,0 0 16,0 40-16,0-40 16,0 0-16,-40 40 47,0 0-32,-40-40-15,40 40 0,-40 0 16,40 0-16,0 0 0,-40-40 15,40 40-15,-40-40 0,40 40 0,-40-40 16,40 41-16,-41-41 16</inkml:trace>
  <inkml:trace contextRef="#ctx0" brushRef="#br0" timeOffset="192939.0503">29011 14317 0,'-40'0'0,"40"40"31,0 0-15,40-40-16,-40 40 0,41-40 16,-41 81-16,40-81 0,0 40 0,0-40 15,0 40-15,-40 0 0,40 0 0,0-40 16,-40 40-16,40-40 0,-40 40 0,41 0 15,-41 0-15,40 0 16,-40 1-16,40-41 16</inkml:trace>
  <inkml:trace contextRef="#ctx0" brushRef="#br0" timeOffset="193251.2635">29533 14357 0,'0'-40'16,"-80"40"15,40 40-15,40 0-1,-40-40-15,40 40 0,-41 0 16,1-40-16,40 41 0,0-1 0,-40-40 16,0 40-16,40 0 0,-40 0 0,40 0 15,-40 0-15,40 0 0,-40 0 0,40 0 16,-40 1-16,40-1 0,-41 0 16,41 0-16,-40 0 15</inkml:trace>
  <inkml:trace contextRef="#ctx0" brushRef="#br0" timeOffset="193623.1352">29854 14237 0,'-40'0'32,"40"40"-32,-40 0 15,40 40 1,0-40-16,-40 0 15,40 1-15,-40-41 0,40 80 16,-41 40 0,41 0-1,0-39-15,41-1 16,-1-80 0</inkml:trace>
  <inkml:trace contextRef="#ctx0" brushRef="#br0" timeOffset="194190.4343">30095 14598 0,'40'0'31,"0"-40"-31,0 40 16,0 0-1,0 0-15,1 0 0,-1 0 16,0 0-16,0 0 0,0 0 16,0 0-1,-80 40 48,0-40-48,0 0 1,40 40-16,-40-40 0,40 40 16,-40-40-16,40 40 0,-41-40 15,41 40-15,-40 0 0,0-40 16,40 40-16,0 0 0,-40-40 15,80 0 32,0 0-31,0 0 0,1 0-16,-1 0 0,-40-40 15,40 40-15,0 0 0,0 0 16,0 0-16,0 0 15,0 0-15,-40-40 16,41 40-16,-1 0 0</inkml:trace>
  <inkml:trace contextRef="#ctx0" brushRef="#br0" timeOffset="194532.3844">30978 14317 0,'0'0'16,"40"0"-1,0 0 1,0 80 0,-40 0-1,40 1 1,-40-1 0,-80 40-1,-41 0 1,1-39-16</inkml:trace>
  <inkml:trace contextRef="#ctx0" brushRef="#br0" timeOffset="196118.213">21909 16082 0,'0'-40'63,"40"40"-47,0 0-1,-40-41-15,40 41 0,1 0 16,-1 0-16,0 0 15,0 0-15,0 81 16,0-81-16,0 40 16,-40 0-16,0 0 0,0 0 15,0 0-15,0 0 0,-40 0 16,0 0-16,40 1 0,-40-41 16,40 40-16,-80 0 0,80 0 15,-40-40-15,-1 40 16,41-80 15,41 40-31,39-80 0,-40 40 16,0 40-16,-40-41 0,40 1 0,0 0 15,0 40-15,-40-40 0,41 0 16,-1 40-16,-40-40 0,40 40 0,0-40 16,0 40-16,-40-40 0,40 40 15,-40-40-15,40 40 16,-40-40-16,0-1 15,40 41-15,-40-40 16,-40 40 15,0 40-15,0 1 0,0-1-16,40 0 15,-40-40-15,40 40 0,0 0 16,-40-40-16,40 40 0,0 0 0,0 0 15,0 0-15,0 0 16,0 1-16,0-1 16,40 0-16,-40 0 0,0 0 15,40-40-15,0 40 16,0 0 0</inkml:trace>
  <inkml:trace contextRef="#ctx0" brushRef="#br0" timeOffset="196571.2655">23193 15841 0,'40'0'0,"-80"0"46,0 0-14,40 40-32,-40 0 0,40 0 15,-40-40-15,40 40 0,0 1 16,-40-1-16,40 0 0,0 0 16,0 0-16,0 0 0,-41 0 0,41 0 15,0 0-15,0 0 0,0 1 16,41-1-16,-1 0 0,0 0 15,0-40-15,-40 40 0,40-40 16,0 40-16,0-40 16</inkml:trace>
  <inkml:trace contextRef="#ctx0" brushRef="#br0" timeOffset="197182.2989">23434 16042 0,'40'0'46,"0"0"-46,0 0 16,0 0 0,0 0-16,-40 40 15,0 0-15,0 0 16,41-40-16,-41 40 16,0 0-16,0 0 15,0 0-15,0 0 16,-41 0-16,1 1 15,40-82 32,0 1-31,40 0-16,-40 0 0,41 40 16,-41-40-16,40 0 0,0 0 15,0 0-15,0 40 16,-40-40-16,40 40 31,-40 40-15,0 0-16,0 0 15,0 0 1,0 0-16,0 0 0,0 0 16,0 0-16,0 1 0,0-1 15,0 0-15,0 0 16,40-40-1,-40 40-15,40-40 0,1 0 16</inkml:trace>
  <inkml:trace contextRef="#ctx0" brushRef="#br0" timeOffset="197475.5559">24156 16362 0,'0'0'0,"40"0"62,0 0-62,0 0 16,1 0-16,-1 0 0,0 0 16,0 0-16,0 0 15,0 0-15,0 0 0,0-40 16</inkml:trace>
  <inkml:trace contextRef="#ctx0" brushRef="#br0" timeOffset="198215.2718">24838 16122 0,'-40'0'0,"40"-40"0,40 40 62,0 0-62,0 0 16,-40 80-16,41-80 15,-41 40 1,0 0-16,0 0 0,0 0 16,0 0-16,0 0 15,-41-40-15,41 41 0,0-1 16,0-80 31,41 40-32,-41-41 1,40 41-16,-40-40 0,0 0 16,40 40-16,-40-40 0,40 40 0,-40-40 15,40 40-15,-40-40 16,40 40-16,-40-40 16,40 40-16,-40-40 15,40 40-15,1 0 16,-1 0 15,-40 40-15,0 0-1,0 0 1,0 0-16,0 0 16,-40-40-16,40 40 0,0 0 15,0 1 1,0-1-16,0 0 15,40-40 1,0 40-16,0-40 31</inkml:trace>
  <inkml:trace contextRef="#ctx0" brushRef="#br0" timeOffset="198655.2669">25641 16362 0,'40'0'0,"-80"0"0,120 0 15,-40 0-15,0 0 16,-40 40-1,0 1 1,0-1 0,0 0-1,0 0 1,-40-40 0,40 40-16,-80-40 15,80-40 32,-40 40-31,40-40-1,0 0 17</inkml:trace>
  <inkml:trace contextRef="#ctx0" brushRef="#br0" timeOffset="199271.2706">26363 16001 0,'0'41'47,"-40"-41"-32</inkml:trace>
  <inkml:trace contextRef="#ctx0" brushRef="#br0" timeOffset="199686.1891">26443 16082 0,'0'0'16,"-40"0"0,0-40 30,40-1-30,0 82 109,0-1-109,40 0-16,-40 0 0,40 0 15,-40 0-15,0 0 0,40 0 16,-40 0-16,0 0 0,0 1 16,0-1-16,0 0 0,0 0 15,-40-40-15,40 40 0,-40 0 0,0 0 16,0 0-16,0 0 15,0-40-15,40 41 16,-40-41-16</inkml:trace>
  <inkml:trace contextRef="#ctx0" brushRef="#br0" timeOffset="200308.976">27446 16001 0,'0'81'16,"-40"-81"0,40 40-16,-40 0 0,0 0 15,0 0-15,0 0 16,0 0-16,0 0 0,-1-40 0,41 40 0,-40-40 16,0 41-16,0-41 15,40 40-15,0-80 31,0-1-31,0 1 16,40 0-16,-40 0 16,40 40-16,0 0 15,1 0-15,-41 40 0,40-40 16,0 40-16,-40 0 16,40 1-16,-40-1 0,40-40 15,-40 40-15,0 0 0,40-40 0,-40 40 0,0 0 16,40-40-1,-40 40-15,40-40 16,1 0-16</inkml:trace>
  <inkml:trace contextRef="#ctx0" brushRef="#br0" timeOffset="200599.218">27406 16443 0,'-40'-41'16,"80"82"-16,-40-82 31,40 41-15,41 0-16,-41 0 16,0 0-16,0 0 0,0 0 15,0 0-15,0 0 0,1 0 16,-1 0-16,0 0 0,0 0 15,0 0-15,0 0 0,0 0 16,0 0-16,1 0 0,-1 0 16,0 0-16,0 0 0,0 0 15,0 0-15,0-40 16</inkml:trace>
  <inkml:trace contextRef="#ctx0" brushRef="#br0" timeOffset="201112.185">28209 16122 0,'0'-40'16,"0"80"62,40-40-78,0 40 16,0-40-1,0 0 1,-40 40-16,40-40 0,1 0 0,-1 0 16,0 40-16,0-40 15,-40 40-15,40-40 16,-40 40 0,-40-40-1,40 40-15,-40-40 16,40 40-16,-40-40 0,0 41 15,-1-1-15,1 0 16,0 0 0,0-40-1,40 40 1</inkml:trace>
  <inkml:trace contextRef="#ctx0" brushRef="#br0" timeOffset="202006.2192">28971 16162 0,'-40'0'32,"80"0"-1,0 0-15,-40-40-16,41 40 15,-1 0-15,0 0 16,0 0-16,0 0 0,0 0 15,0 0-15,0 0 0,1 0 16,-1 0-16,0 0 16,0 0-16,0 0 15,-40 40 32,-40 0-31,0-40-1,40 40-15,-40-40 16,0 40-16,-1 0 16,1-40-1,40 40-15,-40 0 0,0 1 16,0-1 0,0 0-1,0-40 16,80 0 16,0 0-31,0 0-16,0 0 16,0 0-16,0 0 15,1 0-15,-1 0 0,0 0 16,0 0-16,0 0 0,0 0 15,-40-40-15,40 40 0,0 0 16,1 0-16,-1 0 16</inkml:trace>
  <inkml:trace contextRef="#ctx0" brushRef="#br0" timeOffset="202471.1185">29653 15921 0,'0'40'16,"41"-40"46,-1 0-46,0 0-1,0 0-15,0 0 16,0 0-16,0 0 0,0 0 16,1 0-16,-1 0 0,0 0 15,-40-40-15,40 40 0</inkml:trace>
  <inkml:trace contextRef="#ctx0" brushRef="#br0" timeOffset="203159.935">30175 15681 0,'0'-41'16,"40"41"0,0 0-16,-40 41 31,40-41-16,-40 80-15,0-40 16,41 0-16,-41 0 0,0 0 16,0 0-16,0 0 15,-41-40-15,41-40 63,41 0-48,-41 0-15,40 0 16,0 0-16,-40 0 0,40 0 16,-40 0-16,40-1 15,0 41 1,0 0 15,0 0-15,-40 41-16,0-1 15,41-40-15,-41 40 0,0 0 16,0 0 0,0 0-16,0 0 15,0 0-15,0 0 16,0 1 0,0-1-16,0 0 15,40-40-15,0 0 16,-40 40-16,40-40 0</inkml:trace>
  <inkml:trace contextRef="#ctx0" brushRef="#br0" timeOffset="203571.2094">31098 15921 0,'0'0'0,"0"-40"16,0 80 15,0 0-15,40-40-16,-40 40 15,0 1-15,0-1 16,-40 0-16,40 0 15,-40-40-15,0 40 0,0-40 16,40 40-16,-41-40 0,1 0 16,0 0-16,40-40 31,0 0-31,40 0 0,0 0 16,41 0-1,-81-1-15,40 41 0,0-40 16,0 40-16,0 0 15</inkml:trace>
  <inkml:trace contextRef="#ctx0" brushRef="#br0" timeOffset="204178.9672">31419 16322 0,'0'0'0,"40"0"78,-40 40-78,0 0 0,80 1 0,-40-1 15,1 0 1,-41 0-16,40-40 0,0 40 0,0 0 16,0 0-16,-40 0 15,40-40-15,0 40 0,0-40 16,-40 41-16,41-41 0,-1 0 15</inkml:trace>
  <inkml:trace contextRef="#ctx0" brushRef="#br0" timeOffset="204477.0702">31900 16282 0,'0'0'0,"0"-40"16,-40 40 15,40 40-15,-40 0-1,0 40 1,0-39-16,40-1 0,-40-40 15,0 40-15,40 0 0,-40 0 16,-1 0-16,41 0 0,-40 0 0,40 0 16,-40 1-16,40-1 0,-40 0 15,40 0 1</inkml:trace>
  <inkml:trace contextRef="#ctx0" brushRef="#br0" timeOffset="204826.7421">32382 16122 0,'-40'0'0,"80"0"0,-120 0 16,40 0 0,-1 40-1,1 40 1,0 40 0,40-39-1,0 39 1,40-40-1,0 0-15,41-40 16,39-40 0</inkml:trace>
  <inkml:trace contextRef="#ctx0" brushRef="#br0" timeOffset="205335.1263">32583 16362 0,'0'0'0,"0"-40"31,40 40-31,0 0 16,40 0-1,0 0 1,-39 0-1,-1 0 17,-40 40-1,-40-40-31,40 40 0,-41 1 16,1-1-1,40 0-15,-40-40 16,40 40-16,-40-40 0,40 40 15,-40-40-15,0 0 16,40 40-16,-40-40 0,40 40 16,-41 0-16,82-40 47,-1 0-32,0 0-15,0 0 16,0 0-16,0 0 0,0 0 15,1 0-15,-1 0 16,0 0-16,0 0 16,0 0-16,0-40 15</inkml:trace>
  <inkml:trace contextRef="#ctx0" brushRef="#br0" timeOffset="205739.6706">33185 16162 0,'40'0'32,"0"0"-17,-40 40-15,40-40 0,0 40 16,0-40-16,-40 40 0,40-40 0,-40 40 15,0 0-15,40 0 0,-40 1 16,0-1-16,0 0 0,0 0 0,0 0 16,-80 0-16,80 0 0,-40 40 0,0-39 15,0-1-15,-40 40 0,39-40 0,1 0 16,-40 0-16,40 0 0,-40 0 16,-1-40-16</inkml:trace>
  <inkml:trace contextRef="#ctx0" brushRef="#br0" timeOffset="241755.8509">14927 16804 0,'0'0'0,"-40"0"78,0 0-31,40 80-47,0-40 15,0 0 1,-40 0-16,0 0 0,-1 0 16,1-40-16,40 40 0,-40 0 0,0 1 15,0-1-15,0 0 16,0-40-16,40 40 0,-41-40 0,1 40 15,121-80 17,-41 0-17,0 0-15,-40 0 16,40-1-16,0 41 16,0 0-1,-40 41-15,40-41 0,-40 80 16,0-40-16,0 0 0,0 0 15,41 0-15,-41 0 0,0 0 0,0 1 16,0-1-16,0 0 0,0 0 16,40-40-16,-40 40 0,0 0 15,40-40-15,0 0 16,0 0-16,0-40 16,0 40-16,0 0 15,1-80-15</inkml:trace>
  <inkml:trace contextRef="#ctx0" brushRef="#br0" timeOffset="242220.2813">14847 17445 0,'0'0'0,"-40"0"15,0 0 1,120 0 62,-40 0-62,0 0-16,0 0 0,40 0 15,-39 0-15,-1 0 0,0 0 16,40 0-16,-40 0 0,40 0 0,-39 0 16,-1 0-16,40 0 0,-40 0 0,0 0 15,0 0-15,0 0 0,1 0 0,-1 0 16,0 0-16,0-40 0,0 40 16,0 0-16,0 0 15,0 0-15,1 0 16,-1 0 46,-40-40-62</inkml:trace>
  <inkml:trace contextRef="#ctx0" brushRef="#br0" timeOffset="242655.2898">15970 17124 0,'0'-40'0,"0"80"0,0-40 62,-40 0-62,40 40 16,0 1-16,0-1 15,80-40-15,1 0 16,-81 40 0,40-40-16,0 0 0,0 0 15,0 0-15,0 0 0,0 0 16,1 0-16,-41 40 31,-41 0-31,1 0 16,0 0-16,0 0 15,40 0-15,-40-40 0,40 41 16,-40-41-16,0 40 0,40 0 16,-40-40-16,40 40 0,-41-40 15,1 40-15,0-40 16</inkml:trace>
  <inkml:trace contextRef="#ctx0" brushRef="#br0" timeOffset="243259.2956">17094 16884 0,'-40'0'15,"40"40"48,-40-40-63,40 40 16,-41 0-16,41 0 0,-40 0 15,0 0-15,40 0 0,-40 1 16,40-1-16,-40 0 0,40 0 15,0 0-15,0 0 0,0 0 0,0 0 16,40 0 0,-40 1-16,80-41 0,-40 0 15,1 0-15,-1 0 16,0 0-16,-40-41 0,40 41 16,0-40-16,-40 0 15,0 0 1,-40 40-1,0 0-15,0 0 16,0 0-16,40 40 0,-41-40 16,1 40-16,40 0 15,-40-40-15</inkml:trace>
  <inkml:trace contextRef="#ctx0" brushRef="#br0" timeOffset="244051.2906">17575 16362 0,'0'0'0,"0"40"47,0 1-31,40-1-16,-40 0 15,0 0 1,0 0-16,41-40 16,-41 40-16,0 0 0,0 0 15,0 0-15,0 1 16,0-82 31,0 1-32,40 40-15,-40-40 0,40 0 16,0 0-16,0 0 16,0 40-16,0-40 15,0 40 1,1 0-16,-1 0 15,0 0 1,-40 40 0,0 0-1,0 0-15,0 0 0,0 0 16,-40 0-16,40 1 16,0-1-16,0 0 15,0 0-15,0 0 16,40-40-1</inkml:trace>
  <inkml:trace contextRef="#ctx0" brushRef="#br0" timeOffset="244443.2316">18378 16603 0,'-40'0'0,"80"0"63,0 0-47,-40 40-16,40-40 0,0 0 15,0 0-15,1 0 0,-1 0 16,0 0-1,0 0-15,0 0 0,0 0 16,0 0 0</inkml:trace>
  <inkml:trace contextRef="#ctx0" brushRef="#br0" timeOffset="244836.0809">19020 16402 0,'0'-40'16,"0"80"31,0 1-32,0-1 1,0 0-16,0 0 15,0 0 1,-40-40-16,40 40 0,-40 0 16,40 0-16,0 0 15</inkml:trace>
  <inkml:trace contextRef="#ctx0" brushRef="#br0" timeOffset="245764.1664">18900 17365 0,'0'-40'15,"0"0"1,0 80 31,0 0-32,0 0-15,0 0 16,0 0-16,0 0 0,0 1 16,0-1-16,0 0 0,0 0 15,40-40-15,0 40 16,0-40-16,0 0 0,0 40 16,0-40-16,0 0 15,1-40-15,-1 0 16,0 0-16,0 0 15,-40 0-15,40-1 0,-40 1 16,40 0-16,-40 0 16,0 0-16,0 0 15,40 40 1,-40 40 31,0 0-32,0 0-15,0 0 0,0 0 16,0 1-16,-40-41 0,40 40 16,0 0-16,0 0 0,0 0 15,40 0 1,0-40 0,1 0-1</inkml:trace>
  <inkml:trace contextRef="#ctx0" brushRef="#br0" timeOffset="246094.074">20063 17164 0,'40'0'0,"-80"0"0,0-40 16,0 40-1,0 40 1,0-40-16,0 81 16,40-41-16,-41 40 15,1 80 1,0-39-1,40-1 1,40-80 0,41 0-16,-1-80 15</inkml:trace>
  <inkml:trace contextRef="#ctx0" brushRef="#br0" timeOffset="246620.6574">20264 17405 0,'40'40'47,"-40"0"-32,40-40-15,-40 40 0,0 1 0,0-1 16,0 0 0,0 0-16,-40-40 15,40-80 48,40 80-63,0-40 15,-40-1-15,40 1 0,0 40 16,-40-40-16,41 40 16,-1 0-16,0 0 15,0 0 1,-40 40 15,0 0-31,0 1 16,0-1-16,-40-40 15,40 40-15,0 0 0,0 0 16,-40-40-16,40 40 16,0 0-1,40-40 17,0 0-32</inkml:trace>
  <inkml:trace contextRef="#ctx0" brushRef="#br0" timeOffset="246929.3711">21147 17726 0,'0'-40'15,"40"40"1,-40-40-16,40 40 16,40 0-1,0 0 1,1 40 0,-1 0-1,0-40 1,-40 0-1,0 0-15</inkml:trace>
  <inkml:trace contextRef="#ctx0" brushRef="#br0" timeOffset="247282.6004">21829 17525 0,'-40'0'16,"40"41"62,0-1-78,-41 40 15,41-40-15,-40 0 16,40 0-16,0 0 16,-40-40-16,40 40 0,0 0 15,0 1 16,40-41-31</inkml:trace>
  <inkml:trace contextRef="#ctx0" brushRef="#br0" timeOffset="247781.646">22270 17365 0,'40'0'15,"0"0"17,-40 40-32,41 0 15,-41 0-15,0 0 16,0 1-16,40-1 0,-40 0 0,0 0 0,0 0 16,0 0-16,0 0 15,-81 0-15,1 0 0,40 0 0,0 1 16,0-41-16,-40 40 0,39 0 0,-39-40 0</inkml:trace>
  <inkml:trace contextRef="#ctx0" brushRef="#br0" timeOffset="258399.2503">21869 14157 0,'-40'0'0,"40"40"16,0 0 15,0 0 16,0 0-16,-40 0-31,40 0 16,-41 0-1,41 0-15,0 1 0,-40-1 16,40 0 0,-40-40-16,40 40 0,0 0 15,0 0-15,-40 0 16,40 0-16,0 0 15,0 0-15,0 1 0,0-1 16,0 0-16,0 0 16,0 0-16,0 0 0,0 0 15,0 0-15,0 0 16,0 1-16,0-1 0,0 0 16,0 0-1,0 0-15,0 0 16,0 0-16,0 0 15,0 0-15,0 0 16,0 1 15,0-1-31,40-40 32,-40 40-32,40-40 15,-40 40 1,0 0-1,0 0 1,0 0 0,0 0-1,0 0-15,0 1 16,0-1 15,0 0-31,0 0 16,0 0-16,40 0 31,1 0-15,-41 0-16,0 0 15,40-40-15,-40 40 16,0 1 0,0-1-16,0 0 15,0 0 1,40-40-1,-40 40-15,0 0 16,40-40-16,-40 40 16,40-40-16,-40 40 15,40-40 1,-40 40 15,40-40-15,-40 41-16,41-41 15,-41 40 1,0 0 31,40-40-47,-40 40 16,40-40-1,0 0 1,-40 40-1,40-40 1,0 0 0,-40 40-16,40-40 15,-40 40-15,40-40 0,-40 40 0,41-40 16,-1 40-16,0-40 16,-40 40-16,40-40 0,0 0 15,0 0-15,0 0 16,-40 41-1,40-41 1,-40 40 0,0 0-1,41-40 1,-1 40 0,0-40-1,0 40-15,0-40 16,-40 40-16,40-40 15,-40 40-15,40-40 0,0 0 16,1 0 0,-41 40-16,40-40 15,0 40 1,0-40-16,0 41 16,0-41-1,-40 40-15,40-40 0,-40 40 0,40-40 16,1 40-16,-1-40 0,-40 40 0,40 0 15,0-40-15,0 40 0,0-40 0,0 40 0,0-40 16,-40 40-16,41-40 0,-1 40 16,-40 1 15,40-41-15,0 40-16,0 0 15,0-40-15,0 40 0,0 0 16,1 0-16,-1-40 0,0 40 0,0 0 15,0-40-15,0 40 0,0-40 16,0 0-16,-40 41 0,41-41 0,-1 0 16,0 0-1,-40 40 1,40-40-16,0 0 16,-40 40-16,40-40 0,0 0 15,-40 40-15,40-40 0,1 0 0,39 40 16,-40-40-16,0 40 0,0-40 0,40 40 15,-39-40-15,-1 40 0,0-40 0,0 40 16,40-40-16,-40 40 0,0-40 16,1 41-16,-1-41 0,0 40 0,0-40 15,0 40-15,0-40 0,0 40 16,1-40-16,-1 40 0,0-40 16,0 40-16,0-40 0,0 40 0,0-40 0,0 40 15,41-40-15,-41 40 0,0-40 16,40 41-16,-40-1 0,0-40 0,1 40 15,39-40-15,-40 40 0,0-40 0,0 40 16,0-40-16,41 0 0,-41 40 0,0-40 16,0 0-16,0 0 0,0 40 15,0-40-15,0 0 16,1 0-16,-1 0 16,0 40-16,0-40 0,0 40 0,40-40 15,-40 40-15,1-40 0,-1 0 16,40 41-16,-40-41 0,40 40 0,-40-40 15,1 0-15,39 0 0,-40 40 0,0-40 16,40 0-16,-40 0 0,1 0 0,39 0 0,-40 40 16,40-40-16,-40 0 0,0 0 15,1 0-15,-1 0 0,0 0 0,0 40 16,0-40-16,0 0 0,0 0 0,0 0 16,1 0-16,-1 0 0,0 0 15,0 0-15,0-40 16</inkml:trace>
  <inkml:trace contextRef="#ctx0" brushRef="#br0" timeOffset="260702.7119">21347 13956 0,'40'0'0,"0"0"16,1 0-16,-1 0 16,0 0-1,0 0 1,-40 40-1,40-40-15,-40 40 16,40-40-16,0 40 16,0-40-1,1 40 1,-1-40 15,0 0 47,0 0-62,0 0 0,0 0-1,0 0-15,-40 41 0,41-41 16,-1 0-16,0 0 15,0 0-15,0 0 0,0 0 16,0 0-16,0 0 0,1 0 16,-1 0-16,0 0 0,40 0 0,-40 0 15,40 0-15,-39 0 0,39 0 0,0 0 16,-40 0-16,40 0 0,1 0 0,-41 40 0,40-40 16,-40 0-16,0 0 0,0 0 15,1 0-15,-1 0 0,0 0 0,0 0 16,-40-40-16,40 40 0,0 0 0,-40-41 15,40 41-15,0 0 0,1-40 16,-1 40-16,0 0 0,40 0 0,-40 0 16,40-40-16,1 40 0,-1 0 0,0 0 15,-40 0-15,41 0 0,-1 40 16,0-40-16,0 0 0,-40 0 0,1 0 16,39 0-16,-40 0 0,0 0 0,0 0 15,0 0-15,-40-40 16,40 40-16,1-40 0,-1 40 15,0 0-15,0-40 16,0 40-16,40 0 0,-40 0 0,41 0 16,-1 0-16,0 40 0,1-40 0,-1 0 15,-40 80-15,40-80 0,0 0 0,1 0 16,-1 0-16,-40 0 0,0 0 0,40 40 16,-39-40-16,-1 0 0,0 0 15,0-40-15,0 40 16,-40-40-16,40 0 15,0 40 1,0 0-16,1 0 0,-1 0 0,0 0 16,40 0-16,0 0 0,1 0 0,-1 0 15,0 0-15,0 40 0,-40-40 0,41 0 16,-41 0-16,40 0 0,-40 0 0,0 0 16,0 0-16,1 0 0,-1 0 0,0 0 15,0 0-15,0 0 16,-40-40-16,40 40 15,0 0 1,0 0 0,1 0-16,-1 0 15,40 0-15,-40 0 0,0 0 16,0 0-16,0 0 0,41 0 0,-41 0 16,0 0-16,0 0 0,0 0 0,40 0 0,-39 0 15,-1 0-15,0 0 0,0 0 16,0 0-16,0 0 0,0-40 0,0 40 15,1 0-15,-1 0 0,40 0 16,-40 0-16,0-40 0,0 40 0,41 0 16,-41 0-16,0 0 0,40 0 0,-40 0 15,0 0-15,1 0 0,-1 0 0,0 0 16,0 0-16,0 0 0,0 0 16,0 0-16,0 0 0,1 0 15,-1 0-15,0 0 16,0 0-16,0 0 15,0 0-15,40 0 0,-39 0 0,39 0 16,0 0-16,0 0 0,-40 0 0,41 40 0,-1-40 16,-40 0-16,40 0 0,-40 0 0,41 0 15,-41 0-15,0 0 0,0 0 16,0 0-16,0 0 0,0 0 16,1 0-16,-1 0 0,0 0 0,-40-40 15,40 40-15,0 0 0,40 0 0,-40-40 16,1 40-16,39 0 0,-40 0 0,40 0 15,-40 0-15,41 0 0,-1 0 16,-40 0-16,40 0 0,-40 0 0,0 0 16,1 40-16,-1-40 0,0 0 15,0 0 1,0 0-16,0-40 16,0 40-16,0 0 0,1 0 0,-1 0 15,0 0-15,40 0 0,-40 0 0,0 0 16,0 0-16,1 0 0,-1 0 0,0 0 15,0 0-15,0 0 0,0 0 0,0 0 16,1 0-16,-1 0 0,0 0 16,0 0-16,0 0 15,40 0-15,-40 0 0,1 0 16,-1 0-16,0 0 0,0 0 0,40 0 16,-40 0-16,0 0 0,1 0 15,-1 0-15,0 0 0,-40 40 16,40-40-16,0 0 0,0 0 15,-40-40-15,40 0 16,0 40 0,1 0-16</inkml:trace>
  <inkml:trace contextRef="#ctx0" brushRef="#br0" timeOffset="261937.0547">25561 17285 0,'-41'0'0,"1"0"15,40 40 48,0 0-63,0 0 15,0 0-15,0 0 0,0 0 16,0 1-16,0-1 0,0 40 0,0-40 16,-40 0-16,40 0 0,0 0 0,-40 40 15,40-39-15,-40-1 0,40 0 16,0 0-16,0 0 0,0 0 15,0 0-15,40-40 16</inkml:trace>
  <inkml:trace contextRef="#ctx0" brushRef="#br0" timeOffset="262379.3056">25280 17846 0,'0'0'0,"40"0"15,0 0 1,0 0 0,121 0-1,-81 0 1,-40-40-1,0 40-15,0 0 0,0 0 16,0 0 0,1-40-1,-1 40 1,0 0 0,-40-40-1,0 80 16,0 0-31,0 0 16,0 0-16,0 0 0,0 1 16,-40-1-16,40 0 0,0 0 15,-40 0 1,40 0-16</inkml:trace>
  <inkml:trace contextRef="#ctx0" brushRef="#br0" timeOffset="262615.3016">26243 17485 0,'-40'-40'0,"40"0"0,-41 40 15,41-40 1,0 80 15,0 0-15,0 0-16</inkml:trace>
  <inkml:trace contextRef="#ctx0" brushRef="#br0" timeOffset="263083.3002">26363 17686 0,'-40'0'16,"80"40"15,0 0-15,-40 0-16,0 0 0,0 0 15,0 0-15,0 1 16,0-1-16,0 0 16,0-80 31,0 0-47,40 40 0,-40-41 15,40 1-15,1 0 16,-1 0-16,-40 0 0,40 40 15,-40-40-15,40 40 16,0 0 0,-40 40-1,40-40 1,-40 80-16,0-40 16,0 0-16,0 1 15,-40-41-15,40 40 0,0 0 16,-40 0-16,40 0 15,-40 0-15,80-40 32</inkml:trace>
  <inkml:trace contextRef="#ctx0" brushRef="#br0" timeOffset="263880.1775">27045 18007 0,'40'-40'32,"0"40"-17,1 0-15,-1 0 0,-40-41 16,40 41-16,0 0 0,-40-40 15,40 40-15,-40-40 16,0 0 0,0 0-16,-40 40 31,0 0-15,0 40-1,0 0 1,80-40 46,-40-40 110,-40 40-156,-1 0-1,1 0 17,0 40-1,40 0-31,-40 0 16,40 1-16,0-1 0,0 0 15,0 0-15,0 0 0,0 0 16,0 0-16,0 0 15,40 0-15,0-40 16,0 0 0,1 0-16,-41-40 15,40 40-15,0-40 0,0 0 16</inkml:trace>
  <inkml:trace contextRef="#ctx0" brushRef="#br0" timeOffset="264499.0523">26845 17846 0,'-41'0'15,"82"0"173,-1 0-157,-40 40-15,0 0-16,0 1 0,0-1 15,0 0-15,0 0 16,0 0 0,0 0-1,-40-40 17</inkml:trace>
  <inkml:trace contextRef="#ctx0" brushRef="#br0" timeOffset="265311.3014">28209 17766 0,'0'0'0,"-40"0"16,0 0-16,-1 0 31,1 0 1,0 40-17,0-40-15,0 40 0,0 0 16,40 0-1,0 1-15,0-1 16,40-40-16,-40 40 0,40-40 16,-40 40-16,40-40 0,-40 40 15,40-40-15,-40 40 0,0 0 0,0 0 16,0 0 0,0 1-16,-40-41 15,40 40-15,-40-40 0,0 0 16,0 0-16,0 0 15,0-40-15,40-1 16</inkml:trace>
  <inkml:trace contextRef="#ctx0" brushRef="#br0" timeOffset="265875.3025">28610 17445 0,'-40'-40'0,"0"40"16,40 40 15,0 0-15,0 0-16,0 1 0,0-1 0,0 0 15,0 0-15,0 0 0,0 0 0,0 0 16,-40 0-16,40 0 0,0 0 0,-40 1 16,40-1-16,-41 0 0,41 0 0,0 0 0,-40 0 15,40 0 1,40-80 15,1 0-31,-1 0 16,0 0-16,0 0 15,-40 0-15,40 40 0,0-41 16,0 41 0,0 0-1,-40 41-15,0-1 16,41 0-16,-41 0 15,0 0-15,0 0 16,0 0-16,0 0 0,0 0 16,-41-40-16,41 41 0,0-1 0,0 0 15,41-80 17</inkml:trace>
  <inkml:trace contextRef="#ctx0" brushRef="#br0" timeOffset="266103.419">29092 17806 0,'-40'40'16,"-1"40"-1,41-39-15,0 39 16,-40 40-1,40-40 1,0-40 0,-40-40-1</inkml:trace>
  <inkml:trace contextRef="#ctx0" brushRef="#br0" timeOffset="266291.3016">29373 17566 0,'-41'-41'16,"82"82"-16,-82-122 16,1 81-16,40 40 31,0 1-16</inkml:trace>
  <inkml:trace contextRef="#ctx0" brushRef="#br0" timeOffset="266607.3037">29694 17766 0,'-81'-40'16,"81"0"-1,-40 40 1,40 40-16,0 0 0,0 0 16,0 0-16,-40-40 0,40 40 0,0 0 15,-40 1-15,40 39 0,0-40 0,0 0 0,-40 0 16,40 0-16,0 40 0,-40-39 15,40-1-15,0 0 0,0 0 0,-40 0 16,40 0-16,0 0 16,0 0-16,-41-40 0,41 40 15</inkml:trace>
  <inkml:trace contextRef="#ctx0" brushRef="#br0" timeOffset="266807.0774">29332 18408 0,'0'0'0,"41"-40"16,39 0 0,0-1-16,0 1 15,-40 40-15,1 0 16,-1 0-16,0-40 15,0-40 1</inkml:trace>
  <inkml:trace contextRef="#ctx0" brushRef="#br0" timeOffset="267095.3025">30135 17566 0,'0'-41'0,"-40"41"0,80 0 47,-40 41-31,0 39-1,-40-40-15,40 0 16,0 0-16,-40 0 0,40 0 0,0 0 15,-40 0-15,40 41 0,0-41 0,-41 0 16,41 0-16,0 0 0,-40 0 16,40 0-16,0 0 0,-40 1 15,40-1-15</inkml:trace>
  <inkml:trace contextRef="#ctx0" brushRef="#br0" timeOffset="267457.0826">29934 18007 0,'0'0'0,"40"-40"32,81 40-32,-41-41 15,-40 41-15,40-40 16,-39 40-1,-41-40-15,40 40 16,0-40 0,-40 80 31,0 0-32,0 0-15,0 1 16,-40-1-16,40 0 0,0 0 0,-40 0 0,40 0 15,0 0-15,-41 0 0,41 0 16,-40 1-16,40-1 16,-40 0-16</inkml:trace>
  <inkml:trace contextRef="#ctx0" brushRef="#br0" timeOffset="267684.426">30697 17445 0,'-40'-40'0,"80"80"0,-121-120 16,81 40-16,-40 40 15,40 40 16,0 0-15,0 0-16</inkml:trace>
  <inkml:trace contextRef="#ctx0" brushRef="#br0" timeOffset="268147.3031">30737 17766 0,'-40'0'31,"80"0"-31,-40 40 16,0 0 0,40-40-16,-40 40 0,0 0 15,0 1 1,0-1-16,-40 0 15,40 0 1,-40-40 0,80 0-1,0-40 1,0 0 0,0 0-16,0-1 0,0 1 15,1 40-15,-1 0 16,0 0-1,-40 40 1,0 1 0,0-1-16,0 0 15,-40-40-15,40 40 0,0 0 16,-40-40-16,40 40 0,-41 0 16,41 0-16,0 0 15</inkml:trace>
  <inkml:trace contextRef="#ctx0" brushRef="#br0" timeOffset="268691.9401">31539 17926 0,'-40'0'16,"-40"-40"-16,40 40 15,0 0 1,40 40-16,0 1 31,0-1-31,0 0 16,40-40 0,0-80-1,0 39 1,-40 1-1,0 80 17,-40 41-17,40-41-15,0 0 16,0 0-16,0 0 0,-40 0 0,40 0 16,-40 0-16,40 1 0,0 39 0,-40-80 15,40 80-15,-41-40 0,41 0 0,0 0 0,-40 0 16,0 0-16,40 1 15,-40-1-15,40 0 0,-40-40 0,40 40 16,-40-40-16,0 0 16,40-40-1,0 0 1,-40 0-16,40-1 0,0 1 0,0 0 16,0 0-16,80 40 0,-80-40 15,40 40-15,0-40 16,0 40-16,0 0 0,0 0 15,1 0-15,-41-40 0,40 40 16,0 0-16,-40-40 0,40 40 16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01:05.9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8627 2245 0,'-40'0'0,"0"0"16,0 40-1,40 41 1,0-41-16,0 40 0,0-40 15,0 0-15,0 0 0,0 0 0,0 0 16,0 1-16,0-1 0,0 0 16,0 0-16,0 0 0,0 0 15,0 0-15,0 0 0,0 0 0,0 1 16,0-1-16,0 0 0,0 0 16</inkml:trace>
  <inkml:trace contextRef="#ctx0" brushRef="#br0" timeOffset="411.6726">8667 2727 0,'0'0'0,"-40"0"0,40-41 32,40 41-32,121 0 15,-121 41-15,80-41 16,-39 0-16,-1 0 15,80 0 1,1-41 0,-121 1-1,40-40 1,-40 0 0,-40 0-1,0 40-15,-40 0 16,40-1-16,-40 41 15,40 41 1,0-1 0,0 0-16,40 120 15,0 41 1,-40-41 0,40 1-1,-40-41 1,41-80-1</inkml:trace>
  <inkml:trace contextRef="#ctx0" brushRef="#br0" timeOffset="665.7501">10312 2326 0,'-40'0'15,"80"0"-15,-120 0 16,80 40-16,-40-40 0,0 40 16,0 80-1,0 81-15,40-81 16,80 80 0,-40-79-1,40-41 1,1-120-1</inkml:trace>
  <inkml:trace contextRef="#ctx0" brushRef="#br0" timeOffset="1120.0073">10593 2526 0,'-40'0'16,"80"0"-16,0 0 15,1 0 1,119 0 0,-39 0-16,79-40 15,-79 0 1,-1 0 0,-80 40-1,0 0 1,-80 0-1,40 40 1,-80 80 0,40-40-16,0-40 0,-1 41 15,1-41-15,-40 40 16,-40 0 0,80 0-1,80-80 16,0 0-15,0 0-16,0 0 16,0 0-16,0 0 0,0 0 15,1 0-15,-1 0 0,0 0 0,0 0 16,0 0-16,0 0 16,0 0-16</inkml:trace>
  <inkml:trace contextRef="#ctx0" brushRef="#br0" timeOffset="1371.6937">12038 2326 0,'0'0'0,"40"0"31,0 0-31,-40 40 15,40-40-15,0 80 0,1-40 0,-1 0 16,-40 0-16,40 0 0,-40 40 16,40-39-16,-40-1 0,0 40 0,0 0 15,-40-40-15,40 40 0,-80 1 0,80-41 0,-41 40 16,1-40-16,0 0 0,0 40 16,0-40-16,0 1 0</inkml:trace>
  <inkml:trace contextRef="#ctx0" brushRef="#br0" timeOffset="1632.0059">12921 2807 0,'0'0'0,"-40"0"16,40-40-1,40 40-15,40 0 16,0-40-16,-40 40 0,0 0 16,41 0-16,-41 0 0,0-41 0,40 41 15,-40 0-15,0 0 0,1 0 0,-1 0 16,0 0-16,0 0 16,0 0-16,0 0 15</inkml:trace>
  <inkml:trace contextRef="#ctx0" brushRef="#br0" timeOffset="1825.8239">13442 3288 0,'-40'40'16,"80"-80"-16,-40 80 15,121-40 1,39-40-1,1 40 1,-41-40 0,-80 0-16</inkml:trace>
  <inkml:trace contextRef="#ctx0" brushRef="#br0" timeOffset="4915.6663">14646 2406 0,'0'-40'16,"40"0"15,0 40-31,1 0 0,-1-41 16,0 41-16,40 0 0,-40 0 0,0 0 16,0 0-16,1 0 15,-1 41-15,0-41 0,0 40 0,0 0 16,-40 0-16,0 0 15,0 0-15,0 0 0,0 0 0,-40-40 0,40 40 16,-40 0-16,40 1 0,-40-1 16,0-40-16,40 40 0,-41-40 0,41 40 15,-40-40-15,80 0 32,1 0-32,-1 0 15,0 0-15,0 0 0,0 0 16,0 0-16,0 0 0,0 0 0,1 40 15,-1 0-15,-40 0 0,0 0 16,40-40-16,-40 40 0,0 1 0,-80-1 16,80 0-16,-41 0 15,1-40-15,-40 40 0,40-40 0,0 40 0,0-40 16,0 40-16,-1-40 0,1 0 16,0 0-16,0 0 0,0 0 15,0 0-15,40-40 0,-40 0 16,40 0-16,0 0 15,0 0-15</inkml:trace>
  <inkml:trace contextRef="#ctx0" brushRef="#br0" timeOffset="5517.1485">16813 2085 0,'0'0'0,"-40"-40"15,80 0 1,120 0-1,41 40 1,-40 0-16,39 0 16,-39 0-1,-41-41 1,-40 41 0,-80 41 15,0-1-16,-40 0-15,0 40 16,-40 0 0,0 41-1,-41-41-15,1 40 16,-1-40 0,81-40-1,40 0 1,40-40 15,1 0-31,79 0 16,40 0-1,1 0 1,-81 0 0,41 0-1,-41 0 1</inkml:trace>
  <inkml:trace contextRef="#ctx0" brushRef="#br0" timeOffset="5795.7675">17054 3128 0,'0'0'0,"-81"40"16,41-40-1,80 0 17,41-40-32,-1 40 15,161 0 1,-1 0 0,41 0-1,-200 0-15,119 0 16,-119 0-16,119 0 15,-120 0-15</inkml:trace>
  <inkml:trace contextRef="#ctx0" brushRef="#br0" timeOffset="6352.9527">16813 3809 0,'0'0'0,"-80"0"0,80-40 32,40 40-32,120-40 15,-39 0 1,-81 40-16,120 0 15,41 0 1,-41 0 0,-119 0-1,-1 0 1,-80 40 0,-1 40-1,-119 41 1,160-81-16,-80 40 15,80-40-15,-121 40 16,41 1 0,40-41-16,-80 40 15,79-40 1,82-40 46,-1 0-62,0 0 0,0 0 16,0 40-16,0-40 16,0 0-16,0 40 0,1-40 0,-1 0 15,0 0-15,0 0 0,0 0 16,0 0-16</inkml:trace>
  <inkml:trace contextRef="#ctx0" brushRef="#br0" timeOffset="6584.0093">18258 4251 0,'-81'0'16,"162"0"-16,-202-41 16,201 1-16,-39 40 15,39-40-15,120 40 16,-79 0-1,-1 0 1,-40 0 0,-39-40-16</inkml:trace>
  <inkml:trace contextRef="#ctx0" brushRef="#br0" timeOffset="6945.7662">19782 3689 0,'-40'0'16,"80"0"-16,-120 0 0,40-40 16,0 40-16,40-40 15,-40 40 1,0 80 0,-1 81-1,1-41 1,40 0-1,40 41 1,1-81-16,79-40 16,-40-40-1,-40-40 1,-40 0 0,-80 0-1,0 40 1,0 0-1,-1 0 1,41 40 0</inkml:trace>
  <inkml:trace contextRef="#ctx0" brushRef="#br0" timeOffset="8599.9385">20705 2727 0,'-40'0'0,"120"0"32,-40 0-17,41 0-15,-41 0 0,0 0 0,0-41 0,40 41 16,-40 0-16,1 0 0,-1 0 0,40 0 15,0 0-15,-40 0 16,0 0-16,1 0 0,-1 0 0,0 0 16,0 0-16,0 0 0,0 0 0,0 0 15,0 0-15,1 0 16,-41-40-16</inkml:trace>
  <inkml:trace contextRef="#ctx0" brushRef="#br0" timeOffset="8884.1379">21548 2486 0,'0'0'0,"-80"-40"16,39 0 0,41 0-16,0 0 0,0-1 31,0 82 0,0 39-31,0-40 16,-40 0-16,40 0 0,0 0 0,0 0 0,0 40 15,0-39-15,0-1 0,0 0 16,0 0-16,0 0 0,0 0 0,0 0 16,0 0-16,40 0 0,-40 1 0,41-1 15,-41 0-15,40-40 0</inkml:trace>
  <inkml:trace contextRef="#ctx0" brushRef="#br0" timeOffset="9579.8228">22832 2326 0,'-40'-41'16,"0"41"-1,0 0 16,-1 0-31,1 0 16,-120 41 0,80-1-1,-1-40 1,41 0 0,0 0-16,40 40 93,0 0-93,0 0 0,0 0 16,0 0-16,0 0 16,0 0-16,0 0 0,40 1 15,-40-1 1,40-40-16,0 0 15,1 40-15,-1-40 16,0 0-16,0 0 16,0 0-16,0 0 0,-40 40 0,40-40 15,0 40-15,-40 0 16,0 0-16,0 0 0,0 0 16,-40 1-16,40-1 0,-40-40 15,40 40-15,-40-40 0,40 40 0,-40-40 0,0 0 16,40 40-16,-40-40 0,0 0 15,-1 0-15,1 0 0,0 0 16,40-40-16,-40 40 0,40-40 16,0 0-16,-40 40 0,40-40 15</inkml:trace>
  <inkml:trace contextRef="#ctx0" brushRef="#br0" timeOffset="11536.8033">24758 1764 0,'40'40'0,"-80"-40"141,80 0 218,0 0-343,0 0 15,0 0 16,1 0-31,-1 0-1,0 0-15,0 0 16,0 0-16,0 0 0,0 0 0,0 0 16,1 0-16,-1-40 0,0 40 15,0 0 1,0 0 0,-120 40 30,80 0-30,-40-40-16,0 40 16,-1-40-16,41 40 0,0 1 0,-40-1 15,0 0-15,40 0 0,-40 0 16,0 0-16,40 0 16,-40 0-16,40 0 15,-40 1-15,80-41 47,-40-41-31,40 41-16,0-40 0,0 40 15,0 0-15,0 0 0,1 0 16,-1 0-16,0 0 16,0 0-16,0 0 0,0 0 15,0 0-15,-40 40 0,41-40 16,-1 0-16,0 0 15</inkml:trace>
  <inkml:trace contextRef="#ctx0" brushRef="#br0" timeOffset="11734.295">25922 1764 0,'-81'0'15,"162"0"-15,-162-40 16,122 40 0,39 0-1,40-40 1,-40 40-16</inkml:trace>
  <inkml:trace contextRef="#ctx0" brushRef="#br0" timeOffset="11936.9138">26323 1403 0,'-40'0'0,"0"40"31,40 0-15,0 0-16,0 1 0,0-1 15,0 0-15,0 0 0,0 0 16,0 0-16,0 0 0,0 0 0,0 0 15,0 0-15,0 1 0,0-1 0,0 0 16,0 0-16</inkml:trace>
  <inkml:trace contextRef="#ctx0" brushRef="#br0" timeOffset="12433.4489">26724 1804 0,'0'0'0,"40"0"16,81-40 0,-1 40-1,0-40 1,-79 40-16,39 0 15,-40-40 1,0 40-16,0 0 16,-40 40 15,-80 0-31,80 0 16,-40-40-16,40 40 0,-40 0 0,40 0 15,-40-40-15,-1 41 0,41-1 0,-40 0 16,0-40-16,40 40 0,-40 0 15,0 0-15,0 0 0,0 0 16,40 0-16,40-40 47,0 0-47,0 0 0,0 0 16,0 0-16,0 0 0,1 0 0,-1 0 15,0 0-15,0 0 0,0 0 16,0 0-16,0 0 0,0 0 15,1 41 1</inkml:trace>
  <inkml:trace contextRef="#ctx0" brushRef="#br0" timeOffset="12904.0097">25239 2847 0,'-80'0'0,"160"0"0,-320 0 15,200 0 1,-1 0 0,82 0 15,-1 0-31,40-40 16,-40 40-16,0 0 15,40 0-15,-39 0 0,-1 0 0,40 0 16,0 0-16,1 0 0,39 0 15,-40 40-15,0-40 0,41 0 0,-1 40 16,1-40-16,-1 0 0,-40 0 0,41 40 16,-1-40-16,0 0 0,1 40 0,-41-40 15,0 0-15,0 0 0,1 0 0,-1 0 16,-40 0-16,0 0 0,0 0 0,0 0 16,-80 0 15</inkml:trace>
  <inkml:trace contextRef="#ctx0" brushRef="#br0" timeOffset="13548.0078">25079 3448 0,'0'0'0,"-40"0"15,40-40 1,40 40 15,40 0-15,-40 0-16,0 0 0,1 0 15,-1 0-15,0 0 0,0 0 0,0 0 16,0 0-16,0 0 0,1 0 0,-1 0 16,0 0-16,0 0 0,0 0 0,0 0 15,0 0-15,0 0 0,1 0 16,-82 0 15,41 40-31,-40-40 16,40 41-16,-80-41 0,80 40 0,-40 0 15,0 0-15,0 0 0,40 0 0,-40 0 0,-1 0 16,1-40-16,40 40 0,-40 1 16,0-1-16,0 0 0,0 0 0,0 0 15,-1 0-15,1-40 0,40 40 16,-40-40-16,80 0 62,0 0-62,1 0 16,-1 0-16,0 0 0,0 0 16,0 0-16,0 0 0,0 0 15,1 0-15,-1 0 0,0 0 16,0 0-16,0 0 0,0 0 0,0 0 15,0 0-15,1 0 0,-1 0 0,0 0 16</inkml:trace>
  <inkml:trace contextRef="#ctx0" brushRef="#br0" timeOffset="13770.6479">26403 3890 0,'0'0'0,"-40"0"16,0-40-16,80 40 16,80 0-1,-79-41-15,39 41 16,-40 0-16,80 0 16,1 0-1,-1 0 1</inkml:trace>
  <inkml:trace contextRef="#ctx0" brushRef="#br0" timeOffset="14171.7447">28088 3489 0,'0'0'0,"-40"-41"15,0 41 1,0 41 0,-40 39-1,0 0 1,39 80 0,1 1-1,80-41 1,1-80-1,-1 0-15,80-40 16,-80 0-16,40 0 16,-39-40-16,-1 0 15,-40 0 1,-40 0 0,-81 40-1,-39 40 1,39 40-1,1-40 1</inkml:trace>
  <inkml:trace contextRef="#ctx0" brushRef="#br0" timeOffset="15864.3987">9991 4491 0,'0'0'0,"0"40"15,-40-40 32,40 40 16,-40 1-63,40-1 0,0 0 0,0 0 15,0 0-15,-40 0 16,40 0-16,0 40 0,0-40 0,-40 41 0,40-41 15,0 0-15,-40 40 0,40-40 0,0 0 0,-40 0 16,40 1-16,0-1 0,0 0 16,0 0-16,0 0 0,0-80 31</inkml:trace>
  <inkml:trace contextRef="#ctx0" brushRef="#br0" timeOffset="16294.3775">9831 4411 0,'0'0'31,"0"-40"-31,0 120 15,-40-80 1,0 80 0,0-40-16,-1 1 15,1-41-15,40 40 16,-40-40-16,40-40 31,0-1-31,40 1 0,-40 0 16,40 0-16,1 0 0,-41 0 15,40 40-15,-40-40 0,40 40 16,-40-40-16,40 40 16,0 0-1,-40 40-15,40-40 16,-40 40-16,40-40 16,-40 40-16,40 0 0,-40 0 15,0 0 1,41 0-16,-41 1 0,0-1 15,40-40-15,-40 40 0</inkml:trace>
  <inkml:trace contextRef="#ctx0" brushRef="#br0" timeOffset="16824.342">9390 5574 0,'-41'-40'15,"82"80"-15,-41-80 32,40 40-1,-40 40-31,40 0 0,-40 0 16,40-40-1,-40 40-15,40 0 0,-40 1 0,0-1 16,40-40-16,-40 40 15,40-40 17,-40-40-17,40 0-15,1 40 0,-41-41 0,40 1 16,0 40-16,0-40 0,0 40 16,0-40-16,0 40 0,0-40 0,1 40 0,-1 0 15,0 0-15,0 0 16,-40-40-16,40 40 0,0 0 0</inkml:trace>
  <inkml:trace contextRef="#ctx0" brushRef="#br0" timeOffset="17874.3568">7985 6898 0,'0'40'0,"-40"-40"16,40 40-1,40-40 17,0 0-17,0 0-15,1 0 32,-41-40-32,40 40 0,-40-40 0,40 40 15,-40-41-15,40 41 16,-40-40-16,40 40 0,-40-40 0,40 0 15,-40 0-15,0 0 0,0 0 16,0 0-16,0 0 16,0-1-16,0 1 0,0 0 15,0 0 1,0 80 15,-40 0-15,0 0-16,40 1 0,0-1 15,-40 0 1,40 0-16,0 0 0,0 0 0,0 0 16,0 40-16,0-39 0,0-1 15,0 0-15,0 0 0,0 0 0,0 0 0,0 0 16,0 40-16,0-40 16,0 1-16,0-1 0,0 0 0,0 0 15,0 0-15,0 0 0,0 0 16,0 0-16,0 0 0,0 1 15,-40-41-15,40 40 0,0-80 47,0-1-31,0 1-16,40 0 0,0 0 16,-40 0-1,40 40-15,0-40 0,-40 0 0,40 40 0,-40-40 16,40 40-16,-40-40 0,41 40 0,-1 0 0,-40-41 15,40 41-15,0-40 16,0 40-16,0 0 0,-40-40 16,40 40-1,0 0-15,-40 40 16,41 0 0,-41 1-16,0-1 15,0 0 1,0 0-16,0 0 0,0 0 15,0 0-15,0 0 0,0 0 16,0 1-16,40-41 0,-40 40 16,0 0-16,0 0 0,40 0 15,0 0 1,0-40-16,0 0 16,0 0-1</inkml:trace>
  <inkml:trace contextRef="#ctx0" brushRef="#br0" timeOffset="18254.3347">9711 6577 0,'-41'-40'16,"82"80"-16,-122-121 16,41 81-1,40 41 1,-80 119 0,-40 81-1,79 39 1,41-79 15,81-41-15,-1-79-1,40-81 17,-39-41-32</inkml:trace>
  <inkml:trace contextRef="#ctx0" brushRef="#br0" timeOffset="18734.3068">9871 7018 0,'0'-40'0,"0"80"0,0-120 31,40 80-31,0 0 16,0 40-1,41 80 1,-81 0 15,0 1-15,0-41 0,0-120 15,40 0-16,40-81 1,0 1 0,41 80 15,-41 40-15,-40 160-1,0-79 1,-40 39 15,0 0-15,0-40-1</inkml:trace>
  <inkml:trace contextRef="#ctx0" brushRef="#br0" timeOffset="19054.2876">11035 6737 0,'0'0'16,"0"-40"-16,40 40 15,40 0 1,41 80 15,-41 81-15,-120 119 0,-41-39 15,-39-81-16,80-160-15,-40 41 0</inkml:trace>
  <inkml:trace contextRef="#ctx0" brushRef="#br0" timeOffset="19694.1941">12359 7178 0,'0'0'16,"40"0"15,0 0-15,0 0-16,41-40 16,119 40-1,-79 0 1,-1 0 15,-80 0-31</inkml:trace>
  <inkml:trace contextRef="#ctx0" brushRef="#br0" timeOffset="19934.2371">12479 7579 0,'-40'40'16,"80"-80"-16,-120 80 15,160-40 1,-40 0-16,201-80 31,-40 80-15,-41 0-1,-39 0 1</inkml:trace>
  <inkml:trace contextRef="#ctx0" brushRef="#br0" timeOffset="21304.0814">14405 6697 0,'0'0'0,"0"-40"63,40 40-63,1 0 15,-41-40-15,40 40 0,-40-40 16,40 40-16,0 0 15,-40-40 1,40 40-16,0 0 0,0 0 16,1 0-16,-1 80 15,0-80-15,-40 40 0,40-40 16,-40 40-16,0 0 16,0 0-16,0 0 0,0 0 15,-40 1-15,0-1 16,40 0-16,-40 0 0,-1 0 0,1 0 15,0 0-15,0-40 16,40 40-16,40-40 47,0 0-47,0-40 16,1 40-1,-1 0-15,0 0 16,0 40-16,0 0 0,-40 0 15,0 1-15,40-1 16,-40 0-16,0 0 0,0 0 0,0 0 16,0 0-16,-40 0 15,0 0-15,40 1 0,-40-41 0,40 40 16,-80-40-16,39 0 16,1 40-16,0-40 0,0 0 0,0 0 15,0 0 1,0 0-16,40-40 0,-41 40 0,1-40 0,0 40 15,40-81-15,-40 81 0,40-40 0,0 0 0,-40 0 16,40 0-16</inkml:trace>
  <inkml:trace contextRef="#ctx0" brushRef="#br0" timeOffset="24003.9545">16492 6617 0,'-40'0'0,"0"0"15,0 0 1,40-40-16,-41 40 16,1 0-1,40 40-15,-40 0 0,0 0 16,0 0-16,0 0 16,40 0-16,-40 41 0,0-41 0,40 0 0,-41 40 15,1 0-15,40 0 16,0-40-16,-40 41 0,40-1 0,0-40 0,0 40 15,0-40-15,0 0 0,40 1 0,-40-1 0,40 0 16,1 0-16,-1-40 16,0 40-16,0-40 0,0 0 0,0 0 0,0 0 15,0-40 1,1 40-16,-1-40 0,0 0 0,-40 0 16,40 40-16,-40-41 15,0 1-15,-80 40 16,40 0-16,-1 0 0,1 40 15,0-40-15,0 0 16,0 41-16,0-41 0,0 40 0,0-40 0,-1 0 16,41 40-16,-40-40 15,40 40-15,40-40 32,1 0-17,-41-40-15</inkml:trace>
  <inkml:trace contextRef="#ctx0" brushRef="#br0" timeOffset="24713.9594">16733 6055 0,'40'0'62,"0"0"-46,0 40-16,-40 1 15,0-1 1,0 0-16,0 0 0,0 0 16,0 0-16,0 0 0,-40-40 15,40 40-15,0 0 0,0 0 0,-40-40 32,40 41-32,0-122 15,40 81-15,-40-40 0,40 40 0,-40-40 16,80 0-16,-40 0 0,1 0 15,-1 0-15,0 0 0,0 40 16,-40-40-16,40 40 16,0 0-16,-40-41 0,40 41 15,0 0 1,-40 41-16,0-1 16,0 0-1,0 0-15,0 0 0,0 0 0,0 0 16,0 0-16,41-40 0,-41 40 0,0 0 15,0 1 1,0-1-16,0 0 0,0 0 31</inkml:trace>
  <inkml:trace contextRef="#ctx0" brushRef="#br0" timeOffset="25433.8753">17615 7058 0,'0'-40'15,"0"0"-15,0 0 16,0 0 0,0 120 15,0-40-31,0 0 0,0 0 0,0 0 16,0 0-16,0 0 15,0 0-15,0 1 0,0-1 0,0 0 0,0 0 16,0 0-16,0 0 0,41 0 0,-41 0 0,40-40 15,-40 40-15,0 1 16,40-41-16,0 0 0,0 0 0,0 0 16,-40-41-1,40 41-15,-40-40 0,40 40 0,-40-40 0,41 0 16,-41 0-16,40 0 16,-40 0-16,0 0 0,40 0 0,-40-1 15,0 1-15,40 0 0,-40 0 0,0 0 31,0 80 1,0 40-32,-40-40 15,40 1-15,0-1 16,0 0-16,0 0 0,0 0 0,0 0 16,0 0-16,0 0 0,0 0 15,0 1-15,0-1 0,40 0 0,-40 0 16,80-40-16,-40 0 15,1 0-15,-1 0 16,0 0-16,0-40 0,0 40 0</inkml:trace>
  <inkml:trace contextRef="#ctx0" brushRef="#br0" timeOffset="25733.8282">18940 6898 0,'-40'-41'0,"-1"41"32,-39 0-17,40 81 1,0 79 15,0 81-15,0-161-16,40 40 15,40 41 1,40-121 15,40-80-15</inkml:trace>
  <inkml:trace contextRef="#ctx0" brushRef="#br0" timeOffset="26143.806">19140 7218 0,'0'-40'16,"-40"40"-16,80 0 31,41 40-15,-81 0-1,0 1-15,0-1 0,0 0 0,0 0 16,0 0-16,0 0 0,0 0 15,0 0 1,0 0-16,0-80 31,40 40-31,-40-40 0,40 40 16,-40-40-16,40 0 16,-40 0-16,40 0 0,-40 0 0,40 40 0,-40-40 15,40 40-15,-40-41 0,40 41 16,1 41-1,-41 39 17,40-40-32,-40 0 0,0 0 15,0 0 1,0 0-16,0 0 0,0 1 16,-40-41-16,40 40 15</inkml:trace>
  <inkml:trace contextRef="#ctx0" brushRef="#br0" timeOffset="26453.8577">20184 6817 0,'40'0'16,"0"40"-16,-40 1 15,80 39 1,-80 160 15,-40 41-15,-80-40-1,-41-81 1,81-120-16</inkml:trace>
  <inkml:trace contextRef="#ctx0" brushRef="#br0" timeOffset="27143.7464">21708 7539 0,'-40'0'0,"0"0"0,0 0 16,80 0 15,0 0-15,0 0-16,0 0 15,1 0-15,-1 0 0,0 0 16,40 0-16,-40 0 16,0 0-16,1 0 0,39 0 0,-40 0 0,40 0 15,-40 0-15,41 0 0,-41 0 16,40 0-16,-40 0 0,0 0 0,0 0 0,0 0 16,1 0-16,-1 0 15,0 0 1</inkml:trace>
  <inkml:trace contextRef="#ctx0" brushRef="#br0" timeOffset="27443.7258">22270 7138 0,'-40'0'16,"40"-40"-16,0 120 31,0-40-15,0 0-16,0 1 0,0 39 15,0-40-15,0 0 0,0 40 0,0-40 0,0 0 16,0 41-16,0-41 0,0 0 0,0 0 0,0 0 15,0 0-15,0 40 16,0-40-16,-40-40 0,40 41 0,-40-1 0,40 0 16,0 0-16</inkml:trace>
  <inkml:trace contextRef="#ctx0" brushRef="#br0" timeOffset="29663.6291">23715 6857 0,'0'0'0,"0"-40"62,-40 40-31,40-40-31,-41 40 0,1 0 16,0 0-16,0 0 16,0 0-16,0 0 0,0 0 0,0 0 0,-1 0 15,41 40-15,-40-40 0,40 40 16,0 1 109,0 39-125,0-40 15,0 40-15,0-40 16,0 0-16,0 0 0,0 0 0,0 1 0,0-1 16,0 0-16,-40 0 0,40 0 15,0 0-15,0 0 32,40-40-32,0 0 0,1 0 15,-41 40-15,40-40 0,0 0 0,-40 40 16,40-40-16,-40 41 0,0-1 15,0 0-15,0 0 0,0 0 0,0 0 16,0 0 0,-40 0-16,40 0 0,0 0 15,-80-40-15,80 41 0,-41-41 16,1 40-16,0-40 0,0 0 0,0 0 16,0 40-1,0-40-15,0 0 0,-1 0 0,1 0 0,0 0 16,0 0-16,40-40 0,-40 40 0,0-40 0,0-1 15</inkml:trace>
  <inkml:trace contextRef="#ctx0" brushRef="#br0" timeOffset="33323.458">24838 7018 0,'40'-40'0,"0"40"15,-40-40 1,41 40-1,-41-40 1,-41 80 78,1 0-79,40 0-15,-40 0 0,40 0 0,-40 40 0,0-40 16,40 0-16,0 41 16,-40-41-16,40 0 0,0 40 0,0-40 0,0 0 15,0 0-15,0 41 0,0-41 16,40 0-16,-40 0 0,40 0 16,0 0-1,0-40-15,0 0 0,1 0 16,-1 0-16,0-40 0,0 40 0,0-40 15,0 0-15,0 0 16,-40 0 0,-40 40-1,0 0 1,0 40 0,0-40-16,0 0 0,40 40 0,-40-40 0,-1 40 15,1-40-15,0 40 0,40 0 16,-40-40-1,40 40-15,40-40 32</inkml:trace>
  <inkml:trace contextRef="#ctx0" brushRef="#br0" timeOffset="34123.4116">25360 6336 0,'-40'0'15,"40"-40"1,40 0 0,0 0-1,40 0 1,1 40-1,-41 120 17,-40 40-17,-40-39 1,40-81 0,-41-40-16,41-40 31,0 0-31,41-41 31,79-39-15,-80 80-16,0 40 15,0-40-15,0 40 16,1 0 0,-41 40-1,40 80 1,-40-80-16,0 0 15,0 121 1,0-81 0,0-40-1,40-40 1</inkml:trace>
  <inkml:trace contextRef="#ctx0" brushRef="#br0" timeOffset="34343.3278">26203 6496 0,'0'0'16,"0"-40"15,40 40-31,0 0 16,0 0-1,0 0-15,0 0 16,0 0-16,0 0 16,1 0-16,-1 0 0,0 0 31</inkml:trace>
  <inkml:trace contextRef="#ctx0" brushRef="#br0" timeOffset="34663.3808">26925 6055 0,'0'0'15,"0"40"32,-40-40-47,40 81 16,-40-81-16,40 40 0,0 0 0,0 0 16,-41 0-16,41 0 15,0 0-15,0 0 0,0 0 0,0 1 0,-40-1 16,40 0-16,0 0 0,0 0 0,-40 0 15</inkml:trace>
  <inkml:trace contextRef="#ctx0" brushRef="#br0" timeOffset="35473.2599">27607 7018 0,'0'0'16,"-40"-40"-16,40 0 31,0 80-31,-40 0 16,0 80 15,40-80-31,-41 161 15,1-161-15,40 0 0,0 80 16,0-80-16,81 41 31,-41-41-31,40-40 0,0-40 32,-40 0-32,41-41 15,-81 1-15,40 40 0,0-80 31,0 80-31,-40-1 0,40-39 16,-40 40-16,0 0 16,0 80 15,0 0-31,0 0 16,0 0-16,-40 1 0,40-1 0,0 0 15,0 0-15,-40-40 0,40 40 16,0 0-16,0 0 0,0 0 0,0 0 0,0 1 15,40-1 1,-40 0-16,40 0 0,0-40 16,0 40-16,0-40 15,1 0-15,-1 0 0,0 0 0</inkml:trace>
  <inkml:trace contextRef="#ctx0" brushRef="#br0" timeOffset="35733.2426">28730 6938 0,'-40'-40'16,"0"40"0,0 0-16,40 40 15,0 40 1,-40-40-16,40 0 0,0 0 0,0 0 0,0 40 15,0-39-15,0 39 0,0-40 16,0 0-16,0 40 0,0-40 0,0 0 0,40 41 16,-40-41-16,0 0 15,40-40-15,-40 40 0,0 0 0,40 0 16,0-40-16,1 0 16</inkml:trace>
  <inkml:trace contextRef="#ctx0" brushRef="#br0" timeOffset="36183.293">29292 7218 0,'-80'0'0,"80"-40"16,0 0 15,40 120-16,-40 1 1,0-41-16,0 40 0,0-40 0,0 80 31,0-39-15,0-122 0,0 1-1,161-80 1,-161 80-16,40 0 0,0 40 15,40-121 1,0 121 0,-80 41-1,41 39 1,-41 80 0,-41 1 15,41-121-31,-40 40 15,40-40-15</inkml:trace>
  <inkml:trace contextRef="#ctx0" brushRef="#br0" timeOffset="36453.2753">30095 7579 0,'0'0'16,"-40"-40"-1,80 40 1,80-40 0,-40 40-1,41 0 1,-81 0-16,0 0 15,0 0-15,0-40 16</inkml:trace>
  <inkml:trace contextRef="#ctx0" brushRef="#br0" timeOffset="36753.2588">31138 7098 0,'-40'40'31,"40"0"-15,0 0-16,0 0 15,0 1-15,0-1 16,0 0-16,0 0 0,0 0 0,0 0 16,0 0-16,0 0 15,0 0-15,0 1 0,0-1 0,0 0 16,0 0-16,0 0 0,0 0 16,0 0-16,0 0 15</inkml:trace>
  <inkml:trace contextRef="#ctx0" brushRef="#br0" timeOffset="37143.1792">31820 6777 0,'40'0'15,"-40"40"1,81 121-1,-81-121-15,40 80 16,-40-80-16,0 241 16,-161 0 15,-80-81-15,121-120-16,80-39 0,-80-41 0</inkml:trace>
  <inkml:trace contextRef="#ctx0" brushRef="#br0" timeOffset="39033.0738">7062 9705 0,'0'0'0,"0"-40"0,-40 40 15,40-40-15,0 0 16,0-1-16,0 1 16,40 0-1,0 40 48,0 0-63,-40-40 0,41 40 15,-1-40-15,0 0 16,0 40-16,0-40 0,0 0 0,0 40 16,1-40-16,39 0 0,-40-1 0,0 41 0,0-40 15,0 0-15,41 0 0,-41 0 16,0 0-16,0 0 0,40 40 0,-40-40 0,0 0 15,1 40-15,-1-41 16,0 41-16,0-40 0,0 40 0,0 0 16,-80 0 31,0 0-1</inkml:trace>
  <inkml:trace contextRef="#ctx0" brushRef="#br0" timeOffset="39453.0283">7945 8622 0,'0'0'0,"0"-40"0,-40 40 0,0-40 16,80 40 31,0 0-32,0 0-15,0 40 16,0-40-1,1 0-15,-1 0 0,0 0 16,0 0-16,0 0 16,0 0-16,0 0 15,0 0 1,-40 40 0,0 0-16,0 0 15,-40 0 1,40 0-16,-40 1 0,40-1 15,0 0 1,0 0-16,-40-40 0,40 40 0,0 0 0,-40-40 16,40 40-16,0 0 0,0 0 15</inkml:trace>
  <inkml:trace contextRef="#ctx0" brushRef="#br0" timeOffset="40142.9871">4133 9946 0,'-40'0'32,"40"40"14,0 0-46,0 0 0,0 0 16,0 0-16,0 0 16,-40 0-16,40 0 0,0 0 0,0 1 0,0-1 15,0 0-15,0 0 0,0 0 16,0 0-16,0 0 0,0 0 0,0 0 0,0 1 16,0-1-16,0 0 0</inkml:trace>
  <inkml:trace contextRef="#ctx0" brushRef="#br0" timeOffset="40463.0445">4013 9865 0,'0'0'31,"-40"-40"-31,40 0 16,-41 40-1,122 0 1,-41 0-16,0 0 15,0 40-15,0-40 16,0 0-16,121 40 16,-121-40-16,0 0 0,40 0 15</inkml:trace>
  <inkml:trace contextRef="#ctx0" brushRef="#br0" timeOffset="40742.9554">3812 10667 0,'-40'41'16,"80"-82"-16,-120 82 31,120-41-16,40 0 1,-40 0-16,-40-41 0,40 41 16,1 0-16,-1 0 15,0 0-15,0 0 0,0 0 0,0 0 0,0 0 16,0 0-16,1 0 0,-1 0 16,0 0-16,0 0 0,0 0 0</inkml:trace>
  <inkml:trace contextRef="#ctx0" brushRef="#br0" timeOffset="41342.9353">4815 10266 0,'40'0'31,"-40"40"-31,40-40 0,-40 41 15,41-41 1,-41 40-16,0 0 0,0 0 0,0 0 16,0 0-1,0 0-15,-41-40 32,41-40-17,41 0-15,-41 0 16,40 0-16,-40 0 0,40 40 15,0-40-15,0-1 0,0 41 0,-40-40 16,40 40-16,0 0 16,1 0-16,-1 40 15,-40 1 1,0-1-16,0 0 0,0 0 0,0 0 16,0 0-16,0-80 46,0 0-30,40 40-16,0-40 0,0 0 16,0 0-1,0 40-15,0-41 0,1 41 16,-1 0 0,0 41-16,-40-1 15,40 0-15,-40 0 16,0 0-16,0 0 15,0 0-15,0 0 0,0 0 0,-40 1 16,40-1-16,-40 0 16,40 0-16,0 0 0,0 0 0,0 0 15</inkml:trace>
  <inkml:trace contextRef="#ctx0" brushRef="#br0" timeOffset="42002.88">6260 10427 0,'-40'-40'16,"80"80"-16,-121-80 15,81 80-15,0 0 32,41 0-32,-41 0 31,0 0-31,0 0 16,0 0 15,0 1-31,-41 119 31,41-40-31,0-80 0,-40 161 31,40-161-31,0 0 0,0 0 0,0 40 32,0-120-17,0-80 1,40-81-1,1-79 17,-1 200-32,-40 39 0,80-39 31,-80 40-31,40 40 0,0-40 16,40 40-1,-39 0-15,-1 40 16,-40 0-16,0 0 0,0 0 31,0 1-31,-40-1 0,-1 0 0,-79 40 31,0-40-15,80-40 0,-1 0-16,1-40 15,40 0-15</inkml:trace>
  <inkml:trace contextRef="#ctx0" brushRef="#br0" timeOffset="42482.85">6942 10587 0,'0'0'15,"0"40"32,0 0-47,0 1 0,0-1 16,0 0 0,40-40-16,-40 40 15,40-40-15,0 0 16,0-40-1,0 0-15,-40 0 16,41-1-16,-41 1 16,0 0-16,40 40 0,-40-40 15,0 80 32,0 0-47,0 0 16,0 1-16,0-1 0,0 0 15,40-40-15,-40 40 16,0 0-16,0 0 0,40 0 0,-40 0 16,0 0-16,0 0 15,40-40-15,0 0 32</inkml:trace>
  <inkml:trace contextRef="#ctx0" brushRef="#br0" timeOffset="42742.8395">7905 10146 0,'-40'-40'0,"80"80"0,-80-120 31,40 160-16,0-40-15,0 0 16,0 0-16,0 41 0,0-41 0,0 0 0,0 40 16,0-40-16,0 0 15,0 0-15,-40 0 0,40 1 0,0-1 0,-40 0 16,40 0-16,0 0 0,0 0 16</inkml:trace>
  <inkml:trace contextRef="#ctx0" brushRef="#br0" timeOffset="43112.8889">8587 10347 0,'-80'-41'15,"160"82"-15,-200-82 16,80 41-16,-1 0 0,1 41 16,0-1-1,0 120 1,80-40 0,0-79-1,41-41-15,-1 120 16,-80-80-16,0 0 15,0 40 1,-80-40 0,-41-40 15,121-40-31</inkml:trace>
  <inkml:trace contextRef="#ctx0" brushRef="#br0" timeOffset="43442.8038">8707 10667 0,'41'0'15,"39"0"1,-40 0-16,0 0 0,0 0 16,0 0-16,0-40 0,1 40 0,-1 0 15,-40-40-15,40 0 0,-40 0 0,0 0 31,0 0-31,-40 40 16,0 0 0,-1 0-1,1 40-15,0-40 16,40 40-16,-40-40 0,40 40 0,-40 0 0,0-40 16,40 40-16,0 0 0,-40 1 0,40-1 0,0 0 15,0 0-15,0 0 16,0 0-16,40 0 0,0-40 15,-40 40-15,40-40 16,0 0-16,0 0 0,0 0 16</inkml:trace>
  <inkml:trace contextRef="#ctx0" brushRef="#br0" timeOffset="44312.8192">10674 10226 0,'-41'40'16,"1"-40"-16,40 121 31,0-1-31,0 121 16,-40-81 15,0-40-16,40-160 1,0-80 15,0-81-15,120-39 0,-39 119-1,79-119 1,-120 200-16,1 0 0,-1 40 15,80 0 1,-80 120 0,-40-40-1,-40 121 1,-80-81 0,-81-40-1,40-40 1,41-80 15,120-40-15,80 40-1,-40 40 1,1 0-16,-1 40 16,0 0-16,80 80 15,1 41 1,-41-41-1,0-40 1</inkml:trace>
  <inkml:trace contextRef="#ctx0" brushRef="#br0" timeOffset="44722.7944">11516 10788 0,'0'0'16,"-40"0"-16,0 0 0,0 0 0,40-40 31,160 40-15,41 0 0,-81-40-1,-79-41 16,-41-39-15,0 80 0,-81 0-1,41 40-15,-80 0 16,120 40-16,-40-40 0,0 40 16,-1 80-1,41 41 1,121-1 15,-81-120-31,80 0 31,-80-40-31</inkml:trace>
  <inkml:trace contextRef="#ctx0" brushRef="#br0" timeOffset="45012.7789">12319 10507 0,'0'0'0,"-40"0"0,0 0 0,-1 0 31,1 0-31,0 120 16,120 1 15,-80-1-16,41-40 1,-122 0 15,41-40-15,-40-80 0</inkml:trace>
  <inkml:trace contextRef="#ctx0" brushRef="#br0" timeOffset="45322.7608">12760 10547 0,'-40'0'16,"40"40"0,0 81-1,0 79 1,40-160 0,-40 0-16,0 121 15,0-121-15,0 0 0,0 0 31,0 0-15</inkml:trace>
  <inkml:trace contextRef="#ctx0" brushRef="#br0" timeOffset="45632.7443">12840 10708 0,'0'-41'0,"0"82"0,0-122 0,41-39 31,-41 80-31,40 0 16,40 0-1,0 40 1,-40 0 0,0 40-1,-40 80 1,0-80-16,-40 0 15,0 0-15,-80 41 16,80-41 0,-81 0-1,81-40 1,40-80 0</inkml:trace>
  <inkml:trace contextRef="#ctx0" brushRef="#br0" timeOffset="46002.7204">13603 10547 0,'0'40'16,"40"-40"-16,-40 40 15,0 41 1,0-41 0,0 40-1,-80-40 1,40-40 0,-41-40 15,81-40-16,0-1 1,40 1 0,1 0-1,-1 80 1,0 0-16,0 0 16</inkml:trace>
  <inkml:trace contextRef="#ctx0" brushRef="#br0" timeOffset="46422.6955">14004 10547 0,'0'0'16,"40"0"-1,-40 120 1,40-39 15,-40-1-15,0-40-1,0-80 1,81-40 15,-41 40-31,40-41 31,-40 81-31,0 0 16,0 0 0,-40 40-1,0 121 1,0-121 0,-80 80-1,40-80 1</inkml:trace>
  <inkml:trace contextRef="#ctx0" brushRef="#br0" timeOffset="46722.6602">15248 10507 0,'-80'0'16,"160"0"-16,-200 0 0,39-40 15,81 80 17,0 40-17,0-40-15,0 0 16,0 1-16,0-1 16,0 0-16,0 0 0,0 0 0,41-40 0,-41 40 0,0 0 15,0 0-15,0 0 16,0 0-16,0 1 15,0-1-15,-41-40 16,1 0-16,0 0 16,0 0-16,0 0 15,40-40-15,-40 40 0,40-41 0,-40 1 16</inkml:trace>
  <inkml:trace contextRef="#ctx0" brushRef="#br0" timeOffset="47072.5887">15288 10788 0,'40'0'31,"-80"0"-31,120 0 0,81-40 16,-121 40-16,0 0 0,0-40 0,0 40 15,41-81 1,-81 1 15,0 40-15,-40 40-1,-81 120 1,81 41 15,40-41-31,80 0 31,1-120-31,79 40 16,241-40 0</inkml:trace>
  <inkml:trace contextRef="#ctx0" brushRef="#br0" timeOffset="128747.8537">1525 12071 0,'40'0'0,"-80"0"219,0 0-188,0 0-15,-1 0-16,1 0 0,40 40 15,-40-40 1,40 40-16,-40-40 0,40 40 0,-40-40 15,40 41 1,-40-1 0,40 0 15,0 0-15,0 0-1,0 0-15,40 0 0,-40 0 16,0 0-16,40 0 15,0 1-15,0-41 16,0 0 0,1 0-16,-1 0 0,0 0 15,0 0-15,0 0 16,0 0-16,0 0 16,0-41-16,1 1 0</inkml:trace>
  <inkml:trace contextRef="#ctx0" brushRef="#br0" timeOffset="130377.815">1966 11630 0,'0'0'0,"0"-40"15,-40 40 32,0 0-31,0 0-1,0 0 17,0 0-32,-1 0 0,1 0 15,0 0-15,0 0 16,0 0-16,0 0 16,0 0-16,0 0 0,40 40 15,-41-40-15,1 0 16,40 40-16,-40-40 0,0 0 15,0 0 1,0 0 0,40 40-16,-40-40 15,0 0 1,40 40-16,-41-40 16,41 40-16,-40-40 0,40 40 15,-40-40-15,0 41 0,0-1 31,0-40-31,40 40 0,-40-40 16,40 40 0,-40-40-16,40 40 0,-41 0 15,41 0 1,-40-40 0,40 40-16,0 0 31,0 1-31,0-1 15,0 0 1,0 0 0,0 0-1,0 0-15,0 0 16,0 0 0,0 0-16,0 0 15,0 1-15,40-41 0,1 0 31,-41 40-31,40-40 16,0 0 0,0 0-16,0 0 15,-40 40-15,40-40 16,0 0-16,0 0 16,1 0-16,-1 0 0,0 0 31,0 0-31,-40 40 15,40-40-15,0 0 16,0 0-16,0 0 16,1 0-1,-1 0-15,0 0 0,0 0 16,0 0-16,0-40 16,0 40-16,-40-40 0,40 40 0,1 0 0,-1 0 15,0 0-15,-40-40 0,40 40 0,0 0 16,0-41-1,0 41-15,0-40 0,1 0 16,-1 40 0,-40-40-16,40 40 15,-40-40 1,40 40-16,0-40 0,0 40 16,-40-40-16,40 40 0,-40-40 0,40 40 15,-40-40-15,41 40 16,-41-40-16,0-1 15,0 1 1,0 0 0,0 0-1,0 0-15,0 0 16,0 0 0,0 0-16,0 0 15,-41 40 1,41-41-16,-40 41 0,40-40 15,-40 40-15,40-40 0,-40 0 32,0 40-32,40-40 0,-40 40 15,40-40-15,-40 40 16,40-40-16,-40 40 0,-1-40 16,1 40-16,0 0 0,0 0 15,0-40 1,0 40-16,0 0 0,0 0 0,-1 0 15,1 0-15,0 0 16,40 40-16,-40-40 0,0 0 0,40 40 16,-40-40-16,0 0 15,40 40 1,-40-40-16,-1 0 16</inkml:trace>
  <inkml:trace contextRef="#ctx0" brushRef="#br0" timeOffset="130977.7421">3932 11871 0,'0'0'16,"-40"-41"-16,0 41 16,40 41 31,0 39-47,0-40 15,0 0-15,0 40 0,0-40 0,0 41 0,0-1 16,0-40-16,0 40 15,0 0-15,0-40 0,0 0 0,-40 41 0,40-41 16,0 0-16,0 0 0,0 0 16,0 0-16,0 0 0,0-120 31</inkml:trace>
  <inkml:trace contextRef="#ctx0" brushRef="#br0" timeOffset="131267.7637">3732 12191 0,'-40'0'16,"80"0"-16,-120 0 0,39-40 16,1 40-16,40-40 15,40 40 1,1-80-1,-1 80-15,0-40 16,0 0-16,80 0 16,41 0 15,-81 40-31,0 80 16,-40 0-1</inkml:trace>
  <inkml:trace contextRef="#ctx0" brushRef="#br0" timeOffset="131547.7479">3772 12512 0,'-40'80'15,"0"-80"-15,40 41 0,0-82 32,40 41-17,0-40 1,0 40-16,0 0 0,0-40 0,0 0 0,41 40 16,-41-40-16,0 40 0,0 0 0,0-40 0,0 40 15,0 0-15,1 0 0,-41-40 16,40 40-16,0 0 0,0 0 0,-40-40 15,40 40 1</inkml:trace>
  <inkml:trace contextRef="#ctx0" brushRef="#br0" timeOffset="131937.6503">4534 12352 0,'0'-40'16,"40"40"0,1 0-16,-1 0 15,0 0 1,-40 40-16,40-40 0,-40 40 0,40-40 0,-40 40 16,40 0-16,-40 0 0,0 0 0,40-40 0,-40 40 15,0 1-15,0-1 16,0 0-16,0 0 0,-40 0 15,40 0 1,-40-40-16,0 0 0,0 0 16,40-40-1,0 0-15,0 0 16,0 0-16,0 0 0,40 40 0,-40-41 0,40 1 16,40 0-16,-40 0 15,-40 0-15,41 40 0,-41-40 0,40 40 0,0-40 16,0 40-1,-40-40-15,40 40 0,0 0 16,-40-40-16,40 40 16</inkml:trace>
  <inkml:trace contextRef="#ctx0" brushRef="#br0" timeOffset="132307.7035">5096 12512 0,'0'0'15,"80"0"-15,1 0 16,-41-40 0,40-40-1,0 80 1,-40-40-16,0 40 16,-40-40-1,-40 40 1,0-40-1,0 40-15,0 0 32,0 0-32,0 40 0,0-40 15,40 40-15,-41 0 16,41 0-16,0 0 16,0 0-16,41-40 15,-41 40 1,40-40-16,0 0 0,0 40 15,0-40-15,0 0 16,0 0-16,0 0 0</inkml:trace>
  <inkml:trace contextRef="#ctx0" brushRef="#br0" timeOffset="132947.6667">6300 12272 0,'-40'0'16,"80"0"-16,-201 0 16,121 0-16,0 80 31,-40 40-15,80-80-16,-40 40 0,40-39 0,0-1 31,120-40-16,-80 0 1,0 0-16,-40-40 0,40-1 31,-40-79-15,0 40 0,0 40-1,-40 40 1,40 80-1,0 40 17,0-80-32,0 41 0,0-41 0,-40 80 31,40 41-15,0-121-16,0 0 0,0 40 31,0-40-31,0 0 15,-40 0-15,40 0 16,0-80 15,40 40-15,-40-40-16,40 40 0,-40-40 0,40 0 0,-40 0 16,41 40-16,-41-40 0,40 40 15,0-40-15,0 0 0,0 40 16,-40-41-16,40 41 15,-40-40-15,40 40 0,-40-40 0,40 0 16,-40 0 0</inkml:trace>
  <inkml:trace contextRef="#ctx0" brushRef="#br0" timeOffset="133187.5789">7102 12673 0,'-40'0'0,"0"-40"16,0 40-16,0 0 31,80 0 0,0 0-31</inkml:trace>
  <inkml:trace contextRef="#ctx0" brushRef="#br0" timeOffset="133597.6286">8346 12031 0,'-40'0'31,"80"0"-31,-200 40 16,120 40-16,40-40 0,0 161 31,0-1-16,0-159 1,0-1-16,0 0 0,0 0 0,0 0 16,-40-40-1</inkml:trace>
  <inkml:trace contextRef="#ctx0" brushRef="#br0" timeOffset="134017.6037">8146 12392 0,'0'-120'32,"0"240"-32,0-321 0,0 161 0,160-80 31,1 40-15,-81 40-16,-40 40 0,40 0 31,-40 40-31,-40 0 15,0 0-15,-40 40 16,40-40-16,-240 161 16,-1-1-1,120-119 1,81-81 0,40-41-1,40 41 1,-40-40-1,41 0-15,-1 40 16,40 0-16,-40 40 16,0 0-16,40 41 31,-39-41-31,-1 0 16,0 0-16,80 0 15</inkml:trace>
  <inkml:trace contextRef="#ctx0" brushRef="#br0" timeOffset="134407.5828">8988 12833 0,'0'0'16,"81"-40"-1,119-40 17,-160 40-32,41 0 0,-41-1 0,0 41 15,-40-40 1,0-40 0,0 40-16,-80 0 31,39 40-31,-79 40 15,120 0-15,-40 0 16,-80 81 0,39-1-1,81-80 1,0 0-16,81 0 16,-41 0-16,40 0 15,0-40 1,-40 0-16</inkml:trace>
  <inkml:trace contextRef="#ctx0" brushRef="#br0" timeOffset="134747.5609">10192 12432 0,'0'0'0,"-80"0"31,80-40-31,-40 40 0,40 40 16,-40 40-1,40-40-15,0 0 16,0 1-16,0-1 0,0 0 16,40 120-1,-40-120 1,0 0-16,40 1 15,-80-1-15,0-40 16,-81 0 0,41-40-1,0-1 1,80 1-16</inkml:trace>
  <inkml:trace contextRef="#ctx0" brushRef="#br0" timeOffset="135057.5451">10874 12592 0,'-40'0'16,"40"41"-16,-40-1 31,40 0-31,-40 0 0,0 0 0,40 80 16,40 41 15,-40-121-31,40-40 0,-40 80 31</inkml:trace>
  <inkml:trace contextRef="#ctx0" brushRef="#br0" timeOffset="135407.5238">10754 12713 0,'0'-40'16,"0"80"-16,0-120 0,40-1 16,-40 41-16,120-40 31,1 40-15,-81 40-16,0 40 31,0 0-31,0 80 15,-40-79-15,0-1 16,0 0-16,-120 40 31,80-80-31,-121 40 16,81-40-16,0 0 16,80-40-16,0 0 15,0 0 1,40 40-1</inkml:trace>
  <inkml:trace contextRef="#ctx0" brushRef="#br0" timeOffset="135797.5013">11597 12512 0,'40'0'16,"-40"40"-16,40 0 15,-40 1 1,40 79 0,-80 40-1,40-120 1,-40-40-16,-41 41 15,41-41-15,0 0 32,0 0-32,0 0 0,40-41 0,0 1 15,0 0 1,40-80 0,0 80-16,0 0 15,41 0 1,-41 40-16</inkml:trace>
  <inkml:trace contextRef="#ctx0" brushRef="#br0" timeOffset="136167.4786">12038 12472 0,'0'-40'16,"0"80"-16,40-80 0,-40 80 15,40 40-15,-40 41 32,0-81-32,0 0 0,0 0 15,0 0-15,0 40 16,0-120 31,40 40-47,-40-40 0,40 0 0,1 0 0,-1 0 15,0 0 1,0 0-16,0 40 0,-40-41 16,40 41-1,-40 41-15,40-1 16,-40 0-16,0 0 0,0 0 16,0 0-1,-40 0-15,40 0 0,-40-40 16,40 40-1</inkml:trace>
  <inkml:trace contextRef="#ctx0" brushRef="#br0" timeOffset="136467.4609">13041 12432 0,'0'0'16,"-40"0"-16,40-40 15,-40 40 1,40 40 0,0 0-16,0 80 15,0-79-15,0-1 16,0 40-1,0-40-15,0 80 16,-80-39-16,39-81 16,41 40-16,-80-40 31</inkml:trace>
  <inkml:trace contextRef="#ctx0" brushRef="#br0" timeOffset="136817.3832">13242 12633 0,'80'40'16,"-40"-40"-16,0 0 0,40 0 31,-39 0-31,39-40 16,-40-41-16,0 41 15,-40 0 1,0-40 0,-40 40-16,40 80 31,-40-40-31,40 40 0,-40 0 0,0 0 0,40 0 16,0 0-16,-41 1 0,41-1 0,0 0 0,-40 0 15,40 0 1,0 0-16,0 0 0,40-40 15,41 0-15,-41 0 16,0 0-16,0 0 0,0-40 0,0 40 0,41 0 16,-41-40-16</inkml:trace>
  <inkml:trace contextRef="#ctx0" brushRef="#br0" timeOffset="138467.3448">15970 12232 0,'0'0'0,"-40"0"15,40 40-15,-40-40 16,40 40-16,40-40 47,0 0-31,-40-40-16,40 40 0,1 0 15,-1-40-15,0 40 0,0 0 16,0-41-16,0 41 15,0 0-15,0 0 0,1 0 0,-1-40 16,0 40-16,0 0 0,0 0 16,0 0-16,0 0 0,0 0 15,-40 40 1</inkml:trace>
  <inkml:trace contextRef="#ctx0" brushRef="#br0" timeOffset="138727.3112">16051 12673 0,'-81'0'16,"162"0"-16,-202 0 15,161 0 16,0 0-31,1 0 16,-1 0-16,0 0 16,0 0-16,0 0 0,0 0 0,0 0 0,0 0 15,1 0-15,-1 0 0,40 0 16,-40 0-16,0-40 0,0 40 0</inkml:trace>
  <inkml:trace contextRef="#ctx0" brushRef="#br0" timeOffset="139307.2965">17776 11991 0,'0'0'0,"-40"0"16,0 0 15,40 40 32,0 0-63,0 0 0,0 0 15,0 0-15,0 1 0,0 39 16,0-40-16,0 40 0,0-40 0,0 40 0,0 1 16,-40-41-16,40 40 0,0-40 0,-41 40 0,41 0 15,0-39-15,0 39 16,-40-40-16,40 0 0,0 0 0,0 0 15</inkml:trace>
  <inkml:trace contextRef="#ctx0" brushRef="#br0" timeOffset="139857.264">17656 12673 0,'40'0'47,"0"0"-47,0 0 0,0 0 0,0 0 16,0 0-16,41-40 0,-41 40 15,0 0-15,0 0 0,0 0 16,0 0-16,0 0 0,1-41 0,-1 41 15,-40-40-15,40 40 16,0 0-16,-40-40 16,0 0-1,0 0 1,0 0-16,0 0 16,0 0-1,-40 0-15,40 0 16,0-1-16,0 1 15,0 0-15,-40 40 32,40 40-1,0 0-31,0 1 16,0-1-16,-40 0 0,40 0 0,0 0 15,0 0-15,0 0 16,0 0-16,0 40 0,0-39 0,0 39 0,0-40 15,0 0-15,0 40 0,0-40 16,0 41-16,0-41 0,0 0 0,0 0 0,0 0 16,0 0-16,0 0 15,40-40-15,-40 40 0,0 0 16,40-40-16</inkml:trace>
  <inkml:trace contextRef="#ctx0" brushRef="#br0" timeOffset="140237.1692">19261 12272 0,'-81'0'15,"41"0"-15,-40 40 16,40-40-16,-40 120 31,80-80-31,0 0 0,-40 40 16,40 1-16,-41-1 15,41-40-15,0 201 16,41-41 0,79-80 15,40-120-31</inkml:trace>
  <inkml:trace contextRef="#ctx0" brushRef="#br0" timeOffset="140707.2167">19702 12913 0,'0'-40'16,"40"40"-1,0-40-15,41 40 32,-1-40-32,40-40 31,-120 40-31,40 0 16,-40-1-16,-80 41 15,0 0 1,40 0-16,0 0 15,-1 0-15,1 41 16,0-41-16,0 0 0,0 40 0,0 0 16,0 0-16,40 0 15,0 0-15,0 0 16,0 0-16,40-40 0,-40 40 16,40 1-16,-40-1 15,0 0-15,40-40 0,-40 40 0,40 0 16,0 0-16,0 0 15,1-40-15,-41 40 0,40-40 0,0 0 16,0 0 0,0 0-16,-40-40 0,40 0 15</inkml:trace>
  <inkml:trace contextRef="#ctx0" brushRef="#br0" timeOffset="141267.1822">20344 12232 0,'0'40'0,"0"-80"0,-40 80 32,40 0-32,40-40 0,0 0 31,0 0-31,41-80 16,-81 39-16,40 41 0,-40-40 0,80-80 31,-80 80-31,0 0 15,-40 40 1,0 0 15,40 40-31,0 40 16,-40-40 0,40 40-1,0-39-15,40 79 16,-40-80-16,0 0 0,40 40 15,-40-40-15,0 41 16,0-41-16,-80 120 16,-41-80 15,81-40-31,-40-40 16,80-40-16,-40-80 15</inkml:trace>
  <inkml:trace contextRef="#ctx0" brushRef="#br0" timeOffset="141537.0913">20625 11670 0,'0'0'16,"-40"0"-16,0 0 16,40 40 15,40-40-31</inkml:trace>
  <inkml:trace contextRef="#ctx0" brushRef="#br0" timeOffset="142217.1263">21147 11951 0,'-41'0'16,"1"0"15,40 40-31,0 0 16,-40-40-16,40 40 0,0 0 0,0 0 16,-40 0-16,40 1 15,0-1-15,0 0 0,0 0 0,0 0 16,40-40-16,-40 40 15,40 0-15,0-40 0,-40 40 16,41-40-16,-1 0 16,0-40-16,0 40 0,-40-40 15,40 0-15,0 0 0,-40 0 0,40 40 16,-40-40-16,0 0 16,0-1-16,40 41 0,-40-40 15,0 121 1,0-41-16,-40 0 15,40 0 1,0 0-16,0 0 0,0 0 16,40-40-1,1 0-15,-1 0 0,0 0 16,-40-40-16,40 40 0,0-80 16,-40 40-1,40 0-15,-40 0 0,0-1 0,0 1 16,0 0-16,0 0 15,-80 40-15,80-40 0,-40 40 0,0 0 16,0 0 0,-1 0-1,41 40 1</inkml:trace>
  <inkml:trace contextRef="#ctx0" brushRef="#br0" timeOffset="143107.0753">22310 12031 0,'0'-40'15,"-40"40"-15,40-40 32,40 40-1,0 0-16,-40 40 1,41-40-16,-41 40 0,40-40 16,0 40-1,-40 0-15,0 0 0,40-40 16,-40 40-16,0 1 0,0-1 0,40 0 0,-40 0 16,0 0-16,0 0 0,0 0 15,0 0-15,0 40 0,0-39 0,0-1 0,0 0 16,-40 0-16,40 0 15,-40 0-15,40 0 0,-40 0 0,40 0 0,0 1 16,-40-1-16,-1 0 0,41 0 16,-40 0-16,40 0 0,-40 0 0,40 0 0,-40 0 15,40 0-15,-40 1 0,40-1 0,-40 0 0,40 0 16,-40-40-16,40 40 16,-40 0-16,40 0 0,-41 0 0,1 0 15,0-40 1,40 41-16,-40-41 0,0 0 0,40 40 15,-40-40 1,40-40 0,0-1-1</inkml:trace>
  <inkml:trace contextRef="#ctx0" brushRef="#br0" timeOffset="144676.9098">23875 12753 0,'-40'0'0,"0"0"0,0 0 16,80 0 15,-40-40-31,80 40 0,-40 0 0,0 0 0,1 0 16,-1-40-16,40 40 15,-40 0-15,40-40 0,-40 40 0,41 0 0,-41 0 16,40 0-16,-40-41 0,0 41 15,0 0-15,1 0 0,-1 0 0,0-40 0</inkml:trace>
  <inkml:trace contextRef="#ctx0" brushRef="#br0" timeOffset="144946.9687">23875 13314 0,'0'0'0,"-40"0"15,-40 40 1,120-40-16,161-40 31,39 40-15,-119 0-1,-81 0-15,120 0 16,-120 0-16,1 0 0,-1 0 0</inkml:trace>
  <inkml:trace contextRef="#ctx0" brushRef="#br0" timeOffset="145246.9503">25520 12272 0,'0'0'16,"-40"0"-16,0 0 16,40 40-1,0 0 1,0 40-1,0 0-15,0 0 16,0-39-16,0 199 16,0 41-1,0-161 17</inkml:trace>
  <inkml:trace contextRef="#ctx0" brushRef="#br0" timeOffset="145676.9289">25561 12833 0,'0'-40'0,"0"0"16,40 40-1,40 0 1,0 0-1,-40 0-15,81 0 16,-81 0-16,0 0 0,40 0 16,0-80-1,-39-1 17,-41 41-32,0 0 0,0 0 0,-41-40 31,1 0-16,40 120 17,-40-40-32,40 40 15,0 0-15,0 0 0,0 0 0,-40 0 16,40 41-16,0-41 0,0 0 0,-40 40 0,40-40 16,0 0-16,0 40 15,0-39-15,0 39 0,0-40 0,0 0 0,0 0 16,0 0-16,0 0 0,0 0 15,0 0-15,40-40 16</inkml:trace>
  <inkml:trace contextRef="#ctx0" brushRef="#br0" timeOffset="146016.8527">26804 12432 0,'-80'-80'16,"160"160"-16,-160-200 0,80 80 0,-40 40 31,40 120-15,-40 0-1,40-80-15,-40 201 16,40-201-16,0 40 0,-40 81 16,40-81-16,0 80 15,40-120-15,-40 1 0,40-41 16,80 40 0,-80-40-16</inkml:trace>
  <inkml:trace contextRef="#ctx0" brushRef="#br0" timeOffset="146496.8783">27246 12713 0,'0'0'16,"0"-40"-1,40 40 1,161-40 0,-1-1-1,1 1 17,-161 0-32,0 40 0,0 0 31,-120 0-31,40 40 15,0-40-15,40 81 16,-40-81-16,-1 40 0,41 0 0,-40 0 0,0 0 16,40 0-1,-40 0-15,40 0 0,-40-40 0,40 40 0,-40 1 16,40-1-16,-40-40 0,0 40 0,-1-40 16,41 40-16,41-40 46,-1-40-46,0 40 0,0 0 16,0 0-16,0 0 0,0-40 16,0 40-16,1 0 0,-1 0 0,0 0 15,0 0-15,0 0 0,0-40 32,0-1-32</inkml:trace>
  <inkml:trace contextRef="#ctx0" brushRef="#br0" timeOffset="146836.7838">28490 12111 0,'0'-40'32,"0"80"-17,40 0-15,-40 0 0,40 41 16,-40-41-16,0 40 0,40-40 16,-40 40-16,0-40 0,0 41 0,0-1 0,0-40 15,0 40-15,0-40 16,-40 0-16,40 41 0,-40-41 0,40 0 0,-80-40 15,39 40-15,41 0 0,-40 0 16,0-40-16,0 40 0,0-40 0,0 0 0,0 0 16,0 0-16,-1 0 15,1 0-15,0 0 0</inkml:trace>
  <inkml:trace contextRef="#ctx0" brushRef="#br0" timeOffset="147486.745">29653 11630 0,'0'-40'0,"0"80"0,0-120 0,-40 0 31,0 39-31,0 82 63,40-1-48,0 0-15,0 0 0,0 0 0,0 0 0,-40 40 16,40-40-16,0 0 0,0 1 16,0 39-16,0-40 0,-40 0 0,40 40 0,0-40 15,0 0-15,0 41 16,0-41-16,0 0 0,0 40 0,0-40 0,0 40 15,0-40-15,-40 1 0,40 39 16,0-40-16,0 40 0,0 0 0,0-40 0,0 41 16,0-41-16,0 40 15,0-40-15,0 40 0,0-40 0,-40 0 0,40 41 16,0-41-16,0 0 0,-41 0 0,41 0 0,0 0 16,0 0-16,0 0 0,-40 1 15,40-1-15,0 0 0,0 0 0,0 0 16,0 0-1,0 0 1,40-40-16,1-40 31,-1 0 1</inkml:trace>
  <inkml:trace contextRef="#ctx0" brushRef="#br0" timeOffset="148226.7777">29894 13715 0,'0'-40'31,"0"80"-31,0-120 0,40 80 32,0-40-32,1 40 15,-1 0-15,0 0 0,0 0 0,0 0 16,0 0-16,0 0 16,0 0-16,1 0 0,-1 0 15,0 0 1,0 0-16,-80 0 78,0 0-47,40 40-31,-40-40 0,-1 0 16,41 40-16,-40-40 0,40 40 15,-40-40-15,0 41 0,0-1 16,0-40 0,40 40-16,-40-40 0,40 40 15,-40-40-15,40 40 0,-41-40 0,41 40 0,0 0 16,-40-40-16,40 40 16,-40 0-16,0 0 0,40 1 0,-40-1 15,40 0 1,0 0-16,0 0 31,-40-40-31,40-40 31,0 0-15,40 40-16,0 0 31,0 0-31,0 0 0,0 0 16,1 0-16,-1 0 15,0 0-15,0 40 0,0-40 0,0 0 16,0 0 0,0 0-16,-40-40 0,41 40 15,-41-40-15,40 40 0,-40-40 0,40 40 16</inkml:trace>
  <inkml:trace contextRef="#ctx0" brushRef="#br0" timeOffset="148476.6913">30616 13916 0,'0'0'16,"-40"-40"-16,0 40 16,80 0-1,0 0 1,1 0-1,-1 0-15,0-40 0,0 40 0,0 0 16,0 0-16,0 0 16,0 0-16,1-40 0,-1 40 0,0 0 15,0 0-15,0 0 16,-40-40-16</inkml:trace>
  <inkml:trace contextRef="#ctx0" brushRef="#br0" timeOffset="148706.7494">30657 14157 0,'0'0'16,"40"40"-1,0-40 1,0 0-16,80-40 15,-80 40-15,1 0 32,-1 0-32</inkml:trace>
  <inkml:trace contextRef="#ctx0" brushRef="#br0" timeOffset="149326.7162">31579 13956 0,'41'0'15,"-1"0"1,0 0-16,0 0 15,0 0-15,0-40 16,0 40-16,0-40 0,1 40 16,-41-40-16,0 0 15,0 0-15,0-1 16,-41 41 0,41-40-16,-40 40 0,0 0 15,-40 0-15,40 0 16,0 0-16,0 40 15,-1-40-15,41 41 0,-40-41 0,0 40 16,0 0 0,0 0-16,40 0 0,-40 0 15,40 0-15,0 0 0,0 0 16,0 0 0,40 1-16,-40-1 0,40-40 15,0 40-15,0 0 16,0-40-16,-40 40 0,41-40 15,-1 0 1,0 0-16,0 0 0,0 0 16,0 0-16,0-40 15</inkml:trace>
  <inkml:trace contextRef="#ctx0" brushRef="#br0" timeOffset="149856.6078">32141 13515 0,'0'0'0,"40"0"31,0 0 0,1-40-31,-1 0 16,0-41 0,-40 41-1,0 80 32,0 1-47,0-1 16,0 0-16,0 0 0,0 0 15,0 0-15,0 0 0,0 0 0,40 0 0,-40 1 16,0-1-16,0 0 16,0 0-16,0 0 0,0 0 15,-40 0 1,0 0-16,0 0 0,-1-40 15,1 40-15,0-40 16,40 41-16,-40-41 0,0 0 0,0 0 16,40 40-16,-40-40 15,40-40 1,0-1-16,0 1 0</inkml:trace>
  <inkml:trace contextRef="#ctx0" brushRef="#br0" timeOffset="150106.6347">32342 13034 0,'0'0'16,"0"-40"-16,-40 40 0,40-41 0,-40 41 31,40 41-15,0-1-16</inkml:trace>
  <inkml:trace contextRef="#ctx0" brushRef="#br0" timeOffset="150656.5609">32703 13435 0,'0'-40'0,"0"80"47,-40-40-47,40 40 15,-40-40-15,40 40 0,0 0 0,0 0 16,0 0-16,40 0 31,-40 0-31,40-40 16,0 0-16,0 0 15,-40-40 1,40 40 0,-40-40-16,0 0 15,41 0-15,-41 80 47,0 0-31,0 0-16,40-40 0,-40 40 0,40-40 0,0 0 15,0 0 1,0 0-16,-40-40 16,40 40-1,-40-40-15,0 0 0,0 0 16,0 0-16,0 0 0,0 0 16,-40 0-1,0 40-15,0 0 16,0 0-1</inkml:trace>
  <inkml:trace contextRef="#ctx0" brushRef="#br0" timeOffset="207523.3309">2087 14758 0,'0'0'0,"-41"0"0,1 0 16,40 40 109,0 0-125,0 0 0,0 1 15,0-1 1,-80-40-16,80 40 0,0 0 0,0 0 0,0 0 16,0 0-16,0 0 0,0 0 15,0 1-15,0-1 0,0 0 0,0 0 0,0 0 16,0 40-16,0-40 16,0 0-16,0 0 0,0 1 0,0-1 15,0 0-15</inkml:trace>
  <inkml:trace contextRef="#ctx0" brushRef="#br0" timeOffset="208013.3033">1926 15360 0,'0'0'0,"40"0"31,0 0-15,0 0-16,1 0 15,-1 0-15,0 0 0,0 0 0,40 0 0,-40 40 16,0-40-16,1 0 0,-1 0 16,0 0-16,0 0 0,0 0 0,0 0 0,0 0 15,0 0-15,-40-40 0,41 40 16,-41-40-1,40 0-15,-40-1 16,0 1-16,0 0 16,40 0-16,-40 0 0,0 0 0,0 0 15,0 0 1,0 0-16,0-1 0,0 1 16,-40 40-1,40 81 32,0-41-47,0 0 0,0 40 0,0-40 16,0 0-16,0 0 0,-40 41 15,40-41-15,0 0 0,0 0 0,0 0 0,0 0 16,0 0-16,0 0 16,0 0-16,0 0 0,0 1 0,0-1 15</inkml:trace>
  <inkml:trace contextRef="#ctx0" brushRef="#br0" timeOffset="208323.2833">3571 14758 0,'-40'-40'0,"0"40"32,0 0-17,40 40-15,-40 0 0,40 0 16,-40 0-16,-1 1 0,41-1 16,0 40-16,-40-40 0,40 40 0,-40-40 0,40 0 15,0 41-15,-40-41 0,40 0 0,0 0 0,0 0 16,-40 0-16,40 0 15,0 0-15,0 0 0,0 1 0,80-1 16,-40-40 0,0 0-16</inkml:trace>
  <inkml:trace contextRef="#ctx0" brushRef="#br0" timeOffset="208883.2095">3732 15199 0,'0'0'15,"0"-40"-15,40 40 32,0 0-32,121 0 15,-81 0 1,0 0-16,40-40 15,-79 40-15,-1 0 0,40-40 32,-40 40-32,40-40 15,-40 0-15,1 40 16,-41 40 0,-41-40-16,41 40 15,-40-40 1,0 40-16,0 0 0,0 0 15,0 0 1,40 1-16,-40-41 16,40 40-16,-40-40 15,-1 40-15,1 0 0,40 0 0,-40-40 16,40 40-16,-40-40 0,40 40 16,-40-40-16,0 40 0,0 0 15,80-40 32,0 0-31,0 0-16,0 0 0,0 0 0,0 0 15,1 0 1,-1 0-16,0 0 0,0-40 16,0 40-16,0-40 0,0 40 15</inkml:trace>
  <inkml:trace contextRef="#ctx0" brushRef="#br0" timeOffset="209203.1979">4976 14878 0,'0'41'32,"40"-41"-17,-40 40-15,40-40 16,-40 80-16,40-80 0,-40 40 0,40 0 0,-40 0 16,0 0-16,0 0 0,40 1 0,-40-1 0,0 0 15,0 0-15,0 0 16,0 0-16,-40 0 0,40 0 0,-40 0 0,40 0 15,-80 1-15,40-1 0,40 0 16,-40-40-16,-1 40 0,1 0 0,0-40 0,0 40 16,0-40-1</inkml:trace>
  <inkml:trace contextRef="#ctx0" brushRef="#br0" timeOffset="209493.2151">5778 15440 0,'-40'0'0,"80"0"0,-80 40 31,80-40-31,40-40 15,121 0 1,0 0 15,-121 40-15,-40 0-16</inkml:trace>
  <inkml:trace contextRef="#ctx0" brushRef="#br0" timeOffset="209673.2073">5858 15761 0,'0'0'16,"41"0"0,79 0-1,161-80 1,-161 80-1</inkml:trace>
  <inkml:trace contextRef="#ctx0" brushRef="#br0" timeOffset="212263.0012">9109 14237 0,'0'-40'16,"0"0"-1,40-1 1,40 41-16,-80-40 15,40 40-15,0 0 16,0 0-16,1 0 0,-1 0 16,-40 40-1,40-40-15,-40 41 0,0-1 0,0 0 16,0 0 0,-40 0-16,40 0 0,-40 0 0,40 0 0,-81 0 15,41 1-15,0-1 0,40 0 0,-40-40 16,40 40-16,-40-40 0,40 40 15,-40-40-15,80 0 47,-40-40-47,40 40 0,0 0 16,0 0-16,-40 40 0,40-40 16,0 40-16,1-40 0,-41 40 0,0 0 15,40-40 1,-40 40-16,0 0 0,-81 1 15,81-1-15,-40-40 0,0 40 16,0 0-16,0-40 0,-40 40 0,40 0 0,-1-40 16,1 0-16,0 40 15,0-40-15,0 0 0,0 0 0,0 0 16,40-40 0,0 0-16,40 40 15,-40-40-15,40 0 0</inkml:trace>
  <inkml:trace contextRef="#ctx0" brushRef="#br0" timeOffset="212513.0402">9871 14758 0,'0'40'16,"40"-40"15,40-40-31,-39 40 0,-1 0 0,40 0 16,-40-40-16,40 40 0,-40 0 15,41 0-15,-41-40 0,40 40 0,0 0 0,-40 0 16,41 0-16,-41 0 16,0 0-16,0 0 0,0 0 0,0 0 0,1 0 15,-1 0-15</inkml:trace>
  <inkml:trace contextRef="#ctx0" brushRef="#br0" timeOffset="212773.025">10473 14477 0,'0'0'0,"-40"-40"16,0 0-1,40 80 1,-81 81 15,81-41-31,0 0 0,-40-40 0,0 201 32,40-161-32,0-40 0,-40 80 15,40-79-15</inkml:trace>
  <inkml:trace contextRef="#ctx0" brushRef="#br0" timeOffset="213402.93">11998 14317 0,'0'0'0,"0"-40"32,-40 40-17,0 0 1,-1 0-16,1 0 15,-80 0 1,40 0 0,-1 0-16,1 0 31,80 80 31,0-40-46,0 0-16,0 0 16,0 1-1,0-1-15,0 0 0,0 0 16,0 0 0,0 0-16,40-40 0,-40 40 15,40-40-15,1 0 0,-1 0 0,0 40 16,0-40-1,0 0-15,0 0 0,-40 40 16,0 0-16,0 1 16,0-1-16,-40 0 15,40 0-15,-80-40 16,80 40-16,-40 0 0,0-40 0,-1 40 0,1-40 16,0 0-16,0 40 0,0-40 0,0 0 0,0 0 15,0 0-15,-1 0 16,41-40-16,0-40 0</inkml:trace>
  <inkml:trace contextRef="#ctx0" brushRef="#br0" timeOffset="213932.9589">12158 14558 0,'40'0'32,"1"0"-32,79-40 31,81 40-15,-121 0-16,-40-41 0,80 41 31,-80 0-31,-40-40 0,41 40 15,-82 40 1,-79 41 15,120-41-31,-80 0 0,40 0 0,-81 80 32,1 1-17,40-41 1,40-40-1,80-40 17,40-40-17,-40 40 1,121 0 0,-161-40-16,120 40 15,-80 0-15,0 0 0,0 0 16,0 0-1,1 0-15</inkml:trace>
  <inkml:trace contextRef="#ctx0" brushRef="#br0" timeOffset="214142.9448">13121 14558 0,'-40'0'16,"40"-40"0,0-1-16,121 1 31,39 40-15,-120 0-16,40 0 15</inkml:trace>
  <inkml:trace contextRef="#ctx0" brushRef="#br0" timeOffset="214392.9312">14044 14116 0,'-40'0'0,"80"0"0,-120 0 16,40 0-16,40-40 15,-40 80 17,40 121-17,0 80 1,-81-81 0,81-120-16</inkml:trace>
  <inkml:trace contextRef="#ctx0" brushRef="#br0" timeOffset="215112.8137">9510 15681 0,'0'0'16,"-120"0"-1,79 0-15,-39 0 31,120 0 1,0 0-32,1 0 31,-1 0-31,0 0 16,0 0-1,0 0-15,0 0 16,0 0-16,0 0 0,41 0 0,-1 0 0,-40 40 15,80-40-15,-39 0 16,39 0-16,-40 40 0,81-40 0,-41 0 0,1 0 16,39 0-16,1 0 0,-1 0 15,1 40-15,-1-40 0,1 0 0,39 0 0,-39 40 16,-1-40-16,1 0 16,-1 0-16,1 0 0,-41 40 0,1-40 0,39 0 15,-40 0-15,-39 0 0,-1 40 0,40-40 0,-80 0 16,41 0-16,-41 0 0,0 0 15,0 0-15,-120 0 32,40 0-32,0 0 15,-1 0 1,1-40-16,0 0 16</inkml:trace>
  <inkml:trace contextRef="#ctx0" brushRef="#br0" timeOffset="216712.7959">9229 16322 0,'-40'0'0,"0"0"15,0 0 17,40 40 15,40 0-47,-40 1 15,0-1-15,0 0 0,0 0 16,0 0-16,0 0 0,0 0 0,0 40 0,0-39 15,0-1-15,0 0 0,0 0 16,0 0-16,0 0 0,0 0 0,0 0 0,0 0 16,-40 0-1</inkml:trace>
  <inkml:trace contextRef="#ctx0" brushRef="#br0" timeOffset="216972.7806">9550 16844 0,'0'0'0,"-40"-40"16,120-1-1,41 1 1,-81 40-16,120 0 31,-120 0-31,0 0 0,81 0 16,39 0-1,-120 0-15,1 0 16,-1 0-16</inkml:trace>
  <inkml:trace contextRef="#ctx0" brushRef="#br0" timeOffset="217442.7005">11356 16362 0,'0'0'0,"-40"0"16,0 0-1,-1 0 1,1 0-16,-40 81 31,40-81-31,40 40 0,-40 0 0,-40 40 16,-41 161 0,121-201-16,0 120 15,40-120-15,41 0 31,159-40-15,-119-40 0,-1-40-1,-160 0 1,-161 80 0,1 40 15,79 40-16,161-80 1</inkml:trace>
  <inkml:trace contextRef="#ctx0" brushRef="#br0" timeOffset="217962.7245">11918 16603 0,'0'0'0,"40"0"16,40 0 15,-40 0-31,121 0 15,-121-40-15,0 40 0,40 0 16,40 0 15,-160 0-15,40 40 0,-80 80-1,40-80-15,-80 41 16,-41 79-1,1 0 17,119-119-32,1-1 31,80-40-15,81-81-1,39 81 1,-79-40-1,39 40 1,-40 0 15</inkml:trace>
  <inkml:trace contextRef="#ctx0" brushRef="#br0" timeOffset="218192.6344">12800 16563 0,'0'0'0,"40"0"31,1 0-31,-1 0 0,0 0 15,0 0-15,0 0 16,0 0-16,0 0 0,0 0 16,1 0-16</inkml:trace>
  <inkml:trace contextRef="#ctx0" brushRef="#br0" timeOffset="218412.6965">13603 16362 0,'-40'0'16,"40"40"-1,0 1 1,-40 39 0,40 0-16,0 0 31,0-40-31</inkml:trace>
  <inkml:trace contextRef="#ctx0" brushRef="#br0" timeOffset="222442.4625">15489 14317 0,'-40'-40'0,"0"40"31,40 40 32,-41-40-63,41 40 0,0 0 15,0 0 1,-40 0-16,40 1 16,0-1-1,0 0-15,-40 0 0,40 0 0,0 0 16,0 0-16,-40 0 0,40 0 0,0 41 16,-40-41-16,40 0 0,0 0 15,-40 0-15,40 40 0,0-40 0,-40 0 0,40 1 16,0-1-16,0 40 15,0-40-15,-40 0 0,40 40 0,0-40 0,0 0 16,0 1-16,-41 39 0,41-40 16,0 0-16,0 0 0,-40 0 0,40 0 0,0 0 15,0 1-15,-40-1 16,40 0-16,-40 0 0,40 0 0,-40 0 16,40 0-16,0 0 0,0 0 15,-40-40-15,40 40 0,0 1 16,0-1-16,0 0 15,0 0 1,0 0 0,0 0-1,0 0-15,0 0 16,0 0-16,-40 1 16,40-1 15,0 0 47,0-80-31,0 0-32,0-1 1,0 1-16,0 0 16</inkml:trace>
  <inkml:trace contextRef="#ctx0" brushRef="#br0" timeOffset="223432.3293">15248 17164 0,'-40'0'0,"0"0"15,0 0-15,0 0 16,80 0 31,0 0-31,0 0-1,0 0-15,0 0 0,0 0 0,0 0 16,1 0-1,-1 0-15,0 0 0,0 0 0,0 0 16,0 0-16,0-40 16,0 40-16,-120 40 31,40-40-15,40 41-16,0-1 15,-40 0-15,0-40 0,40 40 16,-40-40-16,40 40 0,-40-40 0,-1 40 0,41 0 15,-40-40-15,0 40 16,0 0-16,0 1 0,40-1 0,-40-40 16,0 40-16,0-40 0,40 40 15,-41 0-15,1-40 0,40 40 0,-40-40 16,0 0 15,80 0 32,0 0-63,0 0 0,1 0 15,-1 0 1,0 0-16,0 0 0,0 0 16,0 40-16,0-40 0,0 0 15,1 0 1,-1 0-16,0 0 15,0-40 1,-40 0-16</inkml:trace>
  <inkml:trace contextRef="#ctx0" brushRef="#br0" timeOffset="223762.3857">16010 17445 0,'0'0'0,"-40"0"0,121 0 31,-41 0-16,0 0 1,0 0-16,80-40 31,-39 40-15,-41 40 0,0-40-1</inkml:trace>
  <inkml:trace contextRef="#ctx0" brushRef="#br0" timeOffset="223982.3752">15970 17726 0,'-40'0'16,"80"0"-16,-120 40 15,120-40 1,0 0-16,121 0 31,-41 0-15,1 0-1,-1 0 1</inkml:trace>
  <inkml:trace contextRef="#ctx0" brushRef="#br0" timeOffset="224392.2739">17014 17606 0,'-81'40'16,"162"-80"-16,-81 80 16,40-40-1,40 0 1,-40-40-16,0 40 0,0 0 0,0 0 15,-40-40-15,41 40 16,-41-41-16,0 1 16,0 0-1,-41 40-15,1 0 16,40-40-16,-40 40 0,0 0 0,0 0 16,0 40-1,0-40-15,0 40 0,-1 0 16,1 1-16,0-1 15,40 0-15,-40-40 0,40 40 0,0 0 16,0 0 0,80-40-16,-80 40 0,40 0 15,1-40 1,-1 0-16,-40 40 0,40-40 0,0 0 16,0 0-16,0 0 0,0-40 31</inkml:trace>
  <inkml:trace contextRef="#ctx0" brushRef="#br0" timeOffset="225102.2353">17615 17245 0,'0'0'0,"0"40"16,41-40 15,-1 0-15,0-40-16,-40 0 15,40 40-15,-40-41 0,40 41 16,-40-40-16,0 0 0,0 0 16,40 0-1,-40 80 32,-40 0-31,40 0-1,0 0-15,-40-40 0,40 41 0,0-1 0,0 0 16,-40 0-16,40 0 0,0 0 16,-40 0-16,40 0 15,0 0-15,0 1 0,0-1 16,-40-40-1,40 40-15,0 0 0,-41-40 16,1 0 0,0 0-16,0 0 15,40-40 1,0 0-16</inkml:trace>
  <inkml:trace contextRef="#ctx0" brushRef="#br0" timeOffset="225322.2197">17896 16683 0,'-40'0'31,"0"0"-15,40 40 0</inkml:trace>
  <inkml:trace contextRef="#ctx0" brushRef="#br0" timeOffset="225882.216">18177 16964 0,'0'40'15,"-40"-40"-15,40 40 0,-40-40 16,40 40-16,-40-40 15,40 40-15,-40 0 16,40 1-16,0-1 16,0 0-16,0 0 15,0 0 1,40-40-16,-40 40 16,40-40-16,0 0 15,-40-40 1,40 40-16,-40-40 0,0 0 0,40 0 15,-40 0 1,0 80 15,0 0-15,0 0-16,0 0 16,41-40-1,-1 0-15,0 0 16,0 0-16,0 0 15,0-40-15,0 40 0,-40-40 16,40 0 0,-40 0-16,41 40 0,-41-41 0,0 1 15,0 0-15,0 0 16,0 0-16,-41 40 0,41-40 16,-40 40-16,0 0 0,40-40 0,-40 40 15</inkml:trace>
  <inkml:trace contextRef="#ctx0" brushRef="#br0" timeOffset="227622.0861">5578 14237 0,'-41'0'47,"82"0"16,-41 40-48,0 0 17,0 0-32,0 0 31,0 0-31,0 0 0,0 1 15,0-1 1,0 0-16,-41 0 0,41 0 16,0 0-16,0 0 15,0 0-15,0 0 0,0 0 0,0 1 0,0-1 16,0 0-16,0 0 0,0 0 0,0 0 0,0 0 16,0 0-16,0 0 15,0 1-15,-40-1 0,40 0 0,0 0 16,0 0-16,0 0 15,0 0-15,-40 0 0,40 0 0,0 0 16,-40 1 0,40-1-16,-40 0 0,40 0 0,0 0 15,0 0-15,-40-40 0,40 40 16,0 0-16,0 0 0,-40 1 16,40-1-16,0 0 15,0 0 1,0 0-16,0 0 0,0 0 15,0 0 1,0 0-16,0 0 0,0 1 16,0-1-1,0 0-15,0 0 16,0 0-16,0 0 16,0 0-16,0 0 15,0 0-15,0 1 31,0-1-15,0-80 31,0-1-31,0 1-16</inkml:trace>
  <inkml:trace contextRef="#ctx0" brushRef="#br0" timeOffset="228562.1088">3932 18087 0,'0'-40'78,"41"40"-78,-1-40 0,0 40 16,0-40-16,0 40 0,0 0 15,0-41-15,0 41 0,1 0 0,-1 0 16,0-40-16,0 40 0,0 0 0,0 0 16,0 0-1,0 0-15,1 0 16,-82 40 31,1 1-47,0-41 15,0 40-15,0 0 0,0 0 0,0 0 16,0-40 0,40 40-16,-41-40 0,41 40 0,-40-40 15,40 40 1,-40-40-16,40 40 15,40-40 48,0 0-47,1-40-1,-1 40-15,0 0 0,0 0 16,0-40-1,0 40-15,0 0 0,0 0 16,1 0 0</inkml:trace>
  <inkml:trace contextRef="#ctx0" brushRef="#br0" timeOffset="228812.0907">4895 17846 0,'41'0'31,"-41"-40"-31,40 40 0,0 0 16,0 0-1,0 0-15,0 0 0,0 0 16,0-40-16,1 40 0,-1 0 15,0-40-15,0 40 0,0 0 16,0 0 0</inkml:trace>
  <inkml:trace contextRef="#ctx0" brushRef="#br0" timeOffset="229042.0782">4976 17967 0,'-40'40'0,"80"-80"0,-40 80 31,0-80-31,120 40 16,41-41 15,-41 1-15,-80 40-16</inkml:trace>
  <inkml:trace contextRef="#ctx0" brushRef="#br0" timeOffset="229451.9977">5778 17766 0,'0'40'0,"40"-40"31,0 0-31,-40-40 0,41 40 16,-1 0-16,-40-40 0,40 40 15,0 0-15,0 0 0,0-40 0,0 40 16,0 0-16,-40-40 0,41 40 16,-1-40-1,-40 0-15,0-1 16,-40 41-1,-1 0-15,41 41 32,-80-41-32,40 40 0,0-40 15,0 40-15,40 0 0,-40-40 0,40 40 16,-40-40 0,40 40-16,0 0 0,80 0 15,-40-40 1,-40 40-16,40-40 0,0 40 0,0-40 15,-40 41-15,40-41 0,-40 40 16,41-40-16,-41 40 0,40-40 0,0 0 31</inkml:trace>
  <inkml:trace contextRef="#ctx0" brushRef="#br0" timeOffset="229951.9625">6581 17325 0,'40'0'31,"-40"40"-16,40-40 1,0 0-16,0 0 16,0-40-1,-40 0-15,40 40 16,-40-40-16,0 0 16,0-1-1,-40 41 16,0 0-15,40 41 0,0-1-16,0 0 15,0 0-15,0 0 0,0 0 0,0 0 16,0 0-16,0 0 0,0 1 16,0-1-16,0 0 0,0 0 0,0 0 15,0 0-15,0 0 16,0 0-16,-40 0 15,0-40-15,0 0 16,40-40-16,-40 40 16,40-80-16,0 40 15</inkml:trace>
  <inkml:trace contextRef="#ctx0" brushRef="#br0" timeOffset="230142.0154">6781 16804 0,'-40'0'16,"80"0"-16,-80-41 0,0 41 16</inkml:trace>
  <inkml:trace contextRef="#ctx0" brushRef="#br0" timeOffset="230781.9798">7223 17084 0,'0'0'16,"-40"0"0,40 40-1,0 0 16,0 1-15,0-1-16,0 0 16,40 120-1,0-39 1,0-121 15,0-41-31,0 1 16,41-80-1,-81 40 17,0 120-17,0 0-15,0 120 32,0-119-32,40-41 31,40-41-16,-40-119 1,0 0 15,0 79-15,-80 41 0,-40 40-1,40 80 1</inkml:trace>
  <inkml:trace contextRef="#ctx0" brushRef="#br0" timeOffset="231911.9152">18017 15440 0,'0'-40'31,"40"40"16,0 0-47,0 0 16,0 0-16,0 40 15,1-40-15,39 0 0,-40 0 0,0 0 0,40 0 16,-40 0-16,41 0 16,-41 0-16,40 0 0,0 0 0,-40 0 0,41 0 15,-1 0-15,-40 40 0,40-40 0,-40 0 0,1 0 16,-1 40-16,0-40 0,0 0 16,0 0-16,-40 40 0,-40-40 31,0 0-16</inkml:trace>
  <inkml:trace contextRef="#ctx0" brushRef="#br0" timeOffset="232291.8903">18418 15881 0,'0'0'0,"-160"40"16,79 0-1,121-40 17,1 0-17,39 0 1,0 0-1,121 0 1,80 81 15,-121-41-31,81-40 16,-161 0 15,-40-81-15</inkml:trace>
  <inkml:trace contextRef="#ctx0" brushRef="#br0" timeOffset="232841.8583">19221 15079 0,'0'0'16,"-81"0"-1,41 0-15,0 0 16,40 40 15,80 40-15,41 1-1,39 79 1,41-40 0,-41-40-1,-39 41 17,-121-1-17,-40-80 1,-41 81-1,-79 39 1,-41 0 15,41-39-15,120-81-16,40 0 16,40-40-1,40-80 16,-40 40-15,-40-41 0,-40 41-1</inkml:trace>
  <inkml:trace contextRef="#ctx0" brushRef="#br0" timeOffset="233701.7497">20665 15360 0,'0'0'0,"0"-40"31,0 80 31,0 0-62,0 0 0,0 0 16,0 0-16,0 0 16,0 0-16,0 0 0,0 1 0,0-1 0,0 40 15,0-40-15,0 0 0,0 40 16,0-40-16,0 1 0,0-1 0,0 0 0,0 0 15,0 0-15,0 0 16,0 0-16,0 0 0</inkml:trace>
  <inkml:trace contextRef="#ctx0" brushRef="#br0" timeOffset="234211.7781">20705 15921 0,'0'0'0,"-40"0"0,80 0 31,0 0-15,121 0-1,-1 0 1,-79 0 15,-41 0-31,40-80 31,-80 0-15,0 40-16,0-41 16,-40-39-1,40 80 16,0 80 16,0 0-47,-40-40 0,40 80 16,0-39 0,0-1-16,0 0 0,0 0 0,0 0 0,0 0 15,0 0-15,0 0 0,0 0 16,0 1-16,0-1 0,0 0 0,0 0 0,0 0 15,0 0-15,0 0 16,0 0-16,0 0 0,0 0 0,40-40 16,-40 41-16,40-41 15</inkml:trace>
  <inkml:trace contextRef="#ctx0" brushRef="#br0" timeOffset="234611.7569">22070 15520 0,'0'0'15,"-41"-40"1,-39 40 0,40 0-1,0 40 1,-40 121 15,-1 39-15,41-39-1,40-1 1,0-120-16,80 0 16,-80 0-16,121 40 15,-1-80 1,-80-40-16</inkml:trace>
  <inkml:trace contextRef="#ctx0" brushRef="#br0" timeOffset="235051.6543">22350 15881 0,'-40'40'15,"121"-40"1,-41 0-1,0 0-15,0-40 32,0 40-32,40-80 15,-80 40-15,0 0 16,0 0 0,-80 40-1,0 0 1,40 0-1,0 40-15,-41 80 16,81-80-16,-40 40 31,40-40-31,0 1 0,0-1 0,80 40 16,41 0 15,-41-80-15,-40 0-16,-40-40 15,80 0-15</inkml:trace>
  <inkml:trace contextRef="#ctx0" brushRef="#br0" timeOffset="235631.6953">22992 15560 0,'0'0'16,"-40"0"0,121 0-1,39-80 17,-80 40-32,0 0 31,-40 0-16,0 0 1,-40 40-16,40 40 31,0 0-31,0 0 16,0 0 0,0 0-16,0 40 15,0 1-15,40-1 31,-40 40-15,-40-80-16,-40 40 16,40-80-16,-41 0 15,1-40 17,80 0-32,0-40 0</inkml:trace>
  <inkml:trace contextRef="#ctx0" brushRef="#br0" timeOffset="235851.6324">23313 14959 0,'-40'0'32,"80"0"-32,-120 0 15,40 0-15</inkml:trace>
  <inkml:trace contextRef="#ctx0" brushRef="#br0" timeOffset="236431.6494">23675 15320 0,'-41'0'0,"1"0"0,40 40 32,-40-40-32,40 40 15,0 0-15,0 0 0,-40 0 16,40 0 0,-40 0-16,40 0 0,0 1 0,-40-1 15,40 0-15,0 0 16,0 0-16,40-40 15,0 0 1,40 0-16,-40 0 0,1-40 16,-1 40-16,-40-40 0,40 40 15,0-40-15,-40 0 0,40 40 0,-40-41 0,40 1 16,-40 80 15,0 1-15,0-1-1,40-40 17,0 0-32,1 0 0,-1 0 15,-40-40-15,40 40 0,-40-41 0,0 1 16,40 0-16,-40 0 16,0 0-16,0 0 0,0 0 15,-80 40-15,80-40 16,-40 40-16,-1 0 15</inkml:trace>
  <inkml:trace contextRef="#ctx0" brushRef="#br0" timeOffset="236821.6264">24557 15400 0,'-40'0'16,"40"40"15,40-40-31,-40 40 16,40 40-16,-40-40 15,41 0-15,-41 1 0,0-1 0,0 0 0,0 40 16,0-40-16,0 0 0,0 0 0,0 0 0,-41 41 16,41-41-16,-40 0 15,0 0-15,0 0 0,0 0 0,0 0 0,0 0 16,-41 0-16,41 1 0,0-1 15,0 0-15,0-40 0,0 0 0,0 40 0,0-40 16,-1 0 0,41-40-16</inkml:trace>
  <inkml:trace contextRef="#ctx0" brushRef="#br0" timeOffset="237141.5351">25280 15841 0,'-41'-40'15,"82"80"-15,-41-80 32,80 40-32,-40 0 0,0 0 0,0 0 15,0 0-15,1 0 0,-1 0 0,40 0 0,-40 0 16,0 0-16,0 0 16,0 0-16,1 0 0,-1 0 0,0 0 0,0 0 15,0 0 1</inkml:trace>
  <inkml:trace contextRef="#ctx0" brushRef="#br0" timeOffset="237331.5966">25520 16282 0,'-80'40'15,"160"-80"-15,-80 80 31,41-80-31,79 0 16,-80 40 0,0 0-16,81-40 15</inkml:trace>
  <inkml:trace contextRef="#ctx0" brushRef="#br0" timeOffset="238231.5024">26965 14638 0,'-80'0'15,"160"0"-15,-160-40 32,120 40-32,0 0 15,0 0 1,40 0-1,41 80 1,-41 0 15,-80-40-31,-40 121 16,-40-1 15,-41-80-15,161-80 15,0 0-15,1 0-16,-1 0 0,0 0 15,0 0-15,-40 40 0,40 41 16,-40-41 0,0 0-16,0 0 0,0 0 0,-80 0 15,80 0-15,-40 0 0,-41 0 16,41-40-16,0 41 0,0-41 0,0 0 15,0 40-15,0-40 16,0 0-16,-1 0 0,1 0 0,0 0 16,0 0-16,40-40 0,-40 40 0,40-41 0,0 1 15,0 0-15,0 0 16,80 40-16,-40-40 0</inkml:trace>
  <inkml:trace contextRef="#ctx0" brushRef="#br0" timeOffset="238491.5106">27647 15360 0,'40'0'31,"40"-40"-31,-39 40 15,39 0-15,-40 0 16,40-40-16,-40 40 0,41 0 0,-41 0 0,40 0 16,-40 0-16,0 0 0,40 0 0,-39 0 0,-1 0 15,0 0-15,0 0 16,0 0-16,0 0 0,0 0 0,-40-41 16</inkml:trace>
  <inkml:trace contextRef="#ctx0" brushRef="#br0" timeOffset="238751.4405">28289 14838 0,'-40'0'0,"80"0"0,-120-40 31,80 80-31,-40 41 15,0 119 1,-41 81 15,81-161-31,-40-80 0,0 81 16,0-81-16,40 0 0</inkml:trace>
  <inkml:trace contextRef="#ctx0" brushRef="#br0" timeOffset="239751.3838">29252 14959 0,'0'40'16,"-40"-40"15,0 0 0,0 0-15,0-40-1,0 40-15,-1 0 0,1 0 16,0 0 0,0 0-1,40 40 110,0 0-109,0 0-16,0 0 16,0 0-16,0 0 15,-40-40-15,40 40 0,0 1 0,0-1 16,0 0-1,0 0-15,40 0 16,0-40 0,0 0-1,0 0-15,1 0 32,-41 40-32,40-40 0,-40 40 15,0 0-15,0 0 16,0 0-16,0 1 15,-40-41 1,-1 40-16,1-40 0,0 0 16,0 40-16,0-40 0,0 0 0,0 0 0,-1 0 15,1 0-15,0 0 16,40-40 15</inkml:trace>
  <inkml:trace contextRef="#ctx0" brushRef="#br0" timeOffset="240241.3701">29653 15560 0,'41'0'31,"-41"-40"-15,80 0 0,0 40-1,-40-40-15,-40 0 31,-40 40-15,0 0 0,-80 0-1,-1 80 1,41 0 0,80 0-1,0 1 1,40-41-16,40 40 31,-40-80-31,1 40 0,39-40 16,-40 0-16,80 0 15,-120-40-15,40 40 0,1-40 16</inkml:trace>
  <inkml:trace contextRef="#ctx0" brushRef="#br0" timeOffset="240521.3363">30376 15239 0,'-40'0'16,"80"0"-16,-121 0 0,122 0 31,-1 0-15,0 0-16,0 0 0,0 0 0,0 0 16,0 0-16,0 0 15,1 0-15,-1-40 0</inkml:trace>
  <inkml:trace contextRef="#ctx0" brushRef="#br0" timeOffset="241031.3081">31018 15119 0,'0'40'0,"40"-40"16,0-40-1,-40 0-15,40 40 16,-40-40-16,0 0 0,0 0 31,0 0-15,0 80 46,0 0-30,0 0-32,0 0 0,0 0 0,0 0 15,0 0 1,-40-40-16,40 40 0,0 1 0,0-1 0,0 0 15,-40 0-15,40 0 0,0 0 16,-40 0-16,40 0 0,-40 0 16,40 0-16,-41-40 0,41 41 0,-40-1 15,0-40 1,0 40-16,0-40 16,0-40-1,40 0 1,0-1-1</inkml:trace>
  <inkml:trace contextRef="#ctx0" brushRef="#br0" timeOffset="241251.2933">31138 14678 0,'-40'0'15,"80"0"-15,-120-40 16</inkml:trace>
  <inkml:trace contextRef="#ctx0" brushRef="#br0" timeOffset="241911.2556">31339 14999 0,'-40'0'16,"80"0"-16,-121 0 15,81 40 1,0 0-1,0 0-15,-40 0 32,40 81-17,0-81 1,0 0 0,81-40-1,-1-40 1,-40 0-16,0-1 31,-40 1-31,40 40 16,-40 40-1,0 41 1,0-41-16,40 0 31,0-40-31,-40 40 0,81-40 0,-41 0 31,40-80-15,-40 0 0,-40 39-16,0-39 15,0 40-15,-40 0 16,0 40 0,0 0 15</inkml:trace>
  <inkml:trace contextRef="#ctx0" brushRef="#br0" timeOffset="243251.177">27085 16362 0,'-40'0'16,"0"40"-16,0-40 0,0 0 15,0 0 1,80 0 109,0 0-125,0 0 16,0 0-1,0 0-15,0 0 0,1 0 16,-1 0-16,0 0 0,0 41 15,0-41-15,40 0 0,-40 0 0,1 0 0,-1 0 16,40 0-16,-40 40 16,0-40-16,40 0 0,-39 0 0,-1 0 0,40 0 15,-40 0-15,40 0 0,-40 0 0,41 0 0,-41 0 16,40 0-16,-40 0 0,0 0 16,41 0-16,-41 0 0,40 0 0,-40 0 0,40 0 15,1 0-15,-41 0 16,40 0-16,0 0 0,1 40 0,-1-40 0,0 0 15,-40 0-15,40 40 0,-39-40 16,39 0-16,-40 0 0,0 0 0,40 0 0,-40 0 16,1 0-16,-1 0 0,0 0 0,0 0 0,0 0 15,0 0-15,0 0 16,0 0-16,1 0 0,39 0 0,-40 0 0,40 0 16,-40 0-16,41 0 0,-41 0 15,40 0-15,-40 0 0,40 0 0,-40 40 0,1-40 16,-1 0-1,0 0-15,0 0 0,0 0 16,0 0 0,0 0-16,0 0 15,1 0-15,-1 0 0,0 0 16,0 0 0,0 0-16,0 0 0,-40 40 0,40-40 0,0 0 15,1 0-15,-1 40 16,0-40-1,-40-40 17,40 40-32,-80 0 31,0 0-15,0 0-1,-1 0-15</inkml:trace>
  <inkml:trace contextRef="#ctx0" brushRef="#br0" timeOffset="243911.1431">26845 17004 0,'0'40'109,"0"0"-109,0 0 0,0 0 16,0 1-16,0-1 16,0 0-16,0 0 0,0 0 0,-41 0 15,41 0-15,0 0 0,0 0 0,0 1 16,0-1-16,-40-40 0,40 40 16,0 0-16,0 0 0,0 0 15,0 0 1</inkml:trace>
  <inkml:trace contextRef="#ctx0" brushRef="#br0" timeOffset="244201.1251">27326 17525 0,'-40'0'15,"80"0"17,0 0-32,0-40 0,0 40 0,1 0 15,-1 0-15,0 0 0,0 0 16,0 0-16,0 0 0,40 0 0,-39 0 0,-1 0 15,0 0-15,0 0 16,0 0-16,0 0 16</inkml:trace>
  <inkml:trace contextRef="#ctx0" brushRef="#br0" timeOffset="244671.0953">28851 17164 0,'0'0'0,"-80"0"15,39 0 1,-39 0 15,0 121-15,40-81-16,0 0 0,-41 120 31,81-119-31,0-1 0,-40 40 16,40-40-16,0 0 15,40 0-15,-40 0 0,41-40 0,79 40 31,-80-40-31,0 0 0,0 0 0,0 0 16,-40-40 0,41 0-1,-41 0-15,0 0 0,-41 40 16,1 0-16,-40 0 16,40 0-1,0 0-15,0 0 16,0 40-16</inkml:trace>
  <inkml:trace contextRef="#ctx0" brushRef="#br0" timeOffset="245141.0683">29212 17606 0,'0'0'0,"120"0"32,41 0-17,-121 0 1,-40-40-16,80-1 15,-40 41-15,-40-40 16,0 0 0,-80 0 15,40 40-31,0 40 0,0-40 0,-81 80 31,41 41-15,40-121-16,40 80 15,0-40 1,0 0-16,40 40 16,0-40-16,41 1 15,-41-41-15,0 0 16,0 0-16,40 0 16,41-81-1</inkml:trace>
  <inkml:trace contextRef="#ctx0" brushRef="#br0" timeOffset="245401.0526">30015 17365 0,'-41'0'16,"82"0"31,-1 0-47,0 0 16,0 0-16,0 0 0,0 0 15,0 0 1,0 0-16</inkml:trace>
  <inkml:trace contextRef="#ctx0" brushRef="#br0" timeOffset="245911.0237">30536 17325 0,'40'0'32,"-40"-40"-32,40 40 0,-40-40 0,41 40 15,-41-40-15,0-1 32,0 82 46,0-1-63,0 0 1,0 0-16,0 0 0,0 0 16,0 0-1,0 0-15,-41 0 0,41 1 16,0-1-16,-40-40 0,40 40 15,0 0-15,-40 0 0,40 0 16,-40-40-16,40 40 16,-40-40-16,40 40 15,-40-40-15,0 0 16,0-40 0,40 0-1,0 0 1,0 0-16,0 0 0</inkml:trace>
  <inkml:trace contextRef="#ctx0" brushRef="#br0" timeOffset="246209.191">30697 17004 0,'-40'-40'0,"-1"40"31,41 40 16</inkml:trace>
  <inkml:trace contextRef="#ctx0" brushRef="#br0" timeOffset="246789.1571">30937 17124 0,'0'0'15,"-40"0"1,40 40-1,0 41 1,0-41 0,-40 40-1,40-40-15,0 0 16,0 0-16,40-40 16,0 0-1,1-40 1,39-40 15,-40 80-31,-40-40 0,0 80 47,40-40-47,-40 40 16,0 0-16,40-40 0,0 0 31,0 0-31,1 0 15,-1 0-15,0-40 16,-40 0-16,40 0 16,-40 0-16,0 0 15,0 0 1,0-1-16,0 1 31,-40 40-31,0 0 16,0 0-16,-1 0 0,1 0 15</inkml:trace>
  <inkml:trace contextRef="#ctx0" brushRef="#br0" timeOffset="301255.8311">20946 17245 0,'-40'0'0,"0"0"0,40 40 93,0 0-93,0 0 16,40-40-16,-40 40 0,0 0 0,40 0 16,-40 0-1,0 1-15,0-1 0,0 0 0,0 0 16,0 0-16,0 0 16,0 0-16,0 0 31,0-80 0,0 0-15,0 0-16,0 0 0,0 0 0,0 0 15,0 0 1,0-1-16,0 1 0,0 0 0,0 0 16,0 0-16,0 0 15,0 0-15,40 0 0,-40 0 16,40-1-1,-40 1-15,40 40 0,-40-40 0,40 0 16,-40 0-16,41 40 31,-41 40-31,0 0 32,0 0-32,0 0 0,0 1 15</inkml:trace>
  <inkml:trace contextRef="#ctx0" brushRef="#br0" timeOffset="301525.8153">20665 17566 0,'0'0'16,"120"0"0,-39 0-1,-41 0 1,40 40 0,-40 0-1,0-40-15</inkml:trace>
  <inkml:trace contextRef="#ctx0" brushRef="#br0" timeOffset="301955.7928">21267 17525 0,'-40'-40'16,"80"80"-16,-80-120 15,80 80-15,40 0 16,-40 0-16,41 40 31,-41 0-15,0 41 0,-40-1-1,0-40 1,0 0-1,-40-40 17,40-40-32,0 0 31,40 0-31,40-40 31,40 39-15,-79 41-1,39 0 1,-40 0-16</inkml:trace>
  <inkml:trace contextRef="#ctx0" brushRef="#br0" timeOffset="302285.7327">21989 17686 0,'40'0'16,"-40"-40"-16,41 40 0,39 0 0,-40-40 15,0 0 1,0 40-16,0 0 0,-40-41 0,40 41 16,-40-40-1,-40 40 16,0 0-15,-40 0-16,40 40 0,0-40 16,40 41-16,-40-41 15,-1 40-15,41 0 16,0 0 0,41 0-16,-1-40 15,40 0 1,-80 40-16,40-40 0,0 0 0,0 0 0,0 0 15</inkml:trace>
  <inkml:trace contextRef="#ctx0" brushRef="#br0" timeOffset="302835.7423">22792 17445 0,'-40'0'31,"0"40"-31,-1-40 16,41 40-16,-40-40 16,40 41-16,-40-1 15,80-40 17,0 0-1,1-40-31,-41-1 0,40 41 15,-40-40-15,40 0 16,0 0-16,-40 80 47,0 0-31,0 0-1,-40 1-15,40-1 0,0 0 31,0 0-31,0 0 0,0 0 16,0 0 0,40-80 31,0 40-47,0 0 15,-40-40-15,40 40 16,0-40-16,1 40 0,-1 0 0,0-40 15,0 40 1,0 0-16,0 0 0,-40-40 16,40 40-16</inkml:trace>
  <inkml:trace contextRef="#ctx0" brushRef="#br0" timeOffset="303395.7075">20545 18087 0,'0'0'0,"40"0"15,-40-40 1,-40 40-1,0 160 1,40-39 0,0-41 15,0-40-31,40 0 31</inkml:trace>
  <inkml:trace contextRef="#ctx0" brushRef="#br0" timeOffset="303795.6826">20585 18287 0,'0'0'16,"0"-40"-16,0 0 16,0 0-16,40-40 15,0 40 1,0 40-16,121-40 15,-121 40-15,0 0 16,40 0 0,-80 40-16,0 0 0,0 0 15,-40 0-15,-40 0 16,0 0 0,39-40-16,-39 40 15,40-40-15,-40 41 16,0-41-1,80-41 17,40 41-17,40 0 1,0 41 0,-40-1-1,-40 0-15,40 0 16,1 0-16</inkml:trace>
  <inkml:trace contextRef="#ctx0" brushRef="#br0" timeOffset="304175.6606">20946 18488 0,'40'0'16,"0"0"-16,0 0 16,121-40-1,-81 0 17,-40 40-17,-40-80 1,0 39-16,-40 41 15,-40 0 1,0 0 0,80 41-1,-41 39 1,41 0 15,41-40-15,-1-40-1,40 0-15</inkml:trace>
  <inkml:trace contextRef="#ctx0" brushRef="#br0" timeOffset="304485.6406">21829 18247 0,'0'0'16,"-40"0"-16,-1 0 16,41 40 15,-40 41-15,40-41-1,0 0-15,0 0 16,0 0-1,-40-40-15,0 40 16,0-40 0,0 0-1,0-40 1</inkml:trace>
  <inkml:trace contextRef="#ctx0" brushRef="#br0" timeOffset="304775.6259">22270 18448 0,'0'0'16,"-40"40"15,40 0-31,0 0 0,0 0 16,0 0-16,0 0 15,0 1-15,0-1 32</inkml:trace>
  <inkml:trace contextRef="#ctx0" brushRef="#br0" timeOffset="305055.6105">22230 18568 0,'0'-40'16,"0"80"-16,0-160 31,0 80-31,40 40 16,0-40-16,0 40 15,-40-40-15,81 40 16,-41 0-16,0 40 31,-40 0-15,-40-40-16,-40 80 16,39-80-16,1 0 31,0 40-31,0-40 31,40-40-31</inkml:trace>
  <inkml:trace contextRef="#ctx0" brushRef="#br0" timeOffset="305445.5876">22992 18287 0,'41'0'15,"-82"0"-15,82 41 0,-41-1 32,0 0-17,-41 0-15,41 0 16,-40-40-16,0 40 31,-40-40-15,40 0-16,0 0 15,40-40 1,0 0 15,40 40-31,0-80 16,0 40-16,0 40 15,0 0 1,0 0 0</inkml:trace>
  <inkml:trace contextRef="#ctx0" brushRef="#br0" timeOffset="305895.5185">23273 18408 0,'0'40'47,"0"0"-32,-40-40-15,40 40 16,40-40 46,-40-40-46,40 40 0,-40-40-16,41 40 0,-41-40 0,40 40 0,0 0 31,-40 40 0,40-40-31,-40 40 16,0 0-16,-40-40 15,40 40 1,-40-40-16</inkml:trace>
  <inkml:trace contextRef="#ctx0" brushRef="#br0" timeOffset="306215.4863">24076 18408 0,'0'0'16,"-40"0"-16,0 0 16,40 40-16,0 0 31,-41 0-31,41 0 31,0 40-15,-40 1-1,0-41 1,0-40 0,40-40-1</inkml:trace>
  <inkml:trace contextRef="#ctx0" brushRef="#br0" timeOffset="306575.5209">24276 18608 0,'0'0'0,"81"-40"15,39 0 1,-80 40-16,0-40 16,-40 0-1,-40 40 1,0 0-1,0 0 1,-40 0 0,40 40-1,-1 0 1,1-40-16,40 40 16,81 40-1,79 1 1,1-81 15,-121 0-31,0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06:38.6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4133 2125 0,'0'40'15,"-40"-40"-15,0 0 31,40 40-15,-40-40-16,0 0 16,-1 0-16,1 0 15,0 0 1,40 40-16,-40-40 0,0 40 16,0-40-16,0 0 0,0 41 15,-1-41-15,41 40 0,-40 0 0,0-40 0,0 40 16,0 0-16,40 0 0,0 0 0,-40-40 15,40 40-15,0 0 16,0 0-16,80-40 0,-80 41 0,40-41 16,-40 40-16,40-40 0,0 0 15,-40 40-15,41-40 0,-1 0 0,0 0 16,0 0 0,-40-80-16,40 80 0,-40-41 0,40 41 0,-40-40 15,0 0-15,0 0 0,0 0 16,0 0-16,0 0 0,0 0 15,0 0-15,0 0 0,0-1 0,-40 1 0,40 0 16,0 0-16,0 0 16,0 0-16,0 0 0,0 0 0,0 0 15,0-1 1,0 82 31,-40-41-32,40 40-15,0 0 0,0 0 16,0 0-16,0 0 0,0 0 0,0 40 0,0-39 16,0-1-16,0 40 15,0-40-15,0 0 0,0 40 0,0-40 0,0 0 16,40 1-16,-40-1 0,40 0 16,0 0-16,0 0 0,1-40 15,-1 40-15,0-40 0,0 0 16</inkml:trace>
  <inkml:trace contextRef="#ctx0" brushRef="#br0" timeOffset="749.9032">4294 1644 0,'0'0'0,"-81"-121"15,41 81 1,-40-40 0,-40 40 15,39 40-31,-119 80 15,-41 81 17,0-1-17,81 41 1,79 39 15,41-39-15,40-121-16,0 161 31,121-41-15,39 1-1,-40-121 1,121 0 0,0-40-1,-121-40 1,161-40-1,-40-160 17,-40-1-17,-121 41 1,0-121 0,-40-40-1,-80 201 1,-40-41-16,-121 1 31,-39-1-15,-41 81-1,200 80 1,-39 40 0,160 161-1,40-201-15</inkml:trace>
  <inkml:trace contextRef="#ctx0" brushRef="#br0" timeOffset="1559.9122">5939 1844 0,'0'0'0,"0"40"15,0 81 16,0-41-31,0 80 16,0 81 0,0-41 15,0-79-15,0-161-1,0 0 1,0-161-1,40-40 1,-40 121-16,40-121 31,0 161-15,0 80 0,40 80-1,41 81 1,-81-121-16,-40 0 15,80 161 1,-80-121 0,0-120 15,40 0-31,41-121 31,-1-120-15,-40 201-16,40-40 31,-40 120-31,0 40 31,1 80-15,-1 81 0,-40-81-1,0 41-15,0-41 16,0 80-1,40-79 17,80-121-32</inkml:trace>
  <inkml:trace contextRef="#ctx0" brushRef="#br0" timeOffset="1989.8838">7584 2125 0,'0'0'0,"-40"0"31,-40 80-15,-1 41 0,81-1-1,0 0 1,0-80-1,40-40 17,41-120-17,-41 40 1,-40 0-16,0-41 31,0 81-31,-40 40 16,40 40-1,0 0 1,0 121 0,40-41-1,0 0 1,0-80 0,40 1-16,41-1 15</inkml:trace>
  <inkml:trace contextRef="#ctx0" brushRef="#br0" timeOffset="2529.7783">8346 2245 0,'-80'40'16,"160"-80"-16,-240 161 15,120-81-15,40 40 16,0-40 15,40-40-31,0 0 31,0-160-15,0 39 0,-40 81-1,0 80 1,0 0-16,0 41 15,0 159 17,40 41-17,-40 120 1,-80-80 15,-40-121-15,80-119-16,-1-81 15,1 0 1,0-40 0,0-161-1,40 81 1,40-81 0,-40 161-1,121-80 1,39-1-1,-40 41 1</inkml:trace>
  <inkml:trace contextRef="#ctx0" brushRef="#br0" timeOffset="2989.7679">8748 2446 0,'0'0'0,"0"-40"0,0 0 31,40 40-15,40 80 0,0 0-1,-80 80 1,0-119-1,0 79 1,-40-80 0,40-120 15,40 40-31,-40 0 0,40-161 31,0 161-31,41-80 16,-41 120-16,0 0 31,0 80-31,0 40 31,-40 0-15,0 1 0,0-81-1</inkml:trace>
  <inkml:trace contextRef="#ctx0" brushRef="#br0" timeOffset="3189.7571">9791 2446 0,'-40'0'16,"80"0"-16,-120 40 31,80 0-31,0 0 0,0 0 16,0 0-16,0 0 0,0 1 0,0-1 15,0 0 1,0 0-16,0 0 0,0 0 16,0 0-1</inkml:trace>
  <inkml:trace contextRef="#ctx0" brushRef="#br0" timeOffset="3369.8071">9791 2045 0,'-80'-40'31,"39"40"-31,41-40 0,0-1 31,41 1-31</inkml:trace>
  <inkml:trace contextRef="#ctx0" brushRef="#br0" timeOffset="3709.7839">10393 1764 0,'0'0'16,"-40"-40"-1,40 80 1,0 0 0,40 161-1,-40-1 1,0 81 15,0-81-15,0-79-1,0-81-15</inkml:trace>
  <inkml:trace contextRef="#ctx0" brushRef="#br0" timeOffset="4649.731">10353 2526 0,'-41'0'16,"82"0"-16,-82 40 31,82-80-31,79 0 16,0 0-1,41 0 1,-41-40-1,-120 39 1,40 1-16,1 0 31,-41 0-31,0 80 32,0 0-32,-41 0 15,41 1-15,0-1 0,0 0 16,0 0-1,0 0-15,0 0 16,41-40-16,-1 0 31,0-40-15,-40 0-16,40 40 0,-40-40 0,0 0 16,40 40-16,-40-40 15,40 40 1,-40 40-1,0 0 1,0 0-16,40 0 16,-40 0-16,40-40 0,-40 40 15,41-40-15,-1 0 0,-40 40 0,40-40 0,0 0 16,0 0-16,0 0 16,0 0-16,0 0 0,1 0 0,-1-40 15,0 40-15,0 0 0,0-40 0,-40 0 16,40 0-16,-40 0 0,40 40 15,-40-40-15,40 0 0,-40-1 0,0 1 0,41 0 16,-41 0 0,0 0-16,-41 40 31,41 40-31,-40 0 0,0 0 16,0 0-1,0 1-15,40-1 0,0 0 16,0 0-16,0 0 15,0 0-15,40-40 16,-40-40 15,40 40-31,-40-40 16,0 0-16,40 0 16,-40 0-16,0-1 0,0 1 0,0 0 0,0 0 15,0 0-15,0 0 0,0 0 0,40-40 0,-40 39 16,0 1-16,0 0 15,0 0-15,0 0 0,0 0 16,0 80 15,0 40-15,0-40-16,0 0 0,0 1 0,0-1 16,0 0-16,0 40 0,0-40 15,0 0-15,0 0 0,0 41 0,0-41 0,41 0 16,-41 0-16,40 0 0,-40 0 0,40 0 0,-40 0 15,40-40-15,-40 40 16,40-40-16</inkml:trace>
  <inkml:trace contextRef="#ctx0" brushRef="#br0" timeOffset="4999.7096">12359 2406 0,'0'0'0,"0"40"15,40-40 1,80-40 0,-39 0-1,-1 40-15,80-81 16,-119 41-16,-41 0 0,40 0 31,-40 0-31,-40 0 16,-121 160 15,41 41-15,80 39-1,40-120 1,40-40-16,40 1 16,-40-1-16,0-40 0,0 0 15,161 0-15</inkml:trace>
  <inkml:trace contextRef="#ctx0" brushRef="#br0" timeOffset="5629.62">13964 2165 0,'0'-40'16,"0"80"-16,-40-120 16,40 120-1,0 40-15,40-40 16,-40 0-16,0 1 16,0-1-16,0 0 0,0 0 0,0 0 0,0 0 15,0 0-15,0 0 0,0 0 0,0 0 16,-40-40-16,40-40 31,0 0-15,0 0-16,0 0 0,0 0 0,0 0 15,0 0-15,0-40 0,0 39 16,0 1-16,0-40 0,0 40 0,0-40 0,40 0 16,-40 39-16,40-39 15,-40 40-15,40-40 0,-40 40 0,40 0 16,0 0-16,1 40 15,-1 40 1,0 0-16,0 40 0,-40-40 16,40-40-16,-40 40 15,0 0-15,0 0 0,0 1 0,0-1 0,-40 0 16,-40 0-16,80 0 16,-40 0-16,-1 0 0,1-40 0,0 40 0,0 0 15,0-40-15,80 0 63,0 41-48,0-41-15,-40 40 16,40-40-16,1 40 0,-1 0 0,0-40 16,0 40-16,0 0 15,0-40-15,-40 40 0,40 0 16,0-40-16</inkml:trace>
  <inkml:trace contextRef="#ctx0" brushRef="#br0" timeOffset="5979.6525">14646 2406 0,'0'0'0,"-40"0"0,40 40 15,40-40 1,121-40-1,-121 40-15,40-40 16,-40 0-16,40-81 16,-39 41 15,-41 40-31,-81 40 31,41 0-31,-80 80 16,80-40-16,40 0 0,-40 81 15,40-41 1,40 40 0,120-80-1,121-40 17,-241-40-32</inkml:trace>
  <inkml:trace contextRef="#ctx0" brushRef="#br0" timeOffset="6219.6389">15609 2165 0,'-40'0'32,"80"0"-32,-120 0 0,40 0 0,40 40 0,-40 0 31,40 0-31,0 81 16,40-121-16,-40 40 0,40 0 15,0 0-15,-40 0 0,120 80 16,-79-79-16,-1-1 31,-40 0-31,-81 0 16,41-40-16,-40 0 0,40 0 15,0 0-15,0-40 16,0 40-16,40-40 16</inkml:trace>
  <inkml:trace contextRef="#ctx0" brushRef="#br0" timeOffset="6679.611">16010 2245 0,'-40'40'16,"80"-80"-16,-80 121 0,40-41 0,0 40 31,0-40-31,81 120 16,-81-120-16,40 1 0,-40 79 15,40-80-15,-40 40 16,0-40-16,0 41 16,0-41-1,-40-40 1,40-40-16,-40-81 16,40 81-16,0 0 0,0-120 15,0 79-15,0-39 16,0 80-16,80-241 15,0 121 17,0 120-17,1 120 1,-41 80 15,-80 1-15,-121-1-1,41-120 1</inkml:trace>
  <inkml:trace contextRef="#ctx0" brushRef="#br0" timeOffset="7009.5364">17335 2366 0,'-41'40'0,"82"-80"0,-82 120 31,41-40-15,0 0-1,-40 40 1,0-80-16,-40 80 15,40-80-15,0 0 16,0-40-16,40 0 16,0 0-1,0 0-15,0 0 16,0 0-16,40 40 0,-40-40 16,40 40-16,-40-40 0,40 40 15,-40-40-15,40 40 0,0 0 16</inkml:trace>
  <inkml:trace contextRef="#ctx0" brushRef="#br0" timeOffset="7339.526">17656 2245 0,'0'40'15,"0"1"-15,0-1 16,0 0-16,0 40 31,40-80-31,-40 40 16,0 0-16,40-40 15,-40-40 1,40 40 0,-40-40-16,40-40 0,-40 40 15,40 40-15,0-40 0,-40 80 31,40-40-31,-40 40 0,0 40 16,0-40-16,41-40 16,-41 40-16,0 0 0,0 0 0,0 0 0,40-40 15,-40 41-15,0-1 16,40-40-16,0-40 16</inkml:trace>
  <inkml:trace contextRef="#ctx0" brushRef="#br0" timeOffset="7819.5449">18579 2125 0,'-41'0'0,"1"0"31,40 40-31,-80 40 16,80-40-16,0 41 16,0-41-16,40 0 15,-40 0-15,80 80 16,-39-80-1,-1 0-15,-40 1 16,0-1-16,-40-40 16,-41 0-16,41 0 15,-40-81 1,80-39 15,160 40-15,121 0-1,-40 40 1,-40-81 15,-201 41-15,-40 80 0,-1 40-16,-39 81 15,80-81 1,0 0-16,0 80 15,0-80-15,40-40 0,-40 40 16,81 0 0,-1-40-1</inkml:trace>
  <inkml:trace contextRef="#ctx0" brushRef="#br0" timeOffset="8379.4375">20906 2245 0,'0'0'0,"40"0"32,0 0-17,40 0-15,-40 0 16,1-40-16,-1 40 0,0 0 0,40 0 0,-40 0 16,0 0-16,41 0 15,-41 0-15,0 0 0,0 0 0,0 0 16,0 0-16</inkml:trace>
  <inkml:trace contextRef="#ctx0" brushRef="#br0" timeOffset="8579.426">21307 2847 0,'0'0'0,"-40"0"0,0 40 15,0-40-15,0 0 0,120 0 31,-40 0-31,0 0 0,0 0 16,40 0-16,-39 0 0,39 0 16,0-40-16,-40 40 0,40 0 0,-39 0 0,-1 0 15,40 0-15,-40 0 16,40-40-16,-39 40 0</inkml:trace>
  <inkml:trace contextRef="#ctx0" brushRef="#br0" timeOffset="9009.4347">23313 1443 0,'-40'-40'16,"80"80"-16,-80-120 0,40 40 16,0 0-1,0 80 17,0 40-17,0 0-15,0-40 0,0 1 16,0 39-16,0-40 0,0 40 0,0-40 0,0 40 15,0 1-15,0-1 0,0 0 16,0 0-16,0 41 0,0-41 0,-40 40 0,40-40 16,0 41-16,-40-1 15,40-40-15,0 40 0,0-39 0,-40 39 0,40-40 16,0 0-16,0 1 0,0-1 16,0-40-16,0 40 0,0-40 0,0 0 0,40-40 15,-40 40-15,40-40 0,0 0 16,0-40-1</inkml:trace>
  <inkml:trace contextRef="#ctx0" brushRef="#br0" timeOffset="9349.4559">23955 2085 0,'0'-80'16,"0"40"-16,0-1 15,0 82 32,41-1-47,-41 0 0,0 0 16,0 0-16,40 40 0,-40-40 15,0 41-15,0-41 0,0 40 0,0 0 0,0-40 16,0 40-16,0-40 16,0 41-16,0-1 0,0-40 0,0 40 0,0-40 15,0 41-15,0-41 0,0 0 16,0 0-16,0 0 0,0 0 16,-40-40-16</inkml:trace>
  <inkml:trace contextRef="#ctx0" brushRef="#br0" timeOffset="9769.4322">24076 2767 0,'0'0'32,"40"0"-17,80-40-15,-80 40 0,161 0 31,-161 0-31,0 0 0,0 0 0,1-41 16,-1 41-16,40-80 16,-40 80-16,-40-40 0,40-40 31,-40 40-31,0-80 16,0 79-16,0 1 0,0 0 15,0 0-15,0 0 16,0 80 15,0 0-31,0 40 16,0 1-16,0 119 15,-40-160-15,40 0 0,0 41 16,0 199 0,0 1-1,120-201 16,-79-80-31</inkml:trace>
  <inkml:trace contextRef="#ctx0" brushRef="#br0" timeOffset="10039.3439">25721 2045 0,'0'0'0,"-40"-40"15,0 40-15,40-40 16,-40 40 0,40 40-1,-40-40-15,40 40 0,-41 0 0,41 0 0,-40 40 16,40-40-16,0 0 0,0 41 16,0-41-16,0 0 0,0 40 0,0-40 0,0 0 15,0 0-15,0 41 0,0-41 0,0 0 0,0 0 16,0 0-16,0 0 15,0 0-15,0 0 16,40-40-16,1 0 16</inkml:trace>
  <inkml:trace contextRef="#ctx0" brushRef="#br0" timeOffset="10419.3185">26002 2526 0,'40'0'31,"40"0"-31,-40-40 0,1 40 16,-1-40-16,0 40 16,0-40-16,0 0 0,0 40 0,-40-40 15,40 40-15,-40-41 0,0 1 0,40 0 16,-40 0-16,0 0 15,-40 40 1,0 0 0,40 40-16,-80-40 0,80 40 0,-40-40 15,0 40-15,40 0 0,-40 1 16,40-1-16,-41 0 0,1 0 0,40 0 0,0 0 16,0 0-16,0 0 15,-40 0-15,40 0 0,0 1 0,0-1 16,40 0-16,0-40 15,-40 40-15,81-40 16,-41 0-16,0 0 0,0 0 0,0 0 0,0-40 16,0 40-16</inkml:trace>
  <inkml:trace contextRef="#ctx0" brushRef="#br0" timeOffset="10849.372">26804 2045 0,'0'0'0,"-40"0"31,121-40-15,-41 0-1,80-41 1,-80-79-1,-40 120 1,0 0 0,0 80-1,0 0 1,0 80 0,0 81-1,0-1 16,0-160-31,0 1 0,-40 79 32,40-80-32,-40-40 0,0 40 0,0-40 15,0 0 1,-81-40 0,81-40-16</inkml:trace>
  <inkml:trace contextRef="#ctx0" brushRef="#br0" timeOffset="11039.285">27005 1443 0,'0'-40'0,"0"80"0,0-160 15,0 160 16,40-40-15,-40 40-16,40-40 0,-40 40 16</inkml:trace>
  <inkml:trace contextRef="#ctx0" brushRef="#br0" timeOffset="11519.3297">27567 1965 0,'-40'0'16,"80"0"-16,-80 40 15,40 40 1,-40 80 0,40-79-1,40-41 16,0-40-31,0 0 0,-40-40 16,40-81 0,0 41 15,0 80-31,-40 40 16,0 0 15,81 40-16,-41-80-15,0 0 16,0 0-16,80-80 16,-80-40-1,-40-41 17,-40 81-17,0 80 1,0 0-1</inkml:trace>
  <inkml:trace contextRef="#ctx0" brushRef="#br0" timeOffset="11949.3074">28570 1884 0,'-40'0'16,"80"0"-16,-120 40 16,120-40 15,-40 41-31,0-1 16,40 0-16,-40 0 0,0 0 0,0 0 0,0 40 15,0-40-15,40 1 16,-40 39-16,0-40 0,0 0 0,-40 40 0,40-40 15,-80 0-15,80 0 0,-40 1 16,-1-1-16,-39 0 0,40 0 0,0 0 0,0 0 16,0-40-16,0 40 15,-1-40-15,1 0 0</inkml:trace>
  <inkml:trace contextRef="#ctx0" brushRef="#br0" timeOffset="12319.2133">29292 1403 0,'0'-80'16,"0"160"-16,0-280 16,0 159-16,0 82 31,0-1-15,0 0-16,0 0 0,0 40 0,0-40 0,0 40 15,0 1-15,0-1 0,0 0 0,0 0 0,0 0 16,0 1-16,0 39 0,0-40 15,-40 0-15,40 41 0,0-41 0,0 40 0,0-40 16,-40 1-16,40 39 16,0-40-16,0 0 0,0 1 0,0-1 0,-40 0 15,40-40-15,0 0 0</inkml:trace>
  <inkml:trace contextRef="#ctx0" brushRef="#br0" timeOffset="18428.9284">5778 5654 0,'-40'0'0,"80"0"110,0 0-110,0 0 0,41 0 15,-41 0-15,40 0 0,-40 0 16,40 0-16,1 0 0,-1 0 0,0 0 0,0 0 16,1 0-16,-41 0 15,40 0-15</inkml:trace>
  <inkml:trace contextRef="#ctx0" brushRef="#br0" timeOffset="18728.911">5698 6657 0,'0'0'15,"0"-40"1,0 0 15,80 0-15,-40 40-16,121 0 15,-121 0-15,40 0 0,-40 0 16,81 0 0,-81 40-16,40-40 0</inkml:trace>
  <inkml:trace contextRef="#ctx0" brushRef="#br0" timeOffset="19838.7713">8065 4812 0,'0'-40'15,"0"0"-15,-40 40 47,40 40 16,-40-40-63,0 0 15,40 80-15,-40-80 16,40 40-16,0 0 0,-40 0 0,0 41 0,40-41 15,0 0-15,-40 40 16,40-40-16,0 40 0,-41 1 0,41-41 0,0 40 0,-40 0 16,40-40-16,-40 40 15,40-39-15,0 39 0,0 0 0,-40-40 0,40 0 16,0 40-16,0-39 0,0 39 16,0-40-16,0 40 0,0-40 0,-40 40 0,40-40 15,0 41-15,0-1 0,0-40 0,-40 40 16,40 0-16,0 1 0,0-1 15,-40 0-15,40 0 0,0-40 0,0 41 0,0-1 16,-40-40-16,40 40 0,0-40 16,0 40-16,0-39 0,-41 39 0,41-40 0,0 40 15,0-40-15,-40 40 16,40-40-16,0 41 0,0-1 0,-40-40 0,40 40 16,0-40-16,-40 41 0,40-1 0,0-40 0,-40 40 15,40-40-15,0 40 0,-40-40 16,40 1-16,0 39 0,0-40 0,0 0 0,-40 40 15,40-40-15,0 0 16,0 1-16,0-1 0,-41 40 0,41-40 0,0 0 16,0 0-16,-40 0 0,40 40 15,0-39-15,0-1 0,-40 0 0,40 0 16,0 0-16,0 0 0,0 0 16,0 0-16,0-80 78,0 0-78,0 0 0,0 0 15,40 40-15,-40-40 0,0 0 16,0 0-16,0-1 0,0 1 16</inkml:trace>
  <inkml:trace contextRef="#ctx0" brushRef="#br0" timeOffset="23758.5794">9630 5213 0,'-40'0'0,"40"-40"16,0 0 46,40 40-62,-40-40 16,40 40-16,1 0 15,-1-40-15,0 40 0,0-40 0,0 40 16,0 0-16,0 0 0,0 0 0,1 0 0,-1 40 16,0 0-1,-40 0-15,0 0 0,40 0 0,-40 0 16,0 0-16,0 0 0,0 1 15,0-1-15,-40 0 0,40 0 0,-40-40 0,40 40 16,-40 0-16,40 0 16,-41-40-16,41 40 0,-40-40 0,40 40 0,-40-40 15,40 40 1,40-40 0,0 0-1,1 0-15,-1 0 16,0 0-16,0 0 0,-40 41 15,40-41-15,-40 40 0,40 0 16,-40 0-16,0 0 0,0 0 0,0 0 16,-40 0-1,-40 0-15,40 1 0,0-41 16,-1 0-16,1 0 0,0 0 0,0 0 16,0 0-16,40-41 15,-40 1-15,40 0 0,0 0 16,0 0-16,0 0 15</inkml:trace>
  <inkml:trace contextRef="#ctx0" brushRef="#br0" timeOffset="23988.6048">10633 5654 0,'0'0'16,"41"0"-16,-1 0 0,120 0 31,-79 0-31,199-40 31,-79 40-15,-81-40 0,-79 40-1</inkml:trace>
  <inkml:trace contextRef="#ctx0" brushRef="#br0" timeOffset="24258.5148">11276 5414 0,'0'0'0,"-41"-40"0,1-1 15,40 1 1,-40 40-1,40 40 1,-40 41 0,40-41-1,0 0-15,-40 0 0,40 40 0,-40-40 0,40 0 16,0 41-16,-40-41 0,40 0 0,0 40 0,0-40 16,-40 0-16,40 0 0,0 0 15,0 1-15,0-1 0,0 0 0,40-40 16</inkml:trace>
  <inkml:trace contextRef="#ctx0" brushRef="#br0" timeOffset="24938.4748">12680 5133 0,'0'-40'16,"0"80"-16,0-120 0,-40 80 47,0 0-47,-41 0 15,81 0-15,-40 0 0,0 40 0,0-40 16,-201 40 0,442-40-16,-241 0 0,0 40 0,0-40 0,-1 0 15,1 0-15,0 0 16,40 40-16,-40-40 0,80 0 16,-40 40 46,0 0-46,0 0-1,0 1-15,0-1 0,0 0 0,0 0 16,0 0-16,0 0 0,40 0 0,-40 0 16,0 0-16,0 0 15,40-40-15,-40 41 0,0-1 0,41-40 16,-1 0-1,0 0-15,0 0 16,0 0 0,0 0-16,-40 40 0,40-40 15,-40 80-15,40-40 16,-40 0-16,0 0 0,0 0 16,0 1-16,-40-1 0,-40 0 15,40-40 1,40 40-16,-40-40 0,0 0 0,0 0 15,-1 0-15,1 0 16,0 0-16,40-40 0,-40 40 0,40-40 16,0 0-16,0-1 15,0 1-15</inkml:trace>
  <inkml:trace contextRef="#ctx0" brushRef="#br0" timeOffset="25348.5265">13081 5815 0,'40'0'31,"0"0"-15,121-40-1,-41-41 1,-80-39 15,-40 40-15,-80 80-1,-80 80 1,39 40 15,41 1-15,80-81-16,0 0 0,0 40 15,80 40 17,81-39-17,-41-81 1,-40-40 0</inkml:trace>
  <inkml:trace contextRef="#ctx0" brushRef="#br0" timeOffset="25588.4391">13803 5293 0,'0'0'16,"-40"0"-1,0 0 1,40-40-1,161 0 1,-1 40 0,-39 0 15</inkml:trace>
  <inkml:trace contextRef="#ctx0" brushRef="#br0" timeOffset="25968.4908">14526 5173 0,'0'0'15,"80"-40"1,0-121 15,-40 41-15,1 40-1,-41 40 17,0 80-17,0 80 1,0 121 0,0 40 15,-81-41-16,1-79 1,40-81 15,-81-40-15,41-160-16</inkml:trace>
  <inkml:trace contextRef="#ctx0" brushRef="#br0" timeOffset="26188.4041">14726 4411 0,'-40'-40'16,"0"40"-16,40-40 15,0 40 1,0 0 0,0 40-16</inkml:trace>
  <inkml:trace contextRef="#ctx0" brushRef="#br0" timeOffset="26728.4468">15288 4812 0,'-40'40'15,"80"-80"-15,-40 40 0,-40 0 16,40 40-16,0-80 16,0 80-1,0 0 1,40 0-16,-40 121 15,0-121-15,40 80 16,0-40 15,1-80-15,39-160 0,-40 0-1,0 119 16,-40 82-15,40 159 0,0-120 15,41-40-15,39-120-1,-80-120 1,0-1 15,-40 121-15,-40 80-1,-80 0 1,80 40-16</inkml:trace>
  <inkml:trace contextRef="#ctx0" brushRef="#br0" timeOffset="27838.3108">9831 6978 0,'-40'0'0,"0"0"32,0 0-1,80 0 47,0 0-62,0 0-16,0 0 15,0 0-15,0 0 0,0 0 0,41 0 0,-41 0 16,0 0-16,0 0 0,40 0 0,-40 0 0,41 0 16,-41 0-16,40 0 15,-40 0-15,40 0 0,1 0 0,-41 0 0,40 0 16,0 0-16,-39 0 0,39 0 15,0 0-15,-40 0 0,40 0 0,1 0 0,39 0 16,-40 0-16,1 0 16,39 0-16,0 0 0,-39 40 0,39-40 0,-40 0 15,41 0-15,-1 40 0,-40-40 16,0 0-16,41 0 0,-41 0 0,0 0 0,1-40 16,-1 40-16,0 0 0,0 0 0,1-40 0,-41 40 15,40 0-15,0 0 16,0 0-16,-39-40 0,39 40 0,0 0 0,-40 0 15,40 0-15,1 0 0,-41 0 16,0 0-16,40 0 0,-40 0 0,0 0 0,41 0 16,-41 0-16,0 0 15,0 0-15,0 0 0,0 0 0,0 0 16,1 0-16,-1 0 31,-80 0 79</inkml:trace>
  <inkml:trace contextRef="#ctx0" brushRef="#br0" timeOffset="31668.1585">9991 7740 0,'0'0'0,"-40"40"15,0-40-15,40 40 63,0 0-63,0 0 16,0 0-16,0 0 0,0 0 0,0 1 0,-40-1 15,40 40-15,0-40 16,0 0-16,0 0 0,-40 0 0,40 41 0,0-41 15,0 0-15,0 0 0,-40 0 16,40 0-16,0 0 0,0 0 16</inkml:trace>
  <inkml:trace contextRef="#ctx0" brushRef="#br0" timeOffset="31938.0876">10393 8221 0,'0'0'0,"40"-40"31,0 40-15,120 0-1,81 0 1,-40 0 15,0 0-15,-121 0-1</inkml:trace>
  <inkml:trace contextRef="#ctx0" brushRef="#br0" timeOffset="32408.116">11918 7780 0,'0'-40'16,"0"80"-16,-41-160 16,82 120-16,-82 0 31,41 40-16,-40 0 1,-160 160 0,119 1-1,81-81 1,41 121 0,-1-161-1,120 40 1,-120-120-16,41 40 15,-1-120 17,-80-40-17,-40 40 1,-41 40 0,41 40-16,0 0 31,0 40-16,40 0 1</inkml:trace>
  <inkml:trace contextRef="#ctx0" brushRef="#br0" timeOffset="32878.0163">12921 8301 0,'-40'0'0,"80"0"0,-161 0 15,161 0 17,1 0-32,39 0 0,-40 0 0,0 0 15,0 0-15,0 0 16,0 0-16,1 0 0,-1 0 0,0 0 15,0-40-15,0 40 16,-40-40-16,40 0 0,-40 0 16,0 0-1,0 0-15,-40 40 16,0-41-16,0 41 0,0 0 16,0 0-16,-1 0 15,1 0-15,0 0 0,0 41 16,0-41-1,40 40-15,-40-40 0,40 40 0,0 0 0,0 0 16,0 0-16,0 0 16,0 0-16,0 41 0,40-81 0,-40 40 0,40 0 15,-40 0-15,40 0 0,-40 0 0,40-40 0,-40 40 16,40-40-16,1 0 16,-1 40-16,0-40 0,0 0 15,-40-40-15,40 40 0,0-40 16,0 40-16,-40-80 0,40 80 0</inkml:trace>
  <inkml:trace contextRef="#ctx0" brushRef="#br0" timeOffset="33128.0742">13844 8061 0,'40'0'31,"0"-41"-15,80 41-1,-40-40-15,1 0 32,-1 0-17</inkml:trace>
  <inkml:trace contextRef="#ctx0" brushRef="#br0" timeOffset="33658.0444">14686 7940 0,'0'0'0,"0"-40"16,40 40-1,1 0 1,-1 0 0,0 0-1,0 0 1,0 0-16,0 0 0,0 0 31,-40-40-31,40 0 0,-40 0 16,0 0-16,41 40 0,-41-40 15,0 0-15,0-1 0,0 1 16,-41 40 31,41 40-47,0 1 15,0-1-15,0 0 0,0 0 0,0 0 16,0 0-16,0 0 16,0 0-16,0 0 0,0 0 0,0 1 0,-40-1 15,40 0-15,0 0 0,0 0 0,0 40 0,-40-40 16,40 0-16,-40 1 0,40-1 16,-40 0-16,0 0 0,0-40 31,0 0-31,40-40 0,-41 40 15,41-40-15,0 0 0,-40-1 16,40 1-16,0-40 0,0 40 0</inkml:trace>
  <inkml:trace contextRef="#ctx0" brushRef="#br0" timeOffset="33858.0312">15007 7299 0,'0'0'0,"0"40"47</inkml:trace>
  <inkml:trace contextRef="#ctx0" brushRef="#br0" timeOffset="34387.9249">15489 7700 0,'0'40'15,"0"0"1,0 0 0,0 0-16,0 0 15,0 0-15,40-40 0,-40 40 16,0 0-16,0 1 16,40-41-16,-40 40 15,40-40-15,0-40 16,-40-1-1,0 1 1,40 0-16,-40 0 0,0 0 16,41 40-16,-41-40 15,0 80 1,40 0 0,-40 0-16,40-40 15,0 0-15,-40 40 0,40-40 16,0 0-1,0 0-15,0 0 0,1-40 16,-1 0 0,-40 0-16,0 0 0,0 0 0,0 0 15,0 0-15,0 0 0,-40-1 16,40 1 0,-41 40-16,1 0 15,0 0 1,40 40-16,-40-40 0,40 41 15</inkml:trace>
  <inkml:trace contextRef="#ctx0" brushRef="#br0" timeOffset="36537.8">17816 4411 0,'0'-40'31,"0"80"79,0 0-95,0 0-15,0 0 16,0 0-16,0 1 0,0-1 15,0 0-15,-40 0 16,40 0-16,0 0 0,0 0 0,0 0 16,0 0-16,0 0 0,0 41 15,0-41-15,-40 0 0,40 40 0,0-40 0,0 0 16,0 41-16,0-41 0,0 40 0,0-40 0,0 40 16,-40-40-16,40 40 15,0-39-15,0-1 0,0 40 0,0-40 0,0 0 16,0 40-16,0-40 0,0 1 15,0-1-15,0 40 0,0-40 0,0 0 0,40 0 16,-40 40-16,0-40 16,0 1-16,40-1 0,-40 40 0,0-40 0,0 0 15,0 0-15,0 0 0,0 41 0,0-41 0,0 0 16,0 0-16,0 40 0,0-40 16,0 0-16,0 0 0,0 0 0,-40 41 0,40-41 15,0 0-15,0 0 16,0 0-16,0 0 0,0 40 0,0-39 0,-40-1 15,40 0-15,0 0 0,0 0 16,0 0-16,0 0 0,0 0 0,0 0 0,0 0 16,0 1-16,0-1 15,-40 0-15,40 0 0,0 0 0,0 0 16,0 0-16,0 0 0,-41 0 0,41 1 0,0-1 16,0 0-16,0 0 0,0 0 15,0 0-15,0 0 0,0 0 0,-40-40 16,40 40-16,0 0 15,0 1-15,0-1 0,0 0 16,0 0-16,0 0 16,0 0-16,0 0 15,0 0-15,0 0 0,0 1 32,0-1-32,0 0 0,0 0 15,0 0 1,0 0-16,0 0 0,40-40 15,-40 40-15,0 0 16,0 0-16,0 1 16,0-1-1,0 0 1,0 0 0,0 0-1,0-80 32,-40 0-31</inkml:trace>
  <inkml:trace contextRef="#ctx0" brushRef="#br0" timeOffset="107353.7586">19461 6737 0,'0'0'15,"-40"0"-15,0 0 31,0 0-15,80 0 93,-40-40-109,40 40 16,40 0-16,-39 0 0,-1 0 16,0 0-16,0-40 0,0 40 15,0 0-15,0 0 0,41 0 0,-41 0 0,0 0 16,0 0-16,0 0 0,0 0 0,0 0 0,0 0 16,1 0-16,-1 0 15</inkml:trace>
  <inkml:trace contextRef="#ctx0" brushRef="#br0" timeOffset="107573.7461">19381 7258 0,'0'41'0,"0"-82"0,-40 82 15,0-41-15,120 0 31,-40 0-31,0 0 16,41 0-16,-41 0 0,0 0 0,40-41 0,-40 41 16,40 0-16,-39-40 15,-1 40-15,0 0 0,40 0 0,-40-40 0,0 40 16,-40-40-16,40 40 0</inkml:trace>
  <inkml:trace contextRef="#ctx0" brushRef="#br0" timeOffset="108533.6181">21548 5133 0,'-40'0'0,"40"40"94,0 0-94,0 0 15,0 0-15,0 0 0,0 1 0,0-1 0,0 0 16,0 0-16,0 0 15,-40 0-15,40 40 0,0-40 0,0 0 0,0 1 16,0-1-16,0 0 0,0 40 16,0-40-16,0 0 0,0 0 0,0 0 0,40 1 15,-40-1-15,0 40 16,0-40-16,0 0 0,0 0 0,0 0 0,0 40 16,0-39-16,0-1 0,0 0 0,-40 0 0,40 0 15,0 0-15,-41 0 0,41 40 16,0-39-16,0-1 0,0 0 0,-40 40 0,40-40 15,0 0-15,0 40 16,-40-40-16,40 1 0,0-1 0,0 0 0,0 0 16,0 0-16,0 0 0,0 0 15,0 0-15,0 0 0,0 1 0,0-1 0,0 0 16,0 0-16,0 0 0,0 0 0,0 0 0,40 0 16,-40 0-16,0 0 15,0 1-15,0-1 0,0 0 0,0 0 16,0 0-16,0 0 0,0 0 15,40-40-15,-40 40 0,0 0 0,0 1 0,0-1 16,0 0-16,0 0 16,0 0-16,41 0 0,-41 0 0,0 0 15,0 0-15,0 0 0,0 1 16,0-1-16,0 0 0,0 0 0,0 0 0,0 0 16,0 0-16,0 0 0,0 0 31,0-80-16,0 0 1,0 0-16</inkml:trace>
  <inkml:trace contextRef="#ctx0" brushRef="#br0" timeOffset="109443.6375">22350 5734 0,'0'-40'0,"0"0"31,0 0-31,41 40 16,-41-40-16,40 40 16,0 0-16,0 0 15,0 0-15,0 0 16,0 0-16,0 0 15,-40 40-15,41 0 0,-41 0 16,0 0-16,0 1 16,0-1-16,0 0 0,-41 0 15,41 0-15,-40-40 16,0 40-16,40 0 0,-40-40 0,0 40 0,0 0 16,40 1-16,-40-41 15,80 0 32,-40-41-47,40 41 0,0 0 0,0 0 16,0 0-16,0 0 15,-40 81-15,41-81 0,-41 40 16,0 0-16,0 0 0,-41 0 16,1 0-1,0 0-15,0-40 0,0 40 16,0-40-16,0 40 15,0-40-15,-1 0 0,1 0 16,40-40 0,0 0-1,0 0 1</inkml:trace>
  <inkml:trace contextRef="#ctx0" brushRef="#br0" timeOffset="109733.5447">23273 6055 0,'0'-40'15,"0"0"1,81 40-1,-41-40-15,160 40 32,81 40-17,-201-40 1,-39 0-16,39 40 16,-40-40-16</inkml:trace>
  <inkml:trace contextRef="#ctx0" brushRef="#br0" timeOffset="109993.6063">23755 5775 0,'0'0'16,"-40"-41"-1,0 1 1,40 80 31,0 41-47,0-41 0,0 0 15,0 0-15,0 0 0,0 0 16,0 0-16,0 0 0,0 1 0,0-1 0,0 0 16,0 0-16,0 0 0,0 0 0,0 0 15,0 0-15,40-40 16,-40 40-16</inkml:trace>
  <inkml:trace contextRef="#ctx0" brushRef="#br0" timeOffset="110943.5499">24838 5374 0,'40'0'16,"-80"0"46,0 0-46,40-41-1,-40 41-15,0 0 0,0 0 16,0 0 0,-1 0-16,41 41 0,-40-41 15,0 0 1,40 40 187,0 0-187,0 0-16,0 0 0,0 0 15,0 0-15,0 0 16,0 0-16,0 0 0,0 1 16,40-1-16,-40 0 0,40-40 15,1 0-15,-41 40 16,40-40-16,0 0 0,0 0 15,0 0 1,-40-40-16,40 40 0,0 0 16,0 0-1,1 40-15,-41 0 16,0 0-16,40 0 0,-40 0 16,0 0-16,0 1 15,-81-1-15,81 0 16,-80 0-16,40-40 15,0 0-15,0 0 0,0 0 16,0 0-16,-1 0 16,1 0-16,0 0 15</inkml:trace>
  <inkml:trace contextRef="#ctx0" brushRef="#br0" timeOffset="111423.5215">25801 5133 0,'-40'-40'0,"0"40"16,0 0-1,0 40 1,0 0 15,0-40-31,-41 201 16,81-161-16,-40 0 0,40 120 15,-40-80-15,40 121 16,0-161-16,0 0 0,0 0 16,80 161-1,81-121 16,-1 0-15,-79-80 0</inkml:trace>
  <inkml:trace contextRef="#ctx0" brushRef="#br0" timeOffset="111773.5">26403 5414 0,'-40'-40'31,"0"40"-31,0 40 0,0 0 16,0-40-16,40 40 16,-41 0-16,41 0 0,-40 0 0,0-40 0,40 40 15,-40 0-15,40 0 16,0 1-16,0-1 0,0 0 0,0 0 0,0 0 16,0 0-16,40 0 0,0 0 15,0 0-15,1 1 16,-1-41-16,0 0 0,0 0 0,0 0 15,0 0 1</inkml:trace>
  <inkml:trace contextRef="#ctx0" brushRef="#br0" timeOffset="112133.4271">26885 5574 0,'40'0'16,"-40"40"0,0 0-16,0 40 31,0 41-15,-80-1-1,-1-80 1,-39 0 15,40-80-15,80-40-1,0 0 1,80 0 0,-80 39-16,120 1 15,-80 0-15,41 40 16</inkml:trace>
  <inkml:trace contextRef="#ctx0" brushRef="#br0" timeOffset="112563.4579">27567 5494 0,'0'0'0,"-40"0"16,0 0 0,-1 40-1,-79 120 16,80-120-31,40 1 0,0 39 32,0-40-32,40 0 0,0-40 15,-40 40-15,80-40 16,-39 0-16,-1 40 16,0-40-1,-120 40 1,-1 0-1,-119 1 1,79-41 15,81 0-31</inkml:trace>
  <inkml:trace contextRef="#ctx0" brushRef="#br0" timeOffset="113193.437">28129 5574 0,'-41'0'16,"82"0"-16,-122 0 15,41 0 1,40 40 0,-40 80-1,40 1 16,0-41-31,40 0 32,0-40-17,41-40 1,-41-40-16,40-40 16,-40 40-16,-40 0 0,40 40 31,-40-40-16,0 120 1,0-40-16,0 40 31,40-40-31,0-40 0,41 0 16,-81-40 0,40-40-1,-40 40-15,0-80 31,0 79-31,-40 1 0,0-80 16,-1 80 0</inkml:trace>
  <inkml:trace contextRef="#ctx0" brushRef="#br0" timeOffset="113643.3951">29172 5855 0,'0'0'16,"-40"0"0,0 0 31,80 0-16,40 0-31,-40 0 15,0 0-15,0 0 0,1 0 16,39 0-16,-40 0 0,40 0 0,-40 0 0,41 0 16,-41 0-16,0 0 15,0-40-15,0 40 0,-40-40 16,40 40-16,-80 0 16,0 0-1,40-41 1,-40 41-1</inkml:trace>
  <inkml:trace contextRef="#ctx0" brushRef="#br0" timeOffset="114183.3052">30175 5895 0,'0'-40'16,"0"80"-16,0-120 0,80 40 31,1-1-31,-41 41 0,0-40 16,0 40-16,-40-80 15,0 40-15,0-40 32,0 40-32,-40 0 0,40 0 0,-40 40 31,40 40-15,0 0-1,0 40 1,0 80-1,0 1 1,0-121-16,0 40 16,0-40-16,0 0 15,0 41-15,-40 79 16,-81 0 15,1-120-15,40 1-1,39-122 17,41 1-32</inkml:trace>
  <inkml:trace contextRef="#ctx0" brushRef="#br0" timeOffset="114393.352">30416 5053 0,'-40'0'15,"80"0"-15,-120-40 0,-1-1 16,121 122-1</inkml:trace>
  <inkml:trace contextRef="#ctx0" brushRef="#br0" timeOffset="114833.2481">31058 5414 0,'-40'0'0,"0"0"16,-1 40 30,1-40-30,40 40 0,0 0-16,0 0 0,-40 0 0,40 0 15,0 0 1,0 0-16,0 1 0,0-1 0,0 0 16,40 0-16,-40 0 0,40 0 0,-40 0 15,41-40-15,-41 40 16,0 0 15,-81-40-31,1 0 16,40-40-1,0 0-15</inkml:trace>
  <inkml:trace contextRef="#ctx0" brushRef="#br0" timeOffset="115103.3075">31299 5574 0,'-41'40'31,"41"0"-16,0 40 1,0-39-16,0 79 31,0-80-31,0 0 0,0 0 16,0 0-16,0 0 16,0 1-16,41-41 15</inkml:trace>
  <inkml:trace contextRef="#ctx0" brushRef="#br0" timeOffset="115293.2974">31299 5253 0,'-41'-80'31,"82"160"-31,-122-240 15,121 160 1,1 40-16,-1 0 16</inkml:trace>
  <inkml:trace contextRef="#ctx0" brushRef="#br0" timeOffset="115763.2131">31579 5534 0,'0'40'31,"0"0"-31,0 0 16,41-40-16,-41 40 0,40-40 0,-40 40 15,0 1 1,0-1-16,0 0 15,0-80 48,0 0-63,40 40 16,-40-41-16,40 1 0,0 0 15,-40 0-15,40 40 0,-40-40 0,40 40 16,-40-40-1,40 40-15,1 0 16,-41 40 0,0 0-16,0 0 15,0 0-15,0 0 16,0 1-16,-41-1 0,41 0 16,0 0-16,0 0 0,0 0 15,0 0-15,0 0 16</inkml:trace>
  <inkml:trace contextRef="#ctx0" brushRef="#br0" timeOffset="116313.1616">32382 5454 0,'0'0'16,"-40"0"-16,40-40 0,0 80 31,0 40-31,0-40 16,0 0-16,0 0 0,0 0 0,0 0 15,0 1 1,0-1-16,-40 0 0,40 0 15,0 0-15,40-40 16,-40 40 0,40-40-16,0 0 15,0-80-15,0 40 16,0 0-16,1 0 0,-41-1 16,40 41-1,-40-40-15,0 80 31,0 1-31,0-1 16,0 0 0,40-40-16,-40 40 15,40-40 1,0 0-16,0-40 16,-40 0-16,40 40 0,-40-40 15,0-1-15,0 1 16,0 0-16,0 0 0,0 0 0,-40 40 0,40-40 15,-40 0-15,0 0 16,0 40-16</inkml:trace>
  <inkml:trace contextRef="#ctx0" brushRef="#br0" timeOffset="116773.211">33064 5333 0,'0'0'0,"0"41"78,40-1-78,-40 0 16,0 0-16,40 0 0,-40 40 0,0-40 15,0 0-15,0 0 16,0 1-16,0-1 0,0 0 0,0 0 0,0 0 16,0 40-16,-40-40 0,40 0 0,-40-40 0,0 41 15,0-1-15,0 0 0,0-40 16,0 40-16,-1-40 0,1 40 0,0-40 31</inkml:trace>
  <inkml:trace contextRef="#ctx0" brushRef="#br0" timeOffset="118123.1325">33425 4491 0,'0'40'94,"0"0"-79,0 1-15,0-1 0,-40 0 16,40 0-16,0 0 16,0 0-16,0 0 0,0 0 0,0 0 15,0 0-15,0 1 16,0-1-16,0 0 0,-40-40 0,40 40 0,0 0 15,0 0-15,-40 0 0,40 0 16,0 0-16,0 1 0,0-1 0,-40 0 16,40 0-16,0 0 15,0 0-15,0 0 0,0 0 0,0 0 0,0 0 16,0 1-16,0-1 0,0 0 16,0 0-16,0 0 15,0 0-15,0 0 0,0 0 16,0 0-1,0 1-15,0-1 0,0 0 16,-40 0-16,40 0 16,-40 0-16,40 0 0,0 0 15,0 0 1,0 0-16,-41-40 0,41 41 16,0-1-16,0 0 0,0 0 15,0 0-15,0 0 16,0 0-16,0 0 15,-40-40-15,40 40 16,0 1-16,0-1 0,0 0 0,0 0 16,0 0-1,0 0-15,-40-40 0,40 40 0,0 0 0,0 0 16,0 0-16,0 1 0,0-1 16,-40 0-1,40 0-15,0 0 16,0 0-1,0 0-15,0 0 16,0 0 0,0 1-16,0-1 0,0 0 15,0 0-15,0 0 16,0 0-16,0 0 0,0 0 16,0 0-16,0 0 0,0 1 15,0-1 1,0 0-16,0 0 15,0 0-15,0 0 16,0 0-16,0 0 16,0 0-16,0 1 15,0-1-15,0 0 16,0 0-16,0 0 16,0 0-1,0 0 1</inkml:trace>
  <inkml:trace contextRef="#ctx0" brushRef="#br0" timeOffset="120862.9726">22471 7058 0,'-40'40'16,"0"-40"62,80 0-15,0 0-48,0 0-15,0 0 16,0 0 0,0 0-16,0 0 0,1 0 15,-1 0 1,0 0-16,0 0 0,0 0 0,0 0 15,0 0-15,0 0 16,1 0-16,-1 0 0,0 0 16,0 0-16,0 0 15,0 0-15,0 0 0,0 0 16,1 0-16,-1 0 0,0 0 0,40 0 0,-40 0 16,0 0-16,0 0 0,1 0 15,-1 0-15,0 0 0,0 0 0,0 0 0,0 0 16,0 0-16,0 0 15,1 0-15,-1 0 0,0 0 0,0 0 16,0 0-16,0 0 16,0 0-16,0 0 0,1 0 0,-1 0 0,0 0 15,0 0-15,0 0 0,0 0 0,0 0 16,0 0-16,1 0 16,-1 0-16,0 0 0,0 0 0,0 40 0,0-40 15,0 0-15,0 0 16,1 0-16,-1 0 0,0 0 0,0 0 15,0 0 1,0 0-16,0 0 0,0 0 16,1 0-16,-1 0 0,0 0 15,0 0-15,0 0 0,0 0 0,0 0 16,1 0-16,-1 0 0,0 0 0,0 0 0,0 0 16,0 0-1,0 0-15,0 0 0,1 0 0,-1 0 16,0 0-16,0 0 0,0 0 15,0 0-15,0 0 16,0 0 0,1 0-16,-1 0 15,0 0-15,0 0 16,0 0-16,0 0 16,0 0-16,0 0 0,1 0 0,-1-40 15,0 40 1,0 0-16,0 0 0,0 0 15,0 0 1,0 0-16,1 0 0,-1 0 16,0 0-1,0 0-15,0 0 0,0 0 0,0 0 0,0 0 16,1 0-16,-1 0 0,0 0 0,0 0 0,0 0 16,0 0-16,0 40 15,0-40-15,1 0 0,-1 0 0,0 0 16,0 0-16,0 40 15,0-40-15,0 0 0,0 0 0,41 0 16,-41 0-16,0 0 16,40 40-16,-40-40 0,0 0 0,41 0 0,-41 0 0,40 0 15,-40 0-15,0 0 0,41 0 0,-41 0 0,0 0 16,0 0 0,0 0-16,0 0 0,0 0 0,0 0 15,1 0-15,-1 0 16,0 0-16,0 0 0,0 0 15,0 0-15,0 0 16,1 0-16,-1 0 0,0 0 16,0 0-16,0 0 15,0 0-15,0 0 0,0 0 16,1 0-16,-1 0 16,0 0-1,0 0-15,0 0 16,0 0-1,0 0-15,0 0 0,1-40 16,-1 40 0,0 0-16,0 0 0,0 0 31,0 0-15,0 0-16,0 0 31,1 0-31,-1 0 15,0 0-15,0 0 16,0 0-16,0 0 16,0 0-1,0 0-15,1 0 16,-1 0-16,0 0 16,-40-40-16,40 40 15,0 0-15,0 0 0,0 0 31,0 0-31,1 0 32,-41 40-32,40-40 15,0 0-15,0 0 16,0 0 0,0 0-1,0 0 1,0 0-16,1 0 31,-1 0 32</inkml:trace>
  <inkml:trace contextRef="#ctx0" brushRef="#br0" timeOffset="121902.8396">22872 7780 0,'0'-40'15,"-40"40"32,40 40 47,0 0-94,0 0 0,0 0 16,0 0-16,0 0 0,0 0 15,-40 1-15,40-1 0,0 0 0,0 0 0,0 0 16,0 40-16,0-40 0,0 0 0,0 1 16,0-1-16,0 0 15,0 0-15,0 0 0,40-40 31,0-40-15</inkml:trace>
  <inkml:trace contextRef="#ctx0" brushRef="#br0" timeOffset="122212.8951">23193 8261 0,'-40'0'31,"80"0"-31,-120-40 16,160 40-16,-40 0 16,40 0-1,161 0 16,0 0-15,-161 0 0,-40 0-16,0 0 15</inkml:trace>
  <inkml:trace contextRef="#ctx0" brushRef="#br0" timeOffset="122762.7909">24437 7820 0,'40'-40'15,"-40"0"-15,0 0 16,0 0 0,-40 40 15,40 40-15,-40-40-16,0 40 15,0 0 1,-1 0-16,41 0 0,-40-40 0,40 40 15,-40 0-15,40 0 0,0 0 16,-40 1-16,40-1 0,0 0 0,0 0 16,0 0-16,0 0 15,0 0-15,0 0 0,40-40 0,-40 40 16,40-40-16,-40 41 0,40-41 0,-40 40 0,41-40 16,-1 0-16,0 0 0,0 0 15,0 0-15,0 0 16,-40-40-16,40 40 15,-40-41-15,0 1 16,-40 0 0,0 40-16,-40 0 15,40 0-15,0 0 0,-1 0 16,1 0-16,0 0 16,0 0-16,40 40 0,-40-40 0,0 0 31,40 40-31</inkml:trace>
  <inkml:trace contextRef="#ctx0" brushRef="#br0" timeOffset="123842.7994">13763 9304 0,'-40'0'15,"40"-40"-15,-40 40 0,0 0 16,80 0 140,0 0-140,40 0-1,-39 0-15,-1 0 0,40 0 0,-40 0 16,0 0-16,40 0 16,-39 0-16,-1 0 0,0 0 0,0 0 0,0 0 0,0 0 15,0 40-15,0-40 16,1 0 0,-1 0-1</inkml:trace>
  <inkml:trace contextRef="#ctx0" brushRef="#br0" timeOffset="125202.6886">25761 7539 0,'0'0'0,"-40"0"31,0 0-15,0 0 46,0 0-46,40 40 31,-40-40-47,40 40 15,-41-40 1,41 41-16,-40-1 0,40 0 0,0 0 16,-40 40-16,40-40 15,-40 0-15,40 0 0,0 41 0,0-41 0,-40 40 16,40-40-16,0 40 0,0-40 0,0 0 0,0 41 16,0-41-16,0 0 15,0 40-15,0-40 0,0 0 0,40 0 0,-40 0 16,0 1-16,40-1 0,-40 0 15,40-40-15,-40 40 0,40-40 16,-40 40-16,41-40 16,-1 0-16,0 0 15,0 0-15,0-40 0,0 0 16</inkml:trace>
  <inkml:trace contextRef="#ctx0" brushRef="#br0" timeOffset="125622.6231">26403 8141 0,'0'-40'16,"0"80"-16,0-120 15,0 39-15,-40 41 16,40 41 0,-40-41-1,0 40 1,0 0-16,40 0 0,-40-40 0,40 40 0,-41-40 15,41 40-15,-40 0 16,0 0-16,40 0 0,-40 1 0,40-1 16,0 0-16,0 0 0,0 0 15,40 0-15,0 0 0,41-40 16,-81 40-16,40-40 0,0 0 0,0 0 16,0 0-16,0 0 15,0-40-15,0 40 0,1-40 0,-1 0 16</inkml:trace>
  <inkml:trace contextRef="#ctx0" brushRef="#br0" timeOffset="125912.6789">26764 8181 0,'0'0'0,"40"0"0,1-40 32,-1 80-17,-40 0 1,0 0-16,40-40 0,-40 40 0,0 0 15,0 0-15,-40 1 16,40-1-16,-40-40 0,40 40 0,-41-40 16,1 40-16,0-40 15,0 40-15,0-40 0,0 0 16,0 0-16,40-80 0,-40 80 16,40-40-16,0 0 15,0-1-15,40 41 16,-40-40-16,40 40 15,-40-40-15,40 40 0,0-40 0,0 40 16,0 0-16,-40-40 0,40 40 16</inkml:trace>
  <inkml:trace contextRef="#ctx0" brushRef="#br0" timeOffset="126252.659">27567 8020 0,'0'0'0,"-40"0"16,40-40-1,-81 40 1,1 81 0,80 39-1,80-40 16,-39 0-31,-1-40 16,-40 41 0,-40-1-1,-161-40 17,81 0-17,79-80 1,122 0-16</inkml:trace>
  <inkml:trace contextRef="#ctx0" brushRef="#br0" timeOffset="126812.6279">27968 8101 0,'0'0'32,"-40"-40"-32,40 80 15,0 0 1,0 0 0,0 0-16,0 0 0,0 0 0,0 0 15,0 0-15,0 1 16,40-41-16,-40 40 0,40 0 0,-40 0 31,40-40-31,0 0 0,1-40 16,-1 0-1,0 40-15,-40-40 0,40 40 0,0-81 0,0 41 16,0 40-16,-40-40 0,40 40 16,-40-40-1,0 80 1,0 0-1,0 0-15,0 0 0,0 1 16,41-41 0,-41 40-16,40-40 15,0 0-15,0-40 16,-40-1-16,40 41 16,-40-80-16,0 40 0,0 0 0,0 0 15,0 0 1,-40 0-16,40 0 0,-40 40 15,40-41-15,-40 41 16,40 41 15,40-1-31</inkml:trace>
  <inkml:trace contextRef="#ctx0" brushRef="#br0" timeOffset="127162.5307">28931 8301 0,'0'0'15,"0"-40"-15,-40 40 16,0 0-16,0 0 16,40-40-1,40 40 1,0 0-16,40 0 0,-40 0 16,1 0-1,-1 0-15,0 0 0,0 0 0,0 0 16,0 0-16,0 0 15,0 0 17</inkml:trace>
  <inkml:trace contextRef="#ctx0" brushRef="#br0" timeOffset="127682.5013">29533 8261 0,'-40'0'16,"40"-40"-16,80 0 16,-40 40-16,-40-40 0,40 40 15,1-40-15,39 0 0,-40 40 0,-40-41 16,40 41-16,-40-40 15,40 40-15,-40-40 0,0 0 16,40 40-16,-40-40 0,0 80 63,-40-40-48,40 40-15,0 0 16,0 0-16,0 1 15,0-1 1,0 0-16,0 0 0,0 0 0,0 0 16,0 0-16,0 0 15,-40 0-15,40 1 0,0-1 0,-40-40 0,40 40 16,0 0-16,0 0 0,0 0 0,-40-40 0,0 40 16,40 0-1,-40-40-15,40 40 0,-41-40 0,1 40 16,0-40-1,0 0 1,40-40 0,0 0-16,0 0 15,0 0-15,0 0 0</inkml:trace>
  <inkml:trace contextRef="#ctx0" brushRef="#br0" timeOffset="127892.5642">29854 7780 0,'-40'0'0,"80"0"0,-80-40 0,0-40 31,0 80-31,40-41 16</inkml:trace>
  <inkml:trace contextRef="#ctx0" brushRef="#br0" timeOffset="128312.539">30416 7820 0,'-40'0'16,"40"-40"-1,-40 40 1,-1 40-1,41 0 1,-40 80 0,40 1-1,0-1 17,0-40-17,-40-80 32,0 0-47,0 0 0,0-40 16,0 40-16</inkml:trace>
  <inkml:trace contextRef="#ctx0" brushRef="#br0" timeOffset="128642.4451">30616 7900 0,'0'0'15,"0"40"32,0 0-47,0 0 16,0 1-16,0-1 0,-40 0 0,40 0 16,0 0-1,-40 0-15,40 0 16,0 0-1</inkml:trace>
  <inkml:trace contextRef="#ctx0" brushRef="#br0" timeOffset="128852.5091">30657 7740 0,'-41'-40'16,"82"80"-16,-122-120 0,41 39 15,40 1-15,80 40 16</inkml:trace>
  <inkml:trace contextRef="#ctx0" brushRef="#br0" timeOffset="129322.4056">30737 7860 0,'40'0'31,"0"0"-31,0 0 31,0 0-15,-40 40-16,0 0 15,40 0-15,-40 0 16,0 1-16,0-1 16,0 0-1,-40-40-15,40-40 31,40 40-31,1 0 16,-41-81 0,40 81-16,-40-40 0,40 40 0,0-40 0,-40 0 15,40 40-15,-40-40 0,40 40 0,-40-40 16,40 40-16,0 40 31,-40 0-15,0 0-16,0 0 0,0 0 15,0 1-15,-40-1 16,40 0-16,0 0 0,-40-40 16,40 40-16</inkml:trace>
  <inkml:trace contextRef="#ctx0" brushRef="#br0" timeOffset="129862.3743">31780 7820 0,'0'0'16,"-40"0"-16,40-40 31,0 80 0,0 0-31,-40-40 0,40 40 0,0 0 16,0 0-16,0 0 0,-40-40 0,40 41 15,0-1-15,0 0 16,0 0-16,40-40 31,0 0-15,0-40-16,0 40 15,-40-40-15,40 40 0,-40-40 16,40 40-16,-40-41 16,0 82 15,0-1-15,0 0-16,0 0 15,41-40 1,-1 0-16,-40-40 31,40 0-31,-40 0 16,0-1-16,0 1 0,0 0 15,0 0 1,0 0-16,0 0 0</inkml:trace>
  <inkml:trace contextRef="#ctx0" brushRef="#br0" timeOffset="130322.3467">32262 7459 0,'0'0'16,"0"40"31,40-40-31,-40 40-16,0 0 15,40-40 1,-40 40-16,0 1 0,40-1 0,-40 0 0,0 40 15,0-40-15,0 0 16,0 0-16,0 0 0,-40 41 0,40-41 0,-80 0 16,39 40-16,1-40 0,-40 40 0,40-40 0,-40 41 15,-1-41-15,1 0 16</inkml:trace>
  <inkml:trace contextRef="#ctx0" brushRef="#br0" timeOffset="143130.1658">21066 6015 0,'0'0'0,"40"80"16,1-80-16,39 0 15,-160 0 1,39 0-1,122 41 1,-121-41 31,-41 0-16,81-41-31,40 82 31,1-41-15,-82 0 15,41-41-31,0 1 63,-40 40-32,40-40-15,40 40 31,41 0-32,-81-40 1,-81 40-16,41-40 15,121 40 1,-41 0 0,0 0-1,-120 0-15,80-40 16,-41 40 0,1 40 15,80-40-31,-120 0 15,160 0-15,-39 0 32,-1 0-17,-40 40-15,-40-40 47,80 0-31,0 0 15,0 0 0,-80 0-31,-40 0 0,120 0 32,40 0-17,-80 40 1,-40-40-1,0 0 1,0 0 0,80 0 15,-40 40-31,80-40 16,-160 0 15,120 0 0,-80 0 0,0 0-15,40-40 0,40 40-1,0 0 16,0 0-31,-120 0 16,40 0 0,80 0 46,0 0-46,-80 0-1,-41 0 1,162 0 15,-81-40 1,-40 40-17,-1 0 1,-39 0 15,40 0-15,80 40-1,-80-40 17,0 0-1,40 40-31,-80-40 15,120 0 17,-80 0-17,0 0-15,-41 0 16,81 40 0,-40-40-16,40 41 15,0-82 1,-40 41 31,0 0-47,-40 0 15,160 0-15,-40 0 32,-80 0-1,0 0-16,40 41 17,40-82 171,-40 82-203,-40-41 15,80 0 1,40 0 0,-160 0-1,160 0 17,-80-41-17,40 41 32,0 0-31,-120 0 15,80-40-31,-40 40 78,0 0-62,0 0-16,40-40 15,-40 40 1,40 40 31,0 0-32,0 1 1,40-41 62,-40-41-78,40 41 16,-40-40-16,40 40 0,-40-40 0,40 40 15,40 0-15,-39 0 16,-41-40-16,0 0 31,80 40-31,-40 0 16,-120 0 0,40 0-16,-1 0 15,41 40 1,-80 0-16,40-40 15,40-40 1,-40 40 31,40 40-47,40-40 47,-40 40-32,0-80 32,40 40 0,0 0-31,41 0-1,-162 40 17,41 0-32,-40-40 15,80 41 1,0-1 0,0 0-16,-40-40 15,40 40-15,-40-40 16,0 0-1,-1 0 1,41-40 0,0 0 31,0 0-47,41 40 0,-1 0 15,0 0 1,0-41 31,40 41-16,-40 0-31,-40-40 0,40 40 16,-40-40-1,41 40-15,-41-40 0,-41 40 16,1 0-1,0 0 1,0 0-16,40-40 16,0 0-1,-80 40 1,80-40-16,-40 80 31,80-40 0,40 0 1,-80 40-1,-80-40-15,40 0-1,40 40-15,80-40 47,-120 0 0,40 40-31,0 0 46,0-80-15,40 40-47,-80 0 62,40-40 48,-80 40-79,160 0-15,-80 40-16,40-40 0,0 0 0,0 0 15,40 0 1,-39 0-16,-1 0 0,40 0 16,-120 0-1,0 0-15,-41-40 0,1 40 0</inkml:trace>
  <inkml:trace contextRef="#ctx0" brushRef="#br0" timeOffset="145036.8073">4494 11349 0,'-40'0'16,"40"40"-1,-40-40-15,80 0 78,0 0-62,0 0-16,0 0 0,1 0 16,-1 0-16,0 0 15,0 0-15,0 0 0,0 0 0,0-40 0,0 40 16,1 0-16,-1 0 15,0-40-15,0 40 0,0 0 0,0 0 16,0 0-16</inkml:trace>
  <inkml:trace contextRef="#ctx0" brushRef="#br0" timeOffset="145346.7123">4213 11911 0,'-40'0'15,"80"0"-15,-120 0 0,40 0 16,40 40-16,-40-40 16,80 0-1,120 0 16,-119 0-31,159 0 16,81 0 0,-80 0-1,-161-40-15,0 40 16,-40-40 0</inkml:trace>
  <inkml:trace contextRef="#ctx0" brushRef="#br0" timeOffset="146975.2275">6821 10627 0,'-40'0'0,"0"0"63,0 0-32,40 40-31,-40 1 16,40-1-16,-40-40 0,40 40 0,-40 0 15,40 40-15,-40-40 16,40 0-16,0 40 0,-41-39 0,41-1 0,0 40 16,-40-40-16,40 0 0,0 40 15,0-40-15,0 1 0,0 39 0,0-40 0,0 0 16,0 40-16,0-40 0,0 0 15,-40 41-15,40-41 0,0 0 0,0 0 0,0 40 16,0-40-16,-40 0 0,40 0 0,0 1 0,0 39 16,0-40-16,0 0 15,0 0-15,-40 40 0,40-40 0,0 0 0,0 1 16,0-1-16,0 0 16,-40 40-16,40-40 0,0 0 0,0 0 0,0 41 15,0-41-15,0 0 0,0 40 16,0-40-16,0 0 0,0 0 0,0 40 0,-40-39 15,40-1-15,0 40 16,0-40-16,0 0 0,0 0 0,-40 40 0,40-39 16,0-1-16,-41 0 0,41 0 0,0 0 0,-40 0 15,40 0-15,-40 0 0,40 0 16,0 0-16,0 1 0,-40-1 0,40 0 0,0 0 16,0 0-1,0 0-15,-40-40 0,40 40 0,0 0 0,0 0 16,0 1-16,0-1 15,0 0-15,0 0 16,-40 0-16,40 0 16,0 0-16,0 0 15,0 0-15,0 0 0,0 1 0,-40-1 16,40 0-16,0 0 0,0 0 16,0 0-16,0 0 15,0 0-15,0 0 16,0 1-16,0-1 0,0 0 15,0 0 1,0-80 47</inkml:trace>
  <inkml:trace contextRef="#ctx0" brushRef="#br0" timeOffset="148780.2355">8106 10868 0,'0'0'0,"-41"-40"16,41 0 62,0 0-63,41 40-15,-1 0 0,0-40 16,0 40-16,0 0 0,0-41 0,0 41 0,0 0 16,1 0-1,-1 0-15,0 0 0,0 41 16,-40-1 0,0 0-16,0 0 0,0 0 0,0 0 0,-40 0 15,40 0-15,-40 0 16,40 0-16,-40 1 0,40-1 0,-81-40 0,81 40 15,-40 0-15,0-40 0,40 40 0,-40-40 16,40 40-16,-40-40 16,80-40 15,0 40-15,0 0-1,0 0-15,0 0 0,1 40 16,-1 0-16,-40 0 15,0 0 1,0 1-16,0-1 0,-40 0 16,-1-40-1,41 40-15,-40-40 0,0 40 0,0-40 0,0 0 16,0 0-16,0 40 16,0-40-16,-1 0 0,1 0 0,0 0 15,0 0 1,40-40-16,0 0 15,40 40-15,0 0 16</inkml:trace>
  <inkml:trace contextRef="#ctx0" brushRef="#br0" timeOffset="149120.2162">9189 11109 0,'0'0'16,"-40"0"-16,-40 0 15,39 0-15,1 0 16,80 0-1,41 0 1,-41 0-16,0 0 0,0 0 16,0 0-16,40 0 0,-39 0 0,-1 0 0,0 0 15,40 0-15,-40 0 16,0 0-16,0 0 0,1 0 0,-1 0 0,0 0 16,0 0-16,0 0 15,0-41-15,0 41 0</inkml:trace>
  <inkml:trace contextRef="#ctx0" brushRef="#br0" timeOffset="149410.2006">9630 10828 0,'-80'0'15,"160"0"-15,-200-40 0,120 80 63,0 0-63,0 40 16,0 0-1,0-40-15,0 1 0,0-1 0,-40 0 0,40 0 16,0 0-16,-40 0 0,40 0 0,-40 0 0,40 0 15,0 1-15,0-1 16</inkml:trace>
  <inkml:trace contextRef="#ctx0" brushRef="#br0" timeOffset="150150.1559">11075 10708 0,'0'-41'0,"-40"1"16,0 40-1,0 0 1,40-40-16,-41 40 0,1 0 31,0 0-31,0 0 0,0 0 16,0 0 0,0 0-16,-1 0 0,1 0 15,0 0-15,40 40 125,0 0-125,0 1 0,0-1 16,0 0-16,0 40 0,0-40 15,0 0-15,0 0 0,-40 0 16,40 0-16,0 1 0,0-1 0,0 0 0,0 0 16,0 0-16,0 0 15,40 0-15,0-40 16,0 0-16,1 0 16,-1 0-16,0-40 0,0 40 0,0 0 15,-40-40-15,40 40 16,0-40-16,-40 80 15,0 0 1,0 0-16,-40 0 16,40 0-16,-40-40 0,40 41 0,-40-1 0,0-40 15,40 40-15,-40 0 16,0-40-16,40 40 0,-41-40 0,1 40 0,0-40 16,0 0-16,0 40 0,0-40 15,-40 0-15,39 0 0,1 40 0,0-40 16,0 0-16,40-40 15,0 0 1</inkml:trace>
  <inkml:trace contextRef="#ctx0" brushRef="#br0" timeOffset="150550.1508">11677 10828 0,'-40'0'16,"80"0"-16,-120 0 15,39 0-15,1 40 16,0 0 0,0 80-1,-40 81 1,40-1 0,80-119 15,80-41-16,41-80 1,-121 0-16</inkml:trace>
  <inkml:trace contextRef="#ctx0" brushRef="#br0" timeOffset="150880.116">12078 11028 0,'0'40'16,"0"1"15,0 39-15,0 40-1,-40-40 17,0-80-32,-40 40 31,-1-40-31,41-40 15,40-40 1,40-40 0,41-1 15,-1 81-15,-40 40-1,0 0-15</inkml:trace>
  <inkml:trace contextRef="#ctx0" brushRef="#br0" timeOffset="151310.1671">12881 10948 0,'-121'0'16,"242"0"-16,-282 0 15,121 0-15,-40 40 16,-1 0 0,81 81-1,0-41 1,41-40-1,-1 0 1,0 40 0,0-80-1,-40 40 1,-40 1 0,-81 39 15,1-80-16,80 0-15,0 0 0,0-80 32</inkml:trace>
  <inkml:trace contextRef="#ctx0" brushRef="#br0" timeOffset="151960.0507">13161 10908 0,'0'0'15,"-80"0"1,80 40 0,-40 0-1,40 40 1,0 41 0,-40-81-1,40 40 1,0-40-1,40-40 1,0-40 0,40 0-1,1-40 17,-81 40-17,0 80 1,0 0-1,0 0-15,40 0 32,0-40-17,40-40 1,-40 40 0,0-120-1,1 39 1,-1-39 15,-80 120-15,-1 0-1</inkml:trace>
  <inkml:trace contextRef="#ctx0" brushRef="#br0" timeOffset="152410.0243">14084 10627 0,'0'-40'16,"0"80"-16,-40-80 0,80 40 31,0 40-15,1 0-16,-1-40 0,0 41 0,-40-1 15,40 0-15,-40 0 0,40 0 16,-40 0-16,0 0 0,0 0 0,0 0 0,0 41 16,0-41-16,-40 0 15,40 0-15,-40 0 0,0 40 0,0-40 0,-1 0 16,1 1-16,0-1 0,-40 0 0,40 0 0,0-40 15,0 40-15,-41 0 0,41-40 16,0 40-16,0-40 0,0 0 0</inkml:trace>
  <inkml:trace contextRef="#ctx0" brushRef="#br0" timeOffset="153209.9803">7905 10547 0,'0'40'63,"-40"-40"-32,40 40-31,0 0 0,-40 1 0,40-1 16,0 0-16,-40 0 0,40 0 15,-41 40-15,41-40 0,0 40 0,0 1 0,-40-41 16,40 40-16,-40-40 0,40 40 0,0-40 0,0 41 15,0-41-15,0 0 16,0 40-16,0-40 0,0 0 0,0 0 0,40 0 16,-40 1-16,40-1 0,-40 0 15,41 0-15,-1 0 0,0-40 0,0 40 0,0-40 16,0 40-16,0-40 16,0 0-16</inkml:trace>
  <inkml:trace contextRef="#ctx0" brushRef="#br0" timeOffset="155099.8709">14887 11109 0,'-40'0'141,"0"0"-1,40-41-124,-40 41-16,-1 0 31,1 0-31,0 0 0,0 0 16,40 41-1,-40-41-15,80 0 110,0 0-110,0 0 0,0 0 0,1 0 15,39 0-15,-40 0 0,0 0 16,0 0-16,40 0 0,-39 0 0,-1 0 0,0 0 16,0 0-16,0 0 15,0 0-15,0 0 0,0 0 16,-80 0 46,0 0-46,0 0-16,0 0 16,0 0-16,0 0 0,0 0 0,-1 0 0,1 0 15,0 0-15,0 0 0,0 0 0,0 0 0,0 0 16,0 0-1,120 0 17,-40 0-32,0 0 0,0 0 0,0 0 15,0 0-15,1-41 16,-1 41-16,0 0 0,0 0 0,0-40 0,0 40 16,0 0-16,0 0 15</inkml:trace>
  <inkml:trace contextRef="#ctx0" brushRef="#br0" timeOffset="155809.9031">15850 11068 0,'0'0'0,"0"41"15,-40-41 1,80 0 15,0 0-15,0 0-16,0-41 16,0 41-16,1-40 0,-41 0 15,40 40-15,-40-40 0,40 40 0,-40-40 16,0 0-1,0 0-15,40 0 0,-40 0 16,0 0-16,0 80 78,0 0-78,0 0 16,0 0-16,-40 0 0,40 0 15,0 0-15,0 0 16,0 0-16,0 1 0,0-1 0,0 0 0,0 0 16,0 0-16,0 0 0,0 0 15,0 0-15,0 41 0,0-41 0,0 0 0,-40 0 16,40 0-16,0 0 16,-40-40-16,40 40 0,0 0 0,-41 0 15,1 0-15,0-40 16,0 0-16,0 0 15,0 0-15,40-40 0,-40 40 16,40-80 0,-40 80-16,40-40 0,0 0 0,0 0 15</inkml:trace>
  <inkml:trace contextRef="#ctx0" brushRef="#br0" timeOffset="156029.8171">16291 10627 0,'-40'-40'0,"80"80"0,-160-120 15,80 80 1,40 40 15</inkml:trace>
  <inkml:trace contextRef="#ctx0" brushRef="#br0" timeOffset="157049.7727">17495 10587 0,'-40'0'79,"0"0"-64,0 0-15,0 0 16,-1 0-16,1 0 0,0 0 15,0 0 1,0 0-16,0 0 0,0 0 16,0 0-16,-1 0 15,41 40 63,0 0-62,0 1 0,0-1-16,0 0 0,0 0 15,0 0-15,0 0 0,0 0 16,0 0-16,0 0 0,0 0 16,41 1-1,39-41-15,-40 0 16,0 0-16,0 0 0,0 0 0,0 0 15,-40-41-15,41 41 0,-1 0 16,0 0-16,0 0 0,0 0 16,-40 41-1,0 39-15,0-40 16,0 0-16,-40 0 16,40 0-16,-40-40 0,40 40 0,-40-40 15,0 40-15,-1-40 0,1 0 0,0 41 0,0-41 16,0 0-16,0 0 15,0 40-15,0-40 0,-1 0 0,1 0 0,0 0 16,0 0-16,0 0 16,40-40-16</inkml:trace>
  <inkml:trace contextRef="#ctx0" brushRef="#br0" timeOffset="157459.7665">18137 10788 0,'-40'-40'15,"0"40"-15,0 0 16,0 0 0,40 40-1,0 40 1,0-40 0,0 0-1,0 0-15,0 40 0,0-39 0,0 79 16,0-40-1,-41-80-15,-39 120 16,40-120-16,0 41 31,0-41-31,-40 0 16,80-81-16,0 41 16</inkml:trace>
  <inkml:trace contextRef="#ctx0" brushRef="#br0" timeOffset="157769.7173">18458 10788 0,'0'40'47,"0"0"-47,0 0 15,0 0-15,0 0 0,0 0 16,0 0-16,-40 1 16,40-1-16,0 0 0,0 0 0,0 0 0,0 0 15,0 0-15,-40-40 0,40 40 0,0 0 31</inkml:trace>
  <inkml:trace contextRef="#ctx0" brushRef="#br0" timeOffset="157969.7016">18619 10547 0,'-40'-40'0,"-1"0"0,41 0 31,-40 0-15,80 40 0</inkml:trace>
  <inkml:trace contextRef="#ctx0" brushRef="#br0" timeOffset="158449.6756">18859 10708 0,'41'0'31,"-1"0"-15,-40 40-1,40-40-15,-40 40 0,0 0 0,0 0 0,40 0 16,-40 0-16,0 0 16,0 0-16,0 0 0,0 1 0,0-1 15,-40-40-15,40 40 0,0-80 47,0 0-31,80-1-16,-80 1 0,40 40 0,-40-40 0,40 0 15,-40 0-15,40 0 0,1 0 16,-41 0-16,40 40 0,0 0 31,-40 40-15,40 0-16,-40 0 0,0 0 15,0 0-15,0 0 16,0 0-16,0 1 0,-40-41 0,40 40 16,0 0-1,-40 0-15,40 0 0,0 0 16</inkml:trace>
  <inkml:trace contextRef="#ctx0" brushRef="#br0" timeOffset="159039.6518">19983 10828 0,'-40'0'31,"0"0"-15,40 40-1,-40 0 1,40 0-16,0 0 16,0 0-16,0 0 0,-41-40 0,41 41 15,0-1-15,0 0 0,0 0 16,41-40-1,-41 40-15,40-40 0,0 0 16,0 0-16,0 0 16,0-40-16,0 40 0,-40-40 0,40 40 15,-40-80-15,41 80 0,-41-41 16,0 1-16,0 121 31,0-41-15,0 0-16,0 0 15,0 0-15,40-40 16,-40 40-16,40-40 0,0 0 16,0 0-1,-40-40-15,40 40 0,-40-40 0,40 40 16,-40-40-16,40 0 0,-40 0 16,41-1-16,-41 1 0,0 0 0,0 0 15,0 0-15,0 0 0,0 0 0,-41 0 16,41 0-16,-40 40 15,0 0-15,0-40 0,0 40 0,0 0 0,0 0 16,0 0-16,40 40 0,-41-40 16,1 80-16</inkml:trace>
  <inkml:trace contextRef="#ctx0" brushRef="#br0" timeOffset="161559.4924">7704 12512 0,'-40'0'16,"80"0"62,-40 40-47,40-40-31,1 0 31,-1 0-31,0 0 0,0 0 16,0 0-16,0 0 0,0 0 0,0 0 0,1 0 15,-1 0-15,0 0 16,0 0-16,0 0 0,40 0 0,-40 0 0,1 0 16,-1 0-16,0 0 15,0 0-15,0 0 0,0 0 0,0 0 0,0 0 16,1 0-16,-1 0 0,0 0 16,40 0-16,-40 0 0,0 0 0,0 0 0,41 0 15,-41 0-15,40 0 0,0 0 0,-40 0 0,41 0 16,-1 0-16,0 0 15,0 0-15,1 0 0,-1 0 0,0 0 0,0 0 16,1 0-16,-1 0 0,40 0 16,-39 0-16,-1 0 0,0 0 0,0 0 0,1 0 15,-1 0-15,-40 0 16,0 0-16,40 0 0,-39 0 0,-1 0 0,40 0 16,-40 0-16,0 0 0,40 0 15,-39 0-15,-1 0 0,0 0 0,40 0 0,-40 0 16,40 0-16,-39 0 0,39 0 0,0 0 0,0 0 15,-40 0-15,41 0 16,-1 0-16,0 0 0,0 0 0,1 40 0,-41-40 16,40 0-16,-40 0 0,40 0 15,-39 0-15,39 0 0,-40 0 0,0 0 0,40 0 16,-40 0-16,1 0 16,-1 0-16,0 0 0,0 0 0,0 0 0,0 0 15,40 0-15,-39 0 0,-1 0 0,0 0 0,40 0 16,-40 0-16,0 0 0,41 0 15,-41 0-15,0 0 0,0 0 0,40 0 0,-40 0 16,41 0-16,-41 0 16,40 0-16,-40 41 0,40-41 0,-40 0 0,1 0 15,-1 0-15,40 0 0,-40 0 16,0 0-16,40 0 0,-39 0 0,-1 0 0,0 0 16,40 0-16,-40 0 15,41 0-15,-41 0 0,40 0 0,0 0 0,0 0 16,-39 0-16,39 0 0,0 0 0,-40 0 0,40 0 15,-39 0-15,39 0 0,-40 0 16,0 0-16,0 0 0,0 0 0,0 0 0,1 0 16,-1 0-16,0 0 15,0 0-15,0 0 0,0 0 0,0 0 0,0 0 16,1 0-16,39 0 16,-40 0-16,0 0 0,0 0 0,0 0 0,41 0 15,-41 0-15,0 0 0,40 0 0,-40 0 0,0 0 16,0 0-16,41 0 15,-41 0-15,40 0 0,-40 40 0,0-40 0,41 0 16,-1 0-16,-40 0 0,40 0 16,-40 0-16,41 0 0,-41 0 0,0 0 0,40 0 15,-40 0-15,0 0 16,0 0-16,41 0 0,-41 0 0,0 0 0,0 0 16,0 0-16,0 0 0,0 0 15,1 0-15,-1 0 0,0 0 0,0 0 0,0 0 16,0 0-16,0 0 0,1 0 0,-1 0 0,0 0 15,0 0-15,40 0 16,-40 0-16,0 0 0,1 0 0,39 0 0,-40 0 16,0 0-16,0 0 0,0 0 15,0 0-15,1 0 0,-1 0 0,0 40 0,40-40 16,-40 0 0,0 0-16,0 0 0,1 0 0,-1 0 0,0 0 15,0 0-15,0 0 0,40 0 0,-40 0 16,1 0-16,-1 0 0,0 0 15,0 0-15,0-40 0,0 40 0,0 0 0,0 0 16,1 0 0,-1 0-16,0 0 0,0 0 0,0 0 15,0 0-15,0 0 16,0 0-16,1 0 0,-1 0 16,0 0-1,0 0-15,0 0 16,-40 40-16,40-40 15,0 0 1,0 0 15,-80 0 47,40-40-46,-40 40-32</inkml:trace>
  <inkml:trace contextRef="#ctx0" brushRef="#br0" timeOffset="162789.4229">8065 12833 0,'-40'0'16,"0"0"-1,0 0 1,0 40 0,0 40-16,40-39 15,-40 39-15,0-40 0,40 40 0,-41-40 16,41 40-16,-40 1 16,40-1-16,0-40 0,0 40 0,-40-40 0,40 0 15,0 0-15,0 1 0,0-1 0,0 0 0,40 0 16,-40 0-16,81 0 15,-81 0-15,40-40 0,-40 40 0,40-40 0,-40 40 16,40-40-16,0 40 16,0-40-16</inkml:trace>
  <inkml:trace contextRef="#ctx0" brushRef="#br0" timeOffset="163059.4049">8627 13314 0,'0'0'15,"-40"0"1,40 40 0,0 121-1,0-121-15,-40 40 16,40 0-16,0-39 15,0-1-15,-40 120 16,40-120-16,0 0 0,0 0 16,0 0-16</inkml:trace>
  <inkml:trace contextRef="#ctx0" brushRef="#br0" timeOffset="163269.3939">8868 13756 0,'40'0'31,"40"-41"-15,41 41-1,-41 0-15,0 0 0,0 0 0,81 0 31,-121 0-31,0 0 0</inkml:trace>
  <inkml:trace contextRef="#ctx0" brushRef="#br0" timeOffset="163899.3559">10513 13234 0,'0'-40'16,"0"80"-16,0-120 31,-40 80 16,0 0-47,0 0 0,0 40 15,-1 0 1,1-40-16,40 40 0,-40 0 0,40 0 0,-40 1 16,40-1-16,0 0 15,0 0-15,0 0 0,0 0 0,0 0 0,0 0 16,0 0-16,0 1 16,0-1-16,0 0 0,0 0 0,0 0 0,0 0 15,80 0-15,-80 0 16,40-40-16,1 0 0,-1 0 15,0 0-15,-40-40 16,40 40 0,-40-40-16,0 0 0,0 0 15,0 0-15,-40 0 16,0 40-16,0 0 16,-1 0-1,1 0-15,0 0 0,0 40 16,0-40-16,40 40 15,0 0 1</inkml:trace>
  <inkml:trace contextRef="#ctx0" brushRef="#br0" timeOffset="164289.3393">11316 13395 0,'-121'0'31,"242"0"-31,-282 0 0,121 0 0,-40 40 31,0 80-15,80-80 0,0 0-16,-41 40 0,41-39 0,0-1 15,0 0-15,0 40 0,41-80 0,79 120 31,-80-120-31,0 40 0,40-40 32,-39 0-32</inkml:trace>
  <inkml:trace contextRef="#ctx0" brushRef="#br0" timeOffset="164599.3158">11797 13515 0,'40'40'16,"0"0"0,-40 0-1,41 0-15,-41 0 0,0 1 16,0-1 0,-41-40-16,41 40 0,-40-40 0,0 40 15,0-40 1,0 0-16,40-40 15,-40 40-15,40-40 0,-40 0 16,40-1 0,0 1-16,0 0 15,0 0 1,40 40-16,-40-40 0,40 40 0,0 0 16,0-40-16,0 40 0</inkml:trace>
  <inkml:trace contextRef="#ctx0" brushRef="#br0" timeOffset="164999.2931">12479 13475 0,'-80'0'16,"160"0"-16,-240 0 16,120 0-1,40 40 1,0 40-16,0-40 16,0 0-16,0 0 0,0 1 0,0-1 15,0 0 1,40 0-16,-40 0 0,40 0 0,0 0 15,-40 0 1,-40 0 15,-40-40-15,40 0 0,-1 0-16,1 0 0,0 0 0,0 0 0,0 0 15,40-40-15</inkml:trace>
  <inkml:trace contextRef="#ctx0" brushRef="#br0" timeOffset="165559.2626">13161 13515 0,'0'0'16,"-80"40"-1,40 0 1,40 80 0,0-79-1,0-1-15,40 80 16,-40-80-16,0 0 0,0 0 15,40-40 1,0 0 0,-40-40-1,41-40 1,39 0 0,-80 40-16,40 40 15,-40-40-15,0 80 16,0 0-1,0 0 1,0 0-16,0 0 16,40-40-1,0 0-15,0 0 16,0 0-16,1-40 16,-41 0-16,40 0 0,-40 0 15,0 0-15,0-1 0,40 41 0,-40-40 16,0 0-16,0 0 15,0 0-15,0 0 0,0 0 16,-40 40-16,0 0 16</inkml:trace>
  <inkml:trace contextRef="#ctx0" brushRef="#br0" timeOffset="165909.2424">13964 13354 0,'0'-40'15,"0"80"-15,0-120 0,0 120 32,40-40-17,-40 81-15,80 79 16,-80-120-16,0 0 0,40 121 16,-40-121-16,0 40 15,-40 0-15,-80 81 16,40-81-1,40-40-15,-121 80 16,121-120-16,0 0 0</inkml:trace>
  <inkml:trace contextRef="#ctx0" brushRef="#br0" timeOffset="166959.1813">15168 14116 0,'0'0'0,"-40"0"16,0 0 0,-1 0 15,1 0-15,0 0-1,0 0 1,80 0 46,0 0-30,0 0-32,1 0 0,-1 0 0,0 0 15,0 0-15,0 0 0,0 0 0,0 0 0,0 0 16,1 0-16,-1 0 0,0 41 15,0-41-15,0 0 0,0 0 0,40 0 0,-39 0 16,-1 0-16,0 0 16,0 0-16,0 0 0,0 0 15,-40-41 1,40 41-16,-120 0 16,40 0-16,0 0 15,0 0 1,0 0-16,-1 0 0,1 0 0,0 0 15,0 0-15,0 0 0,0 0 16,0 41-16,0-41 0,-1 0 0,1 0 0,0 0 16,0 0-1,80 0 1</inkml:trace>
  <inkml:trace contextRef="#ctx0" brushRef="#br0" timeOffset="168419.613">15489 13796 0,'-40'0'172,"40"40"-157,0 0-15,0 0 32,-40-40-32,40 40 0,0 0 15,0 0 1,0 0-16,0 0 0,0 1 0,-41-1 16,41 0-16,0 0 15,0 0-15,-40 0 0,40 0 0,0 0 0,0 0 16,-40 1-16,40-1 0,0 0 0,0 0 15,0 0-15,-40-40 0,40 40 16,0 0-16,0 0 0,0 0 16</inkml:trace>
  <inkml:trace contextRef="#ctx0" brushRef="#br0" timeOffset="170329.5768">16572 14157 0,'-40'0'0,"40"40"0,-40-40 0,120 0 94,-40-40-79,0 40-15,1-41 0,-41 1 16,40 0-16,-40 0 15,0 0-15,40 40 0,-40-40 0,0 0 16,0 0-16,0 0 16,0 0-16,-40 40 31,0 0-15,-1 0-1,41 40-15,0 0 16,0 0-16,0 0 0,0 0 15,0 0 1,0 0-16,0 0 0,0 0 0,0 1 0,0-1 16,0 0-16,0 0 15,0 0-15,0 0 0,0 0 0,0 0 16,0 0-16,0 1 16,0-1-16,0 0 0,0 0 0,-40 0 15,40 0-15,-40-40 0,40 40 0,0 0 0,-40-40 16,0 40-16,0 0 15,0-40-15,40 41 0,-40-41 0,-1 0 0,1 0 16,0 40 0,0-40-16,0-40 15,40-1 1,0 1-16,0 0 0</inkml:trace>
  <inkml:trace contextRef="#ctx0" brushRef="#br0" timeOffset="170559.4878">16773 13715 0,'0'0'0,"-40"0"16,0-40-1,-1 40-15,1 0 0,0 0 16,80 0 0</inkml:trace>
  <inkml:trace contextRef="#ctx0" brushRef="#br0" timeOffset="171219.5263">17736 13595 0,'-40'0'31,"0"0"-15,-1 0 0,41 40-1,-40 0-15,40 0 0,-40-40 0,40 41 16,-40-1-16,40 0 15,0 0-15,-40 40 0,40-40 0,0 0 0,0 0 16,0 0-16,0 1 0,0-1 16,0 0-16,0 0 0,0 0 0,40 0 15,-40 0-15,40-40 16,-40 40-16,40-40 0,0 0 16,1 0-16,-1-40 15,0 0-15,-40 0 16,0 0-16,0 0 0,0 0 15,0 0 1,-40 40-16,40-41 0,-40 41 16,-1 0-16,1 0 15,0 0-15,0 41 0,40-1 32,-40-40-32,40 40 0</inkml:trace>
  <inkml:trace contextRef="#ctx0" brushRef="#br0" timeOffset="171649.4667">18579 13715 0,'-81'0'16,"162"0"-16,-202 0 0,81-40 15,0 80 1,40 1-1,0 119 1,0-120-16,0 120 16,0-119-16,0-1 0,40 80 31,-40-80-31,0 0 0,0 0 0,0 41 31,-80-81-31,40 0 0,-81 0 16,81 0-16,0-41 0,40 1 31</inkml:trace>
  <inkml:trace contextRef="#ctx0" brushRef="#br0" timeOffset="171949.4509">18940 13876 0,'0'40'15,"-40"0"1,40 0 15,0 0-31,0 0 0,0 0 0,0 41 16,0 39 15,0-80-31,0 0 16,-41-40-1,41 40-15</inkml:trace>
  <inkml:trace contextRef="#ctx0" brushRef="#br0" timeOffset="172129.4722">19060 13675 0,'-80'-40'16,"160"80"-16,-160-120 0,40 40 31</inkml:trace>
  <inkml:trace contextRef="#ctx0" brushRef="#br0" timeOffset="172579.4478">19381 13836 0,'-40'0'31,"80"0"-31,-80 40 0,80-40 16,40 0 0,-80 120 15,0-80-31,0 0 0,0 41 16,-40-81-16,0 80 15,40-40 1,40-80 15,0 0-31,-40 0 0,121-121 31,-81 121-31,0 40 0,0-80 16,0 40-16,0 40 16,-40 40-16,0 0 15,0 0-15,-40 80 31,40-80-31,-40 81 16,40-81-16,-40 0 16,40 0-1</inkml:trace>
  <inkml:trace contextRef="#ctx0" brushRef="#br0" timeOffset="173109.4189">20304 13796 0,'0'-40'0,"0"80"0,-40-121 15,40 122 16,0-1-31,0 40 16,0-40 0,0 0-16,-40-40 0,40 40 0,0 0 15,0 0-15,0 0 16,0 1-16,40-41 16,0 0-16,0 0 0,0 0 15,0 0 1,-40-41-16,40 41 0,-40-40 0,41 40 0,-41-40 15,40 40-15,-40-40 0,0 0 16,40 40-16,-40 40 31,-40-40-31,40 40 16,0 0-16,0 0 16,0 1-1,40-41-15,40 0 0,-40 0 16,-40-41-1,40 41-15,-40-40 0,40 40 0,-40-40 0,0 0 16,0 0-16,0 0 16,0 0-16,-40 0 0,40 0 15,-40 40-15,0-40 16,0 40-16,0 0 0,0 0 16,0 0-1</inkml:trace>
  <inkml:trace contextRef="#ctx0" brushRef="#br0" timeOffset="175249.2906">22471 10467 0,'-40'0'47,"40"40"31,-40 0-46,-1 0-17,41 0 1,0 0 0,0 1-16,0-1 15,0 0 1,0 0-16,0 0 0,41-40 15,-41 40-15,0 0 0,0 0 16,0 0-16,0 0 0,0 1 0,0-1 16,0 0-1,0 0-15,0 0 0,0 0 0,0 0 16,0 0-16,-41 0 0,41 1 16,0-1-16,-40 0 0,40 0 0,-40 0 15,40 0-15,0 0 0,0 0 0,0 0 16,0 0-16,-40 1 15,40-1-15,0 0 0,0 0 0,0 0 16,-40-40-16,40 40 0,0 0 16,0 0-16,0 0 0,0 1 0,0-1 15,0 0-15,0 0 16,0 0-16,0 0 0,0 0 16,0 0-16,0 0 0,0 0 15,0 1-15,0-1 16,-40 0-16,40 0 0,0 0 15,0 0-15,0 0 16,0 0-16,0 0 0,0 1 0,0-1 16,0 0-16,-40 0 0,40 0 15,0 0-15,0 0 0,0 0 16,0 0 0,0 0-16,-40-40 0,40 41 0,0-1 15,0 0-15,0 0 16,-41 0-1,41 0-15,0 0 16,0 0 0,-40 0-16,40 1 0,0-1 15,0 0-15,0 0 16,-40-40-16,40 40 0,0 0 0,0 0 16,-40 0-16,40 0 15,0 0 1,0 1-16,-40-1 0,40 0 15,-40 0 1,40 0-16,0 0 16,0 0-1,-40-40-15,40 40 16,0 0-16,0 1 16,0-1-16,0 0 15,-41-40-15,41 40 31,0 0-15,-40-40 0,40 40-16,0 0 0,0 0 15,-40 0 1,40 0 0,0 1-16,0-1 31,-40-40-31,40 40 0,0 0 31,0 0-15,0-80 62</inkml:trace>
  <inkml:trace contextRef="#ctx0" brushRef="#br0" timeOffset="187928.4978">3531 17084 0,'0'0'0,"-40"0"16,40-40 0,0 0-16,0 0 31,0 80 0,40-40-31,40 40 16,-39-40-16,-1 40 0,0-40 0,0 0 15,0 0-15,0 0 16,40 0-16,-39 0 0,39 0 0,-40 0 0,0 0 16,40-40-16,-40 40 0,1 0 15,-1-40-15</inkml:trace>
  <inkml:trace contextRef="#ctx0" brushRef="#br0" timeOffset="188168.54">3732 17485 0,'-161'121'31,"322"-242"-31,-362 242 0,121-41 16,40-80-16,80 0 15,40-40 1,-40 40-16,0 0 0,1-40 0,39 40 0,-40-40 15,40 40-15,-40-41 0,41 41 16,-41 0-16,0 0 0,40 0 0,-40 0 0,0 0 16,0 0-16</inkml:trace>
  <inkml:trace contextRef="#ctx0" brushRef="#br0" timeOffset="190918.3252">7303 16122 0,'-40'0'0,"40"40"125,40-40-125,-40 40 16,0 0-16,40-40 0,-40 40 0,40 0 0,-40 0 16,0 0-1,40-40-15,1 41 0,-1-1 0,-40 0 16,40-40-16,-40 40 15,40-40-15,0 0 32,0 0-32,-40-40 15,0 0 1,40 40-16,-40-40 0,0-1 0,0 1 16,0 0-16,0 0 0,0 0 0,0 0 15,-40 0 1,40 0-16,0 0 0,0 0 0,-40-1 0,40 1 15,0 0-15,0 0 16,0 0-16,-40 0 0,40 0 0,0 0 16,0 0-1,0-1-15,0 1 0,0 0 16,0 0-16,0 0 31,40 40 125,0 0 79,0 0-220,0 0 1,1 0-16,-1 0 0,0 0 16,0 0-16,0 0 15,0 0-15,0 0 0,0 0 0,1 0 16,-1 0-16,0 0 0,0 0 16,0 0-16,0 0 15,0 40-15,0-40 0,1 0 16,-1 0-16,0 40 15,0-40-15,0 0 0,0 0 16,0 0-16,0 40 16,1-40-16,-1 0 0,0 0 15,0 0-15,0 0 16,0 0-16,0 40 0,0-40 16,1 0-16,-1 0 0,0 0 15,0 0-15,0 0 16,0 0-16,0 0 15,0 0 1,1 0-16,-1 0 0,0 0 16,0 0-16,0 0 15,0 0-15,-40 41 0,40-41 0,0 0 16,1 0-16,-41 40 16,40-40-16,0 0 15,0 0-15,0 0 16,0 0-16,0 0 0,41 0 15,-41 0-15,0 0 0,0 0 0,0 40 0,40-40 16,-40 0-16,1 0 16,-1 0-16,0 0 0,0 0 15,0 0 1,0 0 0,0 0-16,0 0 15,41 0-15,-41 0 16,0 40-16,40-40 0,-40 0 0,1 0 0,-1 0 15,40 0-15,-40 0 16,0 0-16,0 0 0,0 0 16,1 0-1,-1 0 1,0 0-16,0 0 0,0 0 16,0 0-16,0 0 0,0 0 15,41 0-15,-41 0 0,0 0 0,40 0 0,-40 0 16,0 0-16,1 0 15,-1 0-15,0 0 0,0 0 0,0 0 16,0 0 0,0 0-16,0 0 15,1 0-15,-1 0 16,0 0-16,0 0 0,0 0 0,0 0 0,40 0 16,-39 0-16,-1 40 0,0-40 0,40 0 0,-40 0 15,0 0-15,0 0 0,-40 40 16,41-40-16,-1 0 0,0 0 15,0 0 1,0 0-16,0 0 0,0 0 16,0 0-16,1 0 15,-1 0-15,0 0 0,0 0 0,40 0 0,-40 0 16,0 0-16,1 0 0,-1 0 0,0 0 0,0 0 16,0 0-16,0 0 15,0 0-15,0 0 0,1 0 0,-1 0 16,0 0-16,0 0 15,0 0-15,0 0 0,-40-40 0,40 40 16,0 0-16,1 0 16,-1 0-16,0 0 0,0 0 0,0 0 15,0 0-15,0 0 16,0 0-16,1 0 0,-1 0 0,0 0 16,0 0-16,0 0 15,0 0-15,0 0 16,1 0-16,-1 40 0,0-40 0,0 0 15,0 0-15,0 0 16,0 0-16,0 0 0,1 0 16,-1 0-1,0 0-15,0 0 0,0 0 0,0 0 16,0 0-16,0 0 0,1 0 0,-1 0 16,0 0-16,0 0 0,0 0 15,0 0-15,0 0 0,0 0 16,1 0-1,-1 0-15,0 0 16,0 0-16,0 0 0,0 0 16,0 0-16,0 40 0,1-40 15,-1 0-15,-40 40 16,40-40-16,0 0 0,0 0 0,0 0 0,0 40 16,0-40-16,1 0 0,-1 0 0,0 0 15,0 0-15,0 0 16,0 0-16,-40-40 0,40 40 0,0 0 15,1 0 1,-41-40-16,40 40 0</inkml:trace>
  <inkml:trace contextRef="#ctx0" brushRef="#br0" timeOffset="191998.2613">8748 16042 0,'40'0'0,"-40"-41"15,-40 41 48,-1 0-48,1 0 1,0 0-16,0 0 0,40 41 16,-40-41-16,40 40 0,-40-40 0,0 40 15,0 0 1,-1 0-16,41 0 0,-40-40 15,40 40-15,0 0 16,-40-40-16,40 40 0,0 0 16,0 1-16,0-1 15,0 0-15,40 0 16,-40 0-16,40-40 0,1 40 16,-1 0-1,0-40-15,0 0 16</inkml:trace>
  <inkml:trace contextRef="#ctx0" brushRef="#br0" timeOffset="192648.2791">8948 16242 0,'0'-40'0,"0"0"32,40 40 14,0 0-30,1 0-16,-1 40 16,0-40 15,-40 40-15,0 0-16,-40-40 15,40 40-15,-40 0 16,-1-40-16,41 40 0,-40-40 0,0 41 15,0-41 17,80 0-1,0 0-31,0 0 16,1 0-1,-1 40 1,-40 0-1,0 0-15,0 0 16,-40 0 0,-1 0-16,1 0 0,0 0 15,0-40-15,0 0 16,40 41-16,-40-41 0,0 0 16,0 0-16,-1 0 15,41-41 1,41 1 15</inkml:trace>
  <inkml:trace contextRef="#ctx0" brushRef="#br0" timeOffset="192918.2687">9470 16603 0,'0'-40'31,"40"40"-31,0 0 0,0 0 16,0 0-16,0 0 0,1 0 0,39 0 15,-40 0-15,0 0 0,0 0 16,40 0-16,-39 0 0,-1 0 0,0 0 0,0 0 15,0 0-15,0 0 16,0 0-16</inkml:trace>
  <inkml:trace contextRef="#ctx0" brushRef="#br0" timeOffset="193198.1903">9831 16322 0,'-40'0'15,"80"0"-15,-120 0 16,80 40 31,0 0-47,0 1 0,0-1 0,0 0 15,0 0-15,0 0 16,0 0-16,0 0 0,-40 0 0,40 0 0,0 1 16,0-1-16,-41 0 15,41 0-15,0 0 16</inkml:trace>
  <inkml:trace contextRef="#ctx0" brushRef="#br0" timeOffset="193998.1434">10874 16362 0,'-40'0'0,"40"-40"15,-40 40 1,0 0 15,0 0-15,0 0-1,-1 0-15,1 0 16,0 0 0,0 0-16,0 0 15,0 0 1,40 40 140,0 0-156,0 1 16,0-1-1,40-40-15,-40 40 0,0 0 16,0 0 0,0 0-16,40-40 31,0 0-31,40 0 16,-39 0-16,-1 0 0,-40-40 15,40 40-15,0 0 16,-40 40-16,0 0 15,0 40 1,-40-39-16,0-1 16,-41 0-16,41-40 15,0 40-15,0-40 0,0 0 0,0 40 16,0-40-16,0 0 0,-1 0 0,1 0 16,0 0-1,40-40 1</inkml:trace>
  <inkml:trace contextRef="#ctx0" brushRef="#br0" timeOffset="194388.1796">11396 16443 0,'-40'0'0,"0"0"0,0 0 31,-1 0-15,1 0-16,0 40 15,0 40 1,40 40 0,0 1 15,120-41-15,-39-80-1,39-40 1</inkml:trace>
  <inkml:trace contextRef="#ctx0" brushRef="#br0" timeOffset="194718.1618">11717 16483 0,'0'40'15,"40"-40"1,-40 40-1,40-40 1,-40 40 0,0 0-16,0 0 15,-40-40 1,40 40-16,-40-40 0,0 0 16,0 0-16,40 40 15,-40-40 1,40-80-16,-41 80 15,41-40-15,0 0 16,0 0 0,41 40-1,-41-40-15,40 40 0,0 0 16,0 0-16</inkml:trace>
  <inkml:trace contextRef="#ctx0" brushRef="#br0" timeOffset="195188.1328">12198 16402 0,'0'0'15,"-40"0"1,0 0 0,0 41-1,0 39 16,40 0-15,40-40 0,0 0-1,0 40 1,-40-39 0,0-1-1,-40-40 1,-80 0-1,40 0 1,-1 0 15</inkml:trace>
  <inkml:trace contextRef="#ctx0" brushRef="#br0" timeOffset="195778.0968">12479 16402 0,'0'0'16,"-40"0"15,40 41-15,0-1-1,0 40 1,-40 40 0,40-40-1,40-80 16,81-40-15,-41 0 0,0-40-1,-40 40 1,-40 80 15,0 0-15,0 0-1,0 0-15,40 0 16,0-40 0,1-40 15,-41 0-31,0 0 0,0 0 16,0 0-1,0 0-15,0 0 16,-41 40-1</inkml:trace>
  <inkml:trace contextRef="#ctx0" brushRef="#br0" timeOffset="196238.0702">13282 16282 0,'0'0'0,"-40"0"15,80 40 32,0 0-31,0 0-16,0 1 0,-40-1 15,0 0-15,40 0 16,-40 0-16,0 0 0,0 0 16,0 0-16,0 0 15,-40 1-15,40-1 0,-40-40 0,40 40 0,-40 0 16,0 0-16,0-40 0,40 40 16</inkml:trace>
  <inkml:trace contextRef="#ctx0" brushRef="#br0" timeOffset="196937.9553">13723 16202 0,'0'0'0,"80"0"47,-39 40-47,-41 0 16,40-40-1,0 0-15,-40 40 0,0 0 32,0 0-32,-40-40 15,0 41-15,-1-41 16,1 0-16,40 40 16,-40-40-16,80 0 46,0 0-30,1 0-16,-1 0 0,0-40 16,0 40-1,0 0-15,0 0 0,0 0 16,-40-41-16,40 41 0,1 0 16,-82 0 140,41 41-141,-40-41 32</inkml:trace>
  <inkml:trace contextRef="#ctx0" brushRef="#br0" timeOffset="197727.9487">14165 16643 0,'-41'40'0,"82"-40"78,-1 0-62,0 0-16,0 0 0,0 0 15,0 0 1,0 0-16,0 0 0,1 0 0,-1 0 15,0 0-15,0 0 0,0 0 16,0 0-16,0 0 0,1 0 0,-1 0 0,0 0 16,0 40-16,0-40 15,0 0-15,0 0 0,0 0 16,1 0 0</inkml:trace>
  <inkml:trace contextRef="#ctx0" brushRef="#br0" timeOffset="198117.9043">14646 16402 0,'-40'0'15,"40"41"48,0-1-48,0 0 1,0 0 0,0 0-16,0 0 15,0 0-15,0 0 0,0 0 0,0 1 0,0-1 16,0 0-16,0 40 0,0-40 16,0 0-16,0 0 0,0 0 0,0 0 15,0 1 1</inkml:trace>
  <inkml:trace contextRef="#ctx0" brushRef="#br0" timeOffset="199127.9073">15689 16322 0,'-40'0'0,"0"0"16,0 0 93,0 0-46,40 40-63,0 0 31,-40-40-31,40 41 0,0-1 0,-40-40 16,40 40-16,0 0 15,0 0-15,-40-40 0,40 40 0,0 0 16,0 0-16,0 0 0,-41 1 0,41-1 16,0 0-16,0 0 15,0 0-15,0 0 0,0 0 16,0 0-16,0 0 15,0 0-15,0 1 32,41-41-32,-41 40 0,40-40 15,0 0 1,0 0 0,-40-40 15</inkml:trace>
  <inkml:trace contextRef="#ctx0" brushRef="#br0" timeOffset="199817.8659">15850 16763 0,'-40'0'15,"0"0"-15,40-40 16,-40 40 0,80 0 46,0 0-62,0 81 16,0-81-1,0 0-15,0 0 0,41 0 0,-41 0 0,0 0 16,0 0-16,0 0 0,0 0 0,0 0 16,0 0-1,-80 0 16,0 0-31,0 0 16,0 0 15</inkml:trace>
  <inkml:trace contextRef="#ctx0" brushRef="#br0" timeOffset="200787.7483">17294 16483 0,'0'40'15,"-40"-40"-15,40-40 63,0 0-48,-40 40 1,0 0 0,0 0-16,0 0 15,0 0 1,0 0-16,-1 0 0,1 40 31,40 0 47,0 0-62,0 0-1,0 0-15,0 0 16,0 0 0,0 0-16,0 1 0,0-1 15,0 0-15,0 0 16,81-40 0,-41 0-1,0 0 1,0 0-16,0 0 0,0-40 15,0 40 1,0 0 0,-40 40-1,0 0-15,-40-40 16,40 40-16,-40-40 0,0 0 16,0 40-16,0-40 15,0 0-15,0 0 0,-1 0 0,1 40 16,0-40-16,0 0 15,0 0-15,0 0 0</inkml:trace>
  <inkml:trace contextRef="#ctx0" brushRef="#br0" timeOffset="201307.7764">17896 16563 0,'0'0'0,"-80"0"32,40 0-32,0 40 15,40 80 1,40 1 15,-40-81-31,0 0 0,40 0 31,-40 0-31,0 0 0,0 0 16,0 0 0,-40-40-1,-40 0-15,40 0 0,-121 0 31,121 0-31,0 0 0,0-40 32</inkml:trace>
  <inkml:trace contextRef="#ctx0" brushRef="#br0" timeOffset="201557.7621">18177 16563 0,'-40'0'16,"40"40"-16,-40-40 16,40 120-1,-40 1 16,40-81-31,0 0 0,0 0 32,0 40-32</inkml:trace>
  <inkml:trace contextRef="#ctx0" brushRef="#br0" timeOffset="201757.7529">18097 16322 0,'-40'-40'16,"40"0"-1</inkml:trace>
  <inkml:trace contextRef="#ctx0" brushRef="#br0" timeOffset="202157.7262">18458 16523 0,'0'40'0,"0"0"31,40 0-31,-40 0 16,0 0-16,0 0 15,0 1 1,0-82 31,0 1-47,40 0 15,-40 0-15,41 40 0,-1-40 0,0 40 16,-40-40 0,40 40-16,0 0 0,0 0 31,-40 40-31,0 0 16,0 0-16,0 0 0,0 41 31,0-41-31,0 0 0,0 0 15,0 0 1,0 0-16</inkml:trace>
  <inkml:trace contextRef="#ctx0" brushRef="#br0" timeOffset="202847.6889">19100 16523 0,'-80'0'62,"80"40"-46,0 0-1,0 0-15,0 0 16,0 0 0,0 0-16,0 1 0,0-1 15,40-40-15,0 40 16,0-40-16,0 0 16,1 0-16,-41-40 0,40 40 15,-40-40-15,0-1 16,40 1-16,-40 0 15,0 0-15,0 80 47,0 0-47,0 0 16,40-40-16,-40 41 16,40-41-1,0 0-15,0 0 31,-40-41-31,40 1 0,-40 0 0,0 0 16,0 0-16,0 0 16,0 0-16,-40 40 0,40-40 15,-40 40-15</inkml:trace>
  <inkml:trace contextRef="#ctx0" brushRef="#br0" timeOffset="203237.664">19943 16322 0,'0'0'0,"0"40"63,0 0-63,0 1 0,0-1 15,40-40-15,-40 40 0,0 0 16,40 0-16,-40 0 0,0 0 0,0 0 0,0 0 16,0 1-16,0-1 15,0 0-15,-40 0 0,40 0 0,-80 0 0,80 0 16,-40-40-16,-1 40 0,1 0 0,0-40 16,0 40-16,0-40 0,0 0 15,40 41-15,-40-41 0</inkml:trace>
  <inkml:trace contextRef="#ctx0" brushRef="#br0" timeOffset="203747.576">20184 16202 0,'-41'0'16,"82"0"-1,-1 0-15,0 0 16,40 0-1,-40 0-15,0 40 32,-40 0-32,40 0 15,-40 0-15,0 0 0,-80-40 16,40 41-16,-40-1 16,40 0-16,0-40 0,40 40 31,80-40-16,40 0 1,-80 0-16,121-40 31,-121 40-31,0 0 0,0-40 0,121 40 16,-121 0 15</inkml:trace>
  <inkml:trace contextRef="#ctx0" brushRef="#br0" timeOffset="204987.4883">16492 16001 0,'0'-40'15,"-40"40"-15,40 40 47,0 1-15,0-82 14,40 41-30,0 0-16,-40-40 0,40 40 16,0 0-16,0 0 15,1 0-15,-1 0 16,0 0-16,0 0 0,0 0 16,0 0-1,0 0-15,41 0 0,-41 0 0,0 0 0,0 0 16,0 0-16,40 0 0,-40 0 15,1 0-15,-1 0 0,0 0 0,0 0 0,40 0 16,-40 0-16,0 0 16,1 0-16,-1 0 0,0 0 0,0 0 15,0 0-15,0 0 0,0 0 16,0 0-16,-40-40 0,41 40 16,-1 0-16,0 0 0,0 0 0,0 0 15,0 0-15,0-40 16,1 40-16,-1 0 0,0 0 15,0 0 1,0 0-16,0 0 0,0 0 16,0 0-1,1 0-15,-1 0 16,0 0-16,0 0 0,0 0 16,0 0-16,0 0 15,0 0-15,1 0 0,-1 0 16,0 0-1,0 0-15,0 0 0,0 0 16,0 0-16,0 0 16,1 0-16,-1 0 0,0 0 15,0 0-15,0 0 0,0 0 16,0 0 0,0 0-1,1 0 1,-1 0-1,0 0 1,0 0-16,0 0 0,0 0 16,0 0-16,0 0 15,1 0-15,-1 0 0,0 0 16,0 0-16,0 0 31,0 0-31</inkml:trace>
  <inkml:trace contextRef="#ctx0" brushRef="#br0" timeOffset="207537.4137">7825 17325 0,'0'40'16,"-40"-40"-1,120 0 16,-40 0-31,0 0 0,-40-40 16,40 40 0,0 0-16,0 0 0,1 0 15,-1 0-15,0 0 0,0 0 16,0 0-16,0 0 16,0 0-16,41 0 0,-41 0 0,0 0 0,0 0 15,40 0-15,-40 0 16,0 0-16,41 0 0,-41 0 0,0 0 0,0 0 15,40 0-15,-40 0 0,1 0 16,-1 0-16,0 40 0,0-40 0,0 0 16,0 0-16,0 0 15,0 0-15,1 0 0,-1 0 0,0 0 0,40 0 16,-40 0-16,0 0 0,41 0 0,-41-40 0,0 40 16,40 0-16,-40 0 0,40 0 15,-39 0-15,-1 0 0,0 0 0,0 0 0,0 0 16,0 0-16,0 0 15,0 0-15,1 0 0,-1 0 0,0 0 16,0 0-16,0 0 0,0 0 16,0 0-16,0 0 0,1 0 0,-1 0 0,40 0 15,-40 0-15,0 0 0,0 0 0,1 0 0,-1 0 16,40 40-16,-40-40 16,0 0-16,0 0 0,0 40 0,1-40 0,-1 0 15,0 0-15,0 0 0,0 0 16,0 0-16,0 0 0,0 0 0,1 40 15,-1-40-15,0 0 16,0 0-16,0 0 0,0 0 0,0 0 0,0 0 16,1 0-16,-1 0 0,0 0 0,-40 40 15,40-40-15,0 0 0,0 0 16,0 0-16,0 0 0,1 0 16,-1 0-1,0 0-15,0 0 16,0 0-16,-40 40 15,40-40-15,0 0 0,0 0 0,1 0 16,-1 0-16,0 41 16,0-41-16,0 0 0,0 0 15,0 0-15,0 0 0,1 0 16,-1 0-16,-40 40 0,40-40 16,0 0-16,0 0 0,0 0 0,0 0 15,0 0 1,1 0-16,-1 0 0,0 0 15,0 0-15,0 0 16,0 0-16,0 0 16,0 0-16,1 0 15,-1 0-15,-40 40 16,40-40-16,0 0 0,0 0 0,0 0 0,0 0 16,0 0-16,1 0 0,-1 40 15,0-40-15,0 0 0,0 0 0,0 0 16,0 0-1,0 0-15,1 0 0,-1 0 16,0 0-16,0 0 16,0 0-16,0 40 0,0-40 0,0 0 15,1 40-15,-1-40 0,0 0 0,0 0 16,0 0 0,0 0-16,0 0 0,1 0 15,-1 0-15,0 0 0,0 0 16,0 0-16,0 0 0,0 0 0,0 0 15,1 40-15,-1-40 16,0 0-16,0 0 0,0 0 0,0 0 0,0 0 16,0 0-16,1 40 0,-1-40 0,0 0 0,0 0 15,0 0-15,0 0 0,0 0 16,0 0-16,1 0 0,-1 0 0,0 0 0,0 0 16,0 0-1,0 0-15,0 0 0,0 0 16,1 0-16,-1 0 15,0 0-15,0 0 0,0 0 16,40 0-16,-40 0 16,1 40-16,-1-40 0,0 0 0,0 0 0,0 40 15,40-40-15,-40 0 0,1 0 0,-1 0 16,0 0-16,0 0 0,0 0 16,0 0-16,0 0 0,0 0 0,1 0 15,-1 0 1,0 0-16,0 0 0,0 0 0,0 0 15,0 0-15,0 0 0,1 0 16,-1 0-16,0 0 0,0 0 0,0 0 0,0 0 16,0 0-16,0 0 0,1 0 0,-1 0 0,0 0 15,0 41 1,0-41-16,0 0 0,0 0 0,0 0 16,1 0-16,-1 0 0,0 0 15,0 0-15,0 0 0,0 0 0,0 0 0,1 0 16,-1 0-16,0 0 15,0 0-15,0 0 0,40 0 0,-40 0 0,1 0 16,-1 0-16,0 0 0,0 0 16,0 0-16,0 0 0,0 0 0,0 0 15,1 0-15,-1 0 16,0 0 0,0 0-16,0 0 0,0-41 15,0 41-15,0 0 0,1 0 16,-1 0-16,0 0 0,0 0 15,0 0 1,0 0-16,0 0 0,0 0 16,1 0-16,-1 41 15,0-41-15,0 0 16,0 0 0,0 0-1,0 0 1,0 0-1</inkml:trace>
  <inkml:trace contextRef="#ctx0" brushRef="#br0" timeOffset="210687.1548">7022 17967 0,'-40'0'579,"0"0"-579,0 0 46,40 40 48,0-80 594,-40 40-688,-1 0 0</inkml:trace>
  <inkml:trace contextRef="#ctx0" brushRef="#br0" timeOffset="211187.127">6741 18368 0,'0'-40'0,"-40"40"31,40-41-31,0 82 47,40-41-47,-40 40 0,40-40 16,-40 40-16,40 0 0,-40 0 16,0 0-16,41 0 0,-1 0 0,-40 0 0,40 0 15,-40 1-15,0-1 16,40 0-16,-40 0 0,40 0 0,-40 0 15,40 0-15,0-40 16,0 0-16,1 0 16,-41-40-16,40 40 0,-40-40 0</inkml:trace>
  <inkml:trace contextRef="#ctx0" brushRef="#br0" timeOffset="211867.0872">7504 18007 0,'-40'0'32,"-1"0"124,41-40-140,0-1 15,0 1-16,-40 40-15,40 40 94,0 1-78,0-1-1,0 0-15,0 0 0,0 0 16,0 0-16,0 0 0,0 0 16,0 0-16,-40-40 0,40 41 0,0-1 15,-40 0-15,40 0 0,-40 0 0,40 0 16,-40-40 0,40 40-16,0 0 15,-40-40-15</inkml:trace>
  <inkml:trace contextRef="#ctx0" brushRef="#br0" timeOffset="212137.0708">7504 17806 0,'-40'0'0</inkml:trace>
  <inkml:trace contextRef="#ctx0" brushRef="#br0" timeOffset="212617.0675">7223 18368 0,'40'0'31,"-80"0"16,40 40-47,0 0 16,0 0-1,0 0-15,0 0 16,-40 0-16,40 0 15,0 0-15,0 1 0,0-1 16,-41 0-16,41 0 16,0 0-16,0 0 15,0 0-15,0-80 47</inkml:trace>
  <inkml:trace contextRef="#ctx0" brushRef="#br0" timeOffset="213526.9933">7504 17926 0,'0'-40'31,"40"40"79,0 0-110,0 0 15,0 0-15,0 0 0,0 0 16,1 0-16,-1 0 0,0 0 0,0 0 0,0 0 16,0 0-16,0 0 0,0 0 15,1 0 1,-1 0-16,0 0 0,0 0 16,0 0-16,0 0 15,0 0-15,0 0 0,1 0 0,-1 0 16,0 0-16,0 0 15,0 0-15,0 0 0,0 0 0,0 0 16,1 0-16,-1 0 16,0 0-16,0 0 0,0 0 15,0 0-15,0 0 0,0 0 0,1 0 16,-1 0 0,0 0-16,0 0 0,0 0 15,-40-40 1,40 40-16,0 0 0,0 0 15,1 0 1,-1 0-16,0-40 16,0 40-1,0 0 1,0 0-16,0 0 16,0 0-1,1 0-15,-1 0 16,0 0-1,0 0-15</inkml:trace>
  <inkml:trace contextRef="#ctx0" brushRef="#br0" timeOffset="214346.9453">8346 18167 0,'-40'0'16,"0"0"31,40 40-32,-40-40-15,0 40 0,0-40 16,40 40-16,-40-40 15,40 41-15,0-1 0,-41-40 0,41 40 0,0 0 16,0 0-16,0 0 16,0 0-16,0 0 0,41 0 15,-41 0-15,40 1 0,0-1 16,0-40 0,-40 40-16,40-40 0,0 0 0</inkml:trace>
  <inkml:trace contextRef="#ctx0" brushRef="#br0" timeOffset="214646.9242">8788 18287 0,'-40'0'32,"40"41"-17,0-1-15,0 0 16,-41-40-16,41 40 0,0 0 16,0 0-16,0 0 0,0 0 15,0 0-15,0 0 16,0 1-16,41-41 15</inkml:trace>
  <inkml:trace contextRef="#ctx0" brushRef="#br0" timeOffset="214886.9128">9069 18528 0,'40'0'31,"0"0"-15,0 0-16,0 0 15,-40 40-15,40-40 0,0 0 16,0 0-16,1 0 0</inkml:trace>
  <inkml:trace contextRef="#ctx0" brushRef="#br0" timeOffset="215426.8803">10152 18287 0,'-40'0'15,"-40"0"17,39 0-17,41 41-15,-40-41 16,40 40-16,-40-40 0,40 40 16,-40 0-16,40 0 15,0 0-15,0 0 0,-40-40 0,40 40 16,0 0-16,0 0 15,0 1-15,40-41 0,-40 40 16,40-40-16,0 0 16,0 0-16,1 0 15,-1 0-15,-40-40 16,0-1 0,0 1-16,-40 40 15,-1 0 1,1 0-1,0 0 1</inkml:trace>
  <inkml:trace contextRef="#ctx0" brushRef="#br0" timeOffset="215816.8589">10553 18207 0,'-40'0'16,"80"0"-16,-120 0 0,40 40 31,40 0-31,-40-40 0,0 121 31,40-41-15,0 40-1,80-40 17,-40-80-17,0 0-15</inkml:trace>
  <inkml:trace contextRef="#ctx0" brushRef="#br0" timeOffset="216136.8393">10874 18328 0,'40'0'15,"-40"40"1,41 0-16,-41 0 31,0 0-31,0 0 16,-41-40 15,1 0-15,0 0-16,0 0 15,40-40-15,0 0 16,0 0 0,40 40-1,0 0 1,0 0-1,1 0-15</inkml:trace>
  <inkml:trace contextRef="#ctx0" brushRef="#br0" timeOffset="216596.8158">11556 18287 0,'-40'0'16,"0"41"15,0-1-31,0 0 16,40 0-1,0 40 1,0 0 15,40 0-15,-40-39-1,0-1 1,-40-40-16,0 0 31,-40-81-15</inkml:trace>
  <inkml:trace contextRef="#ctx0" brushRef="#br0" timeOffset="217136.7989">11998 18368 0,'-40'0'0,"0"0"16,-1 40-16,1 0 16,40 0-1,0 0-15,0 0 16,40 0 0,1 0-16,-1-40 15,0 0 1,0 0-1,-40-40 1,40 40-16,0-40 0,0 40 16,-40-40-16,0 80 78,40 0-63,1-40-15,-1 0 0,0 0 16,0 0-16,0 0 16,-40-40-16,0 0 15,0 0 1,0 0 0,0 0-1,-40 40 1</inkml:trace>
  <inkml:trace contextRef="#ctx0" brushRef="#br0" timeOffset="217456.7656">12800 18247 0,'-40'0'0,"40"40"47,40-40-47,-40 41 16,0-1-16,40 0 0,-40 0 0,0 0 15,0 0-15,0 0 16,0 0-16,-40 0 0,40 0 0,-40-40 0,40 41 16,-40-1-16,0 0 0,40 0 0,-40-40 15,40 40-15,-40-40 16,0 0-16</inkml:trace>
  <inkml:trace contextRef="#ctx0" brushRef="#br0" timeOffset="217926.7383">13161 18207 0,'-40'0'0,"40"-40"0,0 80 47,40-40-32,-40 40-15,41 0 0,-1 1 16,-40-1-1,40 0-15,-40 0 16,0 0-16,-80 0 16,39-40-1,82 0 17,-1 0-17,0 0 1,0 0-16,0 0 0,0 0 0,0 0 15,0 0-15,1 0 16,-1 0-16,0 0 16</inkml:trace>
  <inkml:trace contextRef="#ctx0" brushRef="#br0" timeOffset="218546.7009">14165 18729 0,'-41'40'0,"82"-40"78,-1 0-78,0 0 16,0 0-16,0 0 0,0 0 15,0 0-15,0 0 0,1 0 0,39 0 0,-40 0 16,40 0-16,-40 0 15,1 0-15,-1 0 0,0 0 0,0 0 0,0 0 16,0 0-16,0-40 16</inkml:trace>
  <inkml:trace contextRef="#ctx0" brushRef="#br0" timeOffset="218806.6832">14566 18448 0,'0'0'15,"-40"0"1,40 40 0,0 0-1,0 120 16,0-39-31,0 79 16,0-39 15,0-121-31</inkml:trace>
  <inkml:trace contextRef="#ctx0" brushRef="#br0" timeOffset="220956.5771">15890 18287 0,'0'-40'31,"0"80"48,-40-40-64,40 41-15,0-1 16,-40 0-16,40 0 0,-40 0 15,0 0-15,40 0 16,0 0-16,0 0 0,-41-40 0,41 40 0,0 1 16,0-1-16,0 0 0,0 0 0,0 0 15,41-40-15,-41 40 16,40-40-16,0 0 0</inkml:trace>
  <inkml:trace contextRef="#ctx0" brushRef="#br0" timeOffset="221526.5287">16652 18328 0,'-40'0'31,"0"0"-15,0 0-1,40 40-15,-40-40 16,40 40-16,-40-40 0,40 40 16,-40 0-16,40 0 15,0 0-15,-40-40 0,40 40 0,0 0 16,0 0 0,40-40-16,-40 41 15,40-41 1,0 0-16,0 0 0,0 0 15,0-41 1,0 41-16,-40-40 0,0 0 16,0 0 15,-40 40-31,0 0 16,0 0-16,0 0 15,0 0-15,40 40 16,0 0-1,0 0 1</inkml:trace>
  <inkml:trace contextRef="#ctx0" brushRef="#br0" timeOffset="222216.5605">17455 18408 0,'-40'-40'31,"80"80"-31,-160-120 16,79 120-16,41 0 16,-40 40-1,40 40 17,0 41-17,0-1 1,0-120 15,-40-40-15,0-80-1,40-40 1,40 120 0,0-40-1,121 40 1,-41 0-1,1 0 1,-41-81 15,-40 41-15,-40 80 15,-40-40-15,0 40-1,40 81 1,0-41 0,0 0 15,-40-80-31</inkml:trace>
  <inkml:trace contextRef="#ctx0" brushRef="#br0" timeOffset="222386.4744">17816 18408 0,'-40'0'16,"80"0"-16,-80-80 15,0 39-15</inkml:trace>
  <inkml:trace contextRef="#ctx0" brushRef="#br0" timeOffset="222746.4552">17936 18408 0,'0'40'15,"0"0"1,0 0-1,41-40 1,-41 40-16,40 0 0,-40 0 16,0 0-1,0 1-15,0-1 16,0-80 15,40 40-31,-40-41 16,40 41-16,-40-40 0,40 40 0,0-40 15,0 40-15,1 0 16,-1 0-16,0 0 16,-40 40-16,40-40 15,-40 40 1,0 1-16,0-1 0,-40 0 16</inkml:trace>
  <inkml:trace contextRef="#ctx0" brushRef="#br0" timeOffset="223506.414">18659 18448 0,'0'0'0,"40"0"31,0 0 1,0 0-1,-40 40 0,0 0-15,0 0-16,-40 0 15,40 0-15,0 0 16,0 1-16,40-1 31,0-40-15,0 0-16,1 0 15,-41-40-15,40 40 0,-40-41 16,0 1-16,40 40 16,-40-40-16,0 80 47,-40-40-47,40 40 0,0 1 15,0-1 1,40 0-16,-40 0 0,40-40 15,0 0 1,0 0-16,0 0 0,0-40 16,1 40-16,-41-40 0,40 0 15,-40-1-15,40 41 16,-40-40-16,0 0 0,0 0 0,0 0 16,-40 40-1,0 0 1,-1 0-1</inkml:trace>
  <inkml:trace contextRef="#ctx0" brushRef="#br0" timeOffset="225716.3563">19983 18368 0,'-40'0'63,"0"0"15,40 40 78,40-40-156,-40 40 0,0 0 16,40-40-16,-40 40 16,0 0-16,40 0 0,-40 0 15,0 0-15,0 1 16,0-1-16,0 0 0,-40 0 0,40 0 15,-80-40 1,80 40-16,-40-40 0,40 40 0,-41-40 0,1 0 16,0 40-16,0 0 0,0-40 0,0 41 15,0-41 1</inkml:trace>
  <inkml:trace contextRef="#ctx0" brushRef="#br0" timeOffset="226156.3313">20464 18287 0,'0'0'15,"41"0"1,79 0 15,-40 81-15,-80-1-1,-160 40 1,120-80 15,80-40-15,120-40 0,81 40 15,-121 0-31,-80 0 15</inkml:trace>
  <inkml:trace contextRef="#ctx0" brushRef="#br0" timeOffset="228396.1521">9630 17846 0,'40'0'16,"1"0"93,-41-40-93,40 40 0,0 0 15,-40 40-31,40-40 31,-40 40-31,40-40 0,0 0 16,0 0-16,0 0 15,1 0-15,-1 0 0,0 0 0,0 0 0,0 0 16,0-40-16,0 40 0,0 0 0,1 0 16,-1 0-16,0 0 15,0 0-15,0 0 0,0 0 0,0 0 16,0 0 0,1 0-16,-1 0 0,0 0 15,0 0 1,0 0-16,0 0 0,0 0 15,1 0-15,-1 0 0,0 0 0,0 0 16,0 0-16,0 0 0,0 0 16,0 0-16,1 0 0,-1 0 0,0 0 0,0 0 15,0 0 1,0 0-16,0 0 31,-40 40-31,40-40 16,1 0-1,-1 0-15,0 0 16,0 0-16,0 0 0,0 0 16,0 0-1,0 0-15,1 0 0,-1 0 32,0 0-32,0 0 15,0 0 1,0 0-1,0 0-15,0 40 0,1-40 16,-1 0 0,0 0-1,0 0-15,0 0 16,0 0-16,0 0 16,0 0-1,1 0-15,-1 0 0,0 0 0,0 0 16,0 0-16,0 0 15,0 0-15,0 0 16,1 0 0,-1 0-1,0 0 1,0 0-16,0 0 16,0 0-16,0 0 15,0 0 1,1 0-16,-41 41 0,40-41 0,0 0 15,0 0-15,0 0 16,0 0 0,0 0-16,-40 40 15,40-40-15,1 0 16,-1 0-16,0 0 0,0 0 16,0 0-16,0 0 15,0 0-15,0 0 16,1 0-1,-1 0 1,0 0-16,0 0 16,0 0-1,0 0-15,0 0 16,0 0 15,1 0-15,-1 0-1,0 0 1,0 0 0,0 0-1,0 0 1,0 0 15,0 0-15,1 0-1,-1 0-15,0 0 16,0 0 15,0 0-15,0 0 0,0 0-1,1 0 1,-1 0-16,0 0 0,-40-40 15,40 40-15</inkml:trace>
  <inkml:trace contextRef="#ctx0" brushRef="#br0" timeOffset="231365.9809">21026 17205 0,'0'-41'31,"40"41"-15,0 0-16,41 0 16,-41 0-1,0 0-15,0 0 0,0 0 0,0 0 16,0 0 0,1 0-16,-1 0 15,0 0 1</inkml:trace>
  <inkml:trace contextRef="#ctx0" brushRef="#br0" timeOffset="231606.0149">21147 17485 0,'40'0'32,"-40"-40"-32,40 40 0,0 0 15,40 0-15,-40 0 0,0-40 0,1 40 0,-1 0 16,40 0-16,-40 0 16,0 0-16,0 0 0,0 0 0,1 0 15</inkml:trace>
  <inkml:trace contextRef="#ctx0" brushRef="#br0" timeOffset="234055.8333">22350 16804 0,'0'40'109,"0"0"-93,41-40-16,-41 40 16,40-40-16,0 40 15,0-40 1,0 40-16,0-40 15,-40 40-15,40-40 16,-40-40 31,0 0-47,0-40 16,0 40-1,0 0-15,0-1 0,40 1 16,-40 0-16,0 0 15,0 0-15,0 0 0,0 0 0,0 0 0,0 0 16,41-1-16,-41 1 0,0 0 16,0 0-1,0 0-15,-41 40 16,41-40 0,0 0-16,0 0 0,0 0 15,0 0 1,0-1-16,0 1 219,41 40-188,-41-40-31,0 0 0,40 40 15,0 0-15,0-40 16,0 40 15,0 0 157,0 0-188,0 0 15,1 0-15,-1 0 16,0 0 0,0 0-16,0 0 0,0 0 0,0 0 15,0 0-15,1 0 0,-1 0 16,0 0-16,40 0 0,-40 0 0,40 0 0,-39 0 16,39 0-16,-40 0 15,40 0-15,-40 0 0,41 0 0,-41 0 0,0 0 16,0 0-16,40 0 0,-40 0 15,0 0-15,1 0 0,-1 0 0,0 0 16,0 0-16,0 0 0,0 0 0,0 0 0,0 0 16,1 0-16,-1 0 15,0 0-15,0 0 0,0-40 0,0 40 0,0 0 16,0 0-16,1 0 16,-1 0-16,0 0 0,0 0 15,0 0 1,0 0-16,0 0 0,0 0 15,1 0-15,-1 0 0,0 0 0,0 0 16,0 0-16,0 0 16,0 0-16,1 0 0,-1 0 0,0 0 0,0 0 15,0 0-15,0 0 16,0 0-16,0 0 0,1 0 0,-1 0 16,0-40-16,0 40 0,0 0 15,0 0-15,0-40 0,0 40 16,1 0-16,-1 0 15,-40-40-15,40 40 0,0 0 0,0 0 0,0 0 16,0 0-16,0 0 0,1 0 0,-1 0 16,0 0-16,0 0 15,0 0-15,0 0 0,0-41 16,0 41-16,1 0 16,-1 0-16,0 0 0,0 0 0,0 0 0,0 0 15,0 0-15,41 0 0,-41 0 16,0 0-16,0 0 0,0 0 0,0 0 15,0 0-15,0 0 0,1 0 0,-1 0 16,0 0 0,0 0-16,0 0 0,0 0 15,0 0-15,0 0 16,1 0-16,-1 0 0,0 0 0,0-40 0,0 40 16,0 0-16,0 0 15,0 0-15,1 0 0,-1 0 0,-40-40 0,40 40 16,0 0-16,0 0 0,0-40 15,0 40-15,0 0 0,1 0 16,-1 0-16,0 0 0,0 0 16,0 0-16,0 0 15,0 0-15,0 0 0,1 0 0,-1 0 16,0 0-16,0 0 16,0 0-16,0 0 0,0 0 0,1 0 0,-1 0 15,0 0 1,0 0-16,0 0 0,0 0 0,0 0 15,0 0-15,1 0 0,-1 0 0,0 0 0,40 0 16,-40 0-16,0 0 16,0 0-16,1 0 0,-1 0 0,0 0 15,0 0-15,0 0 16,0 0-16,0 0 0,0 0 0,1 0 16,-1 0-16,0 0 15,-40-40-15,40 40 0,0 0 0,-40-40 0,40 40 16,0 0-16,0 0 15,1-40-15,-1 40 0,0 0 16,0 0-16,0-40 0,0 40 16,0 0-16</inkml:trace>
  <inkml:trace contextRef="#ctx0" brushRef="#br0" timeOffset="242655.2986">23233 16402 0,'-40'0'16,"0"0"202,0 41-218,0-41 16,40 40-16,-40-40 16,40 40-16,-41-40 0,41 40 15,0 0 1,41-40 0,-1 0 15,0 0-31,0 0 15,-40-40-15,40 40 16,-40-40 15,40 0-31,-40 0 0,0-1 16,0 82 78,40-41-94,-40 40 15,0 0 1,0 0-16,0 0 16,0 0-1,0 0-15,0 0 16,0 0-16,-40 1 0,40-1 0,0 0 15,-40 0-15,40 0 16,0 0-16,-40-40 0,40 40 0,-40-40 16,40 40-16,-40 0 15,0-40 1,40 40 0,-41-40-16,1 0 31,40-40-31,-40 0 0,40 0 15,0 0-15</inkml:trace>
  <inkml:trace contextRef="#ctx0" brushRef="#br0" timeOffset="243025.3501">23514 16683 0,'80'0'47,"-40"0"-32,1 0 1,-1 0-16,0 0 0,0 0 0,0 0 16,0 0-1,0 0-15,-40-40 0,40 40 0,1 0 16,-1 0 15</inkml:trace>
  <inkml:trace contextRef="#ctx0" brushRef="#br0" timeOffset="243375.3302">23915 16443 0,'-40'0'16,"0"0"-1,80 0 32,-40 40-47,0 0 16,0 0-1,0 0-15,0 0 16,-40 0-16,40 0 16,-40 0-16,40 1 0,0-1 0,0 0 15,0 0 1</inkml:trace>
  <inkml:trace contextRef="#ctx0" brushRef="#br0" timeOffset="244225.2802">24196 16362 0,'0'-40'31,"40"40"-31,-40-40 16,40 40-16,1 0 0,-1 0 15,0 40 17,-40 0-17,0 0-15,0 1 16,0-1-16,-40-40 15,40 40 1,-40-40-16,40 40 0,-41-40 16,1 0-16,0 0 15,40 40-15,-40-40 16,80-40 15,0 40-15,0 0-16,1 0 15,-41 40-15,40 0 16,-40 0 0,40 0-16,0 0 15,-40 1 1,40-41-16,0 0 16</inkml:trace>
  <inkml:trace contextRef="#ctx0" brushRef="#br0" timeOffset="244995.2367">25039 16282 0,'-80'0'109,"39"0"-93,41 40-16,-40-40 15,0 0-15,0 40 16,40 0 125,0 1-126,0-1 1,0 0-1,40-40 1,-40 40 15,40-40-15,0 0 0,1 0 15,-41 40-16,0 0-15,-41-40 0,41 40 16,-40-40-16,40 40 16,-40-40-16,40 40 0,-40-40 15,0 0-15,0 0 16,40 41 0,-40-41-16,40-41 31</inkml:trace>
  <inkml:trace contextRef="#ctx0" brushRef="#br0" timeOffset="245545.1291">25480 16322 0,'0'-40'16,"-40"40"-16,0 0 15,0 40 17,40 0-32,-40-40 0,40 40 15,-40 1-15,40-1 16,0 0-16,0 0 0,-41-40 0,41 40 16,0 0-1,0 0-15,0 0 16,41-40-16,-1 40 15,0-40 1,0 0-16,0 0 0,-40-80 16</inkml:trace>
  <inkml:trace contextRef="#ctx0" brushRef="#br0" timeOffset="245885.1837">25801 16402 0,'0'-40'0,"0"80"0,40-80 32,1 40-17,-41 40 1,40-40-16,-40 81 31,0-41-31,-40-40 31,40 40-15,-41-40-16,1 0 16,0 0-1,40-40 1,0 0 0,0 0-1,40 40-15,0 0 16,-40-41-16,41 41 15</inkml:trace>
  <inkml:trace contextRef="#ctx0" brushRef="#br0" timeOffset="246365.1559">26403 16242 0,'40'0'32,"0"-40"-17,-80 40 32,40 40-31,-40-40-16,40 40 0,-40 0 15,40 0-15,-40 0 16,40 1-16,0-1 31,40-40-31,-40 40 0,40-40 16,-40 40-16,40-40 0,-80 0 62,40 40-62,-40-40 16,0 0-16,0 0 16,0 0-1</inkml:trace>
  <inkml:trace contextRef="#ctx0" brushRef="#br0" timeOffset="247705.0813">26644 15961 0,'-40'0'0,"0"0"16,40 40-1,40-40 64,0 0-64,-40 41-15,40-41 16,-40 40-16,0 0 15,0 0 1,0 0 0,-40 0-16,80-40 78,-40-40-78,40 40 15,0 0-15,0-40 0,1 40 32,-1 0-32,0 0 15,0 0 1</inkml:trace>
  <inkml:trace contextRef="#ctx0" brushRef="#br0" timeOffset="248495.0325">27085 16242 0,'0'-40'15,"40"40"32,-40 40 0,0 0-31,0 0-16,-40-40 0,40 40 0,0 0 15,0 1 1,0-1 0,40 0-1,1-40 1,-1 0 0,0 0-1,-40-40-15,40 0 16,-40-1-16,0 1 15,0 80 32,0 1-47,0-1 16,40 0 0,0-40-16,0 0 15,0 0 1,1 0-16,-1 0 15,-40-40-15,40 40 0,-40-40 16,0-1-16,0 1 16,40 40-16,-40-40 0,0 0 15,0 0 1,0 0-16</inkml:trace>
  <inkml:trace contextRef="#ctx0" brushRef="#br0" timeOffset="250164.937">28129 16322 0,'-41'0'15,"1"0"141,0 0-124,80 0 77,0 0-78,1 0-31,-1 0 16,0 0-16,0 0 16,0 0-16,0 0 15,0 0 16</inkml:trace>
  <inkml:trace contextRef="#ctx0" brushRef="#br0" timeOffset="250514.9149">28249 16162 0,'0'0'15,"-40"0"-15,40 40 47,0 0-31,0 0-16,0 0 16,-40-40-1,40 40-15,0 0 0,0 1 0,0-1 0,0 0 16,-40-40-16,40 40 0</inkml:trace>
  <inkml:trace contextRef="#ctx0" brushRef="#br0" timeOffset="251884.8374">28650 16162 0,'0'-40'31,"0"0"1,40 40-1,0 0 0,1 0-15,-41 40-16,40-40 0,0 0 15,-40 40 1,40-40-16,-40 40 0,0 0 16,0 0-1,0 0-15,-40-40 16,40 40 0,-40-40-16,40 40 15,-40-40-15,80 0 110,0 0-95,0 41-15,-40-1 16,40-40-16,-40 40 15,0 0 1,-40-40-16,40 40 16,-40-40-16,0 0 15,40 40-15,-40-40 0,-1 0 16,1 0-16,0 0 16,0 0-1,0 0 1,40-40-16</inkml:trace>
  <inkml:trace contextRef="#ctx0" brushRef="#br0" timeOffset="252294.736">29212 16242 0,'0'40'47,"0"0"-31,0 0-16,0 0 15,0 1-15,0-1 16,0 0-1,-40-40-15,0 0 32,0 0-32,0 0 31,40-40-31,0 0 0,0-1 16,0 1-1,40 0 1,0 40-1,0 0 1</inkml:trace>
  <inkml:trace contextRef="#ctx0" brushRef="#br0" timeOffset="252694.7158">29613 16082 0,'-40'0'31,"0"0"-15,0 40-1,0 0 17,40 40-17,0 0 1,0-40-16,0 0 15,0 1-15,40-41 16,0 0 0,0 0-16</inkml:trace>
  <inkml:trace contextRef="#ctx0" brushRef="#br0" timeOffset="253034.7301">29814 16162 0,'0'0'0,"40"0"63,-40 40-63,40-40 0,-40 40 15,0 0-15,0 0 16,-40 0-1,40 0 1,-40-40 0,0 0-1,40 41 1,0-82 0,-40 41-16,40-40 15,0 0-15,0 0 16,40 40-1,-40-40-15,40 40 16,-40-40-16</inkml:trace>
  <inkml:trace contextRef="#ctx0" brushRef="#br0" timeOffset="253864.7201">30135 16122 0,'0'40'156,"-40"-40"-140,40 40-16,-40-40 0,40 40 0,0 0 31,0 0-31,40 0 31,0-40-15,-40 40-16,0 1 31,0-1-31,-40-40 16,0 40-1,0-40-15,-1 0 32,1 0-32,0 0 15</inkml:trace>
  <inkml:trace contextRef="#ctx0" brushRef="#br0" timeOffset="254634.6121">30376 16122 0,'-40'0'16,"80"0"47,-40 80-32,0-40-31,0 0 15,-40-40 1,40 40-16,0 0 0,0 0 16,0 1-1,40-41 1,0 0 0,0 0-16,0 0 15,-40-41-15,40 41 0,0 0 31,-40-40-31,0 0 0,0 80 63,0 0-63,40-40 31,-40 41-31,41-41 0,-1 0 16,0 0-1,-40-41 1,40 41-16,-40-40 0,0 0 16,40 40-1,-40-40-15,0 0 0,0 0 16,0 0 0,0 0-16,0 0 15,0 0 1</inkml:trace>
  <inkml:trace contextRef="#ctx0" brushRef="#br0" timeOffset="258494.376">31218 16082 0,'0'0'0,"-40"0"78,0 0-62,0 0 15,40 40-15,-40-40-1,80 0 32,0 0-31,0 0-1,0 0-15,0 0 16,1 0 0,-1 0-16,-40-40 15,40 40-15,0 0 16,0 0 0,0 0-1,0 0 1</inkml:trace>
  <inkml:trace contextRef="#ctx0" brushRef="#br0" timeOffset="258884.428">31339 15881 0,'-40'0'0,"40"40"31,-41-40-15,41 40 31,0 0-32,0 1-15,0-1 16,0 0 0,0 0-16,-40 0 0,40 0 0,0 0 15,0 0-15,0 0 0,0 0 16</inkml:trace>
  <inkml:trace contextRef="#ctx0" brushRef="#br0" timeOffset="259524.3909">31579 15881 0,'0'0'16,"41"0"62,-1 0-78,0 40 16,0-40-1,-40 40-15,0 0 16,0 1-16,0-1 15,0 0 1,-40-40-16,40 40 0,-40-40 16,40 40-16,-40-40 15,-1 0-15,41 40 16,0-80 15,41 40-15,-41-40-1,40 40 17,0 0-32,-40 40 15,0 0-15,40-40 16,-40 40-16,40-40 0,-40 40 0,0 0 16,40 0-16,-40 1 15,40-41 1,0 0-16,1 0 15</inkml:trace>
  <inkml:trace contextRef="#ctx0" brushRef="#br0" timeOffset="260254.2854">32502 15801 0,'-40'0'47,"0"0"-31,0 0-1,0 0-15,0 0 0,40 40 16,-40-40 0,-1 0-16,1 0 15,0 0-15,0 0 31,40 40 48,0 0-48,0 0-16,0 0 1,0 1 0,0-1-1,40-40-15,0 0 16,-40 40 0,40-40-1,1 40 1,-1-40-1,-40 40 1,0 0 0,-40-40-16,40 40 15,-41-40-15,1 0 16,0 0-16,0 40 0,0-40 16,0 0-16,0 0 15,40-40 1</inkml:trace>
  <inkml:trace contextRef="#ctx0" brushRef="#br0" timeOffset="260754.3213">32422 16001 0,'-40'0'16,"40"41"31,0-1-32,-40-40-15,40 40 0,0 0 16,0 0 0,0 0-16,0 0 15,40-40-15,-40 40 31,0 0 16,-40-40-31,40 40-16,-40-40 0,0 0 16,-1 0-1</inkml:trace>
  <inkml:trace contextRef="#ctx0" brushRef="#br0" timeOffset="261004.305">32663 16042 0,'0'0'0,"-40"0"15,40 40 17,0 0-32,0 0 15,0 0-15,-40 0 16,-1 0-16,41 0 0,-40 0 16,40 0-16,-40-40 15,40 41 1</inkml:trace>
  <inkml:trace contextRef="#ctx0" brushRef="#br0" timeOffset="261174.299">32623 16001 0,'-40'-40'16,"40"0"0</inkml:trace>
  <inkml:trace contextRef="#ctx0" brushRef="#br0" timeOffset="261714.2701">32783 15961 0,'0'40'46,"40"-40"-46,1 0 16,-41 41 0,0-1-1,0 0 1,0 0-16,-41-40 0,41 40 16,-40 0-16,40 0 15,40-40 32,-40-40-31,41 40-16,-41-40 15,40 40-15,-40-40 0,0 0 16,40 40-16,-40 40 31,0 0-15,0 0-1,-40 0-15,40 0 16,-40 0 0,40 0-16,0 1 15,-41-41-15</inkml:trace>
  <inkml:trace contextRef="#ctx0" brushRef="#br0" timeOffset="262194.1615">33144 15681 0,'0'0'0,"0"-41"16,41 41 0,-41 41-1,0-1 1,40-40 0,-40 40-1,0 40 1,-40-80-1,-41 40 1,81 0 15,40-40-15,1 0 0,-1 0-1,0 0-15,0-40 31,0 40-15,0 0 0,0 0-16</inkml:trace>
  <inkml:trace contextRef="#ctx0" brushRef="#br0" timeOffset="262824.1983">33265 16162 0,'0'40'94,"0"0"-94,-40-40 0,40 40 15,0 0-15,-40 0 0,40 0 16,0 1-16,0-1 31,40-40-31,0 0 16,-40-40 0,40 40-16,0-41 0,0 1 15,0 40-15,-40-40 16,0 80 15,0 0-15,0 1-1,0-1 1,40-40 0,-40-40-16,41 40 0,-1 0 15,0-41-15,0 1 16,0 40-16,0-40 0,0 0 15,0 0 1,-40 0-16,-40 40 31,0 0-31,-40 0 0,40 0 16</inkml:trace>
  <inkml:trace contextRef="#ctx0" brushRef="#br0" timeOffset="264604.0956">30015 15400 0,'-41'0'15,"41"40"-15,0 0 16,41-40 46,-1 0 1,0 0-63,0 0 31,0 0-15,-40-40-16,40 40 15,0 0-15,0 0 16,1 0-16,-1 0 16,0-40-16,0 40 15,0 0-15,0 0 0,0 0 16,0-40-16,1 40 16,-1 0-16,0 0 0,0 0 15,0 0-15,0 0 0,0 0 16,0 0-1,1 0-15,-1-40 0,0 40 0,0 0 16,0 0-16,0 0 16,0 0-16,0 0 0,1 0 0,-1 0 0,0 0 15,0-40-15,0 40 16,0 0-16,0 0 0,0 0 0,1 0 16,-1 0-16,0 0 0,0-41 15,0 41-15,0 0 16,0 0-16,0 0 0,1 0 15,-1 0 1,-40-40-16,40 40 0,0 0 0,0 0 16,0 0-16,0 0 15,0 0-15,1 0 0,-1 0 0,0 0 16,0 0 0,0 0-16,0 0 0,0 40 15,0-40-15,1 0 16,-1 0-16,0 0 15,0 0-15,0 0 0,0 0 0,0 0 16,1 0 0,-1 0-16,0 0 0,0 0 15,0 0 1,0 0 0,0 0 15,0 0-16,1 0 1,-41-40-16,-41 40 63</inkml:trace>
  <inkml:trace contextRef="#ctx0" brushRef="#br0" timeOffset="268203.8286">22792 17566 0,'0'-41'62,"40"41"-62,0 0 63,0 0 109,0 0 62,-40-40-234,40 40 47,1 0 16,-1 0-48,0 0 1,0 0-16,0 0 15,0 0 1,-40-40-16,40 40 0,0 0 31,1 0-15,-1 0 0,0 0-16,0 0 15,0 0-15,0 0 0,0 0 16,0 0-1,1 0-15,-1 0 0,0 0 16,0 0 0,0 0-16,0 0 15,0 0-15,0 0 16,1 0-16,-1 0 0,0 0 16,0 0-16,0 0 0,0 0 15,0 0-15,0 0 16,1 0-16,-1 0 15,0 0 1,0 0-16,-40 40 0,40-40 16,0 0-1,0 0-15,0 0 0,1 0 16,-1 0 0,0 0-16,0 0 0,0 0 15,0 0-15,0 0 16,0 0-1,1 0-15,-1 0 0,0 0 0,0 40 16,0-40-16,0 0 16,0 0-16,0 0 0,1 0 0,-1 0 0,0 0 15,0 0 1,0 0-16,0 0 0,-40-40 0,40 40 16,1 0-16,-1 0 0,0 0 15,0 0 1,0 0-16,0 0 15,0-40 1,0 40-16,1 0 0,-1 0 0,0 0 16,0 0-16,0 0 15,0 0-15,0 0 0,0 0 16,1 0 0,-1 0-16,0 0 0,0 0 0,0 0 15,0 0-15,0 0 0,0 0 0,1 0 16,-1 0-16,0-40 15,0 40-15,0 0 0,0 0 16,0 0 0,0 0-16,1-40 0,-1 40 15,0 0-15,0 0 16,0 0-16,0 0 16,0 0-16,0 0 0,1 0 15,-1 0 1,0 0-16,0 0 15,0 0-15,0 0 16,0 0-16,0 0 0,1 0 0,-1 0 16,0 0-16,0 0 15,0 0-15,0 0 16,0 0 0,0 0-1,1 0-15,-1 0 16,0 0-16,0 0 15,0 0-15,0 0 0,0 0 16,0 0-16,1 0 16,-1 0-16,0 0 0,0 0 15,0 0 1,0-40-16,0 40 16,0 0-16,1 0 0,-1 0 0,0-40 0,0 40 15,0 0-15,0 0 0,40 0 16,-39 0-16,-1 0 0,0 0 0,0 0 0,0 0 15,0 0-15,0 0 16,1 0-16,-1 40 0,0-40 0,0 0 16,0 0-1,-40-40 1,40 40-16,0 0 16,0-40-16,1 40 15,-1 0-15,0 0 0,0 0 0,0 0 16,0 0-16,0 0 0,0 0 15,1 0-15,-1 0 0,0 0 16,0 0 0,0 0-1,0 0-15,0 0 16,0 0-16,1 0 0,-1 0 16,0 0-16,0 0 0,-40 40 15,40-40-15,0 0 16,0 0-16,-40 40 0,40-40 15,1 0-15,-1 0 16,0 0-16,0 0 16,0 0-1,0 0-15,0 0 0,0 0 16,1 0-16,-1 0 16,0 0-1,0 0-15,0 0 16,0 0-1,0 0-15,0 0 16,1 0-16,-1 0 16,0 0-16,0 0 0,0 0 15,0 0-15,0 0 16,0 0-16,1 0 16,-1 0-16,0 0 15,0 0-15,0 0 16,0 0-16,0 0 0,0 0 15,1 0 1,-1 0-16,0 0 0,0 0 0,0 0 16,0 0-16,0 0 15,0 0-15,1 0 16,-1 0 0,0 0-16,0 0 15,0 0-15,0 0 0,0 0 16,0 0-16,-40 40 15,41-40-15,-1 0 0,0 0 16,0 0-16,0 0 16,0 0-16,0 0 15,0 0 1,1 0-16,-1 0 0,0 0 16,0 0-16,0 0 15,-40 40 1,40-40-16,0 0 0,-40 40 31,41-40-31,-1 0 47,-40-40 15,-40 40-46,-1 0 31,41-40-47</inkml:trace>
  <inkml:trace contextRef="#ctx0" brushRef="#br0" timeOffset="302781.8754">21829 18408 0,'40'0'16,"0"0"-16,0 0 15,0 0 1,0-40-16,1 40 0,-41 40 31,0 0 0,40-40-31,-40 40 0,0 0 0,40-40 16,-40 40-16,0 0 16,40-40-16,-40 40 0,0 0 15,40-40-15,0 0 16,-40 41 0,40-41-16,0-41 15,-40 1 1,41 0-16,-41 0 15,0 0 1,0 0-16,0 0 0,0 0 16,0 0-16,0 0 15,0-1-15,0 1 16,0 0-16,40 0 16,-40 0-1,0 0-15,0 0 0,0 0 16,0 0-1,0-1-15,0 1 32,0 0-17,-40 40 1,40-40 0,40 40 187,0 0-203,0 0 15,0 0 17,0 0-32,0 0 15,0 0 1,1 0-16,-1 0 15,0 0 1,0 0-16,0 0 16,0 0-16,0 0 15,0 0-15,1 0 16,-1 0-16,0 0 31,0 0-15,0 0-1,0 0-15,0 0 16,0 0 0,1 0-16,-1 0 0,0 0 15,0 0-15,0 0 0,0 0 16,-40-40-16,40 40 0,0 0 16,1 0-1,-1 0 1,0 0-16,0 0 15,0 0 1,0 0-16,0 0 16,0 0 15,1 0-15,-1 0-16,0 0 15,0 0-15,0 0 16,0 0-1,0 0-15,0 0 47,1 0-15,-1 0-32,0 0 15,0 0 1,0 0-16,0 0 0,0 0 15,0 0 1,1 0-16,-1 0 16,-40-40-16,40 40 15,0 0 1,0 0 15,0 0 0,0 0-31,0 0 16,1 0-16,-1 0 31,0 0-31,0 0 16,0 0 0,0 0-16,0 0 31,0 0-31,1 0 15</inkml:trace>
  <inkml:trace contextRef="#ctx0" brushRef="#br0" timeOffset="304981.7493">25360 17766 0,'-40'-40'16,"0"40"15,40 40 0,40-40 63,0 0-78,0 0-1,0 0-15,0 0 16,0 0-16,1 0 0,-1 0 15,0 0-15,0 0 0,0 0 0,0 0 0,0 0 16,0 0-16,1 0 0,-1 0 0,0 0 16,0 0-1,0 0-15,0 0 0,0 0 0,0 0 0,1 0 16,39 40-16,-40-40 16,0 0-16,0 0 0,0 0 0,0 0 0,1 40 15,39-40-15,-40 0 16,0 0-16,0 0 0,0 0 0,41 0 0,-41 0 15,0 0-15,40 0 0,-40 0 16,0 0-16,0 0 0,41 0 0,-41 0 0,0 0 16,0-40-16,0 40 0,0 0 0,0 0 0,1 0 15,-1 0-15,0 0 16,0 0-16,0 0 0,0 0 0,0 0 16,0 0-16,1 0 0,-1 0 15,0 0-15,0 0 0,0 0 16,0 0-16,0 0 15,0 0-15,1 0 0,-1 0 0,0 0 16,0 0-16,0 0 0,0 0 16,0 0-16,0 0 15,1 0-15,-1 0 0,0 0 0,-40-40 0,40 40 16,0 0-16,0 0 16,0 0-16,0 0 0,1 0 0,-1 0 0,0 0 15,0 0-15,0-40 16,0 40-16,0 0 0,1 0 15,-1 0 1,0 0-16,0 0 0,0 0 16,0 0-16,0 0 15,0 0 1,-40-40-16,41 40 0,-1 0 31,0 0-31,-40-40 0,40 40 16,0 0-16,0 0 15,0 0-15,0 0 16,1 0-16,-1-40 0,0 40 16,0 0-1,0 0-15,0 0 0,0 0 16,-40-40-16,40 40 16,1 0-16,-1 0 0,0 0 31,0 0-31,0 0 0,0 0 15,0 0-15,0 0 16,1 0-16,-1 0 0,0 0 0,0 0 0,40 0 16,-40 0-16,0 0 0,1 0 0,-1 0 0,0 0 15,0 0-15,0 0 16,0 0-16,0 0 0,0 0 16,1 0-1,-1 0-15,0 0 0,0 0 16,0 0-1,0 0-15,0 0 0,0 0 0,1 0 16,-1 0-16,0 0 0,0 0 0,0 0 16,0 0-16,0 0 0,0 0 15,1 0-15,-1 40 0,0-40 0,0 0 16,0 0-16,0 0 16,0 0-16,0 0 0,1 0 15,-1 0-15</inkml:trace>
  <inkml:trace contextRef="#ctx0" brushRef="#br0" timeOffset="308541.4846">23153 18207 0,'-40'0'219,"40"40"-141,0 0-78,0 1 0,0-1 16,-40 0 0,40 0-16,0 0 0,0 0 15,0 0 1,0 0-16,0 0 31</inkml:trace>
  <inkml:trace contextRef="#ctx0" brushRef="#br0" timeOffset="309461.4904">23594 18368 0,'-40'40'78,"80"-40"47,0 0-125,1 0 16,-1 0-16,0 0 0,0 0 15,0 0 1,0 0-16,0 0 0,0 0 16,1 0-16,-1 0 15,0 0 1,-40-40 46</inkml:trace>
  <inkml:trace contextRef="#ctx0" brushRef="#br0" timeOffset="310031.3947">23875 18207 0,'0'40'109,"0"0"-62,0 1-47,0-1 16,0 0 0,0 0-16,0 0 15,40 0 1,-40 0-16,0 0 31,0 0-31,40-40 0</inkml:trace>
  <inkml:trace contextRef="#ctx0" brushRef="#br0" timeOffset="310911.4034">24276 18207 0,'41'0'63,"-1"0"-48,0 0 32,0 0-31,0 40-16,-40 0 31,0 1-31,-40-1 31,0-40-31,0 40 16,40 0-1,40-40 64,0 0-79,0 0 15,0 0 1,-40 40-1,0 0 1,-40-40 0,0 0-16,40 40 0,-40-40 15,0 0 1,0 0-16,40 40 0,-41-40 0,1 0 16,0 0-1,0 0-15</inkml:trace>
  <inkml:trace contextRef="#ctx0" brushRef="#br0" timeOffset="311461.3734">24999 18167 0,'-40'0'32,"40"40"-1,-41-40-15,41 40-16,-40 0 31,40 1-31,-40-1 0,40 0 15,0 0 1,0 0-16,40-40 16,0 0-16,-40 40 0,41-40 15,-1 0 1,0 0-16,0 0 16,-80 0 30,40-40-46,-40 40 0,0 0 16,-1 0-16,1 0 16,0 0-16,0 0 15</inkml:trace>
  <inkml:trace contextRef="#ctx0" brushRef="#br0" timeOffset="311981.284">25480 18207 0,'-40'0'15,"0"0"32,40 40-31,-40-40-16,40 40 15,-40-40-15,40 41 0,0-1 0,0 0 16,0 0-16,0 0 0,0 0 16,40-40-1,-40 40-15,40 0 16,0-40 0,0 0-16</inkml:trace>
  <inkml:trace contextRef="#ctx0" brushRef="#br0" timeOffset="312311.2511">25801 18328 0,'40'0'31,"1"0"0,-41 40-31,0 0 0,40-40 16,-40 40-16,0 0 16,-40-40-1,-1 0-15,1 40 0,0-40 16,0 0 0,0 0-16,0 0 0,40-40 31,0 0-16,0 0-15,40 40 16,-40-40-16,40 40 16,0 0-16,-40-40 0,40 40 0</inkml:trace>
  <inkml:trace contextRef="#ctx0" brushRef="#br0" timeOffset="312931.2864">26283 18247 0,'-40'0'31,"0"0"-31,40 40 31,0 1-15,40-1-1,-40 0 1,0 0 0,40-40-16,-40 40 15,0 0-15,-40-40 16,40 40-16,-40-40 15,-1 40-15,1-40 16,0 0-16</inkml:trace>
  <inkml:trace contextRef="#ctx0" brushRef="#br0" timeOffset="313291.1901">26403 18087 0,'0'0'0,"40"0"16,0 0-1,1 0 1,-1 80-1,-40 0 1,-40-40-16,-1 1 31,41-1-31,-40-40 0,40 40 16,-40-40-16,80-40 31,41 40-15,-41 0-16,0 0 0,0-40 15,0 40-15,-40-41 0,40 41 0,0 0 0,0 0 16,-40-40-16</inkml:trace>
  <inkml:trace contextRef="#ctx0" brushRef="#br0" timeOffset="313931.1516">26925 18247 0,'0'0'15,"0"40"48,0 1-32,0-1-31,0 0 0,0 0 16,0 0-1,80-40 16,-40 0-15,0 0-16,0-40 0,1 0 16,-1 40-1,-40 40 17,0 0-17,0 0 1,0 0-16,0 0 15,40 0 1,0-40-16,0 0 16,0-40-16,0 0 0,0 0 15,-40 0 1,41 0-16,-41 0 0,40 0 16,-40 0-16,0-1 15,0 1-15,0 0 31,-40 40-15,-1 0 0,1 0-16</inkml:trace>
  <inkml:trace contextRef="#ctx0" brushRef="#br0" timeOffset="314671.1876">27687 18408 0,'0'0'0,"40"0"141,0 0-141,41 0 15,-41 0 1,0 0-16,0 0 0,0 0 0,0 0 15,0 0-15,1 0 0,-1-40 32,0 40-32,0 0 31,-120 0 0,40 0-31,-1 0 0,1 0 16,0 0-16,0 0 15,0 0-15,0 0 0,0 0 0,0 0 16</inkml:trace>
  <inkml:trace contextRef="#ctx0" brushRef="#br0" timeOffset="315961.1095">28490 18167 0,'0'40'94,"0"0"-94,-40-40 0,40 40 16,0 1-1,-41-41-15,41 40 0,0 0 0,0 0 16,0 0-16,0 0 0,0 0 16,0 0-1,0 0-15</inkml:trace>
  <inkml:trace contextRef="#ctx0" brushRef="#br0" timeOffset="316451.0812">28650 18207 0,'0'-40'16,"0"0"-1,40 40-15,0 0 16,1 0 15,79 40-15,-80-40 0,-40 80-1,0 1 1,-40-81-16,40 40 15,-40 40 1,0-80-16,0 40 16,-1-40-16,1 0 31,80 0 0,1 0-15,-1 0-1,0 0-15,0 0 0,0 0 16,0 0-16,0 0 0,1 0 16,-1 0-1,0 0-15</inkml:trace>
  <inkml:trace contextRef="#ctx0" brushRef="#br0" timeOffset="316830.9834">29332 18047 0,'0'40'32,"-40"-40"15,40 40-47,-40-40 0,40 40 0,-40 0 15,40 0 1,0 0-16,0 1 15,0-1-15,40-40 16,-40 40 0,40-40-16,0 0 15,1 0 1,-41-40-16</inkml:trace>
  <inkml:trace contextRef="#ctx0" brushRef="#br0" timeOffset="317121.0431">29493 18127 0,'80'0'31,"-160"0"-31,200 80 32,-120-40-32,0 0 0,0 1 15,-80-1 1,0-40-1,40 0 1,0 0 0,40-40 15,0-41-15,40 81-1,0-40-15</inkml:trace>
  <inkml:trace contextRef="#ctx0" brushRef="#br0" timeOffset="317460.966">29814 18127 0,'0'40'47,"0"0"-47,0 0 31,0 0-31,0 1 16,0-1-1,0 0 1,0 0-1,-40-40 1,0 40 0,0-40-1,-1 0-15,1 0 0,0 0 0,0 0 16</inkml:trace>
  <inkml:trace contextRef="#ctx0" brushRef="#br0" timeOffset="318040.9137">30055 18087 0,'0'40'0,"0"0"31,0 0-15,0 0 0,0 0-16,0 1 31,40-41-31,-40 40 15,40-40 1,0 0 0,0 0-1,-40-40-15,40 40 16,-40-41-16,40 41 0,-40 41 47,0-1-32,41 0 1,-1-40 0,0 0-1,0 0-15,0 0 0,-40-40 0,40 40 0,0 0 16,-40-40 0,0-1-16,40 1 0,-40 0 15,0 0-15,-40 40 31,0 0-31,0 0 32</inkml:trace>
  <inkml:trace contextRef="#ctx0" brushRef="#br0" timeOffset="318630.954">30937 18287 0,'-40'0'0,"40"-40"78,40 40-78,1 0 15,-1 0 1,0 0-16,0 0 0,0 0 0,0-40 16,0 40-16,0 0 15,1 0-15,-1 0 0,0 0 16</inkml:trace>
  <inkml:trace contextRef="#ctx0" brushRef="#br0" timeOffset="318930.9379">31098 18087 0,'-40'0'32,"40"40"30,0 0-62,-40 0 16,40 0-16,0 0 15,0 1-15,0-1 0,0 0 0,0 0 16,0 0-16,40 0 16,0-40-1</inkml:trace>
  <inkml:trace contextRef="#ctx0" brushRef="#br0" timeOffset="319690.8216">31459 18087 0,'0'-40'15,"0"0"1,40 40-16,0 0 16,0 0-16,-40-40 15,41 40 1,-1 0-16,0 0 16,0 0-1,0 0-15,-40 40 16,40-40-16,-40 40 15,0 0-15,0 0 0,-40 0 16,40 0 0,-80-40-16,80 40 15,-40-40-15,80 0 78,0 40-78,0-40 16,-40 41 0,0-1-16,0 0 15,0 0 1,0 0-16,-40-40 31,0 40-31,0-40 0,0 0 31,-1 0-31,1 0 16</inkml:trace>
  <inkml:trace contextRef="#ctx0" brushRef="#br0" timeOffset="320160.8686">32181 17967 0,'0'40'16,"0"-80"-16,-40 80 0,40 0 31,-40-40-31,40 40 0,0 0 16,-40-40-16,40 40 16,0 0-16,0 0 0,-40 0 15,40 1-15,0-1 16,0 0-16,0 0 15,40-40-15,0 0 16,0 0 0,0 0-16,0 0 0,1 0 15,-41-40 1,0 0-16,0 0 16,-41 40-1,1 0-15,0 0 16,0 0-1,0 0-15,0 0 16</inkml:trace>
  <inkml:trace contextRef="#ctx0" brushRef="#br0" timeOffset="320690.7602">32502 18087 0,'-40'0'15,"0"0"1,40 40-1,-40-40-15,40 40 0,0 0 0,-40 0 16,40 0 0,0 1-16,40-41 15,-40 40 1,40-40-16,0 40 0,0 0 16,-40 0 15,-40-40-16,0 0-15,0 0 16,40 40-16,-40-40 0,0 0 16</inkml:trace>
  <inkml:trace contextRef="#ctx0" brushRef="#br0" timeOffset="320950.7847">32743 18167 0,'0'40'31,"0"0"-31,0 41 31,0-1-15,0-40-16,0 0 16,0 0-16</inkml:trace>
  <inkml:trace contextRef="#ctx0" brushRef="#br0" timeOffset="321120.7346">32663 18127 0,'0'-40'0,"0"0"0,0 0 31,40 0-31</inkml:trace>
  <inkml:trace contextRef="#ctx0" brushRef="#br0" timeOffset="321510.7476">32944 18127 0,'0'40'16,"40"-40"-1,-40 40 1,0 0 0,0 0-16,0 1 0,0-1 15,0 0 1,0 0 0,0-80 15,40 40-31,0-40 15,0 0-15,0 40 16,-40-41-16,41 41 0,-41 41 47,0-1-47,0 0 16,0 0-16,0 0 31</inkml:trace>
  <inkml:trace contextRef="#ctx0" brushRef="#br0" timeOffset="321900.7639">33265 17806 0,'0'0'0,"80"-40"31,-40 40-15,40 40 0,-80 40 15,-40 41-16,-40-41 1,40-40 0,80-40 15,40-80-15,1 40-1,-1 0 16,-40 40-31</inkml:trace>
  <inkml:trace contextRef="#ctx0" brushRef="#br0" timeOffset="322400.6605">33506 18247 0,'0'40'63,"0"1"-48,0-1 1,0 0-16,0 0 15,0 0-15,0 0 16,40-40 15,0-40-31,0 40 32,-40-40-32,40 40 0,-40-40 15,40 40-15,-40 40 31,40-40 1,0 0-17,1 0 1,-1 0-16,-40-40 0,40 40 16,-40-40-16,0 0 15,0-1-15,0 1 0,0 0 16,-40 40-16,0 0 15,-41 0 1</inkml:trace>
  <inkml:trace contextRef="#ctx0" brushRef="#br0" timeOffset="323230.6113">31499 17766 0,'40'0'0,"-40"40"31,40-40-16,1 0 32,-41-40-31,40 40-16,0 0 16,0-40-16,0 40 15,0 0-15,0 0 0,0 0 0,1 0 16,-1 0-1,0 0-15,0 0 0,0 0 0,0 0 0,0 0 16,0 0-16,1 0 0,-1 0 0,0 0 16,0 0-1,-40 40-15,40-40 0,0 0 0,0 0 16,0 0 0,1 0-16,-1 0 0,0-40 15</inkml:trace>
  <inkml:trace contextRef="#ctx0" brushRef="#br0" timeOffset="323380.6792">32904 17606 0,'80'40'32,"-40"-40"-17,0 0 1</inkml:trace>
  <inkml:trace contextRef="#ctx0" brushRef="#br0" timeOffset="323560.6666">33265 17606 0,'40'0'16,"0"0"-16,40 0 15,121 0 17,-121 0-32</inkml:trace>
  <inkml:trace contextRef="#ctx0" brushRef="#br0" timeOffset="527158.7546">24999 12071 0,'0'0'0,"-40"0"15,-1 0 1,1 0-1,0 0 1,40 40-16,-40-40 16,0 0-16,40 40 0,-40-40 15,0 40 1,0-40-16,-1 0 0,1 41 16,0-41-16,0 0 0,0 0 0,0 40 15,0-40-15,0 0 16,40 40-16,-41-40 0,1 0 15</inkml:trace>
  <inkml:trace contextRef="#ctx0" brushRef="#br0" timeOffset="527468.8151">24557 11951 0,'0'0'0,"-40"0"16,0 0 0,-40 0-1,40 0-15,-41 40 16,41 0-16,0-40 16,0 40-16,-40 40 31,120-80 0,0 0-31,80 0 31,41 81-15,-81-41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13:21.85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3491 1844 0,'0'-40'15,"-40"0"1,40 80 62,0 0 0,0 0-78,40-40 0,-40 40 0,0 1 16,40-1-16,-40 0 16,0 0-16,0 0 0,40 0 0,-40 0 15,0 0-15,0 0 0,40 1 16,-40-1-16,0 40 0,0-40 0,0 0 0,0 0 15,0 0-15,0 0 0,0 0 0,0 1 16,0-82 31,0-39-47,0 40 16,0 0-16,-40 0 15,40 0-15,0-40 0,0 40 0,0-41 0,-40 1 16,40 40-16,0-40 0,0 0 15,0-1-15,0 41 0,0 0 0,0 0 0,0 0 16,0 0-16,0 0 0,0 0 16,40 40 15,-40 40-15,40-40-16,-40 80 0,41-80 0,-41 40 15,40 0-15,0 40 16,-40-40-16,40 1 0,-40-1 0,40 0 0,-40 0 15,40 0-15,-40 0 0,0 0 0,40-40 0,-40 40 16,0 0-16,0 1 16,40-41-16,-40-41 31,41 41-31,-41-40 0,0 0 16,40 0-16,-40 0 0,40 0 15,-40 0-15,0 0 0,0 0 0,40-41 0,0 41 16,-40 0-16,40 0 15,-40 0-15,40 0 0,-40 0 16,40 40-16,1-40 0,-1 40 16,0 0-1,-40 40-15,40 40 0,-40-40 0,40 0 16,-40 0-16,0 0 16,40 0-16,-40 1 0,0-1 0,0 40 0,0-40 15,40 0-15,-40 0 0,0 0 16,0 0-16,0 41 0,0-41 0,0 0 0,0 0 15,0 0-15,0 0 0,40 0 0,-40 0 16,41-40 0</inkml:trace>
  <inkml:trace contextRef="#ctx0" brushRef="#br0" timeOffset="459.9728">5257 1965 0,'-41'0'15,"1"0"1,0 0 15,0 40-15,40 0-16,0 0 15,-40 0-15,40 0 0,0 0 16,0 0-16,0 0 16,80-40-16,-40 0 15,0 0 1,1-40-16,-41 0 16,40 40-16,-40-40 0,0 0 15,0 0-15,0 0 0,0 0 0,40 40 16,-40-40-16,0-1 15,0 82 1,0-1 0,0 0-1,40 0-15,-40 0 0,0 0 0,40 0 0,-40 0 16,0 0 0,40 1-16,-40-1 0,40-40 0,-40 40 0,40 0 15,1-40 1</inkml:trace>
  <inkml:trace contextRef="#ctx0" brushRef="#br0" timeOffset="979.945">5858 1924 0,'0'-40'0,"-40"40"0,0 0 31,0 81-15,0-41-16,40 40 15,80-80-15,-40 0 16,-40 40-16,40-40 16,1 0-16,-1-80 15,40-41 17,-80 41-17,0 40 1,0 160-1,0 1 1,0-41 0,0 201-1,0-161 1,0-80-16,0 321 16,0-321-16,-80 201 15,80-201-15,-40 80 16,-1-40-16,1 1 15,0-1 1,0-80-16,-40-40 16,40 40-16,40-80 15,0-201 1,160-40 0,-39 120 15,-81 121-31,0 40 0,80-120 15</inkml:trace>
  <inkml:trace contextRef="#ctx0" brushRef="#br0" timeOffset="1419.8415">6781 1965 0,'0'0'0,"-40"0"16,0 0-1,80 40 17,0 80-32,0 0 15,41 81 1,-81-81-1,-40-80 17,40-160-17,40 40 1,80-81 0,-80 121-16,0 0 15,0 0-15,1 40 16,-1 0-1,0 80 1,-40-40-16,0 81 16,0-41-16,-40-40 15,40 40-15,-40-80 0,40 40 0</inkml:trace>
  <inkml:trace contextRef="#ctx0" brushRef="#br0" timeOffset="1609.9103">7544 2085 0,'0'0'0,"0"40"0,-40 40 31,0 121-15,40-41-1,0-120 1,0 0-16,0 0 15,40-40-15</inkml:trace>
  <inkml:trace contextRef="#ctx0" brushRef="#br0" timeOffset="1769.8212">7865 1604 0,'-80'0'15,"160"0"-15,-241 0 0,121 0 32,40-40-32</inkml:trace>
  <inkml:trace contextRef="#ctx0" brushRef="#br0" timeOffset="1999.8838">8346 1523 0,'-40'0'31,"40"41"-31,-40-41 0,40 80 16,0-40-16,-40 0 16,40 0-16,0 0 0,0 0 0,0 40 0,0-39 15,0-1-15,0 40 0,0-40 16,0 0-16,0 40 0,0-40 0,0 1 0,0-1 15,0 0-15,0 0 0,0 0 0,0 0 16</inkml:trace>
  <inkml:trace contextRef="#ctx0" brushRef="#br0" timeOffset="2859.8334">8346 2285 0,'0'0'0,"-40"0"0,120 0 31,-80-40-31,81 40 0,-41-40 0,0 40 0,0 0 16,0 0-16,0-80 0,0 80 16,1-40-16,-1 0 0,0 40 0,-40-40 0,40 40 15,-40-40-15,0-1 16,40 41-16,-40-40 0,0 0 15,40 40-15,-40 40 16,0 41 0,0-41-16,-40 0 0,40 0 0,0 0 0,0 0 15,0 0-15,-40 0 16,40 0-16,0 1 0,0-1 16,40 0-16,0-40 15,0 0-15,0 0 16,1-40-16,-1 40 15,-40-81-15,40 81 0,0-40 0,-40 0 0,40 0 16,-40 0-16,40 40 0,-40-40 0,0 0 0,40 40 16,-40-40-1,40 40-15,-40 80 16,0-40 0,0 0-16,0 0 0,41-40 15,-41 40-15,40-40 16,0 40-16,0-40 0,0 0 0,0 0 15,0 0-15,0 0 0,1 0 0,-1-40 0,40 40 16,-40-40-16,0 40 16,0-40-16,0 0 0,1 40 0,-1-40 0,0 0 15,-40 0-15,40 40 0,-40-40 16,0-1-16,0 1 0,0 0 16,-40 40-1,0 0-15,0 40 16,-1 0-1,41 1-15,-40-1 0,40 0 0,0 0 16,0 0-16,0 0 0,0 0 16,40-40-1,1 0-15,-41-40 16,40 40-16,-40-40 16,0 0-16,0 0 0,40 0 0,-40 0 0,0-1 15,40-39-15,-40 40 16,0 0-16,0-40 0,0 0 0,0 40 0,0-41 15,0 1-15,40 40 0,-40 0 0,0 0 0,40 0 16,-40 0-16,0 80 31,0 0-15,40 40-16,-40-40 0,0 0 0,0 40 0,0 1 16,0-1-16,0-40 0,0 40 15,0 0-15,0-40 0,0 41 0,0-41 0,0 0 16,0 0-16,0 0 15,0 0-15,0 0 0,-40-40 0,40 40 0</inkml:trace>
  <inkml:trace contextRef="#ctx0" brushRef="#br0" timeOffset="3139.8178">10794 1965 0,'0'40'16,"40"-40"-1,40-40-15,-39-1 16,-1 41-16,0-40 16,-40 0-16,40 0 0,0 0 15,-40 0-15,0 0 16,-40 40 0,-40 40-1,40 40-15,40-40 0,-41 0 16,1 0-16,40 1 0,0-1 15,0 0-15,-40 0 0,40 0 0,0 40 0,0-40 16,0 0-16,0 1 0,0-1 0,40-40 16,-40 40-16,40-40 15,1 0-15</inkml:trace>
  <inkml:trace contextRef="#ctx0" brushRef="#br0" timeOffset="3699.7825">12158 1644 0,'0'40'16,"0"-80"-16,-40 120 0,-40-80 0,80 160 31,-40 121-15,40-161-1,0-79-15,-40 119 16,0-120-16,40 0 0,-41-40 16,41-40-1,0-40-15,41-161 32,-1 121-32,0 0 0,40-41 15,-40 81-15,81-121 16,-81 161-16,40 40 15,0 40 17,-80 41-32,0 79 15,0-120-15,0 0 0,0 0 16,-160 121 0,39-121-1,81-40 1,40-40-1,40 40 1,-40 40 0,40-40-1,-40 40-15,81 40 16,-41 0-16,0 1 16,0-1 15,0-80-31</inkml:trace>
  <inkml:trace contextRef="#ctx0" brushRef="#br0" timeOffset="3999.7683">12680 2125 0,'0'0'0,"0"40"0,0 0 16,80-40-1,-40 0-15,41 0 16,-41 0-16,80-40 15,-40-80 1,-80 80 0,-120 0-1,80 40-15,-81 40 32,41 0-32,40-40 0,0 80 15,0-80-15,40 120 16,40-39-16,0-81 15,-40 40-15,161-40 16</inkml:trace>
  <inkml:trace contextRef="#ctx0" brushRef="#br0" timeOffset="4229.7539">13643 1844 0,'0'0'16,"-120"40"-1,79-40-15,41 40 0,-80 41 16,80-41-16,0 40 16,0-40-16,0 0 15,40 81 1,-40-81-16,0 0 16,0 0-16,0 0 0,-80-40 31,0 0-16,40-40-15</inkml:trace>
  <inkml:trace contextRef="#ctx0" brushRef="#br0" timeOffset="4669.6595">14084 2005 0,'0'0'16,"-40"120"-1,0 40 1,0-79 0,40-41-16,0 120 15,0-120-15,-40 0 0,40 41 32,0-41-32,0-80 31,0-1-31,0-79 15,0 40-15,0-121 32,0 161-32,40 0 0,-40-80 15,40 120-15,0-80 16,-40 40-16,80-1 16,1 1-1,-41 80 1,0 121-1,-40-121-15,-40 120 16,-81-79-16,81-41 31,0-40-31,-40 0 16,40 0-16,40-40 0</inkml:trace>
  <inkml:trace contextRef="#ctx0" brushRef="#br0" timeOffset="4929.6784">14646 1924 0,'40'81'15,"-80"-162"-15,120 202 16,-80-81-16,0 40 16,0-40-16,-40 40 15,-40-39-15,80-1 16,-40-40-1,0 0-15,-41-81 16,81 41 0,0 0-16,0 0 15,41 40-15,79-120 16,41-1 0</inkml:trace>
  <inkml:trace contextRef="#ctx0" brushRef="#br0" timeOffset="5209.6961">14967 1844 0,'40'40'0,"-40"0"16,0 1 0,0-1-16,0 0 0,-40 0 15,40 0-15,0 0 16,0 0-16,-40 0 0,40 0 16,40-40 15,-40-40-16,40 40-15,0-40 0,1 40 0,-1-40 0,0 40 16,-40-40-16,40 40 0,0 0 0,0 0 16,0 0-1,-40 40-15,40-40 0,-40 40 0,0 0 16,0 0-16,0 1 16,0-1-16,-40-40 0</inkml:trace>
  <inkml:trace contextRef="#ctx0" brushRef="#br0" timeOffset="5679.6701">16091 1764 0,'0'0'16,"-40"80"-1,-81 81 1,121 39-1,0-39 1,0-121 0,-40 0-16,0 0 15,0-40-15,-40-40 32,80 0-32,40-121 31,200 41-16,-159 120-15,39-40 32,-80 40-32,0 0 0,0-40 0,41 0 31,-1-81-15,-40 41-1,-40 40 1,-80 40-1,80 80-15,-40-40 16,40 0-16,-40 121 16,40-121-1,0 0-15,0 80 16,40-120-16,80 41 16,-80-41-16</inkml:trace>
  <inkml:trace contextRef="#ctx0" brushRef="#br0" timeOffset="5869.5864">17174 2085 0,'0'0'16,"0"-40"-1,201 0 1,-1-41-1,-39 81 1</inkml:trace>
  <inkml:trace contextRef="#ctx0" brushRef="#br0" timeOffset="6029.6485">17495 2406 0,'0'0'16,"0"40"-16,40-40 0,81-40 15,-81 40-15,241-80 32,-201 39-32,-40 41 0,40-40 0,41 40 0</inkml:trace>
  <inkml:trace contextRef="#ctx0" brushRef="#br0" timeOffset="9909.4238">19060 4371 0,'0'0'0,"-40"0"0,0 0 0,40-40 16,-40 40-1,120 0 17,-40 0-17,0 0-15,0 0 16,0 40-16,1-40 0,-1 40 0,0-40 0,-40 40 15,40-40-15,0 0 0,-40 40 0,40-40 16,-40 40 0,40-40 15,-40-40-31,0 0 0,0 0 16,0 0-16,0 0 15,0 0-15,40 0 0,-40-1 0,0-39 0,0 0 16,0 40-16,0-40 0,0 0 0,41-1 0,-41-39 15,0 40-15,0-41 0,0 1 16,0 40-16,0-40 0,0-1 0,-41 41 0,41 0 16,0-40-16,-40 39 15,40 41-15,-40-40 0,40 40 0,0-40 0,-40 40 16,40-41-16,0 41 0,0 0 16,0 0-16,0-40 0,0 40 0,-40 0 0,40-41 15,0 41-15,0 0 16,0-40-16,0 40 0,0 0 0,0 0 0,0 0 15,0 0-15,0-1 0,0 1 0,-40 0 0,40 0 16,0 0 0,0 0 15,0 0 0,0 0-31,0 0 16,40 40 109,0 0-125,0 0 15,0 0-15,0 0 0,1 0 16,-1 0 0,0 0-16,0 0 0,0-41 0,0 41 15,40 0-15,-39-40 0,-1 40 16,40 0-16,-40 0 0,40-40 0,-40 40 0,41 0 16,-1 0-16,0 0 15,41 0-15,-41 0 0,0-40 0,40 40 0,1 0 16,-1 0-16,1 0 0,39-40 0,1 40 0,-1 0 15,1-40-15,-1 40 0,1 0 16,39 0-16,-79 0 0,39 0 0,1 0 0,-41-40 16,41 40-16,-41 0 15,0 0-15,1 0 0,-1 0 0,0 0 0,1 0 16,-1 0-16,41 0 0,-41 0 16,0 0-16,41 0 0,-41-40 0,41 40 0,-1 0 15,-39 0-15,39 0 16,-39 0-16,39 0 0,-39 0 0,-1 0 0,0 0 15,1 0-15,-1 0 0,0 0 0,-39 0 0,-1 0 16,40 0-16,-39 0 0,-1 0 16,0 0-16,0 0 0,1 40 0,-41-40 0,40 0 15,0 0-15,0 0 16,-39 0-16,39 0 0,0 0 0,-40 0 0,40 0 16,-39 0-16,-1 0 0,40 0 15,-40 0-15,0 0 0,0 0 0,0 0 0,1-40 16,-1 40-16,0 0 0,-80 0 62,-41 0-62,41 0 16</inkml:trace>
  <inkml:trace contextRef="#ctx0" brushRef="#br0" timeOffset="30288.2398">20384 1724 0,'0'0'0,"-40"0"16,0 0 0,40-40-16,0 0 31,40 0-15,0 40-1,-40-40-15,40 40 0,0 0 0,1 0 16,-1-41-1,0 41-15,0 0 0,0 0 16,0 0-16,-40 41 16,40-41-16,-40 40 0,0 0 0,0 0 15,0 0 1,0 0-16,0 0 0,-40 0 0,40 0 16,-40 0-16,40 1 0,-40-1 0,0 0 15,40 0-15,-40-40 0,40 40 16,-40-40-16,80-40 31,40 40-15,-80-40-1,40 40-15,0 0 0,0 0 0,0 0 32,-40 40-32,0 0 0,0 0 15,0 0-15,0 0 0,-40-40 0,40 40 16,-40 1-16,0-1 15,0 0-15,0 0 0,0-40 0,0 40 16,-1-40 0,1 0-16,0 0 15,0 0-15,40-40 16,0 0-16</inkml:trace>
  <inkml:trace contextRef="#ctx0" brushRef="#br0" timeOffset="30668.1443">21628 1564 0,'0'0'15,"-40"0"16,40 40-31,-80 80 32,-81 40-17,81 1 1,40-121 0,120-40-1,0-40 1,201-40 15,-120 39-15,-41 1-1</inkml:trace>
  <inkml:trace contextRef="#ctx0" brushRef="#br0" timeOffset="30898.1646">21789 1684 0,'0'0'0,"-41"0"0,41-40 0,-40 40 0,0 0 15,0 0 1,40 40 0,0 0-1,0 0 1,0 0-16,0 0 0,0 0 0,0 0 0,0 1 15,0 39-15,0-40 0,-40 0 16,40 0-16,0 0 0,-40 0 0,40 0 16,0 1-1,0-1-15,-40-40 0</inkml:trace>
  <inkml:trace contextRef="#ctx0" brushRef="#br0" timeOffset="31188.1874">22431 2005 0,'-40'0'15,"80"0"-15,-80-40 16,120 40-16,40-41 31,81 41-15,-121 0-1,81 0 1,-81 0 0,-40 0-16</inkml:trace>
  <inkml:trace contextRef="#ctx0" brushRef="#br0" timeOffset="31458.1706">22832 1684 0,'0'0'0,"-80"40"31,40-40-16,-1 40 1,41 0 0,0 161-1,0-41 17,-40 1-17,40-121-15</inkml:trace>
  <inkml:trace contextRef="#ctx0" brushRef="#br0" timeOffset="34977.8906">24116 1684 0,'0'-40'78,"40"0"-47,0 40-31,0 0 0,0 0 16,1 0-16,-1 0 15,0 0-15,0 0 0,0 0 0,0 0 16,-40 80 0,40-80-16,-40 40 0,0 0 15,0 0-15,0 0 0,0 0 0,-40 0 16,0 1-16,40-1 15,-40 0-15,0 0 0,0-40 0,40 40 16,-40-40-16,40 40 16,-41-40-16,82 0 31,-41-40-31,80 40 0,-40-40 16,0 40-16,0 0 0,0 0 15,-40-40 1,40 40-16,1 40 0,-41 0 15,0 0 1,0 0-16,0 0 0,-41-40 0,41 40 16,-40-40-16,40 41 15,-40-41-15,40 40 0,-40-40 0,0 40 0,0-40 16,0 0-16,0 40 16,-1-40-16,1 0 0,0 0 15,0 0-15,0-40 16,40 0-1,0 0-15</inkml:trace>
  <inkml:trace contextRef="#ctx0" brushRef="#br0" timeOffset="35387.9421">25079 1684 0,'0'0'0,"40"0"15,40 40 1,-80 40 0,40 0-1,-40-40-15,0 1 0,0-1 0,-40 0 31,-80 40-15,80-80 0,-81 0-1,41-80 1,40 0 0,40-81-1,80 81 1,-40 80-1,1-40-15,79 40 16,-80 0-16,0-40 16</inkml:trace>
  <inkml:trace contextRef="#ctx0" brushRef="#br0" timeOffset="35717.9232">25922 1564 0,'0'-41'31,"-40"41"-15,-41 0-1,-39 81 1,80 39 15,0-80-31,40 40 0,0-40 0,0 81 31,0-81-31,40 0 0,40 0 32,-40-40-32,0 0 15,0 0-15,41 0 0,-81-40 0,80-40 16</inkml:trace>
  <inkml:trace contextRef="#ctx0" brushRef="#br0" timeOffset="35997.9076">26283 1724 0,'40'0'15,"-80"0"-15,120 0 16,-40-40 0,40 80-1,1 40 1,-81 40 15,-40-39-15,-81-41-1,41-40 1,0-40 0,40 40-16,40-121 15,0 81 1,0 0-1,40 40-15,80-40 16</inkml:trace>
  <inkml:trace contextRef="#ctx0" brushRef="#br0" timeOffset="36337.8292">27045 1644 0,'-80'0'16,"160"0"-16,-200 0 15,120 40-15,-40 40 32,0 40-17,40-80-15,0 1 0,0-1 0,0 40 31,0 0-15,0-40 0,-41 0-1,1-40 1,-80 40 0,80-40-1,0-80 1</inkml:trace>
  <inkml:trace contextRef="#ctx0" brushRef="#br0" timeOffset="36967.8505">27446 1684 0,'-40'40'0,"40"0"31,0 0-15,0 0-1,0 0 1,0 0-16,-40 1 0,40-1 0,0 0 16,0 0-16,0 0 15,0 0-15,0 0 0,40 0 32,0-40-32,1 0 15,-1-40-15,0 40 0,-40-40 16,40 40-16,-40-40 0,40 0 15,-40 0-15,40 0 0,-40 0 16,0 80 15,0 0-15,40 0-16,0-40 16,-40 40-16,41-40 0,-41 40 0,40-40 31,0 0-31,0 0 0,0 0 15,0-40-15,0 0 16,0 40-16,-40-40 0,0 0 0,41 0 16,-41-1-1,40 1-15,-40 0 0,0 0 0,0 0 16,0 0-16,0 0 0,-40 0 16,-1 40-1,41-40-15,-40 40 0,0 0 0,0 0 16,0 0-1,0 0-15</inkml:trace>
  <inkml:trace contextRef="#ctx0" brushRef="#br0" timeOffset="37967.7348">20264 3047 0,'0'-40'32,"40"40"30,0 0-46,-40 40-16,40-40 0,0 0 15,0 41 1,1-41-16,-1 0 0,40 0 0,-40 0 0,40 0 16,1 0-16,-1 0 0,0 0 0,40-41 0,-39 41 15,39 0-15,0-40 0,1 40 16,-1 0-16,41 0 0,-41 0 0,41 0 0,-1 0 15,1 0-15,-41-40 16,41 40-16,-1 0 0,41 0 0,-41 0 0,41 0 16,-41 0-16,1 0 0,39 40 15,-39-40-15,-1 0 0,1 40 0,-1-40 0,1 0 16,-1 0-16,-39 0 16,39 0-16,-39 0 0,39 0 0,-39 0 0,-1 0 15,41 0-15,-41-40 0,0 40 0,41 0 0,-41 0 16,1 0-16,-1-40 0,40 40 15,-39 0-15,-1 0 0,1 0 0,-1 0 0,-40 0 16,0 0-16,1 0 16,-1 0-16,0 0 0,-40 0 0,0 0 0,41 0 15,-41 0-15,0 0 0,0 0 16,0 0-16,0 0 0,0 0 0,1 0 16,-1 0-1,-80 0 95,-1 0-95,1 0 1,0 0-1,0 0-15</inkml:trace>
  <inkml:trace contextRef="#ctx0" brushRef="#br0" timeOffset="60186.4255">20906 3769 0,'0'0'0,"-40"0"0,0 0 32,-1-40-32,1 40 0,0 0 15,40-40 16,40 40-15,0 0-16,1-40 0,-1 40 16,0 0-16,0 0 0,0 0 15,0 0-15,0 40 0,0-40 16,1 40-16,-41 0 0,0 0 16,0 1-1,-41-1-15,41 0 0,-40 0 16,0 0-1,40 0-15,-40-40 0,40 40 0,-40-40 16,0 0 0,40 40-16,40-40 15,40 0 1,-40 0 0,0 0-16,1 0 15,-41 40 1,40 0-16,-40 1 0,0-1 0,0 0 15,-40-40-15,40 40 16,0 0-16,-81-40 0,81 40 0,-40-40 0,0 40 16,-40-40-16,40 0 15,0 0 1,40-40-16,0 0 16,0 0-1</inkml:trace>
  <inkml:trace contextRef="#ctx0" brushRef="#br0" timeOffset="60666.4725">21628 3729 0,'0'0'15,"0"-40"1,40 0 15,161 40-15,0 0 0,-121 0-1,-40 0 16,-80 0 16,40 40-31,-40-40-16,40 40 16,0 0-16,-40 0 0,40 1 15,-41-1-15,41 0 16,-40 0-16,40 0 0,-40 0 0,40 0 15,0 0-15,-40 0 0,40 0 16,0 1-16,0-1 0,0 0 16,0 0-16,40-40 0,0 0 31,0 0-31,1 0 0</inkml:trace>
  <inkml:trace contextRef="#ctx0" brushRef="#br0" timeOffset="60866.4604">21708 4291 0,'-80'0'15,"160"0"-15,-160-40 32,120 40-32,40-41 0,121 1 31,120-40-16,-241 40-15</inkml:trace>
  <inkml:trace contextRef="#ctx0" brushRef="#br0" timeOffset="64386.1812">23153 4130 0,'40'0'62,"0"0"-46,0 0-16,0 0 0,1 0 0,-1 0 15,0 0-15,0 0 16,40 0-16,-40 0 0,0 0 0,1 0 0,-1 0 16,0 0-16,0 0 0,0 0 0,0-40 0</inkml:trace>
  <inkml:trace contextRef="#ctx0" brushRef="#br0" timeOffset="64666.2008">24276 3850 0,'0'-41'32,"-40"41"-32,40 41 31,0-1-16,0 0-15,0 0 0,0 0 16,0 0-16,0 0 0,0 0 16,40 0-16,-40 0 0,41 1 15,-41-1 1,40 0-16</inkml:trace>
  <inkml:trace contextRef="#ctx0" brushRef="#br0" timeOffset="65066.217">24718 3890 0,'0'-40'16,"0"80"-16,0-161 16,40 121-16,-40-40 0,80 40 31,81 80-16,-41 81 1,-120-41 0,-40-40-1,-121 1 1,81-81 15,40 0-31,40-41 31,40 41-15,121 0 0,-1 81-1,1-41 17,-121-40-32</inkml:trace>
  <inkml:trace contextRef="#ctx0" brushRef="#br0" timeOffset="67316.0856">26283 3850 0,'0'0'0,"-40"0"47,0 0-16,-1 40-31,1 0 16,0-40-16,40 40 15,-40-40-15,0 40 0,40 0 0,-40-40 16,40 40-16,0 0 0,0 0 16,0 0-16,0 1 15,40-41-15,-40 40 0,40-40 0,0 0 16,0 0 0,0 0-16,1 0 0,-1 0 15</inkml:trace>
  <inkml:trace contextRef="#ctx0" brushRef="#br0" timeOffset="67646.0659">26644 3970 0,'0'0'31,"40"0"-15,0 0-1,0 80 1,-40-40-1,0 0 1,0 0 0,-80 0-1,-40-40 17,39-40-32,41 40 31,40-40-31,0 0 15,81 0 1,-41 40 0,80-40-16</inkml:trace>
  <inkml:trace contextRef="#ctx0" brushRef="#br0" timeOffset="68055.9954">27406 3890 0,'-40'-40'16,"0"40"-1,0 40 16,40 0-15,-40-40-16,40 40 0,-40 0 0,40 0 16,0 0-16,0 0 0,0 0 15,0 0-15,0 1 16,0-1-16,0 0 31,40 0-31,-40 0 16,-40 0 31,0-40-47,-1 0 0,1 0 15,0 0-15,0 0 0,0-40 0,0 40 16,40-40-16,-40 40 16,40-40-16</inkml:trace>
  <inkml:trace contextRef="#ctx0" brushRef="#br0" timeOffset="68696.0059">27767 3890 0,'0'0'16,"-40"0"-1,40 40 1,-40 80 0,40-80-1,0 80 1,0-39 15,40-41-15,81-40-1,-1-40 1,-80 40 0,0-81-1,0 41 16,-40 80-15,41-40 0,-1 81-1,40-41 1,-40-40 0,40 0-1,-40-40 1,1-41-1,-41-39 1,0 40 0,-41 40-16,1 0 31,0 0-31,0 40 31</inkml:trace>
  <inkml:trace contextRef="#ctx0" brushRef="#br0" timeOffset="76095.5756">1806 5093 0,'0'-40'16,"0"80"-16,-40-201 16,-1 161-16,41-40 0,-80 40 15,80-40-15,-80 40 16,40 0-16,0 0 16,0 40-1,-1-40 1,1 0-16,0 40 15,0-40-15,-80 121 16,-41-1 0,81-80-1,80 0-15,-120 40 16,120-39-16,-41-1 0,41 0 16,-80 120-1,40-80 1,40 81-1,0-121-15,0 80 16,0-80-16,0 0 0,0 1 16,80 79-1,-40 0 1,1-80 0,-1 0-16,80 0 15,-80 1-15,0-1 0,41-40 31,-41 0-31,0 40 0,0-40 0,80 0 16,1 0 15,-41 0-31,-40 0 0,121-40 32,-121 40-32,0-40 0,40-1 15,-40 1-15,40-40 16,-39 80-16,-41-40 0,80-40 31,-80 40-31,40-161 16,-40 161-16,0 0 0,40-120 15,-40 119-15,0-159 16,0 120-16,0 40 0,0-81 31,0 81-31,0-40 0,0 40 0,-80-80 31,40 39-31,-81-39 16,81 120-16,-80-40 31,80 0-31,0 40 0,-1 0 0,-119 0 32,80 40-17,40-40 1,40 80-16,0-40 0</inkml:trace>
  <inkml:trace contextRef="#ctx0" brushRef="#br0" timeOffset="76575.4999">3692 5534 0,'-40'0'15,"40"40"1,0 0-16,-41 0 0,41 0 16,0 0-16,0 1 15,0-1-15,0 40 0,0-40 0,0 40 0,0-40 16,0 41-16,0-41 0,0 40 16,0-40-16,0 0 0,0 0 0,0 0 0,41 0 15,-41 0-15,0 1 16</inkml:trace>
  <inkml:trace contextRef="#ctx0" brushRef="#br0" timeOffset="76965.5249">3451 5815 0,'0'-40'0,"0"-1"0,0-39 16,40-40 15,0 80-31,0 0 0,41 0 32,-41 40-32,0 0 15,0 0-15,40 80 16,-40-40-16,-40 0 0,40 0 31,-40 0-31,0 0 0,0 0 0,0 1 16,-120 79-1,-81-40 1,121-40 0,-40 0-1</inkml:trace>
  <inkml:trace contextRef="#ctx0" brushRef="#br0" timeOffset="77435.4397">4133 5494 0,'-40'0'16,"80"0"-16,-80 40 31,80 0-15,-40 0-16,40 0 0,0 0 16,-40 0-16,40 1 0,-40-1 15,0 0-15,0 0 0,41 0 0,-41 0 0,0 0 16,0 0-16,0 0 15,0 1-15,0-1 0,0 0 16,0-80 15,0 0-15,40 40-16,-40-41 16,40 41-16,-40-40 0,40 0 0,0 40 15,-40-40-15,40 40 16,0 0-16,-40 40 31,0 0-31,0 0 16,0 1-16,0-1 0,0 0 15,0 0-15,0 0 16,0 0-16,0 0 16</inkml:trace>
  <inkml:trace contextRef="#ctx0" brushRef="#br0" timeOffset="77935.4099">5096 5975 0,'0'0'0,"-40"0"47,40 40-47,-40-40 15,40 40-15,0 0 16,-40-40-16,40 41 0,0-1 0,-40-40 16,40 40-16,0 0 15,0 0 1,40-40 15,0 0-31,-40-40 0,40 0 16,-40 0-1,40 40-15,-40-40 0,0-1 0,0 1 0,40 40 16,-40-40-16,0 0 16,0 0-1,0 80 32,0 0-47,0 0 0,0 0 16,0 1-16,0-1 0,0 0 0,0 0 15,0 0-15,40 0 16,0 0-16,-40 0 0,41-40 16,-41 40-16</inkml:trace>
  <inkml:trace contextRef="#ctx0" brushRef="#br0" timeOffset="78245.3767">6019 5935 0,'-80'0'15,"160"0"-15,-160 40 0,80 0 16,0 0 0,0 0-16,0 1 0,0-1 15,0 0 1,0 0-16,0 0 0,0 0 0,0 0 16,0 0-16,0 0 15,0 0-15,0 1 0,-40-41 31,-1 0-31,1 0 16,40-41-16,-40 41 0,40-40 0</inkml:trace>
  <inkml:trace contextRef="#ctx0" brushRef="#br0" timeOffset="78615.3532">6420 6216 0,'0'0'15,"0"40"1,-40 0 0,160-40-1,-79 0-15,79-40 16,-80 40-16,0-40 0,-40 0 31,40 40-31,-40-40 0,0-1 0,0 1 31,-80 0-15,-40 80 0,-1 121-1,41-41 17,80 40-17,40-119 1,40 39-1,1-40-15</inkml:trace>
  <inkml:trace contextRef="#ctx0" brushRef="#br0" timeOffset="79255.336">8065 6095 0,'-40'0'16,"40"41"-1,-40 39 1,40-40-16,0 0 15,0 0-15,-40 120 16,40-119 0,0-1-16,0 40 15,0-120 1,0 0 0,0 0-1,0-1-15,0 1 0,0-40 0,0 40 16,0 0-16,0-40 0,0 40 15,40 0-15,-40-41 0,40 41 0,-40 0 0,40 0 16,-40 0-16,41 40 0,-1-40 0,0 0 16,0 40-16,0 0 15,0 0-15,0 40 0,0 0 16,-40 0-16,0 0 16,0 0-16,0 0 0,0 0 0,0 1 0,-40-1 15,40 0-15,-80 0 16,40 0-16,0 0 0,0 0 0,0 0 0,-1-40 15,1 40-15,0-40 0,40 40 16,-40-40-16,0-40 16,40 0-16,0 0 15,0 0 1,0 0-16,0 0 0,40 40 16,0 0-1,0 0-15,-40 40 0,40-40 0,-40 40 16,41-40-16,-1 40 15,-40 0-15,40 0 0,0 0 0,0-40 0,-40 41 16,40-41-16,0 40 0,0 0 0,-40 0 16,41-40-16</inkml:trace>
  <inkml:trace contextRef="#ctx0" brushRef="#br0" timeOffset="79635.3119">8948 6577 0,'-40'40'16,"80"-80"-16,0 80 31,0-40-31,41 0 16,79-80-1,-80-41 16,-80 1-15,-120 40 0,80 80-1,0 0-15,-81 40 16,81 0-16,0 0 0,0 0 16,0 0-16,40 0 15,0 0-15,0 81 16,40-81-1,121 40 1,-121-80-16,80 40 16</inkml:trace>
  <inkml:trace contextRef="#ctx0" brushRef="#br0" timeOffset="79915.3532">10032 6336 0,'-81'0'0,"162"0"0,-282-40 16,161 40-16,0 40 31,40 0-31,0 40 32,0-40-32,0 121 15,40-121-15,-40 40 16,0-40-16,0 0 15,0 1-15,-121-1 16,-79-80 0,160-1-1,40 1-15</inkml:trace>
  <inkml:trace contextRef="#ctx0" brushRef="#br0" timeOffset="80135.2831">10593 6496 0,'-40'0'0,"40"41"0,0-1 32,0 0-32,0 80 31,0-80-31,40 121 15,-40-121-15,0 40 0,-40 40 16,40-80-16,-40 0 0</inkml:trace>
  <inkml:trace contextRef="#ctx0" brushRef="#br0" timeOffset="80425.3238">10633 6537 0,'-40'-81'16,"80"162"-16,-120-242 31,80 121-31,121-40 16,-81 80 0,40 0-16,0 40 15,-40 0-15,-40 0 0,0 80 16,0-79-16,-40-1 15,40 0-15,-160 80 16,-41-80 0,121 0 15,80-80-31,0-40 0</inkml:trace>
  <inkml:trace contextRef="#ctx0" brushRef="#br0" timeOffset="80715.2531">11396 6456 0,'40'40'16,"-80"-80"-16,120 201 16,-80-121-16,0 0 15,0 0 1,-40 0-1,0-40-15,-40 0 16,40 0-16,-1 0 16,1-40-1,40 0 1,0 0-16,-40-40 16,80 40-16,0-1 15,81-39 16,-81 80-31</inkml:trace>
  <inkml:trace contextRef="#ctx0" brushRef="#br0" timeOffset="81045.2114">11797 6336 0,'0'40'16,"0"0"-16,0 0 31,0 81-16,0-1 1,0-80 0,0 0-1,40-40 1,-40-80-16,121 0 31,-81 80-31,-40-40 0,40 40 0,40 0 31,-40 40-15,-40 0-16,0 0 0,-80 80 31,40-80-31,40 1 0,-40 79 16</inkml:trace>
  <inkml:trace contextRef="#ctx0" brushRef="#br0" timeOffset="81325.2708">12760 6296 0,'0'0'0,"-120"0"31,80 40-31,0 0 0,40 0 16,0 0-16,0 121 15,80 39 1,-80 1 15,0-161-31,0 0 0,-80 0 32,39-80-32,1 40 0,40-80 0</inkml:trace>
  <inkml:trace contextRef="#ctx0" brushRef="#br0" timeOffset="81625.2547">12961 6657 0,'40'80'31,"-80"-160"-31,160 200 16,-80-120-16,41 0 15,-41 0 1,0-80-1,-40 40-15,-40-80 16,40 79-16,-40 41 0,-1-40 31,1 40-31,-80 201 32,80-1-17,80-39 1,201-41 15,-121-120-31</inkml:trace>
  <inkml:trace contextRef="#ctx0" brushRef="#br0" timeOffset="82575.201">14566 6617 0,'40'0'78,"0"0"-63,40 0-15,-39 0 0,-1 0 0,40 0 0,-40 0 16,40 0-16,-40 0 0,1 0 16,-1 0-16,0 0 0,0 0 0,0 0 0,0 0 15,0 0 1</inkml:trace>
  <inkml:trace contextRef="#ctx0" brushRef="#br0" timeOffset="82805.1097">14726 7098 0,'-120'80'16,"240"-160"-16,-280 160 15,200-80 1,40 0 0,-40 0-16,41 0 0,-41-40 15,0 40-15,40 0 0,-40 0 0,41 0 0,-41 0 16,40 0-16,-40 0 16,0 0-16,0 0 0</inkml:trace>
  <inkml:trace contextRef="#ctx0" brushRef="#br0" timeOffset="83645.0604">17335 6136 0,'0'-41'0,"-41"41"32,1 0-17,40 41-15,-40 39 31,0-80-31,-80 120 16,80-80-16,-1 0 0,1 0 0,-40 41 16,40-41-16,-40 40 15,-1-40-15,-79 161 16,80-121 0,40-40-16,-1 40 0,41-40 0,-40 0 31,0 0-16,80-40 1,0 0 0,81 0-1,-81 0-15,120 0 16,-119 0-16,-1 0 0,120 0 31,-120 0-31,81 0 0,-81 0 0,120 40 31,-39 1-15,-81-41 0,-40-41 109</inkml:trace>
  <inkml:trace contextRef="#ctx0" brushRef="#br0" timeOffset="84145.107">18900 6336 0,'0'0'15,"-81"-80"1,41 40 0,40 80-1,-80 160 17,40 121-17,40-80 1,0-161-16,40 80 15,0-79 17,0-81-32</inkml:trace>
  <inkml:trace contextRef="#ctx0" brushRef="#br0" timeOffset="84555.0086">18900 6857 0,'-41'0'16,"82"0"-16,-82 41 31,82-41-31,39 0 0,40 0 32,-40 0-32,121 0 15,-161 0-15,0-41 0,41 41 16,-41-40-16,-40 0 15,40 40-15,-40-40 0,0-80 32,-40-1-17,0 41 1,-1 80-16,1-40 31,40 80-15,0 0-16,0 0 15,-40 1-15,40 39 0,0-40 0,0 0 16,0 40-16,0-40 0,0 41 0,0-41 0,0 40 0,0-40 16,0 40-16,0-40 15,0 0-15,0 41 0,0-41 0,0 0 0,0 0 16,0 0-16,0 0 16</inkml:trace>
  <inkml:trace contextRef="#ctx0" brushRef="#br0" timeOffset="84865.0123">20505 6416 0,'-121'0'31,"81"0"-31,0 0 16,0 40-16,0 0 0,40 1 0,-81 119 31,81-80-31,0 0 0,0 121 32,0-161-32,41 0 0,-1 80 15,0-79-15,80-1 16,-80-40-16,0 0 0,1 0 15,-1 0-15</inkml:trace>
  <inkml:trace contextRef="#ctx0" brushRef="#br0" timeOffset="85204.9703">21147 6857 0,'0'41'15,"40"-41"1,0 0-16,0 0 0,0 0 0,0 0 16,0 0-16,0-41 15,1 41-15,-1-40 0,0 40 0,-40-40 0,40 40 16,-40-40-16,40 40 0,-40-40 16,0 0-16,0 0 0,-80 0 15,40 40 1,0 0-16,-1 0 0,1 0 0,0 0 15,0 0-15,0 40 0,0-40 0,0 40 0,0-40 16,40 40-16,0 0 0,-41 0 16,41 0-16,0 0 0,0 1 0,0-1 0,0 0 15,0 0-15,41 0 16,-41 0-16,40 0 0,40 0 0,-80 0 16,40-40-16,0 0 0,0 0 15,0 40-15,1-40 0,-1 0 0,0 0 0,40 0 16</inkml:trace>
  <inkml:trace contextRef="#ctx0" brushRef="#br0" timeOffset="85644.9834">22110 6416 0,'-40'0'16,"80"0"-16,-40 0 16,40-40-1,80-40 1,-80 80-16,0-80 31,-40 40-31,0 0 0,0-1 16,0 82 15,-40-41-31,40 160 31,0-120-31,0 80 0,0-80 0,0 201 32,40 0-17,-120-81 1,-80-80-1,79-120 1,1-40 0,0-120-16</inkml:trace>
  <inkml:trace contextRef="#ctx0" brushRef="#br0" timeOffset="85835.0089">22431 5815 0,'-40'-40'32,"80"80"-32,-121-121 15,81 162 1</inkml:trace>
  <inkml:trace contextRef="#ctx0" brushRef="#br0" timeOffset="86324.9803">23033 6336 0,'-41'0'16,"41"40"0,0 0-16,0 0 15,0 0-15,0 1 0,0-1 16,0 0 0,41 0-16,-1 0 0,0-40 15,-40 40-15,40-40 16,0 0-16,0 0 0,0 0 15,-40-40-15,0 0 0,40 40 16,-40-40-16,0 0 16,0 0-16,0-1 15,0 82 1,0-1 0,0 0-1,0 0-15,81 0 0,-41-40 0,0 0 16,0 40-16,0-40 15,0 0-15,0 0 0,1 0 0,-41-40 16,40 40-16,-40-40 0,40 40 0,-40-40 0,0 0 16,0 0-1,0-1-15,0 1 0,0 0 0,0 0 0,-40 40 16,40-40-16,-40 0 0,-1 0 16,1 40-16,40-40 0,-40 40 15</inkml:trace>
  <inkml:trace contextRef="#ctx0" brushRef="#br0" timeOffset="86614.8881">24517 6296 0,'-40'0'0,"40"40"16,0 0-1,40 161 17,-40 120-17,-80-161 1,-281 161-1,40-161-15</inkml:trace>
  <inkml:trace contextRef="#ctx0" brushRef="#br0" timeOffset="112313.3952">1124 5815 0,'0'0'0,"-41"0"16,82 0 93,-1 0-109,0 0 16,0 0 0,0 0-16,0 0 15,0 0 1,0 0-16,1 0 0,-41-40 0,40 40 16,-40-41-16,40 41 0,0-40 15,0 40-15,-40-40 0,40 40 0,-40-40 16,0 0-1,-40 0 1,40 0 15,-40 40-31,0 0 32,0 0-32,0 0 15,-1 0-15,1 0 31,0 40-31,0 0 32,0 0-17,0-40 1,40 40-16,0 0 16,-40-40-16,40 40 15,0 1-15,-40-1 0,40 0 0,0 0 16,0 0-16,0 0 0,0 0 15,0 0 1,0 0-16,40-40 16,0 0-1,0 0-15,0 0 0,0 0 0,0-40 0,41 40 16,-41-40-16,0 40 0,40-40 16,-40 40-16,0-40 0,0 40 0,1 0 0,-1 0 15</inkml:trace>
  <inkml:trace contextRef="#ctx0" brushRef="#br0" timeOffset="114523.3415">3130 9224 0,'0'40'0,"40"-40"281,0 0-281,40-40 16,-40 40-16,1 0 0,-1 0 0,0 0 15,0 0-15,0 0 16,0 0-16,0 0 0,1 0 0,-1 0 0,0 0 16,0 0-16,0 0 15,0 0-15,0 0 0</inkml:trace>
  <inkml:trace contextRef="#ctx0" brushRef="#br0" timeOffset="114793.2523">3250 9665 0,'-40'40'15,"80"-80"-15,-120 80 16,120-40 15,40 0-31,-40 0 0,1 0 0,-1 0 16,0-40-16,0 40 15,40 0-15,-40-40 0,1 40 0,-1 0 0,0 0 16,0 0-16,0 0 0,0 0 16,0 0-16</inkml:trace>
  <inkml:trace contextRef="#ctx0" brushRef="#br0" timeOffset="115653.1996">5818 8622 0,'40'0'16,"-80"0"-16,40 0 125,-40 0-94,40 40-31,-40-40 0,0 40 15,0-40-15,0 0 16,40 40-16,-40 0 0,-1 1 0,1-1 0,0 40 16,0-40-16,0 40 15,-40 0-15,40-39 0,-1 39 0,-39 0 0,40 0 16,-40-40-16,40 40 0,0-39 16,-1 39-16,1-40 0,0 0 0,0 0 0,0 0 15,40 0-15,-40-40 0,40 40 0,-40 1 16,80-82 31,0 41-16,-40-40-31,40 40 16,0-40-16,0 40 0,0 0 15,1 0-15,-1 0 0,0 0 16,0 40-16,0-40 0,0 40 0,0-40 0,41 41 15,-41-41-15,0 40 16,0-40-16,0 40 0,0-40 0,0 0 0,0 0 16,1 40-16,-1-40 15,0 0-15,0 0 0,0 0 32,-40-40 30,-40 40-46,0-40-1</inkml:trace>
  <inkml:trace contextRef="#ctx0" brushRef="#br0" timeOffset="118243.1255">7343 8061 0,'0'40'32,"-40"-40"46,0 0-47,0 0-15,40-40-1,0 80 298,0 0-298,0-80 173,0 80-48,0 0-108,0 0-32,-40-40 0,40 40 15,0 0-15,-41-40 0,41 40 16,0 0-16,0 1 0,-40-1 0,40 0 0,-40 0 16,40 0-16,-40 0 0,40 0 0,-40 0 15,40 0 1,0 0-16,0 1 0,-40-1 0,40 0 0,0 0 15,-40 0-15,40 0 0,0 0 16,0 0-16,-40 0 0,40 1 0,0-1 0,-41 0 16,41 0-16,0 0 15,0 0-15,0 0 0,-40 0 0,40 0 0,0 0 16,0 41-16,0-41 0,0 0 16,0 0-16,0 0 0,0 0 0,-40 0 0,40 0 15,0 1-15,0 39 0,0-40 0,0 0 16,0 0-16,0 0 15,0 0-15,0 0 0,0 0 0,-40 1 0,40-1 16,0 0 0,0 0-16,0 0 0,0 0 0,0 0 0,0 0 0,0 0 15,0 1 1,-40-1-16,40 0 0,0 0 0,0 0 0,0 0 16,0 40-16,0-40 0,0 0 0,0 1 0,0-1 15,0 0-15,-40 0 0,40 0 16,0 0-16,0 0 0,0 0 0,0 0 0,0 1 15,-40-1-15,40 0 16,0 0-16,0 0 0,0 0 16,0 0-16,0 0 15,0 0-15,0 0 0,0 1 16,0-1 0,0 0-16,40 0 0,-40 0 0,0 0 15,40 0-15,-40 0 0,0 0 16,40-40-16,-40 41 0,40-1 15,0 0 1,0-40 0,1 0-1,-1 0 1,0 0 0,-40-40-1,0 0 1,40 40-16,-40-41 0,0 1 15,0 0-15,0 0 16,0 0-16</inkml:trace>
  <inkml:trace contextRef="#ctx0" brushRef="#br0" timeOffset="131382.2853">9028 8542 0,'0'-40'47,"41"40"15,-1 0-46,0 0-1,0 0-15,0 0 0,0 0 16,0 0-16,0 0 0,1 0 16,-1 0-16,-40 40 15,40 0-15,-40 0 16,0 0-16,0 0 15,-40 0-15,40 0 0,-40-40 16,40 41-16,-81-1 0,41 0 16,40 0-16,-40-40 0,40 40 0,-40-40 31,40 40-31,40-80 31,0 0-15,0 40-16,0 0 31,1 0-31,-1 40 16,-40 0-1,0 0-15,0 0 0,0 0 16,0 1-16,-40-41 0,40 40 0,-41-40 16,41 40-1,-40-40-15,0 0 0,0 0 0,0 0 16,0 40-16,0-40 15,0 0-15,-1 0 16,41-40-16,0 0 16,0 0-16,41-1 0</inkml:trace>
  <inkml:trace contextRef="#ctx0" brushRef="#br0" timeOffset="131662.3463">10112 8702 0,'0'0'16,"40"0"15,0 0-31,121 0 31,119 0-15,-79 0 0,-80 0 15,-81-40-31</inkml:trace>
  <inkml:trace contextRef="#ctx0" brushRef="#br0" timeOffset="131912.2718">10674 8462 0,'-41'0'0,"1"0"16,0 0-16,40-40 0,-40 40 0,0 0 16,0 40-1,40 0 1,-40-40-16,40 40 15,0 0-15,0 0 0,-40 0 0,40 0 16,0 0 0,0 0-16,0 1 0,0-1 0,0 0 0,0 0 15,0 0-15,0 0 0,0 0 16,0 0-16,0 0 0</inkml:trace>
  <inkml:trace contextRef="#ctx0" brushRef="#br0" timeOffset="134352.1881">12078 8422 0,'-40'0'0,"0"0"32,0 0-1,0 0-15,-1 0-16,1 0 15,0 0-15,0 0 16,0 0-16,0 0 0,0 0 0,0 0 15,-1 0-15,1 40 16,0-40-16,0 0 0,40 40 109,0 0-109,0 40 0,0-40 16,0 0-16,0 0 16,0 0-16,0 1 0,0-1 15,0 0-15,40-40 16,-40 40-16,40-40 0,0 0 16,1 0-16,-1 0 15,0 0-15,0 0 16,0 0-16,0 0 15,0 0 1,-40 40 15,-80 0-31,40 0 0,0-40 16,0 40-16,0-40 0,-1 40 0,1-40 16,0 41-1,0-41-15,0 0 0,0 0 0,40 40 16,-40-40-16</inkml:trace>
  <inkml:trace contextRef="#ctx0" brushRef="#br0" timeOffset="134762.165">12479 8462 0,'0'0'0,"-120"0"31,80 0-15,40 40 0,-40 80-1,0-40 1,-1 0-16,41 81 16,0-81-1,0-40 1,41 0-1,79-80 1,-40 0 0</inkml:trace>
  <inkml:trace contextRef="#ctx0" brushRef="#br0" timeOffset="135092.1451">12720 8622 0,'40'0'16,"0"0"-1,41 0 17,-41 0-32,0 40 31,-40 80-15,-40 1-1,-41-81 1,1 0 15,40-80-31,-40-80 31,80-1-15,120 41 0,-80 40-1</inkml:trace>
  <inkml:trace contextRef="#ctx0" brushRef="#br0" timeOffset="135522.1213">13844 8622 0,'0'0'15,"-41"0"-15,-39-40 16,40 40 0,0 0-1,0 80 1,0 0-1,0 41 17,80-41-17,40-80 1,-40 80 0,0-40-1,-80 40 1,-120-80-1,-1 0 1,121 0 0,0-40-1</inkml:trace>
  <inkml:trace contextRef="#ctx0" brushRef="#br0" timeOffset="136052.0913">14285 8542 0,'0'0'0,"-40"0"0,40 40 15,0 0 1,-40 0-1,40 80 1,0 81 15,0-121-31,80 0 16,-40-80 15,40-120-15,1 0-1,-81 80 17,0 80-17,0 40 1,40-40 0,0-40-1,80-80 1,-80-40 15,-80-1-15,-40 81-1,40 40 1</inkml:trace>
  <inkml:trace contextRef="#ctx0" brushRef="#br0" timeOffset="138408.3561">8587 8422 0,'-40'0'62,"0"0"-46,0 40-16,40 0 16,-40 0-16,-1 40 0,41-40 15,-40 40-15,0 1 0,0-1 0,40 0 16,-40 0-16,40 0 0,0 1 0,0-1 15,0 0-15,0-40 0,0 40 0,0-40 16,40 1-16,-40-1 0,80 0 0,-40 0 0,41 0 16,-41-40-16,40 40 0,-40-40 15,40 40-15,1-40 0,-1 40 0,0-40 16,0 0-16</inkml:trace>
  <inkml:trace contextRef="#ctx0" brushRef="#br0" timeOffset="139117.3797">14807 8341 0,'40'0'46,"-40"40"-46,80-40 16,-80 41-16,40-41 0,-40 80 16,40-80-16,-40 40 0,40 0 0,1 40 15,-41-40-15,40 0 0,-40 0 0,0 1 16,40 39-16,-40-40 0,0 0 0,0 40 16,0-40-16,0 0 0,0 1 0,0 39 15,0-40-15,0 0 0,-40 0 0,40 0 16,0 0-16,-40 0 0,-1 0 0,1-40 15,40 41-15,-40-41 0,40 40 0,-40-40 16,0 40-16</inkml:trace>
  <inkml:trace contextRef="#ctx0" brushRef="#br0" timeOffset="139436.3907">16091 9063 0,'-40'0'16,"-1"0"-16,1 0 15,80 0 17,41 0-32,-41 0 0,0 0 15,40 0-15,-40 0 0,41 0 0,-41 0 16,40 0-16,-40 0 0,40 0 0,-40 0 0,1 0 16,-1 0-16</inkml:trace>
  <inkml:trace contextRef="#ctx0" brushRef="#br0" timeOffset="141587.4328">17294 8983 0,'0'0'0,"41"0"78,-1 0-62,0 0-1,0-40 1,0 0-16,-40 0 15,40 0-15,-40-1 0,0 1 0,0 0 16,0 0 0,-40 80 46,40 0-62,0 0 0,0 1 16,0-1-16,0 0 0,0 0 0,0 0 15,0 40-15,0-40 0,40 0 0,-40 1 16,0-1-16,0 0 0,0 40 16,0-40-16,0 0 0,-40 0 15,40 0-15,-40-40 0,40 40 0,-40-40 16,0 41-16,0-41 0,-1 40 16,1-40-16,0 0 0,0 0 0,0 0 15,0-40-15,0-1 16,40 1-16,0 0 0</inkml:trace>
  <inkml:trace contextRef="#ctx0" brushRef="#br0" timeOffset="141807.3013">17696 8502 0,'0'0'16,"0"-40"-16,-40 40 16,-1-40-16,1 40 15</inkml:trace>
  <inkml:trace contextRef="#ctx0" brushRef="#br0" timeOffset="142504.1155">18739 8542 0,'-40'0'62,"-40"0"-46,40 0 0,-1 0-16,1 0 0,0 0 0,0 0 0,0 0 15,0 0-15,0 0 16,0 0-16,-1 0 16,1 0-1,40 40 32,40-40-31,-40 40-1,0 0-15,0 0 16,0 0-16,0 0 16,0 1-16,0-1 0,0 0 0,0 0 15,41 0 1,-1 0-16,0-40 15,-40 40-15,40-40 0,0 0 0,0 0 16,0 0-16,0 0 16,-40 40-16,41-40 0,-41 40 15,0 1 1,0-1-16,0 0 0,-41 0 16,41 0-16,-40-40 0,40 40 15,-40-40-15,40 40 0,-80-40 0,40 40 16,0-40-16,0 0 0,-1 0 0,1 0 15,0 0 1,40-40-16,0 0 16</inkml:trace>
  <inkml:trace contextRef="#ctx0" brushRef="#br0" timeOffset="143154.0783">19622 8742 0,'0'0'0,"-121"-40"31,81 40-31,-40 0 16,0 80-1,40 81 1,40 80 15,40-81-15,-40-80 0,0 0-1,-80-40 1,-81-40-1,81-80 17,80 0-32,241 0 31,-1 40-15,-39 40-1,-41-40 1,-79-41 15,-41 1-15,-40 40-1,0 120 17,-40 1-17,40-1 1,0 120-1,-40-200-15,40 121 16,0-81 0</inkml:trace>
  <inkml:trace contextRef="#ctx0" brushRef="#br0" timeOffset="143334.0692">19943 8662 0,'-40'-40'16,"80"80"-16,-120-120 16,39 80-16,41-80 15,41 80 1</inkml:trace>
  <inkml:trace contextRef="#ctx0" brushRef="#br0" timeOffset="143724.0432">20384 8782 0,'0'41'15,"-40"-41"-15,40 80 16,0 40-1,0 41 1,0-41 0,0 0-1,-40-80 17,80-80-17,40-40 1,41-40-1,-81 80 1,0 120 0,-40-40-1,0 0-15,-40 120 16,0-120-16,40 41 31,-40-41-15</inkml:trace>
  <inkml:trace contextRef="#ctx0" brushRef="#br0" timeOffset="144204.0154">21187 9023 0,'0'0'16,"-121"0"-1,121 120 1,0 41 0,81-41 15,79-80-15,-80-120-1,-40 40 1,1-40-1,-1 40 1,-40 120 15,0 40-15,80-40 0,-40-40-1,121-80 1,-161-40-16,40 80 15,0-240 1,-40 39 0,-80 81 15,-41 80-15,81 80-1,0 0-15</inkml:trace>
  <inkml:trace contextRef="#ctx0" brushRef="#br0" timeOffset="146163.9013">8266 10266 0,'-40'0'15,"80"0"-15,-80 40 16,80-40 78,0 0-94,0 0 15,0 0-15,1 0 0,-1 0 0,0 0 16,0 0-16,0 0 0,0 0 0,0 0 0,0 0 15,1 0-15,-1 0 16,0 0-16,0 0 0,40 0 0,-40 0 0,41 0 16,-41 41-16,40-41 0,0 0 15,0 0-15,1 0 0,39 0 0,-40 0 0,41 0 16,-41 0-16,40 0 16,1 0-16,-41 0 0,40 0 0,-39 0 0,-1 0 15,0 0-15,40 0 0,-39 0 0,-1 0 0,0 40 16,1-40-16,-1 0 0,40 0 15,-40 0-15,41 0 0,-1 0 0,-40 0 0,81 0 16,-41 0-16,1 0 16,-1 0-16,41 0 0,-1 0 0,1 40 0,-1-40 15,1 0-15,-1 40 0,1-40 16,-1 0-16,1 0 0,-1 40 0,1-40 0,-1 0 16,1 0-16,-41 0 15,40 40-15,-39-40 0,39 0 0,-39 0 0,39 0 16,-39 0-16,39 0 0,-39 0 0,39 0 0,-40 0 15,41 0-15,-41 0 0,41 0 16,-41 0-16,1 0 0,-1 0 0,0 0 0,1 0 16,-1 0-16,0 0 15,-39 0-15,39 0 0,-40 0 0,41 0 0,-41 0 16,40 0-16,-39 0 0,-1 0 16,0 0-16,0 0 0,41 0 0,-41 0 0,0-40 15,1 40-15,-1 0 0,0 0 0,40 0 0,-39 0 16,-1 0-16,0 0 15,0 0-15,1 0 0,-1 0 0,0 0 0,0 0 16,1 0-16,-1 0 0,0 0 16,0 0-16,1 0 0,-1 0 0,0 0 0,0 0 15,-39 0-15,39 0 16,0 0-16,-40 0 0,40 0 0,-39 0 0,39 0 16,0 0-16,-40 0 0,40 0 15,1 0-15,-41 0 0,40 0 0,0 0 0,-40 0 16,41 0-16,-41 0 0,40 0 0,-40 0 0,40 0 15,-39 0-15,-1-40 16,40 40-16,-40 0 0,40 0 0,-40 0 0,41 0 16,-41 0-16,0 0 0,0 0 15,0 0-15,0 0 0,0 0 0,1 0 0,-1 0 16,-40 40-16,40-40 16,0 0-16,0 0 0,0 0 0,0 0 0,1 0 15,-1 0-15,0 0 0,0 40 0,0-40 16,0 0-16,-80 0 47,0 0-47,40 40 0,-40-40 15,0 0-15,0 0 16,-1 0-16</inkml:trace>
  <inkml:trace contextRef="#ctx0" brushRef="#br0" timeOffset="148483.7893">8748 10988 0,'-41'0'46,"41"40"-14,0 0-17,0 41 1,0-1-16,0-40 0,0 0 0,0 0 16,-40 0-16,40 41 0,0-41 15,0 0-15,0 40 0,0-40 0,0 0 0,0 0 16,0 0-16,0 0 0,0 1 0,0-1 0,0 0 15,0 0-15</inkml:trace>
  <inkml:trace contextRef="#ctx0" brushRef="#br0" timeOffset="148743.7513">9109 11550 0,'0'40'15,"40"-40"1,0 0-16,0-40 16,0 40-16,0 0 15,0 0-15,1-40 0,-1 40 0,40 0 0,-40 0 16,0 0-16,0 0 0,0 0 0,1 0 0,39-40 15,-40 40-15,0 0 0,40 0 16,-40 0-16,1-41 0,39 41 0,-40 0 0</inkml:trace>
  <inkml:trace contextRef="#ctx0" brushRef="#br0" timeOffset="149203.7247">10874 11028 0,'0'0'16,"0"-40"-16,0 0 31,0 0-31,0 0 16,-40 40-1,0 0-15,0 0 16,0 0-16,40 40 0,-40-40 0,-1 40 0,1 0 15,0 0-15,40 0 16,-40 1-16,0-1 0,0 0 0,0 40 0,40-40 16,-40 0-16,40 0 0,0 41 15,-41-41-15,41 0 0,0 0 0,0 0 0,0 0 16,81-40-16,-81 40 16,40 0-16,0-40 0,0 0 0,0 0 0,40 0 15,-39 0-15,-1 0 0,0 0 0,0-40 16,0 40-16,0-40 15,-40 0-15,0 0 16,-40 40 0,0-40-16,0 40 0,0 0 15,0 0-15,-1 0 0,1 0 16,0 0-16,0 40 0,0-40 16,40 40-1,40-40 1,0 0-16</inkml:trace>
  <inkml:trace contextRef="#ctx0" brushRef="#br0" timeOffset="149483.7325">11396 11229 0,'-40'0'31,"0"0"-31,0 0 16,-1 40-16,-39 40 16,40-40-16,40 0 0,-40 1 31,40-1-31,0 80 16,80-80-16,-80 0 15,80-40-15,41 0 16,-81 0-16,40 0 15</inkml:trace>
  <inkml:trace contextRef="#ctx0" brushRef="#br0" timeOffset="149763.6943">11797 11429 0,'0'-40'0,"0"80"0,40-80 16,-40 0-16,40 40 15,41 0 16,-41 121-15,-80 39 0,0-120-1,40 0-15,-121 0 16,81-40-16,0 0 0,-40 0 31,-1-80-15,81 40-16,0-40 15,41 40-15,39-41 16,-40 81-16,80-40 16</inkml:trace>
  <inkml:trace contextRef="#ctx0" brushRef="#br0" timeOffset="150123.6932">12479 11309 0,'-40'0'0,"80"0"0,-120 0 31,40 0-31,40 40 16,-40 0-1,40 0-15,-40 41 16,40-41-16,0 0 0,0 0 31,0 0-31,40 80 16,0-120-16,-40 40 0,0 1 15,0-1-15,0 0 32,-40-40-32,0 0 0,-41 40 15,41-40 16,0 0-31,40-40 16</inkml:trace>
  <inkml:trace contextRef="#ctx0" brushRef="#br0" timeOffset="150703.6597">13161 11470 0,'0'0'15,"-40"0"-15,-40 0 31,40 0-31,40 40 16,0 80 0,0-80-16,0 40 15,40-40-15,0 0 16,-40 1 0,40-41-16,0 0 15,41-41 1,-41 1-16,0 40 0,0-80 31,-40 40-31,40 40 0,-40 40 31,0 0-31,0 0 32,40 0-32,0 1 15,81-82 16,-81 1-31,-40-40 0,40-40 32,-40 80-32,0-40 15,-40 39-15,40 1 16,-40 40-16,0 0 16,0 0-1,-1 0 1</inkml:trace>
  <inkml:trace contextRef="#ctx0" brushRef="#br0" timeOffset="152803.4871">15208 11590 0,'-40'0'31,"40"-40"-31,40 40 47,40 0-47,-40 40 15,0-40-15,41 0 16,-41 0-16,0 0 0,40 40 0,-40-40 0,41 0 16,-1 0-16,-40 0 15,40 0-15,-40 0 0,41-40 0,-41 40 0,0 0 16,0-40-16,0 40 0,0 0 16,0 0-16,0 0 0,-40-40 0</inkml:trace>
  <inkml:trace contextRef="#ctx0" brushRef="#br0" timeOffset="153103.4889">15970 11269 0,'0'-40'16,"0"80"-16,-40-80 31,0 40-31,40 40 31,0 0-31,-40 40 16,40 1 0,-40-81-16,40 200 15,-40-160-15,40 0 0,0 40 16,0-39-16,0-1 0</inkml:trace>
  <inkml:trace contextRef="#ctx0" brushRef="#br0" timeOffset="153593.4382">16773 11830 0,'0'41'16,"0"-82"-16,40 82 16,0-41-16,-40-41 0,80 1 15,-80 0-15,121 0 31,-121 0-31,40 0 0,0 0 0,0 0 16,-40-40 0,0 39-16,0 1 15,-40 0 1,0 40 15,40 40-31,0 0 16,0 1-16,0-1 0,0 0 0,0 0 15,0 40-15,0-40 16,0 0-16,0 0 0,0 0 0,0 41 0,0-41 16,0 0-16,0 0 0,0 40 15,0-40-15,0 0 0,0 1 0,0-1 0,-40 0 16,0 0 0,40 0-16,-81-40 0,41 40 0,0-40 15,0 40-15,0-40 0,0 0 0,0 0 0,-1-80 16,1 40-1,40 0-15</inkml:trace>
  <inkml:trace contextRef="#ctx0" brushRef="#br0" timeOffset="153803.4522">17014 11309 0,'0'40'79</inkml:trace>
  <inkml:trace contextRef="#ctx0" brushRef="#br0" timeOffset="154723.394">18258 11510 0,'0'-40'31,"40"40"-31,-40-41 0,-40 41 31,40 41-15,-41-41-16,41 40 0,-40 0 0,0 0 16,40 0-16,-40 0 15,40 0-15,0 0 0,0 0 0,0 0 0,0 1 16,0-1-16,0 0 0,80 0 16,-80 0-16,0 0 0,40 0 0,-40 0 0,0 0 15,0 1-15,-40-41 16,0 40-1,0-40-15,0 0 0,0 0 0,0 0 16,-1 0-16,1 0 0,40-81 16,-40 81-16,40-40 0,0 0 15,40 0 1,0 40-16,1 0 16,-1-40-16,0 40 0,0 0 15,0 0-15,0 0 0,-40-40 0,40 40 16,1 0-16,-1-40 0,0 40 0,0-40 15,0 40-15,0-40 16,0 40-16,0 0 0,1-41 16,-1 41-16,-40-40 15,40 40-15,-40-40 141,0 0-94</inkml:trace>
  <inkml:trace contextRef="#ctx0" brushRef="#br0" timeOffset="162452.9983">17856 11389 0,'-40'0'0,"0"0"31,40-40-31,40 40 47,-40-40-31,-40 40 62,0 40-63,0-40 1,0 80-16,-1-80 0,41 41 16,-40-1-16,40 0 0,-40-40 0,40 40 0,-40 0 15,40 0-15,-40-40 0,40 40 16,0 0-16,0 0 0,-40-40 0,40 40 15,0 1 1,0-1-16,0 0 0,0 0 16,40-40-1,-40 40-15,40 0 0,0-40 16,-40 40 0,40-40-16,0 0 15,-40-40 1,41 40-16,-41-40 15,0 0-15,0 0 0,-41 0 32,1 40-32,0 0 0,40-40 15,-80 40-15,40 0 16,0 0-16,0 0 0,40 40 16,0 0-1,40-40 1</inkml:trace>
  <inkml:trace contextRef="#ctx0" brushRef="#br0" timeOffset="163372.9076">18579 11710 0,'0'40'141,"0"0"-125,0 0-16,0 1 15,0-1-15,0 0 0,0 0 16,0 0-16,0 0 15,0 0-15</inkml:trace>
  <inkml:trace contextRef="#ctx0" brushRef="#br0" timeOffset="163612.8559">18659 11470 0,'-40'0'16,"80"0"-16,-80-41 15,40 82 16,0-1-15</inkml:trace>
  <inkml:trace contextRef="#ctx0" brushRef="#br0" timeOffset="164032.8679">18659 11670 0,'0'40'0,"40"-40"15,0 0 1,0 0-1,0 0 1,-40 40-16,40-40 0,-40 40 0,41-40 0,-41 40 16,0 1-16,40-1 15,-40 0-15,0 0 16,0 0 0,0 0-1,0-80 16,0 0-15,0 0 0,0 0-16,40 40 0,0-40 15,0 40 1,0 0 0,-40 40-16,40-40 15,-40 40 1,0 0-16,0 0 0,0 0 15,0 0-15,-40 0 16,40 0-16,-40-40 16,40 41-16</inkml:trace>
  <inkml:trace contextRef="#ctx0" brushRef="#br0" timeOffset="164632.7965">19742 11670 0,'0'0'0,"-40"40"62,40 0-46,0 0-16,0 0 16,0 1-16,0-1 0,-40-40 15,40 40-15,0 0 0,0 0 32,40-40-32,0 0 15,0 0-15,0-40 16,-40 0-16,41 0 15,-41 0-15,40 40 0,-40-41 32,40 41-32,-40 41 31,0-1-15,0 0-16,40-40 31,0 0-16,0 0 1,0 0-16,0-40 16,-40 0-1,41-1-15,-1 1 0,-40 0 0,40 0 16,-40 0-16,0 0 16,0 0-16,0 0 15,-40 0 1,0 40-1,-1 0-15,1 0 0,0 0 16,40 40-16,-40-40 16,0 40-16</inkml:trace>
  <inkml:trace contextRef="#ctx0" brushRef="#br0" timeOffset="167432.6386">8507 10908 0,'0'0'0,"-40"0"31,0 0-31,-1 0 0,41 40 63,-80 0-48,40 0-15,0 0 0,40 41 0,-40-41 16,0 0-16,0 40 0,-1 0 15,41-40-15,0 41 0,0-1 0,-40-40 0,40 40 16,0-40-16,0 0 16,0 0-16,0 1 0,0-1 0,0 0 0,81 0 15,-41 0-15,0 0 16,0-40-16,0 40 0,0-40 0,0 0 16,0 0-16,1 40 0</inkml:trace>
  <inkml:trace contextRef="#ctx0" brushRef="#br0" timeOffset="168352.5842">14405 10948 0,'-40'0'16,"0"0"0,80 0 31,0 0-32,0 40 1,1 0-16,-41 0 0,40 1 0,-40-1 15,0 40 1,40-40-16,-40 0 0,0 40 0,0-40 0,0 41 16,0-41-16,0 40 0,-40-40 15,40 40-15,-40-40 0,40 41 0,-41-41 0,1 0 16,0 0-16,40 0 0,-40 0 0,0 0 0,0 0 16,0-40-1,40 40-15,-40-40 0,40 41 0,-41-41 0,1 0 16,0 0-1,0 0-15</inkml:trace>
  <inkml:trace contextRef="#ctx0" brushRef="#br0" timeOffset="184321.6688">23193 8462 0,'-40'0'141,"40"80"-79,-40-80-46,40 40 0,0 0-16,0 0 15,40 0 1,0 0 0,-40 0-1,40-40 1,-40 41-16,0-1 0,40 0 0,-40 0 15,0 0-15,0 0 16,0 0-16,0 0 0,0 0 0,40 1 16,-40-1-16,0 0 15,0 0-15,0 0 0,0 0 0,0 0 16,0 0-16,0 0 0,0 0 16,0 1-16,0-1 15,0 0-15,0 0 0,0 0 16,0 0-1,0 0-15,0 0 0,0 0 16,0 1-16,0-1 16,0 0-16,0 0 0,0 0 15,0 0-15,0 0 0,0 0 16,0 0 0,0 0-16,0 1 0,0-1 15,0 0 1,0 0-16,41-40 0,-41 40 0,0 0 15,0 0 1,0 0-16,0 0 0,0 1 16,0-1-1,0 0-15,0 0 16,0 0-16,0 0 16,0 0-16,-41 0 15,41 0-15,0 0 16,0 1-1,0-1-15,-40-40 0,40 40 0,0 0 16,0 0 0,0 0-16,0 0 0,0 0 15,0 0-15,-40-40 0,40 41 0,0-1 0,0 0 16,-40 0-16,40 0 16,0 0-16,-40 0 15,40 0 1,0 0-16,-40-40 0,40 40 0,0 1 15,-40-41 1,40 40-16,0 0 0,0 0 16,0 0-1,-40-40-15,40 40 0,0 0 16,-41-40-16,41 40 0,-40 0 0,40 1 16,0-1-1,-40-40-15,40 40 0,0 0 31,-40-40-31,40 40 16,-40-40 0,40 40-16,-40 0 0,40 0 15,-40-40-15,0 40 16,40 0 0,-41-40 15,41 41-31,-40-41 31,40-41 16,0-39-31,0 40-1,0 0-15,-40 40 0</inkml:trace>
  <inkml:trace contextRef="#ctx0" brushRef="#br0" timeOffset="194791.1187">2408 14277 0,'-41'0'31,"1"0"-15,80 0 124,1 0-124,-1 0-16,0 0 0,0 0 15,0 0-15,0 0 0,0 0 16,0 0-16,1 0 0,-1 0 0,0 0 0,0 0 16,0 0-16,0 0 0,0 0 0,0 0 0,1 0 15,-1-40-15,0 40 0,0 0 16,0 0-16</inkml:trace>
  <inkml:trace contextRef="#ctx0" brushRef="#br0" timeOffset="195061.0283">2608 14718 0,'-40'0'16,"80"0"-16,-120 0 15,160 0 17,-40 0-32,0 0 15,201 0 1,0 0 0</inkml:trace>
  <inkml:trace contextRef="#ctx0" brushRef="#br0" timeOffset="199030.8143">25440 6216 0,'0'40'0,"0"0"32,0 0-1,0 0-15,0 0-1,0 0 1,0 0-16,0 1 0,0-1 15,0 0-15,0 0 16,0 0-16,0 0 0,0 0 16,0 0-16,0 0 0,0 1 15,0-1-15,0 0 16,0 0-16,0 40 0,0-40 0,0 0 0,0 40 16,0-39-16,0 39 0,0-40 15,0 0-15,0 0 0,0 40 0,0-40 0,40 1 16,-40-1-16,0 0 15,0 0-15,0 0 0,0 40 0,0-40 0,0 0 16,0 0-16,0 1 0,0-1 16,0 0-16,0 0 0,0 0 0,0 0 0,0 0 15,-40 0-15,40 0 0,0 1 0,-40-1 0,40 0 16,-40 0-16,40 0 16,0 0-16,0 0 0,-40 40 0,40-40 0,0 1 15,-40-1-15,40 0 0,0 0 16,0 40-16,0-40 0,0 0 0,0 0 0,-41 41 15,41-41-15,0 0 16,0 40-16,0-40 0,0 0 0,0 0 0,0 41 16,0-41-16,-40 0 0,40 40 0,0-40 0,0 0 15,0 40-15,0-39 0,0 39 16,-40-40-16,40 0 0,0 40 0,0-40 0,-40 0 16,40 41-16,0-41 15,-40 40-15,40-40 0,0 0 0,0 40 0,0-40 16,-40 1-16,40-1 0,0 40 15,0-40-15,0 40 0,0-40 0,0 0 0,0 41 16,0-41-16,0 40 16,0-40-16,0 0 0,40 40 0,-40-40 0,0 1 15,0-1-15,0 40 0,0-40 0,0 0 0,0 0 16,0 40-16,0-40 0,0 1 16,0-1-16,0 0 0,0 40 0,0-40 0,0 0 15,-40 0-15,40 41 16,0-41-16,0 0 0,0 0 0,0 40 0,0-40 15,0 0-15,0 0 0,0 0 16,0 1-16,0 39 0,0-40 0,0 0 0,0 0 16,-40 0-16,40 40 0,0-39 0,0-1 0,0 0 15,0 40-15,0-40 16,0 0-16,-40 0 0,40 0 0,0 0 0,0 1 16,0-1-16,0 0 0,0 0 15,-41 0-15,41 0 0,0 0 0,0 40 0,0-39 16,0-1-16,0 0 15,0 0-15,0 0 0,0 40 0,0-40 0,0 0 16,-40 0-16,40 1 0,0-1 16,0 0-16,0 0 0,0 40 0,0-40 0,0 0 15,0 0-15,-40 1 0,40 39 0,0-40 0,0 0 16,-40 0-16,40 0 16,0 40-16,-40-40 0,40 1 0,0 39 0,0-40 15,-40 40-15,40-40 0,0 40 16,-40-39-16,40 39 0,0-40 0,0 40 0,0-40 15,-40 40-15,40-40 16,0 41-16,0-41 0,0 0 0,0 0 0,0 40 16,0-40-16,0 0 0,-41 1 0,41-1 0,-40-40 15,40 40-15,0 0 0,-40-40 16</inkml:trace>
  <inkml:trace contextRef="#ctx0" brushRef="#br0" timeOffset="201890.7066">27286 6817 0,'-40'0'94,"0"0"-63,0 0-15,40 40-16,-41-40 0,1 41 0,0-41 16,40 40-16,-40 0 15,0 0-15,0 0 0,0 0 0,40 0 0,-40 0 16,-1 0-16,1 0 0,0 1 15,0-1-15,40 0 0,-40 0 0,0 0 0,0 0 16,40 0-16,-40 0 0,40 0 0,-41-40 0,41 41 16,-40-41-16,40 40 15,40-40 17,-40-40-17,41 40 1,-1 0-16,-40-41 0,40 41 0,0 0 15,0 0 1,-40-40-16,40 40 0,0 0 0,0 0 16,1 0-16,-1 0 0,0 0 0,0 0 15,0 0 1,0 0-16,0 0 0,0 0 16,1 0-1,-1 0-15,0 0 31,0 0-15,0 0-16,0 0 31</inkml:trace>
  <inkml:trace contextRef="#ctx0" brushRef="#br0" timeOffset="202580.593">27968 6577 0,'-40'0'47,"40"40"-15,-40 0-17,0 0-15,40 0 16,0 0-16,-81 0 0,81 41 0,-40-41 0,0 0 15,40 40-15,-40-40 16,40 40-16,0-40 0,0 0 0,0 1 0,0-1 16,0 0-16,0 0 0,0 0 0,0 0 15,0 0-15,0 0 16,0 0-16,80-40 0,-80 41 0,40-41 16,1 40-1,-1-40-15,0 0 0,0 0 16</inkml:trace>
  <inkml:trace contextRef="#ctx0" brushRef="#br0" timeOffset="203240.5538">28249 7018 0,'-40'0'15,"40"-40"-15,40 0 32,0 40-17,0 0-15,0 0 16,-40 40-16,40-40 15,-40 40-15,0 0 0,0 0 0,41-40 0,-41 40 16,0 0-16,0 0 0,0 0 0,0 1 16,-41-41-16,41 40 15,-40 0-15,0-40 16,80-40 31,0 0-32,1-1 1,-1 1-16,0 0 0,0 0 16,0 0-16,-40 0 0,40 0 15,-40 0 1,40 40-16,-40-40 0,40 40 0,-40-40 16,41-1-1,-41 82 32,-41-41-47,41 40 16,-40-40-16,40 40 15,0 0-15,-40 0 0,40 0 0,0 0 16,0 0-16,-40 0 0,40 0 16,0 1-16,0-1 0,0 0 15,0 0 1,40-40-16,-40 40 0,40-40 15,0 0-15,1 0 16,-1 0-16,0-40 0</inkml:trace>
  <inkml:trace contextRef="#ctx0" brushRef="#br0" timeOffset="203470.557">29011 7178 0,'-40'0'15,"80"0"-15,-80 40 16,121-40 0,-41 0-1,40-40 1,161 0 0,-81 0 15,-120 40-31</inkml:trace>
  <inkml:trace contextRef="#ctx0" brushRef="#br0" timeOffset="203730.5981">29453 6978 0,'-40'-40'31,"80"80"-31,-120-80 16,39 80 0,41 0-1,0 0-15,-40-40 0,40 40 0,-40 0 16,40 0-16,0 0 0,-40 0 16,40 1-16,-40-1 0,40 0 0,0 0 15,0 0-15,-40 0 16,40 0-16,0 0 15</inkml:trace>
  <inkml:trace contextRef="#ctx0" brushRef="#br0" timeOffset="204230.5692">29774 7138 0,'0'0'16,"0"40"31,40-40-47,0 0 31,-40-40-15,40 40-16,-40-80 0,0 40 15,0 0 1,0 0 0,0 80 15,-40 0-31,40 40 15,0-40-15,-40 0 0,40 0 0,0 0 16,0 1-16,0-1 0,0 0 0,-40 0 0,40 0 16,0 0-16,0 0 15,-40-40-15,40 40 0,-40 0 0,40 1 0,0-1 16,-41-40-16,41 40 0,-40-40 16,40 40-16,-40 0 0,0-40 15,40 40 1,-40-40-16,0-40 15,40 0 1</inkml:trace>
  <inkml:trace contextRef="#ctx0" brushRef="#br0" timeOffset="204430.4839">30055 6657 0,'-81'-40'31,"41"40"-31,40-40 16</inkml:trace>
  <inkml:trace contextRef="#ctx0" brushRef="#br0" timeOffset="205070.5203">30295 6857 0,'0'81'63,"0"-1"-48,0-40-15,0 0 16,-40 0-16,40 0 0,0 0 16,0 0-16,0 1 0,0-1 15,0 0 1,40-40 15,-40-40-31,0 0 0,41 40 0,-1-41 16,0 1-16,-40 0 0,40 0 0,-40 0 15,40 0 1,-40 80 15,0 0-15,0 0-16,-40 0 15,40 0-15,0 1 0,-40-41 0,40 40 16,0 0-16,0 0 0,-40 0 0,40 0 0,-40 0 16,40 0-16,-41 0 15,41 1-15,-40-1 0,40 0 0,-40 0 16,40 0-16,-40-40 16,0 40-16,0 0 0,0-40 15,0 0 1,-1 0-16,1 0 31,40-40-31,0 0 0,0 0 16,40 0-16,-40 0 15,41 40-15,-1-40 16,0 40-16,0 0 16,0-41-16,0 41 15,0 0-15,-40-40 0</inkml:trace>
  <inkml:trace contextRef="#ctx0" brushRef="#br0" timeOffset="205460.4512">30817 6777 0,'0'0'0,"0"40"47,40 0-32,-40 1-15,40-1 0,-40 0 16,0 0-16,40 0 0,-40 0 0,0 40 0,0-40 16,0 0-16,0 41 0,0-41 15,0 0-15,-40 40 0,40-40 0,-40 0 0,40 0 16,-80 1-16,80-1 16,-40 0-16,0 0 0,0 0 0,-1-40 15,41 40-15,-40-40 0,0 0 16,0 0-16</inkml:trace>
  <inkml:trace contextRef="#ctx0" brushRef="#br0" timeOffset="208210.3009">31098 7339 0,'40'-40'31,"0"40"-15,0 0 15,0 0-15,1 0 0,-1 0-16,0 0 15,0 0 1,0 0-16</inkml:trace>
  <inkml:trace contextRef="#ctx0" brushRef="#br0" timeOffset="208440.2831">31178 7660 0,'-40'0'31,"80"0"-31,-40 0 16,40 0 0,0 0-1,1 0-15,-1 0 0,0 0 16,0 0-16,0 0 16,0 0-16,0 0 0,0 0 15,-40-41-15</inkml:trace>
  <inkml:trace contextRef="#ctx0" brushRef="#br0" timeOffset="208730.275">31860 7098 0,'0'0'0,"0"40"47,0 0-31,0 0-16,-40 0 16,40 1-16,0-1 0,0 0 0,0 0 15,0 0 1,0 0-16,0 0 0,-40-40 0,40 40 15,0 0 1</inkml:trace>
  <inkml:trace contextRef="#ctx0" brushRef="#br0" timeOffset="209650.2559">31700 7459 0,'0'0'16,"0"-40"-16,40 40 31,80-40-15,-39 40 0,39 0-1,-40-40 1,-80 0 15,-40 40 0,0 0-15,40 40 0,-40-40-1,40 40-15,0 0 16,0 0-1,0 0-15,40-40 16,0 0 0,0-40-1,-40 0 1,0 0 0,40 40-16,-40-40 0,0 80 62,0 0-46,0 0-16,0 0 15,0 0 1,0 0 0,40-40-1,-40-40 1,41 40-1,-1-40-15,0 0 0,-40 0 16,0 0 0,0 80 15,0 0-15,40-40-16,-40 40 15,40-40-15,-40 40 16,40-40-1,-40-40 17,40 40-32,-40-40 15,40 40 1,1 0-16,-1 40 31,-40 0-15,0 0-1,0 0 1</inkml:trace>
  <inkml:trace contextRef="#ctx0" brushRef="#br0" timeOffset="209900.2399">32823 7218 0,'0'0'0,"-40"0"63</inkml:trace>
  <inkml:trace contextRef="#ctx0" brushRef="#br0" timeOffset="210170.2243">32783 7218 0,'-40'0'16,"0"0"-1,0 0 1,80 0 109,0 0-109,0 0-1,0 0-15,1 0 32</inkml:trace>
  <inkml:trace contextRef="#ctx0" brushRef="#br0" timeOffset="210390.2115">32944 7058 0,'0'0'0,"-40"0"47,40 40-31,0 0-1,-40-40-15,40 40 0,0 0 16,0 0-16,0 1 16</inkml:trace>
  <inkml:trace contextRef="#ctx0" brushRef="#br0" timeOffset="211250.1613">33185 6777 0,'0'40'63,"0"0"-32,40-40-31,-40 41 0,0-1 15,40-40-15,-40 40 0,0 0 16,40-40 0,-40 40-16,0-80 31,0 0 0,0 0-31,0 0 31,0 120 16,0-40-31,0 0 0,0 0-16,0 0 0,0 0 0,0 0 15,-40 0 1,40 1-16,0-1 0,0 0 15,0 0-15,-40 0 16,40 0 0</inkml:trace>
  <inkml:trace contextRef="#ctx0" brushRef="#br0" timeOffset="211560.1513">33104 7619 0,'-40'0'0,"40"41"15,40-41 16,0 0-15,-40-41-16,41 41 16,-1 0-16,0 0 0,0-40 0,0 40 15,0 0 1,0 0-16,0 0 0,1-40 16,-1 40-16</inkml:trace>
  <inkml:trace contextRef="#ctx0" brushRef="#br0" timeOffset="212240.1051">33465 6737 0,'0'40'0,"-40"-40"31,0 0 47,40 40-46,-40-40-32,40 40 0,0 1 15,-40-41 1,40 40-16,-40 0 0,40 0 0,0 0 15,-40 0-15,0 0 0,40 0 0,0 0 16,-41 0-16</inkml:trace>
  <inkml:trace contextRef="#ctx0" brushRef="#br0" timeOffset="213220.0277">32783 8261 0,'40'0'31,"-40"-40"-31,41 40 16,-1 0-1,0 0-15,0 0 16,-40 40-1,0 0-15,0 0 16,0 0-16,-80-40 0,80 41 0,-40-41 16,40 40-16,-41 0 0,1-40 15,0 40-15,0 0 16,40-80 15,0 0-15,40 40-16,-40-40 0,80 40 15,-80-40-15,41 40 0,-1-41 0,0 41 0,0-40 16,0 40 0,-40-40-16,40 40 0,0-40 0,0 40 15,-40-40 1,41 40-16,-41-40 0,40 40 16,-80 40 46,40 0-62,-41-40 16,41 40-16,-40-40 15,40 40-15,-40-40 0,40 40 0,0 1 0,0-1 16,0 0 0,40 0-16,0-40 15,1 0 1,-1 0-16,0 0 0,0 0 0,-40-40 15,40 40-15</inkml:trace>
  <inkml:trace contextRef="#ctx0" brushRef="#br0" timeOffset="217269.8128">4093 13475 0,'40'0'0,"-40"-40"16,40 40-16,0 0 47,-40-40-32,0 80 79,0 0-78,0 0-1,-40-40-15,40 40 0,-40 0 16,40 0-16,-40 0 0,40 0 15,-40 1-15,40-1 0,-40 40 0,40-40 0,-40 40 16,40-40-16,-41 40 0,41-39 0,-40 39 0,40-40 16,-40 0-16,40 0 15,0 40-15,0-40 0,0 1 0,0-1 16,40 0-16,0-40 16,-40 40-16,41-40 0,-1 0 15,0 0 1,0 0-16,0-40 15,0 40-15,-40-40 0,40 40 0,0-40 16,-40-1-16,41 41 0,-41-40 16,40 0-16,0 40 0,-40-40 0,40 0 15</inkml:trace>
  <inkml:trace contextRef="#ctx0" brushRef="#br0" timeOffset="217549.7233">3732 14116 0,'0'0'0,"-40"0"15,40-40 1,-40 0-1,80 40 32,0 0-47,40 0 16,-40 0-16,0 0 0,0 0 16,1 0-16</inkml:trace>
  <inkml:trace contextRef="#ctx0" brushRef="#br0" timeOffset="218139.7637">5056 13956 0,'0'-40'16,"-40"40"15,0 0 0,40 40-31,-40-40 0,40 40 16,-41-40-16,41 40 15,-40 0-15,40 0 0,-40-40 16,40 41-16,0-1 0,0 0 16,40-40-1,-40 40-15,40-40 0,1 0 16,-1 0-16,0 0 16,0-40-16,0 0 0,0 0 15,-40-1-15,0 1 0,40 40 16,-40-40-16,0 0 0,0 0 0,0 0 15,0 0-15,-40 40 32,40 40-17,0 0 1,-40 0-16,40 0 0,0 0 0,0 0 16,0 1-16,0-1 15,-40 0-15,40 0 0,0 0 0,0 0 16,0 0-16,0 0 15,0 0-15,40-40 0,-40 41 16,40-41-16,0 0 0,0 0 16,1-41-1</inkml:trace>
  <inkml:trace contextRef="#ctx0" brushRef="#br0" timeOffset="218599.7351">5537 14036 0,'0'-40'16,"0"80"-16,-40-80 16,0 80 15,40 0-31,0 0 0,0 1 16,40-1-1,-40 0-15,40 0 0,-40 0 16,0 0-1,41-80 32,-41 0-47,40 0 16,0 0 0,0 0-16,0 40 0,-40-41 0,40 41 0,0-40 15,0 40 1,1 0-16,-1 0 15,-40 40-15,0 1 16,0-1 0,0 0-16,0 0 15,0 0-15,0 0 16,-40 0-16,40 0 0,0 0 16,-41 1-1,41-1-15,0 0 16</inkml:trace>
  <inkml:trace contextRef="#ctx0" brushRef="#br0" timeOffset="218839.6795">6099 13956 0,'0'0'0,"0"40"0,40-40 47,0 0-31,1 0-16,-1 0 0,0 0 16,0 0-16,0 0 15,0 0-15,0 0 0,0 0 16,1 0-1</inkml:trace>
  <inkml:trace contextRef="#ctx0" brushRef="#br0" timeOffset="219109.6296">6701 13796 0,'-40'-40'16,"40"-1"-1,0 82 32,0-1-31,0 0-16,0 0 0,0 0 16,0 0-1,0 0-15,-40 0 0,40 0 0,0 0 16,-40 1-16,40-1 0,0 0 15,0 0-15,0 0 0,-40-40 16,40 40-16</inkml:trace>
  <inkml:trace contextRef="#ctx0" brushRef="#br0" timeOffset="221369.5033">7865 13274 0,'0'-40'15,"-40"40"32,40 40-31,-40-40-1,-1 0 1,41 40-16,-40 0 0,0 1 16,0-1-1,40 0-15,-40-40 0,0 40 0,0 0 16,40 0-16,-40 0 0,-1 0 15,1 0-15,0 1 16,40-1-16,-40 0 0,40 0 0,-40 0 0,40 0 16,-40 40-16,40-40 15,-40 0-15,40 41 0,-41-41 0,41 40 0,-40-40 16,40 40-16,-40-40 0,0 1 16,40 39-16,-40 0 0,40-40 0,-40 40 0,40-40 15,-40 41-15,40-41 16,0 40-16,-40-40 0,40 40 0,0-40 0,0 41 15,0-41-15,0 40 0,-41-40 0,41 40 0,0-40 16,0 0-16,0 41 0,0-41 16,0 0-16,0 0 0,0 0 0,81 0 15,-81 0-15,0 0 16,40-40-16,-40 40 0,40-40 0,0 41 16,0-41-16,0 0 15,0 0-15,1 0 16,-1 0-1,0 0-15,0 0 16</inkml:trace>
  <inkml:trace contextRef="#ctx0" brushRef="#br0" timeOffset="221789.4757">7704 14157 0,'0'0'15,"-40"0"17,80 0-1,0 0-16,1 0-15,-1 0 0,0 0 16,0 0-16,0 0 0,0 0 16,0 0-16,41 0 0,-41 0 0,0 0 0,0 0 15,0 0-15,0 0 16,0 0-16,0 0 0</inkml:trace>
  <inkml:trace contextRef="#ctx0" brushRef="#br0" timeOffset="222609.4259">9349 13555 0,'-40'0'46,"0"0"-30,0 0 0,0 0-1,0 0-15,0 0 16,0 40 0,-1-40-16,1 0 15,0 0 1,0 40-16,0-40 15,80 0 64,-40 40-79,0 41 15,0-41-15,0 0 0,0 0 16,0 0-16,0 0 0,-40 0 0,40 0 15,0 0-15,0 0 16,-40-40-16,40 41 0,0-1 16,40-40-1,0 0 1,0-40 0,0 40-16,0-41 0,1 41 15,-1 0 1,-40 41-16,40-41 15,-40 40-15,0 0 0,0 0 16,0 0 0,0 0-16,-40-40 0,0 40 15,-1-40 1,1 40-16,0-40 0,0 0 0,0 40 0,0-40 16,0 0-16,40 41 15,-40-41-15,-1 0 0,1 0 0,0 0 16,40-41-16,0 1 15</inkml:trace>
  <inkml:trace contextRef="#ctx0" brushRef="#br0" timeOffset="223359.4575">9751 13715 0,'-40'0'16,"-1"0"-16,1 0 31,40 41-31,-80 39 31,80 40-15,-40 0 0,0 1 15,40-41-31,-40-40 0,40 40 15,-40-40-15,-1 0 16,1 1 0,0-41-16,40-41 31,0 1-31,0 0 16,0 0-1,40 0-15,0 0 0,1 40 16,-1-40-16,0 40 0,0 0 15,0 0-15,-40-40 16,40 40-16,0 0 0,0 0 16,1 0-16,-41-40 15,40 40-15,0 0 0,0 0 0,-40-41 0,40 41 16,0-40-16,0 40 16,0 0-16,1-40 0,-1 40 15,-40-40 1,0 0-16,-40 40 47,40 40-32,-41 0 1,1 0-16,40 0 0,-40 1 16,40-1-16,0 0 15,-40-40-15,40 40 0,0 0 0,0 0 16,-40-40-16,40 40 0,0 0 15</inkml:trace>
  <inkml:trace contextRef="#ctx0" brushRef="#br0" timeOffset="223589.3687">10032 13675 0,'0'0'15,"-41"0"-15,41-40 16,0 0 15,41 40-15</inkml:trace>
  <inkml:trace contextRef="#ctx0" brushRef="#br0" timeOffset="224099.3628">10473 13796 0,'0'0'0,"-40"0"0,0 40 15,0-40 1,-1 0-16,41 40 16,0 40-1,0-40 1,0 0-16,41 0 0,-41 0 15,0 1 1,0-1-16,-41-40 0,41-40 47,41 40-47,-1 0 16,-40-41-16,40 1 0,-40 0 0,40 40 15,0-40-15,0 40 16,0 0-16,-40-40 0,40 40 0,1 0 15,-1 0-15,-40 40 16,0 0 0,0 0-16,0 0 15,-40 1-15,-1-1 16,41 0-16,0 0 0,-40-40 16,40 40-16,-40-40 15,40 40-15,-40-40 0,40 40 0,-40-40 16,40 40-16</inkml:trace>
  <inkml:trace contextRef="#ctx0" brushRef="#br0" timeOffset="224689.3079">11155 13916 0,'0'-40'0,"-40"40"0,0 0 31,40 40-15,0 0-16,0 0 15,0 0 1,0 0-16,0 0 0,0 1 16,0-1-1,0 0-15,40-40 0,40 0 32,-40 0-17,1 0-15,-41-40 0,40 40 16,-40-40-16,40 40 0,0-41 15,-40 82 17,0-1-17,0 0-15,40 0 16,0-40 0,0 0-1,0 0-15,1 0 0,-41-40 16,40 40-16,-40-40 0,40 40 0,-40-40 0,0-1 15,40 41-15,-40-40 16,0 0-16,0 0 0,0 0 16,0 0-1,0 0-15,0 0 0,-40 40 16,0 0 0,0 0-16,-1 40 15</inkml:trace>
  <inkml:trace contextRef="#ctx0" brushRef="#br0" timeOffset="225689.2469">8427 14878 0,'0'0'0,"0"41"31,-41-41 32,82 40 15,-1-40-78,0 0 16,0 0-16,0 0 0,0 0 15,0 0-15,0 40 0,41-40 0,-41 0 0,0 0 16,40 0-16,-40 0 0,41 0 0,-41 0 0,40 0 15,-40 0-15,40 0 16,1 0-16,-41 0 0,40 0 0,-40 0 0,40 0 16,1 0-16,-41 40 0,40-40 15,-40 0-15,40 0 0,-40 0 0,41 0 0,-41 0 16,40 40-16,0-40 16,1 0-16,-1 0 0,0 40 0,0-40 0,1 0 15,-1 0-15,0 0 0,-40 0 16,41 0-16,-1 0 0,0 0 0,-40 0 0,40 0 15,-39 0-15,-1 0 0,0 0 0,0 0 0,40 0 16,-40 0 0,0 0-16,1 0 0,-1 0 0,0 0 15,0 0 1,0 0-16,0 0 16,-40 40-1,-40-40 63,0 0-62,0-40 0,40 0-16,-40 40 0</inkml:trace>
  <inkml:trace contextRef="#ctx0" brushRef="#br0" timeOffset="227289.1562">8226 15921 0,'-40'0'16,"0"0"15,40-40-31,0 0 16,40 40-1,-40-40-15,40 40 0,0 0 0,-40-40 16,40 40 0,-40-40-16,40 40 0,0 0 15,-40-40-15,41 40 0,-1 0 16,-40-41-16,40 41 0,0 0 0,0-40 15,0 40-15,0 40 32,-40 1-32,0-1 0,0 0 15,-40 0-15,40 0 16,-40-40-16,40 40 0,-40 0 0,0 0 16,40 0-16,-40-40 15,0 41-15,40-1 0,-41-40 16,82 0 15,-1 0-15,0 0-1,0 0-15,0 0 0,-40 40 16,40-40-16,-40 40 16,0 0-16,0 0 15,-40-40 1,40 40-16,-80-40 0,80 40 0,-40-40 0,0 0 15,40 40-15,-41-40 0,1 0 0,0 0 0,40 40 16,-40-40-16,0 0 0,0 0 16,0 0-16,0 0 0,40-40 15,-41 40-15,41-40 16,0 0-16</inkml:trace>
  <inkml:trace contextRef="#ctx0" brushRef="#br0" timeOffset="227539.2141">8908 16001 0,'40'0'16,"0"0"-16,0 0 15,41-40 1,-41 40-16,0 0 0,120 0 15,-119 0-15,-1 0 16,80 0 0,-80 0-1,40 0 1</inkml:trace>
  <inkml:trace contextRef="#ctx0" brushRef="#br0" timeOffset="227799.1987">9349 15801 0,'-80'-40'16,"40"40"-16,40 40 47,0 40-32,0-40-15,0 0 0,0 0 16,0 1-16,0-1 16,0 0-16,-40 0 0,40 0 15,0 0 1,-40-40-16,40 40 0</inkml:trace>
  <inkml:trace contextRef="#ctx0" brushRef="#br0" timeOffset="228469.1602">10032 15600 0,'40'-40'0,"-40"0"0,-40 40 47,-1 0-15,1 0-17,40 40-15,-80-40 0,40 40 0,0-40 16,0 40-16,0-40 0,-1 0 0,41 41 15,-40-41-15,0 0 16,80 0 15,0 40 1,1 0-1,-41 0-16,0 0-15,0 0 16,0 0 0,0 0-16,40 0 15,0-40 1,-40 41-16,40-41 31,0 0-31,0 0 16,-40 40-1,0 0 1,0 0-16,-40 0 0,40 0 16,-40-40-1,40 40-15,-40-40 0,40 40 0,-40-40 0,0 40 16,-1 0-16,1-40 16,0 0-16,40 41 0,-40-41 0,0 0 15,0 0 1,40-41-16</inkml:trace>
  <inkml:trace contextRef="#ctx0" brushRef="#br0" timeOffset="228859.1372">10593 15841 0,'-40'0'16,"80"0"-16,-160-40 16,80 40-16,0 0 0,0 0 31,-41 80-16,1 81 1,80-1 0,0-120-16,0 40 15,0-40-15,40 0 16,40 1 15,41-41-15,-41-41-16</inkml:trace>
  <inkml:trace contextRef="#ctx0" brushRef="#br0" timeOffset="229139.1209">10955 15961 0,'40'0'16,"-80"0"-16,80 40 15,-40 1-15,0-1 16,40 0-1,-40 80 1,-80-40 0,-1-80 15,41 0-31,-40 0 31,80-80-31,40-40 16,0 80-1,0 40 1,0 0-16,1-40 0,-1 40 16,0 0-16,-40-41 15</inkml:trace>
  <inkml:trace contextRef="#ctx0" brushRef="#br0" timeOffset="229519.0989">11677 15921 0,'0'-40'0,"0"0"15,-40 40 1,0 0-16,-41 80 31,1 41-15,40-81-16,40 40 15,0 0 1,80 0 15,-40-40-31,0 0 32,-40 1-17,-40-41 1,0 0-16,-120 40 15,120-40-15,-1 0 0,1 0 16,0 0 0,-40 0-16</inkml:trace>
  <inkml:trace contextRef="#ctx0" brushRef="#br0" timeOffset="230108.9927">11958 15961 0,'0'40'31,"0"1"-16,0-1-15,-40 0 16,40 0 0,0 0-16,0 0 0,0 0 15,40-40 1,-40 40-16,40-40 0,0 0 0,0 0 31,0 0-31,0 0 0,-40-40 0,40 0 16,-40 0-16,41 40 15,-41-40 1,0 0-16,0 80 47,40 0-16,0 0-15,0-40-16,0 0 15,0 0-15,0 0 16,-40-40-16,40 40 16,-40-40-16,41 40 0,-41-40 0,0 0 15,40 0-15,-40-1 16,0 1-16,0 0 0,0 0 0,0 0 16,0 0-16,-40 40 15,40-40-15,0 0 0,-41 40 16</inkml:trace>
  <inkml:trace contextRef="#ctx0" brushRef="#br0" timeOffset="231378.9907">13121 13675 0,'0'-40'0,"40"0"15,-40 0 1,41 40-16,-41-40 0,-41 80 31,41 0 1,0 0 30,-40-40-46,40 40-16,0 0 0,0 1 15,-40-1-15,40 0 16,0 0-16,0 0 0,0 0 16,40 0-1,-40 0-15,40 0 0,-40 0 0,41-40 16,-41 41-16,40-1 0,-40 0 0,40 0 15,-40 0-15,0 0 0,40-40 16,-40 40-16,0 0 0,40 0 0,-40 1 16,0-1-16,40-40 15,-40 40-15,0 0 0,0 0 0,0 0 16,0 0-16,40 0 0,-40 0 16,0 0-16,0 1 0,0-1 0,0 0 15,0 0-15,0 0 16,0 0-16,0 0 0,0 0 0,0 0 0,0 1 15,0-1-15,0 0 0,40 0 16,-40 0-16,0 0 0,0 0 16,0 0-16,0 0 0,0 0 15,0 1 1,0-1-16,0 0 16,0 0-1,0 0-15,0 0 16,0 0-16,0 0 15,0 0 1,0 1-16,-40-1 16,40 0-16,-40 0 15,40 0-15,0 0 16,-40-40 0,40 40-16,0 0 0,-40 0 15,40 0 1,0 1-16,-40-41 15,40 40-15,0 0 0,-40-40 16,40 40 0,-40-40-16,40 40 0,-41 0 15,41 0-15,-40-40 16,40 40-16,-40-40 0,40 40 31,-40-40 0,0 0-15,0 0 0</inkml:trace>
  <inkml:trace contextRef="#ctx0" brushRef="#br0" timeOffset="258787.3975">14486 15159 0,'-41'0'125,"1"0"-109,0 0-16,40 40 0,40-40 172,0 0-157,1-40-15,-1 40 0,0 0 16,0 0-16,0 0 16,0 0-16,0 0 0,1 0 15,-1 0-15,0 0 16,0 0-16,-40 40 0,40-40 16,0 0-16,0 0 15,0 0 1,-80 0 78,0 0-79,40-40-15,-40 40 16,0 0-16,0 0 15,0 0-15,0 0 0,-1 0 16,1 0 0,0 0-16,0 0 0,0 0 15,0 0-15,40 40 16,-40-40-16,-1 0 0,1 0 0,0 0 16,0 0-1,40-40 16,-40 40-31,80 0 125,0 0-125,0 0 0,0 0 16,1 0-16,-1 0 16,0 0-16,0 0 0,0 0 0,0 0 15,0 0 1,1 0-16,-1 0 0,0 0 16,0 0-16,0 0 31,-80 0 16,0 0-32,0 0-15,0 0 16,-1 0 0,1 40-1,0-40-15,0 0 0,0 0 16,0 0-1,0 0-15,-1 0 0,1 0 16,0 0-16,0 0 16,0 0-16,0 0 0,0 0 15,0 0 1,80 0 93,0 0-109,0 0 16,0 0-16,0 0 0,0 0 16,0 0-16,1 0 0,-1 0 15,0 0-15,-40-40 0,40 40 0,0 0 16,0 0-1,0 0-15,1 0 0,-1 0 16,0 0-16,0 0 16,0 0-1,-80 0 63,0 0-62,0 0-16,0 0 0,-1 0 16,1 0-16,0 0 0,40 40 15,-40-40-15,0 0 0,0 0 0,0 0 16,-1 0-16,1 0 0,0 0 31,0 0-15</inkml:trace>
  <inkml:trace contextRef="#ctx0" brushRef="#br0" timeOffset="259697.2728">15850 14558 0,'0'-40'16,"0"80"109,0 0-110,-40 0-15,40 0 0,-40 0 16,40 0-1,0 0-15,-40 0 0,40 0 0,0 1 0,-41-1 16,41 0-16,0 0 16,-40 0-16,40 0 0,0 0 0,0 0 0,0 0 15,-40-40-15,40 41 16,0-1-16,0 0 0,0 0 0,0 0 16,0 0-16,0 0 0,0 0 0,0 0 15,40-40-15,-40 40 16,40 1-16,1-41 31,-1 0-15,0 0-16,0 0 15,0 0-15,-40-41 16,40 41-16,-40-40 0,40 40 0,-40-40 0,0 0 16,40 40-1,-40-40-15</inkml:trace>
  <inkml:trace contextRef="#ctx0" brushRef="#br0" timeOffset="259957.2587">15569 15159 0,'-40'-40'15,"0"40"-15,40-40 16,0 0 0,40 40-16,0 0 15,0 0-15,0 0 0,0 0 16,1 0-16,-1 0 0,0 0 16,0 0-16,0-40 15,0 40-15,0 0 0,0 0 0</inkml:trace>
  <inkml:trace contextRef="#ctx0" brushRef="#br0" timeOffset="260577.2221">16612 14878 0,'-40'0'31,"0"0"-31,0 0 16,0 0-16,0 0 0,0 0 16,40 41-16,-41-41 15,1 40-15,40 0 0,-40-40 0,40 40 0,-40 0 16,40 0-1,0 0-15,0 0 0,40 0 32,0-40-32,-40 41 0,40-41 15,1 0 1,-1-41-16,0 41 0,-40-40 16,40 0-16,-40 0 0,0 0 15,40 0 1,-40 0-16,0 0 0,0 0 0,0-1 15,0 1 1,0 80 31,0 1-31,0-1-16,0 0 15,0 0-15,-40 0 16,40 0-16,0 0 15,0 0-15,0 0 0,-40 1 16,40-1-16,0 0 16,0 0-16,0 0 15,40-40-15,0 0 16,0 0-16,0 0 16,0 0-16,1 0 0,-41-40 0,40 40 15,-40-40 1</inkml:trace>
  <inkml:trace contextRef="#ctx0" brushRef="#br0" timeOffset="261077.2675">16853 14878 0,'0'-80'31,"0"40"-31,0 0 31,40 40-31,0 0 32,-40 40-32,81 80 31,-81 41-15,-41-81-1,1-40 1,80-80 15,1 0-15,39 0-1,-40 0-15,0-40 16,0 80-16,0 0 0,-40 40 31,0 40-15,0-40-1,0 0-15,0 0 0,0 0 16,0 0 0,-40-40-16,40 41 0,-40-41 0,40 40 0,0 0 15,-40-40 1,40 40-16,0 0 0,40-40 47</inkml:trace>
  <inkml:trace contextRef="#ctx0" brushRef="#br0" timeOffset="261497.2403">17535 14678 0,'0'0'16,"-40"0"15,120 0-15,1-40-16,79 40 31,-80 40-15,1-40-1</inkml:trace>
  <inkml:trace contextRef="#ctx0" brushRef="#br0" timeOffset="261767.1786">18177 14437 0,'0'0'0,"0"-40"16,0 80 31,0 0-32,40-40-15,-40 41 0,0-1 16,0 0-16,0 0 0,0 0 15,0 0-15,0 0 0,0 0 0,-40 0 16,40 0-16,0 1 16,-40-41-16,40 40 0,-40-40 0,40 40 15</inkml:trace>
  <inkml:trace contextRef="#ctx0" brushRef="#br0" timeOffset="262887.158">19341 13796 0,'0'0'0,"40"0"31,-80 0-15,-40 0-1,80 40 1,-81-40 0,81 40-16,-40 0 15,0-40-15,-40 120 16,-40 81-1,39-121 1,-39 241 0,80-241-16,-40 201 31,80-201-31,0 0 0,0-40 0,0 281 16,0-40 15,0-161-31,0 81 31,0-161-31,0 120 16,0-120-16,0 0 0,0 1 15,0 39 1,80 40 0,-40-80-1,40 121 1,-40-41-1,41-40 17,-41-40-17,0 40 1,0-80-16,0 41 16,0-41-1,0 0 1,-40-41-1,40 41 1,-40-40-16,0 0 0,0 0 16,0 0-1</inkml:trace>
  <inkml:trace contextRef="#ctx0" brushRef="#br0" timeOffset="264277.0026">20304 13996 0,'0'-40'16,"0"0"0,-40 40 15,0 0-15,0 0-1,-1 0-15,1 40 16,0-40-1,40 40-15,-40-40 0,40 40 16,-40-40-16,40 40 16,-40 0-16,0-40 0,40 41 0,-40-1 0,40 0 15,0 40-15,-41-40 0,41 0 0,0 0 0,0 0 0,0 1 16,0-1-16,0 0 16,0 0-16,0 0 0,41 0 0,-1 0 15,-40 0-15,40-40 16,-40 40-16,40-40 0,0 0 0,0 0 0,0 0 15,0 0-15,1-40 16,-1 40-16,-40-40 0,40 40 0,-40-40 0,0 0 16,0 0-1,0 0-15,0 0 0,-40 0 16,0 40-16,-1 0 16,1 0-16,0 0 15,0 0-15,0 0 0,0 0 0,0 40 0,0-40 16,-1 40-1,1-40-15,0 40 16,40 0 0,0 0-16,40-40 15,0 40-15</inkml:trace>
  <inkml:trace contextRef="#ctx0" brushRef="#br0" timeOffset="264897.0432">20785 14357 0,'-80'-40'16,"40"40"-1,0 0 1,0 0-1,40 80 1,0 81 0,0-121-16,40 80 15,-40-80-15,40 40 32,-40-40-32,0 1 0,0-1 0,-40 0 31,0-40-31,-40 0 31,80-121-15,120 1-1,40 40 1,-39 40 15,-41 0-15,-80 0 15,0 0-15,0 80 31,0 0-47,0 0 15,0 0-15,0 0 16,0 0-16,0 0 0,0 0 0,0 0 0,0 1 15,0-1-15,0 0 16,0 0-16,0 0 0,40-40 31,0 0-31</inkml:trace>
  <inkml:trace contextRef="#ctx0" brushRef="#br0" timeOffset="265087.0309">21187 14397 0,'-81'-40'15,"162"80"-15,-202-80 0,41 0 32,80 0-32,0 0 0,40 40 15,0-40 1,0 40-16</inkml:trace>
  <inkml:trace contextRef="#ctx0" brushRef="#br0" timeOffset="265586.9276">21427 14437 0,'0'-40'0,"-40"40"0,80 0 47,-40 40-47,41 0 0,-1-40 15,-40 81-15,0-41 16,0 0-16,0 0 0,0 0 15,0 0 1,0 0-16,0 0 16,0-80 15,0 0-31,40 0 16,-40 0-1,40 40-15,0-40 0,0 40 0,0-40 16,0 40-1,-40 40 17,0 0-32,0 0 0,0 0 15,0 0-15,0 0 0,0 0 16,0 1-16,-40-41 0,40 40 16,0 0-16,0 0 0,0 0 0,0 0 31</inkml:trace>
  <inkml:trace contextRef="#ctx0" brushRef="#br0" timeOffset="266176.9034">22350 14437 0,'0'-40'32,"0"80"-32,0-120 15,-40 80-15,0 40 32,40 0-32,-40 0 0,40 1 15,0-1-15,-40 0 16,40 0-16,0 0 0,0 0 0,0 0 15,0 0-15,0 0 16,40 0-16,0 1 0,0-41 31,0 0-31,1-41 0,-1 1 16,0 0-16,-40 0 0,40 0 0,-40 0 31,40 40-31,-40 40 16,0 0-1,0 0-15,0 0 0,0 0 16,0 1 0,40-41-16,0 0 15,0 0-15,1 0 0,-1-41 16,0 1 0,0 40-16,-40-40 0,40 0 0,-40 0 0,40 0 15,0 0 1,-40 0-16,0 0 0,40 0 0,-40-1 15,0 1 1,-80 40-16,40 0 0,40-40 16,-40 40-16,0 0 15,0 0-15,40 40 0,-40-40 0,-1 81 16,1-81-16</inkml:trace>
  <inkml:trace contextRef="#ctx0" brushRef="#br0" timeOffset="267056.8771">19742 15801 0,'-40'0'31,"0"0"-16,0 0 1,0 0 0,40 40-1,-40-40-15,80 0 32,0 0-17,0 0-15,0 0 0,0 0 16,0 0-1,0 0-15,1 40 0,-1-40 0,0 0 16,0 0-16,0 0 0,0 0 16,40 40-16,1-40 0,-41 0 0,40 0 0,0 0 15,1 0-15,-1 0 0,0 0 0,0 0 0,1 0 16,-1 0-16,0 0 16,0 0-16,-40 0 0,41 0 0,-1 0 0,0 0 15,0 0-15,1 0 0,-1 0 16,0 0-16,0 0 0,1 0 0,-1 0 0,0 0 15,1 0-15,-1 0 16,0 0-16,0 40 0,1-40 0,-1 0 0,0 0 16,0 40-16,1-40 0,-41 41 15,40-41-15,-40 0 0,0 0 0,0 0 0,0 0 16,1 40-16,-1-40 0,0 0 16,-80 0 46,0 0-46,-1 0-1,1 0 17</inkml:trace>
  <inkml:trace contextRef="#ctx0" brushRef="#br0" timeOffset="267586.8862">19983 16483 0,'0'-40'15,"0"-1"1,-40 41 0,40 41-1,-40-1 16,0 120-15,-41 81 0,81-201-16,-40 120 15,40-120-15,-40 41 16,40-1 0,-40 0-1</inkml:trace>
  <inkml:trace contextRef="#ctx0" brushRef="#br0" timeOffset="267826.7978">20063 17044 0,'0'0'16,"-40"0"-16,40-40 15,-40 40-15,120 0 32,-40 0-32,0 0 15,1 0-15,-1 0 0,0 0 0,0 0 16,0 0-16,0 0 16,0 0-16,0 0 0,1 0 15,-1 0 1</inkml:trace>
  <inkml:trace contextRef="#ctx0" brushRef="#br0" timeOffset="268436.7635">21267 16643 0,'0'-40'16,"0"80"-16,40-80 0,-40 0 15,-40 40 32,0 0-31,0 0-1,0 0-15,-1 0 16,41 40-16,-40-40 0,0 40 0,0-40 16,40 80-16,-40-80 15,0 40-15,40 1 0,-40-1 0,40 0 0,0 0 16,-40 0-1,40 0-15,0 0 0,0 0 0,0 0 16,0 0-16,0 1 0,0-1 16,40 0-16,-40 0 15,40-40-15,0 0 0,0 0 0,0 0 16,0 0 0,0-40-16,-40 0 15,0 0 16,-40 40-31,0 0 16,0 0-16,0 0 0,0 0 16,0 0-1,0 0-15</inkml:trace>
  <inkml:trace contextRef="#ctx0" brushRef="#br0" timeOffset="268836.7403">21748 16683 0,'0'0'15,"0"-40"-15,-40 40 47,0 40-31,0 0-1,0-40-15,0 40 0,0 1 0,40-1 16,-40-40-16,40 40 0,-41 0 16,41 0-16,0 0 0,0 0 0,0 0 15,0 0-15,0 0 0,41-40 0,-41 41 16,40-41-16,-40 40 16,80-40-16,-40 0 15,0 0-15,0 0 16,0 0-16,-40-40 0</inkml:trace>
  <inkml:trace contextRef="#ctx0" brushRef="#br0" timeOffset="269156.7186">22150 16804 0,'0'40'15,"0"0"1,0 0-1,0 0-15,0 0 16,0 0 0,0 0-16,-40 0 15,40 0 1,-40-40-16,-1 0 16,1 0-16,0 0 0,0 0 15,40-40 1,-40 40-16,40-40 0,0 0 15,0 0-15,40 0 16,0 0-16,0 40 16,0 0-1,1-40-15,-1 40 0,0 0 16</inkml:trace>
  <inkml:trace contextRef="#ctx0" brushRef="#br0" timeOffset="269576.6976">22832 16723 0,'-40'0'15,"0"0"1,0 0-16,-1 40 31,-39 41-15,40-1 0,40 40-1,0 41 16,0-81-15,0-40 0,-40 0-1,-40-40 1,-1 0 0,41-40 15</inkml:trace>
  <inkml:trace contextRef="#ctx0" brushRef="#br0" timeOffset="270186.7346">23233 16804 0,'0'-41'15,"-40"41"-15,40 41 16,-80 39 0,0 40 15,39 0-16,1 1 1,80-41 15,81-80-15,-1-80 0,1-41-1,-81 41 16,0 120-15,-80 40 0,40 1-1,40-41 17,40-40-17,40-80 1,-120 39-16,41-79 31,-122 0-15,41 0-1,-40 120 1,40-41 0</inkml:trace>
  <inkml:trace contextRef="#ctx0" brushRef="#br0" timeOffset="271746.6456">23835 14277 0,'0'40'62,"0"0"-46,40 0 0,-40 0-1,40 0 1,0 1 0,-40-1-16,41-40 15,-41 40-15,0 0 16,0 0-16,40-40 0,-40 40 0,0 0 15,0 0-15,40 0 16,-40 0-16,0 1 0,0-1 0,0 0 16,0 0-16,0 0 15,0 0-15,40 0 0,-40 0 0,0 0 16,0 1-16,0-1 0,0 0 0,40 0 16,-40 0-16,0 0 15,0 0-15,0 0 0,0 0 16,0 0-1,0 1-15,0-1 16,40-40-16,-40 40 0,0 0 16,0 0-16,0 0 0,0 0 15,0 0-15,0 0 0,0 1 16,0-1 0,0 0-16,0 0 15,0 0-15,0 0 16,0 0-16,0 0 15,0 0 1,0 0-16,40-40 16,-40 41-16,0-1 15,0 0-15,0 0 16,-40 0-16,40 0 16,0 0-1,-40 0-15,40 0 16,-40 1-16,40-1 15,0 0-15,0 0 16,0 0 0,0 0-16,0 0 15,0 0-15,0 0 0,-40-40 16,40 40-16,0 1 16,0-1-16,-40 0 0,40 0 31,0 0-31,-40 0 0,40 0 15,0 0 1,-41 0-16,41 1 0,0-1 16,-40 0-1,40 0-15,0 0 16,-40-40-16,40 40 0,-40-40 16,40 40-16,-40 0 15,0-40-15,40 40 16,-40-40-16,0 0 15,-1 0-15,1 0 16,40-40 0,-40 40-16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19:42.2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3170 1082 0,'0'0'0,"-40"0"0,40 40 94,-40 0-94,40 1 0,0-1 0,-40 0 15,40 0-15,-41 0 0,1 40 0,40 0 0,-40-39 16,40 39-16,-40-40 16,40 40-16,0 0 0,0-40 0,-40 41 0,40-41 15,0 40-15,0-40 0,0 40 16,0-40-16,0 0 0,0 1 0,0-1 0,0 0 15,0 40-15,0-40 16,0 0-16,40 0 0,-40 0 0,0 0 16,0 1-16,0-1 0,0 0 15,-40-40-15</inkml:trace>
  <inkml:trace contextRef="#ctx0" brushRef="#br0" timeOffset="219.989">2568 2486 0,'-40'0'15,"80"0"-15,-80-40 16,40 0-16,40 40 0,-40-40 16,161 0-16,39-1 31,-79 1-16,-81 40-15,80-80 16</inkml:trace>
  <inkml:trace contextRef="#ctx0" brushRef="#br0" timeOffset="969.9443">3611 1082 0,'0'-120'15,"0"240"-15,-120-320 16,80 200-16,0 0 16,0 0-1,-1 0-15,-39 0 16,40 0-16,0 0 0,0 0 15,0 40 1,-81-40 0,81 40-16,-160 80 15,159-80-15,-119 81 16,120-81-16,-121 200 31,121-159-31,0-41 0,-80 321 31,120-81-15,0-159 0,0-81-16,80 200 15,-80-199-15,80 79 16,-80-80-16,40 40 16,0-40-16,81 81 15,-1-41 1,-40-80-16,41 40 15,-41-40-15,161-120 16,-161 120-16,81-121 16,-81 121-16,40-80 15,-39 40-15,119-120 16,-79 79 0,-81 1-16,160-120 15,-160 79-15,1-79 31,-41 120-31,0-41 0,0 41 0,-81-161 32,-119 81-17,-41 40 1,201 80 0,0-1-16,-41 1 0,41 0 0,0 40 15,0 0 1,0 0-16,40 40 15,-40 0 1</inkml:trace>
  <inkml:trace contextRef="#ctx0" brushRef="#br0" timeOffset="1539.8355">5216 962 0,'0'0'0,"-40"-40"16,-40 40-1,-40 160 1,39 161 15,81-160-31,81 79 31,-81-200-31,160 81 16,-120-121-16,0 40 0,1-40 16,79 0-1,40-121 1,-119 41 0,-41 40-16,40-80 15,-40 40-15,40-81 16,-40 121-16,0-40 15,0 40-15,0-41 16,-40 41 0,40 0-1,40 40 32</inkml:trace>
  <inkml:trace contextRef="#ctx0" brushRef="#br0" timeOffset="1979.8859">6179 1363 0,'0'0'0,"-40"0"15,40-40 1,40 40-1,-40 80-15,41-80 16,-41 40-16,40 0 0,-40 0 0,40 1 0,-40-1 16,40 0-16,-40 0 0,0 0 0,0 0 0,0 0 15,0 0 1,0 0-16,0 0 0,40-80 31,0 0-15,0 0-1,-40 0-15,40 0 0,1 0 0,-1 40 0,-40-40 16,40 0-16,0 0 0,0-1 16,0 41-16,-40-40 15,40 40-15,0 81 16,-40-41 0,0 0-16,0 0 15,41 0-15,-41 0 0,0 0 16,0 0-16,0 0 0,0 0 15,0 1-15,40-1 16,0-40 0</inkml:trace>
  <inkml:trace contextRef="#ctx0" brushRef="#br0" timeOffset="2179.8735">7263 1644 0,'40'-40'31,"-40"80"-15,0 0 0,0 0-16,0 0 0,0 0 15,0 0-15,0 0 0,0 0 16,0 1-16,0-1 16,0 0-16,0 0 15</inkml:trace>
  <inkml:trace contextRef="#ctx0" brushRef="#br0" timeOffset="2399.8629">7544 1203 0,'-40'0'15,"80"0"-15,-120-41 0,80 1 0,0 0 32,0 0-32,0 80 15,0 0 1</inkml:trace>
  <inkml:trace contextRef="#ctx0" brushRef="#br0" timeOffset="2739.7661">8226 1082 0,'0'0'0,"-40"0"32,40 40-17,-80 201 1,80-201-16,-41 80 16,41-79-16,0 159 15,0 1 1,0-161-16,41 0 15,39 40 1,40-80 0,-80 0-16</inkml:trace>
  <inkml:trace contextRef="#ctx0" brushRef="#br0" timeOffset="2919.7893">8065 1884 0,'-40'0'16,"80"0"-16,-120 0 0,40 0 15,40-40-15,40 0 0,0 40 16,0-40 0,1 40-16,-1 0 0,0-40 0,0 40 0,40 0 15,-40-40-15,0 40 0</inkml:trace>
  <inkml:trace contextRef="#ctx0" brushRef="#br0" timeOffset="3549.7939">10433 1283 0,'-40'0'15,"80"0"-15,-120 0 0,39 0 0,-39 40 32,40-40-17,0 160 1,40-79 0,0-41-16,40 160 15,0-120-15,0 1 16,0-41-16,1 40 15,-41-40-15,-41 0 16,-119 40 0,80-40-1,40-40-15,-81-40 16,81 0-16,40 0 16,0-40-16</inkml:trace>
  <inkml:trace contextRef="#ctx0" brushRef="#br0" timeOffset="3799.7805">10674 1363 0,'0'0'15,"0"40"1,0 0-1,0 40 1,0 1-16,40 119 16,-40-160-16,40 0 0,-40 41 15,40 119 1,-40-120 15</inkml:trace>
  <inkml:trace contextRef="#ctx0" brushRef="#br0" timeOffset="4169.7575">10794 2045 0,'40'0'15,"40"0"1,-39 0-16,39-40 15,-40 40-15,0-40 16,0 40-16,40-81 0,-39 41 0,-1 0 16,-40 0-1,0 0 1,-81 40 15,41 0-31,-40 40 0,40-40 0,40 40 16,-40 0-16,-81 121 15,121-121-15,0 40 32,0-40-32,81 0 15,-81 0-15,80-40 0,-40 0 0,121 0 32,-81-40-32</inkml:trace>
  <inkml:trace contextRef="#ctx0" brushRef="#br0" timeOffset="4389.6702">12038 1804 0,'-40'0'0,"80"0"0,-80 40 0,0 0 31,40 0-31,-40 1 0,40 119 31,0-120-31,0 0 0,40 0 0,-40 81 32,0-41-17</inkml:trace>
  <inkml:trace contextRef="#ctx0" brushRef="#br0" timeOffset="4649.7297">12118 1924 0,'0'-40'0,"0"80"0,0-160 16,0 80-16,0 0 31,40 40-31,0 0 31,1 0-31,-1 40 0,-40 0 16,0 0-1,-40 121 1,-41-81 0,41-80-16,-120 120 15,120-120-15,-1 0 16</inkml:trace>
  <inkml:trace contextRef="#ctx0" brushRef="#br0" timeOffset="5479.6288">13603 1483 0,'0'0'15,"0"-40"1,0 80 78,0 0-79,0 1-15,0-1 0,0 0 0,40 0 0,-40 0 16,0 40-16,0-40 16,0 0-16,0 0 0,0 41 0,40-41 0,-40 0 15,0 0-15,0 0 0,0 0 16,-40-40 0,0-80-1,0 40 1,40 0-16,0 0 0,0 0 0,-40-1 0,40 1 15,0-40-15,0 40 0,0-40 16,0 0-16,0-1 0,40 1 0,-40 40 0,40-40 16,0 0-16,0 40 0,0-41 0,-40 41 0,40 40 15,-40-40-15,40 40 16,1 0-16,-1 40 0,0 0 16,-40 0-16,40 41 15,-40-41-15,0 0 0,0 40 0,0-40 0,0 40 16,0-39-16,0-1 15,-40 0-15,40 0 0,-80 0 0,80 0 0,-41 0 16,1 0-16,0-40 0,0 40 0,0-40 16,0 0-1,40-40-15,40 0 32,0 40-32,0 0 0,-40-40 15,40 40-15,0 0 0,1 0 16,-1 40-16,0 0 0,0-40 0,0 40 15,0-40-15,0 40 16,0 1-16,1-41 0,-1 0 16,0 40-16</inkml:trace>
  <inkml:trace contextRef="#ctx0" brushRef="#br0" timeOffset="5789.5893">14646 1965 0,'0'0'0,"-40"0"0,40-41 32,40 41-32,-40-40 0,80 40 15,-39-40-15,-1 40 0,0-40 0,0 0 16,0 0-16,-40 0 16,40 0-16,-40 0 0,0 0 15,-40-1 1,0 41-16,-40 0 15,40 41-15,-1-41 0,1 40 16,40 0-16,-40 0 0,0 0 0,0 0 0,40 0 16,0 0-16,-40 0 0,40 0 0,0 1 0,0-1 15,0 0-15,80 0 16,-40 0-16,0-40 0,0 0 16,1 0-16,-1 0 0,0 0 15</inkml:trace>
  <inkml:trace contextRef="#ctx0" brushRef="#br0" timeOffset="6059.6486">15649 1644 0,'-80'0'16,"160"0"-16,-240-40 16,120 40-16,40 40 15,0 80 1,40-80-16,0 0 15,-40 0-15,80 81 16,-40-41 0,-40-40-1,-40-40-15,0 0 16,0 0-16,-40 0 16,-1-80-1</inkml:trace>
  <inkml:trace contextRef="#ctx0" brushRef="#br0" timeOffset="6519.6219">16131 1724 0,'0'40'16,"-40"0"-1,40 121 1,0-121-1,0 0-15,0 40 16,0-40-16,0 80 16,0 1-1,0-81 1,-40-40 15,40-40-31,0 0 16,-81-161-1,81-80 17,81 81-17,39 160 1,-80 40 0,40 0-1,-40 40-15,1 0 16,-41 0-16,0 40 15,-161 81 1,-40-81 0,161-80-1,40 40-15,-40-40 16,40-40-16</inkml:trace>
  <inkml:trace contextRef="#ctx0" brushRef="#br0" timeOffset="6799.6048">16813 1844 0,'40'40'16,"-80"-80"-16,80 120 16,-40-39-16,-40-1 15,-40 40 1,40-80-16,-1 0 15,1 0 1,-80-80 0,120-1-1,80-39 1,0 80 0,-39 40-16,-1-40 0</inkml:trace>
  <inkml:trace contextRef="#ctx0" brushRef="#br0" timeOffset="7099.5869">17174 1644 0,'0'0'0,"0"40"15,0 0-15,0 0 0,0 80 32,-40-80-32,40 1 0,0-1 15,0 0-15,0 0 16,0-80 15,40 40-31,-40-40 0,40 0 16,40-1-16,-80 1 0,41 40 15,-1-40-15,0 40 16,0 0-16,-40 40 31,40-40-31,-40 40 16,0 1-16,0-1 15,40 0 1,0-40-16,0 0 0</inkml:trace>
  <inkml:trace contextRef="#ctx0" brushRef="#br0" timeOffset="7369.5721">18258 1483 0,'-41'0'16,"1"0"-16,-40 40 16,40 121-1,40-1 1,40-39 15,0-81-31,-40 0 0,0 0 16,-80 0-1,40-40-15,-41 0 16,41-40-16</inkml:trace>
  <inkml:trace contextRef="#ctx0" brushRef="#br0" timeOffset="7649.5557">18458 1764 0,'80'-40'16,"-39"40"-16,39-80 16,-40 40-1,-40 0-15,0-1 16,0 1-16,-40 40 16,-40 40-1,-41 121 16,121 39-15,80-160-16,-39 1 0,-1-1 16,0-40-16,40 0 15,-40 40-15,40-40 0,1 0 0,-41 0 0</inkml:trace>
  <inkml:trace contextRef="#ctx0" brushRef="#br0" timeOffset="9309.3887">9751 4491 0,'0'0'0,"0"-40"0,0 0 360,40 0-345,0 0-15,0 0 16,0 40 0,0 0-16,0 0 0,1 0 15,-1 0-15,0 0 16,-40 40-16,40-40 0,-40 40 0,0 0 0,40 0 15,-40 0-15,0 0 16,0 41-16,0-41 0,0 0 0,-40 40 0,40-40 16,-40 0-16,40 0 0,-80 0 0,39 0 0,41 1 15,-40-1-15,0-40 0,0 40 16,0-40-16,40 40 0,0-120 31,40 40-31,-40-1 0,40 1 16,0 0-16,0 0 0,1 0 15,-1 0-15,40 0 0,-40 0 0,0 0 0,0 0 16,0-1-16,1 1 0,-1 0 0,0 40 0,0-40 16,0 0-16,0 0 15,0 0-15,0 0 0,1 0 16,-41-1 0,-41 82 30,1 39-30,0-80-16,0 40 0,40 0 0,-40 0 16,40 0-16,-40 0 0,40 0 0,-40 1 0,40-1 15,0 0-15,0 0 16,0 0-16,0 0 0,80-40 0,-80 40 16,40-40-16,0 0 0,-40 40 15,40-40-15,0 0 0,1 0 0,-1 0 0,0 0 16,0 0-16</inkml:trace>
  <inkml:trace contextRef="#ctx0" brushRef="#br0" timeOffset="9599.4435">11316 4291 0,'-81'0'16,"162"0"-16,-202-40 16,81 40-1,0 40 1,0 0-16,40 0 0,0 0 0,-40-40 16,40 40-16,0 0 15,0 0-15,0 0 0,0 1 0,0-1 0,0 0 16,40 0-16,-40 0 0,40-40 15,-40 40-15,80-40 0,-80 40 0,40-40 0,1 0 16,-1 0-16</inkml:trace>
  <inkml:trace contextRef="#ctx0" brushRef="#br0" timeOffset="9989.3445">11556 4291 0,'0'0'15,"0"40"17,0 0-32,0 0 0,41 0 15,-41 0 1,40 0-16,-40 0 0,0 1 16,0-1-1,0-80 16,40 40-15,-40-41-16,40 41 0,0-40 0,0 0 0,0 40 16,0-40-16,-40 0 0,41 40 15,-41-40-15,40 40 0,0 0 0,-40 40 32,40 0-17,-40 0-15,0 0 16,0 0-16,0 1 0,0-1 15,-40-40 1,40 40-16,0 0 0</inkml:trace>
  <inkml:trace contextRef="#ctx0" brushRef="#br0" timeOffset="10269.4039">12560 4251 0,'-41'0'0,"41"40"47,41-40-47,-41 40 0,40-40 15,-40 40-15,0 0 16,40 0-16,-40 0 0,0 40 0,0 1 15,-40-41-15,40 0 16,-81 0-16,81 0 0,-40 0 0,0 0 0,0 0 16,0 0-16,40 1 0,-40-1 0,0 0 0,0 0 15,-1 0-15,1-40 16,0 40-16,0-40 0</inkml:trace>
  <inkml:trace contextRef="#ctx0" brushRef="#br0" timeOffset="10589.3102">13402 4692 0,'0'0'0,"0"-40"16,40 40-1,-40-40-15,81 40 16,-41-41-16,160 41 16,41 0-1,-80 0 16,-81 0-31</inkml:trace>
  <inkml:trace contextRef="#ctx0" brushRef="#br0" timeOffset="10759.3">13563 5053 0,'-40'40'16,"80"-80"-16,-121 80 0,81-80 31,81 40-31,-41 0 0,0 0 0,0 0 16,40 0-16,-40 0 0,41 0 0,-41 0 0,0-40 15,0 40-15,40-41 16</inkml:trace>
  <inkml:trace contextRef="#ctx0" brushRef="#br0" timeOffset="11289.2696">15248 4291 0,'-80'0'0,"160"0"0,-200-40 32,80 40-32,40 40 15,-41 80 1,41-80-16,0 40 15,0-40-15,0 81 16,81-1 0,-1-120-1,-40 0-15,0 0 16,0 0-16,81 0 16,39-160-1,1-41 16,-121 81-15,-40 80-16,-40 40 63,40 40-32,0 0-31,0 0 0,0 0 15,0 0-15,0 0 16,0 0-16,0 1 0,0-1 0,0 0 16,0 0-16,0 0 0,0 0 15,40-40-15,-40 40 16,40-40-16,0 40 0,0-40 16,0 0-16</inkml:trace>
  <inkml:trace contextRef="#ctx0" brushRef="#br0" timeOffset="11599.3262">16893 4130 0,'0'0'16,"0"40"0,-40 0-1,0 1 1,40-1-16,-40 0 0,0 160 31,40-160-31,-40 41 0,40-41 0,0 80 16,0-80-16,80 121 15,-80-121-15,80-40 0,0 80 16</inkml:trace>
  <inkml:trace contextRef="#ctx0" brushRef="#br0" timeOffset="11999.303">17495 4371 0,'0'40'16,"40"-40"-1,-40 40-15,0 0 16,40 0-16,-40 0 0,40 1 0,-40-1 16,0 0-16,0 0 15,0 0-15,41-80 31,-1 0-15,0 0-16,0 40 0,-40-40 16,40-1-16,0 41 0,0-40 15,0 40 1,1 40 15,-41 1-15,40-1-16,-40 0 0,0 0 15,40-40-15,-40 40 16,0 0-16,0 0 0,0 0 16,0 0-16</inkml:trace>
  <inkml:trace contextRef="#ctx0" brushRef="#br0" timeOffset="12239.2133">18819 4210 0,'0'0'15,"0"41"1,0-1 0,81 160-1,-41-120 1,-40-39-16,-40 159 15,40-160-15,-81 0 0,-79 121 16,120-121-16,-161 80 16,161-80-16</inkml:trace>
  <inkml:trace contextRef="#ctx0" brushRef="#br0" timeOffset="13269.1723">21748 4331 0,'-40'0'15,"40"-40"1,0 0 15,0 80 0,40 0-15,-40 0-16</inkml:trace>
  <inkml:trace contextRef="#ctx0" brushRef="#br0" timeOffset="13439.1441">21427 5093 0,'-80'120'31,"160"-240"-31,-280 360 16,200-199-16,-40-1 16,0 40-16,-1-40 15,1 0-15,-40 40 16,40-80-16</inkml:trace>
  <inkml:trace contextRef="#ctx0" brushRef="#br0" timeOffset="14089.1066">23514 4491 0,'0'0'15,"-40"0"1,40 40 15,40 41-15,0-41-16,-40 0 0,80-40 0,-80 40 15,41-40-15,-1 40 16,0-40-16,0 0 16,-40-40-16,40 0 15,-40 0-15,0 0 0,0-1 16,0 1-1,0 0-15,0 80 32,0 41-17,0-1-15,0-40 0,0 0 16,0 40-16,0-40 16,0 40-16,0 1 0,-40-1 0,40 0 0,-40-40 15,40 40-15,-40 1 0,0-1 16,-1-40-16,1 40 0,0-40 0,0 0 0,0 41 15,0-41-15,0-40 16,0 40-16,-1 0 0,1-40 0,0 0 0,0 40 16,0-40-16,0 0 0,0 0 0,40-40 15,-40 0-15,40 0 16,0 0-16,0-1 0,0 1 0,40 0 0,-40 0 16,80 0-16,-40-40 15,0 40-15,0 0 0,0 0 0,1-1 0,-1 1 16,0 0-16,40 0 0,-40 0 15,0 40-15,41-40 0,-41 40 0,40-40 0,-40 0 16,0 40-16</inkml:trace>
  <inkml:trace contextRef="#ctx0" brushRef="#br0" timeOffset="14369.168">25079 4531 0,'0'0'0,"-80"-40"15,-41 40 1,41 201 15,40-121-31,40-40 0,40 201 31,-40-201-31,0 40 0,120 40 16,-120-80-16,41 1 0,-1-1 0,0-40 16</inkml:trace>
  <inkml:trace contextRef="#ctx0" brushRef="#br0" timeOffset="14709.072">25480 4612 0,'0'0'16,"0"40"0,0 40-1,40 80 1,-40-80 15,0-39-31,41-82 16,39 1-1,-40 0-15,120-80 16,-39 80 15,-81 40-15,-40 40-16,0 0 16,0 0-16,-40 80 15,0 41 1,0-121-16,-1-40 15</inkml:trace>
  <inkml:trace contextRef="#ctx0" brushRef="#br0" timeOffset="14939.057">26764 4652 0,'0'40'31,"0"0"-15,-40 0-16,40 40 0,0-40 0,0 161 31,0-81-31,0-80 0,-40 161 32,-40-161-32,40 0 0,-81 40 15,81-80-15,-40 0 16</inkml:trace>
  <inkml:trace contextRef="#ctx0" brushRef="#br0" timeOffset="15149.1206">27727 5013 0,'0'-41'31,"0"82"-31,0-122 0,0 41 0,40 40 0,41-40 16,-41 40-16,201-40 31,-201 40-31,40 0 0,40 0 16,-80 40-16</inkml:trace>
  <inkml:trace contextRef="#ctx0" brushRef="#br0" timeOffset="15339.0335">27808 5574 0,'-41'0'15,"82"0"-15,-82 40 16,82-40-16,-1-80 16,0 80-16,201-40 15,-201 40-15,40-40 0,80 0 31,-119 0-31,-1 40 0</inkml:trace>
  <inkml:trace contextRef="#ctx0" brushRef="#br0" timeOffset="15639.0159">29172 4491 0,'0'-40'15,"0"80"-15,0-160 16,40 120-16,0-40 16,0 40-1,0 0-15,1 0 16,-1 0-16,-40 80 16,40 121-1,-80 39 16,-41-79-15,81-81-16,0-40 0,-80 80 31,80-80-31,-40-40 0</inkml:trace>
  <inkml:trace contextRef="#ctx0" brushRef="#br0" timeOffset="15799.0099">29052 5975 0,'0'0'0,"-81"40"16,41 0-1,40 0 1,40 1 15</inkml:trace>
  <inkml:trace contextRef="#ctx0" brushRef="#br0" timeOffset="15949.0107">29172 6697 0,'-40'0'32,"80"0"-32,-120 0 0,40-80 15,40 40-15,0 0 16,0-41-1</inkml:trace>
  <inkml:trace contextRef="#ctx0" brushRef="#br0" timeOffset="23228.5765">9550 6336 0,'-40'0'47,"40"40"31,0 0-78,0 0 0,40-40 16,-40 40-16,0 1 0,0-1 15,80-40-15,-80 40 0,40 0 0,-40 0 0,41 0 16,-1 0-16,0 0 16,-40 0-16,40 1 0,-40-1 0,40 0 15,-40 0-15,40-40 0,-40 40 16,40-40-16,-40 40 0,40-40 0,-40 40 0,41-40 15,-1 0-15</inkml:trace>
  <inkml:trace contextRef="#ctx0" brushRef="#br0" timeOffset="23678.6241">10152 6416 0,'0'-40'15,"0"0"-15,0 0 16,0 0-1,40 40-15,-40 40 47,-40-40-31,40 40-16,-40-40 0,40 40 16,-40-40-16,40 40 0,-40-40 15,40 40-15,-41 0 0,1 1 0,0-1 16,0 0-1,40 0-15,-40 0 0,0 0 0,0 0 0,0-40 16,-1 40-16,1 0 0,40 1 0,-40-41 0,0 40 16,40 0-16,-40-40 0,0 40 15,0 0-15,0 0 16,-1 0 0,41 0-1</inkml:trace>
  <inkml:trace contextRef="#ctx0" brushRef="#br0" timeOffset="24168.5207">10794 6376 0,'0'0'0,"-40"0"32,-40 40-1,39 0-31,1 0 0,40 1 16,-40-41-16,0 40 0,0 0 15,0 0-15,40 0 0,-40 0 0,0-40 16,40 40-16,0 0 15,-41 0-15,41 1 0,0-1 0,0 0 0,0 0 16,0 0-16,0 0 0,0 0 0,0 0 0,0 0 16,41 0-16,-1 1 15,0-1-15,0 0 16,0-40-16,0 0 16,0 0-16,0 0 0,1 0 15,-1-40-15</inkml:trace>
  <inkml:trace contextRef="#ctx0" brushRef="#br0" timeOffset="24828.5013">11115 6657 0,'0'0'0,"-40"0"16,40-40-1,40 40 17,0 0-17,81 40 1,79 0-1,-39-40 17,-1-40-17,-80 0 1,-80 80 15,-40 0-15,-40 0-1,-40 40 1,-41 81 15,41-41-15,40-80 0,39 0-16,1 0 31,80-40 0,1 0-15,-1 0-16,0 0 0,0 0 15,0 0-15,0 0 16,0 0-16,0 0 16,1 0-1,-1 0-15,0 0 16,0 0-1</inkml:trace>
  <inkml:trace contextRef="#ctx0" brushRef="#br0" timeOffset="25268.458">12319 6577 0,'40'0'47,"-40"40"-47,0 0 16,40-40-16,-40 40 16,0 0-16,0 0 0,0 40 0,0-39 15,0-1-15,0 0 0,0 0 16,0 0-16,0 0 0,0 40 0,0-40 0,0 0 15,0 1-15,0-1 0,-40 0 0,0 0 16,0 0-16,0 0 16,-1-40-16,1 0 0,0 0 0,40 40 15,-40-40-15,0 0 0,0 0 16</inkml:trace>
  <inkml:trace contextRef="#ctx0" brushRef="#br0" timeOffset="25598.513">12921 6938 0,'-40'0'32,"80"0"-32,0-40 15,40 40 1,-40 0-16,161 0 31,-1 0-15,-79 0-1,-41 0 1</inkml:trace>
  <inkml:trace contextRef="#ctx0" brushRef="#br0" timeOffset="25798.5006">13121 7339 0,'-80'40'16,"80"0"-16,80 0 16,1-40 15,-1 0-31,0 0 16,40 0-1</inkml:trace>
  <inkml:trace contextRef="#ctx0" brushRef="#br0" timeOffset="36697.8099">15649 6416 0,'-40'0'78,"0"0"-62,40-40 78,40 40-79,0 0-15,0 0 16,1 0-16,-1 0 0,40 0 0,-40 0 0,0 0 15,40 0-15,-39 0 0,-1 0 0,0 0 0,0 0 16,0 0-16,0 0 16,0 0-16,0 0 0,1 0 15,-1 0 1,0 0-16,-80 0 47,0 0-32,-1 0 1,1 0-16,0 40 0,0 0 16,0-40-16,0 40 15,0-40-15,0 41 0,-1-41 0,1 40 0,0 0 16,0-40-16,0 40 0,0 0 16,0-40-16,0 40 0,-1-40 0,1 40 0,0-40 15,40 40-15,-40-40 16,0 0-16,40 40 0,-40-40 0,40 41 15,40-41 32,0 0-31,0 0-16,0 0 0,0 0 16,1 0-16,-1 0 15,0 0-15,0 0 0,40 0 0,-40 0 0,0 40 16,1-40-16,-1 0 0,0 0 0,0 0 0,0 0 15,0 0 1,0 0-16,0 0 16,-40 40-1,41-40 1,-41 40 31</inkml:trace>
  <inkml:trace contextRef="#ctx0" brushRef="#br0" timeOffset="37327.7884">15047 7459 0,'-40'40'15,"40"0"48,0 0 15,40-40-78,1 0 0,-1 0 16,0 0-16,0 40 0,0-40 15,0 0-15,0 0 0,0 0 0,41 0 0,-41 0 16,40 0-16,0 0 0,-40 0 0,41 0 0,-1 0 15,0 0-15,0 41 16,1-41-16,-1 0 0,0 0 0,0 0 0,1 0 16,-1 0-16,0 0 0,0 40 15,1-40-15,-1 0 0,-40 0 0,40 0 0,-40 0 16,1 40-16,-1-40 16,0 0-16,0 0 0,0 0 0,0 0 0,0 0 15,0 40 1,1-40-16,-41 40 15,-41-40 79,1 0-78,0 0-16,0 0 0,0 0 15,0 0-15</inkml:trace>
  <inkml:trace contextRef="#ctx0" brushRef="#br0" timeOffset="38287.7745">14887 8261 0,'0'0'16,"-40"0"0,80 0 62,40 0-63,-40 0-15,0 0 0,1 0 16,-1 0-16,0 0 0,0 0 0,0 0 0,0 0 16,0 0-16,41 0 15,-41 0-15,0 40 0,0-40 0,0 0 16,0 0-16,0 0 15,-40 40 32,-40-40-47,0 0 16,40 40 0,-40 1-16,0-41 15,40 40 1,-40-40-16,0 0 0,40 40 0,-41-40 15,1 40-15,0-40 0,0 40 0,0-40 16,0 40-16,-40 0 16,39 0-16,1-40 0,0 40 0,0-40 15,0 40-15,0 1 16,40-1-16,-40-40 0,40 40 16,0 0-1,0 0 1,40-40 15,0 0-15,0 0-16,0 0 15,0 0-15,0 0 0,1 0 16,-1 0 0,0 0-16,0 0 15,0 0-15,0 0 0,0 0 16,0 0 15,1 0 0,-1 0-15,0 0 0</inkml:trace>
  <inkml:trace contextRef="#ctx0" brushRef="#br0" timeOffset="38737.7475">15810 8782 0,'-40'0'16,"80"0"-16,-80 41 78,80-41-78,0 0 16,0 0-16,0 0 0,0 0 15,0 0-15,1 0 16,-1 0-16,0 0 0,0 0 16,0 0-1,0 0-15,0 0 32,-80 0 14,40 40-46</inkml:trace>
  <inkml:trace contextRef="#ctx0" brushRef="#br0" timeOffset="39107.6628">17014 8782 0,'-41'0'16,"82"0"-16,-122-40 0,81 0 15,40 40-15,1 0 16,-41 40 46,0 0-46,0 1-16,0-1 16,0 0-16,0 0 0,0 0 15,-41 0-15,41 40 0,0-40 0,0 1 16,-40-1-16,40 0 0,-40 0 0,40 40 0,-40-40 15,40 0-15,0 0 16,-40 0-16,40 1 0,-40-41 0,40 40 0,-40 0 16</inkml:trace>
  <inkml:trace contextRef="#ctx0" brushRef="#br0" timeOffset="41807.5109">14646 4291 0,'-40'0'15,"40"-40"48,0-1-16,0 1 0,0 0-16,0 80 78,0 0-109,-40 1 16,40-1-16,0 0 15,0 0-15,0 0 0,0 0 0,0 0 16,0 0-16,0 0 16,0 1-16,-40-1 0,40 0 0,0 0 15,0 0-15,-40-40 16,40 40-16,0-80 31,40 40-31,-40-40 16</inkml:trace>
  <inkml:trace contextRef="#ctx0" brushRef="#br0" timeOffset="42847.5112">15007 3769 0,'40'0'32,"1"0"-1,-41 40-31,40-80 47,-40 80 15,0 1-62,0-1 16,0 0 0,0 0-16,0-80 78,40 0-63,-40 0 1,40 40-16,-40 40 47,0 0 0,0 0-16,0-80 63,0 0-47,-40 40-1</inkml:trace>
  <inkml:trace contextRef="#ctx0" brushRef="#br0" timeOffset="44197.3633">14927 3649 0,'-40'0'79,"40"40"-64,-40-40 16,0 0 16,40-40-15,0 0 124,40 40-156,0 0 15,0 0 1,0 0 0,0 40 15,-40 0-15,40-40-16,-40 40 0,0 0 15,0 0 1,0 1-1,0-1 1,0 0 0,0 0 15,0-80 78,0 0-109,0 0 16,41 40 0,-41-41-16,40 41 0,-40-40 15,40 40-15,0-40 0,0 40 16,0 0-1,-40-40-15,40 40 0,0-40 32,1 40-1,-41 40 0,40-40-15,-40 40-16,0 0 31,0 0-15,40-40 15,-40 41-31,40-41 16,0 40-1,0-40-15,0 0 16,-40 40-16</inkml:trace>
  <inkml:trace contextRef="#ctx0" brushRef="#br0" timeOffset="48277.1942">4414 9143 0,'0'0'0,"-40"0"16,0 0 0,40 41 62,0-1-63,0 0 1,0 0 0,0 0-1,0 0 1,40-40 0,-40 40-16,40 0 0,0 0 0,0 0 15,0-40-15,-40 41 0,40-1 0,-40 0 0,41 0 16,-1 0-16,-40 0 0,40 0 15,0-40-15,-40 40 0,40 0 0,0-40 0,-40 41 16,40-1-16,0 0 16,1 0-16,-1 0 15,0-40 17</inkml:trace>
  <inkml:trace contextRef="#ctx0" brushRef="#br0" timeOffset="48747.1668">5417 9464 0,'0'-40'16,"0"0"-16,0 0 16,0 80 46,-40-40-62,40 40 16,-40 0-16,40 0 0,-40 0 15,0-40 1,40 41-16,0-1 0,-41-40 0,41 40 0,-40 0 16,40 0-16,-40 0 0,40 0 15,-40 0-15,0 0 0,0 1 0,40-1 16,0 0-16,-40 0 16,40 0-16,-40 0 0,40 0 0,0 0 15,-41 0-15,41 0 0,-40 1 16,40-1-16,-40 0 15,40 0-15,-40 0 16,40 0 0,-40-40-16,40 40 0,-40-40 0</inkml:trace>
  <inkml:trace contextRef="#ctx0" brushRef="#br0" timeOffset="49227.1395">6300 9344 0,'-40'0'15,"80"0"-15,-80-40 16,-41 40 15,81 40-31,-80 40 16,80-40-16,-120 81 31,120-81-31,-40 0 0,40 120 16,-81 41-1,81-161-15,0 0 16,0 0-16,41 40 16,39-40-1,-80 0-15,80-40 0,-40 41 0,81-41 31,-41 0-31,-40 0 0</inkml:trace>
  <inkml:trace contextRef="#ctx0" brushRef="#br0" timeOffset="49797.0332">6460 9825 0,'0'-40'0,"0"80"0,0-120 31,40 80-15,81 0 0,-41 0-1,40 0 1,1-80-1,-81 80 1,-40-40-16,40 40 16,-40 40 15,-40 0-15,40 0-16,-40-40 15,40 40-15,-40 0 0,40 0 16,-40-40-16,40 40 0,-41-40 0,41 41 15,-40-41-15,40 40 16,0 0-16,-40-40 0,40 40 0,-40-40 0,40 40 16,-40-40-16,40 40 15,-40-40-15,40 40 0,-40 0 16,80-40 46,0 0-62,0 0 0,-40-40 16,40 40-16,0 0 16,0 0-16,1 0 0,-1 0 15,0-40-15,0 40 16,0 0-16,0 0 0,0 0 16,0 0-16</inkml:trace>
  <inkml:trace contextRef="#ctx0" brushRef="#br0" timeOffset="50157.0329">7464 9585 0,'0'0'16,"0"-41"0,40 41-1,0 0 1,40 41 0,-40-1-1,0-40-15,0 160 16,-40-120-16,0 81 31,-40-81-31,-40 80 16,80-80-16,-40 0 0,0 0 15,-81 81 1,81-81 0</inkml:trace>
  <inkml:trace contextRef="#ctx0" brushRef="#br0" timeOffset="50507.0078">8346 9785 0,'-40'0'0,"80"0"0,-120 0 32,120 0-32,40 0 15,-39 0-15,119 0 31,-120 0-31,121 0 16,-121 0-16,0 0 0,40 0 16,0 0-1</inkml:trace>
  <inkml:trace contextRef="#ctx0" brushRef="#br0" timeOffset="50727.0516">8346 10347 0,'-40'0'15,"80"0"-15,-160 0 16,120 40-16,80-40 16,0 0-1,1 0-15,-1 0 0,0 0 0,81 0 31,-121 0-31,0 0 0,0 0 0,80-40 32,-79 40-32,-1-41 0</inkml:trace>
  <inkml:trace contextRef="#ctx0" brushRef="#br0" timeOffset="50996.9655">9390 10026 0,'-41'-40'16,"82"80"-16,-162-120 15,161 80 1,0 0 0,-40 40-16,81-40 0,-81 40 0,40-40 15,0 40-15,0 0 0,0-40 0,0 40 0,0 0 16,-40 0-16,41-40 0,-1 40 15,0-40-15,-40 40 0,40 1 0,0-1 0,0-40 16,-40 40-16,40 0 16,0 0-1</inkml:trace>
  <inkml:trace contextRef="#ctx0" brushRef="#br0" timeOffset="51296.9429">9911 10146 0,'-80'-40'15,"160"80"-15,-200-200 16,80 160-16,0 40 62,40 0-46,0 0-16,-41 0 16,1 0-16,40 0 0,0 0 0,-40 0 0,0 1 15,40-1-15,-40 0 16,40 0-16,-40 0 0,40 0 0,-40-40 16,40 40-16,0 0 0</inkml:trace>
  <inkml:trace contextRef="#ctx0" brushRef="#br0" timeOffset="51746.9909">10553 9905 0,'0'0'15,"-40"0"-15,0 0 16,0 0-16,40-40 15,-40 40 1,0 81 15,-1 79-15,41-120 0,0 0-16,0 121 15,41-121-15,-41 0 0,0 0 0,40 0 16,-40 0-16,0 0 0,80 0 15,0-40 17,-40-40-32</inkml:trace>
  <inkml:trace contextRef="#ctx0" brushRef="#br0" timeOffset="52276.8874">10754 10186 0,'-40'0'0,"80"0"0,-120-40 31,120 40-31,0 0 16,40 0 0,-40 0-16,0 0 0,1 0 0,-1 0 15,0 0-15,0-40 0,0 40 0,0 0 16,-40-40-16,40 40 0,0 0 15,-80 0 48,40 40-63,-40 0 16,0-40-16,40 40 15,0 0 1,-40-40-16,40 40 0,-40-40 0,0 40 15,40 1-15,-40-41 0,40 40 16,-41 0-16,1 0 0,40 0 0,-40 0 16,0 0-1,40 0-15,40-40 32,0 0-17,-40-40-15,81 40 16,-41 0-1,0-40-15,0 40 0,0 0 16,0 0-16,0 0 16,0 0-16,1 0 0,-1 0 15,0 0-15,0 0 16,0 0-16,0 0 16,-40-40-16</inkml:trace>
  <inkml:trace contextRef="#ctx0" brushRef="#br0" timeOffset="52596.8728">11516 10026 0,'0'0'0,"-40"0"0,40-40 15,40 40 1,0 0-1,1 0 1,-1 40-16,0 40 16,0-80-16,-40 40 0,0 80 31,0 41-15,-80-1-1,80-120-15,-121 41 16,81-81-16,0 40 15,0-40-15</inkml:trace>
  <inkml:trace contextRef="#ctx0" brushRef="#br0" timeOffset="52916.93">12118 10146 0,'-40'0'15,"80"0"-15,-80-40 16,80 40-16,0 0 16,41 40-1,-81 80 1,0-80-1,0 121 1,0-121-16,-41 120 31,41-119-31,0-1 0,0 0 16,0 0 0</inkml:trace>
  <inkml:trace contextRef="#ctx0" brushRef="#br0" timeOffset="53376.8278">12359 10627 0,'-40'0'16,"40"-40"0,40 40-16,0 0 15,-40-40-15,40 40 16,0 0-16,0 0 0,1 0 0,-1 0 0,0 0 15,-40-40-15,40 40 16,-40-40-16,40 0 16,-40 0-1,0 0-15,-80-1 16,80 1 0,-40 40-16,40-40 15,-40 40 1,40-40 15,0 80 0,0 0-15,0 0-16,0 1 0,0-1 16,0 0-16,-41-40 0,41 40 0,0 0 15,0 0-15,0 0 16,0 0-16,0 0 0,0 1 0,0-1 15,0 0 1,0 0-16,0 0 0,0 0 16,41-40-1,-1 0-15</inkml:trace>
  <inkml:trace contextRef="#ctx0" brushRef="#br0" timeOffset="53726.8782">13202 10146 0,'0'0'15,"-41"0"1,41 80 15,0 0-15,-40 41-1,0 79 17,0-160-32,40 81 15,0-81-15,40 0 0,0 0 0,81 0 31,-81-40-31,0 0 0,0-40 0</inkml:trace>
  <inkml:trace contextRef="#ctx0" brushRef="#br0" timeOffset="54256.8109">13643 10547 0,'0'-40'31,"0"80"-31,0-120 0,40 80 0,0 0 31,0 0-31,81 0 16,-81 0-16,0 0 16,0 0-1,0 0-15,0 0 31,41-40-15,-81 80 31,-41-40-47,41 40 16,-40-40-16,40 40 0,-40 0 0,40 0 15,-40-40 1,0 40-16,0 1 0,0-1 15,0-40-15,40 40 16,-41 0-16,41 0 16,41-40 15,-1 0-15,0 0-16,0 0 15,0 0-15,-40-40 0,40 40 0,0 0 16,0 0-1,1 0-15,-1 0 16,0 0 0,0 0-16,-40-40 0,40 40 0,-40-40 15,40 40-15,0 0 16,0 0-16</inkml:trace>
  <inkml:trace contextRef="#ctx0" brushRef="#br0" timeOffset="54566.8309">14726 10266 0,'0'0'16,"0"-40"-16,0 0 16,41 40-1,-1 0-15,0 0 0,0 80 31,0-40-31,-40 1 0,0 39 16,0 120 0,0-160-16,-120 121 31,120-121-31,-40 0 0,-81 80 16,81-80-1</inkml:trace>
  <inkml:trace contextRef="#ctx0" brushRef="#br0" timeOffset="55056.7243">15970 10627 0,'-80'-40'16,"40"40"-16,0 0 15,80 0 32,0 0-31,40 0-16,-40 0 0,1 0 15,-1 0-15,0 0 0,0 0 16,0 0-16,0 0 0,0 0 0,41 0 0,-41 0 16,0 0-16,0 0 0,0 0 0,0 0 15,0 0 1</inkml:trace>
  <inkml:trace contextRef="#ctx0" brushRef="#br0" timeOffset="55286.786">16131 10948 0,'-40'40'15,"80"-80"-15,-120 80 0,39 0 16,82-40-1,39 0-15,161 40 32,-41-40-17,-79-40 1,-81 40-16,120-40 16</inkml:trace>
  <inkml:trace contextRef="#ctx0" brushRef="#br0" timeOffset="56346.7242">18498 10226 0,'0'0'16,"-40"0"-16,0 0 16,0 0-1,80 0 17,80 0-17,-39-40 1,-41 40-16,0 0 0,80-40 15,41 0 17,-41 0-17,-80 40 1,-80 0 93,0 0-77,40 40 14,-40-40-14,40 40-32,0 0 15,-40-40 32,40 40-31,-40 0-16,40 0 15,0 1-15,-40-1 16,-1-40-16,41 40 0,-40 0 0,40 0 0,-40-40 16,0 40-16,0 0 15,0 0-15,0 0 0,0 1 16,-1-1 0,41 0-16,-40-40 15,80 0 16,1 0-15,-1 0 0,0 0-16,0 0 0,0 0 15,0 0 1,0 0-16,0 0 0,1 0 16,-1 0-16,0 0 15,0 0 1,0 0-16,0 0 0,0 0 15,0 0 1,1 0-16,-1 0 0</inkml:trace>
  <inkml:trace contextRef="#ctx0" brushRef="#br0" timeOffset="56746.7012">18017 11229 0,'-40'0'16,"80"0"-16,-121 40 16,81 0-16,-40-40 15,121 40 1,119 0 15,-160-40-31,241 0 16,-200 0-16,79 0 15,1 0-15,200 0 32,-121 40-17,-39 41 1,-121-81-16,-40 40 0,41 0 15,39 40 17,-160-80-17</inkml:trace>
  <inkml:trace contextRef="#ctx0" brushRef="#br0" timeOffset="57516.5807">17495 12031 0,'0'0'16,"40"0"15,0 0-31,0 0 16,1 0-16,-1 0 0,0 0 16,0 0-16,0 0 0,0 0 0,0 0 15,0 0-15,1 0 16,-1 0-16,0-40 0,0 40 15,0 0-15,0 0 16,-80 0 62,40 40-62,-40-40-1,40 40-15,-40-40 0,0 0 0,0 40 16,40 0-16,-41-40 0,1 40 16,0-40-16,40 41 15,-40-41 1,40 40-16,-40-40 0,40 40 0,-40 0 16,40 0-16,-40-40 0,40 40 15,-40 0-15,-1-40 16,41 40-16,0 0 0,-40-40 15,40 40 1,-40-40 0,80 0 15,-40-40-31,40 40 16,1 0-16,-1 0 0,0 0 0,0 0 15,0 0-15,-40-40 0,40 40 16,0 0-1,0 0-15,1 0 32,-1 0-32,0 0 15,0 40-15,0-40 0,0 0 16,0 0-16,1 0 0,-1 0 0</inkml:trace>
  <inkml:trace contextRef="#ctx0" brushRef="#br0" timeOffset="57766.5653">18619 12312 0,'0'0'0,"-40"0"32,80 0-17,80 0 1,0 0-1,-79 0-15,39 0 32,40 0-17,-120-40-15</inkml:trace>
  <inkml:trace contextRef="#ctx0" brushRef="#br0" timeOffset="58026.6263">19461 12071 0,'0'0'0,"0"-40"0,-40 0 31,0 40-31,40 40 32,0 0-17,0 0-15,0 81 31,-80 39-15,40-40 0,40-80 15</inkml:trace>
  <inkml:trace contextRef="#ctx0" brushRef="#br0" timeOffset="58996.5143">21668 10066 0,'0'-40'31,"0"0"-15,0 80 31,-40 0-47,0 0 0,0 0 15,40 0-15,-40 0 0,0 0 0,40 0 16,-41 1-16,1-1 15,0 40-15,0-40 0,0 0 0,0 40 0,40-40 16,-40 41-16,0-41 0,40 40 16,-41-40-16,41 40 0,-40-40 0,40 41 0,-40-1 15,40-40-15,-40 40 16,0 0-16,40 1 0,-40-41 0,40 40 0,0-40 16,-40 0-16,40 40 0,0-40 0,0 41 0,0-41 15,0 0-15,0 0 0,0 0 16,0 0-16,0 0 0,0 40 0,40-39 0,-40-1 15,0 0-15,40 0 16,-40 0-16,0 0 0,40-40 0,-40 40 0,0 0 16,0 0-16,40-40 0,-40 40 15,40 1-15,-40-1 16,40-40 0,1 0-1,-1 0-15,-40 40 0,40-40 16,0 0-1,-40-40 1,0 0 0,-40 40-1,40-41-15</inkml:trace>
  <inkml:trace contextRef="#ctx0" brushRef="#br0" timeOffset="75415.6191">22070 10347 0,'40'0'16,"0"0"62,0-81-62,0 81-16,0 0 0,0-40 0,0 0 15,1 40 1,-1-40-16,0 40 0,0 0 0,0 0 15,0 0 1,-40 40-16,0 0 16,0 40-1,-40-39-15,40-1 0,-40 0 16,40 0-16,-40 0 0,0 0 0,40 0 16,-40 0-16,-1 0 15,1 1-15,40-1 16,40-40 31,1 0-32,-1 0-15,0 0 0,-40 40 0,40-40 16,-40 40 0,40-40-16,-40 40 0,0 0 15,0 0 1,0 0-16,-40 0 0,0 0 15,0 1 1,0-1-16,-1-40 0,41 40 0,-40-40 16,0 0-16,0 40 0,0-40 15,0 0-15,40 40 0,-40-40 0,0 0 0,-1 0 16,1 0-16,0-40 16,40 0-1</inkml:trace>
  <inkml:trace contextRef="#ctx0" brushRef="#br0" timeOffset="76045.5058">22992 10387 0,'0'-40'0,"41"40"47,-1 0-47,0-41 0,0 41 16,0 0-16,0 0 0,0 0 15,-40-40-15,40 40 0,1 0 0,-1 0 0,0 0 16,0-40-16,0 40 15,0 0-15,0 0 0,0 0 16,-80 0 15,40 40 1,-40 0-32,40 1 15,-40-1 1,0 0-16,0-40 0,40 40 0,0 0 15,-40 0-15,0-40 16,40 40-16,-41 0 0,41 0 0,-40 1 16,40-1-16,-40 0 15,40 0-15,0 0 0,-40-40 0,40 40 16,0 0 0,40-80 30,-40 0-30,40 40-16,-40-40 16,40 40-16,1 0 0,-1 0 0,-40-40 15,40 40-15,0 0 0,0 0 0,0 0 16,0 0 0,0 0-16,1 0 0,-1 0 15</inkml:trace>
  <inkml:trace contextRef="#ctx0" brushRef="#br0" timeOffset="76315.5631">24076 10708 0,'-40'-41'15,"80"82"-15,-40-82 31,40 41-31,40 0 16,41 0 0,-81 0-16,80 0 15,-80 0-15,0 0 16,41-80 0,-41 80-1,-40-40-15</inkml:trace>
  <inkml:trace contextRef="#ctx0" brushRef="#br0" timeOffset="76585.5493">24477 10347 0,'0'0'31,"-40"-41"-31,40 122 47,0-41-47,0 40 16,0-40-16,0 0 16,0 0-16,0 0 0,0 1 15,0-1-15,0 0 16,0 0-16,0 0 0,0 0 15</inkml:trace>
  <inkml:trace contextRef="#ctx0" brushRef="#br0" timeOffset="77425.4293">25119 10266 0,'-40'0'16,"80"0"171,-40-40-155,-40 40 30,0 0-46,40 40 15,0 0-31,0 1 0,40-1 16,-40 0-16,0 0 15,0 0-15,0 0 0,0 0 16,40-40-16,-40 40 15,0 0-15,40-40 47,0 0-31,0 0 0,1 0-16,-1 0 15,0 0 1,0 0-16,-40 41 31,0-1-31,-40 0 16,40 0-16,-40-40 15,0 40-15,-1 0 0,1 0 0,0-40 0,0 40 16,0 0-16,0-40 0,0 40 0,0-40 16,-1 0-1,1 0-15</inkml:trace>
  <inkml:trace contextRef="#ctx0" brushRef="#br0" timeOffset="77665.4861">25239 10266 0,'0'0'15,"-40"0"1,40-40-16,40 0 15,81 0 1,39-40 15,-119 80-31,-1 0 0,0 0 0,0 0 16</inkml:trace>
  <inkml:trace contextRef="#ctx0" brushRef="#br0" timeOffset="77975.4659">25962 9905 0,'0'0'15,"40"0"64,-40 41-64</inkml:trace>
  <inkml:trace contextRef="#ctx0" brushRef="#br0" timeOffset="78825.4168">22712 11670 0,'-41'40'0,"1"-40"15,0 0 1,80 0 109,0 0-109,1 0-1,-1 0 1,0 0-16,0 0 0,0 0 15,0 0-15,0 0 0,0 0 16,1 0-16,-1 0 0,40 0 0,-40 0 0,0 0 16,0 0-16,0 0 15,41 0-15,-41 0 0,40 40 0,-40-40 0,40 0 16,-39 0-16,39 40 0,0-40 0,-40 0 0,40 0 16,1 0-16,-1 0 0,-40 0 15,40 0-15,1 0 0,-1-40 0,0 40 0,-40 0 16,40-40-16,-39 40 15,39 0-15,-40 0 0,0 0 0,0 0 0,0 0 16,0 0-16,1 0 0,-1 0 16,0 0-16,0 0 0,0 0 15,0 0-15,0 0 16,0 0 0,1 0-16</inkml:trace>
  <inkml:trace contextRef="#ctx0" brushRef="#br0" timeOffset="79685.2943">22712 12392 0,'0'-40'16,"40"40"15,0 0-15,0 0-1,0 0 1,0 0 0,0 0-16,0-40 15,1 40-15,-1 0 0,0 0 0,0 0 16,0-40-16,0 40 16,0 0-16,0 0 15,1 0 1,-1 0-1,-80 40 17,-1-40-17,41 40 1,0 0-16,-40-40 16,40 40-16,-40 0 15,40 0 1,-40 0-16,0 0 15,0 1-15,0-1 0,0 0 0,-1 0 16,1 0 0,0 0-16,0 0 0,40 0 0,-40-40 15,40 40-15,-40 1 0,40-1 16,40-40 62,-40-40-78,40 40 0,0 0 16,0-41-1,0 41-15,1 0 0,-1 0 0,0-40 16,0 40-16,0 0 0,0 0 0,0 0 16,0 0-1,1 0-15,-41-40 0,40 40 16</inkml:trace>
  <inkml:trace contextRef="#ctx0" brushRef="#br0" timeOffset="79945.2771">23715 12713 0,'-81'-40'15,"162"80"-15,-121-80 16,120 40 15,80 0-15,-39 0 0,-41 0-1,80 0 1</inkml:trace>
  <inkml:trace contextRef="#ctx0" brushRef="#br0" timeOffset="80455.2657">24678 12472 0,'-40'0'31,"-1"0"47,41 40-78,0 0 0,-40 0 16,40 1 0,-40-1-16,40 0 15,0 0-15,0 0 0,0 0 0,40 0 16,-40 0 0,0 0-16,81-40 0,-81 41 0,0-1 15,40-40-15,0 0 0,0 0 16,0 0-16,0 0 15,0 0 1,-40-40-16,0-1 0,40 1 16,-40 0-1,-80 40-15,40 0 16,0 0 0,0 0-16,40 40 15,-40-40-15,0 0 0,-1 0 31</inkml:trace>
  <inkml:trace contextRef="#ctx0" brushRef="#br0" timeOffset="81405.2107">26323 9625 0,'0'0'0,"0"40"16,0 0 0,40 0-1,0-40-15,81 40 31,-81 0-31,0 0 16,0 0-16,-40 41 16,40-1-16,-40 120 15,80 41 1,-80 120 0,0 0 15,-120 40-16,-41 0 1,41-40 0,0-80 15,120-241-31</inkml:trace>
  <inkml:trace contextRef="#ctx0" brushRef="#br0" timeOffset="86524.9694">5056 10266 0,'-40'0'141,"40"-40"-125,-40 40 30,0 0 95,40 40-141,-41-40 0,1 40 16,0 1-1,0-1 1,40 0-16,-40-40 0,40 40 0,-40 0 16,0 0-16,0 0 15,40 0-15,-41-40 0,41 40 0,-40-40 16,40 41-16,-40-41 0,40 40 15,-40 0-15,0 0 0,0 0 16,0 0 0,0-40-16,40 40 0,-41-40 0,41 40 15,-40-40-15,40 40 0,-40-40 0,40 40 0,-40-40 16,40 41-16,-40-41 16,40 40-16,-40-40 15,80 0 141,-40-40-124</inkml:trace>
  <inkml:trace contextRef="#ctx0" brushRef="#br0" timeOffset="93154.5247">7102 13194 0,'0'40'0,"40"-40"16,-80 0 31,40 40 78,40-40-110,1 0 1,-1 0-16,0 0 0,0 0 16,0 0-16,0 0 0,-40 40 15,40-40-15,1 0 0,-1 0 16,0 0-16,0 0 0,0 0 16</inkml:trace>
  <inkml:trace contextRef="#ctx0" brushRef="#br0" timeOffset="93464.4924">7142 13916 0,'0'40'16,"0"0"15,41-40-31,-1 0 16,-40 40-1,40-40-15,0 0 0,0 0 0,0 0 16,0 0-1,1 0-15,-1 0 0,-40 40 0,40-40 0,0 0 16</inkml:trace>
  <inkml:trace contextRef="#ctx0" brushRef="#br0" timeOffset="98264.2873">9390 13074 0,'0'40'0,"-41"-40"0,1 0 31,40 40 63,-40-40-79,0 0 1204,0 0-797,0 0-406,40 40-16,40-40 312,-80 0 188,0 0-469,40-40 32,40 40-32,0 0 0,0 0-15,0 0 15,-40-40-31,40 40 0,0 0 16,1 0-1,-1-40-15,0 40 0,0 0 16,0 0-16,0 0 0,0 0 16,0 0-1,1 40-15,-1-40 0,0 0 0,0 0 16,0 0-16,0 0 0,0 0 16,0 0-16,1 0 0,-1 0 0,0 0 15,0 0-15,-40-40 16,40 40-16,0 0 0,-40 40 62,0 0-46,-40 0-16,40 0 16,-40-40-16,0 40 15,0-40-15,0 40 0,-1 0 16,1-40-16,0 41 15,0-41-15,0 40 0,0-40 0,0 40 16,0-40-16,-1 40 0,1 0 0,0-40 0,0 40 16,0-40-16,0 40 0,40 0 15,-40-40-15,0 40 0,-1 1 0,1-41 16,40 40 0,-40 0-16,80-40 46,0 0-30,1 0-16,-1 0 0,0 0 0,0 0 16,0 0-16,0-40 0,0 40 0,0-40 15,1 40-15,-1 0 16,0 0-16,0 0 0,0 0 0,0 0 16,-40-41-1,40 41-15,0 0 0,1 0 0,-1 0 16,0 0-1,0 41-15,0-1 16,0-40-16,-40 40 16,40-40-1,0 40-15,1-40 0,-1 0 16,0 0-16</inkml:trace>
  <inkml:trace contextRef="#ctx0" brushRef="#br0" timeOffset="98734.2595">10955 13034 0,'0'0'16,"0"-40"-16,-41 40 63,1 0-48,0 0 1,40 40-16,-40 0 15,0 0 1,40 0-16,-40-40 0,40 40 0,-40 0 16,-1 0-16,41 0 0,-40 0 0,40 1 0,-40-1 15,40 0-15,-40 0 0,40 0 16,0 0-16,0 0 0,0 0 0,0 0 16,0 1-16,40-41 15,-40 40-15,40 0 0,0 0 0,1 0 16,-41 0-16,40-40 15,0 0-15,-40 40 0,40-40 0,0 0 16,0 0-16,0 0 16</inkml:trace>
  <inkml:trace contextRef="#ctx0" brushRef="#br0" timeOffset="100384.1637">11356 13314 0,'-40'0'15,"0"0"-15,40-40 16,-41 40 0,41-40-16,41 40 31,-1 0-16,0 0 1,0 0-16,0 0 16,0 0-16,0 0 0,0 0 15,1 0-15,-1 0 16,0 0-16,0 0 0,0 0 0,0 0 16,0 0-16,0 0 15,1 0-15,-41 40 219,0 0-141,0 0-31,0 1 15,0-1 1,0 0-63,-41-40 16,41 40-16,-40-40 15,40 40-15,0 0 0,-40-40 0,40 40 16,-40-40-16,0 40 15,0-40 1,40 40-16,-40-40 0,0 0 16,-1 0-1,41 41-15,-40-41 16,0 0 0,80 0 62,0 0-63,1-41-15,-1 41 16,0 0-16,0 0 16,0 0-1,0 0 1,0 41-1,-40-1-15,0 0 16,0 0 0,0 0-1,0 0-15,-40-40 16,40 40-16,-40 0 16,0-40-16,40 40 15,-40-40 1,40 40-16,-40-40 0,0 0 0,-1 41 15,1-41 1,0 0-16,0 0 0,0 0 16,0 0-1,40-41 1</inkml:trace>
  <inkml:trace contextRef="#ctx0" brushRef="#br0" timeOffset="101324.1085">12479 13635 0,'-40'-40'31,"0"0"-31,80 80 141,0-40-141,0 0 0,1 0 15,-1 0-15,0 0 16,0 0-16,0 0 0,0 0 16,0 0-16,0-40 0,1 40 0,-1 0 15,0 0 1,0 0 0,-40 40 77,-40-40-77,0 0 0,40 40-16,-40-40 15,40 40-15,-41-40 16,1 40-16,0 1 0,0-1 15,0 0 1,0-40-16,0 40 0,40 0 0,-40 0 16,-1-40-16,1 40 0,0 0 0,40 0 15,-40 0 1,40 1 0,80-41 15,-40 0-16,1 0-15,-1 0 0,0-41 16,0 41-16,0 0 0,0 0 31,0 0-31,0 0 16,1 0-16,-1 0 16,0 0-16</inkml:trace>
  <inkml:trace contextRef="#ctx0" brushRef="#br0" timeOffset="101624.0924">13282 13916 0,'0'0'0,"-40"0"16,80 0 15,0 0-15,40 0-16,-40 0 15,0 0-15,1 0 0,-1 0 16,0 0-16,0 0 0,0 0 0,-40-40 15,40 40-15,0 0 16,0 0-16,1 0 0,-1-40 16,0 40-16</inkml:trace>
  <inkml:trace contextRef="#ctx0" brushRef="#br0" timeOffset="102004.012">13683 13675 0,'-40'0'16,"0"0"0,40 40 15,0 1-15,0-1-1,0 0-15,0 0 0,0 0 16,-40 0-1,40 0-15,-40 0 0,40 0 16,0 0-16,-41 1 16,41-1-1</inkml:trace>
  <inkml:trace contextRef="#ctx0" brushRef="#br0" timeOffset="102953.9417">14566 13595 0,'0'-40'47,"-40"40"15,0 0-46,-1 0-1,1 0-15,0 0 0,0 0 16,40 40-16,-40-40 16,0 0-1,40 40 48,0 0-63,0 0 47,40-40-16,-40 41-15,40-41-1,-40 40-15,0 0 31,0 0-15,40-40 31,-40 40-47,40-40 16,0 0 15,-40 40-31,0 0 15,0 0-15,-40 0 16,0 0 0,0 1-16,0-41 0,0 40 15,0 0 1,0-40-16,40 40 0,-41-40 16,1 0-16,0 0 15,40-40-15,-40 40 16,40-40-1,0 0-15</inkml:trace>
  <inkml:trace contextRef="#ctx0" brushRef="#br0" timeOffset="103653.901">14927 13274 0,'0'40'47,"80"-40"-47,-80 40 16,40-40-16,1 0 15,-41 41-15,40-41 0,-40 40 0,40-40 16,-40 40-16,40 0 16,-40 0-16,0 0 0,0 0 15,0 0-15,0 0 16,0 1-16,0-1 0,-40 0 0,40 0 15,-40 0-15,40 0 0,-40 0 0,-1-40 0,1 40 16,0 0-16,0 0 16,0 1-16,0-41 0,0 40 0,0 0 0,-1-40 15,1 40-15,40 0 0,-40-40 16,0 40-16,0-40 0,0 40 0,0-40 16</inkml:trace>
  <inkml:trace contextRef="#ctx0" brushRef="#br0" timeOffset="105043.8924">9028 14638 0,'-40'0'0,"0"40"16,0-40-16,80 0 63,0 0-32,0 0-31,1 0 0,-1 0 15,0 0-15,0 0 0,0 0 16,0 0-16,0 0 0,0 0 16,1 0-16,-1 0 0,0 0 0,40 0 0,-40 0 15,0 0-15,0 0 16,1 0-16,-1 0 0,0 0 0,0 0 0,0 0 16,0 0-16,0 0 0,0 0 15,1 0-15,-1 0 0,0 0 0,0 0 0,0 0 16,0 0-16,0 0 15,0 0-15,1 0 0,-1 0 0,0 0 0,0 0 16,0 0-16,0 0 0,0 0 0,0 0 0,1 0 16,39 0-16,-40 0 0,0 0 15,0 0-15,0 0 0,1 0 0,-1 0 0,40 0 16,-40 0-16,0 0 16,40 40-16,-39-40 0,39 0 0,-40 0 0,0 0 15,40 0-15,-40 0 0,1 40 16,-1-40-16,0 0 0,0 0 0,0 0 15,0 40-15,0-40 0,0 0 0,1 0 16,-1 0 0,0 0-16,0 0 0,0 0 0,0 0 0,0 0 15,0 0-15,1 0 0,-1 0 16,0 0-16,0 0 0,40 0 0,-40 0 0,0 0 16,1 0-1,-1 0-15,0 0 0,0 0 16,0 0-1,-40-40-15,40 40 16,0 0-16,-40-40 0,40 40 16,1 0-1,-1 0-15,0 0 16,0 0-16,0-40 16,0 40-16,0 0 0,0 0 15,1 0 1,-1 0-16,0 0 15,0 0 1,0 0 0,0 0-16,0 0 15,0 0 1,1 0-16,-1 0 0,0 0 16,0 0-16,0 0 15,0 0-15,0 0 0,0 0 16,1 0-1,-1 0-15,-40 40 0,40-40 0,0 0 0,0 0 16,0 0-16,0 0 0,0 0 0,1 0 16,-1 0-16,0 0 15,0 0-15,0 0 16,0 0 0,0 0-16,0 0 15</inkml:trace>
  <inkml:trace contextRef="#ctx0" brushRef="#br0" timeOffset="105973.8399">9470 14798 0,'40'0'0,"0"0"16,0 0-1,-40 40 48,0 0-32,-40-40 94</inkml:trace>
  <inkml:trace contextRef="#ctx0" brushRef="#br0" timeOffset="106353.7424">9510 14878 0,'0'41'78,"-40"-41"-78,40 40 0,-40-40 16,40 40-16,-40-40 15,40 40-15,-41-40 0,1 40 16,40 0-16,-40 0 15,40 0-15,-40 0 16,40 1-16,0-1 0,0 0 0,0 0 0,0 0 16,0 0-16,0 0 15,0 0-15,0 0 0,0 0 0,0 1 0,40-41 16,-40 40-16,40 0 16,-40 0-16,0 0 0,40-40 15,1 0-15,-41 40 16,40-40-16,0 0 0,0 0 15,0 40-15,0-40 16,0 0-16</inkml:trace>
  <inkml:trace contextRef="#ctx0" brushRef="#br0" timeOffset="107063.7789">9951 15400 0,'0'-40'31,"40"40"-15,1 0 0,-1 0-16,0 0 0,0 0 15,0 0-15,0 0 16,0 0-16,0 0 0,1 0 0,-41-40 0,40 40 16,0 0-16,0 0 15,0 0-15,0 0 16,0 0-1,-40 40 32,-40 0-31,40 0-16,-40-40 16,40 40-16,-40-40 0,0 40 0,0 0 15,0-40-15,-1 40 16,41 0-16,-40-40 0,40 41 0,-40-41 0,40 40 15,-40-40-15,40 40 0,-40-40 0,40 40 16,-40-40-16,40 40 16,-40-40-16,80 0 78,0 0-63,0 0-15,0 0 0,0-40 16,0 40-16,1 0 0,-1 0 16,0 0-16,0 0 15,0 0-15,0 0 0,0 0 16,0 0 0,1 0-16,-1 0 0,0 0 15,0 0 1</inkml:trace>
  <inkml:trace contextRef="#ctx0" brushRef="#br0" timeOffset="107303.6868">11035 15681 0,'-40'0'15,"80"0"-15,-40 0 16,40-41-16,40 41 16,-40 0-1,0 0-15,1 0 0,-1 0 16,0 0 0,0 0 15</inkml:trace>
  <inkml:trace contextRef="#ctx0" brushRef="#br0" timeOffset="107663.7401">11877 15360 0,'0'0'16,"0"40"62,0 0-78,0 0 15,0 0-15,-40-40 0,40 40 0,0 0 0,0 0 16,0 1-16,0-1 16,-40 0-16,40 0 0,-40 0 0,40 0 0,0 0 15,0 0-15,0 0 0,0 1 16,0-1-16</inkml:trace>
  <inkml:trace contextRef="#ctx0" brushRef="#br0" timeOffset="108083.7164">12399 15400 0,'-40'0'16,"40"-40"-1,80 40 16,-40 0-31,0 40 16,41 40 0,-41-40-16,-40 80 15,0-79-15,-80-1 0,39 40 32,41-40-32,-40 0 0,40 0 0,-80 0 15,80 0-15,-120 81 16,80-81-16,-1 0 0,-39 40 15</inkml:trace>
  <inkml:trace contextRef="#ctx0" brushRef="#br0" timeOffset="108733.6796">13643 15440 0,'-40'0'16,"40"40"-16,-40-40 0,-81 40 15,81-40-15,0 0 16,-40 80 0,40 81 15,40-81-31,0-40 0,0 121 31,80-161-31,-80 40 0,0 40 16,0-40-16,0 0 0,40 0 15,0 0 1,40-40-16</inkml:trace>
  <inkml:trace contextRef="#ctx0" brushRef="#br0" timeOffset="109323.6025">13884 15881 0,'-40'-40'16,"40"0"-16,40 0 31,0 40-15,0 0-16,40 0 15,-40 0-15,121-40 16,39 0-1,-159 40 1,-1 0-16,-80 0 63,40 40-63,-41 0 15,41 0-15,-40-40 16,40 40-16,-40-40 0,0 40 0,0 0 15,0 0-15,0-40 0,0 40 16,40 1-16,-41-41 16,1 40-16,0-40 0,40 40 0,-40-40 15,40 40-15,-40-40 0,40 40 16,-40-40-16,40 40 0,40-40 62,0 0-62,0 0 16,0 0-16,0-40 0,1 40 16,-1 0-1,0 0-15,0 0 0,0 0 16,0 0 0,0 0-16,0 0 15,1 0 1</inkml:trace>
  <inkml:trace contextRef="#ctx0" brushRef="#br0" timeOffset="109593.6323">14847 16082 0,'0'-40'0,"0"80"0,-40-80 0,0 40 16,-1 0-16,1 0 0,121 0 31,-1 0-31,-40 0 16,120 0 0,-39 0 15,-81 0-31,40 0 15,-40 0-15</inkml:trace>
  <inkml:trace contextRef="#ctx0" brushRef="#br0" timeOffset="110123.5969">15850 15721 0,'0'-40'15,"-40"40"16,0 40-15,0-40-16,-1 40 16,41 0-16,-40-40 0,40 40 15,0 0-15,-40-40 16,40 40-16,0 0 0,-40-40 0,40 40 0,0 1 16,0-1-16,0 0 15,0 0-15,0 0 16,0 0-1,80-40 1,-40 0-16,1 0 0,-1-40 16,0 40-1,-40-40-15,40 40 0,-40-40 0,-40 40 32,0 0-17,40-40-15,-40 40 0,-1 0 16,1 0-16,0 0 0,0 0 15,0 0-15,0 0 32</inkml:trace>
  <inkml:trace contextRef="#ctx0" brushRef="#br0" timeOffset="110513.501">16211 15640 0,'40'0'15,"0"0"1,-40-40-16,40 40 0,1 0 16,-1 0-16,0 0 15,-40 40-15,40-40 0,-40 41 16,0-1-1,0 0-15,0 0 0,-40-40 0,40 40 16,-40 0-16,40 0 0,-40 0 0,-1 0 0,1 1 16,0-1-16,0 0 0,0 40 15,0-40-15,-40 0 0,-1 0 0,1 0 0,0 0 16</inkml:trace>
  <inkml:trace contextRef="#ctx0" brushRef="#br0" timeOffset="162180.4983">17936 14437 0,'0'0'0,"-40"0"0,0 0 0,40-40 16,80 40 15,-39 0-16,-1 40 1,0-40 0,0 0-16,0 0 0,0 0 15,0 0-15,1 0 0,-1 0 0,0 0 0,0 0 16,0 0-16,0 0 0,0 0 16,0 0-16,1 0 15</inkml:trace>
  <inkml:trace contextRef="#ctx0" brushRef="#br0" timeOffset="162380.4863">18017 14878 0,'-40'41'15,"80"-82"-15,0 41 31,0 0-15,40 0-16,-40 0 0,1 0 16,39-40-16,-40 40 0,0 0 0,0-40 0,40 40 15,-39-40-15,-1 40 0,0-40 0</inkml:trace>
  <inkml:trace contextRef="#ctx0" brushRef="#br0" timeOffset="163070.5188">19863 13876 0,'0'0'15,"-41"-40"1,41 0 15,41 40-31,-1 0 16,-40-40-16,40 40 15,0 0-15,0 0 0,0 0 16,0 0-16,-40 40 0,40-40 0,-40 40 16,41 0-16,-41 0 15,0 0-15,0 0 0,0 0 16,0 0-16,-41 0 15,1 1-15,40-1 0,-40-40 0,40 40 16,-40-40-16,0 40 0,0-40 16,40 40-16,40-40 47,0 0-47,0 0 0,0 0 15,41 0 1,-41 0-16,-40 40 0,40-40 15,-40 40 1,0 0-16,0 0 0,-40 1 16,-41-1-1,41-40-15,0 40 0,0 0 0,0-40 0,-40 40 16,40-40-16,-1 40 0,1-40 0,-40 40 0,40-40 16,40 40-16,-40-40 15,0 0-15,0 0 0,40-40 31</inkml:trace>
  <inkml:trace contextRef="#ctx0" brushRef="#br0" timeOffset="163690.4827">20705 13996 0,'-40'0'31,"80"0"-31,-80-40 0,80 40 16,40 0-16,1 0 15,119 0 17,-39-40-17,-41 40 1,-80 0 0,-80 0 15,0 40-16,-40 40 1,80-40-16,-121 41 31,41 79-15,-40-40 0,40-39-1,120-41 16,120-40-15,-39-81 0,-1 41-1,0 0 17,-80 0-17,1 0-15</inkml:trace>
  <inkml:trace contextRef="#ctx0" brushRef="#br0" timeOffset="164130.3853">21668 13675 0,'0'-40'16,"0"80"-16,0-160 16,40 120-16,0 0 15,1 0 1,119 0-1,-120 120 1,-80 41 15,-80-41-15,39-80 0,122-40-1,79-40 16,41 0-15,-81 40 0,0-40-1</inkml:trace>
  <inkml:trace contextRef="#ctx0" brushRef="#br0" timeOffset="164470.4379">22471 14197 0,'0'-40'15,"0"80"-15,40-80 32,0 40-17,0 0-15,0 40 0,0-40 16,41 0-16,-41 0 16,0 0-16,0 0 0,0 0 0,0 0 0,41-40 15,-41 40-15,0 0 0,0 0 16,0 0-16,0-41 0,0 41 15,0 0 1</inkml:trace>
  <inkml:trace contextRef="#ctx0" brushRef="#br0" timeOffset="164770.4203">22992 13916 0,'-40'0'0,"80"0"0,-120 0 16,80 40 15,0 0-15,0 40-16,-40-40 15,40 1-15,0-1 0,-40-40 16,40 40-16,0 0 0,0 0 0,0 0 0,-40 0 16,40 0-1,0 0-15,0 1 16</inkml:trace>
  <inkml:trace contextRef="#ctx0" brushRef="#br0" timeOffset="165580.3726">24156 13796 0,'0'0'31,"-40"0"-15,0-40 0,-40 40-1,-41 0 16,1 40-15,-1 0 0,41-40-1,40 40 17,80 0 30,-40 0-31,40-40-15,-40 40-16,0 0 0,0 0 16,0 0-16,-40 1 15,40-1-15,-40 0 0,40 0 16,-40-40-1,40 40-15,0 0 16,40-40 0,0 0-16,0 0 15,0 0-15,-40-40 0,41 40 0,-1 0 16,0-40 0,0 40-16,0 0 15,0 0 1,0 0-16,-40 40 15,0 0 1,0 0-16,0 0 0,0 0 16,-40-40-16,40 41 15,-40-41-15,40 40 0,-40-40 0,0 0 16,40 40-16,-40-40 0,0 0 0,-1 40 16,1-40-16,0 0 15,0 0-15,0 0 0,0 0 0,0 0 16,0 0-1</inkml:trace>
  <inkml:trace contextRef="#ctx0" brushRef="#br0" timeOffset="166350.2764">24357 13996 0,'0'0'16,"-40"0"-16,40-40 15,40 40-15,0 0 32,120-40-32,-79 40 15,119-40 1,-79 40 0,-121-40 15,-41 80 0,41 0-31,-40-40 16,0 120-1,-40 41 1,0-121 0,40 40-1,-81 40 1,41-39-1,40-41 17,40 0-17,40-40 1,40 0 0,-40-40-1,41 40 1,39-40-1,40 40 1,-119-41 0,-1 41-1,-80 41 63</inkml:trace>
  <inkml:trace contextRef="#ctx0" brushRef="#br0" timeOffset="167860.2415">20344 15480 0,'-40'0'0,"0"0"0,0 0 16,0 0-1,-1 0-15,1 0 0,0 0 32,0 0-32,0 0 15,0 0 17,0 0-17,0 0 1,-1 0-1,41 40-15,-40-40 0,0 0 16,40 40 0,-40-40-1,40 40 17,40-40-32,0 0 15,0 0-15,1 0 16,-1 0-1,0 0-15,0 0 0,0 0 16,0 0-16,0 0 0,0 0 16,1 0-16,-1 0 0,0 0 0,40 0 0,-40 0 15,0 0-15,41 0 0,-41 0 0,40 0 0,-40 0 16,0-40-16,40 40 16,1 0-16,-41 0 0,40 0 0,-40 0 0,40 0 15,1 0-15,-1 0 0,0 0 16,0 0-16,1 0 0,-1 0 0,0 0 0,0 0 15,1 0-15,-1 0 16,0 0-16,1 0 0,-41-40 0,40 40 0,0 0 16,-40 0-16,41 0 0,-41 0 0,40 0 0,-40-40 15,0 40-15,40 0 0,-39 0 16,-1 0-16,0 0 0,0 0 0,0 0 0,-40-40 16,40 40-16,0 0 15,0 0-15,1 0 0,-1 0 0,0 0 16,0 0-16,0 0 0,0 0 15,0 0-15,0 0 0,1 0 0,-41-40 16,40 40-16,0 0 16,0 0-16,0 0 0,0 0 15,0 0-15,0 0 0,1 0 0,-1 0 16,0 0-16,0 0 16,0 0-16,0 0 0,0 0 15,0 0-15,1 0 16,-1-40-16,0 40 0,0 0 15,0 0-15,0 0 0,-40-40 16,40 40-16,0 0 0,1 0 0,-1 0 0,0 0 16,0 0-16,0 0 0,0-40 0,0 40 0,0 0 15,1 0-15,-1 0 16,0 0-16,-80 0 78</inkml:trace>
  <inkml:trace contextRef="#ctx0" brushRef="#br0" timeOffset="173179.9333">19341 16402 0,'0'0'0,"-40"0"15,80 0 157,0 0-156,0 0-16,0 0 0,-40-40 15,40 40-15,1 0 0,-1 0 0,0 0 16,0-40-16,0 40 16,0 0-16,0 0 15,0 0-15,1 0 32,-41 40-17,0 0 141,0 1-140,-41-41 0,41 40-16,-40-40 0,40 40 0,-40 0 15,0 0-15,0 0 0,0 0 16,40 0 0,-40 0-16,40 1 0,-40-41 0,40 40 0,-41 0 15,41 0-15,-40-40 0,40 40 16,-40 0-16,80-80 62,-40 0-46,40 40 15,1 0-31,-1 0 16,0 40-16,0-40 15,0 0-15,0 0 0,0 0 16,0 0-16,1 0 16,-1 0-16,0 0 0,-40-40 15,40 40-15,0 0 0,0 0 16,0 0 31</inkml:trace>
  <inkml:trace contextRef="#ctx0" brushRef="#br0" timeOffset="173739.8999">20224 16122 0,'0'0'16,"0"-40"-16,0 0 31,40 40-31,0-41 0,0 41 16,-40-40-16,40 40 0,0 0 15,0 0-15,-40 40 16,41 1-16,-41-1 16,0 0-1,0 0-15,0 0 0,0 0 16,0 0-16,-41 0 15,1-40-15,40 40 0,-40 0 16,0-40 0,40 41-1,40-41 17,0 0-32,0 0 15,1 0 1,-1 0-16,0 0 0,0 0 0,0-41 15,0 41-15,0 0 16,0 0-16,1-40 0,-1 40 0,0 0 16,-40-40-16,40 40 0,0 0 0</inkml:trace>
  <inkml:trace contextRef="#ctx0" brushRef="#br0" timeOffset="174139.8761">21307 16723 0,'0'0'16,"-40"40"-16,0-40 0,0 0 16,80 0 15,0 0-31,40 0 15,-40 0-15,-40-40 0,81 40 0,-41 0 16,0 0 0,0 0-16,0 0 0,0 0 0,0 0 0,0 0 15,1 0-15,-1 0 0</inkml:trace>
  <inkml:trace contextRef="#ctx0" brushRef="#br0" timeOffset="174869.8331">22551 16242 0,'-40'0'31,"0"0"-31,40 40 16,-40-40-16,40 40 31,40-40 16,0 0-47,0 0 15,0 0-15,0 0 0,0 0 0,1 0 0,-1 0 16,0 0-16,0 0 16,0 0-16,0 0 0,0 0 15,0 0-15,-80 0 63,40 40-32,-40-40-31,40 40 16,0 1-16,0-1 0,-40-40 15,40 40-15,-40-40 16,40 40-16,0 0 0,-40-40 0,40 40 0,-40 0 16,40 0-16,-40 0 0,40 1 15,0-1-15,0 0 0,-41-40 0,41 40 0,0 0 16,0 0-1,0 0-15,41-40 0,-1 0 16,0 0 0,0 0-16,-40-40 0,0 0 15</inkml:trace>
  <inkml:trace contextRef="#ctx0" brushRef="#br0" timeOffset="175199.7392">22350 16763 0,'0'0'0,"-40"0"32,80 0-17,41 0-15,79 0 32,-80 0-32,-39 0 0,79-80 31,-80 80-31,0 0 0,40 0 15,-39-40-15</inkml:trace>
  <inkml:trace contextRef="#ctx0" brushRef="#br0" timeOffset="176249.7532">23675 16362 0,'0'0'16,"-41"0"0,82 0 15,-1 0-31,80 0 31,-40 0-31,81 0 31,-1 0-15,-79 0 0,-41 0-16,0 0 15,0 0-15,-80 0 16,40 40 0,-40-40-16,40 41 31,-40-41-31,40 40 15,-41-40 48,41 40-47,-40-40-16,0 40 15,0-40 16,40 40-15,-40-40-16,40 40 16,-40 0-16,0 0 0,0-40 15,40 40-15,-41-40 0,1 41 0,0-1 16,0-40-16,40 40 16,-40-40-16,40 40 0,-40-40 0,40 40 15,-40-40-15,80 0 47,-40-40-47,40 40 16,0 0 15,0 0 0,0 0-15,0 0-1,1 0-15,-1 0 0,0 0 0,0 0 16,0 0-16,0 0 16,0 0-16,0 0 0,1 0 0,-1 0 15,0 0-15,0 0 0,0 0 0,0 0 16,-80 0 31,0 40-16,40-80 0</inkml:trace>
  <inkml:trace contextRef="#ctx0" brushRef="#br0" timeOffset="176979.7099">25480 16603 0,'-40'0'32,"0"0"30,80 0 1,0 0-48,0 0-15,1 0 0,-1 0 0,0 0 0,0 0 16,0 0-16,40 0 15,-40 0-15,1 0 0,-1 0 0,0 0 0,0 0 16,0 0-16,0 0 0,0 0 16,0 0-16,1 40 0,-1-40 0,0 0 15,-40 40-15</inkml:trace>
  <inkml:trace contextRef="#ctx0" brushRef="#br0" timeOffset="177359.6885">25922 16322 0,'0'0'16,"-40"-40"-1,40 80 48,0 0-63,0 0 0,0 1 15,0-1-15,-41-40 16,41 40-16,0 0 0,-40 0 0,40 0 0,0 0 16,0 40-16,0-39 15,0-1-15,-40 0 0,40 0 0,0 0 0,0 0 16,0 0-1,0 0-15,80-40 0,-39 0 16,-1 0-16,0 0 16</inkml:trace>
  <inkml:trace contextRef="#ctx0" brushRef="#br0" timeOffset="177919.6553">27166 16082 0,'0'0'15,"-41"0"-15,1 0 16,40-40 0,-40 40-1,40 120 17,-80 0-17,0-40 1,80-40-16,-40 1 0,-1 39 15,1-40-15,40 40 16,0-40-16,0 40 16,40 1-1,81-41 1,-81-40 0,0 0-16,40-40 15,-80 0-15,0-1 16,-40 41-1,0 0 1,0 0-16,0 41 0,0-41 16,0 40-16,-1 0 15,1-40-15,0 40 0,0 0 32,0 0-17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23:09.3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11677 2366 0,'0'-40'16,"0"80"77,0 0-93,40-40 0,-40 40 16,0 0-16,0 0 16,40 0-16,-40 0 0,0 0 0,0 0 15,0 1 1,0-1-16,0 0 0,0 0 0,0 0 0,0 0 16,0 0-16,0 40 0,-40-39 15,40-1-15,0 0 0,-40 40 0,40-40 0,-40 0 16,40 0-16,-40 40 0,40-39 0,0-1 0,-41 0 15,41 0-15,-40 0 16,0 0-16,40 0 0,-40 0 0,0 0 16,0 1-16,0-1 15,0 0-15,-1-40 0,41 40 0,-40-40 16,40 40 0,-40-40-16,0 0 0,40 40 15,-40-40-15,0 40 16,0-40-16,40 40 0,-40-40 0,-1 0 15,41 40-15,-40-40 0,0 40 0,0-40 0,0 0 16,40 41-16,-40-41 16,0 0-16,-1 40 0,1-40 0,-40 40 0,40-40 15,0 0-15,0 0 0,0 40 16,-1-40-16,1 0 0,0 0 16,0 0-1,0 0-15,0 0 0,0 0 0,0 0 16,-1 0-16,1 0 0,0 0 0,0 0 0,0 0 15,-40-40-15,40 40 0,-1 0 16,1 0-16,-40 0 0,40 0 0,0 0 0,0 0 16,-41 40-16,41-40 15,0 0-15,0 0 0,0 0 0,0 0 0,-40 0 16,39 0-16,-39 40 16,40-40-16,0 0 0,0 0 0,0 0 15,0 0-15,-1 0 16,1 0-16,0 0 0,0 0 0,0 0 15,0-40-15,0 40 0,0 0 0,-1 0 0,1 0 16,0 0-16,0 0 0,0 0 16,0 0-16,0 0 0,0 0 0,-1 0 0,1 0 15,0 0 1,0 0-16,0 0 0,0 0 0,40-40 16,-40 40-16,0 0 0,-1 0 15,1 0-15,0 0 0,0 0 16,0-40-16,0 40 0,0 0 0,0 0 15,-1 0-15,1-40 16,0 40-16,0 0 0,0 0 0,0 0 16,0 0-16,-1 0 0,1 0 15,0-41-15,0 41 0,0 0 0,0 0 16,0 0-16,0 0 16,-1 0-16,1 0 0,0-40 0,0 40 0,0 0 15,0 0-15,0 0 16,0 0-16,-1 0 0,1 0 15,0 0-15,0 0 0,0 0 16,0 0 0,0 0-16,0 0 15,-1 0 1,1 0 31,0 0-16,0 0-31,0 0 31,0 0-31,0 0 0,0 0 16,-1 0 0,1 0-16,0 0 15,0 0 16,80 0 63,-40-40-78</inkml:trace>
  <inkml:trace contextRef="#ctx0" brushRef="#br0" timeOffset="4319.7499">2608 2847 0,'-40'0'31,"0"0"-31,80 0 78,0 0-78,0 0 16,0 0-1,1-40-15,39 0 0,0 0 16,-40 40-16,0-41 0,0 41 16,1 0-16,-1-40 0,40 40 0,-40-40 0,0 40 15,0 0-15,0-40 16,1 40-16,-1 0 0,0 0 0,0 0 0,0 0 16,-40 40-16,40-40 15,-40 40-15,0 0 0,0 1 16,0-1-16,0 0 0,0 0 31,-40 0-31,0-40 0,0 40 16,0-40-1,40 40-15,-40 0 0,-1-40 0,41 40 16,-40-40-16,40 41 16,-40-41-16,0 40 0,0-40 15,40 40-15,-40 0 0,0 0 0,40 0 16,0 0-16,-40-40 0,40 40 15,0 0-15,-41 0 0,41 1 0,0-1 0,0 0 16,0 0 0,-40 0-16,40 0 15,40-80 32,1 40-47,-41-40 0,80 40 0,-40-40 16,0 40-16,0 0 0,0-40 0,0 40 0,1 0 15,-1-40-15,0 40 0,0 0 16,40 0-16,-40-41 0,1 41 0,-1 0 16,0 0-16,0 0 15,0 0-15,0 0 0,0 0 16,0 0-16</inkml:trace>
  <inkml:trace contextRef="#ctx0" brushRef="#br0" timeOffset="4849.7214">3772 2085 0,'0'0'0,"40"0"16,-40-40-16,40 40 0,-40-40 15,0 0 1,40 40-16,0 0 15,1 0-15,-1 0 16,0 0-16,0 40 16,0 0-16,-40 0 15,0 0-15,0 0 16,0 0-16,0 0 0,-40-40 16,40 40-16,-40-40 15,40 41-15,-40-1 0,0-40 0,40 40 16,-41-40-16,1 0 0,80 0 47,1 0-32,-1 0-15,0-40 0,0 40 0,40-40 0,-40 40 16,0 0-16,1 0 0,39-41 16,-40 41-16,0 0 0,0 0 0,0 0 0,41-40 15,-41 40-15,0 0 0,0 0 0</inkml:trace>
  <inkml:trace contextRef="#ctx0" brushRef="#br0" timeOffset="5199.7716">4574 3047 0,'0'0'15,"-40"0"1,40-80 0,121 40-1,39 0 16,-39 40-31,-81 0 0,120 0 32,-120 0-32,0 0 0,1 0 15,-1 0 1</inkml:trace>
  <inkml:trace contextRef="#ctx0" brushRef="#br0" timeOffset="7009.6666">5658 2446 0,'40'0'47,"0"0"-47,0 0 0,0-40 16,0 40-1,1-40-15,-1 40 0,0 0 0,0 0 0,0 0 16,0 0-16,0 0 0,0 0 0,1 0 0,-1 0 15,0 0-15,0 0 0,0 0 16,0 0-16,0 0 0,0 0 31,1 0-15,-122 0 15,81 40-15,0 0-1,-40-40-15,40 40 0,-40-40 0,0 40 16,40 0-16,-40 0 0,0 0 16,40 0-16,-40 41 0,-1-41 0,1 40 0,0 0 15,40 0-15,-40-39 16,40 39-16,-40 0 0,0-40 0,40 40 0,-40-40 16,40 41-16,0-41 0,0 0 15,-40 0-15,40 0 0,0 0 0,0 0 16,40-40-1,-40-80 1</inkml:trace>
  <inkml:trace contextRef="#ctx0" brushRef="#br0" timeOffset="7249.6527">5778 3088 0,'0'0'0,"-40"0"32,40-41-32,0 1 15,40 40 1,121-80 0,-81 80-1,0-40-15,121 40 16,-161 0-16,0-40 0,0 40 0</inkml:trace>
  <inkml:trace contextRef="#ctx0" brushRef="#br0" timeOffset="7839.5484">6781 2727 0,'-40'0'15,"80"0"17,41 0-17,-41 0-15,0 0 0,0-41 0,0 41 16,0 0-16,0-40 0,0 40 0,1 0 0,-1 0 15,0 0-15,0-40 16,0 40-16,0 0 0,0-40 0,1 40 0,-1 0 16,0 0-16,0 0 15,-40 40 17,0 0-17,-40-40-15,0 40 16,40 1-16,-40-41 15,40 40-15,-41 0 0,1-40 0,40 40 16,0 0-16,-40 0 16,0 0-16,40 0 0,-40 0 0,40 1 15,-40-1-15,40 0 0,-40-40 16,40 40-16,-41 0 0,41 0 0,-40-40 0,40 40 16,-40 0-1,40-80 32,40 40-47,0 0 16,1 0-16,-1 0 15,-40-40-15,40 40 0,0 0 0,0 0 0,0 0 16,0 0-16,1 0 0,-1 0 16,0 0-16,40 0 0,-40 0 0,40 0 0,-39 0 15,39 0-15</inkml:trace>
  <inkml:trace contextRef="#ctx0" brushRef="#br0" timeOffset="8089.6039">8146 3168 0,'-40'0'15,"80"0"-15,-121 0 0,81-40 16,0 0-16,41-1 0,39 1 31,-40 40-31,241-80 16,-241 80-16,40 0 0,41 0 15,-81 0-15,120 0 32,-120 0-32,0 0 15</inkml:trace>
  <inkml:trace contextRef="#ctx0" brushRef="#br0" timeOffset="8379.5139">8627 2526 0,'-120'-40'16,"80"40"-16,40 40 47,0 0-32,0 40-15,0-40 0,-40 1 0,40 39 16,0-40-16,0 40 0,-41-40 16,41 40-16,0 1 0,0-41 0,0 40 0,-40-40 15,40 40-15,0-40 0,0 0 0,40 1 16,-40-1-16,41-40 15,39 0-15</inkml:trace>
  <inkml:trace contextRef="#ctx0" brushRef="#br0" timeOffset="8799.4918">9550 2526 0,'0'-40'15,"0"80"-15,-40-80 16,0 40 0,40 40-16,-40-40 15,0 80-15,40 0 0,-41-39 16,41-1-16,0 0 0,0 0 15,-40 0-15,40 0 0,0 40 0,0-40 0,0 1 16,0-1-16,0 0 16,0 0-16,40-40 0,-40 40 0,41-40 0,-41 40 15,40-40-15,0 0 16,0 0-16,0 0 0,-40-40 0,40 40 0,-40-40 16,40 40-16,-40-40 15,0 0-15,0 0 0,0-1 16,0 1-16,-40 40 0,0 0 15,-40 0-15,40 40 16,0-40-16,-1 41 0,1-1 0,0-40 16,0 40-16,0 0 15,40 0-15,-40-40 0,40 40 0</inkml:trace>
  <inkml:trace contextRef="#ctx0" brushRef="#br0" timeOffset="13939.2635">13643 2847 0,'0'-40'0,"0"0"16,40 40 0,-40-40-16,0-1 0,40 41 15,0 0-15,-40-40 0,40 40 0,1 0 0,-41-40 16,40 40-16,0 0 0,0 0 15,0 0-15,0 0 0,0 0 0,0 40 16,1 0 0,-41 1-16,0-1 0,0 0 15,0 0-15,0 0 0,0 0 16,-41 0-16,1 0 0,40 0 0,-40 1 16,0-1-16,40 0 15,-40-40-15,0 40 0,40 0 0,-40 0 0,0-40 16,40 40-16,40-40 31,0 0-15,40 0-1,-40 0-15,0 0 0,0 40 16,1-40-16,-41 40 0,40 0 16,-40 1-16,40-41 0,-40 40 0,0 0 15,0 0-15,-40 0 0,0 0 16,-41 0-1,41-40-15,-40 0 0,40 40 16,0-40-16,0 0 16,-1 0-16,1 0 0,0 0 0,0 0 0,0 0 0,0-40 15,0 40 1,40-40-16,-40 0 0</inkml:trace>
  <inkml:trace contextRef="#ctx0" brushRef="#br0" timeOffset="14539.1564">14927 2807 0,'-40'40'15,"0"-40"-15,120 0 32,-40-40-32,0 40 15,41 0-15,-41-40 16,40 40-16,0 0 0,-40 0 0,41-40 0,-1 40 0,-40-41 16,0 41-16,40 0 0,-40 0 0,1 0 15,-1-40-15,-40 80 47,-81-40-47,41 41 16,0-1-16,0-40 15,40 40-15,-40 0 0,0-40 0,40 40 0,-40-40 16,40 40-16,-40 0 0,-1 0 16,41 0-16,-40 1 0,40-1 0,-40 0 0,0 0 15,40 0-15,-40 0 0,0 0 0,40 0 0,-40 0 16,0 0-1,40 1-15,-41-41 0,41 40 0,-40-40 16,80 0 31,1-40-47,-1 40 0,0 0 16,0 0-16,0-41 0,0 41 0,0 0 0,0 0 15,1 0-15,-1 0 0,0 0 16,0 0-16,0 0 0,0 0 15,0 0-15,0 0 16,1 0-16,-1 0 0,0 0 16,0 0-1</inkml:trace>
  <inkml:trace contextRef="#ctx0" brushRef="#br0" timeOffset="15019.1261">15850 2366 0,'0'0'16,"0"-40"-16,-40 40 0,40-41 0,0-39 31,160 40-15,1 80-1,-81 0 1,-80 0-16,80 81 16,-80-81-16,0 0 15,-40 40-15,40-40 0,-120 81 31,80-121-31,40 40 0,-40 0 16,40-80 0,80 0 15,-40 40-31,120-81 16,-119 81-16,-1 0 0,120 0 15,-120 0-15,41 0 16,-41 0-16,40 0 15,-40 0-15</inkml:trace>
  <inkml:trace contextRef="#ctx0" brushRef="#br0" timeOffset="15279.1501">16813 3328 0,'-40'0'15,"80"0"-15,-80 40 16,120-40-16,-80-40 0,40 40 16,281-120-1,-40 80 1,-40 40 15,-121 0-31</inkml:trace>
  <inkml:trace contextRef="#ctx0" brushRef="#br0" timeOffset="15559.0967">17575 2807 0,'-40'-40'16,"40"80"31,-40 0-47,40 0 0,0 0 0,0 0 15,-40 0-15,40 0 0,0 41 16,0-41-16,0 0 0,-40 40 0,40-40 0,0 0 16,0 40-16,0-39 15,0-1-15,0 0 0,0 0 0,0 0 16,0 0-16</inkml:trace>
  <inkml:trace contextRef="#ctx0" brushRef="#br0" timeOffset="16339.0892">18779 2686 0,'-80'0'47,"80"-40"-31,-40 40-1,0 0-15,0 0 0,-1 0 16,1 0-16,0 0 16,40 40-16,-40-40 0,0 0 0,0 0 31,0 0-15,40 41 77,0-1-93,0 0 0,0 0 16,-40-40-16,40 40 16,0 0-16,0 0 0,-41 0 0,41 0 0,0 1 15,0-1-15,0 0 0,0 0 0,0 0 0,0 0 16,0 0-16,0 0 15,41-40-15,-41 40 16,40-40-16,0 0 16,0 0-16,0 0 15,0-40 1,0 40-16,0 0 0,1 0 16,-1 40-16,-40 0 15,0 1 1,40-1-16,-40 0 15,0 0 1,0 0-16,-80-40 0,80 40 0,-41-40 16,1 40-16,0-40 0,0 0 15,0 40-15,0-40 0,0 0 0,0 40 0,-1-40 16,1 0-16,0 0 16,0 0-16,0 0 15</inkml:trace>
  <inkml:trace contextRef="#ctx0" brushRef="#br0" timeOffset="17029.0845">19060 3088 0,'0'0'0,"-40"0"32,80 0-17,121-41 1,-81 41-16,80-40 15,1 0 17,-41 0-17,-160 120 48,40-40-32,-40 1-31,40-1 0,-40 0 16,40 0-1,-40-40-15,40 40 0,-40 0 0,40 0 0,-41 0 16,1-40-16,40 40 0,-40 0 16,40 1-16,-40-1 0,0 0 0,40 0 15,-40 0-15,0 0 0,0 0 16,40 0-16,-41 0 15,82-40 32,-41-40-47,80 40 16,-40 0-16,0-40 16,0 40-16,0 0 0,0 0 0,1-40 15,-1 40-15,0 0 16,0 0-16,0 0 0,0 0 15,0 0 1,0 0-16,-40-40 16</inkml:trace>
  <inkml:trace contextRef="#ctx0" brushRef="#br0" timeOffset="18708.9866">20826 2446 0,'-41'0'47,"41"40"140,0 0-171,0 0-16,0 0 16,0 0-1,0 0 1,0 1 0,0-1-16,0 0 0,0 0 15,0 0-15,0 0 16,0 0-16,0 0 0,0 0 15,0 1-15,0-1 0,0 0 16,0 0 0,0 0-16,41 0 0,-41 0 15,0 0-15,0 0 16,0 0-16,0 1 0,40-1 0,-40 0 16,0 0-16,40 0 0,-40 0 15,0 0 1,40 0-16,-40 0 15,40-40 1,-40 41-16,40-1 0,0-40 31,-40 40-31,40-40 0,-40 40 16,41-40-16,-1 0 16,0 0-16,0 40 0,0-40 0,0 0 15,40 40-15,-39-40 0,-1 40 0,40-40 0,-40 0 16,0 40-16,0-40 15,0 0-15,1 0 0,-1 0 0,0 0 0,-40 40 16,40-40-16,0 0 0,0 0 16,0 40-16,1-40 0,-1 0 0,0 0 0,0 0 15,0 0-15,0 0 16,0 0-16,0 41 0,1-41 0,-1 0 16,0 0-16,0 0 0,0 0 0,40 0 0,-40 0 15,1 0-15,-1 0 0,0 0 16,0 0-16,0 0 0,0 0 0,0 0 0,0 0 15,1 40-15,-1-40 16,0 0-16,0 0 0,0 0 0,0 0 0,0 0 16,0 0-16,1 0 0,-1 0 15,0 0-15,0 40 0,0-40 0,0 0 16,0 0-16,0 0 16,1 40-16,-1-40 0,0 0 0,0 0 0,0 0 15,0 0-15,0 0 0,0 0 0,1 0 0,-1 0 16,0 0-16,0 0 0,0 0 15,0 0-15,0 0 0,0 0 0,1 0 0,-1 0 16,0 0-16,0 0 16,0 0-16,0 0 0,0 0 0,0 0 15,1 0-15,-1 0 0,0 0 16,0 0-16,0 0 0,0 0 0,0 0 0,0 0 16,1 0-16,-1 0 0,0 0 0,0 0 0,40 0 15,-40 0 1,0 0-16,1 0 0,-1 0 0,0 0 15,0 0-15,0 0 0,0 0 16,0 0-16,1 0 0,-1 0 0,0 0 16,0 0-1,0 0-15,0 0 0,0 0 0,-40-40 16,40 40-16,1 0 16,-1 0-16,0 0 0,0 0 15,0 0-15,0 0 0,0 0 0,0 0 16,1 0-1,-1 0-15,-40-40 79,-40 40-79</inkml:trace>
  <inkml:trace contextRef="#ctx0" brushRef="#br0" timeOffset="23988.6812">3090 4210 0,'0'41'156,"-40"-41"-140,-1 0-1,82 0 142,-1 0-142,0 0 1,0 0 0,0 0-16,0 0 0,0 0 0,0 0 15,1 0-15,-1 0 0,0-41 16,0 41-1,0 0 17,-80 0-1,0 0-31,0 0 16,0 0 15</inkml:trace>
  <inkml:trace contextRef="#ctx0" brushRef="#br0" timeOffset="25498.5907">14044 4451 0,'-40'0'0,"40"40"16,40-40 109,0 0-125,41 0 15,-41 0 1,0 0-16,0 0 0,0 0 0,0 0 16,0 0-16,0 0 0,1 0 15,-41-40-15,40 40 0,0 0 16,0 0-16,0 0 0,0 0 0,0 0 15,41 0 1,-41 0-16,0 0 0,0 0 0,40 0 0,-40 0 16,1 0-16,-1 0 0,0 0 15,0 0-15,0 0 0,0 0 16,0 0-16,0 0 16,1 0-1,-1 0-15,0 0 16,0 0-1,0 0-15,0 0 0</inkml:trace>
  <inkml:trace contextRef="#ctx0" brushRef="#br0" timeOffset="32148.2054">21548 2686 0,'-40'0'219,"80"-40"-188,0 0-15,0 40-1,0 0-15,-40-40 0,40 40 16,-40-40-16,40 40 0,1 0 16,-1 0-16,0 0 0,0 0 15,0 0 1,0-40-16,0 40 0,1 0 0,-1 0 16,0 0-16,0 0 0,0 40 15,-40 0 1,0 0-16,0 0 15,0 0 1,0 1-16,-40-41 0,40 40 0,-40-40 16,40 40-16,-40-40 0,0 40 15,-1-40-15,41 40 0,-40-40 0,0 40 0,0 0 16,0-40-16,40 40 0,-40-40 16,40 40-1,40-40 48,0 0-48,0 0 1,0 0-16,-40 41 16,40-41-16,1 40 0,-1-40 15,-40 40 1,0 0-16,40-40 15,-40 40 1,0 0 0,-40-40-1,40 40-15,-40-40 0,-41 40 16,41-40-16,0 0 0,0 0 16,0 40-16,0-40 15,-1 0-15,1 0 0,0 0 16,0 0-16,0 0 15,0 0-15,0 0 16,40-40 0</inkml:trace>
  <inkml:trace contextRef="#ctx0" brushRef="#br0" timeOffset="34278.0825">13362 5253 0,'-40'40'16,"0"-40"-1,0 0 95,40-40-79,40 40-15,-40-40-1,40 40-15,-40-40 0,40 40 16,0-40-16,0 40 31,0 0-31,1 0 16,-1 40-1,-40 0-15,40-40 16,-40 40-16,0 0 16,40-40-16,-40 40 0,0 1 15,0-1-15,0 0 16,0 0-16,0 0 16,0 0-16,-40 0 0,40 0 15,-40 0 1,-41 0-16,41 1 15,0-1-15,0-40 16,40 40-16,-40-40 0,40 40 0,-40-40 16,80 0 31,0 0-32,0 0-15,0 0 0,0 0 16,1 0-16,-1 0 15,0 40-15,0-40 16,0 40-16,-40 0 16,0 0-16,0 0 0,0 1 15,0-1 1,-40-40-16,40 40 0,-40 0 0,0-40 16,0 40-16,-1-40 0,1 40 0,0-40 0,0 40 15,0-40-15,0 40 0,0-40 16,0 0-16,-1 0 0,1 40 0,0-40 15,0 0 1,40-80-16,0 40 16,0 0-16</inkml:trace>
  <inkml:trace contextRef="#ctx0" brushRef="#br0" timeOffset="34878.0467">14165 5654 0,'0'0'0,"40"-40"47,40 40-47,-40 0 0,0 0 0,0 0 15,0 0-15,1 0 0,-1-40 16,0 40-16,0 0 0,0 0 16,0 0-1,0 0-15,1 0 16,-41 40 15,-41-40-15,41 40-16,-40-40 15,40 40-15,-40-40 0,40 40 0,-40-40 0,40 41 16,-40-41-16,40 40 0,0 0 16,-40-40-16,40 40 0,-40-40 0,40 40 0,-41 0 15,1 0 1,0 0-16,0 0 0,0 1 0,0-41 16,40 40-16,-40-40 0,40 40 0,-40-40 15,40 40 1,40-40 15,0 0-31,-40-40 0,40 40 16,0 0-16,0 0 0,0-40 15,0 40-15,1 0 0,-1 0 0,0 0 16,0 0-16,-40-40 0,40 40 16,0 0-1,0 0 1,1 0-1</inkml:trace>
  <inkml:trace contextRef="#ctx0" brushRef="#br0" timeOffset="35498.0102">15208 5013 0,'0'0'16,"0"-41"-1,0 1 1,40 80 0,40-40-16,-40 161 31,-40-121-31,0 40 16,0-40-16,-40 121 15,0-161-15,40 40 0,-40 0 16,-40 40-1,40-80 1,80 0 15,-40-40-31,40 40 0,40 0 0,-40 0 16,0 0-16,1 0 0,-1 0 0,-40-40 16,40 40-16,0 0 15,0 0-15,0 0 0,0 0 16,0 0-16,-40 40 15,0 0 17</inkml:trace>
  <inkml:trace contextRef="#ctx0" brushRef="#br0" timeOffset="36107.9765">16091 6216 0,'0'0'0,"-40"40"31,80-40 63,0 0-94,0 0 16,0 0-16,0 0 0,0 0 0,0 0 15,41 0-15,-41 0 16,0 0-16,40 40 0,-40-40 0,0 0 0,1 0 15,-1 0-15,0 0 16,0 0-16,-80 0 94</inkml:trace>
  <inkml:trace contextRef="#ctx0" brushRef="#br0" timeOffset="36647.8753">17134 6015 0,'0'0'0,"-40"0"0,40-40 0,-40 40 16,40-40-16,80 40 16,-80-40-16,40 40 15,0 0-15,0 0 0,0 0 0,1 0 16,-41 40-16,40-40 0,0 40 15,0 40-15,-40-40 0,40 1 16,-40-1 0,0 0-16,0 0 0,-40 0 0,40 0 0,-80 0 15,40-40-15,40 40 0,-41 0 0,1-40 0,0 40 16,0-40-16,0 41 0,0-1 16,0-40-16,0 0 0,40-40 31,40 40-16,-40-41-15,40 41 16,-40-40-16,40 40 0,0 0 0,0 0 16,0 0-1,0 0-15,-40 40 0,41-40 0,-41 41 16,40-41-16,0 40 0,-40 0 16,40 0-16,-40 0 15,40-40-15,-40 40 0,40-40 0,-40 40 16,40-40-1,0 0-15,1 0 16,-41-40-16</inkml:trace>
  <inkml:trace contextRef="#ctx0" brushRef="#br0" timeOffset="36917.8721">18338 6055 0,'-40'0'0,"80"0"0,-120 0 16,80-40-16,-41 40 15,41 40-15,0 0 16,0 161 0,0-121-1,0-40-15,0 121 16,0-121-16,0 0 0,-40 40 15,40-40 17</inkml:trace>
  <inkml:trace contextRef="#ctx0" brushRef="#br0" timeOffset="37547.8909">18739 6336 0,'0'0'16,"-40"0"-1,40-40 1,40 40 0,0 0-16,81 0 15,-81 0-15,0 0 0,40 0 31,-40 0-31,40 0 0,-39 0 0,79 0 32,-40-40-17,-120 40 17,40 80-17,-40-80-15,40 40 16,-40-40-16,40 40 0,-40-40 0,0 40 0,40 0 15,-41-40-15,1 41 16,0-1-16,0-40 0,0 40 0,40 0 0,-40 0 16,0 0-16,0-40 15,40 40-15,-41 0 0,1-40 16,40 40-16,40-40 31,1 0-15,-1 0-1,0 0-15,0 0 0,0 0 0,0 0 16,0 0-16,0-40 16,1 40-16,-1 0 0,0 0 15,-40-40-15,40 40 16,-80 0 31,0 0-16,0 0 0</inkml:trace>
  <inkml:trace contextRef="#ctx0" brushRef="#br0" timeOffset="38027.8117">20184 6657 0,'-41'0'16,"1"0"-16,0 0 31,40 40 16,40-40-47,0 0 0,1 0 16,-1 40-16,0-40 15,40 0-15,-40 0 0,0 0 0,41 0 0,-41 0 16,40 0-16,-40 0 16,40 0-16,-40 0 0,1 0 0,-1 0 0,0 0 15,0 0-15,0 0 16,-80 0 62</inkml:trace>
  <inkml:trace contextRef="#ctx0" brushRef="#br0" timeOffset="38327.8463">20545 6456 0,'0'0'0,"-40"-40"0,40 0 15,0 80 17,0 0-17,0 0-15,0 1 16,0-1-16,0 0 0,0 0 0,-41 0 0,41 0 15,-40 40-15,40-40 16,-40 41-16,40-41 0,-40 40 0,40-40 0,-40 0 16,40 40-16,0-40 0,-40 1 15,40-1-15,0 0 0,-40-40 0,40 40 0,0 0 16,0 0-16</inkml:trace>
  <inkml:trace contextRef="#ctx0" brushRef="#br0" timeOffset="39237.7941">21508 6256 0,'-40'0'63,"40"40"-32,0 0-16,0 0-15,-41 0 16,41 0 0,0 0-16,0 1 0,0-1 15,-40 0-15,40 0 0,0 0 0,0 40 0,0-40 16,-40 0-16,40 41 16,0-41-16,0 0 0,0 0 0,-40 0 0,40 0 15,0 0-15,0 0 0,0 0 16</inkml:trace>
  <inkml:trace contextRef="#ctx0" brushRef="#br0" timeOffset="39877.7555">22190 6336 0,'0'0'16,"0"-40"0,120 0-1,-39 40-15,119 40 32,-79 40-17,-121 0 1,0 1-16,-81 39 31,-79 0-15,-1-40-1,41 41 1,80-41 0,0-80-16,0 80 15,40-40-15,0 0 0,0 0 31,0 1-31,40-41 0,0 0 16,-40 40-16,160-40 16,-120 0-16,1-40 15,-1 40-15,0-81 32,-40 41-32,0 0 0,0-80 15,0 80-15,-40-40 16,40 39-16,-121-119 15,41 80 1,80 40-16,-40-121 16,40 121-16,0-40 15,40 80-15,80-80 16,-79 80-16,-1 0 0,0 0 16,0 0-1,0 0-15,40 40 16,-80 0-16</inkml:trace>
  <inkml:trace contextRef="#ctx0" brushRef="#br0" timeOffset="41217.6214">11356 7619 0,'-40'0'0,"0"0"31,-1 0-15,41 41 31,41-41-32,-41 40 1,40-40-16,0 0 0,0 0 0,0 0 16,0 0-1,0 40-15,0-40 0,1 0 0,39 0 0,-40 0 16,0 0-16,40 0 0,-40 0 0,41 0 0,-41 0 16,40 0-16,-40 0 0,40 0 15,1 0-15,-1 0 0,0 0 0,-40 0 0,41 0 16,-1 0-16,0 0 15,0 0-15,1 40 0,-1-40 0,0 0 0,0 0 16,1 0-16,-1 0 0,0 0 16,0 0-16,41 0 0,-41 40 0,40-40 0,1 0 15,-41 40-15,40-40 0,1 40 0,-41-40 0,40 0 16,1 0-16,-41 40 16,40-40-16,-39 0 0,39 0 0,-40 40 0,41-40 15,-41 0-15,40 0 0,-39 0 16,39 40-16,-40-40 0,41 0 0,-41 0 0,40 0 15,1 41-15,-1-41 16,0 0-16,-39 0 0,39 0 0,0 0 0,1 0 16,-1 40-16,-40-40 0,41 0 15,-41 0-15,40 0 0,-39 40 0,-1-40 0,0 0 16,0 0-16,1 0 0,-41 40 0,40-40 0,0 0 16,0 0-16,-39 0 15,39 0-15,0 0 0,0 0 0,1 40 0,-1-40 16,40 0-16,-39 0 0,-1 0 15,40 40-15,-40-40 0,1 0 0,-1 0 0,0 0 16,0 40-16,1-40 16,-1 0-16,-40 0 0,40 0 0,1 40 0,-41-40 15,0 0-15,0 0 0,40 0 0,-40 0 0,0 0 16,1 0-16,39 0 0,-40 0 16,0 0-16,40 0 0,-40 40 0,41-40 0,-1 0 15,-40 0-15,40 0 16,-40 0-16,41 0 0,-1 41 0,-40-41 0,40 0 15,1 0-15,-41 0 0,40 0 16,0 40-16,-40-40 0,41 0 0,-1 0 0,-40 0 16,40 0-16,-40 40 15,41-40-15,-41 0 0,40 0 0,-40 0 0,40 40 16,-40-40-16,41 0 0,-41 0 0,40 0 0,0 0 16,1 0-16,-1 40 0,0-40 15,0 0-15,-39 0 0,39 0 0,0 40 0,0-40 16,-40 0-16,41 0 15,-41 0-15,40 0 0,-40 0 0,40 0 0,-39 0 16,-1 0-16,0 0 0,0 0 16,0 0-16,0 0 0,0 0 15,-40-40 17,-40 40-17</inkml:trace>
  <inkml:trace contextRef="#ctx0" brushRef="#br0" timeOffset="42307.6155">11918 6978 0,'-41'0'0,"1"0"0,0 0 16,0 0-1,0 0 1,80 0 62,0 0-78,0 0 16,0 0-16,1 0 0,-1 0 0,0 0 15,40 0-15,-40 0 0,40 0 0,1 0 0,-41 0 16,0 0-16,0 0 16,0 0-16,0 0 0,0 0 0,1 40 15,-82-40 32,41 40-47,-40-40 16,80 0 15</inkml:trace>
  <inkml:trace contextRef="#ctx0" brushRef="#br0" timeOffset="42857.5833">15328 7579 0,'-40'0'16,"80"0"-16,-120-40 0,40 40 15,40-40 17,40 40-32,40 0 15,-40 0 17,1 0-32,-1 0 0,0 0 0,160 0 31,41 0-16,-80 80 1,-81-80 0,-80 40-16,40-40 15,-40-40 48</inkml:trace>
  <inkml:trace contextRef="#ctx0" brushRef="#br0" timeOffset="43177.5649">15850 7299 0,'0'0'0,"0"-41"15,-40 41 1,40 41 31,0 39-31,0-40-16,0 0 15,0 0-15,0 0 0,0 0 0,-40 0 16,40 1-16,0-1 15,0 0-15,0 0 0,0 0 16,-40 0-16,40 0 16</inkml:trace>
  <inkml:trace contextRef="#ctx0" brushRef="#br0" timeOffset="43997.5169">20063 8221 0,'-40'0'15,"0"0"1,0 0 0,40-40-1,-40 40-15,0 0 32,-1 0-32,1 0 31,40 40-16,40-40 17,1 0-17,-1 0-15,0 0 0,0 0 0,0 0 16,40 0-16,-40 0 0,1 0 0,39 0 0,-40 0 16,0 0-16,0 0 15,0 0-15,0 0 0,1 0 0,-1 0 0,0 0 16,0 0-1,0 0 1,-40 40 0,-40-40-1,0 0 1,0 0 0,0 0-16,-1 0 0,1 0 0,0 0 15,0 0 1,0 0-16,0 0 0,0 0 0,0 0 15</inkml:trace>
  <inkml:trace contextRef="#ctx0" brushRef="#br0" timeOffset="46107.3212">16051 2005 0,'40'0'16,"-80"0"15,-1 0-15,1 0-1,0 40-15,0-40 0,40 40 16,-40-40-16,0 0 0,40 40 16,-40-40-16,0 40 15,-1-40-15,41 40 16,-40-40-16,40 40 15,-40-40-15,0 40 0,0-40 0,0 41 0,0-1 16,0 0-16,-1-40 0,1 40 16,0 0-16,-40 0 0,40 40 0,0-40 0,-41 0 15,41 1-15,0 39 0,0-40 0,0 40 0,0-40 16,0 40-16,0 1 16,-1-41-16,1 40 0,40 0 0,-40 0 0,0-40 15,40 1-15,-40 39 0,0-40 16,40 0-16,-40 40 0,-1-40 0,1 0 0,40 41 15,-40-41-15,0 0 16,0 0-16,0 40 0,0-40 0,40 0 0,-40 41 16,-1-41-16,1 0 0,0 40 0,0-40 0,0 40 15,-40-40-15,40 41 0,-1-1 16,1-40-16,0 40 0,0-40 0,0 40 0,0-39 16,0-1-16,40 0 15,-40 40-15,40-40 0,-41-40 0,41 40 0,-40 0 16,40 0-1,-40 1-15,40-1 0,0 0 0,-40 0 0,40 0 16,-40 0-16,40 0 16,-40 0-16,40 0 0,-40 0 0,40 1 0,-40-1 15,40 0-15,-41 0 0,1 0 0,40 0 16,0 0 0,0-80 93,0 0-78</inkml:trace>
  <inkml:trace contextRef="#ctx0" brushRef="#br0" timeOffset="48827.2371">18258 7258 0,'0'-40'31</inkml:trace>
  <inkml:trace contextRef="#ctx0" brushRef="#br0" timeOffset="51037.1069">15609 9585 0,'-40'0'31,"80"0"47,-40-41-78,40 41 16,-40-40-16,40 40 16,-40-40-16,41 40 0,-1-40 0,0 40 15,0-40-15,0 40 0,0 0 0,0 0 0,0 0 16,1 40 0,-1 0-16,-40 0 15,0 0-15,0 1 16,0-1-16,0 0 0,0 0 0,0 0 15,-40 0-15,40 0 16,-41 0-16,41 0 0,-40 1 0,0-1 16,0 0-16,0-40 0,0 40 0,0-40 0,40 40 15,-40-40-15,-1 0 16,41 40-16,-40-40 0,0 0 0,0 0 16,40-40 15,0 0-16,40 40 1,-40-40-16,40 40 16,0 0-16,1 0 15,-1 40-15,-40 0 16,40-40-16,-40 40 16,40 0-16,-40 0 0,40 0 15,-40 0 1,0 1-16,40-1 0,-40 0 15,40 0 1,0-40-16,1 0 16,-1 0-16,0 0 0</inkml:trace>
  <inkml:trace contextRef="#ctx0" brushRef="#br0" timeOffset="51637.0173">16813 9705 0,'40'-40'32,"-80"80"-32,120-120 15,-40 80-15,-40-40 16,0-1 62,0 82-31,-40-41-32,0 0-15,40 40 0,-40-40 0,0 0 16,40 40-16,-40 0 0,40 0 16,-40-40-16,40 40 0,-41 0 0,41 0 0,0 0 15,-40-40-15,40 41 0,0-1 0,-40 0 0,40 0 16,0 0-16,0 0 16,0 0-16,0 0 0,0 0 15,40-40-15,-40 40 0,40-40 16,1 0-16,-1 0 15,0 0 1,0 0-16,-40-40 0,40 40 16,-40-40-16,0 0 0,0 0 15,-40 40 1,40-40-16,-40 40 0,40-40 31,-40 40-31,40 40 31,0 0-15</inkml:trace>
  <inkml:trace contextRef="#ctx0" brushRef="#br0" timeOffset="52426.9504">17575 9825 0,'0'0'0,"-40"0"0,40-40 32,40 40-17,41 0-15,-41 0 0,0 0 0,0 0 16,0 0-16,0 0 16,0 0-16,41 0 0,-41 0 0,0 0 0,0 0 15,0 0-15,0 0 16,0 0-16,1 0 0,-82 0 62,41 40-62,0 0 16,-40-40-16,40 40 0,-40-40 16,40 41-16,-40-1 15,0 0-15,40 0 0,-40-40 0,0 40 16,40 0-16,-41 0 0,1-40 15,0 40-15,40 0 0,-40-40 0,0 40 0,0 1 16,0-1 0,0 0-16,-1 0 15,82-40 48,-1 0-63,0 0 15,0 0-15,0 0 0,0 0 16,0 0-16,0 0 0,1 0 0,-1 0 0,0 0 16,0 0-16,0 0 0,0 0 0,0 0 15,1 0 1,-1 0-16</inkml:trace>
  <inkml:trace contextRef="#ctx0" brushRef="#br0" timeOffset="54046.8688">19782 10547 0,'-40'0'47,"0"0"-32,40-40 1,-40 40-16,0 0 15,40-40 1,40 40 62,0 0-62,0 0-1,0 0-15,0 0 0,1 0 0,-1 0 16,0 0-16,0 0 0,0 0 16,0 0-16,0 0 0,0 0 0,1 0 0,-1 0 15,0 0-15,0 0 0,0 0 0,0 0 32,-80 0 14,0 0-30,40 40 0</inkml:trace>
  <inkml:trace contextRef="#ctx0" brushRef="#br0" timeOffset="54426.8404">21026 9986 0,'-40'0'0,"40"-40"31,0 80 16,0 0-47,-40-40 16,40 40-16,0 0 0,-40-40 15,40 40-15,0 0 0,-40 0 0,40 0 0,-40 0 16,40 1-1,0 39-15,0-40 0,-41 0 0,41 0 0,0 0 16,0 0-16,0 0 0,0 1 16,-40-1-16,40 0 0,0 0 0,0 0 15,0 0-15,40-40 0</inkml:trace>
  <inkml:trace contextRef="#ctx0" brushRef="#br0" timeOffset="60126.5804">21909 10306 0,'0'0'16,"0"-40"-16,0 0 15,40 40-15,0 0 16,41-40-1,-41 40 1,0 0 0,-80 0 77,40 40 751,0-80-219,40 40 63,0 0-657,0 0-31,-40 40 31,40-40-31,-40 40 172,0 0 2016,0 1-2157,-40-1-31,0 0 31,0-40-31,40 40 16,-40-40-16,40 40 0,-40-40 15,40 40 1,-41-40-16,1 0 16,40 40-16,-40-40 15,0 40-15,0-40 16,40 40-16,-40-40 15,0 0-15,40 41 0,-41-41 16,1 0-16,40 40 16,-40-40-1,40 40-15,0 0 32,0 0-17,0 0 1,0 0-1,40-40-15,0 0 16,-40 40-16,41-40 16,-1 0-16,-40 40 0,40-40 15,0 0 17,-40-40-17,40 40-15,0 0 16,-40-40-1,40 40-15,-40-40 0,0 0 0,41 40 16,-41-40-16,0 0 0,0 0 0,40 40 16,-40-40-16,0-1 15,0 1-15,0 0 16,-40 40 0,40-40-16,-41 40 0,41-40 0,-40 40 15,40-40-15,-40 40 0,0-40 16,0 0-16,0 40 0,0-40 15,-1 40 1,41-41-16,-40 41 0,40-40 16,-40 40-16,40-40 0,-40 40 0,40-40 31,40 40 0,0 40-31,0-40 16,1 40-16,-1 0 15,0-40-15,0 0 0,0 41 0</inkml:trace>
  <inkml:trace contextRef="#ctx0" brushRef="#br0" timeOffset="66326.2174">2889 11790 0,'0'-40'94,"0"0"-63,0 80 47,0 0-78,0 0 16,40 1-16,-40-1 16,40-40-16,-40 40 0,0 0 0,40 0 0,1 0 15,-41 0 1,40 0-16,0 0 0,-40 1 0,40-1 15,0 0-15,0 0 16,0 0-16,-40 0 0,40-40 0,-40 40 16,0 0-16,41 0 0,-41 0 15,0 1 1</inkml:trace>
  <inkml:trace contextRef="#ctx0" brushRef="#br0" timeOffset="66826.1887">3611 12031 0,'41'-40'15,"-41"0"-15,40 40 16,-40-40-1,0 80 110,-40-40-125,-1 40 0,41 0 16,-40 0-16,40 0 0,-40-40 0,40 40 0,0 0 16,0 1-16,-40-1 15,40 0-15,0 40 0,-40-40 0,40 0 0,0 0 16,-40 0-16,40 0 0,0 1 16,-40-1-16,40 40 0,-41-40 0,41 0 0,-40 0 15,40 0-15,-40 0 16,40 1-16,-40-1 0,40 0 0,0 0 15,-40-40-15,40 40 16,0 0 0,0-80 31,0 0-47</inkml:trace>
  <inkml:trace contextRef="#ctx0" brushRef="#br0" timeOffset="67306.1198">4334 11871 0,'-40'0'47,"40"40"-16,0 0-31,0 0 16,-41-40-16,41 40 0,-40-40 0,0 40 0,40 0 16,-40 0-16,0 0 15,0 1-15,40-1 0,-40 0 16,40 0-16,-40 0 0,40 0 16,-41 40-16,41-40 0,0 0 0,0 1 0,0-1 15,0 0-15,-40 0 16,40 0-16,0 0 0,0 0 0,0 0 15,0 0-15,40 1 0,1-1 16,-1-40-16,-40 40 16,40-40-16,0 0 0,0 0 15,0 0-15,0-40 16</inkml:trace>
  <inkml:trace contextRef="#ctx0" brushRef="#br0" timeOffset="68086.1157">4615 12392 0,'-41'0'15,"82"0"-15,-82-40 0,41 0 16,81 40 0,-1 0-1,-40 0 1,40 0 0,-40 0-1,41 0 1,-1 0-1,-40 0-15,0 0 0,40 0 16,-39 0-16,39-40 31,-40 40-31,0-40 0,-80 80 78,0 0-78,0 0 0,40 0 16,-40-40-16,-1 40 0,1 0 16,40 0-16,-40-40 0,0 40 0,0 0 0,0 1 15,0-1-15,40 0 16,-40 0-16,-1 0 0,1 0 0,40 0 0,-40-40 16,40 40-16,-40-40 0,40 40 15,-40 1-15,80-41 63,0 0-48,0-41 1,0 41 0,1 0-16,-1 0 0,0 0 15,0-40 1,0 40-16,0 0 15,0 0 1,0 0-16,1 0 16</inkml:trace>
  <inkml:trace contextRef="#ctx0" brushRef="#br0" timeOffset="68726.0783">5818 12111 0,'-40'0'15,"40"-40"-15,0 80 47,40-40-47,-40 40 0,40-40 0,-40 40 16,41-40-16,-41 41 0,0-1 15,0 0-15,0 0 0,40-40 16,-40 40-16,0 0 16,0 0-16,0 0 0,0 0 0,0 0 15,0 1-15,0-1 0,0 0 16,-40 0-16,40 0 0,0 40 0,0-40 15,-41 0-15,41 1 0,0-1 0,0 0 0,-40-40 16,0 40-16,40 0 16,0 0-16,-40 0 0,0 0 0,40 0 15,-40 0-15,40 1 16,-40-41-16,40 40 0,-40 0 16,40 0-1,0-80 32,0 0 0,0 0-31,40 40-16,-40-41 15</inkml:trace>
  <inkml:trace contextRef="#ctx0" brushRef="#br0" timeOffset="69295.9881">7142 12793 0,'-40'40'0,"0"-40"15,40-40 1,40 40 31,0 0-31,1 0-16,-1 0 0,0 0 15,0 0 1,0 0-16,0 0 0,0 0 0,1 0 15,-1 0-15,0 0 0,0 0 0,0 0 16,0 0 0,0 0-16,0 0 15</inkml:trace>
  <inkml:trace contextRef="#ctx0" brushRef="#br0" timeOffset="69706.0209">7223 13234 0,'-40'40'0,"-1"-40"0,1 40 31,0-40-16,80 0 1,0 0 0,1 40-16,-1-40 15,0 0-15,80 0 16,-80 0-16,1 0 0,-1 0 16,80-40-1,-80 40 1</inkml:trace>
  <inkml:trace contextRef="#ctx0" brushRef="#br0" timeOffset="70695.9071">9269 12673 0,'0'0'0,"0"-40"16,-40-1-1,40-39 17,0 40-1,40 40-31,-40-40 15,40 40-15,0 0 0,1 0 0,-1 0 16,0 0-16,0 0 0,0 0 16,0 0-16,0 0 0,0 0 15,-40 40-15,41-40 16,-41 40-16,0 0 0,0 0 16,0 1-16,-41-1 15,41 0-15,-40 0 0,40 0 16,-40 0-16,40 0 15,-40 0-15,0-40 0,0 40 0,40 1 0,-40-1 16,0-40-16,40 40 0,-41-40 0,41 40 16,-40-40-16,80 0 47,1 0-47,-41-40 15,80 40-15,-40 0 16,0 0-16,0 0 0,0 0 15,-40 40-15,40-40 0,-40 40 0,0 0 16,0 0 0,0 0-16,0 0 0,0 0 15,0 1-15,-40-41 0,40 40 16,-40 0-16,0 0 0,0-40 0,40 40 16,-40 0-16,0-40 15,0 40-15,-1-40 0,1 40 16,0-40-16,0 0 15,0 0-15,0 0 16,0-40-16,0 0 0,-1 0 16,41 0-1,-40 40-15,40-40 0,0 0 16</inkml:trace>
  <inkml:trace contextRef="#ctx0" brushRef="#br0" timeOffset="71145.9377">10353 13074 0,'-81'0'15,"162"0"-15,-202 0 16,161 0-1,0 0 1,1 0-16,-1 0 16,40 0-16,-40 0 0,0 0 0,40 0 0,-39 0 15,-1 0-15,40 0 0,-40 0 16,0 0-16,0 40 0,1-40 0,-1 0 0,0 0 16,0 0-16,0 0 15,0 0-15,0 0 0,0 0 0,1 0 16,-1 0-1</inkml:trace>
  <inkml:trace contextRef="#ctx0" brushRef="#br0" timeOffset="71495.9181">10955 12713 0,'-41'0'0,"1"-40"0,0 40 16,0 0-1,0 0-15,40 40 31,0 0-31,0 0 16,0 0-16,0 0 0,0 0 0,0 0 16,0 1-16,0-1 0,0 0 15,0 0-15,-40 0 0,40 0 0,0 0 0,-40 0 16,40 0-16,0 0 16,0 1-16,0-1 0,-41 0 0,41 0 15,-40 0-15,40 0 16,-40-40-16,40 40 0</inkml:trace>
  <inkml:trace contextRef="#ctx0" brushRef="#br0" timeOffset="72675.8487">12600 12272 0,'-40'0'15,"-1"0"-15,1 0 16,80-40 47,1-1-48,39 41-15,-40 0 0,-40-40 0,40 40 16,40 0-16,-40 0 15,1 0-15,-1 0 0,40 0 0,-40 0 16,0 40-16,0-40 0,0 41 0,-40-1 16,41-40-16,-41 40 0,0 0 15,0 0-15,0 0 0,0 0 0,-41 0 0,1 0 16,40 0 0,-80 1-16,40-1 0,0 0 0,0-40 0,0 40 15,-1-40-15,1 40 0,0-40 16,0 40-16,0-40 0,40 40 0,-40-40 15,40-40 17,0 0-32,40 0 15,0 40-15,0 0 16,0 0-16,0 0 16,1 80-1,-1-40-15,-40 0 0,40 0 16,-40 1-16,40-1 0,-40 0 15,40 0-15,0 0 0,-40 0 16,40 0-16,0-40 31</inkml:trace>
  <inkml:trace contextRef="#ctx0" brushRef="#br0" timeOffset="73105.8246">13884 12392 0,'0'-40'0,"0"80"0,-40-120 16,-1 80-1,41 40 16,-40-40-31,40 40 16,-40 0-16,40 0 0,-40 0 0,0 0 0,40 0 16,-40 1-16,40-1 0,0 0 15,-40 0-15,40 40 0,0-40 0,0 0 0,0 0 16,0 1-16,0-1 16,0 0-16,40-40 0,-40 40 0,40-40 15,-40 40-15,40-40 0,0 0 16,0 0-16,0 0 0,1-40 15,-41 0-15,40 40 0,-40-40 0,0 0 16,0-1 0,0 1-16,-40 40 0,-1-40 15,-39 40-15,40 0 16,0 0-16,0 0 0,0 0 16,40 40-1,-40-40-15</inkml:trace>
  <inkml:trace contextRef="#ctx0" brushRef="#br0" timeOffset="73755.7122">14566 12633 0,'-40'0'15,"80"0"-15,-161 0 31,162 0-31,39 0 16,-40 0-16,0 0 0,0 0 16,0 0-16,1 0 0,-1 0 15,0 0-15,0 0 0,0 0 0,0 0 16,0 0 0,0 0-16,-80 0 46,40 40-46,-40-40 0,40 40 16,-40 0 0,0-40-16,40 40 0,-40 0 0,0 0 0,40 0 15,-40-40-15,-1 40 0,1 1 16,0-1-16,40 0 0,-40 0 0,0 0 16,0 0-1,40 0-15,40-40 47,-40-40-31,40 40-16,0 0 15,0 0-15,0 0 0,1 0 16,-1 0-16,0 0 16,0 0-16,0 0 15,0 0 1,0 0-16,0 40 15,1-40-15</inkml:trace>
  <inkml:trace contextRef="#ctx0" brushRef="#br0" timeOffset="74025.7701">15609 13034 0,'-120'-40'16,"80"40"-16,40-41 15,-40 41-15,80 0 32,40 0-32,-40 0 0,121 0 31,-1 0-16,-120 0-15,81 0 16</inkml:trace>
  <inkml:trace contextRef="#ctx0" brushRef="#br0" timeOffset="74335.6788">16331 12512 0,'0'0'0,"-40"0"16,40-40-16,-40 80 47,40 0-47,-40 0 15,40 1-15,0-1 0,0 0 0,-40 0 0,40 0 16,0 0-16,0 0 0,-40 0 16,40 0-16,0 1 0,0 39 0,0-40 0,0 0 15,0 0 1,0 0-16,0 0 0,0 0 0,0 0 16</inkml:trace>
  <inkml:trace contextRef="#ctx0" brushRef="#br0" timeOffset="75015.6379">17054 12592 0,'40'0'62,"-40"41"-62,80-41 0,-40 40 31,-40 0-31,40 0 0,-40 0 16,0 0-16,-80 0 16,80 0-1,0 0-15,-80-40 0,80 41 0,-40-41 0,0 40 16,-1 0-16,1-40 16,0 40-16,0 0 0,0 0 0,0 0 15,40 0 1,0 0-16,0 0 0,0 1 15,0-1-15,0 0 0,0 0 16,40-40 0,-40 40-16,40-40 0,0 0 0,0 0 15,0 0 1,1 0-16,-1-40 0,-40 0 16,0 0-1,0 0-15,0-1 0,0 1 0,-40 0 16,40 0-16,-41 0 15,41 0-15,-40 0 0,0 0 0,0 0 0,40 0 16,-40-1-16,40 1 0,-40 0 0,40 0 16,0 0-16,0 0 0,0 0 15,0 0-15,40 40 16,-40-40-16,40 40 16,0 0-16,0-41 0,0 41 15,1 0-15,-1 0 0,0 0 16,0 0-16,0 0 0,-40 41 0,40-41 15,0 0-15,-40 40 0,40-40 0</inkml:trace>
  <inkml:trace contextRef="#ctx0" brushRef="#br0" timeOffset="76105.6501">13282 13996 0,'0'0'15,"-40"0"1,-81-40-1,81 40-15,-80 0 32,80 0-32,0 40 15,-41-40 1,41 0-16,0 0 16,0 0-16,0 0 15,0 0-15,0 0 16,80 0 31,0 0-32,0 0-15,0 0 0,0 40 16,0-40-16,0 0 16,1 0-16,-1 0 0,0 0 0,40 40 0,-40-40 15,0 0-15,41 0 16,-41 0-16,40 0 0,-40 0 0,40 0 0,-40 40 15,41-40-15,-1 0 0,-40 0 0,40 0 0,-40 0 16,41 41-16,-1-41 0,-40 0 16,40 0-16,1 0 0,-1 40 0,-40-40 0,40 0 15,0 0-15,-39 0 16,39 0-16,0 0 0,-40 0 0,41 40 0,-1-40 16,0 0-16,0 0 0,41 0 15,-41 0-15,40 0 0,-39 40 0,39-40 0,-40 0 16,0 0-16,41 0 15,-41 40-15,0-40 0,1 0 0,-41 0 0,40 40 16,-40-40-16,40 0 0,-40 0 0,41 0 0,-41 0 16,0 0-16,0 0 0,0 0 15,0 0-15,0 0 0,1 0 0,-1 0 0,0 0 16,0 0-16,0 0 16,0 0-16,0 0 0,0 40 0,1-40 15,-1 0-15,0 0 16,0 0-16,-40 40 0,40-40 15,-80 0 17,0 0-17,0 0 1,0 0-16,-1 0 0,1 0 31,0 0-31</inkml:trace>
  <inkml:trace contextRef="#ctx0" brushRef="#br0" timeOffset="77665.4847">12519 14919 0,'-40'0'0,"80"0"94,1 0-78,-1 0-1,0 0-15,0 0 0,0 0 0,0 0 0,0 0 16,0 0-16,1 0 16,-1 0-16,0 0 0,0 0 15,-80 0 95,0 0-95,40 40-15,-40-40 0,-1 40 16,1 0-1,0 0-15,0 0 16,0 0-16,0 0 0,0-40 16,40 40-16,-40 1 0,-1-41 15,41 40-15,-40 0 0,0 0 0,40 0 0,-40 0 16,40 0-16,-40-40 16,40 40-16,-40 0 0,40 0 0,-40-40 0,40 41 15,-40-1-15,-1-40 16,41 40-16,-40 0 0,80-80 47,1 40-32,-41-40-15,40 40 16,0 0-16,0-40 0,0 40 16,0 0-1,0 0 1,0 0-16,1 0 0,-1 0 15,0 0-15,0 0 16,0 0-16,0 0 0,0 0 0,0 0 16,1 0-16,-1 0 15,-40-41-15</inkml:trace>
  <inkml:trace contextRef="#ctx0" brushRef="#br0" timeOffset="78085.5367">13362 14798 0,'0'-40'16,"0"80"-16,-40-160 15,120 120-15,-40-40 16,41 0-1,-1 40 1,0 40 0,-80 40-16,-40 40 15,40-80-15,-40 1 0,-81 79 32,81-120-32,-40 80 15,40-40-15,80-40 31,40 0-31,-40 0 0,1-40 16,-1 40-16,0 0 16,0 0-16,0 0 0,0 0 0,-40-40 15,40 40-15,0 0 16,1 0-16,-1 0 0,0 0 31</inkml:trace>
  <inkml:trace contextRef="#ctx0" brushRef="#br0" timeOffset="78375.5163">14084 15520 0,'-40'0'16,"80"0"-16,-40 0 15,81-40 1,-41 40 0,40 0-16,-40 0 0,121 0 31,-121 0-31,0 0 0,0 0 16,40 0-1,1 0 1,-41 0-16</inkml:trace>
  <inkml:trace contextRef="#ctx0" brushRef="#br0" timeOffset="78815.4164">15128 15239 0,'-40'0'15,"80"0"-15,-121-40 32,162 40-32,-81-40 15,120 40 1,121 0 0,-121 0-1,-80 0 1,-40-40 15,-40 80 0,40 0-31,-40 41 16,0-41-16,0 0 16,40 0-16,-40 0 0,0 0 15,40 0-15,-41-40 16,41 40-16,-40 0 0,40 0 0,0 1 0,-40-1 15,40 0-15,-40 0 0,40 0 0,0 0 16,0 0 0,0 0-16,0 0 15,40-40 1,0 0-16</inkml:trace>
  <inkml:trace contextRef="#ctx0" brushRef="#br0" timeOffset="79065.4019">15047 15841 0,'-40'0'16,"80"0"-16,-120-40 16,80 0-16,40 40 31,161-40-16,-161 40-15,0 0 0,40-40 32,-39 40-32,-1 0 0,0-41 15,0 41-15</inkml:trace>
  <inkml:trace contextRef="#ctx0" brushRef="#br0" timeOffset="79615.3706">16291 15520 0,'-40'0'16,"40"-40"-1,40 40 1,0 0 0,1 0-16,-1 0 0,0 0 0,0 0 0,0 0 15,0 0-15,0 0 16,0 0-16,1 0 0,-1 0 0,0 0 16,0 0-1,-80 40 32,0 0-47,0 0 16,-1-40-16,1 40 15,0 1-15,0-1 0,0-40 0,0 40 16,0 0-16,0 0 16,-1-40-16,1 40 0,40 0 0,-40-40 0,40 40 15,-40-40-15,40 40 0,-40-40 16,40 41-16,-40-41 0,120 0 31,-40 0-15,0 0-16,0 0 0,1 0 15,-1 0-15,0 0 0,0-41 16,0 41-16,0 0 0,0 0 0,0 0 16,1 0-1,-1 0-15,0 0 0,0 0 16,0 0-16,-40-40 0</inkml:trace>
  <inkml:trace contextRef="#ctx0" brushRef="#br0" timeOffset="79905.3764">17094 15841 0,'-40'0'15,"80"0"-15,-80-40 32,80 40-32,120 0 15,41 0 1,-121 0 0,81 0-1,-81 0 1,-40 0-1,0 0 1</inkml:trace>
  <inkml:trace contextRef="#ctx0" brushRef="#br0" timeOffset="80215.3356">17696 15520 0,'-40'0'0,"-1"0"15,41-40 17,0 80-1,0 0-31,-40 40 0,40-39 15,-40-1-15,40 0 16,-40-40-16,40 40 0,0 0 0,0 0 0,-40-40 16,40 40-16,0 0 15,-40 0-15,40 1 0,0-1 16,0 0-16,0 0 16</inkml:trace>
  <inkml:trace contextRef="#ctx0" brushRef="#br0" timeOffset="80655.3318">18538 15520 0,'0'0'16,"-80"-80"-1,40 80 1,-40 0 15,40 40-31,-41 40 16,-39 81 0,40 39 15,80-79-16,80-81 1,-40-40 0,81 0-1,-81-40 1,-80-1 15,-81 41-31,1 0 16,80 0-16,-1 0 31</inkml:trace>
  <inkml:trace contextRef="#ctx0" brushRef="#br0" timeOffset="81585.2585">18900 14036 0,'-41'0'15,"41"-40"17,41 40 14,-1 0-46,40 0 0,-40 0 0,0-40 16,0 40-16,41 0 16,-41 0-16,40 0 0,-40 0 0,0 0 0,0 0 15,0 0-15,1 0 0,-1 0 16,0 0-16,0 0 0</inkml:trace>
  <inkml:trace contextRef="#ctx0" brushRef="#br0" timeOffset="81795.2432">19180 14277 0,'-40'40'32,"80"-80"-32,-40 80 15,41 0 1,-1-40-16,241 0 15,-81 0 17,-39 0-32</inkml:trace>
  <inkml:trace contextRef="#ctx0" brushRef="#br0" timeOffset="82835.1829">21026 13354 0,'-40'0'0,"0"0"15,0 0 1,40-40-16,-40 40 0,40-40 31,0 0 16,40 40-31,-40-40-16,0 0 15,40 40-15,0-40 0,0 40 0,0 0 16,0 0 0,1 0-16,-41 40 15,40-40-15,-40 40 16,40-40-16,0 0 0,0 40 0,0 0 15,-40 0-15,0 0 16,0 1 0,-40-41-16,40 40 0,-40 0 0,0 0 15,0-40-15,40 40 16,-40-40-16,40 40 0,-41-40 0,41 40 16,41-40 46,-1 0-62,0 0 16,0 40-16,0-40 15,0 40-15,0-40 0,-40 41 16,40-41-16,1 0 16,-41 40-16,0 0 0,0 0 31,-41-40-31,41 40 0,-40-40 0,40 40 0,-80-40 15,40 40-15,0-40 0,0 40 0,0-40 16,-1 0-16,1 40 0,0-40 16,0 0-16,0 0 0,0 0 15,0 0 1,0-40 0,40 0-16,0 0 15</inkml:trace>
  <inkml:trace contextRef="#ctx0" brushRef="#br0" timeOffset="83845.1471">22230 13595 0,'-40'0'93,"0"0"-77,0 0 0,80 0 31,0 0-47,0 0 0,0-40 0,0 40 15,0 0-15,1 0 16,-1 0-16,0 0 0,0 0 0,0 0 0,40 0 15,-40 0-15,1 0 0,-1 0 0,0 0 0,0 0 16,0 0-16,0 0 0,0 0 16,0 0-16,1 0 0,-1 0 0,0 0 31,-80 0 0</inkml:trace>
  <inkml:trace contextRef="#ctx0" brushRef="#br0" timeOffset="84125.131">22792 13314 0,'-40'0'16,"80"0"-16,-120 0 0,80-40 15,-41 120 17,1 81-17,40 39 1,0-79 0,-40-41-1,40 80 1</inkml:trace>
  <inkml:trace contextRef="#ctx0" brushRef="#br0" timeOffset="85665.0221">23835 12552 0,'0'0'0,"80"-80"31,-40 80-31,121-40 16,-41 40 15,-80 120-15,-80 41-1,-120-41 1,-41 41 0,81-81 15,80-80-31,0 0 15,40-40-15,80-81 32,0 81-17,-40 40 1,40 161 15,-39 39-15,-1-160-16,0 40 15,40-39 1,-40-41-16</inkml:trace>
  <inkml:trace contextRef="#ctx0" brushRef="#br0" timeOffset="86045.0001">24959 12552 0,'40'-40'16,"-80"80"-16,80-200 15,-40 200 1,-40-40-16,40 80 16,-41-80-16,1 40 15,0 0-15,0 1 0,0-1 0,0 0 0,0 0 0,40 0 16,-40 0-16,40 40 0,0-40 0,0 1 15,0-1-15,0 0 0,0 0 16,0 0-16,0 0 0,40 0 0,-40 0 0,40-40 16,40 40-1,-40-40-15,0 0 0,0 0 0,1 0 16,-1-40-16,-40 0 16,0 0-1,-40 0 1,-41 40-16,41 0 0,0-40 0,0 40 15,0 0-15,0 0 0,0 0 0,-1 0 0,1 0 0,0 0 16,40 40-16,-40-40 16,40 40-16,-40-40 0,40 40 15</inkml:trace>
  <inkml:trace contextRef="#ctx0" brushRef="#br0" timeOffset="86764.9837">25480 12753 0,'-40'0'16,"80"0"-16,-120-40 0,80 80 47,40-40-47,0 0 15,0 0-15,1 0 0,-1 0 0,0 0 16,0 0-16,40 0 0,-40 0 0,0 0 0,41 0 15,-41 0-15,0 0 0,0 0 16,0 0-16,0 0 0,0 0 0,-40-40 16,-40 40 31,40 40-47,-40-40 15,0 0 1,40 40-16,-40 0 0,40 0 0,-40-40 15,40 40-15,-40 0 0,0-40 0,-1 41 0,41-1 16,-40 0-16,0 0 0,0 0 16,0 0-16,0 0 0,0 0 0,0 0 0,-1-40 15,41 40-15,-40-40 16,40 41-16,0-1 0,40-40 31,1 0-31,-1 0 0,0 0 16,0 0-16,0 0 0,0 0 0,0 0 15,0-40-15,1 40 16,-1-41-16,0 41 0,0 0 16,-80 0 62,0 0-78</inkml:trace>
  <inkml:trace contextRef="#ctx0" brushRef="#br0" timeOffset="87145.0073">26684 13154 0,'0'0'15,"-40"0"1,120 0-1,0 0 17,-39 0-32,119 40 15,-120-40-15,0 0 0,41 0 16,-1 0 15,-40 0-15,-80-40-1</inkml:trace>
  <inkml:trace contextRef="#ctx0" brushRef="#br0" timeOffset="87724.9761">27888 12673 0,'0'0'16,"-40"0"-16,0 0 16,-1 0 62,41-40-78,-40 40 109,40 40-109,0 0 16,-40 0-16,40 0 0,-40 0 15,40 0-15,0 0 16,0 0-16,0 1 0,0-1 0,-40 0 0,40 0 16,0 0-16,0 0 0,0 0 15,0 0-15,0 0 0,0 0 0,0 1 0,0-1 16,0 0 0,0 0-16</inkml:trace>
  <inkml:trace contextRef="#ctx0" brushRef="#br0" timeOffset="88344.9377">28409 12673 0,'0'0'16,"41"0"-16,-41-40 16,120 40-1,0 40 17,-80 40-17,-40 0 1,-80 81-1,-80-1 17,-1-40-17,81 1 1,40-1 15,40-40-15,80-80-1,40 0 1,-79-40 15,-41-80-15,-41-41 0,-79 41 15,40-40-16,80 39 1,120 1 0,1 40 15,-41 80-15,-40 80-1</inkml:trace>
  <inkml:trace contextRef="#ctx0" brushRef="#br0" timeOffset="89454.8098">24357 14237 0,'-40'0'16,"80"0"-16,-121 0 15,41 0-15,80 0 110,1 0-95,-1 0-15,0 0 0,40 0 0,-40 0 16,0 0-16,41 0 0,-1 0 0,-40 0 0,40 0 15,0 0-15,1 0 16,-1 0-16,0 0 0,0 0 0,-39 0 0,39 40 16,0-40-16,0 0 0,1 0 15,-1 0-15,0 0 0,0 40 0,1-40 0,-1 0 16,0 0-16,0 0 16,41 40-16,-41-40 0,40 0 0,-39 0 0,39 40 15,0-40-15,-39 0 0,39 40 0,0-40 0,-39 40 16,39-40-16,0 41 0,-39-41 15,-1 0-15,0 40 0,0-40 0,1 40 0,-1-40 16,0 0-16,-40 0 16,41 0-16,-1 0 0,-40 0 0,40 0 0,-40 0 15,41 40-15,-1-40 0,0 0 16,0 40-16,-40-40 0,41 0 0,-1 40 0,0-40 16,-40 0-16,41 0 15,-41 0-15,40 0 0,-40 0 0,0 0 16,0 0-16,-80 0 31,-40 0-15,40 0-1,0 0-15,0 0 16,40 40-16,-40-40 16,-1 0-16,1 0 0</inkml:trace>
  <inkml:trace contextRef="#ctx0" brushRef="#br0" timeOffset="90284.7683">24036 14838 0,'40'40'0,"-80"-40"63,0 0-48,40 41-15,-41-41 16,1 0-16,0 40 16,0 0-1,40 0 1,-40-40-16,0 40 16,40 0-16,-40-40 0,40 40 15,-40-40-15,-1 40 0,41 0 0,-40 1 0,40-1 16,-40 0-16,40 0 0,-40 0 0,40 0 0,0 0 15,0 0-15,0 0 16,0 0-16,0 1 0,0-1 0,0 0 16,0 0-16,0 0 15,40 0-15,0 0 0,0-40 0,-40 40 16,41-40-16,-41 40 16,40-40-16,-40 41 0,40-41 0,0 40 0,0-40 15,-40 40-15,40-40 0,0 0 16,-40 40-16,40-40 15,1 0 1,-41-40-16,40 40 16,-40-40-16,40 40 0</inkml:trace>
  <inkml:trace contextRef="#ctx0" brushRef="#br0" timeOffset="91144.7749">24597 15239 0,'-40'0'15,"0"0"-15,0 0 16,80 0 62,0 0-78,0 0 0,1 0 16,-1 0-16,0 0 15,0-40-15,0 40 0,0 0 0,0 0 16,0 0-16,1 0 16,-1 0-16,-80 0 78,40 40-78,-41-40 0,41 41 0,-40-41 15,0 40-15,0 0 16,0 0-16,40 0 0,-40-40 16,0 40-16,0 0 15,-1 0-15,1 0 0,0 0 16,0-40-16,40 41 0,-40-1 0,0 0 15,0-40-15,40 40 0,-40 0 16,-1 0-16,41 0 16,41-40 31,-1 0-47,-40-40 0,40 40 15,0 0-15,0-40 0,0 40 0,0 0 16,0 0-16,1 0 15,-1 0-15,0-40 16,0 40-16,0 0 16,0 0 93,0 0-109</inkml:trace>
  <inkml:trace contextRef="#ctx0" brushRef="#br0" timeOffset="91644.7464">25480 15681 0,'0'0'0,"-40"0"0,0-41 16,0 41-1,0 0 1,0 0 0,-1 41-1,82-41 17,-1 0-17,80 0 1,81 0-1,-41 0 17,-79 0-17,-122 0 17,1 0-17,-40 0 1,40 0-16,0 0 15</inkml:trace>
  <inkml:trace contextRef="#ctx0" brushRef="#br0" timeOffset="92104.7191">26483 15400 0,'0'0'16,"-40"-40"-1,0 40 17,80 0-17,0 120 1,-40 40-1,-40 41 17,0-41-17,40-119 1,80-1 15</inkml:trace>
  <inkml:trace contextRef="#ctx0" brushRef="#br0" timeOffset="92504.6955">27045 15239 0,'40'41'47,"0"-1"-32,1 0 1,-1 0-16,0 0 0,-40 0 0,0 0 16,40 0-1,-40 0-15,0 0 0,0 1 0,0-1 0,-80 0 16,80 0-16,-40 0 0,-1 0 16,1 0-16,0-40 0,0 40 0,40 0 15,-40-40-15,0 41 0,0-41 0,40 40 0,-40-40 16,-1 40-1,41 0-15</inkml:trace>
  <inkml:trace contextRef="#ctx0" brushRef="#br0" timeOffset="92864.687">28169 15400 0,'-40'-40'16,"80"80"-16,-121-80 0,41 40 16,0 0-16,0 0 0,-40 80 15,-41 80 16,41 1-15,40-1 0,40 1 15,80-81-15,41-80-1,-81 0-15</inkml:trace>
  <inkml:trace contextRef="#ctx0" brushRef="#br0" timeOffset="93374.6356">28409 15761 0,'0'0'16,"0"-40"-16,0 0 15,0-1-15,41 1 16,39 40 0,-40 0-16,0 0 0,0-40 0,0 40 0,0 0 15,1 0-15,-1 0 16,0 0-16,0 0 0,-80 0 47,0 80-32,0-80 1,-1 0-16,41 41 0,-40-41 0,40 40 16,-40 0-16,0-40 0,40 40 15,-40 0-15,0-40 0,40 40 0,-40 0 0,0-40 16,-1 40-16,1 0 16,0 1-16,0-41 0,40 40 15,-40-40-15,0 40 0,80-40 31,0 0-15,0 0 0,0 0-16,0 0 0,1 0 15,-1 0-15,0 0 16,0 0-16,0 0 0,0 0 31,-40-40-31,40 40 0,0-40 16</inkml:trace>
  <inkml:trace contextRef="#ctx0" brushRef="#br0" timeOffset="93664.6378">29132 15961 0,'0'0'0,"-40"-40"15,80 40 1,80 0 15,41 0-15,-81 40-16,0-40 31,-40 0-31,-40-40 0</inkml:trace>
  <inkml:trace contextRef="#ctx0" brushRef="#br0" timeOffset="94234.5919">30095 15520 0,'0'0'0,"-40"0"31,0 0-15,-1 0-1,-39 0 1,80 40 0,-80 40-1,-40 41 1,79-1-1,41-80 1,41 40 0,-41-39-1,120-41 1,-80 0 15,0-41-15,-40 1-16,-80 0 31,40 40-31,0 0 31,-41 0-15,41 40 0,40 0-1</inkml:trace>
  <inkml:trace contextRef="#ctx0" brushRef="#br0" timeOffset="94674.5234">30376 15480 0,'0'-40'15,"0"80"48,40-40-48,-40 40 1,0 0 0,0 0-1,40-40-15,-40 40 0,0 1 16,0-1-16,0 0 0,-40 0 15,40 0-15,0 0 16,-40 0-16,40 0 0,-40 0 0,-1-40 0,41 41 16,-40-1-16,-40 0 0,40 0 15,-40-40-15,-1 40 0,1-40 0</inkml:trace>
  <inkml:trace contextRef="#ctx0" brushRef="#br0" timeOffset="400722.1176">1445 5614 0,'0'-40'31,"0"0"-15,0 80 30,0 0-46,0 0 16,0 0-16,0 0 0,0 1 16,0-1-16,0 0 0,0 0 0,0 0 15,0 0 1,0 0-16,0 0 0,0 0 16,40-40-1</inkml:trace>
  <inkml:trace contextRef="#ctx0" brushRef="#br0" timeOffset="401012.1756">1926 5414 0,'0'0'15,"40"0"1,-40 80 0,-40-40-1,40 0-15,0 40 16,0-40-16,0 0 0,0 1 31,0-1-31,0 40 0,0-40 0,-40 80 31,0 41-31</inkml:trace>
  <inkml:trace contextRef="#ctx0" brushRef="#br0" timeOffset="401472.1496">2608 5293 0,'0'40'31,"-40"-40"-31,40 41 16,-40-41-16,40 40 16,-40 0-16,40 0 15,0 0 1,0 0 0,-40 40-1,0-40-15,-121 201 16,161-201-16,-40 0 15,-80 161 1,79-41 0,1-80 15,40-40-15</inkml:trace>
  <inkml:trace contextRef="#ctx0" brushRef="#br0" timeOffset="402032.1186">2528 6095 0,'0'-40'15,"40"40"1,0 0 0,40 0-1,1 40 1,-41 1 15,-40-1-31,0 0 0,0 0 16,-40 0-1,40 0 1,-40-40-16,40 40 16,0 0-16,-41-40 15,82 0 17,-1 0-17,0 40 1,0-40-16,-40 40 15,40-40-15,0 41 16,-40-1 0,-40-40 15,40 40-31,-40-40 0,0 40 16,0-40-1,0 0-15,-1 40 0,1-40 16,0 0-16,0 40 0,0-40 15,0 0-15,0 0 0,0 0 0,-1 0 16,1 40 0,0-40-16,0 0 0,0 0 0</inkml:trace>
  <inkml:trace contextRef="#ctx0" brushRef="#br0" timeOffset="403321.9705">1485 7780 0,'-40'0'16,"40"-40"-16,-41 40 16,1 0-1,0 0 17,40-40-32,0 0 62,40 40-46,-40-41-16,40 41 0,1 0 15,-1 0-15,-40-40 16,40 40-16,0 0 0,0 0 0,0 0 16,0 0-1,0 0-15,1 0 16,-41 40-16,0 1 15,0-1 1,0 0-16,-41-40 16,41 40-16,-40-40 0,40 40 0,-40-40 0,40 40 15,-80-40-15,80 40 0,-40 0 0,0-40 32,40 40-32,80-40 62,-40 0-46,0 0-16,0 40 0,-40 1 15,40-1 1,-40 0-16,0 0 16,0 0-16,-40-40 15,40 40-15,-80-40 0,80 40 0,-40-40 0,40 40 16,-40-40-1,40 40-15,-40-40 0,0 0 0,-1 0 16,1 0 0,0 0-16,0 0 0,0 0 0,0-40 15,0 40-15,0-40 0,40 0 16,-41 40-16</inkml:trace>
  <inkml:trace contextRef="#ctx0" brushRef="#br0" timeOffset="404001.9276">2207 7339 0,'0'40'16,"40"-40"15,0 0-31,0 0 0,0 0 16,1 0-16,-1 0 15,0 40 1,0-40-16,-40 80 0,40-40 16,-40 0-1,0 0-15,0 1 0,0-1 0,0 0 16,0 0-1,0 0-15,0 0 0,-40 0 0,40 0 0,0 0 16,-40-40-16,40 40 0,-40 1 16,40-1-16,-40 0 0,40 0 0,-41 0 0,1-40 15,40 40-15,-40 0 0,0 0 0,0 0 0,0 1 16,0-1 0,40 0-16,-40-40 0,-1 40 0,41 0 0,-40-40 15,0 40-15,0-40 0,40 40 16,-40-40-16,0 40 0,0-40 0,0 0 15,-1 40-15,1-40 16,0 0-16,0 40 0,0-40 0,0 41 16,0-41-16,0 40 0,-1-40 0,1 0 0,0 40 15,0-40-15,0 0 16,0 0-16,0 0 0,0 40 0,-1-40 16,1 0-1,0 0 1,40-40-16,0 0 15</inkml:trace>
  <inkml:trace contextRef="#ctx0" brushRef="#br0" timeOffset="404521.9729">3130 7700 0,'-40'-40'0,"40"80"47,0 0-16,0 0-31,0 0 0,0 0 0,0 0 16,0 0-16,0 0 15,0 0-15,0 1 0,0-1 0,0 0 0,0 0 16,-40 0-16,40 0 15,0 0-15,0 0 16</inkml:trace>
  <inkml:trace contextRef="#ctx0" brushRef="#br0" timeOffset="404821.9557">3652 7780 0,'0'0'0,"-41"0"31,1 40-15,40 120-1,-40-39 17,0-1-17,40-40 1</inkml:trace>
  <inkml:trace contextRef="#ctx0" brushRef="#br0" timeOffset="405671.9062">4494 7619 0,'0'0'0,"0"41"79,0-1-79,0 0 15,0 0-15,0 0 0,0 0 0,-40 0 16,40 0-16,0 0 15,-40 0-15,40 1 0,0-1 0,0 0 0,0 0 16,0 0-16,0 0 16,0 0-16,0 0 0,0 0 15,0 1-15,0-1 0,0 0 16,40 0-16,-40 0 16,0 0-16,40 0 15,0-40-15,-40 40 16,40-40-16,1 40 15,-1-40 1,0 0-16,0 0 0,0 0 16,0 0-16,0 0 15,0 0 1,1 0-16,-1 0 0,0 0 16,0 0-1,0 0-15,0 0 0,0 0 16,0 0-16,1 0 15,-1 0 17,-40-40-32,-40 40 125,-1 0-110</inkml:trace>
  <inkml:trace contextRef="#ctx0" brushRef="#br0" timeOffset="412931.483">4976 7940 0,'-40'0'15,"40"-40"17,40 40-17,0-40 1,0 40-1,0 0 1,0 0-16,0 0 16,-40-40-1,40 40-15,-40 40 32,41-40-17,-41 40-15,0 0 16,0 0-16,0 0 15,-41-40-15,41 41 0,-40-1 16,0-40-16,40 40 0,-40-40 16,40 40-1,40-40 63,0 0-62,0 0-16,-40 40 31,41-40-31,-41 40 16,0 0 0,0 0-1,-41-40-15,1 0 16,0 0-1,0 0-15,0 0 16,0 0-16,0 0 0,0 0 16,-1 0-16,1 0 0,0 40 15,0-40-15,0 0 16</inkml:trace>
  <inkml:trace contextRef="#ctx0" brushRef="#br0" timeOffset="413951.3495">3090 8863 0,'40'0'15,"-40"-40"-15,-40 40 78,0 0-62,40 40-16,-41-40 0,1 0 0,0 0 16,40 40-16,-40-40 15,40 40-15,-40 0 0,40 0 16,0 0 0,0 0-16,40-40 31,0 0-16,0-40 1,0 40-16,-40-40 0,41 0 16,-41 0-16,0 0 15,0 0 1,0 0-16,0-1 0,0 82 62,0-1-62,0 0 16,0 0-16,0 0 0,0 0 16,0 0-1,0 0-15,0 0 0,0 1 16,0-1-16,0 0 0,0 0 16,0 0-16,-41-40 0,41 40 0,0 0 15,-40-40-15,40 40 16,0 0-16,-40-40 15,0 0 1,0 0-16,0 0 16,0 0-16,0 0 15,-1 0 1,41-40-16,0 0 0</inkml:trace>
  <inkml:trace contextRef="#ctx0" brushRef="#br0" timeOffset="414451.3236">2087 9825 0,'0'0'0,"-41"0"0,82 0 94,-41 40-79,40-40-15,0 40 0,0-40 16,0 0-16,0 0 0,0 0 0,41 0 0,-41 0 16,40 0-16,-40 0 15,40 0-15,1-40 0,-41 40 0,40 0 0,-40 0 0,40-40 16,-40 40-16,41 0 16,-41 0-16,0 0 0,0 0 0,0 0 0,40 0 15,-39 0-15,-1 0 16,0 0-16,0 0 15,-40 40 17,-40-40-32,-40 0 31,39 0-31,41-40 16</inkml:trace>
  <inkml:trace contextRef="#ctx0" brushRef="#br0" timeOffset="415101.3013">2167 9304 0,'0'40'93,"40"-40"-77,-40 40 0,80-40-16,-40 40 0,0-40 0,1 0 15,-1 0-15,0 0 16</inkml:trace>
  <inkml:trace contextRef="#ctx0" brushRef="#br0" timeOffset="418231.1363">2568 10347 0,'0'-41'234,"40"41"-234,0-40 16,0 40-1,1 0 1,-1 0-16,0 0 31,0 0-15,0 0 15,-40 40-31,0 1 31,0-1-31,0 0 16,0 0 0,-40-40-16,40 40 0,-40-40 0,40 40 15,-40-40-15,40 40 16,0 0-1,-40-40-15,-1 0 32,41-40-1,41 40 0,-41-40-31,40 40 31,0 0-31,0 0 16,0 0-16,0 0 16,0 0-16,0 0 15,1 0 1,-41-40 156</inkml:trace>
  <inkml:trace contextRef="#ctx0" brushRef="#br0" timeOffset="419361.1116">4976 9865 0,'40'0'93,"0"0"-93,0 0 16,0 0-16,0 40 0,0-40 16,1 0-16,-1 0 15,0 41-15,0-41 0,0 0 0,0 0 16,0 0-16,0 0 16,1-41-16,-1 41 31,-40-40-31</inkml:trace>
  <inkml:trace contextRef="#ctx0" brushRef="#br0" timeOffset="419711.017">5457 9504 0,'0'0'0,"-40"0"31,0-40-15,80 80 15,-40 0-15,80-40-1,-80 41-15,40-41 0,1 40 16,79 0 0,0-40 15,-120 40-31,40-40 16</inkml:trace>
  <inkml:trace contextRef="#ctx0" brushRef="#br0" timeOffset="420050.9974">5818 9344 0,'-40'0'16,"80"0"-16,-80 40 31,80 0-16,0 0-15,1 0 16,-1-40-16,-40 40 0,40-40 16,-40 41-16,40-41 0,0 0 0,-40 40 15,40-40-15,-40 40 16,40-40-16,-40 40 16,0 0-1,-40-40-15,40 40 0,-40 0 0,-40 0 16,40 0-1,0-40-15,40 41 0,-41-41 16,41 40-16,0 0 16</inkml:trace>
  <inkml:trace contextRef="#ctx0" brushRef="#br0" timeOffset="420721.0312">6460 9544 0,'0'0'15,"0"-40"-15,40 40 16,1 0 15,-1-40-31,80 40 32,0 0-17,-79 40 1,-1 0-1,-40 41 17,-81 39-17,1-80 1,0 0 15,40 0-15,0-40-1,80 0 1,0 40 15,0-40-15,40 41 0,-80-1 15,-40 0-16,40 0-15,-80 0 16,40-40-16,-81 40 16,81-40-16,-40 0 31,0 0-31,40 0 16,0 0-16,40-40 15</inkml:trace>
  <inkml:trace contextRef="#ctx0" brushRef="#br0" timeOffset="422180.9476">7423 9184 0,'-40'0'16,"40"-41"93,40 41-62,1 0-32,-1 0-15,0 0 16,0 0 0,-40 41-16,40-41 0,-40 40 15,40-40 1,-40 40-16,0 0 0,0 0 16,0 0-16,0 0 15,-40 0-15,0 0 0,0 0 16,40 1-16,-80-41 15,80 40-15,-41-40 0,41 40 0,-40-40 16,0 40-16,80-40 31,-40-40-31,40 40 16,1-40 0,-1 40-16,0 0 0,0 0 0,0 0 15,0-40-15,0 40 16,0 0-16,1 0 0,-1 0 15,0 0-15,0 0 16,0 0 0,0 0-16,0 0 15,-40 40 1</inkml:trace>
  <inkml:trace contextRef="#ctx0" brushRef="#br0" timeOffset="422500.9273">7183 9986 0,'-41'0'15,"82"0"-15,-82 40 0,82-40 31,-1 0-31,120 0 32,1-80-17,39 39 1,-39 41 15,-41 0-15,-120 41-1</inkml:trace>
  <inkml:trace contextRef="#ctx0" brushRef="#br0" timeOffset="423490.8104">7263 10266 0,'0'0'16,"-40"40"0,80-40 15,0 0-16,0 0 1,81 0 0,-81 0-1,0 0 17,0 81-17,-40-41 1,-40 0-1,-40 0 17,39-40 296,82 0-266,-1 0-62,0 0 32,0 0-32,0 0 31,0 0-16,-40 40-15,0 0 16,0 0-16,0 0 16,-40-40-16,40 41 15,-40-41 1,0 40-16,0-40 16,0 0-16,-1 0 15,1 0-15,0 0 0,0 0 0,0-40 0,-40 40 16,39 0-16,1-41 15,0 41-15</inkml:trace>
  <inkml:trace contextRef="#ctx0" brushRef="#br0" timeOffset="438999.8931">762 4892 0,'41'0'172,"39"0"-156,-80 40-16,40-40 15,0 0-15,0 40 0,0-40 0,0 0 16,1 0-16,-1 0 0,0 0 0,0 0 15,0 0-15,0 0 0,0 0 16,0 41-16,1-41 0,-1 0 0,0 0 0,0 0 16,0 0-16,0 0 15,0 0-15,0 0 0,1 0 0,-1 0 16,0 0-16,40 0 16,-40 0-16,0 0 0,0 40 0,1-40 0,39 0 15,-40 40-15,0-40 16,40 0-16,-40 0 0,41 0 0,-41 40 0,0-40 15,40 0-15,-40 0 0,-40 40 0,40-40 0,1 0 16,-1 0-16,0 0 16,-40 40-16,40-40 15,-40 40 1,40-40-16,0 0 16,0 40-1,0-40-15,1 0 0,-1 40 0,0-40 0,0 0 16,0 0-16,0 41 0,0-41 0,0 0 15,1 40-15,-1-40 16,0 0-16,0 40 0,0-40 0,0 0 16,0 40-16,1-40 15,-1 0-15,-40 40 0,40-40 0,0 0 16,0 0-16,0 40 16,0-40-16,0 0 0,1 40 0,39-40 0,-40 0 15,0 40-15,0-40 0,40 0 16,-39 40-16,-1-40 0,0 0 0,0 40 0,40-40 15,-40 0-15,0 41 0,1-41 0,-1 40 16,0-40-16,0 0 16,0 0-16,0 40 0,0-40 0,0 0 15,1 40-15,-1-40 0,0 0 16,0 0-16,0 0 0,0 40 0,0-40 0,0 0 16,1 40-16,-1-40 15,0 0-15,0 40 0,0-40 0,0 0 0,0 40 16,0-40-16,1 40 0,-1-40 0,0 0 15,-40 41-15,40-41 16,0 0-16,-40 40 0,40-40 0,0 0 0,0 40 16,1 0-1,-1-40-15,0 0 0,0 40 0,0-40 0,0 0 16,0 40-16,0-40 0,1 0 16,-41 40-16,40-40 0,0 0 0,-40 40 0,40-40 15,0 0-15,0 0 16,0 40-16,0-40 0,-40 40 15,41-40-15,-41 41 0,40-41 0,-40 40 16,40-40-16,-40 40 0,40-40 16,-40 40-16,40-40 0,-40 40 0,40-40 0,-40 40 15,40-40-15,0 40 16,1-40-16,-41 40 0,40-40 0,0 40 16,0 1-1,-40-1-15,40-40 0,-40 40 0,40 0 0,0 0 16,0 0-16,-40 0 0,41-40 0,-1 40 15,-40 0-15,40-40 16,-40 40-16,40-40 0,0 41 0,0-1 16,0 0-16,1-40 15,-1 40-15,0-40 32,-40 40-32,40-40 15,-40 40-15,40-40 16,0 40-16,0 0 0,0 0 15,1 1-15,-1-41 0,-40 40 0,40 0 16,0 0 0,-40 0-16,40-40 0,-40 40 0,40 0 0,-40 0 15,40-40-15,-40 40 16,40-40-16,-40 40 0,41-40 0,-41 41 0,40-1 16,0 0-1,0 0-15,0-40 0,-40 40 0,40 0 0,0-40 16,-40 40-16,40 0 0,1 0 0,-41 1 15,0-1-15,0 0 16,40 0-16,-40 0 0,40 0 16,-40 0-16,0 0 15,0 0-15,40 0 16,-40 1-16,0-1 16,0 0-16,40-40 0,-40 40 0,0 0 15,0 0-15,40-40 16,-40 40-16,0 0 0,0 0 0,0 1 15,0-1-15,0 0 0,0 0 16,-40 0-16,0 0 16,40 0-16,0 0 0,0 0 15,-40 0-15,40 1 16,0-1-16,0 0 0,-40-40 0,40 40 16,0 0-16,0 0 15,0 0-15,0 0 0,0 0 16,0 1-16,0-1 0,0 0 15,0 0 1,-40 0-16,-1-40 16,41 40-16,-40-40 0,40 40 15,-40-40-15,0 40 0,0 0 16,0 0 0,0 1-16,0-1 0,-1 0 15,1 0-15,40 0 16,-40-40-16,0 40 0,0 0 15,0-40-15,40 40 0,-40-40 0,40 40 16,-40-40 0,-1 0-16,1 41 15,0-41 1,0 0-16,0 0 0,0 0 16,40 40-16,-40-40 15,0 0-15,-1 0 0,41 40 0,-40-40 16,0 0-16,0 0 0,0 40 0,0-40 0,0 0 15,-1 40-15,1-40 0,0 0 16,0 0-16,0 40 0,0-40 0,0 0 16,0 0-16,-1 0 15,1 0-15,0 0 0,0 0 0,0 0 16,0 0-16,0 0 16,0 0-16,-1 0 0,1 0 15,0 0 1,0 0-16,0 0 0,0 0 15,0 0-15,0 0 16,-1 0-16,1 0 16,0 0-16,0 0 0,0 0 15,0 0 1,0 0-16,0 0 16,-1 0-16,1 0 15,40 40-15,-40-40 0,0 0 0,0 0 16,0 0-16,0 0 0,0 0 0,-1 40 15,1-40-15,0 0 16,0 0-16,-40 0 0,40 0 0,0 0 0,-1 0 16,1 40-16,0-40 0,0 0 15,0 0-15,0 40 0,0-40 0,-41 0 0,41 0 16,0 41-16,0-41 16,-40 0-16,40 0 0,0 0 0,-1 0 0,-39 0 15,40 0-15,0 40 0,0-40 16,-40 0-16,39 0 0,1 0 0,0 0 0,0 0 15,0 0-15,0 0 0,0 0 0,0 0 0,-1 0 16,1 0-16,0 0 16,0 0-16,0 0 0,0 0 0,0 0 15,0 0-15,-1 0 16,1 0-16,0 40 0,0-40 16,0 0-16,0 0 15,0 0-15,-1 0 0,1 0 0,0 0 16,0 0-16,0 0 0,40 40 15,-40-40-15,0 0 16,0 0-16,-1 0 16,1 0-1,0 0-15,0 0 0,0 0 0,0 0 0,0 0 16,0 0-16,-1 0 0,1 0 16,0 0-16,0 0 0,0 0 0,0 0 0,0 0 15,0 0-15,-1 0 16,1 0-16,0-40 0,0 40 0,0 0 15,0 0-15,0 0 0,0 0 0,-1 0 0,-39 0 16,40 0-16,0 0 0,0 0 16,-40 0-16,39 0 0,1 0 0,0 0 0,0 0 15,0 0 1,0 0-16,0 0 0,0 0 16,-1 0-1,1 0-15,0 40 16,0-40-16,0 0 15,0 0 1,0 0-16,0 0 16,-1 0-1,1 0-15,0 0 16,0 0 0,0 0-16,0 0 15,0 0 1,0 0-16,-1 0 15,1 0-15,0 0 0,0 0 16,0 0-16,0 0 16,0 0-16,0 0 15,-1 0 1,1 0-16,0 0 16,0 0-1,0 0 1,0 0-16,0 0 31,0 0 16,40-40 125,40 40-172,-40-40 15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25:33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5939 1644 0,'0'0'16,"0"-40"0,0 0-1,0-1 1,0 1 15,40 40-31,120 0 16,-79 40-1,-41-40-15,160 161 16,-200-121-16,40 0 0,1 0 16,-1 40-1,-40-40-15,-40 161 16,40-161-16,-81 0 0,41 0 15,-241 121 1,201-121-16,0-40 0,-41 0 31,121-40-31,-40 0 16,40 0-16,0-81 16,40 121-16,1 0 0,39 0 31,-40 0-31,201 80 15,-161-80-15,-40 41 0,121 39 16,-121-40-16,120 40 16,-120-40-16,0-40 0,41 0 31,-41 0-31</inkml:trace>
  <inkml:trace contextRef="#ctx0" brushRef="#br0" timeOffset="379.9794">7504 1604 0,'-40'-40'32,"80"80"-32,-80-121 0,-1 81 15,1 0-15,-40 41 16,80-1-16,-40 40 15,40-40-15,-40 160 16,40 81 0,120-80 15,-80-161-31,0 0 0,81-40 31,-81 0-31,0 0 0,80-40 16,-120 0-16,41 0 15,-41 0-15,-41-1 16,-159 1 0,-41 121-1,201-41-15</inkml:trace>
  <inkml:trace contextRef="#ctx0" brushRef="#br0" timeOffset="3369.8034">8266 1564 0,'-40'0'0,"0"0"0,0 0 15,0 0-15,40-41 16,0 1 0,40 40-1,0 0 1,-40-40-16,40 40 0,0 0 0,0 0 16,0 0-16,0 0 15,41 0-15,-41 0 0,0 0 0,0 0 0,40 0 16,-40 0-16,1 0 15,-1 0-15,0 0 0,0 0 0,0 0 0,0 0 16,0 0-16,0 0 0,1 0 16,-82 0 31,1 0-47,0 40 0,0-40 15,0 0-15,0 40 16,0 1-16,0-41 0,-1 40 0,1 0 15,0 0 1,0 0-16,0-40 0,40 40 0,-40 0 0,0 0 16,0 0-16,40 0 0,-41 1 0,41-1 0,-40 0 15,40 0-15,-40 0 16,40 0-16,-40 0 0,80-40 47,0 0-32,41 0-15,-41 0 0,0-40 0,0 40 16,40-40-16,-40 0 0,41 40 0,-41 0 0,40 0 16,-40-40-16,40 40 15,-40 0-15,41 0 0,-41 0 0,0 0 0,0 0 16</inkml:trace>
  <inkml:trace contextRef="#ctx0" brushRef="#br0" timeOffset="3579.7183">9590 2045 0,'-40'-40'31,"0"40"-31,80-40 16,40 40-1,-40 0-15,1 0 0,-1 0 0,0 0 0,0 0 16,0 0-16,40-41 15,-40 41-15,1 0 0,-1 0 0,0 0 0,0 0 16,0 0-16</inkml:trace>
  <inkml:trace contextRef="#ctx0" brushRef="#br0" timeOffset="3819.7038">10473 1604 0,'-40'0'0,"80"0"0,-160-40 16,120 80 15,0 0-31,0 0 16,0 0-16,0 0 15,0 0-15,40 0 0,-40 0 0,0 0 0,0 41 16,0-41-16,0 0 0,0 0 15,0 0-15,0 0 0,0 0 0,0 0 16</inkml:trace>
  <inkml:trace contextRef="#ctx0" brushRef="#br0" timeOffset="4369.7456">11436 1483 0,'0'-40'15,"0"80"-15,40-120 16,0 80-16,0-40 16,1 40-16,39 80 15,-80 0-15,40-39 31,-40-1-31,0 0 0,0 0 0,-120 120 16,-41 1 15,41-1-15,120-80 0,40-40 15,160-80-16,-79 0 1,-81-80 0,-160 0 15,-81-41-15,0 1-1,161 39 16,80 1-15,41 80-16,-41 40 0,120-40 31,-120 40-31,0 80 0</inkml:trace>
  <inkml:trace contextRef="#ctx0" brushRef="#br0" timeOffset="5129.7006">5899 3368 0,'-41'-40'16,"1"40"-1,40-40-15,40 40 78,41 0-78,-41 0 0,0 0 16,0-40-16,40 40 0,1 0 0,-1 0 0,0 0 16,40 0-16,-39 0 15,39 0-15,0-40 0,1 40 0,-1 0 0,41-40 16,-41 40-16,41-40 0,-1 40 16,1 0-16,39 0 0,1-40 0,0 40 0,-1 0 15,1 0-15,-1 0 16,-39 0-16,40-41 0,-41 41 0,1 0 0,-1 0 15,1 0-15,-1 0 0,-40-40 16,41 40-16,-1 0 0,-39 0 0,39 0 0,-39 0 16,-1-40-16,1 40 0,-1 0 0,0 0 0,1-40 15,-41 40-15,40 0 16,-39 0-16,-1 0 0,0 0 0,0 0 0,1 0 16,-41 0-16,40 0 0,0 0 15,-40 0-15,0 0 0,41 0 0,-41 0 0,0 0 16,0 0-16,0 0 15,-80 0 17,0 0-32,0 0 15,0 0-15,0 0 16,-1 0-16,1 0 16,0 0-16</inkml:trace>
  <inkml:trace contextRef="#ctx0" brushRef="#br0" timeOffset="6819.5273">4093 4090 0,'0'-40'16,"0"80"-16,-40-120 15,0 80 1,0 0 15,40 40-31,-41 40 16,1-40-16,40 0 0,-40 1 0,40 39 0,-40-40 15,40 40-15,0-40 16,0 0-16,0 41 0,0-41 0,0 0 0,40 0 0,-40 40 16,40-40-16,0 0 15,1 0-15,-1-40 0,0 40 0,0 1 0,0-41 16,0 40-16,0-40 15,0 0-15,41 40 0,-41-40 0,0 0 0</inkml:trace>
  <inkml:trace contextRef="#ctx0" brushRef="#br0" timeOffset="7339.5036">4735 4170 0,'-40'-40'16,"0"40"-16,40-40 16,40 40-1,0 0 1,120 0 0,-79 0-16,159-40 15,-199 40-15,-1 0 0,120-40 31,-120 40-31,41-40 16,-41 40-16,-80 0 31,-1 40-15,1-40 0,0 40-16,40 0 0,-40 0 15,0 0-15,0 0 16,40 1-16,-40-1 0,0-40 0,40 40 0,-41 0 15,1 0-15,0 0 16,40 0-16,-40 0 0,0 0 0,0 1 0,0-1 16,40 0-16,-40-40 0,40 40 0,-41-40 15,41 40-15,41-40 32,39-40-17,-40 40-15,0-40 0,40 40 0,-40 0 16,1 0-16,-1-40 15,0 40-15,40 0 0,-40-40 0,0 40 0,41 0 16,-41 0-16,0 0 0,40-41 0,-40 41 0,0 0 16</inkml:trace>
  <inkml:trace contextRef="#ctx0" brushRef="#br0" timeOffset="7549.5603">6099 4531 0,'0'0'0,"-40"0"0,40-40 16,40 0 15,40 40-31,41-40 0,-81 40 0,201-40 31,-161 40-31,0 0 16</inkml:trace>
  <inkml:trace contextRef="#ctx0" brushRef="#br0" timeOffset="7779.5467">6982 4010 0,'0'-40'0,"-80"40"31,40 40-16,40 0 1,0 0-16,0 161 16,40-121-1,0 120 1,-40-159-16,40 79 31,-40-80-31</inkml:trace>
  <inkml:trace contextRef="#ctx0" brushRef="#br0" timeOffset="8089.4726">7383 4090 0,'0'-80'15,"0"40"1,40 40 0,1 0-16,79 120 31,-120-80-31,40 161 16,-40-161-16,0 40 0,-40 81 15,40-121-15,-120 200 31,79-200-31,1 0 0,-80 81 16,120-81-16,-40 0 0</inkml:trace>
  <inkml:trace contextRef="#ctx0" brushRef="#br0" timeOffset="8449.5075">8627 3970 0,'-40'0'16,"80"0"-16,-120 0 15,40 0-15,40 40 0,-80 0 16,-41 161 15,81-161-31,40 160 16,0-160-16,40 0 0,0 41 16,81 39-1,-81-80 1,0-40-16,80 0 15,-80 0-15</inkml:trace>
  <inkml:trace contextRef="#ctx0" brushRef="#br0" timeOffset="8929.4383">9149 4291 0,'0'-40'15,"0"-1"-15,40 1 16,80 40 0,-80-40-16,41 40 15,-41 0-15,0 0 0,0 0 0,121-40 32,-121 40-32,0 0 0,0 0 15,0-40 1,-80 80 15,40 0-15,-80 81-1,40-121-15,-41 160 16,41-160-16,40 40 0,-120 80 31,120-79-31,-121 79 16,81-80-16,0-40 0,40 40 15,-40 0 1,80-40 0,0 0-1,0 0-15,1-40 0,-1 40 16,0 0 0,0 0-16,0 0 0,0-40 15,0 40-15,0 0 16,1 0-16,-1 0 0,0 0 0,0 0 15</inkml:trace>
  <inkml:trace contextRef="#ctx0" brushRef="#br0" timeOffset="9169.4654">10473 4571 0,'0'0'15,"-40"0"-15,80 0 16,40 0 0,-40-40-16,41 40 15,-1 0-15,80-40 16,-79 40 0,79-40-1,-39 40 1</inkml:trace>
  <inkml:trace contextRef="#ctx0" brushRef="#br0" timeOffset="9549.444">11998 3890 0,'0'0'15,"-40"-40"-15,0 40 31,-1 0-31,-39 120 16,40-80-16,-40 120 31,80-79-31,0-41 0,0 80 16,0-80-16,80 80 16,-40-79-16,0-41 15,41 40 1,-41-40-16,40-40 15,-40-41 1,-80 41 0,-121 40 15,41 0-31,80 40 16,0 0-1,80-40 16</inkml:trace>
  <inkml:trace contextRef="#ctx0" brushRef="#br0" timeOffset="9809.429">12600 3769 0,'40'0'31,"-80"0"-31,120 0 0,-80 40 16,40 41-16,0 79 15,-40-80-15,0-40 0,0 121 16,-200 79 15,159-199-31,-79 79 16,40-80-16,40 0 15,0-40-15</inkml:trace>
  <inkml:trace contextRef="#ctx0" brushRef="#br0" timeOffset="10219.3334">15088 2606 0,'0'0'0,"-41"0"16,82 0 0,39 0-1,80 0 1,-120 0-16,201 0 15,-201 0-15,0 0 0,1 0 16,79 0 0</inkml:trace>
  <inkml:trace contextRef="#ctx0" brushRef="#br0" timeOffset="10419.3177">15368 3168 0,'0'0'0,"-40"0"0,0 40 0,0-40 16,120 0-1,-40 0-15,1 0 16,39-40-16,-40 40 16,40 0-16,0-40 0,1 40 0,-41-40 0,40 40 15,-40 0-15,0-41 0,41 41 16,-41 0-16,0 0 0,0 0 0,40 0 0</inkml:trace>
  <inkml:trace contextRef="#ctx0" brushRef="#br0" timeOffset="11159.2942">17535 1684 0,'0'40'16,"-40"-40"-16,40 40 16,-40 0-16,40 0 15,0 0-15,0 0 0,-40 1 0,40-1 16,-40 0-16,40 0 16,0 0-16,-40-40 0,40 40 15,-41-40 1,41-40-1,0-40-15,0 40 0,0 0 16,41-1-16,-41-39 16,80 0-16,-80 0 0,40 40 0,0-40 0,0-1 15,0 1-15,-40 40 0,40-40 16,1 40-16,-41 0 0,40 40 0,-40-41 0,40 1 16,0 40 15,-40 40-16,0 1-15,40-1 0,-40 0 0,40 40 16,-40-40-16,0 40 0,40-40 0,-40 41 0,0-41 16,0 40-16,0-40 15,0 40-15,0-40 0,0 0 0,0 41 0,0-41 16,0 0-16,0 0 0,0 0 16,0 0-16,0 0 0,0 0 15</inkml:trace>
  <inkml:trace contextRef="#ctx0" brushRef="#br0" timeOffset="11389.2644">17776 1965 0,'-80'-41'16,"160"82"-16,-200-82 0,120 1 15,0 0-15,40 40 16,40 0 0,-40-40-1,121 40 1,-1-40 0</inkml:trace>
  <inkml:trace contextRef="#ctx0" brushRef="#br0" timeOffset="11929.3072">17174 2486 0,'40'0'15,"0"0"17,0 0-17,1 0-15,-1 0 16,0 0-16,0 0 0,0 0 0,0 0 0,40 0 16,-39 0-16,39 0 0,0 0 15,-40 0-15,40 0 0,41-40 0,-41 40 0,0 0 16,1 0-16,-1 0 15,40 0-15,-39 0 0,-1 0 0,0 0 0,-40 0 16,40 0-16,-39-40 0,-1 40 0,0 0 0,0 0 16,-80 0 62</inkml:trace>
  <inkml:trace contextRef="#ctx0" brushRef="#br0" timeOffset="12569.2683">17415 3529 0,'-40'0'32,"80"0"-32,-40 0 15,120 0 1,81 0-1,40-40 17,-81 40-17,-80 0 1,-39 0 15,-82 0 0,41 40-31,-80 0 16,0 80 15,-121 41-15,161-121-16,-120 80 16,119-80-16,-79 80 31,120-80-31,-80 1 15,120-41 17,0 0-17,0 0 1,0 0-16,0 0 0,1 0 0,-1 0 16,0-41-16,0 41 15,0 0-15,0 0 0,0 0 16,0 0-1,1 0-15,-1 0 0,0-40 0,0 40 0,0 0 16</inkml:trace>
  <inkml:trace contextRef="#ctx0" brushRef="#br0" timeOffset="12789.2567">18579 4010 0,'-81'0'15,"162"0"-15,-162-40 32,162 40-32,-41 0 15,200 0 1,-119-40 15,-1 40-31</inkml:trace>
  <inkml:trace contextRef="#ctx0" brushRef="#br0" timeOffset="13009.2424">19582 3609 0,'0'-40'16,"0"120"15,-40-80-16,-1 201 1,-39 39 0,40-79 15,40-41-31</inkml:trace>
  <inkml:trace contextRef="#ctx0" brushRef="#br0" timeOffset="13409.1468">21708 2446 0,'0'0'15,"-40"0"-15,80 0 31,-40-40-15,81 40-16,-41 0 0,0 0 0,40 0 0,-40 0 16,41 0-16,-1 0 0,-40 0 15,40 0-15,-40 0 0,41 0 0,-41 0 0,40 0 16,-40 0-16,0 0 16,0 0-16,0 0 0,1 0 0,-1 0 0,0 0 15,0 0-15</inkml:trace>
  <inkml:trace contextRef="#ctx0" brushRef="#br0" timeOffset="13669.2043">22310 2125 0,'0'0'0,"-80"-40"31,40 40-31,40 40 16,0 40 0,0 161-1,0 40 17,-40-41-17,40-119 1</inkml:trace>
  <inkml:trace contextRef="#ctx0" brushRef="#br0" timeOffset="13989.1869">24477 1243 0,'0'0'16,"0"-40"-16,-40 40 16,0 0-16,0 0 0,-41 200 31,1 81-16,80 0 1,-40-41 0,40-119-1</inkml:trace>
  <inkml:trace contextRef="#ctx0" brushRef="#br0" timeOffset="14509.098">24276 1804 0,'0'0'0,"-40"-40"0,40-120 32,0 120-32,0-1 0,121-79 15,39-40 1,1 79-1,-81 122 17,-40 119-17,-120 81 1,-161-1 15,40-39-15,161-161-1,80-40 1,161-40 15,0 40-15,-81 80 0,-80 80 15,-80-39-16,-40-81-15,-81 0 16,1 0 0,39-40-16,-79 0 31,160-40-31</inkml:trace>
  <inkml:trace contextRef="#ctx0" brushRef="#br0" timeOffset="14889.0765">23514 3128 0,'-40'0'15,"40"-40"1,40 40 0,201 0-1,120-41 1,80 1 15,-39 0-15,-81 80-1,-121 41 1,-79-1 15,-121-40-15,-40-40 0</inkml:trace>
  <inkml:trace contextRef="#ctx0" brushRef="#br0" timeOffset="15429.1031">23675 3850 0,'-161'40'15,"322"-80"-15,-362 80 31,241-40-31,-40-40 16,321-1 0,0 41-1,-80 0 17,-121 0-17,-80 0 1,-40 41-1,-120-1 17,0 80-17,-41 0 1,-40 1 15,81-1-15,80-80-1,40 0 1,120-40 15,1-40-15,-1 0 0,0 40 15,1-80-16,-81 80-15</inkml:trace>
  <inkml:trace contextRef="#ctx0" brushRef="#br0" timeOffset="15689.0129">25159 4170 0,'-40'0'15,"80"0"-15,-80-40 16,120 40 0,121 0-1,40-40 17,-81 40-17,-39-40 1,-81 40-16</inkml:trace>
  <inkml:trace contextRef="#ctx0" brushRef="#br0" timeOffset="16129.0612">26804 3609 0,'0'0'0,"0"-40"31,-40 40-15,0 0 0,-80 160 15,-1 1-16,81 79 1,121-79 0,39-81 15,-40-80-15,-40-80-1,-80-1 16,-40 41-15,-121 0 0,1 120-1,39 41 1</inkml:trace>
  <inkml:trace contextRef="#ctx0" brushRef="#br0" timeOffset="19128.8878">4454 6737 0,'0'-40'15,"-40"40"-15,40-40 16,0 0-16,0 0 16,40 40 15,0-40-31,0 40 16,0 0-16,1 0 15,-41-41-15,40 41 0,0 0 0,0 0 0,40 0 16,-80-40-16,80 40 15,-39 0-15,-1 0 0,0 0 0,0 0 16,0 0-16,0 40 0,0-40 0,-40 41 16,0-1-16,40-40 0,-40 40 15,0 0-15,0 0 0,0 0 0,0 0 16,-40 0-16,40 0 16,-80 1-16,40-1 0,0 0 0,0 0 0,0 0 15,-1 0-15,1 0 0,0 0 16,-40 0-16,40 0 0,0-40 0,0 41 0,-1-41 15,1 0-15,0 0 16,40-41 0,40 41-1,0 0-15,-40-40 16,41 40-16,-1 0 0,0 0 0,0 0 0,0 0 16,0 0-1,0 0-15,0 40 0,1 1 16,-1-41-16,-40 40 15,0 0-15,40 0 0,-40 0 0,40 0 0,-40 0 16,40 0-16,-40 0 0,40 1 0,-40-1 16,40-40-1,-40 40-15,40-40 0,1 0 16,-1 0 0,0 0-16</inkml:trace>
  <inkml:trace contextRef="#ctx0" brushRef="#br0" timeOffset="19558.8637">6019 6817 0,'0'-40'16,"0"80"-16,0-40 62,0 40-62,0 1 0,0-1 16,0 0-16,0 0 0,0 0 15,0 0-15,0 40 0,0-40 0,0 0 0,0 1 16,0-1-16,0 0 16,40 0-16,-40 0 0,0 0 15,40-40-15,0 40 16,0-40-16,1 0 0,-1 0 0,0 0 15,-40-40-15,40 40 0,-40-40 0,40 40 0,-40-40 16,40 0 0,-40 0-16,-40 40 15,40-40 1,-40 40-16,-40 0 0,40 0 16,-1 0-1,1 40-15,40 0 16,0 0-1</inkml:trace>
  <inkml:trace contextRef="#ctx0" brushRef="#br0" timeOffset="20168.8272">7183 6898 0,'0'0'0,"0"-41"0,-41 41 31,122 0 0,-41 0-31,0 0 0,40 0 0,-40 0 16,1 0-16,-1 0 0,40 0 0,-40 0 0,40 0 16,-40 0-16,1-40 0,-1 40 15,0 0-15,0 0 0,0 0 0,0 0 0,0 0 16,-80 40 31,40 1-47,-40-41 15,40 40-15,-40 0 0,0 0 0,40 0 16,0 0-16,-40-40 16,0 40-16,40 0 0,0 0 0,-41 0 0,41 1 15,-40-1-15,0-40 0,40 40 16,-40 0-16,40 0 0,-40-40 0,0 40 0,0 0 16,0 0-1,40-80 16,80 40-31,0-40 16,-40 40 0,0 0-16,0 0 15,1 0-15,-1 0 0,0 0 16,0 0-16,0 0 16,0 0-16,0 40 31,0-40-31</inkml:trace>
  <inkml:trace contextRef="#ctx0" brushRef="#br0" timeOffset="20448.7686">8988 7419 0,'0'0'0,"-40"0"0,80 0 47,0 0-31,41 0-16,-41 0 0,0 0 15,0 0-15,0 0 16,0 0-16,-40 40 0,40-40 0,1 0 0,-1 0 15,0 0-15,0 0 0,-40 40 0,40-40 16</inkml:trace>
  <inkml:trace contextRef="#ctx0" brushRef="#br0" timeOffset="21448.6951">10914 6777 0,'0'-40'0,"41"40"31,-41-40-15,0 0-1,0 80 63,-41 0-78,41 0 0,0 0 16,0 0-16,-40 41 16,40-41-16,0 40 0,0-40 0,0 40 0,-40-40 15,40 41-15,0-41 0,0 0 16,0 40-16,0-40 0,0 0 0,0 0 0,0 0 15,0 1-15,0-1 0</inkml:trace>
  <inkml:trace contextRef="#ctx0" brushRef="#br0" timeOffset="22038.6457">11837 6857 0,'81'-40'32,"-81"0"-32,40 40 0,40-40 15,80 40 1,-39 40-1,-121 40 17,-40 41-17,-41 79 1,-39 1 15,40-121-31,0 80 16,120-79 15,40-81-15,80-40-1,-119-81 17,-82-79-17,-159-41 1,79 41-1,81 79 17,80 121-32,1-40 15,119 40 1,1 40 15,-121 0-31</inkml:trace>
  <inkml:trace contextRef="#ctx0" brushRef="#br0" timeOffset="22268.6416">13603 7178 0,'0'-40'15,"40"0"1,0 40-16,0-40 16,0 40-16,0 0 0,1 0 0,-1-40 0,0 40 15,0 0-15,0 0 16,40 0-16,-40 0 0,1 0 0,-1 0 0,0 0 16,0 0-16,0 0 0,0 0 15,0 0-15</inkml:trace>
  <inkml:trace contextRef="#ctx0" brushRef="#br0" timeOffset="22498.6941">14205 7619 0,'-81'0'16,"162"0"-16,-202 41 15,161-41-15,121-41 16,200 1-1,-281 40-15,201-80 32,0 80-17,-201 0-15</inkml:trace>
  <inkml:trace contextRef="#ctx0" brushRef="#br0" timeOffset="23198.6504">17134 6777 0,'-40'0'16,"0"40"15,40 0-31,-40 1 0,40-1 16,-41 40-16,1-40 16,40 40-16,0-40 0,-40 0 0,40 41 0,-40-41 15,40 0-15,0 0 0,-40 0 16,40 0-16,0 0 0,-40-40 0,40 40 0,0 0 15,0-80 17,0-40-32,40 80 0,-40-40 0,40 0 15,-40 0-15,40-40 0,0 39 16,0-39-16,1 40 0,-41-40 0,40 0 0,0 40 16,0-41-16,0 1 15,0 40-15,-40 0 0,40 0 0,0 0 0,-40 0 16,41 0-16,-1 40 0,-40-41 0,40 41 0,0-40 15,0 40 1,0 0-16,-40 40 16,40 41-1,-40-41-15,40 0 0,-40 40 0,0-40 16,0 0-16,0 41 0,41-41 16,-41 40-16,0-40 0,0 40 0,0 0 0,0-40 15,0 1-15,0 39 16,0-40-16,0 0 0,0 0 0,0 0 0,0 0 15,0 0-15,40 1 16</inkml:trace>
  <inkml:trace contextRef="#ctx0" brushRef="#br0" timeOffset="23428.6388">17174 7299 0,'0'0'0,"-80"0"16,80-41-16,-40 41 15,40-40-15,120-40 16,41 40 0,200 0-1,-241 0 1,201 40-16</inkml:trace>
  <inkml:trace contextRef="#ctx0" brushRef="#br0" timeOffset="23728.6188">19261 6537 0,'-161'0'16,"322"0"-16,-522 80 31,320-80-31,1 40 0,-80 201 32,120 160-17,80-81 1,81-159-1,-1-121 17,-80-40-32</inkml:trace>
  <inkml:trace contextRef="#ctx0" brushRef="#br0" timeOffset="24218.5913">19782 6978 0,'0'0'0,"0"-40"31,40 0-31,-40-1 0,201 1 32,-161 40-32,161-40 15,-161 40-15,80 0 16,-80-40-16,81 40 15,-41-40 1,-80 80 0,-80 40 15,-81 81-15,-39 79-1,39-39 1,41-81 15,80-80-15,80-40-1,80 0 17,41 0-17,-41 0 1,0 0-1,1-40 1,-81 40-16</inkml:trace>
  <inkml:trace contextRef="#ctx0" brushRef="#br0" timeOffset="24428.5786">21267 7459 0,'0'0'16,"-40"0"-16,-40-80 31,120 40-31,200 40 32,41-40-17,-241 40-15,81 0 16,-81 40-16,121-40 15</inkml:trace>
  <inkml:trace contextRef="#ctx0" brushRef="#br0" timeOffset="24858.5539">22952 6737 0,'-80'-40'31,"160"80"-31,-320-80 16,199 80-16,-79 40 16,80-40-16,0 81 15,0-41-15,0 161 16,40-121-1,0-80-15,120 161 16,-80-161-16,0-40 16,121 40-1,-41-80 1,-80-81 15,-160 41-15,-81 40-1,121 40 1,40 0-16,0 80 16,40-40-16,0 0 15</inkml:trace>
  <inkml:trace contextRef="#ctx0" brushRef="#br0" timeOffset="25158.538">23755 6697 0,'0'0'0,"0"40"16,0 40-1,40-40 1,0 241 0,-40-161-1,0-79-15,-40 199 16,-40-119-16,-1-81 16,-159 120-1,159-120-15</inkml:trace>
  <inkml:trace contextRef="#ctx0" brushRef="#br0" timeOffset="25438.4459">24638 7459 0,'-41'0'16,"82"0"-16,-1-40 15,80 0 17,-80 40-32,201-40 15,-161 40-15,-40 0 0,121 0 16,-121 0-16,80 40 15,-39-40-15</inkml:trace>
  <inkml:trace contextRef="#ctx0" brushRef="#br0" timeOffset="25688.4336">25199 7058 0,'0'0'16,"-40"0"-16,40-40 0,-40 120 31,40-40-15,0 40-16,-40 161 16,40-121-16,0-39 15,0 199 1,40-200-1</inkml:trace>
  <inkml:trace contextRef="#ctx0" brushRef="#br0" timeOffset="26928.4334">25801 6777 0,'40'0'32,"1"40"-32,-1-40 15,-40 40-15,0 1 16,0-1-16,0 0 0,0 0 0,0 40 15,0-40-15,0 0 0,-40 40 0,40-39 0,0 39 16,-41-40-16,41 0 16,0 40-16,0-40 0,0 0 0,0 1 0,0-1 15,0 0-15,0 0 0,0 0 16,0 0-16,0 0 16,0-80-1,0 0 1,0 0-16,0 0 0,0 0 0,0 0 15,0-1-15,0 1 0,0 0 16,0-40-16,0 40 0,41-40 0,-41 40 0,40-41 16,-40 41-16,40-40 15,0 40-15,-40-40 0,40 40 0,0 0 0,0-1 16,-40 1-16,40 40 0,1 0 16,-1-40-16,0 40 0,0 0 0,0 0 15,-40 40 1,40 0-16,-40 1 0,0-1 0,0 0 15,0 0-15,0 40 0,-80-40 0,80 0 0,-40 0 16,0 41-16,0-41 0,40 0 16,-41 0-16,1-40 0,0 40 0,40 0 0,-40-40 15,40 40-15,-40-40 16,80 0 0,40 0-1,-40 0-15,1 0 16,-1 0-16,0 0 0,-40 40 15,0 0 1,0 1-16,0-1 0,-40 0 16,40 0-16,-40-40 0,40 40 15,-81-40-15,41 40 0,0-40 0,0 40 16,0-40-16,0 0 16,0 0-16,-1 0 0,1-40 15,0 40-15,40-40 0,0 0 16,0 0-16,40 0 15</inkml:trace>
  <inkml:trace contextRef="#ctx0" brushRef="#br0" timeOffset="27268.4133">27366 6817 0,'-40'-40'0,"80"80"0,-120-80 32,40 40-32,0 0 15,-81 201 1,81-81-1,0-80-15,0 201 16,40-161-16,0-40 0,0 121 16,0-81-16,40 80 31,-40-120-31,40-40 0,-40 40 0,40 0 16,41-40-16</inkml:trace>
  <inkml:trace contextRef="#ctx0" brushRef="#br0" timeOffset="27788.3839">27808 7258 0,'-41'-40'16,"82"80"-16,-82-120 0,82 80 15,39-40-15,0 40 16,-40-40-16,161 0 16,40 40 15,-161-40-31,0 40 31,-80 40-15,-40-40-1,40 40-15,-80 40 16,40-40-16,40 0 0,-81 81 31,41-121-31,0 80 0,0-40 0,-121 121 32,1-1-17,120-120 1,40 0-1,80-40 1,-40 0-16,121 0 16,-121 0-16,0 0 0,40 0 31,-40-40-31,41 40 0,-41 0 0,40-40 31,0 0-31</inkml:trace>
  <inkml:trace contextRef="#ctx0" brushRef="#br0" timeOffset="28018.3175">29132 7579 0,'0'0'15,"-80"0"1,39 0-16,41-40 15,121 40 1,160 0 0,0 0 15,-201 40-31,-40-40 0</inkml:trace>
  <inkml:trace contextRef="#ctx0" brushRef="#br0" timeOffset="28268.355">30055 7258 0,'0'0'16,"-40"0"-1,-41 0 1,81 81-1,-40 39 1,40-80-16,0 161 16,0-161-16,0 0 0,40 40 31,-40-40-31,0 0 0,40 0 0,41 0 16</inkml:trace>
  <inkml:trace contextRef="#ctx0" brushRef="#br0" timeOffset="28668.2602">31058 6617 0,'0'0'0,"40"40"46,0 0-30,-40 0-16,80 0 0,-80 0 0,40 41 0,1-41 16,-41 40-16,40 0 15,-40 0-15,0 0 0,0 1 0,0-1 0,0 0 16,0 0-16,0 1 0,-40-1 16,40-40-16,-81 40 0,41-40 0,0 40 0,-40-40 15,0 1-15,39-1 16,-79 0-16,40 0 0,0 0 0</inkml:trace>
  <inkml:trace contextRef="#ctx0" brushRef="#br0" timeOffset="34427.998">3130 9023 0,'0'-40'0,"-40"0"0,40 0 31,0 0-31,0 0 16,40-1-16,0 41 15,0 0 1,-40-40-16,40 40 0,0 0 0,0 0 16,1 0-1,-1 0-15,-40 40 0,40-40 0,-40 41 0,40-41 16,-40 40-16,0 0 0,40-40 16,-40 40-16,0 0 0,0 0 0,40 0 0,-40 40 15,0-39-15,0-1 0,0 0 0,-40 0 0,40 0 16,-40 0-16,40 0 15,-80 0-15,80 0 0,-40 0 0,-1-40 0,41 41 16,-40-41-16,0 0 0,40 40 16,-40-40-16,0 0 0,0 0 15,40-40 1,-40 40-16,40-41 0,0 1 16,0 0-16,0 0 15,40 40 1,0 0-16,-40 40 0,40-40 15,0 40-15,0-40 16,-40 40-16,40 1 0,1-41 0,-1 40 0,-40 0 16,40-40-16,0 40 0,-40 0 15,40-40-15,-40 40 0,40 0 0,-40 0 16,40-40 0,-40 40-16,41 1 15,-1-41-15,0 0 16,0 0-16,40 0 15</inkml:trace>
  <inkml:trace contextRef="#ctx0" brushRef="#br0" timeOffset="34877.9716">4895 8823 0,'0'-41'16,"0"1"-16,-40 40 31,0 0-15,0 0-16,0 40 16,40 1-16,-80 119 15,-41 121 1,121-1-1,40-119 17,121-81-17,-41-80 1,-39-40 0,-41-80-1,0 80-15,-40-41 16,-40 81-16,-41 0 31,-39 0-15,80 40-16,-40-40 15,80 41-15</inkml:trace>
  <inkml:trace contextRef="#ctx0" brushRef="#br0" timeOffset="35567.8573">5778 9063 0,'-40'-40'16,"80"80"-16,-80-120 31,80 80-15,0 0-16,0 0 16,1 0-16,-1 0 0,0 0 0,0 0 0,0 40 15,0-40-15,0 0 0,0 0 0,1 0 16,-1 0-16,0 0 15,0 0-15,-40 40 79,-40-40-79,40 40 0,-40 0 15,40 1-15,-40-41 0,40 40 0,-41 0 16,1 0-16,40 0 0,-40 0 0,0 0 0,0 0 15,-40 0-15,40 0 16,-1 1-16,1-1 0,0 0 0,0 0 16,0-40-16,40 40 0,-40-40 15,80 0 17,-40-40-32,40 40 0,0-40 15,40 40-15,-39 0 16,-1 0-16,0 0 15,0 0-15,0 0 0,0 0 16,0 0 0,0 0-16,-40 40 0,41-40 0,-1 0 15,0 0-15,0 0 16,0 0-16,0 0 0,0 0 16,0 0-1,1 0-15,-41-40 16,40 40-16,0 0 0,0-40 15,0 40-15</inkml:trace>
  <inkml:trace contextRef="#ctx0" brushRef="#br0" timeOffset="35877.8716">7544 9344 0,'-40'0'31,"80"0"16,40 0-47,-40 0 0,0 0 0,0 0 16,1 0-16,39 0 0,-40 0 15,0 0-15,0 0 0,0 0 0,0 0 0,1 0 16,-1 0-16,0 0 16,0 0-16</inkml:trace>
  <inkml:trace contextRef="#ctx0" brushRef="#br0" timeOffset="36197.8978">8868 9023 0,'0'-40'16,"0"80"-16,-40-80 0,0 40 15,40 40 1,0 0 0,0 0-1,0 161 1,0-161-16,0 160 16,0-119-16,0-41 0,0 0 15,0 40-15,0-40 0,0 40 16,0-39-16,0-1 15,0 0-15</inkml:trace>
  <inkml:trace contextRef="#ctx0" brushRef="#br0" timeOffset="36797.8596">9951 9103 0,'40'-40'32,"-80"80"-32,121-120 0,-41 80 15,0 0-15,0 40 0,0-40 16,0 80-1,-40-39-15,40-1 0,-40 0 16,0 0-16,0 0 16,-40 0-16,40 0 0,-80 0 15,40 0-15,0 0 16,0 1-16,-1-1 0,1 0 0,0 0 16,40 0-1,-40 0-15,40 0 0,0 0 0,0 0 16,0 1-16,0-1 15,40-40-15,-40 40 0,40-40 16,0 40-16,1-40 0,-1 0 16,0 0-1,0 0-15,0 0 0,-40-40 16,0 0 0,0 0-16,0-1 0,-40 41 15,40-40-15,-40 0 0,40 0 0,-40 0 0,0 0 16,40 0-16,-41 0 15,41 0-15,0-1 0,-40 1 0,40 0 0,-40 40 16,40-40-16,0 0 0,0 0 16,0 0-16,0 0 0,0 0 0,40 40 0,-40-40 15,40-1-15,1 1 16,-1 40-16,0-40 0,0 40 16,0 0-16,0 0 15,0 40-15,0 0 0,1 1 16</inkml:trace>
  <inkml:trace contextRef="#ctx0" brushRef="#br0" timeOffset="37227.7606">12359 9625 0,'-80'0'16,"40"0"-16,-1 0 16,41-40-1,81 40-15,-41 0 0,0 0 16,0-41-16,0 41 15,40 0-15,-39 0 0,-1 0 0,40 0 0,-40 0 16,40 0-16,-40 0 0,41 0 16,-41 0-16,0 0 0,0 0 0,0 41 0,0-41 15</inkml:trace>
  <inkml:trace contextRef="#ctx0" brushRef="#br0" timeOffset="37447.7501">12319 10186 0,'-40'40'31,"80"-80"-31,-120 80 16,120-40-16,80 0 16,-40 0-1,1 0-15,-1 0 0,-40 0 0,0 0 16,0 0-16,81 0 15,-81 0-15,80-40 0</inkml:trace>
  <inkml:trace contextRef="#ctx0" brushRef="#br0" timeOffset="37987.7175">14245 9665 0,'-40'-40'16,"80"80"-16,-120-120 16,80 39-16,-41 41 15,1 41 1,40 39-16,0 80 16,-40-80-16,40-39 0,0-1 15,0 40-15,0-40 0,-40 80 31,40-80-31,0-80 32,0 0-32,0 0 15,80 0-15,-80 0 16,40 0-16,-40 0 0,41-41 0,-41 41 0,40 0 16,-40-40-16,40 40 0,0 0 15,-40-40-15,40 39 0,-40 1 0,40 0 0,-40 0 16,40 0-16,-40 0 0,40 0 0,1 0 15,-1 0 1,0 40-16,-40 40 31,0 0-31,0 0 0,0 0 0,0 0 16,0 0-16,0 40 16,0-39-16,0-1 0,0 0 0,0 40 0,0-40 15,0 0-15,0 40 0,0-39 0,0-1 0,0 0 16,0 0-16,0 40 0,0-40 15,0 0-15,0 0 0,0 0 0,0 1 16,40-1 0,0-40 15</inkml:trace>
  <inkml:trace contextRef="#ctx0" brushRef="#br0" timeOffset="38207.7053">14365 9946 0,'-40'0'16,"80"0"-16,-120-41 15,80 1 1,40 40-16,0 0 15,40 0-15,-39 0 0,-1 0 16,0 0-16,0 0 0,0 0 16</inkml:trace>
  <inkml:trace contextRef="#ctx0" brushRef="#br0" timeOffset="38867.6702">15368 9745 0,'-40'0'32,"40"-40"-32,40 40 15,121 0 16,-121 0-31,161 0 16,-121 0 0,80 0-1,-119 0-15,-1 0 16,-80 0 31,40 40-47,-41-40 0,1 0 0,0 80 15,0-40-15,0 0 16,40 1-16,-40-41 0,0 40 0,40 0 16,-40-40-16,40 40 15,-41 0-15,1 0 0,0-40 0,40 40 16,-40 0-16,40 0 16,-40-40-16,40 40 15,40-40 16,0 0-15,0 0-16,0 0 0,1-40 16,-1 40-16,0 0 0,0 0 0,0 0 15,0 0-15,0 0 16,0 0-16,1 0 0,-1 0 31,-80 0 16,40-40-16,0 0-31</inkml:trace>
  <inkml:trace contextRef="#ctx0" brushRef="#br0" timeOffset="39287.646">17014 10106 0,'-81'40'15,"162"-80"-15,-202 80 32,121-80-32,40 40 15,121 0 1,-41 40-1,161-40 1,-241 0-16,121 0 16,-121 0-16,0 0 0,0 0 31,-80 0 0</inkml:trace>
  <inkml:trace contextRef="#ctx0" brushRef="#br0" timeOffset="39777.6861">18819 9585 0,'-120'0'16,"240"0"-16,-360 0 31,199 0-31,1 40 0,-40 80 31,40 81-15,40 39-1,40-39 1,-40-161-16,120 40 31,-79-40-31,-1-40 0,0 0 16,80-80 0,-120-40-1,-80-1 16,-121 121-15,41 40 0,120 41 15,40-1-31,40-40 16,0-40-16</inkml:trace>
  <inkml:trace contextRef="#ctx0" brushRef="#br0" timeOffset="40307.6579">19301 9905 0,'0'0'15,"0"41"1,0-1-1,0 40 1,-40 40 0,40-40 15,0 1-15,0-122 15,0 1-31,0 0 15,40-80 1,80-81 15,1-39-15,-81 200-16,0-81 16,0 121-16,-40-40 0,0 80 46,0 0-46,40 1 0,-40-1 0,0 0 16,0 0-16,0 0 0,0 0 16,0 0-16,0 0 0,0 41 0,0-41 15,0 0-15,0 0 0,0 0 16,0 0-16,0 0 0,0 0 0,-40 0 0,40 0 16,0 1-1,0-1-15,0 0 0,0 0 0</inkml:trace>
  <inkml:trace contextRef="#ctx0" brushRef="#br0" timeOffset="40547.5703">19582 10106 0,'0'0'0,"-40"0"0,-1 0 16,82 0 15,-1 0-15,40 0-16,-40 0 0,0 0 16,0 0-16,81 0 15,-41 0 1</inkml:trace>
  <inkml:trace contextRef="#ctx0" brushRef="#br0" timeOffset="41477.5891">22110 9986 0,'0'0'0,"-40"40"16,-1-40 15,1 0-31,80 0 63,1 0-63,-1 0 0,0 0 15,0 0-15,40 40 0,-40-40 0,41 0 0,-1 0 16,0 0-16,0 0 15,1 0-15,-1-40 0,0 40 0,0 0 0,-40 0 0,1 0 16,-1 0-16,0 0 16,0 0-16</inkml:trace>
  <inkml:trace contextRef="#ctx0" brushRef="#br0" timeOffset="41757.5732">22712 9745 0,'-81'0'16,"41"0"-16,0 0 15,40 80-15,0-40 16,0 0-16,0 121 15,0-41 1,0 0 0,0 81-1,0-121 1,0-40-16</inkml:trace>
  <inkml:trace contextRef="#ctx0" brushRef="#br0" timeOffset="42397.5338">23354 9905 0,'0'0'16,"0"41"-1,0 119 1,0-120-16,0 120 15,0-119-15,0-1 0,0 0 16,0 40 0,0-40-1,-41-40 1,1-120 15,40-81-15,0-79-1,161 39 1,-1 161 15,1 80-15,-81 160 0,-120 41-1,-121-41 16,41-80-15,160-80 0,40 0 15,41 40-31,-41 0 16,-40 1-16,40 39 15,-80-40-15,0 0 0,0 0 16,-200 40 15,160-40-31,-161-40 16,161 0-16,-40 0 15,-1 0-15,41-120 32,40 80-32</inkml:trace>
  <inkml:trace contextRef="#ctx0" brushRef="#br0" timeOffset="42937.4269">24236 9946 0,'40'0'15,"1"0"1,-1 0-16,160-81 31,-119 81-31,199-40 31,-79 0-15,-161 40 0,0 0-1,-40 40 1,-80-40-1,0 80 1,-41 41 0,-39 79 15,40-39-15,79-41-1,41-80 1,81-40 15,119-80-15,-79 40-1,-41 0 17,-40 40 14,0 0-46,0 40 0</inkml:trace>
  <inkml:trace contextRef="#ctx0" brushRef="#br0" timeOffset="43267.4849">26122 10306 0,'-40'0'16,"80"0"-16,-120 0 0,40 0 31,120 0-15,121-40 0,-1 40-1,-79 0-15,200 40 31,-201-40-15,-80 0 0,-120-40 15,40 40-31</inkml:trace>
  <inkml:trace contextRef="#ctx0" brushRef="#br0" timeOffset="43557.414">28048 9865 0,'0'0'16,"-40"40"-16,0 1 15,40-1-15,-80 40 16,80 0 0,-40 161-1,40-161-15,0 80 16,40-120-16,0 41 16,-40-41-16,0 40 31</inkml:trace>
  <inkml:trace contextRef="#ctx0" brushRef="#br0" timeOffset="44057.4382">28088 10066 0,'-80'-120'15,"160"240"-15,-160-281 0,80 81 31,40 40-31,41 0 0,-1 0 16,120-40 0,1 80 15,-161 120-15,-160 81-1,-81-1 1,81-80 15,80-39-15,80-81-1,80 0 17,41 0-17,-81 80 1,-40 0-1,-160 40 17,-41-39-17,-80-41 1,41-40 0,39-40 15,121 40-31</inkml:trace>
  <inkml:trace contextRef="#ctx0" brushRef="#br0" timeOffset="45297.3652">2969 11309 0,'0'0'0,"0"-40"16,-40 40-16,40-40 15,40 40 17,0 0-32,1 40 15,-1-40-15,-40 40 0,40 0 16,-40 0-16,40 0 0,-40 1 0,40-1 0,-40 0 15,0 0-15,0 0 16,0 0-16,0 0 0,0 0 0,-40 0 0,0 0 16,40 1-16,-80-1 15,80 0-15,-41-40 0,1 40 0,0-40 16,40 40-16,-40-40 16,40-40-1,0 0-15,40-40 0,-40 39 16,40 41-16,-40-40 15,40 40-15,1 0 0,-1 0 0,0 81 16,0-41 0,-40 0-16,40 0 0,-40 0 0,0 0 15,40-40-15,-40 40 0,0 0 16,40 0-16,-40 1 0,0-1 0,0 0 16,40-40 15,1-40-31</inkml:trace>
  <inkml:trace contextRef="#ctx0" brushRef="#br0" timeOffset="45677.3437">4253 11309 0,'-40'40'31,"40"0"-31,-80 81 32,-40 119-17,120-39 1,40-121 0,0-40-16,120-40 31,-39-80-16,-81 0 1,-80-1 15,-161 41-15,1 161 0,200-41-1,40-40 1</inkml:trace>
  <inkml:trace contextRef="#ctx0" brushRef="#br0" timeOffset="46197.3136">4895 11590 0,'-40'0'16,"80"0"-16,-80-40 16,80 40-1,41 0-15,159-40 32,1 0-17,-80-1 1,-81 41-1,-80 41 17,-80 79-17,-41 80 1,-39 1 0,-1-1 15,81-119-16,80-41 1,40-80 15,161-41-15,-41 41 0,1 40-1,-1 40 16,1 1-31</inkml:trace>
  <inkml:trace contextRef="#ctx0" brushRef="#br0" timeOffset="46447.2265">6821 11951 0,'0'0'16,"-40"0"-16,80 0 31,1 0-15,-1 0-16,0 0 0,0 0 0,0 0 15,40 0-15,-40 0 0,1 0 0,-1 0 0,0 0 16,0 40-16,0-40 15,0 0-15,0 0 0,1 0 0,-1 0 16</inkml:trace>
  <inkml:trace contextRef="#ctx0" brushRef="#br0" timeOffset="46697.2648">8306 11590 0,'-120'0'16,"80"0"-16,0 40 31,-1 160-15,41 41 0,0-40-1,-40-41 16,40-120-31</inkml:trace>
  <inkml:trace contextRef="#ctx0" brushRef="#br0" timeOffset="47197.2558">9109 11750 0,'0'0'16,"80"0"0,0 40-1,-40 81 17,-80-41-17,-40 40 1,-40 1-1,79 39 17,82-80-17,79 0 1,40-80 0,-79-80 15,-81 0-16,-201-80 1,41-1 15,79 1-15,202 39 0,79 41-1,-39 120 16,-121 40-31</inkml:trace>
  <inkml:trace contextRef="#ctx0" brushRef="#br0" timeOffset="47457.2393">10353 12151 0,'0'0'0,"40"-40"32,120 0-17,121 40 1,-241 0-16,121 40 15,-41 0 1</inkml:trace>
  <inkml:trace contextRef="#ctx0" brushRef="#br0" timeOffset="47657.2273">10714 12472 0,'0'0'16,"-40"40"-16,-1-40 0,1 0 0,40 40 15,81-40 1,159 0 15,1 0-15,-80 0 0,-81 40-16</inkml:trace>
  <inkml:trace contextRef="#ctx0" brushRef="#br0" timeOffset="48697.167">12519 12111 0,'0'0'15,"-40"0"1,0 0 0,80 0 93,0 0-109,1 0 0,-1 0 16,0 0-16,40-40 0,-40 40 0,0 0 0,41 0 15,-41 0-15,40 0 16,-40 0-16,40 0 0,-40 0 0,1 0 0,-1 0 15,0 0-15,0 0 16,0 0-16,-40 40 31,-40-40-31,0 40 16,0-40 0,0 40-16,-1-40 15,41 41-15,-40-41 0,0 40 0,0 0 16,0 0-1,0-40-15,0 40 0,0 0 0,-1 0 0,1 0 16,0 0-16,0-40 16,40 40-16,-40-40 0,40 41 0,-40-41 15,80 0 17,0 0-17,0 0-15,0 0 16,0 0-16,1 0 0,39 0 0,0 0 0,-40 0 15,40 0-15,1 0 16,-41 0-16,40 0 0,-40 0 0,0 0 0,41 0 16,-41 0-16,0 0 0,0 0 15,0 0-15,-80 0 47,0 0-47,0 0 0,0 0 31</inkml:trace>
  <inkml:trace contextRef="#ctx0" brushRef="#br0" timeOffset="49227.0633">14967 11710 0,'0'0'16,"-40"-40"-1,0 40 1,40-40 0,-40 80 15,40 0-15,-40 0-16,40 0 0,-40 0 0,-1 1 15,1-1-15,40 40 0,-40-40 16,40 40-16,-40-40 0,40 0 0,-40 41 0,40-41 15,0 40-15,0-40 16,0 40-16,0-40 0,0 41 0,0-41 0,0 0 16,0 0-16,0 0 0,0 0 15,0 40-15,40-80 0,-40 40 0,0 1 0,40-1 16,0 0 0,0 0-16,1-40 15,-1 0 16,-40-40 1,0 0-32,0 0 15</inkml:trace>
  <inkml:trace contextRef="#ctx0" brushRef="#br0" timeOffset="49817.0462">16171 12272 0,'-40'0'15,"0"0"1,0 40 0,-1 80-1,1 81 1,40-81 0,-40-80-16,40 40 31,0-160-16,40-40 1,41-41 15,39-79-15,0 79 0,-39 81-1,-81 40 16,0 80-15,40 120 0,0 81 15,0 0-15,40-81-1,-40-40 1,41-79-1</inkml:trace>
  <inkml:trace contextRef="#ctx0" brushRef="#br0" timeOffset="50017.0908">16372 12713 0,'-81'-40'15,"162"80"-15,-202-120 32,161 80-17,0 0 1,1 0-16,-1 0 0,0 0 0,40 0 16,-40 0-16,0 0 0,0 0 0,1 0 0</inkml:trace>
  <inkml:trace contextRef="#ctx0" brushRef="#br0" timeOffset="50297.0749">17495 12592 0,'-40'0'31,"80"0"-31,-80-40 0,120 40 16,81-40 0,79 40 15,1 0-15,0 80-1,-161-80 1</inkml:trace>
  <inkml:trace contextRef="#ctx0" brushRef="#br0" timeOffset="50577.0583">18097 12232 0,'0'0'16,"0"-41"-16,-40 41 15,0-40 1,0 121 0,40-41-1,-41 80 1,41 40 0,-40-39-16,40 119 31,0-39-16,81-161 1</inkml:trace>
  <inkml:trace contextRef="#ctx0" brushRef="#br0" timeOffset="50817.0443">18739 12472 0,'-40'40'16,"80"-80"-16,-120 120 0,40 1 31,0-41-31,40 0 0,0 40 16,0 121-1,80-41 1,-80-120-1</inkml:trace>
  <inkml:trace contextRef="#ctx0" brushRef="#br0" timeOffset="51277.0196">18699 12552 0,'-40'-40'16,"80"80"-16,-80-120 0,0-40 15,40 80-15,40 0 0,80 0 32,41 40-17,-1 40 1,-80 80 0,-120 40 15,-120-39-16,80-1 1,39-80 15,162 0-15,-1 0 0,-40 0-1,-80 81 16,-80-41-15,-120 0 0,39-40 15,41-40-15,120-40-16</inkml:trace>
  <inkml:trace contextRef="#ctx0" brushRef="#br0" timeOffset="51517.0032">20063 12111 0,'0'0'15,"40"0"-15,0 80 0,-40-39 0,41 119 31,-41 121-15,-81-161 0,1 281-1,-121-160 1,41-161 0,80-80-16</inkml:trace>
  <inkml:trace contextRef="#ctx0" brushRef="#br0" timeOffset="52476.948">20705 12753 0,'-40'-40'15,"80"40"32,0 40-47,41-40 0,-41 0 16,40 0-16,-40 0 15,40 0-15,1 0 0,-1 40 0,0-40 0,0 0 16,1 0-16,-1 0 0,0 0 16,-40 0-16,40 0 0,-39 0 0,-1 0 15,-80 0 16,-1 0-31,1 0 0,0 0 16,0 0-16,0 0 16,40 40-1</inkml:trace>
  <inkml:trace contextRef="#ctx0" brushRef="#br0" timeOffset="53016.9162">22872 12272 0,'0'0'0,"40"0"15,-40-40 1,-80-1 0,0 41 15,-41 121-15,41 79-1,40 81 1,40-40 15,80-41-15,81-160-1,-1-120 17,-80-80-17,-80 79 1,-40 81-1,-160 0 1,79 81 0,81-41-1,40 0 1</inkml:trace>
  <inkml:trace contextRef="#ctx0" brushRef="#br0" timeOffset="53526.8867">23955 12592 0,'0'41'0,"-80"-41"15,-40 120 1,80 40-1,40-39 17,40-121-32,-40 40 31,0-80-15,0 0-16,0-41 15,40-79 1,80-41 15,41 1-15,-41 80-1,-40 79 1,-80 1 15,0 241-15,41-121-16,-41 121 15,0-41 1,0 81 0,0-121 15,0-40-15</inkml:trace>
  <inkml:trace contextRef="#ctx0" brushRef="#br0" timeOffset="53756.8738">23996 12994 0,'0'0'16,"-41"0"-16,-39-41 15,40 41-15,40-40 0,40 0 31,121 0-15,39 40 0,-79 0 15,-81 0-31</inkml:trace>
  <inkml:trace contextRef="#ctx0" brushRef="#br0" timeOffset="54046.8569">25239 12833 0,'-40'0'0,"80"0"0,-120 0 16,40 0-16,80 0 31,40 0-15,-39 0-16,-1-40 0,0 40 0,0 0 16,40 0-16,-40 0 0,1 0 0,39 0 0,-40 0 15,0 0-15,0 0 0,40 0 16,-39 0-16</inkml:trace>
  <inkml:trace contextRef="#ctx0" brushRef="#br0" timeOffset="54476.8323">26804 12352 0,'-40'0'16,"40"40"-1,0 40 1,0-40-16,-40 161 31,0 39-15,40-199-16,0 79 15,0-40 1,40-40 0,0 0-16</inkml:trace>
  <inkml:trace contextRef="#ctx0" brushRef="#br0" timeOffset="54976.8041">26764 12753 0,'-40'-161'15,"80"322"-15,-80-482 16,80 281-16,41-80 31,-1 80-31,40 40 31,-40 0-15,1 80 0,-81 40-1,-161 40 1,41-39 0,120-81-1,-40 0 1,80-40 15,120 0-15,-79 40-1,79 80 1,-160-79-16,40 119 31,-240 0-15,-1-120-1,40-40 1,-79-80 0,119 40-16</inkml:trace>
  <inkml:trace contextRef="#ctx0" brushRef="#br0" timeOffset="70037.6189">4173 13996 0,'0'40'0,"0"-80"297,0 0-281,-40 40 109,40 40-94,-40-40-31,0 0 0</inkml:trace>
  <inkml:trace contextRef="#ctx0" brushRef="#br0" timeOffset="71537.5286">3290 13756 0,'0'0'0,"0"-41"94,40 1-78,41 40-1,-81-40-15,40 40 0,0-40 0,0 40 0,0 0 16,0 0-16,1 0 16,-1 0-16,0 0 0,0 40 0,0 0 15,0 0-15,0 1 16,-40-1-16,40-40 15,-40 40-15,41 0 0,-41 0 0,0 0 16,0 0-16,0 0 16,-41 0-16,41 0 0,-40-40 0,40 41 15,-40-41-15,0 40 16,0-40-16,40 40 0,-40-40 0,40 40 0,-40-40 16,0 40-16,-1-40 0,1 0 15,40 40-15,-40-40 16,0 0-1,40-40 1,0 0-16,0 0 16,40 40-1,0 0-15,0-40 16,1 40 0,-1 0-16,0 0 15,0 40-15,0 0 16,0 0-16,-40 0 15,40 0-15,-40 0 0,40 0 16,-40 1 0,0-1-16,41-40 0,-41 40 0,0 0 15,40-40-15,-40 40 16,0 0-16,40-40 16,0 0-1,-40-40-15,40 40 16,-40-40-16</inkml:trace>
  <inkml:trace contextRef="#ctx0" brushRef="#br0" timeOffset="72057.4973">5016 13756 0,'40'-81'15,"-40"41"1,-40 120 15,0-80-15,40 81-16,0-41 0,-40 0 0,40 0 15,-41-40-15,41 40 16,-40 0-16,40 0 0,0 0 0,-40 0 0,40 1 16,0-1-16,0 0 0,0 0 15,0 0-15,0 0 0,0 0 0,0 0 16,40 0 0,-40 1-16,40-41 0,-40 40 0,41-40 0,-1 0 15,0 0-15,0 0 0,0 0 16,0 0-16,-40-40 15,40 40-15,-40-41 0,0 1 0,0 0 16,-40 0 0,0 40-1,0 0-15,0 0 0,0 0 16,0 0-16,-1 0 0,1 0 0,0 0 0,40 40 16,-40-40-16,0 0 0,0 40 15</inkml:trace>
  <inkml:trace contextRef="#ctx0" brushRef="#br0" timeOffset="73647.4114">5658 14157 0,'0'40'16,"40"-40"78,0 0-63,0 0-31,0 0 0,0 0 0,1 0 0,-1 0 16,0 0-16,0 0 15,0 0-15,0 0 0,0 0 0,41 0 0,-41 0 16,0 0 0,0 0-16,0 0 0</inkml:trace>
  <inkml:trace contextRef="#ctx0" brushRef="#br0" timeOffset="73907.3921">5858 14477 0,'41'0'93,"-1"41"-93,0-41 0,0 0 16,0 0-16,0 0 0,0 0 16,0 0-16,1 0 0,39 0 0,-40 0 0,0 0 15,0 0-15,0 0 0</inkml:trace>
  <inkml:trace contextRef="#ctx0" brushRef="#br0" timeOffset="74457.3596">7142 14036 0,'-40'0'31,"40"40"-31,0 0 15,0 81 1,0-1 0,0 81-1,0-161 1,0 40 0,-40-80-1,40-120 16,40-1-31,81-200 32,-1 121-17,1 40 1,-41 119 0,-80 1 15,0 201-16,0-1 1,0 41 15,0-41-15,40 1 0,-40-121-1,0 80 1,40-80-16,0-40 15</inkml:trace>
  <inkml:trace contextRef="#ctx0" brushRef="#br0" timeOffset="74687.3464">7343 14477 0,'-40'0'15,"80"0"-15,-120 0 0,0-40 16,39 40-16,1 0 16,80 0 31,1 0-47,-1 0 15,0 0-15,0 0 0,0 0 0,0-40 0,0 40 16,1 0-16,-1-40 0,0 40 15,0 0-15,0-40 0</inkml:trace>
  <inkml:trace contextRef="#ctx0" brushRef="#br0" timeOffset="74967.3295">7985 14317 0,'40'0'47,"0"0"-31,1 0-16,-1-40 0,0 40 0,0 0 15,0 0-15,0 0 0,40 0 0,-39 0 16,-1 0-1,0 0-15,0 0 0,0 0 0,0 0 0,0 0 16,0 0 0</inkml:trace>
  <inkml:trace contextRef="#ctx0" brushRef="#br0" timeOffset="75267.3119">8427 14036 0,'0'0'0,"-41"-40"32,41 80-1,0 0-16,0 0-15,0 1 0,0-1 0,0 0 0,0 0 16,0 0-16,-80 0 16,80 0-16,0 0 0,-40 0 0,40 1 0,0-1 15,-40 0-15,40 0 16,0 0-16</inkml:trace>
  <inkml:trace contextRef="#ctx0" brushRef="#br0" timeOffset="75577.3683">9149 14076 0,'0'40'32,"0"1"-17,0-1 1,0 0-16,0 0 0,0 0 0,0 0 16,0 0-16,0 0 0,0 0 0,0 1 15,-40-1-15,40 0 0,0 0 16,-40 0-16,40 0 0,0 0 15,0 0 1</inkml:trace>
  <inkml:trace contextRef="#ctx0" brushRef="#br0" timeOffset="76147.2611">9149 14237 0,'0'-40'16,"0"80"-16,0-120 0,40 39 15,-40 1-15,40 0 16,40-40 0,41 0-1,-1 80 1,-80 80 15,-40 0-31,0-40 16,-120 121-1,-1-41 17,41-40-17,120-80 16,0-40-15,1 40 0,-1 0-16,0 0 15,0 0 1,-40 40-16,40 0 16,-40 1-16,0-1 15,0 0 1,0 0-16,-40-40 0,40 40 0,-40 0 15,0 0 1,0 0-16,40 0 0,-41-40 0,1 0 16,40 40-16,-40-40 0,0 0 15,0 0-15,0 0 16,0 0-16,0 0 16,-1 0-16,1-40 0,0 40 0,0 0 15</inkml:trace>
  <inkml:trace contextRef="#ctx0" brushRef="#br0" timeOffset="77667.1741">7223 12994 0,'40'0'15,"-80"0"32,40-41-31,40 41 78,0 0-94,40 0 15,-40 0 1,1 0-16,-1 0 0,0 41 0,0-41 0,0 40 15,0-40-15,40 0 0,-39 0 16,-1 0-16,40 40 0,-40-40 0,0 0 0,0 0 16,41 0-16,-41 0 15,0 0-15,0 40 0,0-40 0,0 0 0,0 0 16,0 0-16,1 0 0,-1 0 16,0 0-16,0 0 0,0 0 0,0 0 0,0 0 15,0 0-15,1 0 0,-1 0 0,0 0 16,0 0-16,0 0 15,0 0-15,0 0 16,-40 40-16,40-40 16,-40 40-16,41-40 15,-1 0 1,0 0-16,0 0 16,-80 0 62,40-40-63,-80 40 48</inkml:trace>
  <inkml:trace contextRef="#ctx0" brushRef="#br0" timeOffset="78937.1732">14285 14798 0</inkml:trace>
  <inkml:trace contextRef="#ctx0" brushRef="#br0" timeOffset="79397.1464">14325 14798 0,'40'0'0,"-120"0"172,120 0-94,0 0-78,0 0 16,0 0-16,1 0 0,-1 0 15,0 0-15,0 0 16,0 0-16,0 40 0,41-40 0,-41 0 15,40 40-15,-40-40 0,40 0 16,1 0-16,-41 0 0,0 0 0,40 0 0,-40 0 16,0 0-1,0 0-15,-80 0 32,0 0-17</inkml:trace>
  <inkml:trace contextRef="#ctx0" brushRef="#br0" timeOffset="79697.1291">15770 14558 0,'0'-40'16,"-40"40"-1,-1 0 1,41 80 15,-40 160-15,40 41 0,-40-40-1,0-121 16,40-80-31</inkml:trace>
  <inkml:trace contextRef="#ctx0" brushRef="#br0" timeOffset="80257.033">16331 14678 0,'0'-40'16,"0"80"-16,81-120 15,-41 80-15,80 0 32,41 0-17,-161 120 1,0-40-1,0 0-15,-81 41 32,-79-1-17,40 0 1,39 1 0,81-81-1,0 0 1,81 0-1,79-40 1,-80-80 15,-40-40-15,-200-41 0,40-39-1,39 39 16,81 81-31,0 40 16,161 0 0,-81 40 15,-80 40-31</inkml:trace>
  <inkml:trace contextRef="#ctx0" brushRef="#br0" timeOffset="80907.0131">12038 14076 0,'0'0'0,"0"40"31,0 1 0,40-41 0,0 0-15,-40 40 0,0 0-16,0 0 15,-40 0 1,40-80 15,0 0 0,0 80 1,0 0-17</inkml:trace>
  <inkml:trace contextRef="#ctx0" brushRef="#br0" timeOffset="81196.9893">11877 15159 0,'0'0'15,"0"40"1,0 0-16,0 41 31,0 39-15,-40-40 0,40-40-16,-120 81 15,40-41 16,40-40-31</inkml:trace>
  <inkml:trace contextRef="#ctx0" brushRef="#br0" timeOffset="82886.9433">22270 14237 0,'0'0'0,"-40"0"15,0 0-15,0 0 0,0 0 16,0 0-16,-1 0 16,1 0-1,80 0 16,1 0-31,-1 0 16,0 0 0,0 0-16,0 0 0,0 0 15,0 0 1,0 0-16,1 0 0,-1 0 16,0 0-16,0 0 0,0 0 15,0 0-15,0 0 16,0 0-16,1 0 0,-1 0 0,40 0 15,-40 0-15,0 0 0,0 0 16,0 0-16,1 0 0,-1 0 0,0 0 0,0 0 16,0 0-1,0 0-15,0 0 0,0 0 0,1 0 0,-1 0 16,0 0-16,0 0 0,0 0 16,0 0-16,0 0 0,-40 40 0,40-40 0,1 0 15,-1 0-15,0 0 0,0 0 0,0 0 0,0 0 16,0 0-16,0 0 15,1 0-15,-1 0 0,0 0 0,0 0 0,0 40 16,0-40-16,0 0 16,0 0-16,1 0 0,-1 0 15,0 0-15,0 0 16,0 0-16,0 0 0,0 0 0,0 0 0,1 0 16,-1 0-16,0 0 0,0 0 0,0 0 0,0 0 15,0 0-15,0 0 16,1 0-16,-1 0 0,0 0 0,0 0 15,0 0 1,0 0-16,40 0 0,-39 0 16,39 0-16,-80 40 0,40-40 15,0 0-15,40 0 0,-39 0 0,-1 0 0,0 0 16,0 0-16,0 0 0,0 0 0,0 0 0,0 0 16,1 0-1,-1 0-15,0 0 0,0 0 0,0 0 16,0 0-16,0 0 15,0 0-15,1 0 0,-1 0 0,0 0 16,0 0 0,0 0-16,0 0 0,0 0 0,0 0 0,1 0 15,-1 0-15,0 0 16,0 0-16,0 0 0,0 0 0,0 0 16,0 0-16,1 0 15,-1 0 1,0 0-16,0 0 0,0 0 15,-80 0 48,0 0-47,0 0-16</inkml:trace>
  <inkml:trace contextRef="#ctx0" brushRef="#br0" timeOffset="83686.8971">17936 14999 0,'0'-40'47,"41"40"-16,-1 0-31,0 0 0,0 0 16,0 0-16,0 0 0,0 0 0,1 0 16,-1 0-16,0 0 15,0 0-15,0 0 0,-40 40 0,40-40 0,0 0 16,0 0-16</inkml:trace>
  <inkml:trace contextRef="#ctx0" brushRef="#br0" timeOffset="83966.8503">17856 15360 0,'0'0'0,"-40"40"31,80-40-15,40 0 0,-39 40-16,-1-40 15,0 0-15,0 0 0,0 40 0,0-40 0,0 0 16,1 0-16,-1 0 15,0 40-15,0-40 0,0 0 0,0 0 0,0 0 16,0 0-16,1 0 16,-1 0-16,0 0 0</inkml:trace>
  <inkml:trace contextRef="#ctx0" brushRef="#br0" timeOffset="84236.791">19261 15199 0,'0'40'47,"40"-40"-47,0 0 15,0 0-15,0 0 0,0 41 16,0-41-16,1 0 16,-1 0-16,-40 40 0,40-40 0,0 0 0,0 0 15,0 0-15,0 0 16</inkml:trace>
  <inkml:trace contextRef="#ctx0" brushRef="#br0" timeOffset="84746.8354">20826 14758 0,'0'-40'31,"0"80"-31,-41-80 32,1 40-32,0 80 15,0-80 1,0 40-16,40 0 0,-40 1 0,40-1 16,-40 0-16,40 0 0,-40 40 0,40-40 15,0 0-15,0 0 0,0 1 16,0-1-16,0 0 0,0 40 0,0 0 15,0-40 1,0 0-16,40 0 0,-40 1 16,40-41-16,0 0 0,0 0 15,0 0-15,0-41 0,0 1 16,-40 0-16,41 40 0,-41-40 16,0 0-16,0 0 15,0 0-15,-41 40 16,41-40-1,-40 40-15,0 0 0,0 0 0,0 0 16,0 40 0,0 0-16,0 0 0,40 0 15,-41-40-15,41 40 16</inkml:trace>
  <inkml:trace contextRef="#ctx0" brushRef="#br0" timeOffset="85276.808">21628 15159 0,'0'-40'16,"-40"40"-1,40 80-15,-40-40 16,40 1-1,-40-1-15,40 0 0,0 0 0,0 0 16,0 0-16,-40-40 0,40 40 16,-41 0-16,41 0 0,-40 0 0,40 1 15,-40-41 1,40-41 0,40 41-1,-40-40-15,0 0 0,40 40 16,-40-40-16,41 0 0,-1 0 0,-40 0 0,40-40 15,-40 40-15,40-1 16,0 1-16,-40 0 0,40 40 0,-40-40 0,40 0 16,-40 0-1,40 40-15,1 0 0,-1 0 16,0 0 0,-40 40-16,0 0 15,0 0-15,0 0 0,0 0 16,0 1-16,0-1 15,0 0-15,0 0 0,0 0 16,0 0 0,0 0-16,0 0 0,0 0 15,0 0-15,0 1 16,0-1-16,40 0 16,0-40-1</inkml:trace>
  <inkml:trace contextRef="#ctx0" brushRef="#br0" timeOffset="85526.7159">21829 15600 0,'0'0'0,"-121"-40"31,81 40-31,80 0 32,-40-40-32,81 40 0,-41 0 15,0 0 1,0 0-16,0 0 16,0 0-16,0 0 15</inkml:trace>
  <inkml:trace contextRef="#ctx0" brushRef="#br0" timeOffset="85796.7745">22511 15400 0,'0'40'16,"40"-40"46,0 0-62,0 0 16,0 0-16,1 0 0,-1 0 16,0 0-16,0 0 0,0 0 15,0-40 1</inkml:trace>
  <inkml:trace contextRef="#ctx0" brushRef="#br0" timeOffset="86226.7509">24036 15119 0,'0'0'0,"-40"0"0,40 40 31,-41 0-15,41 0-16,-40 121 31,0-81-31,40 40 16,-40 41-1,40-81 17</inkml:trace>
  <inkml:trace contextRef="#ctx0" brushRef="#br0" timeOffset="86776.6817">24036 15320 0,'0'0'0,"0"-40"16,-40-81-1,80 41 1,80-40 0,41 120-1,-41 0 16,-80 0-31,0 40 16,-40 40 0,0 40-1,-160 41 1,79-81 0,41-40-16,0 0 15,0-40 1,80 0 15,-40-40-31,80 40 31,41 0-15,-41 80 0,-40-80-1,-40 80-15,0 1 16,-40-1-1,-40-40 1,-41 40 0,41-80-1,-40 0 1,40-40 0,-1 0-16,41 0 0</inkml:trace>
  <inkml:trace contextRef="#ctx0" brushRef="#br0" timeOffset="323487.8694">2608 16483 0,'0'40'78,"40"-40"-31,-40-40-31,0 80 30,0 0-30,0 0-16,0 0 16,0 0-16,0 0 0,0 0 15,0 1-15,0-1 0,0 0 16,0 0-16,0 0 0,0 0 16,0 0-16,0 0 15,-40-40-15,40 40 0,0-80 63,0 0-63,40 40 15,-40-40-15,0 0 0,40 0 0,-40 0 16,0 0-16,41 0 0,-41-1 16,0 1-16,0 0 0,40 0 0,-40 0 15,0 0-15,40 40 0,-40-40 16,0 0-16,40 0 0,-40-1 15,40 1-15,-40 0 16,40 40-16,-40-40 0,0 0 16,40 40-16,-40-40 15,0 80 48,40-40-63,-40 40 15,41 0-15,-41 0 16,40 0-16,-40 1 16,0-1-16,0 0 0,40-40 15,-40 40-15,0 0 0,0 0 16,0 0-16,0 0 0,0 0 16,0 1-16,0-1 0,0 0 0,0 0 15,0 0-15,0 0 16,0 0-16,0 0 0,0 0 15,0 0-15,40-40 16,-40 41 0,40-41-1</inkml:trace>
  <inkml:trace contextRef="#ctx0" brushRef="#br0" timeOffset="323825.8785">2648 16804 0,'0'0'16,"-40"0"-16,0-41 16,40 1 15,40 40-15,0 0-1,0 0-15,1 0 0,-1 0 16,0 0-16,0 0 0,0 0 0,0-40 15,0 40-15,0 0 0,1 0 16,39 0-16,-40 0 0,0 0 0</inkml:trace>
  <inkml:trace contextRef="#ctx0" brushRef="#br0" timeOffset="324159.6876">3892 16603 0,'0'0'0,"-40"0"0,40-40 15,40 40 17,0 0-17,41 0-15,-41 0 16,0 0-16,0 0 0,0 0 0,0 0 16,0 0-16,1 0 0,-1 0 15,0 0-15,0 0 0</inkml:trace>
  <inkml:trace contextRef="#ctx0" brushRef="#br0" timeOffset="324419.1384">4173 17044 0,'-80'0'0,"80"40"0,-40-40 16,40-40 15,40 40-31,0 0 16,40 0 0,81 0-1,-41 0 1,-80 0-16,0 0 0</inkml:trace>
  <inkml:trace contextRef="#ctx0" brushRef="#br0" timeOffset="325043.8666">5457 16763 0,'-40'0'0,"80"0"16,-120 0-16,80-40 16,40 40 30,0 0-30,0 0-16,0 0 16,1 0-16,-1 0 0,0 0 15,0 0-15,0 0 0,0 0 0,0 0 16,0 0-16,1 0 0,-1 0 0,0 0 16,0 0-16,0 0 15,-80 0 63,0 0-15</inkml:trace>
  <inkml:trace contextRef="#ctx0" brushRef="#br0" timeOffset="333935.8647">6340 16483 0,'80'0'0,"-40"0"16,-40-40 0,40 40-16,-40-41 15,0 1 1,0 0 15,-40 40-15,40 40 93,0 0-109,0 1 16,0-1-16,-40 0 15,40 0-15,0 0 0,0 0 16,0 0-16,0 0 0,0 0 16,0 1-16,0-1 0,0 0 0,0 0 15,0 0-15,0 0 0,0 0 16,0 0-16,40 0 15</inkml:trace>
  <inkml:trace contextRef="#ctx0" brushRef="#br0" timeOffset="334447.1466">7102 16924 0,'40'-40'16,"-40"0"31,41 40 47,-1 0-79,-40 40 32,-40 0-47,-1-40 16,1 40-16,0-40 31,80-40-15,-40 0-1,40 40-15</inkml:trace>
  <inkml:trace contextRef="#ctx0" brushRef="#br0" timeOffset="335066.6766">8427 16362 0,'-41'0'16,"41"-40"-16,-40 40 0,40-40 15,-40 40 1,0 0 0,40 40-16,-80 0 15,0 41 1,80-41-16,-41 40 15,41-40-15,-40 40 16,40 41-16,0-81 16,0 80-16,40-80 15,1 40-15,39 0 16,0-39 0,-40-41-16,0 0 15,0 0-15,-40-41 16,41 1-1,-1-40 1,-40 0 0,-121 80-1,41 0 1,40 0-16,-80 40 16,79 0-16,1 0 15,40 0-15,-40 0 16,40 1-16,0-1 15</inkml:trace>
  <inkml:trace contextRef="#ctx0" brushRef="#br0" timeOffset="338923.1546">9028 16402 0,'41'0'0,"-41"-40"32,-41 40-17,41-40-15,-40 40 16,0 0 0,40-40-1,-40 40-15,0 0 16,0-40-16,0 40 15,0 0-15,40-40 0,-41 40 16,1-40-16,0 40 16,0 0-16,40-40 15,-40 40-15,0 0 16,0-40-16,0 40 16,-1 0-1,1-40-15,0 40 0,0 0 16,0 0-16,0 0 15,0 0-15,0 0 0,-1 0 16,1 0 0,0 0-1,0 0-15,40-41 0,-40 41 0,0 0 16,0 0-16,0 0 16,-1 0-1,1-40 1,0 40-16,0 0 15,0 0-15,0 0 16,0 0-16,0 0 16,-1 0-16,1 0 15,0 0 1,0 0 0,0 0-16,0 0 15,0 0-15,-1 0 16,1 0-1,0 0-15,0 0 0,0 0 16,0 0-16,0 0 0,0 0 16,-1 0-16,1 0 0,0 0 15,0-40-15,0 40 0,0 0 16,0 0-16,0 0 16,-1-40-16,1 40 15,0 0-15,0 0 16,0 0-1,0 0 1,0 0 0,0 0-1,-1 0-15,1 0 0,0 0 16,40-40 0,-40 40-16,0 0 0,0 0 0,0 0 15,0-40-15,-1 40 16,1-40-16,0 40 15,0 0-15,0 0 16,40-40-16,-40 40 0,0 0 16,0 0 15,-1 0-31,1 0 0,0 0 16,0 0-16,0 0 15,0 0-15,0 0 0,0 0 16,-1 0-16,1 0 0,0 0 0,0-40 15,0 40-15,0 0 0,0 0 16,0 0-16,-1 0 16,41-41-16,-40 41 0,0 0 0,0 0 15,0 0 1,0 0-16,0 0 0,0 0 16,-1 0-16,1 0 0,0 0 15,0 0-15,0 0 0,0 0 16,0 0-16,0 0 15,-1 0 1,1 0 0,0 0-1,0 0-15,0 0 0,0 0 16,0 0-16,0 0 0,-1 0 0,1 0 16,0 0-16,0 0 0,-40 0 0,40 0 15,0 0-15,-1 0 0,1 0 16,0 0-16,0 0 0,0 0 15,0 0-15,0 0 0,-1 0 0,1 0 16,0 0-16,0 0 0,0 41 16,0-41-16,0 0 15,0 0-15,-1 0 0,1 0 0,0 0 0,0 0 16,0 40-16,0-40 0,0 40 16,0-40-16,-1 0 0,1 40 0,0-40 15,0 0-15,0 40 0,0-40 0,0 0 16,0 40-16,-1-40 0,1 40 0,0-40 15,0 0-15,0 40 0,0-40 0,40 40 16,-40-40-16,0 0 0,40 41 0,-41-41 16,1 40-16,0-40 0,40 40 0,-40-40 15,0 40-15,0 0 16,0-40-16,0 40 0,-1-40 0,41 40 16,-40 0-16,0-40 0,0 40 0,0 0 15,40 1-15,-40-1 16,40 0-16,0 0 15,-40 0-15,40 0 16,0 0-16,-40-40 0,40 40 16,0 0-16,-41 1 0,41-1 15,0 0-15,0 0 0,0 0 0,0 0 16,0 0-16,41-40 0,-41 40 16,0 0-16,0 0 0,40 1 0,-40-1 15,40 0-15,-40 0 0,40-40 16,-40 40-16,0 0 0,40-40 0,-40 40 15,0 0-15,40-40 16,-40 40-16,40 1 0,0-1 16,1 0-16,-1 0 15,0-40-15,-40 40 16,40-40-16,-40 40 0,40-40 0,0 40 16,0 0-16,0-40 0,1 40 15,-1-40-15,0 40 16,0-40-16,0 0 0,0 41 15,0-41-15,0 0 0,1 0 0,39 0 16,-40 0-16,40 0 0,-40 0 0,0 0 16,41 0-16,-41 0 0,40 0 15,0 0-15,-40 40 0,41-40 0,-41 0 16,0 0-16,40 0 0,-40 0 0,0 0 16,1 40-16,39-40 0,-40 0 0,0 0 15,0 0-15,0 0 0,1 40 0,-1-40 0,0 0 16,40 40-16,-40-40 0,40 0 15,1 0-15,-1 40 0,0-40 0,0 0 0,1 0 16,-1 0-16,0 0 0,0 40 16,1-40-16,-1 0 0,0 0 0,0 0 15,-39 0-15,39 0 0,-40 0 0,40 40 16,-40-40-16,0 0 0,41 0 0,-41 0 16,0 0-16,0 0 0,0 0 0,40 0 15,-39 0-15,39 0 0,-40 0 0,0 0 16,40-40-16,-40 40 0,41 0 15,-41 0-15,40 0 0,-40 0 0,0 0 16,41 0-16,-41 0 0,0 0 0,0 0 16,0 0-16,40 0 0,-40 0 0,1 0 15,-1 0-15,40 0 0,-40 0 0,0 0 16,0 0-16,0 0 0,41 0 0,-41 0 16,0 0-16,40 0 0,-40 0 0,0 0 15,41 0-15,-41 0 0,0 0 0,40 0 16,-40 0-16,1 0 0,-1 0 0,0 0 15,40 0-15,-40 0 0,0 0 0,41-40 16,-41 40-16,0 0 0,0 0 16,0 0-16,0 0 0,40-40 0,-39 40 15,-1 0-15,0 0 0,0-40 0,0 40 16,40 0-16,-40 0 0,1 0 0,-1 0 16,40-40-16,-40 40 0,0 0 0,0-40 15,0 40-15,1 0 0,-1-40 16,0 40-16,0-41 15,0 41 1,0 0-16,-40-40 0,40 40 0,0-40 16,1 40-16,-1 0 0,0-40 15,0 40-15,-40-40 16,40 40-16,0 0 16,-40-40-1,40 0 1,-40 0-1,0 0-15,0 0 16,0-1-16,-40 1 0,40 0 16,0 0-16,0 0 0,-40 0 15,40 0-15,0 0 0,0 0 16,0-1 0,0 1-16,40 0 15,-40 0-15,0 0 16,0 0-16,0 0 15,0 0-15,0 0 16,0 0-16,0-1 16,0 1-16,0 0 15,0 0-15,-40 40 0,40-40 0,0 0 16,-40 40 0,40-40-16,0 0 15,-40 40-15,40-40 16,0-1-1,-40 41 1,40-40-16,-40 40 0,-1 0 16,1 0-16,40-40 15,-40 40-15,0 0 0,0 0 16,0 0-16,0 0 31,80 40-15</inkml:trace>
  <inkml:trace contextRef="#ctx0" brushRef="#br0" timeOffset="339967.1256">11195 17044 0,'0'-40'16,"0"80"31,0 0-32,0 0-15,0 0 16,0 1-16,0-1 0,0 0 0,0 0 16,0 0-16,0 0 0,0 0 0,40-40 15,-40 40-15,0 0 0,0 1 16,0-1-16,0 0 0,0 0 15,0 0-15,-40-40 0,40 40 16,-40-80 15,40 0-31,0 0 16,0 0-16,0 0 16,0-1-16,0 1 0,0 0 0,0 0 15,0 0-15,0 0 0,40-40 0,-40 40 16,0-41-16,40 41 0,-40 0 0,41 0 15,-41 0-15,40 0 0,-40 0 0,40 0 16,0 0-16,0 40 16,-40-41-16,40 41 0,0 0 15,0 0-15,-40 41 16,41-41-16,-41 40 16,0 0-16,0 0 15,40-40-15,-40 40 0,0 0 0,0 0 16,-40 0-16,40 0 0,-41 0 15,41 1-15,-40-41 0,40 40 0,-80 0 0,40 0 16,0 0 0,40 0-16,40-40 31,0 0-15,0 0-1,0 0-15,0 0 0,1 0 0,-1 0 16,0 0-16,0 0 15,0 40-15,0-40 0,-40 80 16,40-80-16,-40 41 0,0-1 16,0 0-16,0 0 15,-80-40-15,80 40 0,-40 0 0,0-40 16,0 40-16,0-40 16,-1 0-16,1 0 0,0 0 0,0 0 15,0 0-15,0 0 0,0 0 16,0-40-16,-1 40 15,41-40-15,0 0 16,0 0 0,41 40-16,-41-40 0</inkml:trace>
  <inkml:trace contextRef="#ctx0" brushRef="#br0" timeOffset="340339.1156">12600 17285 0,'0'0'0,"0"-40"0,-40 40 16,-1 0-16,41-40 16,0-1-1,121 1 1,-1 40 0,-80 0-16,41 0 15,-41 0-15,0 0 0,160 0 16,-159 0-1,-1 0-15,0 0 16,0 0 0</inkml:trace>
  <inkml:trace contextRef="#ctx0" brushRef="#br0" timeOffset="340671.1472">12720 17646 0,'-80'40'16,"160"-80"-16,-120 80 47,120-40-47,-40 0 0,0-40 15,1 40-15,39 0 0,-40 0 0,40 0 16,-40 0-16,0 0 0,1 0 0,-1 0 15,0 0-15,0 0 0,0 0 0,0 40 16,0-40-16,-80 0 78</inkml:trace>
  <inkml:trace contextRef="#ctx0" brushRef="#br0" timeOffset="343389.0797">13924 17084 0,'0'-40'16,"0"0"-1,0 0 1,40 40-16,0 0 16,0 0-16,0 0 15,0 0-15,1 0 16,-41 40-16,40-40 0,-40 40 0,40-40 16,-40 40-16,0 0 0,0 0 15,0 1-15,0-1 0,0 0 16,-40 0-16,40 0 0,-40 0 0,40 0 15,-41-40-15,41 40 0,-40-40 0,0 40 0,0-40 16,40 41-16,-40-41 0,0 0 16,40-41 15,0 1-15,40 40 15,0 0-16,0 40-15,0-40 16,-40 41-16,40-41 0,-40 40 16,41 0-16,-1-40 0,-40 40 15,40-40-15,-40 40 0,40-40 16,0 0-16,0 40 0,0-40 16,0 0-16</inkml:trace>
  <inkml:trace contextRef="#ctx0" brushRef="#br0" timeOffset="343803.1483">14726 17365 0,'0'0'15,"0"-40"-15,0 0 31,41 40-31,39-40 16,40 40 0,-80-40-16,41 40 15,-41 0 1,-40 40 31,-40 0-32,40 0-15,-41 0 0,41 0 16,-40 0-16,40 0 16,-40 0-16,40 1 0,0-1 15,-40 0-15,40 0 0,-40 0 16,40 0-16,0 0 16,-40-40-16,40 40 0,0 0 15,40 0 1,0-40-1</inkml:trace>
  <inkml:trace contextRef="#ctx0" brushRef="#br0" timeOffset="344029.7398">14767 17686 0,'0'0'0,"-41"0"16,41-40-16,0 0 16,81 40-16,-41-40 15,120 40-15,-120-41 0,121 41 16,-121 0-16,0 0 16,40 0-1</inkml:trace>
  <inkml:trace contextRef="#ctx0" brushRef="#br0" timeOffset="344447.1556">15569 17686 0,'0'0'0,"40"0"281</inkml:trace>
  <inkml:trace contextRef="#ctx0" brushRef="#br0" timeOffset="345074.1051">16492 17124 0,'-40'0'62,"0"0"-46,0 0-16,-1 0 0,1 0 16,40 40-16,-40-40 0,0 41 15,0-1-15,0-40 16,40 40-16,0 0 0,-40-40 0,40 40 15,0 0-15,-40 0 16,40 0-16,0 0 0,0 1 0,0-1 16,0 0-16,0 0 15,0 0-15,40-40 16,-40 40-16,40 0 16,0-40-16,0 40 15,0-40-15,0 0 16,0 0-1,-40-40 1,41 0 0,-41 0-1,-41 40 1,41-40-16,-40 40 0,0 0 16,0 0-16,0 0 0,0 0 15,0 0-15,0 0 0,-1 0 16,41 40-16,-40-40 0,40 40 15</inkml:trace>
  <inkml:trace contextRef="#ctx0" brushRef="#br0" timeOffset="345954.1149">15810 17726 0,'0'-40'0,"-40"40"63,40 40-48,-40-40-15,-1 0 32,82 0 30,-41-40-62,0 0 16,40 40-16,-80 0 47,40 40-47,-41-40 15,41 40-15,-40-40 0,40 40 31,0-80-15,40 40 0,-40-40-1,41 40-15,-41 40 32,-41-40-17,41 40-15,-40-40 16,0 0-16,40 40 0,-40-40 15,40-40 17,40 40-32,-40-40 0,40 40 0,-40-40 15,40 40-15,1 0 16,-1-40-16,0 40 0,-80 0 47,0 40-32,-41-40-15,41 0 16,0 0-16</inkml:trace>
  <inkml:trace contextRef="#ctx0" brushRef="#br0" timeOffset="349393.8758">16733 16683 0,'0'-40'78,"-81"40"-78,41 0 16,0 0-16,0-80 31,0 80-31,0 0 0,0 0 0,0 0 16,-1 0-16,1 0 16,0-40-16,0 40 0,0 0 0,0 0 15,0-40 1,0 40-16,-1 0 0,41-40 0,-40 40 15,0 0-15,0 0 0,0 0 0,0-41 16,0 41-16,0 0 16,-1 0-16,1 0 0,0 0 0,0 0 15,0 0 1,0 0-16,0 0 0,0 0 16,-1 0-1,1 0-15,0 0 0,0 0 16,0 0-1,0 0-15,0 0 16,0-40-16,-1 40 16,1 0-1,0 0-15,0 0 0,0 0 16,0 0 0,0-40-16,0 40 0,-1 0 15,1 0-15,0 0 16,0 0-16,0 0 15,0 0 1,0 0 0,-1 0-16,41-40 15,-40 40-15,0 0 0,0 0 16,0 0-16,0-40 0,0 40 0,-41 0 0,41 0 16,0 0-16,0 0 15,0 0-15,0 0 0,0 0 0,0 0 0,-1-40 16,1 40-16,0 0 0,0 0 15,0 0-15,0 0 0,0 0 16,0 0 15,-1 0-15,41 40-16,-40-40 16,0 0-16,0 0 15,0 0 1,0 0-16,0 0 15,0 0-15,-1 0 16,1 0 0,0 0-16,0 0 31,0 0-31,0 0 16,0 0-16,0 0 15,-1 0-15,1 0 0,0 0 16,0 0-16,0 0 15,0 0-15,0 0 16,0 0-16,-1 0 0,1 40 16,0-40-1,0 0-15,0 0 0,40 40 16,-40-40-16,0 0 16,0 0-16,-1 0 15,1 0-15,40 40 16,-40-40-16,0 0 0,0 0 15,0 0-15,40 40 0,-40-40 0,0 0 16,-1 0 0,1 0-16,0 0 0,0 0 0,0 0 15,0 0-15,0 0 16,0 0-16,-1 0 0,1 0 0,0 0 16,0 0-1,0 0-15,0 0 16,0 0-1,0 0-15,-1 0 16,1 0-16,0 0 0,0 0 16,0 0-16,0 0 15,0 0-15,0 0 0,-1 0 16,1 0-16,0 0 16,0 0-16,0 0 31,40 41-31,-40-1 0,40 0 15,-40-40-15,40 40 0,-41-40 0,41 40 16,-40-40-16,40 40 16,0 0-16,-40-40 0,40 40 0,-40-40 15,40 40-15,0 1 16,0-1-16,-40 0 0,40 0 0,0 0 16,0 0-16,-40 0 0,40 0 15,-40 0-15,40 0 0,-40 1 0,-1-1 16,41 0-16,-40 0 15,40 0-15,0 0 0,0 0 0,0 0 0,0 0 16,0 1-16,0-1 0,0 0 0,0 0 16,0 0-16,0 0 15,0 0-15,0 0 0,0 0 0,0 0 16,0 1 0,0-1-16,0 0 0,40 0 15,-40 0 1,41-40-16,-41 40 0,0 0 15,0 0-15,40-40 0,-40 40 0,0 1 16,40-41 15,-40 40-31,80-40 47,-40 0-47,0 0 16,0 0-1,1 0-15,-1 0 0,0 0 0,0 0 16,0 0-16,0 0 0,0 0 0,1 0 16,39 0-16,-40 0 15,0 0-15,0 0 0,40 0 0,-39 0 0,-1 0 16,40 0-16,-40 0 0,0 0 16,0 0-16,41 0 0,-41 0 0,0 0 0,-40 40 15,40-40-15,0 0 16,0 40-16,0-40 0,0 0 0,1 0 15,-1 0-15,0 40 0,0-40 16,0 0-16,0 0 0,0 0 16,0 0-16,1 0 0,-1 0 0,0 0 0,0 0 15,40 0-15,-40 0 16,41 40-16,-41-40 0,0 0 0,0 0 0,40 0 16,-40 0-16,0 0 0,1 0 15,-1 0-15,0 0 0,0 0 0,40 0 0,-40 0 16,0 0-1,1 0-15,-1 0 0,0 0 0,0 0 0,0 0 16,0 0-16,0 0 0,0 0 0,1 0 16,-1 0-16,0 0 0,0 0 15,0 0-15,0 0 0,0 0 0,0 0 0,1 0 16,-1 0 0,0 0-16,0 0 0,0 0 0,0 0 15,0 0-15,0 0 0,1 0 16,-1 0-16,0 0 0,40 0 0,-40 0 0,0 0 15,0 0-15,1 0 0,-1 0 0,0 0 0,0 0 16,0 0-16,0 0 16,0 0-16,1 0 0,-1 0 0,0 0 15,0 40-15,0-40 16,0 0-16,0 0 0,0 0 16,1 40-16,-1-40 15,0 0-15,0 0 0,0 0 0,0 0 16,0 0-16,0 0 0,1 0 15,-1 0-15,0 0 0,0 0 0,0 0 16,0 0-16,0 0 0,0 0 0,1 0 16,-1 0-1,0 0-15,0 0 16,0 0 0,0 0-16,0 0 0,-40-40 15,40 40-15,1 0 16,-1 0-16,0 0 15,-40 40-15,40-40 0,0 0 0,0 0 16,0 0 0,0 0-16,1 0 15,-1 0 1,0 0-16,0 0 0,0 0 16,0 0-1,0 0-15,0 0 31,1 0-31,-1-40 0,0 0 16,-40 0 31,0 0-31,0 0-1,0 0 1,0 0-1,0-1-15,0 1 32,40 0-32,-40 0 0,40 0 15,-40 0 1,0 0-16,0 0 31,0 0-31,40 40 0,-40-41 16,0 1-1,0 0 1,0 0-16,0 0 16,0 0-1,0 0 1,40 40-16,-40-40 0,0 0 16,0 0-16,0-1 15,0 1 1,0 0-16,0 0 15,0 0-15,0 0 16,81 40-16,-81-40 16,0 0-16,40 40 15,-40-40-15,0-1 16,0 1 15,0 0 16,0 0-16,0 0 1,-40 40-17,-1-40 1,1 40 15,40-40-31,-40 40 16,0 0-16,0 0 0,40-40 0,-40 40 15,0 0 1,0 0-16,-1 0 0,1 0 16,0 0-16,0-40 15</inkml:trace>
  <inkml:trace contextRef="#ctx0" brushRef="#br0" timeOffset="368282.7426">26443 2566 0,'0'40'140,"40"-40"1,1-40-141,-1 40 16,0-40-1,0 40-15,0 0 0,0 0 16,0 0-16,0 0 0,1-40 15,-1 40-15,0 0 16,0 0-16,0 0 0,0 0 0,0 0 16,0 0-1,1 0-15,-1 0 16,0 0 0</inkml:trace>
  <inkml:trace contextRef="#ctx0" brushRef="#br0" timeOffset="368642.8016">26804 2847 0,'-40'0'0,"80"0"78,1 0-63,-1 0-15,0 0 16,0 0-16,0 0 16,0 0-16,0 0 0,0 0 0,1 0 15,-1 0-15,0 0 16,0 0-16,0 0 0,0 0 16,0 0-1,-40-40-15</inkml:trace>
  <inkml:trace contextRef="#ctx0" brushRef="#br0" timeOffset="371702.6163">27848 1764 0,'-40'0'0,"40"40"47,80-40 16,-40 0-48,0 0-15,0 0 16,0 0-16,41 0 0,-41 0 0,0 0 0,0 0 16,0 0-16,0 0 15,0-40-15,0 40 0,1 0 0,-1 0 16,0 0-16,0 0 0,-40-40 15,40 40-15,0 0 16</inkml:trace>
  <inkml:trace contextRef="#ctx0" brushRef="#br0" timeOffset="372062.5936">29092 1283 0,'0'40'46,"0"40"-30,-40-40 0,40 0-16,0 0 15,0 1-15,0-1 0,0 0 16,0 0-16,0 0 16,0 0-16,0 0 0,0 0 15,0 0-15,0 0 0,40-40 16,-40 41-16</inkml:trace>
  <inkml:trace contextRef="#ctx0" brushRef="#br0" timeOffset="372622.5608">29373 1644 0,'0'0'16,"-41"0"-1,41 40-15,0 0 47,0 0-16,0-80 32,41 40-63,-41-40 16,-41 40 155,41 40-171,-40 0 32,0-40-32</inkml:trace>
  <inkml:trace contextRef="#ctx0" brushRef="#br0" timeOffset="373182.5291">29894 1243 0,'-40'40'78,"40"0"-78,-40-40 15,40 40-15,-40 0 16,0 0-16,40 0 0,0 0 16,0 1-16,0-1 15,0 0-15,0 0 0,0 0 16,0 0 0,0 0-16,0 0 15,40-40 1,0 0-1,-40-40 17,0 0-32,0 0 31,-40 40-15,0 0-1,0 0 1,40 40-16,-41-40 0</inkml:trace>
  <inkml:trace contextRef="#ctx0" brushRef="#br0" timeOffset="373852.4899">28811 2486 0,'-40'0'31,"40"-40"-31,40 40 94,0 0-94,0 0 16,0 0-16,0 0 0,0 0 0,1 0 0,-1 0 15,0-40-15,40 40 16,-40 0-16,0 0 0,0 0 0,1-40 0,-1 40 15,0 0-15,0 0 0,0 0 16,0 0-16,0-40 0,0 40 0,1 0 0,-1-41 16,0 41-1,0 0-15,0 0 32,0 0-32,-40 41 15,40-41-15,-80 0 63,40-41-48</inkml:trace>
  <inkml:trace contextRef="#ctx0" brushRef="#br0" timeOffset="374752.3663">28811 3088 0,'-40'0'15,"80"0"79,0 0-94,0 0 16,0 0-1,0 0-15,0 0 0,-40-41 0,41 41 16,-1 0-16,-40-40 16,40 40-16,0 0 0,0 0 31,-80 40 78,0 1-93,0-1-1,40 0 1,-40 0-16,-1 0 0,41 0 16,0 0-16,-40-40 0,40 40 15,-40 0-15,40 0 0,0 1 0,-40-41 0,40 40 16,-40 0-16,40 0 16,0 0-16,-40 0 0,40 0 15,40-80 79,0 40-78,0 0-16,-40-40 15,40 40 1,0 0-16,-40 40 15,41-40 1,-41 40-16,40-40 0,0 0 31,0 0-15,0-40 0</inkml:trace>
  <inkml:trace contextRef="#ctx0" brushRef="#br0" timeOffset="375012.3476">29332 3489 0,'41'0'31,"-41"-41"-15,40 41-16,0 0 0,0 0 16,0 0-1,0 0 1,0 0 0</inkml:trace>
  <inkml:trace contextRef="#ctx0" brushRef="#br0" timeOffset="375512.3926">29814 3047 0,'0'-40'16,"0"80"156,0 1-157,0-1-15,0 0 16,0 0-16,0 0 0,0 0 15,0 0-15,0 0 16,0 0-16,-40 0 0,40 1 0,0-1 16,0 0-16,-40 0 0,40 0 15,0 0-15,0 0 16</inkml:trace>
  <inkml:trace contextRef="#ctx0" brushRef="#br0" timeOffset="377162.2965">30536 2285 0,'-40'0'78,"0"0"-47,0 0-15,0 0 30,80 0 33,0 0-64,0 0-15,0 0 16,0 0-16,0 0 0,1 0 15,-1 0-15,0 0 0,0 0 16,0 0 0,0 0-16,0 0 0,0 0 15,1 0 1,-41-40 0</inkml:trace>
  <inkml:trace contextRef="#ctx0" brushRef="#br0" timeOffset="377532.2773">30697 2125 0,'0'-40'32,"-40"40"-32,40 40 78,0 0-78,0 0 15,0 0 1,0 0-16,0 1 0,0-1 16,0 0-16,-41 0 0,41 0 15,0 0-15,0 0 0,0 0 32,41-40-17,-1 0-15</inkml:trace>
  <inkml:trace contextRef="#ctx0" brushRef="#br0" timeOffset="378202.2365">31018 1644 0,'-40'0'0,"40"-40"62,40 40-46,-40-40-16,40 40 0,0 0 16,0 0-1,0 0 1,-40 40-16,40 0 15,-40 0 1,0 0-16,0 0 0,0 0 16,0 0-16,-40-40 15,40 40-15,0 0 0,-40-40 0,40 41 0,-40-41 16,40 40-16,-40-40 16,40 40-16,-40-40 15,40-40 16,0 0-31,0-1 32,40 41-32,0 0 31,-40 41-31,40-41 0,-40 40 16,40 0-16,0 0 15,-40 0-15,40 0 16,1 0-1,-1-40 1,0 0-16</inkml:trace>
  <inkml:trace contextRef="#ctx0" brushRef="#br0" timeOffset="378762.2031">31459 1564 0,'-40'0'15,"80"40"16,0-40-15,0 0 0,0 0-16,1 0 31,-1 0-15,0 0-1,-40-40 1,0 80 31,0 0-32,-40 0 1,40 0 0,-40-40-16,40 40 0,0 0 15,-41-40 1,41 40-16,0 0 0,0 0 0,-40-40 15,40 41-15,-40-1 16,40 0-16,0 0 0,0 0 16,0 0-1,0 0-15,40-40 16</inkml:trace>
  <inkml:trace contextRef="#ctx0" brushRef="#br0" timeOffset="379012.1166">31419 2005 0,'40'0'47,"0"0"-32,0 0-15,0-40 0,1 40 32,-1 0-32</inkml:trace>
  <inkml:trace contextRef="#ctx0" brushRef="#br0" timeOffset="379462.1626">31981 2005 0,'0'0'0,"0"40"94,0 0-63,-40-40 94,40-40-78</inkml:trace>
  <inkml:trace contextRef="#ctx0" brushRef="#br0" timeOffset="380072.0524">32542 1403 0,'0'40'16,"-40"-40"-1,40 40 17,-40-40-17,40 40-15,0 1 16,-40-1-1,40 0-15,0 0 16,-40 0-16,40 0 16,0 0-16,0 0 0,0 0 0,0 0 15,0 1 1,0-1-16,40-40 0,-40 40 16,40 0-16,0-40 31,0 0-31,1 0 0,-41-40 15,40 40 1,-40-40 0,-40 40-1,-1 0 17,1 0-32,0 0 0,0 0 15,0 0-15,40 40 16,-40-40-16,40 40 15,-40-40-15</inkml:trace>
  <inkml:trace contextRef="#ctx0" brushRef="#br0" timeOffset="380792.0138">31138 2526 0,'0'40'15,"0"-80"-15,0 40 47,40 0 0,0 0-31,0 0-1,1 0-15,-1 0 16,0 0-16,0 0 16,0 0-16,0 0 0,0 0 0,0 0 0,1 0 15,-1 0-15,0 0 0,0 0 0,0 0 0,0-40 16,0 40-16,0 0 0,1 0 15,-1 0-15,0 0 0,0 0 16,-40-40 0,40 40-16,0 0 0,0 0 0,0 0 15,1 0-15,-1 0 16,0-40-16,0 40 16,0 0 30,-80 0 33,0 40-79,0-40 15</inkml:trace>
  <inkml:trace contextRef="#ctx0" brushRef="#br0" timeOffset="382471.9136">31218 2927 0,'-40'40'0,"0"-40"15,40 40 1,-40-40-16,80 0 78,0 0-62,0 0-16,0 0 15,1-40-15,-1 40 0,-40-40 0,40 40 16,0 0-16,0 0 16,-40-40-16,40 40 0,-40 40 78,-40-40-78,40 40 0,-40 40 15,0-39 1,40-1-16,-40-40 0,40 40 0,0 0 0,-40-40 16,40 40-16,-41 0 15,41 0-15,-40-40 0,40 40 0,0 0 0,-40-40 16,40 40-16,-40 1 0,40-1 16,-40-40-16,40 40 0,0 0 15,-40-40-15,80 0 78,0 0-62,0 0-16,0-40 16,0 40-16,1 0 15,-1 0 1,0 0-16,0 0 31,0 0-31,-40-40 0,40 40 16,0 0-1</inkml:trace>
  <inkml:trace contextRef="#ctx0" brushRef="#br0" timeOffset="382741.9729">31579 3248 0,'0'0'0,"-40"0"16,121 0 15,-41 0-16,-40 40-15,40-40 16,0 0-16,0 0 16,0 0-1,0 0-15,-40-40 16</inkml:trace>
  <inkml:trace contextRef="#ctx0" brushRef="#br0" timeOffset="383291.8696">32302 2927 0,'-40'40'47,"-1"-40"-32,1 0 1,40 40-16,0 0 15,-40 1-15,0-41 16,40 40-16,-40 0 16,40 0-16,0 0 0,-40 0 0,40 0 15,0 0-15,0 0 16,0 0-16,0 1 0,0-1 16,40-40-16,0 40 0,40-40 31,-40 0-31,-40-40 0,41 40 15,-1-40-15,0-1 16,-40 1 0,-40 40-1,0 0 1,-1 0 0,1 0-16,0 40 0,0-40 15,40 41-15,-40-41 0</inkml:trace>
  <inkml:trace contextRef="#ctx0" brushRef="#br0" timeOffset="397301.1286">28851 4932 0,'-40'-40'0,"0"40"31,80 0 32,0 0-48,0 0-15,0 0 16,0 0-16,0 0 15,1 0-15,-1 0 0,0 0 0,-40 40 0,40-40 16,0 0-16,0 0 16,0 0-16,0 40 0,1-40 0,-1 0 0,0 0 15,40 0-15,-40 0 0,0 0 0,0 0 16,1 0-16,-1 0 0,0-40 16,0 40-16,0 0 0,0 0 0,0 0 15,41 0 1,-41 0-16,0 0 0,0 0 0,0-40 0,0 40 15,0 0-15,41 0 0,-41 0 16,0 0-16,0 0 0,0-40 0,0 40 0,0 0 16,0 0-16,1 0 15,-1 0-15,0 0 0,0 0 0,0 0 16,0 0-16,0 0 0,0 0 16,1 0-16,-1 0 15,0 0-15,0 0 16,0 0-1,0 0-15,0 0 0,0 0 16,1 0-16,-1 0 0,0 0 16,0 0-16,0 0 0,0 0 15,0 0-15,0 0 16,1 0 0,-1 0-1,0 0 16,0 0-15,0 0 0,0 0-1,0 0 1,0 0-16,1 0 0,-1 0 31,-40-40-15,-40 40-1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32:05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1483 0,'0'0'0,"-40"0"15,0 0 1,40 40 0,0 1-1,0-1-15,0 0 16,0 0-16,0 0 0,40 0 0,-40 0 0,40 0 15,-40 0-15,0 0 16,80 1-16,-80-1 0,41 0 0,-41 0 0,40 0 16,0 0-1,0 0-15,-40 0 0,40 0 0,-40 1 16,40-41-16,-40 40 0,40-40 0</inkml:trace>
  <inkml:trace contextRef="#ctx0" brushRef="#br0" timeOffset="359.9796">3130 1644 0,'0'0'0,"0"-40"15,-40 40 1,0-40-1,40 80 32,0 0-47,0 40 0,-41-40 16,41 0-16,-40 0 0,40 0 0,0 0 0,0 41 16,-40-41-16,40 40 15,-40-40-15,40 40 0,-40-40 0,40 41 0,-40-41 16,40 40-16,-40-40 0,40 0 15,-40 40-15,40-40 0,-41 1 0,1-1 0,40 0 16,-40 0-16,40 0 16,-40-40-16,40 40 0,-40 0 0,0 0 15,40 0 1,-40-40-16</inkml:trace>
  <inkml:trace contextRef="#ctx0" brushRef="#br0" timeOffset="759.9567">4253 1483 0,'0'0'0,"0"-40"0,-40 40 0,40-40 15,-40 40-15,0 0 16,40-40-16,-40 40 16,0 0-16,40 80 0,-40-80 0,0 40 15,40 0-15,-41 1 0,41-1 16,-40 0-16,40 0 0,-40 40 0,40-40 0,-40 40 15,40-40-15,0 41 16,-40-41-16,40 40 0,0 0 0,0-40 0,0 41 16,0-41-16,0 40 0,0-40 15,40 0-15,-40 0 0,0 0 0,40 0 0,-40 0 16,80 1-16,-39-41 0,-1 40 0,0-40 16,0 0-16,0 0 15,0-81-15,0 81 0</inkml:trace>
  <inkml:trace contextRef="#ctx0" brushRef="#br0" timeOffset="1329.9975">4775 1965 0,'-40'0'16,"80"0"-16,-80-41 0,0 41 0,80 0 31,40-40-15,121 0-1,-161 0-15,120 40 16,-119-40-16,-1 40 16,0 0-1,0 0-15,0 0 16,-40 40-1,-40-40 17,-40 80-17,-41 41 1,1-1 0,40 40 15,-1-39-16,1-41 1,80-40 15,40 0-15,41-40 0,119 0-1,1 0 16,40-80-15,-201 80-16,0 0 0</inkml:trace>
  <inkml:trace contextRef="#ctx0" brushRef="#br0" timeOffset="1609.9061">5818 1724 0,'0'-40'16,"0"80"-16,40-120 15,1 80-15,-1 0 16,40 40-16,40 80 31,-39 161-15,-122 0-1,-199-41 17,-41-39-17,160-161 1</inkml:trace>
  <inkml:trace contextRef="#ctx0" brushRef="#br0" timeOffset="1929.9625">6821 2085 0,'-40'0'16,"80"0"-16,-120 0 16,80-40-1,80 40 1,81-40 0,80 0-1,-81 40 1,-120 0-16,1 0 15</inkml:trace>
  <inkml:trace contextRef="#ctx0" brushRef="#br0" timeOffset="2159.8769">6982 2446 0,'-40'40'16,"80"-80"-16,-160 120 15,200-80 17,-40 0-32,0 0 0,40 0 15,-40-40-15,1 40 0,-1 0 0,0 0 16,0 0-16,-40-40 16,40 40-16,0 0 0,0 0 0,1 0 15,-1 0-15,0-40 16,0 40-16,0-40 0,0 40 0</inkml:trace>
  <inkml:trace contextRef="#ctx0" brushRef="#br0" timeOffset="2689.9187">8266 1724 0,'-40'-40'16,"80"80"-16,-80-120 16,40 40-16,80-41 31,81 41-15,-1 121-1,-120 79 1,-80 40 15,-120-39-15,79-81-1,41-80 1,161 0 15,39 0-15,-120 0-16,81 40 15,-81-40-15,40 80 32,-160 81-17,-121-1 1,-80-39 0,81-81 15,119-80-16,81-1 1</inkml:trace>
  <inkml:trace contextRef="#ctx0" brushRef="#br0" timeOffset="3069.8554">9590 2366 0,'-40'0'15,"80"0"-15,-120-40 0,0 40 16,40-41-16,-1 41 15,82 0 17,-41 41-32,40-41 15,0 0-15,0 40 0,0-40 0,0 0 0,40 0 16,-39 0-16,39 0 0,0 0 0,-40 0 0,40 40 16,1-40-16,-1 0 0,0 0 15,0 0-15,1 0 0,-1 0 0,0 0 0,0 0 16,1 0-16,-1-40 15,0 40-15,-40 0 0,41-40 0,-41 40 0,0 0 16,0 0-16,0-41 0,0 41 16</inkml:trace>
  <inkml:trace contextRef="#ctx0" brushRef="#br0" timeOffset="3349.8803">10393 2005 0,'0'0'15,"0"-40"-15,-40 40 16,40-41-16,-41 41 0,41 41 31,0 39-31,0 160 31,0 41-15,0-80 0,0-161-16</inkml:trace>
  <inkml:trace contextRef="#ctx0" brushRef="#br0" timeOffset="7839.6197">13161 1443 0,'41'0'15,"-1"0"157,0 0-172,0 0 0,0 40 16,0-40-16,0 0 0,0 0 15,1 0-15,-1 0 0,0 0 0,0 0 0,0-40 16,0 40-16,0 0 16,0 0-16,1-40 0,-41 0 15</inkml:trace>
  <inkml:trace contextRef="#ctx0" brushRef="#br0" timeOffset="8159.5291">14245 962 0,'-40'0'31,"40"80"1,0-40-32,0 0 0,0 0 0,0 1 0,0-1 15,-40 0-15,40 0 0,0 40 0,0-40 0,0 0 16,0 0-16,0 1 16,0-1-16,0 0 0,0 0 0,0 0 0,40 0 15,-40 0-15,0 0 16</inkml:trace>
  <inkml:trace contextRef="#ctx0" brushRef="#br0" timeOffset="9149.5442">14887 1082 0,'-40'0'31,"0"0"47,80 0-31,-80 0 0,0 0 125,-1 0-141,1 0-15,80 0 46,-40 40-62,0 0 16,0 1 0,-40-41-16,0 40 15,40-80 32,40 40-16,-40-41-31,40 41 0,1-40 110,-41 0-110,80 40 0,-80-40 15,40 40-15,-40-40 0,40 40 16,-40 40 0,-40 0-1,0 0 1,40 0-16</inkml:trace>
  <inkml:trace contextRef="#ctx0" brushRef="#br0" timeOffset="9709.4352">15930 761 0,'0'0'0,"0"-40"15,-40 40 16,0 0-15,-40 0-16,-41 40 31,1 81-15,80-41-16,0 40 16,40 81-1,80-41 16,121-39-15,-41-121 0,-120 0-1,-40-41-15,-40 1 32,-161 0-17,41 120 1,80-39-1,-1 79 1,81-80 0</inkml:trace>
  <inkml:trace contextRef="#ctx0" brushRef="#br0" timeOffset="10819.4457">13884 2526 0,'-40'0'16,"80"0"-16,-121-40 31,41 40-31,0 0 16,0 0-16,0 0 94,0 0-63,80 0 406,40 40-437,-40-40 16,41 0-16,-41 0 16,40 0-16,0 0 0,0 0 0,1 0 0,39 40 15,0-40-15,1 0 0,-1 0 0,1 0 0,-1 0 16,41 0-16,-41 0 16,40 0-16,-39 0 0,39 0 0,-39 0 0,-41 40 15,40-40-15,1 0 0,-41 0 16,0 0-16,-40 0 0,41 0 0,-41 0 0,40 0 15,-40 0-15,0 0 16,0 0-16,0 0 0,1 0 16,-1 0-16,0 0 15,-80 0 48,0 40-48,-1-40-15,1 0 0,0 0 16</inkml:trace>
  <inkml:trace contextRef="#ctx0" brushRef="#br0" timeOffset="13599.2862">13523 3689 0,'-41'0'0,"1"0"16,0 0 0,80 0 30,0 0-30,1 0-16,-1 0 16,0 0-16,0 0 0,0 0 0,0 0 15,0 0-15,0-40 0,41 40 16,-41 0-16,0 0 0,0 0 0,40-40 0,-40 40 16,1 0-16,-1 0 15,0-40-15,0 40 0,0 0 0,0 0 0,0 0 16,-40 40 31,-40-40-47,40 40 0,-40 0 0,0 0 15,0 0-15,0 0 0,0 1 0,-1-1 16,1 0-16,40 0 0,-40 0 16,0-40-16,40 40 0,-40 0 0,0 0 0,40 0 15,-40 0-15,0 1 16,40-1-16,-41 0 0,1-40 15,40 40-15,40-40 79,1 0-64,-1 0-15,0 0 0,0 0 0,0 0 16,0 0-16,0 0 15,0 0-15,1 0 0,-1 0 0,0 0 0,0 0 16,0 0-16,0 0 16,0 0-16,0 0 0,1-40 0,-1 40 0,0 0 15,0-40-15,0 40 0,0 0 0</inkml:trace>
  <inkml:trace contextRef="#ctx0" brushRef="#br0" timeOffset="13849.2697">15088 3970 0,'0'0'0,"-41"0"15,82 0 17,-1 0-17,0 0-15,0 0 16,161 0-1,-161 0-15,160 0 32,-119 0-32,-41 0 0,80-40 15</inkml:trace>
  <inkml:trace contextRef="#ctx0" brushRef="#br0" timeOffset="14209.1744">16372 3649 0,'0'-40'31,"0"0"-31,0 0 16,-41 40-1,41 40 63,-40-40-46,40 40-32,0 0 0,-40 0 15,40 0-15,0 0 0,0 0 16,0 1-16,-40-1 0,40 0 0,0 40 0,0-40 15,0 0-15,0 40 16,-40-40-16,40 1 0,0-1 0,0 0 0,0 0 16,0 0-16,0 0 0,0 0 0</inkml:trace>
  <inkml:trace contextRef="#ctx0" brushRef="#br0" timeOffset="16329.0531">18859 2165 0,'0'0'0,"-40"0"16,40 40 0,-40-40-1,80 0 63,0 0-62,1 0-16,-1 0 0,40 0 0,-40 0 0,0 0 16,40 0-16,-39 0 15,39 0-15,0 0 0,-40 0 0,40 0 0,-39 0 16,-1 0-16,40 0 0,-40 0 15,0 0-15,0 0 0,0 0 0,1 0 16,-41-40 0</inkml:trace>
  <inkml:trace contextRef="#ctx0" brushRef="#br0" timeOffset="16629.1086">19542 2005 0,'0'0'0,"-41"0"16,-39-40-1,0 40 1,40 0 0,0 0-1,-41 120 16,41-80-31,0 120 16,40-119-16,0 39 0,-40 40 16,40-80-16,0 40 15,0-40-15,0 1 0,40 79 32</inkml:trace>
  <inkml:trace contextRef="#ctx0" brushRef="#br0" timeOffset="17269.0147">20184 1523 0,'0'0'0,"40"-40"16,-40 0 0,40 40-16,-40-40 0,40 40 15,0-40 1,0 40-16,0 0 0,-40-40 16,40 40-16,1 0 0,-1 0 15,0 0-15,0 0 0,0 0 0,0 40 16,0-40-16,-40 40 15,40-40-15,-40 80 0,41-80 0,-41 40 0,40 1 16,-40-1-16,0 0 0,0 0 16,0 0-16,-81 0 0,41 0 0,0 0 15,0 0-15,0 0 0,-40 1 0,40-1 16,-1-40-16,1 0 16,80 0 15,1 0-31,-41-40 15,40 40-15,0 0 16,0 0-16,0 0 16,0 0-16,-40 40 0,40-40 0,-40 40 0,40-40 15,-40 40-15,41-40 0,-1 40 16,-40 0-16,40-40 0,0 40 0,0-40 16,0 0-1,-40 40-15,40-40 0,0 0 0</inkml:trace>
  <inkml:trace contextRef="#ctx0" brushRef="#br0" timeOffset="17769.0425">21588 1403 0,'0'0'16,"-40"0"-16,40-40 0,-40 40 0,40-40 0,0 0 15,0 0 1,80 0 15,-40 40-31,0 0 0,81 0 31,-81 0-31,0 40 0,0-40 16,-40 40 0,0 0-1,0 0 1,0 0 0,0 0-16,0 0 15,-40 0-15,40 1 0,0-1 16,-40 0-16,40 0 0,0 0 0,0 0 15,-40 0-15,40 0 16,-41 0-16,41 0 0,0 1 0,0-1 16,0 0-16,0 0 0,0 0 15,0 0-15,0 0 16,0 0-16,41-40 31,-1 0-31</inkml:trace>
  <inkml:trace contextRef="#ctx0" brushRef="#br0" timeOffset="18019.0273">21588 2005 0,'-40'0'31,"80"0"-31,-80-40 15,80 40 1,-40-41-16,120 1 16,-80 40-16,121-40 31,-121 40-31,0 0 0,0 0 0,41-40 16,-41 40-16</inkml:trace>
  <inkml:trace contextRef="#ctx0" brushRef="#br0" timeOffset="18499.0007">22551 1924 0,'-40'0'31,"40"41"-15,0-82 62,40 41-62,-80 0 31,80 0 31,0 0-47,-40-40-31</inkml:trace>
  <inkml:trace contextRef="#ctx0" brushRef="#br0" timeOffset="19128.9642">23675 1203 0,'0'-41'15,"-41"41"-15,1 0 32,40-40-32,-40 40 15,0 0 1,0 0 0,0 40-16,0-40 0,0 41 15,40-1-15,-41 0 16,1-40-16,40 40 0,-40 0 0,0 0 0,40 0 15,-40 0-15,40 0 0,-40 1 16,40-1-16,0 0 0,0 0 0,0 40 0,0-40 16,0 0-16,0 0 0,40 0 0,-40 1 0,40-1 15,-40 0-15,40-40 16,-40 40-16,80 0 0,-39-40 0,-1 40 16,0-40-16,0 0 0,0 0 15,0 0-15,0 0 0,-40-40 16,40 40-16,-40-40 15,0 0-15,0 0 0,-40 40 16,-40-40 0,40 40-16,0 0 0,0 0 0,0 0 15,-1 0-15,1 0 0,40 40 0,-40-40 16,40 40 0,0 0-16</inkml:trace>
  <inkml:trace contextRef="#ctx0" brushRef="#br0" timeOffset="21098.8489">20143 2887 0,'41'0'125,"-1"0"-125,0 0 0,0 0 16,0 0-16,0 0 0,40 0 15,-39 0-15,39 0 0,0 0 0,-40 0 0,40 0 16,1 0-16,-1 0 16,40 0-16,-39 0 0,39 0 0,0 0 0,1 0 15,-41 0-15,80 0 0,-39 0 0,-41 0 0,41 0 16,-1 0-16,0 0 0,1 0 16,-1 40-16,41-40 0,-41 0 0,0 40 0,1-40 15,-1 40-15,-40-40 16,41 40-16,-1-40 0,-40 0 0,1 0 0,-1 41 15,40-41-15,-40 0 0,1 0 16,-1 0-16,0 0 0,-40 0 0,41 0 0,-41 0 16,0 0-16,0 0 0,0 0 0,-40-41 15,0 1 1,-40 40 15,0 0 16,0 0-31,0 0-1,-1 40-15</inkml:trace>
  <inkml:trace contextRef="#ctx0" brushRef="#br0" timeOffset="22008.7468">20585 3769 0,'-80'0'15,"160"0"-15,-241 0 16,121 0-16,0 0 16,80 0 31,0 0-32,0 0-15,1 0 0,-1 0 0,0 0 16,40 0-16,-40 0 15,0 0-15,0 0 0,1 0 0,39 0 0,-40 0 16,0 0-16,0 0 0,0 0 16,-40-40-16,40 40 0,1 0 0,-1 0 15,0 0-15,0 0 0,-40 40 78,-40-40-62,40 40-16,-40 1 0,40-1 0,-40-40 0,40 40 16,-41 0-16,41 0 0,-40 0 0,40 0 15,-40 0-15,40 0 0,-40 0 16,40 1-16,-40-1 0,0-40 0,40 40 0,-40 0 16,40 0-16,-40 0 15,-1 0-15,41 0 0,-40-40 0,40 40 16,-40-40-16,40 41 0,-40-1 15,80-40 64,0 0-64,0 0-15,1 0 16,-1 0-16,0 0 0,0-40 0,0 40 0,0 0 15,0 0-15,0 0 16,1 0-16,-1 0 0,0 0 16,0 0-16,0 40 0,0-40 15,0 0 1,0 0-16,1 0 16,-1 0-16,0 0 15</inkml:trace>
  <inkml:trace contextRef="#ctx0" brushRef="#br0" timeOffset="22308.7049">22150 4451 0,'-40'0'16,"80"0"-16,-161 0 15,121-40-15,41 40 32,-1 0-32,0 0 0,0 0 15,0 0-15,0 0 16,0 0-16,0 0 0,1 0 0,-1 0 16,0 0-16,0 0 15,0 0-15,0 0 16,0 0-1,0 0 1</inkml:trace>
  <inkml:trace contextRef="#ctx0" brushRef="#br0" timeOffset="23098.732">23715 4050 0,'40'-40'16,"-40"0"-1,0 0 17,-40 40 61,40-40-61,-40 40-17,-1 0 1,1 0 0,0 0-1,40 40-15,-40-40 0,40 40 0,-40-40 16,0 0-16,40 40 0,-40-40 15,40 40-15,-40 0 0,-1 0 0,41 0 16,-40 0-16,40 1 16,-40-1-16,40 0 0,0 0 0,-40-40 0,40 40 15,0 0-15,0 0 0,0 0 0,0 0 0,0 1 16,0-1-16,0 0 16,40-40-16,-40 40 0,40 0 15,0 0 1,1-40-16,-1 0 15,0 0-15,0 0 16,0 0-16,-40-40 0,40 40 0,0-40 16,-40 0-16,40 40 0,-40-40 0,0 0 31,-40 40-15,0 0-1,0 0-15,0 0 0,0 0 16,0 40-16,0-40 15,-1 0-15,1 0 16,40 40-16,-40-40 16,40 40-1</inkml:trace>
  <inkml:trace contextRef="#ctx0" brushRef="#br0" timeOffset="23878.6866">22631 4411 0,'-40'0'16,"0"0"15,0 0-16,0 0 1,0 0 0,0 0 15,-1 0-31,41 40 16,-40-40-16,0 0 15,0 0 16,40-40 1,40 40 30,40 0-62,-39 0 16,-1 0-16,0 0 0,0 0 0,0 0 15,0 0 1,0 0-16,0 0 0,1 0 0,-1 0 0,0 0 16,-40-40-16,40 40 15,-80 0 17,0 0-17,0 0-15,-1 0 0,1 0 16,0 0-16,0 0 15,0 0-15,0 0 0,0 40 0,0-40 0,-1 0 16,1 40 0,0-40-16,0 0 0,0 0 15</inkml:trace>
  <inkml:trace contextRef="#ctx0" brushRef="#br0" timeOffset="28438.4216">2528 2245 0,'-40'0'16,"40"40"-1,-40-40-15,40 41 31,40-41-15,0 0-16,0 0 16,-40-41 62,-40 41-63,120 0 126,-80 41-141,40-1 16,0-40-1,-40 40-15,41-40 0,-41 40 0,40-40 16,-40 40 0,40-40-16,-40 40 31,40-40-31</inkml:trace>
  <inkml:trace contextRef="#ctx0" brushRef="#br0" timeOffset="32358.1226">3090 6938 0,'0'0'0,"40"0"0,-40-40 31,40 40-15,-80 0 31,80 40 0,-40 0-32,0 0 1,40 0-16,-40 0 0,40 0 0,0 0 16,-40 0-16,40 0 0,-40 1 15,41-1-15,-41 0 0,40 0 0,0 0 0,-40 0 16,40 0-16,0 0 15,0 0-15,0 1 0,1-41 16,-1 40-16,0-40 31,-40 40-31,40-40 0</inkml:trace>
  <inkml:trace contextRef="#ctx0" brushRef="#br0" timeOffset="32938.1598">4133 6978 0,'0'-40'15,"0"0"-15,0-1 32,-40 41 30,0 81-46,40-41-16,0 0 0,-40 0 0,40 0 15,0 0-15,0 0 16,-40 0-16,40 0 0,0 1 0,-41-1 0,1 0 16,40 0-16,-40 0 0,40 40 15,-40-40-15,0 0 0,0 41 0,40-41 0,-40 40 16,0-40-16,40 0 15,-41 40-15,41-40 0,-40 1 0,0-1 0,40 40 16,-40-40-16,40 0 0,-40 0 0,40 0 0,-40 0 16,40 1-16,0-1 0,-40 0 15,40 0-15,0 0 0,-41 0 0,41 0 16,-40 0 0,40 0-16,40-40 62</inkml:trace>
  <inkml:trace contextRef="#ctx0" brushRef="#br0" timeOffset="33468.0555">5096 7098 0,'0'0'15,"-40"-40"-15,0 0 16,40 80 31,-40 0-47,40 0 15,0 0-15,-40 0 0,40 0 0,-41 1 0,41-1 16,-40 40-16,40-40 16,0 0-16,-40 40 0,40-40 0,-40 41 0,40-41 15,0 0-15,0 40 0,-40-40 16,40 0-16,0 0 0,0 0 0,0 1 0,0-1 15,40 0-15,0 0 16,0 0-16,0-40 16,1 0-16,-1 0 0,0 0 0,0 0 15,0-40-15,0 40 0</inkml:trace>
  <inkml:trace contextRef="#ctx0" brushRef="#br0" timeOffset="34138.0914">5337 7459 0,'0'0'0,"0"-40"0,0 0 31,40 40-15,0 0-1,40 0-15,1 0 16,-41 0-16,40-40 31,0 40-31,-40 0 16,0-40-1,1 40 1,-41 40 47,0 0-63,-41-40 0,41 40 0,0 0 15,-40-40-15,40 40 0,-40-40 16,40 40-16,-40 0 0,0 0 0,0 1 15,0-1-15,0 0 0,-1 0 16,1 0 0,0-40-16,40 40 0,-40-40 0,40 40 0,-40 0 15,80-40 32,0 0-31,0 0-16,0 0 15,1 0-15,-41-40 0,40 40 16,0 0-16,0-40 0,0 40 16,0 0-16,0 0 15,0 0-15,1 0 0,-1 0 16,0 0 0,0 0-16,0 0 0,0 0 0,0-40 0,0 40 15,1 0-15</inkml:trace>
  <inkml:trace contextRef="#ctx0" brushRef="#br0" timeOffset="34498.0708">6781 7138 0,'0'-40'0,"0"80"0,0-120 31,40 80-15,-40 40-16,41 40 16,-1 0-16,-40-39 0,40-1 15,-40 0-15,40 0 0,-40 0 16,0 40-16,0-40 0,0 0 0,0 41 0,0-41 15,0 0-15,-40 0 0,40 40 0,-40-40 0,40 0 16,-81 0-16,41 1 16,0-41-16,0 40 0,0 0 0,0 0 15,0-40-15,0 40 0,-1-40 16,1 0-16</inkml:trace>
  <inkml:trace contextRef="#ctx0" brushRef="#br0" timeOffset="34778.0526">7825 7780 0,'-40'-40'0,"40"0"0,0 0 31,80-1-15,120 41-1,1 0 1,-40 0 15,-81 0-31</inkml:trace>
  <inkml:trace contextRef="#ctx0" brushRef="#br0" timeOffset="35018.0403">8106 8101 0,'-41'0'16,"82"0"-16,-122 0 0,41 0 15,40-40 1,161 40 0,39 0 15,1 0-15,-161 0-16</inkml:trace>
  <inkml:trace contextRef="#ctx0" brushRef="#br0" timeOffset="35817.9923">9951 7499 0,'-40'-80'15,"40"40"-15,-40 0 16,40 0 15,80-41-15,81 41 0,-41 0 15,-80 80-16,-40 121 1,-40-1 0,-40 1 15,-40-41-15,39-40-1,121-80 16,1 0-15,39 0-16,-40 0 16,0 0-1,0 40 17,0 40-17,-40 81 1,-80-41-1,-40-80 17,-1 0-17,-39-40 1,39-80 15,81 80-15,0 0-1</inkml:trace>
  <inkml:trace contextRef="#ctx0" brushRef="#br0" timeOffset="36247.8941">11155 7940 0,'-40'-40'15,"80"80"-15,-120-120 16,80 40-16,80 40 16,41-40-1,119 40 17,-39 0-17,0 40 1,-81-40-1,-80 0 17</inkml:trace>
  <inkml:trace contextRef="#ctx0" brushRef="#br0" timeOffset="36547.8768">11677 7579 0,'-40'0'31,"80"0"-31,-120-40 15,39 80 17,41 0-32,0 1 0,0-1 0,-40 0 15,40 0-15,0 0 0,0 0 16,-40 0-16,40 0 0,0 0 0,0 0 0,0 1 16,-40-1-16,40 0 15,0 0-15,0 0 0,0 0 0,-40 0 0,40 0 16,0 0-16,0 1 15,0-1-15,0 0 0</inkml:trace>
  <inkml:trace contextRef="#ctx0" brushRef="#br0" timeOffset="38387.8106">13563 7258 0,'-40'0'16,"-1"0"-16,41-40 15,-40 40-15,0 0 16,0 0-1,80 0 48,0 0-47,0 0-1,1 0-15,-1 40 0,0-40 0,0 0 16,0 0-16,0 0 15,0 0-15,0 0 0,1 0 0,-1 0 0,0 0 16,0 0-16,0 0 0,0 0 0,0 0 16,-40-40 31</inkml:trace>
  <inkml:trace contextRef="#ctx0" brushRef="#br0" timeOffset="38777.8203">14365 6817 0,'0'0'16,"0"-40"-16,0 80 78,0 41-62,0-41-16,0 0 15,0 0-15,0 0 0,0 0 0,0 0 16,0 0-16,0 0 0,0 0 16,0 1-16,0-1 0,0 0 0,-40-40 0,40 40 15,0 0-15,0 0 16,0 0-16,40-40 31,-40-40-31,40 40 16</inkml:trace>
  <inkml:trace contextRef="#ctx0" brushRef="#br0" timeOffset="39257.7198">14646 7258 0,'0'0'15,"0"-40"-15,40 40 32,-40 40-1,0 1-15,0-1 15,40-40 31,-40-40-62,41 40 0,-82 0 78,1 0-62,40-41 0,0 1 15,40 40-31,1 0 16</inkml:trace>
  <inkml:trace contextRef="#ctx0" brushRef="#br0" timeOffset="39807.7132">15730 6777 0,'0'-40'31,"0"80"-31,0-120 16,-41 80-16,41 40 31,-40-40-16,-80 161 1,0 39 0,79 1-1,82-81 17,119 0-17,-40-120 1,1-40-1,-121-80 17,-40 80-17,-161 0 1,81 40 15,80 0-31,-1 0 31</inkml:trace>
  <inkml:trace contextRef="#ctx0" brushRef="#br0" timeOffset="40487.7204">17134 1644 0</inkml:trace>
  <inkml:trace contextRef="#ctx0" brushRef="#br0" timeOffset="43597.4843">16612 7058 0,'-40'0'0,"0"0"63,0 0-63,0 0 16,0 0-1,80 0 126,0 0-141,0 0 15,0 0-15,0 0 16,0 0-16,1 0 16,-1 0-16,0 0 15,0 0 1,0 0-16,0 0 0,0-40 16,0 40-16,1 0 15,-82 0 16,41 40-31,-40-40 16,40 40-16,-40-40 0,40 40 16,-40-40-1,0 40-15,40 0 0,-40-40 16,0 40 0,40 1-16,-40-41 0,40 40 0,-41-40 15,41 40-15,-40-40 0,40 40 16,-40-40-16,40 40 0,-40-40 0,40 40 0,-40-40 15,40 40-15,-40-40 0,40 40 0,0 0 16,-40-40-16,80 0 63,0 0-48,0 0-15,-40-40 0,40 40 0,0 0 16,0 0-16,1 0 15,-41-40-15,40 40 0,0 0 16,0 0-16,-40 40 0,40-40 16,0 40-1,0-40-15,0 0 0</inkml:trace>
  <inkml:trace contextRef="#ctx0" brushRef="#br0" timeOffset="43917.5228">17335 7098 0,'0'-40'15,"0"80"-15,-41-80 16,41 0-16,41 40 31,-1-40-31,120 40 32,-39 0-17,-41 0 1,-40 0-16</inkml:trace>
  <inkml:trace contextRef="#ctx0" brushRef="#br0" timeOffset="44207.4326">17936 6777 0,'0'-40'15,"0"0"1,0 80 47,0 0-63,0 0 15,0 0 1,0 1-16,0-1 0,0 0 0,0 0 15,-40-40-15,40 40 0,0 0 0,0 0 0,0 0 16,0 0-16,-40-40 0,40 40 16,0 1-16</inkml:trace>
  <inkml:trace contextRef="#ctx0" brushRef="#br0" timeOffset="45117.4515">18659 7058 0,'0'0'0,"0"-40"0,0 0 31,40 40 0,0 0-31,0 0 16,40 0-16,-39 0 16,-1 0-16,0 0 15,0 0-15,0 0 0,0 0 16,0 0-16,0 0 0,1 0 16,-1 0-16,0 0 0,0 0 15,0 0 1,-80 0 62,40 40-78,-40 0 16,0 0-1,0 0-15,40 0 0,-41-40 0,41 40 0,-40-40 16,40 40-16,-40 1 15,0-1-15,0 0 0,40 0 0,-40 0 16,40 0-16,-40 0 0,0 0 0,40 0 16,-41 1-16,1-1 15,0 0-15,0-40 0,40 40 0,-40-40 16,40 40 0,-40-40-16,80 0 46,0 0-46,0 0 16,-40-40-16,40 40 16,0 0-16,1 0 15,-1 0 1,0 40-16,0-40 0,0 40 16,0-40-1,0 0-15,0 0 0,1 0 0,-1 0 16,0 40-16,0-40 15,0 0-15,0 0 16,-80 0 31,0 0-31</inkml:trace>
  <inkml:trace contextRef="#ctx0" brushRef="#br0" timeOffset="46067.3967">17495 8582 0,'-40'0'15,"80"0"-15,-160 0 16,120-40-16,-40 40 15,-1 0 32,82 0 16,-1 0-63,0 0 0,0 0 15,0 40-15,0-40 0,0 0 0,0 0 0,1 0 16,-1 0-16,0 0 0,0 0 16,0 0-16,0 0 0,0 0 0,0 0 0,1 0 15,39 0-15,-40 0 16,0-40-16,0 40 0,0 0 0,1 0 0,-1 0 16,0 0-16,0 0 0,0 0 15,0 0-15,0 0 0,0 0 0,41 0 0,-41 0 16,40 0-16,0 0 15,-40 40-15,41-40 0,-41 40 0,40-40 0,-40 0 16,0 0-16,0 0 0,1 0 0,-1 0 0,0 0 16,0 0-16,0 0 0,0 0 15,-40-40 1,0 80 140,-40-40-140,0 0 15</inkml:trace>
  <inkml:trace contextRef="#ctx0" brushRef="#br0" timeOffset="46877.2769">17736 9585 0,'0'0'0,"-121"-41"31,162 41 32,39 0-63,-40 0 15,0 0-15,0 0 0,0 0 0,0 0 0,41 0 16,-41 0-16,0 0 16,0 0-16,0 0 0,0 0 0,1 0 15,-1 0-15,0 0 16,0 0-16,0 0 16,-80 0 46,0 0-46,0 41-1,0-41-15,-1 40 0,41 0 16,-40-40-16,0 40 0,40 0 16,-40-40-16,0 40 0,0 0 0,0 0 15,40 0-15,-41-40 16,1 41-16,40-1 0,-40-40 0,0 40 0,40 0 15,-40 0-15,0 0 0,80-40 63,0 0-63,0 0 16,0 0-1,0 0-15,1 0 0,-1 0 16,0 0-16,0 0 0,0 0 15,0 0 1,0 0-16,1 0 0,-1 0 16,0 0-1,0 0-15,0 0 16,0 0 0,0 0-16,0 0 0</inkml:trace>
  <inkml:trace contextRef="#ctx0" brushRef="#br0" timeOffset="47097.3388">18900 9946 0,'-41'0'31,"41"-41"-31,41 41 16,-1 0-16,40 0 15,-40 0-15,0-40 16,0 40-16,0 0 0,1 0 16,-1 0-16,0 0 15,0 0-15</inkml:trace>
  <inkml:trace contextRef="#ctx0" brushRef="#br0" timeOffset="47427.2607">19903 9625 0,'-40'-40'16,"80"80"-16,-80-121 15,40 122 48,-41 39-63,41-40 15,0 0-15,-40 0 0,40 0 0,0 0 16,-40 0-16,40 1 16,0-1-16,-40 0 0,40 0 0,0 0 15,0 0-15,0 0 16,0 0-16</inkml:trace>
  <inkml:trace contextRef="#ctx0" brushRef="#br0" timeOffset="48647.2469">21307 8341 0,'-40'0'0,"0"0"0,0 0 15,0 0 17,80 0 46,40 0-78,0 0 15,-40 0-15,0 0 0,41 0 16,-41 0-16,40 0 0,-40 0 0,40 0 0,-39 0 16,39 0-16,-40 0 15,40 0-15,-40 0 0,41 0 0,-41 0 0,0 0 16,0 0-16,0 0 0,0 0 16,0 0-16</inkml:trace>
  <inkml:trace contextRef="#ctx0" brushRef="#br0" timeOffset="49027.2236">21989 8061 0,'-40'0'0,"0"0"32,0 0-17,0 0 1,0 0-1,-1 40-15,1 0 16,40 0 0,0 0-16,0 0 0,0 0 0,0 0 15,0 0-15,0 1 0,0-1 16,0 0-16,0 40 0,0-40 0,0 0 0,0 0 16,0 40-16,0-39 15,0-1-15,0 0 0,0 0 0,0 0 0,0 0 16,0 0-16</inkml:trace>
  <inkml:trace contextRef="#ctx0" brushRef="#br0" timeOffset="49617.1165">22551 7980 0,'-40'0'16,"80"0"-16,-120-40 31,80 0-31,120 40 16,-80 0-16,81 0 15,-41 40-15,-40 0 32,-40 41-32,0 39 15,-40-80-15,0 40 16,-40-40-16,39 0 15,1-40-15,-80 41 16,80-41 0,40-41-1,40 1 1,0 0 15,0 40-31,-40 40 16,40 41-16,0 39 15,-40-80-15,41 0 0,-1 0 16,-40 0-16,120 0 31,-80-40-31,0 0 0,0 0 16,1 0-16</inkml:trace>
  <inkml:trace contextRef="#ctx0" brushRef="#br0" timeOffset="50347.1478">23273 8261 0,'0'0'0,"0"-40"0,0 0 16,0 0-1,81 0 1,39 40 15,-40 0-15,-40 0-1,0 0 1,-40-40 0,0 80 280,-40 0-280,40 0 0,0 0-16,-40-40 0,40 40 0,-40 0 15,40 0 1,-40 0-16,40 1 0,0-1 16,-40 0-16,40 0 15,0 0-15,0 0 0,-40 0 0,40 0 16,0 0-16,-40-40 0,40 40 0,0 1 31,40-41 0</inkml:trace>
  <inkml:trace contextRef="#ctx0" brushRef="#br0" timeOffset="50607.0763">23233 8702 0,'-40'-40'0,"80"80"0,-120-80 16,80 0-16,80 40 15,-80-40 1,201 0 15,-121 40-31,-40 0 0,81 0 31,-81 0-31</inkml:trace>
  <inkml:trace contextRef="#ctx0" brushRef="#br0" timeOffset="51207.097">23955 8742 0,'-40'-40'0,"80"40"62,1 0-62,-41 40 47,-41-40 125,41-40-125,41 40-47,-1-40 0,0 40 15,0-40-15,-80 40 63,40 40-63,-40-40 31</inkml:trace>
  <inkml:trace contextRef="#ctx0" brushRef="#br0" timeOffset="51787.064">24838 8141 0,'0'0'16,"0"-40"-16,-40 40 15,40-40-15,-40 80 63,40 0-48,-40 0-15,0 0 16,40 0-16,-40 0 0,40 0 16,-41 0-16,41 1 15,0-1-15,0 0 0,0 0 16,0 0-16,0 0 0,41-40 16,-41 40-16,40 0 0,0-40 15,-40 40-15,40-40 16,0 0-1,-40-40-15,40 40 16,-40-40-16,0 0 16,-40 40 15,0 0-31,-40 0 0,40 0 16,-1 0-16,1 0 15,0 0-15,40 40 16,0 0-16</inkml:trace>
  <inkml:trace contextRef="#ctx0" brushRef="#br0" timeOffset="53196.9821">26845 7700 0,'0'-40'31,"-41"40"-15,1 0 62,0 0-47,0 0-15,0 0-16,0 0 31,0 0-31,0 0 16,-1 0 0,1 0 15,0 0-16,0 0 17,80 0-1,0 0-15,0 0-1,1 0-15,-1 0 0,0 0 0,0 0 16,0 0-16,0 0 0,0 0 0,0 0 0,1 0 15,-1 0-15,0 0 16,40 0-16,-40 0 0,0 0 0,0 0 0,1 0 16,-1 0-16,0 0 0,0 0 15,0 0-15,0 0 0,-80 0 63,0 0-63,40 40 15,-40-40-15,40 40 0,-40-40 0,0 40 0,-1 0 16,1 0 0,0-40-16,0 40 0,40 0 0,-40-40 15,0 0-15,40 40 0,-40-40 16,0 0-16,40 40 0,-41-40 0,1 0 16,40 41-1,-40-41-15,80 0 47,0 0-16,1 40-31,-1-40 0,0 0 16,0 40-16,0-40 16,0 0-16,0 0 0,0 0 0,1 0 15,-1 0-15,0 0 16,0 0-16,0 0 0,0 0 15,0 0-15,0 0 0,-40-40 16,41 40-16,-1-40 16</inkml:trace>
  <inkml:trace contextRef="#ctx0" brushRef="#br0" timeOffset="53516.8995">27808 7579 0,'-41'0'16,"82"0"-16,-122-40 15,121 40 1,1 0 0,-1 0-16,0 0 0,40 0 15,-40 0 1,0 0-16,0 0 0,-40-40 31,41 40-31</inkml:trace>
  <inkml:trace contextRef="#ctx0" brushRef="#br0" timeOffset="53726.9509">28289 7339 0,'-40'0'16,"40"-40"0,0 80 15,0 0-16,0 0-15,0 0 0,0 0 0,-80 0 16,80 0-16,0 0 0,0 1 16,0-1-16,0 0 0,0 0 0,0 0 15,0 0 1</inkml:trace>
  <inkml:trace contextRef="#ctx0" brushRef="#br0" timeOffset="54606.8999">28851 7700 0,'0'0'15,"-40"-40"1,80 40 31,40 0-32,-40-41-15,0 41 0,1 0 16,-1 0-16,0 0 16,0 0-16,0 0 0,0 0 0,0 0 0,0 0 15,1 0-15,-1 0 16,0 0-16,0 0 0,0 0 0,0 0 16,-80 0 46,0 41-62,0-1 16,0-40-16,40 40 0,-40-40 15,40 40-15,-41-40 0,41 40 0,-40 0 0,0-40 16,40 40-16,-40-40 16,40 40-16,-40-40 0,0 40 0,0 0 15,0 1-15,-1-1 16,1-40-16,40 40 15,-40-40-15,80 0 47,0 0-47,41 0 16,-41 0-16,0 0 0,0 0 0,0 0 16,0 0-16,0 0 15,1 0-15,-1 0 0,0 0 0,0 0 16,0 0-16,0-40 0,0 40 0,0 0 15,1 0 1,-1 0-16</inkml:trace>
  <inkml:trace contextRef="#ctx0" brushRef="#br0" timeOffset="55056.8172">28690 8622 0,'-40'0'31,"80"0"-31,-120 0 0,80-40 31,40 40-31,0 0 0,41-40 16,-41 40 0,0 0-16,0 0 0,0 0 0,0 0 0,0 0 15,1 0-15,39 0 0,-40 0 16,0 0-16,0 0 0,0 0 0,0 0 0,41 0 15,-41 0-15,0 0 0,0 0 0,0 0 0,0 0 16,0 0-16,1 0 16,-1 0-16,0 0 0,0 0 0,0 0 15,0 0-15,-40 40 32,-40-40-1,0 0-31,0 0 15</inkml:trace>
  <inkml:trace contextRef="#ctx0" brushRef="#br0" timeOffset="55776.76">27808 9424 0,'-41'0'16,"82"0"-16,-122 0 0,81-40 15,40 40 17,1 0-17,119 0 1,-80 0 0,-40 0-16,201 40 15,-201-40-15,41 0 0,-41 0 16,120 0-1,-120 0 1,-80 0 15,0 0-15,40 40-16,0 0 0,-40-40 16,0 40-16,40 1 15,-40-41-15,40 40 0,-40 0 0,-1-40 16,41 40-16,-40-40 0,0 40 0,0 0 0,0 0 15,0-40-15,0 40 16,40 0-16,-40-40 0,-1 41 0,1-41 0,0 40 16,40 0-16,-40-40 15,0 40-15,0-40 0,40 40 0,-40 0 16,80-40 46,0 0-62,0 0 16,0 0-16,0 0 16,0 40-16,1-40 0,-1 0 0,0 0 15,0 40-15,0-40 16,0 0-16,0 0 0,0 0 0,1 0 16,-1 0-16,0 0 15,0 0-15,-40-40 0,40 40 16</inkml:trace>
  <inkml:trace contextRef="#ctx0" brushRef="#br0" timeOffset="56036.747">28971 9946 0,'-40'0'0,"80"0"0,-80-41 16,80 41 0,0 0-1,1 0-15,119 0 16,-120 0-16,0 0 0,81 0 31,-81 0-31,40 0 0,-40 41 0,81-41 16</inkml:trace>
  <inkml:trace contextRef="#ctx0" brushRef="#br0" timeOffset="56506.7185">30336 9544 0,'0'-40'16,"0"80"-16,0-120 16,0 40-16,-41 80 47,1 0-32,40 0-15,-40-40 0,0 41 0,0-1 0,40 0 16,-40 0-16,0 0 0,40 0 0,-40 0 0,40 0 15,0 0-15,-41 1 16,41-1-16,0 0 0,0 0 0,0 0 16,0 0-16,-40-40 0,40 40 15,0 0-15,40-40 32,1 0-32,-1 0 15,-40-40-15,40 40 0,-40-40 0,0 0 16,-40 40 15,0 0-15,-1 0-16,1 40 0,0-40 0,0 0 15,0 40 1,0 0-16</inkml:trace>
  <inkml:trace contextRef="#ctx0" brushRef="#br0" timeOffset="111163.6113">2769 10347 0,'-40'0'0,"40"-41"16,0 1 46,0 0-31,40 0-15,0 0-16,-40 0 0,40 40 16,0-40-16,0 40 15,-40-40-15,40 40 0,0 0 32,1 0-32,-41 40 15,40-40-15,-40 40 16,40 0-16,-40 0 0,0 0 15,0 0-15,0 0 16,0 1-16,-40-41 0,40 40 0,0 0 16,-40-40-16,40 40 0,-41-40 0,41 40 0,-40 0 15,0 0-15,0-40 16,40 40-16,-40-40 16,80 0 46,0 0-46,0 0-1,0 0-15,1 0 0,-1 40 16,0 1 0,0-1-16,-40 0 0,0 0 15,0 0-15,0 0 16,0 0-16,0 0 0,-40 0 0,0 0 15,40 1-15,-40-41 16,40 40-16,-41-40 0,41 40 0,-40-40 0,40 40 16,-40-40-16,0 0 0,0 0 0,0 0 15,0 0 1,0 0-16,-1-40 0,1 0 16,40 0-1,0-1 1,0 1-1,40 40-15</inkml:trace>
  <inkml:trace contextRef="#ctx0" brushRef="#br0" timeOffset="111683.5819">4093 10226 0,'-40'0'31,"40"40"-31,0 0 16,-40-40-16,40 41 0,0-1 15,-40 0-15,-1 0 0,41 0 0,-40-40 16,0 40-16,0 0 0,0-40 0,40 40 0,-40-40 16,40 40-16,-40-40 15,0 0-15,40-40 47,0 0-31,40 40-16,0 0 31,0 0-31,0 40 0,0 0 16,0 1-16,0-41 0,-40 40 15,41 0-15,-41 0 16,40 0-16,-40 0 0,40 0 0,-40 0 16,0 0-16,40-40 0,-40 40 15,0 1-15,40-1 0,-40 0 16,40-40-1,0 0-15,0 0 0,1-40 16</inkml:trace>
  <inkml:trace contextRef="#ctx0" brushRef="#br0" timeOffset="112143.5561">4213 10788 0,'0'0'0,"-40"0"0,-80-80 16,80 80 15,80 0 16,0 0-32,0 40-15,0-40 0,0 0 0,0 0 16,41 0-16,-41 0 0,40 0 0,-40 0 0,40 0 16,-39 0-16,39 0 15,-40 0-15,0 0 0,40 0 0,-40 0 0,1 0 16,39 0-16,-40 0 0,0 0 16,0 0-16,0 40 0,0-40 0,1 0 0,-1 40 15,0-40 1,0 0-16,0 40 0,0-40 0,0 0 15,0 0 1,1 0-16,-1-40 16,0 40-16,0 0 15,0 0 1,-80 0 15</inkml:trace>
  <inkml:trace contextRef="#ctx0" brushRef="#br0" timeOffset="112643.5267">5417 10627 0,'0'0'16,"0"-40"-16,40 40 63,0 0-48,-40 40-15,40-40 0,1 40 16,-1-40-16,0 41 15,0-41-15,0 0 0,0 0 16,-40 40-16,40-40 0,0 0 16,-40 40-1,0 0 48,-40-40-48,40 40-15,-40-40 16,40 40-16,-40-40 0,40 40 0,-40 0 0,0 0 16,0 0-16,40 1 0,-40-1 15,40 0-15,-41 0 16,1 0-16,40 0 0,-40-40 16,40 40-16,0 0 15</inkml:trace>
  <inkml:trace contextRef="#ctx0" brushRef="#br0" timeOffset="114013.3747">6621 10627 0,'-40'0'0,"40"-40"31,0 0 16,40 0-47,-40 0 16,40 40-16,-40-40 0,40 40 15,0 0-15,-40-40 0,80 40 0,-39 0 16,-1 0-1,0 0-15,-40 40 16,0 0-16,0 0 0,0 0 0,0 0 16,-40 0-16,0 0 15,40 1-15,-41-1 0,1 0 0,0 0 16,40 0-16,-40-40 16,40 40-16,-40-40 0,40 40 0,-40-40 15,40-40 32,40 40-47,0 0 16,0 0-16,0 40 15,0-40-15,-40 40 16,41-40-16,-41 40 0,0 0 0,0 1 16,0-1-1,0 0-15,0 0 0,0 0 0,-41 0 16,1 0-1,0 0-15,0-40 0,0 40 16,0-40-16,0 0 0,0 0 16,-1 0-1,41-40-15,-40 0 0,40 0 16,0 0 0,0 0-16,40 40 0,-40-40 15</inkml:trace>
  <inkml:trace contextRef="#ctx0" brushRef="#br0" timeOffset="114573.4154">7744 10828 0,'0'-40'16,"0"80"-16,-40-80 15,0 40 1,-40 40 0,0 40-1,40-40 1,-1 121-1,1-1 1,40-120 0,81-40-16,39 40 15,-80-40-15,40 0 16,-40 0-16,41-40 31,-81 0-31,40-40 16,-40 40-1,-40-161 1,-81 41 0,81 80-1,0-41 1,80 41 0,-40 40-16,40 40 15,0 0-15,-40-40 16,41 40-16,39 0 15,-40 0-15,0 40 16,0 0-16</inkml:trace>
  <inkml:trace contextRef="#ctx0" brushRef="#br0" timeOffset="114953.3178">8386 10547 0,'-80'0'16,"160"0"-16,-200 0 15,80 40 17,0 0-32,40 0 0,-40-40 15,40 41-15,-40-1 0,40 0 16,-41 0-16,41 0 0,0 0 0,0 0 0,0 0 16,0 40-16,0-39 15,0-1-15,0 0 0,41 0 0,-41 0 16,40-40-16,-40 40 0,40-40 15,0 0-15,0 40 0,0-40 0,0 0 16,0 0-16,1 0 0,-1 0 0,0 0 0,-40-40 16</inkml:trace>
  <inkml:trace contextRef="#ctx0" brushRef="#br0" timeOffset="115343.3688">8707 10788 0,'0'0'31,"0"40"-31,0 0 16,0 80 15,0-80-31,0 41 0,0-41 0,-40 40 31,0-80-31,40-40 31,80 40-31,-80-40 16,41 40-16,-1-40 0,-40-1 0,40 1 0,0 40 16,0-40-16,0 0 15,0 40-15,0 0 32,-40 40-32,0 0 15,0 0 1,0 1-16,0-1 0,0 0 0,-40-40 15,40 40-15,-40 0 16,40 0-16</inkml:trace>
  <inkml:trace contextRef="#ctx0" brushRef="#br0" timeOffset="115583.3549">9390 10667 0,'0'0'16,"40"0"-1,-40 41 1,40-1 0,-40 120-1,-40 41 1,-81-1 15,81-160-31,0-40 0,-40 80 16,0-80-16</inkml:trace>
  <inkml:trace contextRef="#ctx0" brushRef="#br0" timeOffset="116663.2934">4454 10146 0,'-40'0'15,"40"-40"32,40 40-16,0 0-15,0 0-16,0-40 0,1 40 16,-1 0-16,0 0 0,0 0 0,0 0 15,0 0 1,0 0-16,-80 0 62,40 40-62,-40-40 0,40 40 16,0 0-16,-40-40 0,40 40 0,-40-40 16,40 40-16,-40-40 15,40 40-15,-40 1 0,-1-41 16,41 40-16,-40-40 16,0 40-16,0-40 15,40 40 1,40-40 15,-40-40-15,40 40-16,0 0 15,1 0 1,-41-40-16,40 40 0,0 0 16,0 0-16,0 0 15,0 0-15,0 0 16,0 0-1,1 0-15</inkml:trace>
  <inkml:trace contextRef="#ctx0" brushRef="#br0" timeOffset="116963.203">5056 9986 0,'-40'0'31,"80"0"0,0 0 0,0 0-31,0 0 16,0 0-16,1 0 16</inkml:trace>
  <inkml:trace contextRef="#ctx0" brushRef="#br0" timeOffset="117233.1942">5337 9825 0,'0'0'15,"0"40"63,0 0-62,0 1-16,0-1 0,0 0 0,0 0 16,0 0-16,0 0 15,0 0-15,0 0 0,0 0 0,0 0 0,0 1 16</inkml:trace>
  <inkml:trace contextRef="#ctx0" brushRef="#br0" timeOffset="119473.1285">2528 12312 0,'40'0'109,"0"0"-77,-40-40-17,40 40-15,0 0 0,1-40 16,-1 40-16,0 0 0,0 0 16,-40-41-16,40 41 0,0 0 0,0 0 0,0-40 15,1 40 1,-1 0-16,0 0 0,0 0 15,-80 0 17,0 40-17,40 1 1,-40-1-16,-1-40 16,1 40-1,0-40 1,0 40-1,0-40-15,0 0 16,40 40-16,-40-40 0,0 0 0,-1 40 16,1 0-16,0-40 15,0 40-15,0-40 16,40 40-16,40-40 78,-40 40-62,40-40-16,0 0 0,0 0 0,1 0 15,-1 0-15,0 0 0,0 0 16,0 0-16,0 0 0,0 0 0,0 0 16,1 0-1,-1 0-15,0 0 0,0 0 16,0 41-16,0-41 15,0 0 1,0 0-16</inkml:trace>
  <inkml:trace contextRef="#ctx0" brushRef="#br0" timeOffset="119933.1019">2327 12913 0,'-40'0'16,"80"0"-16,-120 0 15,40 0-15,0 0 0,0 0 16,80 0 15,-40-40-15,40 40 0,0 0-16,0 0 0,0 0 15,0 0-15,1 0 0,-1 0 16,0 0-16,0 0 0,40 0 0,-40 0 0,41 0 15,-1 0-15,-40 0 16,40 0-16,0 0 0,-39 0 0,39 0 0,-40 0 16,40 0-16,-40 0 0,0 40 0,1-40 0,-1 0 15,0 0-15,0 0 0,0 0 16,0 0-16,0 0 16,-40 40-1,41-40-15,-1 0 16</inkml:trace>
  <inkml:trace contextRef="#ctx0" brushRef="#br0" timeOffset="120652.9909">2207 13395 0,'-40'0'31,"40"-41"-31,0 1 31,40 40-15,0 0 0,0 0-16,0 0 0,0 0 15,1 0-15,-1 0 0,0 0 0,0 0 0,0 0 16,0 0-16,0 0 16,0 0-16,1 0 0,-1 0 0,0 0 0,0 0 15,0 0-15,0 0 16,0 0-16,0 0 15,-80 0 32,0 0-31,40 40-16,-40 1 0,0-1 16,0 0-1,0 0-15,0 0 16,-1-40-16,41 40 0,-40 0 15,0-40-15,0 40 0,40 0 0,-40-40 0,0 41 16,0-41-16,0 40 0,-1-40 0,41 40 0,-40-40 16,0 0-16,40 40 15,-40-40-15,40 40 16,0-80 31,80 40-32,-40 0-15,1 0 16,-1 0-16,0 0 0,0 0 16,0 0-16,0 0 0,0 0 0,0 0 15,1 0 1,-1 0-16,0 0 0,0 0 0,0 0 16,40 0-16,1 0 15,-41 0-15,0 0 0,0 0 0,0 0 0,0-40 16</inkml:trace>
  <inkml:trace contextRef="#ctx0" brushRef="#br0" timeOffset="120883.0461">3451 13675 0,'-40'0'16,"80"0"31,40 0-47,-40 0 0,0 0 15,1 0-15,-1 0 0,0 0 16,0 0-16,0 0 0,0 0 16,0 0-16,-40-40 15</inkml:trace>
  <inkml:trace contextRef="#ctx0" brushRef="#br0" timeOffset="121252.9499">4173 13395 0,'0'0'0,"0"-41"47,-40 41 31,40 41-62,-40-1-1,40 0-15,0 0 0,0 0 16,-40 0-16,40 0 0,-40 0 16,40 0-16,0 1 0,-40-1 15,40 0-15,0 0 0,0 0 16,0 0 0</inkml:trace>
  <inkml:trace contextRef="#ctx0" brushRef="#br0" timeOffset="121932.9854">5658 12873 0,'-40'0'16,"80"0"-16,-120 40 15,80 0 1,-81 81 0,41-81-16,0 0 15,0 0-15,-121 40 16,41-40 0,120-80 15,40 40-31,-40-40 15,40 0-15,0 40 16,1 0 0,-1 40-16,0 40 15,0-40 1,-40 1-16,0-1 0,40-40 0,-40 40 0,40 0 16,-40 0-16,40-40 15,-40 40-15,40 0 0,-40 0 0,41-40 16,-41 40-16,40-40 15,-40 41 1,40-41-16</inkml:trace>
  <inkml:trace contextRef="#ctx0" brushRef="#br0" timeOffset="122322.9624">5457 13354 0,'0'0'0,"-40"0"0,0 0 16,0 0 0,40-40-1,80 40 1,-40 0 0,0 0-16,121 40 15,-121-40-15,0 0 0,121 0 31,-81 0-31,40 0 0,-40 0 0,201 0 16,-40 0 15,-121 0-15,-160 0 15,40 41-15,-40-41-16</inkml:trace>
  <inkml:trace contextRef="#ctx0" brushRef="#br0" timeOffset="122842.9324">6661 13114 0,'-40'0'16,"80"0"-16,-120-40 0,40 0 16,-1 40-16,41-40 31,41 40-31,-1 0 15,-40 40 1,40-40-16,-40 40 16,0 0-1,0 0 1,40-40 0,-40 40-1,40-40 1,0 0-1,0 0-15,0 0 16,1 0-16,-1 0 0,0 0 16,0 0-16,0 0 15,-40 40-15,40 0 0,-40 0 16,0 0 0,0 1-16,-40-41 15,0 40-15,0 0 16,0-40-16,0 40 0,-1-40 0,41 40 15,-40-40-15,0 40 0,0-40 16,0 40 0</inkml:trace>
  <inkml:trace contextRef="#ctx0" brushRef="#br0" timeOffset="123802.8016">8306 12913 0,'0'0'15,"0"-40"1,-40 40-16,40-40 15,-40 40 1,40 40-16,-40 81 31,40-81-31,0 40 0,0-40 0,0 120 32,80 1-17,0-121 1,81 0-1,-121-40-15,40 0 16,-40 0-16,-40-40 0,40 0 16,1 0-16,-41-41 15,40 41-15,-40-80 16,40 80 0,-40 0-16,0 0 15,0 0-15,0 80 47,0 0-47,-40-40 0,40 80 16,0-40-16,0 0 15,0 0-15,0 0 0,0 1 0,0-1 16,0 0 0,0 0-16,40 0 0,-40 0 15,40-40-15,0 40 16,0-40-16,0 0 0,0 0 15,1 0-15</inkml:trace>
  <inkml:trace contextRef="#ctx0" brushRef="#br0" timeOffset="124112.7867">9590 12994 0,'0'0'0,"-40"-41"31,0 41-15,0 41-16,40-1 16,-40 0-16,0 120 15,-41 41 1,81-121-1,0-40-15,40 80 16,41-120-16,-41 0 0,0 0 16,0 0-16,40 0 31,-40 0-31,1 0 0</inkml:trace>
  <inkml:trace contextRef="#ctx0" brushRef="#br0" timeOffset="124532.7999">9951 13234 0,'40'-80'31,"1"80"-31,-41-40 16,40 80 0,-40 0-1,40-40-15,-40 160 16,0-119-16,0-1 0,-40 0 15,40 0 1,-40-40 0,80 0-1,0-40 1,-40 0-16,120-81 31,-80 121-31,-40-40 0,81 0 16,-41 40-16,0 0 15,0 0 1,0 40 0,-40 40-1,0-39-15,0-1 0,0 0 0,-40 40 32,0-40-17</inkml:trace>
  <inkml:trace contextRef="#ctx0" brushRef="#br0" timeOffset="124812.7467">11035 12953 0,'0'0'15,"40"0"1,-40-40-16,40 80 16,-40 1-16,40 39 15,-40 40 1,-80 81 0,80-161-1,0 0-15,-161 80 16,121-80-16,0 0 0,-80 0 15,80-40-15,-1 41 0</inkml:trace>
  <inkml:trace contextRef="#ctx0" brushRef="#br0" timeOffset="126412.6582">2207 14758 0,'-40'0'94,"80"0"-32,-40-40-62,40 40 16,40 0-1,-40 0-15,1 0 0,-1 0 0,0 0 16,0 0-16,0 0 0,0 0 16,0 0-16,0 0 0,1 0 0,-1 0 0,-40 40 15,40-40-15,0 0 16,0 0-16,-80 0 78,0 0-78,40 40 16,-40-40-16,0 0 15,40 40-15,-41 0 0,1-40 16,40 41-1,-40-1-15,0-40 0,0 40 16,40 0-16,-40-40 0,0 40 0,40 0 16,-40-40-1,40 40 1,-41-40 0,122 0 30,-41 0-46,0 0 32,0 0-32,0 0 0,0 0 15,0 0-15,1 0 0,-1 0 16,0 0-16,0 40 0,0-40 16,0 0-16,0 0 15,0 0-15,1 0 16</inkml:trace>
  <inkml:trace contextRef="#ctx0" brushRef="#br0" timeOffset="126682.7099">3210 14798 0,'-40'-40'31,"0"40"-31,120 0 16,-40 0-1,0 0-15,0 0 0,1 0 0,39 0 0,-40 0 16,0 0-16,0 0 15,0 0-15,1 0 0,-1 0 0,0 0 16</inkml:trace>
  <inkml:trace contextRef="#ctx0" brushRef="#br0" timeOffset="126922.6956">3932 14558 0,'0'-40'0,"0"80"63,0 0-63,-40 0 16,40 0-16,-40 0 15,40 0-15,0 0 0,-40 0 0,40 0 16,0 1-16,-40-1 15,40 0-15</inkml:trace>
  <inkml:trace contextRef="#ctx0" brushRef="#br0" timeOffset="127762.6463">4334 14798 0,'0'-40'15,"0"0"-15,40 40 32,0 0-32,0 0 15,80 0 1,41 0 15,-121 0-31,40 0 0,-40 0 0,1 0 31,-1 0-31,-40 40 16,-81-40 15,81 40-31,-40-40 0,40 40 0,-40 41 32,-80-1-17,-1 0 1,81-40-1,0 0-15,-40 0 16,80 0 0,40-40 15,0 0-31,0 0 16,0 0-1,1 0-15,-1 0 0,0 0 0,0 0 16,0 0-16,0 0 15,0 0-15,0 0 0,1 0 0,-1 0 0,0 0 16,0 0-16,0 0 0,0 41 16,0-41-16,0 0 15</inkml:trace>
  <inkml:trace contextRef="#ctx0" brushRef="#br0" timeOffset="128552.5263">2929 15801 0,'-40'0'15,"0"0"1,80 0 62,-40-40-78,40 40 16,0 0-16,0 0 15,1 0-15,-1 0 0,0 0 0,0 0 0,0 0 16,0 0-16,0 0 16,0 0-16,41 0 0,-41 0 0,0 0 0,40 40 15,-40-40-15,1 0 0,39 0 16,-40 0-16,40 0 0,0 0 0,1 0 0,-1 40 15,0-40-15,-40 0 0,41 0 0,-41 0 0,40 0 16,-40 0-16,40 0 16,-40 0-16,1 0 0,-1 0 0,40 0 0,-40 0 15,0 0-15,0 0 0,0 0 16,1 0-16,-1 0 0,0 0 0,0 0 31,0 0-31,0 0 47,-80 0 47,0 0-94,0 0 15</inkml:trace>
  <inkml:trace contextRef="#ctx0" brushRef="#br0" timeOffset="129182.5641">3611 16082 0,'-80'0'16,"160"0"-16,-200 0 0,80 0 15,0 0-15,80 0 63,-40 40-63,40-40 15,0 0-15,0 40 0,0-40 16,1 0-16,39 0 16,-40 0-16,0 0 0,40 0 0,-40 0 0,1 0 15,39 0-15,-40 0 0,0 0 16,0 0-16,-80 0 31,0 0-15,0 0-1,0 0-15,0 0 0,-1 0 16,41 40-16,-40-40 0,40 40 0,-40 0 0,0 0 16,0-40-1,40 40-15,-40-40 0,40 40 0,-40-40 0,40 41 16,-40-41-16,40 40 0,-41-40 16,41 40-16,-40-40 0,0 40 31,80-40 16,0 0-47,1 0 15,-1 0 1,0 0-16,0 0 16,0 0-16,0 0 15,0 0-15,0 0 0,1 0 0,-1 0 0,0 0 16,0 0-1,0 0-15,0 0 0,0 0 0,0 0 0,1 0 16</inkml:trace>
  <inkml:trace contextRef="#ctx0" brushRef="#br0" timeOffset="129382.5113">4534 16563 0,'-40'0'0,"40"-40"16,40 40 0,-40-40-16,40 40 0,1 0 15,-1 0-15,0 0 0,0 0 16,-40-40-16,40 40 0,0 0 0,0 0 0,0 0 16,-40-41-1</inkml:trace>
  <inkml:trace contextRef="#ctx0" brushRef="#br0" timeOffset="129632.5396">5096 16282 0,'0'-40'16,"0"80"46,0 0-62,0 0 16,-40 0-16,40 1 16,0-1-16,-40-40 0,40 40 0,0 0 0,-40 0 15,40 0 1,-40-40-16,40 40 16</inkml:trace>
  <inkml:trace contextRef="#ctx0" brushRef="#br0" timeOffset="130132.5113">6059 15560 0,'0'0'0,"-80"40"15,40-40 1,200 0-1,-80 0 1,-39 0-16,199 0 16,-200 0-16,1 0 0,119 0 31,-80 0-31,-40 0 0</inkml:trace>
  <inkml:trace contextRef="#ctx0" brushRef="#br0" timeOffset="130402.4181">6340 15921 0,'-40'0'16,"80"0"-16,-120 0 16,120-40 15,-40 0 0,0 0 63</inkml:trace>
  <inkml:trace contextRef="#ctx0" brushRef="#br0" timeOffset="131052.3835">6139 15640 0,'-40'-40'31,"40"80"47,80-40-78,1 0 16,-41 0-16,0 0 15,0 0-15,0 41 0,40-41 0,-39 0 0,39 0 16,-40 0-16,40 0 0,0 0 0,-39 0 0,39 0 15,0 0-15,0 0 0,-40 40 16,1-40-16,39 0 0,-40 0 0,0 0 16,0 0-16,0 0 0,1 0 15,-1 0-15,0 0 0,0 0 16,-40 40 0,-40-40 15,0 0-16,0 0-15</inkml:trace>
  <inkml:trace contextRef="#ctx0" brushRef="#br0" timeOffset="131532.3523">6220 15239 0,'0'0'15,"-41"0"16,41 41-15,-40-1 0,0 0-16,0 0 0,0 0 15,0-40 1,40 40-16,-40-40 0,0 40 0,-1-40 16,1 40-16,0-40 15,120 0 1,-39 0-1,-1 0-15,0 0 16,0 0-16,0 0 0,0 0 0,0 0 16,0 0-16,1 0 0,-1 40 15,0-40-15,0 40 0,0 1 0,0-1 16,0 0 0,0 0-16,1 0 0,-1-40 0,-40 40 0,40-40 15,-40 40-15,40-40 16,0 40-16,0-40 0</inkml:trace>
  <inkml:trace contextRef="#ctx0" brushRef="#br0" timeOffset="132002.3259">7423 15360 0,'-40'0'16,"80"0"-16,-80-40 16,80 40 15,1 0-31,-1 0 0,0 40 15,0-40-15,0 40 0,0-40 16,0 40 0,-40 0-16,0 0 0,40-40 15,-40 40 1,0 0 0,0 0-1,0 1-15,0-1 16,-40 0-16,0 0 0,0 0 15,40 0-15,-40-40 16,40 40-16,-40-40 0,40 40 0,-40-40 0,0 40 16,40 1-1,-41-41-15</inkml:trace>
  <inkml:trace contextRef="#ctx0" brushRef="#br0" timeOffset="132892.2797">8788 15239 0,'-40'0'16,"40"41"46,0-1-62,-41 0 0,41 0 16,0 0-16,-40 0 16,40 0-16,0 0 0,-40 0 0,40 0 0,0 1 15,0-1-15,0 0 0,0 0 16,0 0-16,0 0 0,40-40 0,-40 40 16,40-40-16,41 0 15,-41 0-15,0 0 0,0 0 16,0 0-16,0-40 0,0 40 0,1-40 15,-1 0-15,-40 0 16,40 40-16,-40-40 0,0 0 0,40-1 0,-40 1 16,0 0-1,0 0-15,0 0 16,0 80 31,-40 0-32,40 40-15,-40-80 0,40 41 0,0-1 16,0 0-16,0 0 16,0 0-16,0 0 0,0 0 0,40 0 15,0 0 1,0-40-16,0 41 16,0-41-16,0 0 15,1 0-15</inkml:trace>
  <inkml:trace contextRef="#ctx0" brushRef="#br0" timeOffset="133202.2552">9871 15480 0,'0'-40'15,"0"80"-15,-40-80 0,40 0 16,-40 40-16,0 40 16,40 40-16,-81 40 31,81-79-31,0-1 0,0 0 0,-40 40 16,40-40-16,40 80 15,-40-79-15,0-1 0,81 0 16,-41-40-16,40 40 31,-40-40-31,0-40 0</inkml:trace>
  <inkml:trace contextRef="#ctx0" brushRef="#br0" timeOffset="133692.2666">10232 15600 0,'0'-40'32,"40"40"-32,-40 40 31,0 0-15,0 1-16,0-1 0,0 0 15,0 0-15,0 0 0,0 0 16,0 0-16,0 0 31,0-80 0,0 0-31,40 0 16,-40 0 0,41 0-16,-1 40 0,-40-40 0,40 40 0,-40-40 15,40-1-15,0 1 16,0 40-1,-40 40 17,40 1-32,-40-1 15,0 0-15,0 0 16,0 0-16,0 0 0,0 0 0,-40-40 16,40 40-16,0 0 15,-40 1-15,40-1 16,0 0-16,40-40 31</inkml:trace>
  <inkml:trace contextRef="#ctx0" brushRef="#br0" timeOffset="133972.213">11195 15921 0,'-40'-40'0,"40"0"31,40 40-31,0 0 0,1 0 16,-1 0-16,0 0 0,0 0 15,0 0-15,-40 40 16,40-40-16,0 0 0,0 0 0,1 0 16,-1 0-1,0 0-15</inkml:trace>
  <inkml:trace contextRef="#ctx0" brushRef="#br0" timeOffset="134252.1943">11918 15600 0,'0'-40'0,"-41"40"31,41 40-15,-40-40-16,40 40 0,0 1 0,-40-41 15,40 40-15,0 0 0,0 0 16,-40 0-16,40 0 0,0 0 0,0 0 16,0 0-16,0 1 15,0-1-15,0 0 0,40-40 16,-40 40-16,0 0 16,40-40-16</inkml:trace>
  <inkml:trace contextRef="#ctx0" brushRef="#br0" timeOffset="134712.1735">12399 15440 0,'0'40'16,"40"-40"-1,-40 40-15,40 0 16,0-40-16,1 40 16,-1 0-1,0-40-15,-40 41 0,40-1 0,-40 0 16,0 0-16,40 0 0,-40 0 0,0 0 0,0 0 15,0 0-15,-80-40 0,80 81 16,-40-41-16,0-40 0,-1 40 0,1 0 0,0 0 16,0 0-16,0 0 15,0-40-15,0 40 0</inkml:trace>
  <inkml:trace contextRef="#ctx0" brushRef="#br0" timeOffset="139431.8953">1966 17205 0,'40'0'125,"0"0"-110,1 0-15,-1 0 0,0 0 16,0 0 0,0 0-16,0 0 0,0 0 0,0 0 0,1 0 15,-1 0-15,0 0 16,-40-41-16,-40 41 78,40 41-62,0-1-1,-40-40-15,-1 0 0,41 40 0,-40-40 16,0 40-16,0 0 15,0 0-15,0-40 16,40 40-16,-40-40 0,0 40 0,-1-40 16,41 40-16,-40-40 15,0 41-15,0-1 16,0-40 0,80 0 30,0-40-30,0 40 0,0 0-16,1 0 0,-1 0 15,0 40 1,0-40-16,0 40 0,0-40 16,0 40-16,0-40 15,1 0-15,-1 0 0,0 0 16,0 0-16,0 0 0,0 0 15,0 0 1</inkml:trace>
  <inkml:trace contextRef="#ctx0" brushRef="#br0" timeOffset="139701.8774">2769 17325 0,'0'-40'16,"40"0"15,0 40-15,0 0-16,0 0 15,0 0 1,0 0 0</inkml:trace>
  <inkml:trace contextRef="#ctx0" brushRef="#br0" timeOffset="140241.9209">3130 17124 0,'0'-40'32,"0"0"124,40 40-141,0 0 1,-40 40 78,0 0-94,0 0 15,0 1-15,0-1 16,0 0-16,0 0 0,0 0 16,0 0-1,0 0 1</inkml:trace>
  <inkml:trace contextRef="#ctx0" brushRef="#br0" timeOffset="141171.8653">3852 17164 0,'0'0'0,"-40"0"31,40-40-31,80 40 47,-40 0-32,1 0-15,-1 0 16,0 0-16,0 0 16,0 0-16,0 0 15,0 0-15,0 0 0,1 0 0,-1 0 16,0 0-16,0 0 16,0 0-16,0 0 31,0 0-31,-80 40 78,0-40-62,40 41-16,-40-41 0,40 40 15,-40-40-15,0 40 0,0-40 16,40 40-16,-41-40 0,1 40 0,0-40 15,40 40-15,-40-40 16,0 40-16,0-40 0,40 40 16,-40-40-16,40 40 15,-40-40-15,40 41 32,40-41-1,0 0-16,0 0-15,0 0 16,0 0-16,0 0 16,0 0-16,1 0 0,-1 0 0,0 0 15,0 0-15,0 0 0,0 0 16,0 0-16,0 0 0,1 0 0,-1 0 16,0 0-1,0 0 1</inkml:trace>
  <inkml:trace contextRef="#ctx0" brushRef="#br0" timeOffset="141631.8389">3491 17926 0,'-40'0'0,"80"0"0,-120 0 31,120 0-15,0 0-1,0 0 1,0 0-16,0 0 0,1 0 0,-1 0 16,0 0-16,0 0 0,40 0 15,0 41-15,-39-41 0,39 0 0,0 0 0,40 0 16,-39 0-16,-1 0 16,0 0-16,0 0 0,-39 0 0,39 0 0,-40 0 15,0 0-15,0 0 0,40 0 16,-39 0-16,-1 0 0,0 0 0,0 0 15,0 0-15,0 0 0,0 0 32,-120 0-1,40 0 0,0 0-31</inkml:trace>
  <inkml:trace contextRef="#ctx0" brushRef="#br0" timeOffset="142331.8026">3451 18247 0,'-40'0'0,"80"0"0,-120 0 15,120 0 48,0 0-48,0 0-15,0 0 16,0 0-16,0 0 0,1 0 0,-1 0 16,0 0-16,0 0 0,0 0 15,0 0-15,0 0 0,0 0 0,1-40 0,-1 40 16,0 0-16,0 0 16,0 0-16,0 0 15,-120 0 16,80 40-31,-80 0 16,40-40 0,-1 41-16,1-1 0,0-40 0,0 40 15,0-40-15,40 40 0,-40-40 16,40 40-16,-40-40 0,0 0 0,-1 40 16,1-40-1,0 0-15,0 0 31,80 0 16,0 0-31,0 0 0,1 0-16,-1 0 0,0 0 0,0 0 15,0 0 1,0 0-16,0 0 0,0 0 0,1 0 15,-1 0-15,0 0 0,0 0 0,0 0 16,0 0-16,0 0 16</inkml:trace>
  <inkml:trace contextRef="#ctx0" brushRef="#br0" timeOffset="142631.7835">4655 18448 0,'0'0'0,"40"0"63,0 0-63,0 0 15,0 0-15,0 0 16,0 40-16,1-40 0,-1 0 16,0 0-1</inkml:trace>
  <inkml:trace contextRef="#ctx0" brushRef="#br0" timeOffset="143151.6853">5618 18207 0,'40'-40'16,"-40"0"0,-40 40-1,0 0 1,-1 0-16,41 40 15,-40 0 1,0 0-16,0 41 16,40-41-16,0 0 15,0 0-15,0 0 0,0 0 16,40-40 0,-40 40-16,40-40 0,0 0 0,-40 40 15,41-40-15,-1 0 0,0 0 16,-40-40-1,0 0 17,-40 40-32,0 0 15,-1 0 1,1 0-16,0 0 0,40 40 47</inkml:trace>
  <inkml:trace contextRef="#ctx0" brushRef="#br0" timeOffset="143741.716">6942 17686 0,'0'0'0,"-40"0"31,-41 0-15,41 40-1,-120 80 1,80 1 0,39-121-1,41 40 1,0-80 31,41 40-16,-41 40-15,40-40-16,-40 40 15,80-40-15,-40 40 0,-40 0 0,40-40 16,-40 40-16,40-40 0,-40 40 0,40 0 0,1 0 15,-1 1 1,0-41-16,0 0 31,0 0-31,0 0 16,0 0 0</inkml:trace>
  <inkml:trace contextRef="#ctx0" brushRef="#br0" timeOffset="144231.69">6942 18047 0,'-40'0'15,"0"-40"-15,40 0 16,40 40 15,40 0-15,-40 0-1,0 0-15,0 0 0,0 0 16,1 0 0,-1 0-16,0 0 0,0 0 0,0 0 0,0 0 15,0 0-15,1 0 0,-1 0 0,0 0 16,0 0-16,0 0 0,0 0 15,0 0-15,0 0 0,1 0 0,-1 0 16,0 0 0,0 0-1,0 0 1,0 0 0,0 0-1,0 0-15,-80 0 63,0 0-32</inkml:trace>
  <inkml:trace contextRef="#ctx0" brushRef="#br0" timeOffset="144681.6642">7744 17726 0,'0'0'0,"-40"-40"15,121 40 17,-41 40-17,40 0-15,0 0 32,41 40-17,-1-40 1,-40-40-1,-80 41 17,-40-41-32,0 40 31,40 0-31,-80 40 31,-1 0-15,41-40-16</inkml:trace>
  <inkml:trace contextRef="#ctx0" brushRef="#br0" timeOffset="145451.5435">9430 17365 0,'0'0'16,"-40"0"47,-1 0-48,1 80 1,0-80-16,0 0 0,40 80 0,-40-80 15,0 41-15,40-1 0,-40-40 16,40 40-16,-40 0 0,40 0 0,0 0 0,0 0 16,0 0-16,0 0 15,0 0-15,40 1 0,-40-1 16,40 0-16,0-40 16,-40 40-16,40-40 0,0 0 15,0 0-15,0 0 0,1 0 31,-41-40-31,0 0 16,0 0 0,0-1-1,-81 41 1,41 0-16,0 0 0,0 0 16,0 0-1,40 41-15,-40-41 0,40 40 0,0 0 16,0 0-1,0 0 1,40 0 0</inkml:trace>
  <inkml:trace contextRef="#ctx0" brushRef="#br0" timeOffset="146291.5693">9670 17084 0,'0'0'0,"0"-40"16,0 0-1,41 40 1,-1 0-16,0 0 15,0 40 1,-40 0 0,40-40-16,-40 40 15,0 0-15,0 1 16,0-1 0,-40 0-16,40 0 0,-40-40 15,40 40-15,-40-40 0,40 40 16,0-80 15,40 40-31,-40-40 16,40 0-16,0 40 0,-40-40 0,40 40 15,-40-40-15,40 40 0,0-41 16,1 41-16,-41-40 0,40 40 0,0-40 16,-40 80 46,0 0-62,0 41 16,0-41-1,0 0-15,0 0 0,0 0 0,0 0 16,-40 0 0,40 0-16,80-40 15</inkml:trace>
  <inkml:trace contextRef="#ctx0" brushRef="#br0" timeOffset="146551.4809">10353 17405 0,'0'0'16,"0"-40"-16,40 40 31,0 0-31,0-40 16,0 40-16,0 0 16,0 0-16,0 0 0,1 0 0,-1 0 15,0 0-15,0 0 16</inkml:trace>
  <inkml:trace contextRef="#ctx0" brushRef="#br0" timeOffset="146821.4992">10914 17084 0,'0'-40'0,"-40"40"63,40 40-63,0 0 15,0 0-15,0 1 0,0-1 0,0 0 0,-40 0 16,40 0-16,0 0 15,0 0-15,0 0 0,-40 0 0,0 1 16,40-1-16,0 0 16,0 0-16</inkml:trace>
  <inkml:trace contextRef="#ctx0" brushRef="#br0" timeOffset="147561.497">11556 17646 0,'-40'0'15,"40"40"32,0 0-47,-40 0 0,40 0 0,0 0 16,0 0-16,0 0 16,0 1-16,0-1 0,0 0 15,0 0-15,40-40 16,0 0-1,1 0-15,-1 0 0,0 0 16,0 0-16,-40-40 16,40 40-16,-40-40 0,40 40 0,-40-40 0,40 40 15,0-41 1,-40 1-16,41 40 0,-41-40 0,0 0 16,40 0-16,-40 0 15,40 0-15,-40 80 63,-40 0-48,40 0-15,0 0 16,-40-40-16,40 40 16,0 0-16,-41-40 0,41 41 0,0-1 0,0 0 15,0 0-15,0 0 16,0 0-16,41-40 15,-1 40-15,0-40 16</inkml:trace>
  <inkml:trace contextRef="#ctx0" brushRef="#br0" timeOffset="147881.4803">12600 17566 0,'-40'0'16,"80"0"-16,-121 0 16,41-41-1,0 122 1,-40 79-1,80-80 1,0-40-16,0 0 16,0 1-16,40 39 15,-40 0 1,40-80 0,-40 40-16,40-40 15</inkml:trace>
  <inkml:trace contextRef="#ctx0" brushRef="#br0" timeOffset="148351.3766">12800 17766 0,'0'-40'15,"0"80"-15,40-160 16,1 120-1,-41 40 17,0 0-32,0 0 0,0 0 15,0 0 1,0 0-16,0 0 0,-41 1 31,41-82 0,41 41-31,-41-40 0,40 40 16,-40-40-16,40 0 0,0 40 0,-40-40 0,40 40 16,0-40-16,-40 0 15,40 40-15,0 0 32,-40 40-32,0 0 15,0 0 1,0 0-1,0 0-15,-40 0 0,40 1 16,0-1-16,-40-40 16,40 40-16,0 0 0,0 0 31</inkml:trace>
  <inkml:trace contextRef="#ctx0" brushRef="#br0" timeOffset="148631.433">13643 17886 0,'0'-40'16,"40"40"-1,0 0-15,-40-40 16,121 40 0,-1 0 15,-40 0-31,0-40 16</inkml:trace>
  <inkml:trace contextRef="#ctx0" brushRef="#br0" timeOffset="148921.3693">14325 17606 0,'0'0'0,"-40"0"31,40 40 1,0 0-32,0 0 15,-40-40 1,40 40-16,0 0 0,-40-40 0,40 40 0,0 0 16,0 0-16,0 1 15,0-1-15,0 0 16,0 0-16</inkml:trace>
  <inkml:trace contextRef="#ctx0" brushRef="#br0" timeOffset="149311.3523">14767 17445 0,'0'-40'31,"40"40"0,0 40-31,0 0 16,0 0-16,-40 1 16,0-1-16,0 0 0,0 0 0,0 0 15,0 0-15,-40 40 0,-40-40 0,40 0 16,-1 1-16,1-1 15,0 0-15,-40 0 0,40-40 0,-41 40 0,41 0 16</inkml:trace>
  <inkml:trace contextRef="#ctx0" brushRef="#br0" timeOffset="152441.2121">12760 9745 0,'0'0'16,"-40"0"-16,40-40 15,40 40 1,40 0 0,-80-40-16,41 40 15,39 0-15,-40 0 16,0 0 0,0 40-1,0 0 1,0-40-16,-40 40 0,41-40 15,-1 40-15,0-40 0,0 40 0,0-40 16,-40 40 0,40-40-16,0 41 0,0-41 0,1 40 15,-1 0-15,0-40 0,40 40 16,-40-40-16,40 40 0,1 0 0,-1-40 0,-40 40 16,40-40-16,1 40 15,-1 0-15,-40 0 0,40-40 0,-40 41 0,0-1 16,1 0-16,-1 0 0,0-40 0,-40 40 0,40 0 15,0 0-15,0 0 16,0 0-16,1 1 16,-1-1-16,0-40 15,40 40-15,-40 0 0,0 0 0,41 0 0,-1-40 16,0 40-16,-40 0 0,40 0 16,1 0-16,-41-40 0,40 41 0,-40-1 0,40-40 15,-39 40-15,-1 0 0,0-40 0,0 40 0,0-40 16,0 40-16,0-40 15,0 40-15,1-40 0,-1 0 0,0 40 0,0-40 16,0 40-16,0-40 0,0 0 16,0 41-16,1-41 0,-1 0 0,0 40 0,0 0 15,0-40 1,0 0-16</inkml:trace>
  <inkml:trace contextRef="#ctx0" brushRef="#br0" timeOffset="152821.1893">16492 11229 0,'0'-40'16,"0"80"-16,-40-80 0,40 0 16,0 80 46,40-40-46,-40 40-16,80 0 0,-80 0 15,0 0-15,40-40 16,0 40-16,1 0 0,-1 1 16,-40-1-1,0 0-15,40-40 0,-40 40 16,0 0-16,-40 0 16,0-40-16,40 40 0,-81-40 15,41 40-15,0-40 0,0 0 16,0 0-1,0 0-15,0 0 0,-1 0 16,1 0-16,0 0 16</inkml:trace>
  <inkml:trace contextRef="#ctx0" brushRef="#br0" timeOffset="155020.9906">16773 12552 0,'0'-40'63,"0"80"-16,0 0-32,0 1-15,0-1 16,0 0-16,0 0 0,0 0 0,0 0 16,0 0-16,0 0 0,0 0 15,0 1-15,0-1 0,0 0 0,40 0 0,0 0 16,0-40 0,0 0-16,0 0 0,1 0 15,-1 0-15,0 0 0,-40-40 0,40 40 0,0-40 16,0 40-16,0-40 0,0 0 15,1-1-15,-41 1 0,40 0 0,-40 0 0,0 0 16,40 0-16,-40 0 16,0 0-16,0 0 0,0-1 15,-40 41 1,40-40-16,0 80 47,0 1-47,0-1 15,0 0-15,0 0 0,-40 0 16,40 0-16,0 0 0,0 0 0,-41 41 0,41-41 16,0 0-16,0 0 15,0 40-15,-40-40 0,40 0 0,-40 0 0,40 41 16,0-41-16,-40 0 0,40 0 16,0 40-16,-40-40 0,40 0 0,0 0 0,-40 1 15,40-1-15,-40 0 0,40 0 0,0 0 0,-40 0 16,40 0-16,-41 0 15,1 0-15,0 0 0,0 1 0,0-1 16,0-40-16,40 40 16,-40-40-16,0 0 0,-1 0 15,1 0 1,0 0-16,0-40 16,40 0-16,0-1 0,0 1 15,0 0-15,40 0 0,0 0 16,-40 0-16,81 0 0,-81 0 0,40 0 15,0 0-15,0-1 16,0 41-16,0-40 0,0 40 0,0-40 16,1 40-16,-1-40 15,0 40-15,0 0 0,0 0 0,-40-40 0,40 40 16,0 0-16,0 0 16,1 0-16,-1 0 15</inkml:trace>
  <inkml:trace contextRef="#ctx0" brushRef="#br0" timeOffset="155440.9659">18258 12592 0,'0'-80'16,"0"160"-16,0-200 16,0 80-16,-41 40 15,41 40 16,-40-40-31,40 40 0,-40-40 0,40 80 16,-40-80-16,40 41 0,-40-1 16,40 0-16,-40 0 0,40 0 0,-40 0 0,40 0 15,0 40-15,-41-39 16,41-1-16,0 40 0,0-40 0,0 0 0,0 0 16,0 40-16,0-40 0,0 1 0,0-1 0,41 0 15,-41 0-15,0 0 16,40-40-16,0 0 15,0 0 1,0 0-16,-40-40 0,40 40 0</inkml:trace>
  <inkml:trace contextRef="#ctx0" brushRef="#br0" timeOffset="155950.9989">18538 12873 0,'0'-40'16,"0"0"0,0 0 15,0 80-31,0 0 16,41 121 15,-41-81-31,-41 40 31,1-40-15,40-120 15,81 0-31,-41-40 16,0 40-16,-40 0 0,0 0 15,80-1-15,-40 1 0,-40 0 0,40 40 16,-40-40-16,40 40 15,-40-40-15,41 40 0,-1 0 16,-40 40 0,0 0-1,0 0 1,0 0-16,0 1 0,0-1 0,0 0 16,0 0-16,0 0 0,0 0 0,0 0 15,0 0-15,0 0 16,-40-40-16,40 40 0,-41 1 0,1-1 15,40 0 1</inkml:trace>
  <inkml:trace contextRef="#ctx0" brushRef="#br0" timeOffset="156300.9708">19261 12713 0,'0'-40'0,"0"80"0,0-120 16,40 80 15,0 0-31,0 40 0,-40 0 15,40 0-15,-40 0 16,0 0-16,0 0 0,0 0 16,0 0-1,-40 1-15,40-1 0,0 0 0,-40 0 0,40 0 16,-40 0-16,40 0 0,-40 0 16,40 0-16,0 0 0,-40 1 0,-1-1 15,1 0-15,40 0 0,-40 0 0,40 0 16,-40-40-1,40 40-15</inkml:trace>
  <inkml:trace contextRef="#ctx0" brushRef="#br0" timeOffset="156680.9649">19943 13194 0,'0'0'16,"0"-40"-1,0 0 1,120 40 0,-40-40-1,81 40 1,-121 0-16,121 0 16,-121 0-16,0 0 0,0 0 31,-40 40-31</inkml:trace>
  <inkml:trace contextRef="#ctx0" brushRef="#br0" timeOffset="156900.8799">20264 13635 0,'0'0'0,"-40"0"16,40-40 0,80 40-16,0 0 31,-40 0-31,0 0 0,41 0 16,-41 0-16,40 0 0,-80-40 0,40 0 15</inkml:trace>
  <inkml:trace contextRef="#ctx0" brushRef="#br0" timeOffset="157610.9108">21147 12913 0,'-41'0'0,"82"0"0,-82-40 0,41 0 31,0 0-31,41 40 16,-1-40-1,120 0 1,-120 40-16,81-40 16,-81 40-16,0 0 0,0 40 15,0-40-15,0 120 31,-40-80-31,0 40 16,-40-39-16,-40 39 16,40-40-16,0 0 0,-81 80 31,121-80-31,-40 0 16,80-40 15,0-40-31,1 40 0,-1 0 15,0 0 1,0 0-16,0 0 0,0 40 16,0 1-16,-40-1 15,40-40-15,-40 40 0,0 0 16,0 0 0,0 0-16,-40 0 0,-40 0 15,40 0-15,0-40 0,0 0 16,0 41-16,-1-41 0,1 0 15,0 0-15,0 0 0,0 0 0,0 0 16,0 0 0,0-41-16,-1 1 31</inkml:trace>
  <inkml:trace contextRef="#ctx0" brushRef="#br0" timeOffset="158140.8809">22391 13234 0,'-81'-40'16,"41"40"-16,0 0 16,0 0-1,40 40-15,-40 0 16,40 0-16,0 0 0,-40 1 16,40-1-16,0 0 0,-40 0 0,40 0 15,0 0-15,0 0 16,0 0-16,40-40 0,0 40 15,40-40 1,-40 0-16,0 0 0,0 0 16,1 0-16,-41-40 15,40 40-15,0-40 0,-40-40 16,0 40 0,0 0-16,0 0 0,0 0 15,0-1-15,-40 1 0,40 0 0,0 0 0,-40 0 16,40 0-16,-41 0 0,41 0 15,0 0-15,0 0 0,0-1 0,0 1 0,0 0 16,0 0 0,0 0-16,41 40 0,-41-40 0,40 40 15,0 0-15,0 0 16,0 0-16,0 40 16</inkml:trace>
  <inkml:trace contextRef="#ctx0" brushRef="#br0" timeOffset="158570.7984">23153 12793 0,'0'-40'16,"-40"40"-1,0 0 1,-81 0-1,81 80 1,0 0 0,0-40-16,0 41 15,40-41-15,-40 120 16,40-80 0,0-40-16,40 41 0,-40-41 0,80 80 15,-40-80 1,0-40-16,41 0 15,-41 0-15,0 0 0,0 0 16</inkml:trace>
  <inkml:trace contextRef="#ctx0" brushRef="#br0" timeOffset="159000.8386">23354 13074 0,'0'-40'15,"0"80"-15,-41-120 16,41 39-16,0 82 31,41-41-31,-41 40 16,0 80 0,0-80-16,0 40 15,0-40-15,0 0 16,40-80 31,-40 0-47,40 40 0,-40-40 0,40 0 15,0 0 1,0 40-16,-40-40 0,40 40 16,-40 40 15,0 0-31,0 0 0,40-40 0,-40 40 15,0 0-15,0 0 16,0 1-16,0-1 0,0 0 16,0 0-16,0 0 15,0 0-15,0 0 16</inkml:trace>
  <inkml:trace contextRef="#ctx0" brushRef="#br0" timeOffset="159320.8113">24076 12913 0,'0'0'16,"0"-40"15,80 161-15,-40-81-1,-40 0-15,0 40 0,0-40 0,0 80 32,-40-39-32,0-41 0,-80 80 15,79-80-15,1 0 0,0 0 31,0 0-31</inkml:trace>
  <inkml:trace contextRef="#ctx0" brushRef="#br0" timeOffset="159680.7321">24477 13515 0,'0'0'0,"0"-40"31,40 40-31,40 0 32,81 0-17,-81 0 1,121 80 0,-41-40-1,-79-40 1,-1 0-1</inkml:trace>
  <inkml:trace contextRef="#ctx0" brushRef="#br0" timeOffset="160680.663">25721 13274 0,'0'-40'16,"40"40"0,0-40-1,-40 0 1,0 80 46,-40 0-46,40 0 0,-40 0-16,40 0 0,0 1 0,0-1 15,0 0-15,0 0 16,0 0-16,0 0 0,0 0 0,0 0 0,0 0 16,0 1-16,0-1 0,0 0 0,0 0 0,0 0 15,0 0-15,0 0 16,0 0-16,0 0 0,0 0 15</inkml:trace>
  <inkml:trace contextRef="#ctx0" brushRef="#br0" timeOffset="161140.7066">26122 13796 0,'-40'-40'32,"80"40"15,-40 40-47,0 0 31,-40-40-31,40-40 47,40 0-32,-40 80 17,0 0-17,0 0-15,-40-40 16,0 0-1,40-40 17,0 0-32,40 40 31,0-40-31,0 40 16</inkml:trace>
  <inkml:trace contextRef="#ctx0" brushRef="#br0" timeOffset="161700.6007">26885 13154 0,'0'0'15,"0"-40"1,-40 40 15,40 40-15,-41-40-16,41 40 0,-40-40 0,40 40 15,-40-40-15,0 40 16,40 0-16,-40 0 0,0 1 0,40-1 16,0 0-16,0 0 0,0 0 15,0 0-15,0 0 0,0 0 0,0 0 16,40 1-16,0-1 16,0 0-16,0 0 15,0-40-15,1 0 16,-1 0-1,0-40-15,-40 0 32,-40 0-17,0 40 1,-1 0-16,1 0 16,0 0-16,0 0 0,40 40 15,-40-40-15,40 40 16,0 0-16,-40-40 0,40 40 15,0 0 1,0 0-16</inkml:trace>
  <inkml:trace contextRef="#ctx0" brushRef="#br0" timeOffset="163440.5722">27527 13314 0,'0'-40'0,"40"40"47,0 0-31,-40 40 15,0 0-31,0 1 16,0-1-16,0 0 0,0 0 15,-40-40-15,40 40 16,0 0-16,0 0 0,0 0 15,40-40 1,-40 40-16,40-40 0,0 0 16,0 0-1,0 0-15,1-80 0,-1 80 0,0 0 16,-40-40-16,40 0 0,-40 0 0,40 40 0,-40-40 16,0 0-16,40 40 0,-40-40 15,0-1-15,40 41 0,-40-40 0,40 0 0,-40 0 16,0 80 46,0 0-46,0 0-16,0 1 0,0-1 0,0 0 0,0 0 16,0 0-16,0 0 0,0 0 0,0 0 15,0 0 1,41-40-16,-41 41 0,40-41 0,-40 40 0,40-40 15,0 0 1,0 0-16</inkml:trace>
  <inkml:trace contextRef="#ctx0" brushRef="#br0" timeOffset="163740.5559">28811 13114 0,'0'-40'16,"-40"0"-1,-1 40 1,1 0-16,40 40 16,-40 40-16,0-40 0,40 0 15,0 0-15,0 0 16,-40 0-16,40 1 0,0-1 0,0 0 0,0 0 15,0 0-15,0 0 16,0 0-16,0 0 0,40 0 0,0 1 0,-40-1 16,40-40-16,0 40 15,1-40-15,-1 0 0,0 0 16,0 0 0,-40-40-16</inkml:trace>
  <inkml:trace contextRef="#ctx0" brushRef="#br0" timeOffset="164150.5313">29052 13354 0,'0'-40'0,"0"80"0,0-120 31,40 80-31,0 40 16,0 0-1,-40 1-15,0 79 16,0-80-16,0 40 31,0-40-15,0-80-1,80 0 17,-40 0-32,81-40 15,-81 80-15,-40-40 0,80 0 16,-40 40-1,-40 40 1,40 0 0,-40 40-16,0 0 15,0-40-15,0 0 0,40 1 16,-40 39 0,0-40-16</inkml:trace>
  <inkml:trace contextRef="#ctx0" brushRef="#br0" timeOffset="164380.5189">29934 13675 0,'0'0'15,"0"-80"1,161 40-1,-1 40 17,1 0-17,-121 0 1,0-40 0</inkml:trace>
  <inkml:trace contextRef="#ctx0" brushRef="#br0" timeOffset="164670.5007">30737 13314 0,'0'0'0,"-40"0"32,40 40-1,0 1-31,0-1 0,0 0 16,0 0-16,0 0 0,0 0 0,40-40 15,-40 40-15,0 0 16,0 0-16,0 1 15</inkml:trace>
  <inkml:trace contextRef="#ctx0" brushRef="#br0" timeOffset="165140.4348">31299 13114 0,'0'0'16,"40"-40"15,40 40-15,-40 40-16,0 0 15,-40 0-15,80 120 16,-39 81 0,-82-161-1,41-40-15,-40 41 16,-40-41-16,-80 80 16,-1-40-16</inkml:trace>
  <inkml:trace contextRef="#ctx0" brushRef="#br0" timeOffset="166290.4063">22832 15199 0,'0'0'0,"-40"0"0,80 0 47,0 0-47,0 0 15,0 0-15,0 0 16,1 0-16,-1 0 0,0 0 16,0 40-16,0-40 0,0 0 15,0 0-15,0 0 0,41 0 0,-41 0 0,40 0 16,-40 0-16,40 0 0,-39 0 0,-1 0 0,40 0 16,-40 0-16,0 0 15,0 0-15,0 0 0,1 0 0,-1 0 16,0 0-1</inkml:trace>
  <inkml:trace contextRef="#ctx0" brushRef="#br0" timeOffset="166680.3117">23715 14999 0,'-40'0'16,"-1"0"0,41-40-1,-40 40 16,40 40-31,-40-40 16,40 40-16,-40-40 16,40 40-16,-40 0 0,0-40 0,40 40 0,-40 0 15,40 0 1,-40 1-16,40-1 0,0 0 0,-41 0 16,41 0-16,0 0 0,0 0 0,0 0 0,0 0 15,0 0-15,0 1 16,0-1-16,41-40 0,-41 40 15</inkml:trace>
  <inkml:trace contextRef="#ctx0" brushRef="#br0" timeOffset="167210.3523">24397 14959 0,'40'-81'15,"-80"162"-15,120-242 16,-40 161-16,0 0 15,0 0 1,1 0-16,79 80 16,-120-39-16,40-1 0,-40 80 15,0-80-15,-40 121 16,0-121-16,40 0 0,-121 40 31,81-40-31,0-40 0,0 40 0,-40-40 31,80-40-31,0 0 16,0 0 0,80-40 15,0 80-31,1 40 16,-41-40-16,40 120 31,-40-120-31,-40 40 0,40 40 15,0-40 1,-40 1-16,40-41 0,1 40 31</inkml:trace>
  <inkml:trace contextRef="#ctx0" brushRef="#br0" timeOffset="167630.3283">25400 15039 0,'0'-40'16,"0"0"-16,0 0 0,40 40 15,40-41 1,121 1 15,-161 40-31,81 0 16,-81 0-16,-80 0 31,40 40-31,-81 1 31,1 119-15,0 41-1,40-41 17,40 0-17,0-79 1,0-41-16,0 0 16</inkml:trace>
  <inkml:trace contextRef="#ctx0" brushRef="#br0" timeOffset="167880.2749">25199 15440 0,'0'-40'0,"0"80"0,-40-80 0,40 0 16,40 40-1,-40-40-15,81 40 16,-41 0-16,0 0 16,0 0-16,0 0 0,0 0 0,0 0 0,1 0 15,-1 0-15,0 0 0,0 0 16,0 0-16,0 0 0,0 0 0,0 0 16,1 0-16</inkml:trace>
  <inkml:trace contextRef="#ctx0" brushRef="#br0" timeOffset="168300.217">26002 15520 0,'0'0'0,"40"0"46,0 0-30,-40 40 0,0 0-1,0-80 48,40 40-32,-80 0 16,0 0-31,40-40 30</inkml:trace>
  <inkml:trace contextRef="#ctx0" brushRef="#br0" timeOffset="168820.1843">26804 14999 0,'0'-40'0,"0"80"0,-40-120 31,40 39-31,-40 41 0,0 41 31,0-1-15,0 40 0,40-40-16,-40 0 0,40 0 0,-40 0 15,40 0-15,0 1 16,0-1-16,0 0 0,0 0 0,0 0 0,0 0 16,0 0-16,0 0 0,0 0 0,40 0 15,-40 1-15,40-41 16,0 0-16,0 0 15,0 0 1,-40-41-16,40 41 0,-40-40 16,0 0-1,0 0 1,-40 40-16,0 0 16,0 0-1,0 0-15,0 0 0,40 40 0,-40-40 16,40 40-16,-41-40 15,41 40-15</inkml:trace>
  <inkml:trace contextRef="#ctx0" brushRef="#br0" timeOffset="169380.1591">27567 15119 0,'0'0'15,"0"-40"1,-40 0-1,0 80 48,-1-40-63,41 40 0,-40-40 16,40 40-16,-40 0 0,40 0 0,-40-40 0,40 41 15,0-1-15,-40 0 0,40 0 16,0 0-16,0 0 0,-40 0 0,40 0 0,0 0 15,0 0 1,0 1-16,0-1 0,40 0 0,-40 0 16,40-40-16,0 0 15,0 0-15,0 0 16,1 0-16,-1 0 0,-40-40 16,40 0-1,-40 0-15,0-1 16,-40 41-1,0 0-15,-1 0 0,1 0 16,0 0 0,0 0-16,0 0 0,0 41 15,40-1 17</inkml:trace>
  <inkml:trace contextRef="#ctx0" brushRef="#br0" timeOffset="169980.1165">27928 14678 0,'0'0'0,"0"-40"0,-40 40 16,40-40-16,40 40 31,0 40 0,0 0-31,-40 0 0,0 0 16,0 0-16,0 0 0,0 0 15,0 1-15,0-1 0,-40-40 0,40 40 16,-40-40-16,40 40 0,0-80 47,40 40-47,0-80 15,0 39-15,0 1 16,-40 0-16,41 0 16,-1 0-16,0 0 15,0 40 1,-40 40 0,40 0-16,-40 0 15,0 0-15,0 0 16,0 1-16,0-1 0,0 0 0,-40 0 15,40 0-15,0 0 16,-40 0-16,40 0 0,0 0 31,40-40-15</inkml:trace>
  <inkml:trace contextRef="#ctx0" brushRef="#br0" timeOffset="170230.1772">28650 14838 0,'-40'0'0,"80"0"0,-80-40 31,120 40-16,-40 0 1,41 0 0,-41 0-16,0 0 15,0 0-15</inkml:trace>
  <inkml:trace contextRef="#ctx0" brushRef="#br0" timeOffset="171170.123">26925 15320 0,'0'-40'0,"-40"40"0,120 0 47,-40 0-16,0 0-31,-40 40 0,40 0 31,-80-40 0,0 0-15,40-40 0,0 0-1,40 40 1,0 0 15,-80 0 16,40 40-47</inkml:trace>
  <inkml:trace contextRef="#ctx0" brushRef="#br0" timeOffset="172110.0679">29052 14598 0,'0'-40'15,"0"0"17,40 40-17,0 0 1,-40 40 15,0 0-15,0 0-1,0 0-15,0 0 0,0 0 0,0 0 16,0 0-16,0 0 16,0 1-16,0-1 0,0 0 15,0 0 1,0 0-16</inkml:trace>
  <inkml:trace contextRef="#ctx0" brushRef="#br0" timeOffset="173399.9203">29493 15520 0,'-40'0'15,"40"-40"-15,0 0 16,-40 40 46,40 40-62,40-40 125,-40 40-109,0 0 78,-40-40-79,40 40-15,0 0 0,-40 1 16,40-1 0,0 0-16,0 0 0,0 0 31,0 0-31,40-40 0,0 0 16,0 0-16,0 0 15,0 0-15,0-40 16,0 0-16,1 0 15,-1 0 1,-40 0-16,40-1 0,-40 1 16,0 0-16,40 0 15,-40 0-15,0 0 16,0 80 31,-40 0-32,40 0-15,0 0 0,-40 0 16,40 1 0,0-1-16,0 0 0,0 0 0,0 0 15,0 0-15,0 0 16,40-40-16,-40 40 0,40-40 16,-40 40-16,40-40 15,0 0 1</inkml:trace>
  <inkml:trace contextRef="#ctx0" brushRef="#br0" timeOffset="173699.9032">30376 15320 0,'-40'-40'15,"80"80"-15,-121-121 32,41 122-17,40-1-15,0 0 0,-40 0 0,40 0 16,-40 0-16,40 0 16,0 0-16,-40 0 0,40 0 0,0 1 0,0-1 15,0 0-15,0 0 0,0 0 16,0 0-16,0 0 0,0 0 15,0 0 1,40-40-16</inkml:trace>
  <inkml:trace contextRef="#ctx0" brushRef="#br0" timeOffset="174109.9523">30536 15560 0,'0'0'16,"0"-40"0,40 40 15,-40 40-15,0 81-1,-40-1 1,40-80-16,40-40 47,0 0-32,-40-40-15,41 40 0,-41-40 0,40 40 16,-40-40-16,40 40 0,-40-40 0,40 40 0,-40 80 62,0-40-62,0 0 16,0 0-16,0 0 16,0 0-16</inkml:trace>
  <inkml:trace contextRef="#ctx0" brushRef="#br0" timeOffset="174329.9398">31258 15921 0,'0'-40'15,"-40"40"1,40-40 0,161 0-1,-1 40 16,-79-40-15</inkml:trace>
  <inkml:trace contextRef="#ctx0" brushRef="#br0" timeOffset="174529.9275">31780 15560 0,'-40'0'16,"0"0"-16,40 40 31,-40 0-15,40 1-1,0-1-15,-40-40 0,40 40 0,0 0 0,0 0 16,0 0-16,-41 0 0,41 0 16,0 0-16,0 1 15,0-1-15</inkml:trace>
  <inkml:trace contextRef="#ctx0" brushRef="#br0" timeOffset="174799.8578">32302 15320 0,'0'0'15,"0"-40"1,0 80 15,0 0-31,0 0 0,40 0 0,-40 0 16,0 0-16,0 40 0,0-40 0,0 1 0,0-1 16,0 40-16,-40-40 15,40 0-15,-40 0 0,-1 0 0,-39 0 0,40 1 16,0-41-16,0 40 0,-40-40 15,39 40-15,1-40 0,-40 40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36:01.3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3772 1684 0,'-40'40'16,"0"-40"-1,0 0-15,-1 0 16,1 0-16,40-40 16,-40 40-1,40-40-15,0 0 16,0 0 0,40 40-16,-40-41 0,40 41 15,-40-40-15,41 40 0,-1-40 16,-40 0-1,40 40-15,0-40 16,0 40 0,0 0-16,0 0 0,0 0 15,1 0-15,-1 0 0,0 0 0,0 0 16,0 0-16,0 0 0,-40 40 16,40-40-16,0 0 15,-40 40 1,41-40 62,-41 40-78,40 41 16,0-41-1,-40 0-15,0 0 0,0 0 16,0 0-16,0 0 15,0 0 1,0 0 15,0 0-15,-40 1 0,0-1-16,-1 0 15,41 0-15,-40 0 0,0-40 0,40 40 16,-40 0-16,0-40 0,40 40 0,-40-40 15,0 40-15,40 1 0,-40-41 16,-1 0-16,41 40 0,0-80 63,0-1-48,41 41 1,-41-40-1,80 40 173,-80-40-188,0 0 31,40 0-31,0 40 16,-40-40-16,40 40 15,-40-40-15,40 40 0,-40-40 0,40 0 16,1 40-16,-41-41 0,40 1 16,0 0-16,0 0 0,-40 0 15,40 40-15,-40-40 0,40 0 0,0 0 16,-40 0-16,40 40 0,-40-40 16,41 40-16,-41-41 0,40 1 15,0 0-15,-40 0 16,40 40-16,-40-40 0,40 0 15,-40 0 1,-40 40 31,40 40-47,-40-40 0,40 40 16,-40-40-16,40 40 0,-40-40 0,-1 40 15,41 0-15,0 0 0,-40 1 16,40-1-16,-40 0 0,40 0 0,0 40 15,-40-40-15,40 0 0,0 40 0,0-39 16,0-1-16,0 0 0,-40 0 0,40 0 16,0 0-16,0 0 0,0 0 15,80-40-15,-80 40 0,40-40 0,0 41 16,1-41-16,-1 0 16,0 0-16,0 0 0,0 0 0,0 0 15,0 0-15,0-41 16</inkml:trace>
  <inkml:trace contextRef="#ctx0" brushRef="#br0" timeOffset="316.6737">5658 1403 0,'-40'0'15,"80"0"-15,-161 0 16,81 0-16,0 0 16,0 80-1,-40 81 1,80 39 0,0 1-1,40-121 1,80 40-1,1-39 1,-41-81 0,0 0-16</inkml:trace>
  <inkml:trace contextRef="#ctx0" brushRef="#br0" timeOffset="722.7058">5979 1684 0,'0'0'0,"0"-40"0,40 0 16,-40 0-16,40 40 16,0 0-1,40 120 1,1 0 0,-41 0-1,-40-39 1,0-41-1,0-80 17,40 0-32,0-1 15,80-119 1,-39 40 0,39 80-1,-80 40 1,0 40-1,0 80 1,-40-80-16,0 40 16,0-40-16,0 1 0,0-1 0,0 0 15,0 0 1</inkml:trace>
  <inkml:trace contextRef="#ctx0" brushRef="#br0" timeOffset="1020.0678">7704 1283 0,'-40'-40'16,"40"0"-1,40 40 1,0 40-1,1 40-15,-41-40 0,40 0 0,0 0 16,-40 0-16,0 0 0,0 1 16,0 39-16,0-40 0,40 0 0,-40 0 15,0 0-15,0 40 0,-80-40 0,80 1 16,0-1-16,-40 0 0,40 0 0,-41-40 16,1 40-16,0 0 0,40 0 15,-40-40-15,0 40 0,0-40 0,40 40 16,-40-40-16,0 0 0</inkml:trace>
  <inkml:trace contextRef="#ctx0" brushRef="#br0" timeOffset="1304.0728">8667 1764 0,'-40'0'0,"0"0"16,80 0 15,-40-40-15,40 40-16,0 0 0,1 0 0,-1-40 16,0 0-16,0 40 0,0 0 0,40-40 15,-40 40-15,1 0 0,-1 0 0,0 0 16,0-40-16,0 40 0,0 0 0,0 0 15,0 0-15,1 0 16</inkml:trace>
  <inkml:trace contextRef="#ctx0" brushRef="#br0" timeOffset="1516.052">8667 2285 0,'0'0'0,"-80"0"16,160 0 0,-40-40-1,161 40 1,-81-40 0,81 0-1,-40 0 1,-121 40-16</inkml:trace>
  <inkml:trace contextRef="#ctx0" brushRef="#br0" timeOffset="1925.2554">10232 2005 0,'-40'0'16,"80"0"-16,-80 40 0,0-40 0,120 0 15,-40 0-15,81-80 32,-1-1-32,0-39 15,-39 0 1,-81-1 0,-40 41-1,-1 80-15,-39 0 16,40 0-16,-80 80 15,-1 81 1,81-41 0,40-80-16,0 121 15,0-121-15,0 40 16,0 0 0,80 0-1,81-39 1,-1-41-1,1 0 1,-121 0-16,81-41 0,-81 41 16</inkml:trace>
  <inkml:trace contextRef="#ctx0" brushRef="#br0" timeOffset="2508.0731">11155 1002 0,'0'-40'0,"0"80"0,0-120 16,0 40-16,40 40 15,-40-40-15,40 40 16,1-40-1,-1 40-15,0 0 16,0 0-16,0 40 0,0-40 16,0 80-16,0-40 15,-40 0-15,0 0 0,0 0 16,0 0-16,0 0 0,0 1 16,-40-1-16,40 0 0,-40-40 15,40 40-15,-40-40 0,40 40 16,-40-40-16,80 0 47,-40-40-47,40 40 15,0 0-15,0 0 16,1 0-16,-41 40 16,40-40-16,-40 40 15,40-40-15,-40 40 0,0 0 16,0 0-16,0 1 15,-40-1-15,40 0 16,-40-40-16,40 40 0,-41-40 16,1 0-16,0 40 0,0-40 15,0 0-15,0 0 16,0 0-16,0 0 16,-1 0-16,1 0 15,40-40-15</inkml:trace>
  <inkml:trace contextRef="#ctx0" brushRef="#br0" timeOffset="3046.7081">11958 882 0,'40'0'15,"-80"0"-15,80-40 16,0 40-16,0 0 16,0 0-1,0 0-15,41 120 16,-81 40-1,0-39 1,-41-1 0,1-80-1,40 0 1,0-80 0,40 40-1,-40-80-15,0 40 0,0 0 0,81 0 16,-81-1-16,40 1 0,0 0 0,0 0 15,-40 0-15,40 0 0,0 40 0,-40-40 16,40 40-16,1 0 0,-1 0 16,0 0-1,-40 40 1,40-40-16,-40 40 0,0 0 16,0 0-16,0 0 0,0 0 15,0 1-15,0-1 0,-40 0 16,40 0-16,0 0 0,0 0 15,0 0-15,0 0 0,0 0 16,40 1-16,40-1 0,-40-40 0</inkml:trace>
  <inkml:trace contextRef="#ctx0" brushRef="#br0" timeOffset="3804.0769">13322 1844 0,'0'-80'0,"0"40"15,40 40-15,-40-40 16,0 80 15,0 0-15,0 120-1,0 1 1,40-41-16,81 1 16,-1-81-1,40-40 1,-79-81 0,-1-39-1,-40-40 1,0 79-1,-40 41-15,0 0 16,0 0-16,0 120 47,0-40-47,0 1 16,-40-1-16,40 0 0,0 0 15,0 0-15,0 0 0,0 0 0,0 0 0,0 0 16,0 1-16,0-1 15,0 0-15,40-40 0,-40 40 0,40-40 16,0 40-16,1-40 0,-1 0 16,40 0-16</inkml:trace>
  <inkml:trace contextRef="#ctx0" brushRef="#br0" timeOffset="4072.0722">15007 1443 0,'-40'0'0,"80"0"0,-160 40 16,120 0-16,-80 1 15,40 79 1,-1 0 0,41 41-1,0-81-15,0 40 0,41-80 16,-1 0-16,40 0 15,-40 1-15,40-41 16,-40 0-16,41 0 16,-41 0-16</inkml:trace>
  <inkml:trace contextRef="#ctx0" brushRef="#br0" timeOffset="4496.0695">15609 1644 0,'0'80'47,"40"-40"-31,-40 0-16,40 0 16,-40 0-16,0 0 0,0 1 15,41-1-15,-41 0 0,0 0 16,0 0-1,40-80 1,-40 0 0,0 0-16,80 0 15,-80-1-15,40 41 0,0-40 0,-40 0 16,40 0-16,0 40 0,-40-40 0,41 40 0,-1-40 16,0 0-16,0 40 15,0-40-15,0 40 0,0 0 16,0 40-1,-40 40-15,41-80 16,-41 40-16,0 0 0,0 0 0,0 0 16,0 1-16,0-1 0,0 0 0,-41 0 15,41 0-15,0 0 0,-40-40 0,40 40 16,-40-40-16,40 40 0,-40-40 0,40 40 16</inkml:trace>
  <inkml:trace contextRef="#ctx0" brushRef="#br0" timeOffset="4726.7094">17094 1403 0,'40'0'15,"0"40"1,0 0-16,-40 0 15,40 121 1,-40 39 0,-160 1-1,-41-81 1,81-40 0,80-39-16</inkml:trace>
  <inkml:trace contextRef="#ctx0" brushRef="#br0" timeOffset="9258.3987">5457 3529 0,'0'-40'0,"40"40"16,-40-41 15,0 82 16,0-1-47,0 0 0,-40 0 15,40 0-15,0 40 0,0-40 0,-40 41 16,40-41-16,-40 40 0,40-40 16,0 40-16,0-40 0,0 0 0,0 0 0,-40 1 15,40-1-15,0 0 0,0 0 0,0 0 16,0 0 0,40-40-16,-40 40 15,40-40-15,-40-40 16</inkml:trace>
  <inkml:trace contextRef="#ctx0" brushRef="#br0" timeOffset="9768.0368">5497 3529 0,'0'0'0,"-40"0"16,0 0-1,-40 0 1,0 80 0,39 0-1,41-40-15,-40 0 0,40 0 16,-40 1-1,40-82 32,40 41-47,-40-40 16,40 0-16,1 0 0,-41 0 0,40 0 16,0-40-16,-40 40 0,40-1 0,0 1 15,-40 0-15,40 0 0,-40 0 0,0 0 16,40 40-16,-40-40 0,0 80 31,0 0-15,0 0-16,40-40 15,-40 40-15,41 0 0,-1 0 16,0-40-16,-40 41 0,40-41 16,0 40-16,0-40 0,0 40 0,0-40 15,-40 40-15,41-40 0,-1 40 0,0-40 16,-40 40-16,40-40 0,0 40 0,0-40 15</inkml:trace>
  <inkml:trace contextRef="#ctx0" brushRef="#br0" timeOffset="10370.3848">5096 4612 0,'0'-41'16,"-40"41"-16,40-40 15,-40 40 1,40-40 0,40 40 15,0 0-31,0 0 15,0 40-15,0 0 16,1 41-16,-41-41 16,40-40-16,-40 40 15,0 0-15,40-40 0,-40 40 16,40-40-16,-40 40 0,0-80 62,40 40-62,-40-40 0,40 40 16,-40-40-16,80 40 0,-80-40 0,41 40 16,-1-40-16,0 40 0,0 0 0,0-40 15,0 40-15,0 0 0,41-41 0,-41 41 16,0 0-16,-40-40 0,40 40 16,0 0-16,0 0 0,0 0 0,0 0 15</inkml:trace>
  <inkml:trace contextRef="#ctx0" brushRef="#br0" timeOffset="10794.909">3652 5654 0,'0'0'16,"0"-40"-16,0 0 0,0 0 0,0 0 15,-41 40 1,41 40 0,41 40-1,79 81 1,-80-81-16,80 80 16,-79-120-16,79 81 15,40 39 1,-79-80-1,-1-40 1</inkml:trace>
  <inkml:trace contextRef="#ctx0" brushRef="#br0" timeOffset="11122.7065">4534 5895 0,'0'0'0,"-40"-40"0,0 0 16,0 40-16,0-40 15,40-1-15,-40 41 16,40-40-16,-40 40 16,40 40 15,0 1-16,0-1-15,-41-40 0,41 40 16,-40 0-16,0 0 0,40 0 16,-40 0-16,0 0 0,0 0 0,0 41 0,0-41 15,-1 0-15,1 40 0,0-40 16,-40 0-16,40 40 0,0-39 0,0-1 16,-1 0-16,1 0 0,0-40 0,40 40 0,-40 0 15,0-40-15</inkml:trace>
  <inkml:trace contextRef="#ctx0" brushRef="#br0" timeOffset="11542.6479">5257 5614 0,'0'0'0,"-41"-40"16,1 0-1,40 80 1,-40 40 0,0 41-1,0-81-15,0 120 16,0-120-16,0 40 16,40 121-1,40-81 1,40-40-1,40-80-15,-39 0 16</inkml:trace>
  <inkml:trace contextRef="#ctx0" brushRef="#br0" timeOffset="12112.0777">5658 5895 0,'-40'0'16,"120"0"15,-40-40-15,0 40-16,0-40 0,0 40 15,1 0-15,-1-40 0,0 40 0,40 0 16,-40-41-16,0 41 0,0 0 0,1 0 15,-1 0-15,0-40 0,0 40 16,0 0-16,-40-40 0,40 40 16,-80 0 15,40 40-15,-40 0-16,0 1 0,40-1 15,-40 0 1,0 0-16,40 0 0,-41-40 0,41 40 15,-40 0-15,40 0 0,-40 0 0,0 1 16,0-1-16,0 0 0,40 0 16,-40 0-16,40 0 0,-40-40 0,40 40 15,-41-40-15,41 40 0,-40-40 16,40 40-16,40-40 47,-40-40-47,41 40 0,-1-40 15,0 40-15,0 0 0,0-40 0,0 40 16,0 0-16,0 0 0,41 0 16,-41 0-16,0-40 0,0 40 0,0 0 0,0 0 15,0 0-15,1 0 0,-1 0 16,0 0-16,0 0 0,0 0 16,0 0-16</inkml:trace>
  <inkml:trace contextRef="#ctx0" brushRef="#br0" timeOffset="12406.743">6902 5574 0,'40'-40'15,"-40"0"-15,40 40 16,0 0 0,0 160-1,0-39 1,-40 39 0,-40 41-1,-80-1 1,40-80-16,-41-39 15</inkml:trace>
  <inkml:trace contextRef="#ctx0" brushRef="#br0" timeOffset="12884.0752">8868 5895 0,'-40'0'15,"80"0"17,40 0-17,-40-40-15,0 40 16,41 0-16,-41 0 0,40 0 0,-40 0 16,0 0-16,41 0 0,-41 0 0,0 0 15,0 0-15,0 0 0,0 0 0,0 0 16</inkml:trace>
  <inkml:trace contextRef="#ctx0" brushRef="#br0" timeOffset="13079.934">9189 6376 0,'-40'0'15,"80"0"-15,-40 0 16,120 0-1,81-40 1,-41 40 0,-39-40-1,-81 40-15</inkml:trace>
  <inkml:trace contextRef="#ctx0" brushRef="#br0" timeOffset="53886.8692">19140 1604 0,'-40'0'16,"40"40"-16,0-80 46,40 40-30,-40-40-16,40 40 16,1 0-16,-1 0 0,0 0 15,40 0-15,-40 0 0,0 0 16,41 0-16,-41 0 16,0 0-16,0 40 0,0-40 0,0 0 0,0 0 15,0 0-15,1 0 16,-1 0-16,0 0 0</inkml:trace>
  <inkml:trace contextRef="#ctx0" brushRef="#br0" timeOffset="54106.8406">19461 2045 0,'0'0'0,"-40"0"0,40 40 0,-40-40 15,80 0 17,0 0-32,0 0 0,1 0 0,-1 0 15,40 0-15,-40 0 0,0 0 0,0-40 0,41 40 16,-41-40-16,0 40 0,0 0 16,0 0-16,0-40 0</inkml:trace>
  <inkml:trace contextRef="#ctx0" brushRef="#br0" timeOffset="55086.8572">22110 1443 0,'40'0'47,"-40"40"-47,40-40 15,40 40-15,-40-40 0,0 0 16,1 0 0,-1 0-16,0 0 0,0 0 15,-40-40 1,0 0-16,0 0 15,0 0 1,-40 40-16,40-40 0,-40 40 0,40-40 0,-40 40 16,-1 0-16,1 0 0,0 0 15,0 0 1,0 40-16,40 0 0,-40-40 0,40 80 16,-40-80-16,40 40 15,0 0-15,0 1 0,0-1 0,0 0 16,0 0-16,0 0 15,40-40-15,-40 40 0,40 0 0,0 0 16,-40 0-16,40-40 16,0 0-16,-40 40 0,40-40 0,1 0 0,-1 0 15,0 0-15,0 0 0,0 0 0,0-40 16,0 40-16</inkml:trace>
  <inkml:trace contextRef="#ctx0" brushRef="#br0" timeOffset="55686.8233">22832 761 0,'0'-40'16,"0"80"-16,40-80 31,0 40 1,0 0-32,0 0 0,1 0 15,-1 40-15,0-40 16,-40 41-1,40-41-15,-40 40 16,0 0-16,0 0 0,0 0 16,-40-40-16,40 40 0,-80 0 15,80 0-15,0 0 16,-41-40-16,82-40 31,-1 40-15,0 0-1,0 0-15,0 0 0,0 0 32,-40 40-32,0 0 15,0 1-15,0-1 0,0 0 0,0 0 16,0 0-16,-40 0 16,40 0-16,-40-40 0,40 40 15,-40-40 1,0 0-16,0 0 0,-1 0 15,1 0 1,40-40-16,-40 40 0,40-80 16,-40 40-16</inkml:trace>
  <inkml:trace contextRef="#ctx0" brushRef="#br0" timeOffset="56096.7989">22150 842 0,'-40'0'0,"80"0"0,-120 0 16,39 40 15,-39 0-31,0 80 16,-41 121-1,41 40 16,160-41-15,41-39 0,-41-121-1,-40-80-15,41 40 0,-41-40 0,0 40 0</inkml:trace>
  <inkml:trace contextRef="#ctx0" brushRef="#br0" timeOffset="56556.6968">23835 882 0,'0'40'62,"40"-40"-62,-40 40 0,40 0 0,-40 0 16,40 0-16,-40 0 0,0 0 0,41 1 0,-41-1 15,0 0-15,0 0 0,40 0 16,-40 0-16,0 0 0,0 0 0,0 0 0,0 1 16,0-1-16,0 0 15,0 0-15,-40 0 0,40 0 0,-41 0 0,41 0 16,-40 0-16,0 0 15,0-40-15,0 41 0,0-41 16</inkml:trace>
  <inkml:trace contextRef="#ctx0" brushRef="#br0" timeOffset="57136.6652">24236 681 0,'0'0'16,"40"0"-1,-40-40 1,41 40 0,-1 0-1,-40 40 1,40 0 0,-40 0-1,40 81 1,-40-81 15,0-80-15,40 40-16,-40-40 15,40 40-15,-40-40 0,40 40 16,-40-41-16,40 1 0,1 0 16,-1 0-1,-40 80 16,0 0-15,40 0-16,-40 1 0,40-41 16,-40 40-16,0 0 15,40-40-15,-40 40 0,40 0 16,-40 0 0,0 0-1,40-40-15</inkml:trace>
  <inkml:trace contextRef="#ctx0" brushRef="#br0" timeOffset="57776.6249">25561 1363 0,'0'0'16,"-41"0"15,41 40-31,0 0 0,0 0 16,0 0-16,0 1 0,0-1 15,41 0-15,-41 0 0,0 0 0,0 0 16,0 0-16,40-40 16,-40 40-16,40-40 15,0 0 1,0 0-16,-40-40 16,40 40-16,-40-40 0,40 40 0,-40-40 15,40 0-15,1 0 16,-41 0-16,0 0 0,40-1 0,-40 1 0,0 0 15,0 0 1,0 0-16,0 120 31,0-40-31,0 0 16,0 1-16,-40-1 0,40 0 0,0 0 16,0 0-16,0 0 15,0 0-15,0 0 0,40-40 16,-40 40-16,40-40 0,40 40 15,-40-40-15,0 0 0</inkml:trace>
  <inkml:trace contextRef="#ctx0" brushRef="#br0" timeOffset="58046.6856">26644 1203 0,'0'0'0,"-40"40"16,0 0-1,0 120 1,40 41 15,80-121-31,40 40 31,-120-80-31,80-40 16</inkml:trace>
  <inkml:trace contextRef="#ctx0" brushRef="#br0" timeOffset="58426.6655">27005 1283 0,'40'0'0,"-40"40"31,0 0-31,40 0 16,-40 0-16,0 40 31,40 1-31,-40-41 16,41-80 30,-1 40-46,-40-40 16,40 40-16,-40-41 0,40 41 0,0 0 16,-40-40-16,40 40 15,0 0 1,0 40 0,1 1-1,-41-1 1,40-40-16,-40 40 0,0 0 0,0 0 15,0 0 1</inkml:trace>
  <inkml:trace contextRef="#ctx0" brushRef="#br0" timeOffset="58766.643">28048 962 0,'0'40'62,"81"0"-62,-81 0 0,0 0 16,40 0-16,-40 1 0,0-1 0,0 0 15,40 0-15,-40 0 16,40 0-16,-40 40 0,0-40 0,0 1 0,0-1 16,0 0-16,0 0 15,-80 0-15,80 0 0,-40 0 0,-1 0 0,1 0 16,0 0-16,-40 1 0,40-1 15,-40-40-15</inkml:trace>
  <inkml:trace contextRef="#ctx0" brushRef="#br0" timeOffset="61406.4324">22952 2847 0,'-40'0'609,"0"0"-609,40 40 0,-40-40 16,0 40-16,0-40 0,0 40 0,40 0 0,-41 0 16,1 1-16,0-1 15,40 0-15,-40-40 0,40 40 0,0 0 0,-40-40 16,40 40-16,0 0 16,0 0-16,40-40 15,40 0 1,-40 0-16,1-40 0,-1 40 15,0-40-15,0 40 16,-40-40-16,40 40 0,0-40 0,-40 0 0,0 0 16,40 0-16,-40-1 0,0 1 15,0 0-15,0 0 0,0 0 16,0 0-16,-40 40 16,0 0-1,40 40 32,0 0-47,0 0 16,0 0-16,0 0 15,0 1-15,0-1 0,0 0 0,0 0 16,0 0-16,40 0 0,0 0 16,-40 0-16,40-40 0,-40 40 0,41-40 15,-1 0 1,-40 40-16,40-40 0,0 0 0,0 0 15,0-80 1</inkml:trace>
  <inkml:trace contextRef="#ctx0" brushRef="#br0" timeOffset="61866.4658">23273 2646 0,'0'0'0,"0"-40"16,0 0-1,0 80 17,40-40-32,1 80 15,-1 1 1,-40 39-1,0-80 1,-40 0 0,120-120 15,-40 0-31,0 40 16,40 0-1,-40 40 16,1 160-15,-41-80 0,0 41-1,0-81-15,-41 0 32,41 0-32</inkml:trace>
  <inkml:trace contextRef="#ctx0" brushRef="#br0" timeOffset="62416.3605">24517 2967 0,'0'-40'16,"0"80"-16,0-40 31,-40 0-15,40 40-16,0 0 0,0 1 0,-40-1 15,40 0-15,0 0 16,0 0-16,0 0 0,0 0 0,0 0 0,80 0 16,-40 0-1,0-40 1,1-40-16,-41 0 16,40 0-1,-40 0-15,0 0 0,0 0 0,0 0 0,40 40 16,-40-40-16,0 0 0,0-1 15,0 1-15,0 0 0,0 80 47,0 0-47,0 1 0,0-1 0,0 0 16,0 0-16,0 40 0,40-40 16,-40 0-16,0 0 0,0 0 0,0 1 0,0-1 15,40-40-15,-40 40 16,0 0-16,40-40 0,-40 40 0,40-40 15,0 0 1,1 0-16</inkml:trace>
  <inkml:trace contextRef="#ctx0" brushRef="#br0" timeOffset="62686.4154">25480 2927 0,'0'0'0,"-40"-40"0,0 40 16,40-40-16,-40 40 31,0 160-15,40 41 0,40-1 15,0-79-16,0-81 1,0-80 0</inkml:trace>
  <inkml:trace contextRef="#ctx0" brushRef="#br0" timeOffset="62996.324">25721 3047 0,'40'0'0,"-40"41"31,0-1-31,0 0 0,0 0 16,0 0-16,0 0 0,0 0 0,0 0 16,0 0-1,0 0-15,0-80 32,40 40-32,-40-40 15,0 0-15,40 0 16,-40 0-16,41 40 0,-41-40 0,40 0 0,-40 0 15,40 40 1,-40 80 0,0-40-16,0 0 0,0 0 0,0 0 15,0 0-15,40-40 16,-40 40-16,0 1 0,0-1 0,0 0 16</inkml:trace>
  <inkml:trace contextRef="#ctx0" brushRef="#br0" timeOffset="63286.38">26483 2767 0,'0'40'15,"0"0"1,0 40 0,0 121 15,-40 39-15,-120 1-1,-81-81 16,201-160-31</inkml:trace>
  <inkml:trace contextRef="#ctx0" brushRef="#br0" timeOffset="63996.2678">22992 3689 0,'-40'0'0,"40"40"15,-40-40 1,40-40 15,0 0-31</inkml:trace>
  <inkml:trace contextRef="#ctx0" brushRef="#br0" timeOffset="64326.3202">22511 1684 0,'0'40'31,"0"-80"-31,-40 80 16,40 0-16,40-40 16</inkml:trace>
  <inkml:trace contextRef="#ctx0" brushRef="#br0" timeOffset="70645.9524">12640 4932 0,'0'0'0,"0"40"31,0-80 1,0 0-1,-40 40-16,80 0 501,40 0-500,-40 0-1,0 0 1,0 0-16,1 0 0,-1 0 0,0 0 16,0 0-16,0 0 0,0 0 15,0 0-15,0 0 0,1 0 0,-1 0 16,0 0-16,0 0 15,0 0-15,0 0 0,0 40 0,0-40 0,1 0 16,-1 0-16,0 0 0,0 0 0,0 0 0,0 0 16,0 0-16,0 0 15,1 0-15,-1 0 0,0 0 16,0 0 0,-80 0 93,40 40-109,0 1 31,-40-41-31,40 40 0,-40-40 0,40 40 16,-41 0-16,1 0 15,0 0-15,40 0 0,-40 0 0,0 0 0,0 1 16,0-1-16,0 0 0,-1 0 0,1 0 0,0 0 16,0 0-16,0-40 15,0 40-15,0 0 0,0 0 0,-1-40 0,1 41 16,0-41-16,0 40 16,0-40-16,0 0 0,0 40 15,0-40 1,80 0 31,0 0-32,0 0 1,0 0-16,0 0 0,0 0 16,41 0-16,-41 0 0,0 0 15,40 0-15,-40 0 0,40 0 0,1 0 0,-1 0 16,-40 0-16,40 0 15,1 0-15,-41 0 0,40 0 0,-40 0 0,40 0 16,-40 0-16,1 0 0,-1 0 0,0 0 0,0 0 16,0 40-16,0-40 0,0 0 15,0 0-15,-40 40 0,41-40 16,-1 0 0,0 0 15</inkml:trace>
  <inkml:trace contextRef="#ctx0" brushRef="#br0" timeOffset="71335.9117">11918 6537 0,'-41'0'16,"82"0"-16,-122 0 16,162 0 77,-41 0-77,0 0-16,40 0 0,-40 0 16,0 0-16,0 0 0,41 0 15,-41 0-15,40 0 0,40 0 0,-39 0 0,39 0 16,-40 0-16,41 0 16,-1 0-16,0 40 0,1-40 0,-1 0 0,1 0 15,-1 0-15,-40 0 0,41 40 16,-1-40-16,-40 0 0,41 0 0,-41 40 0,0-40 15,40 0-15,-39 0 0,39 0 0,-40 40 0,41-40 16,-41 0-16,40 0 16,-39 0-16,39 0 0,-40 0 0,41 0 0,-41 0 15,40 0-15,-39 0 0,-1 0 16,-40 40-16,0-40 0,40 0 0,-40 0 16,1 0-1,-82 0 32,1 0-47,0 0 16,0 0-1,0 0-15,0 0 0,0 0 0,0 0 16</inkml:trace>
  <inkml:trace contextRef="#ctx0" brushRef="#br0" timeOffset="72315.8583">11316 7379 0,'0'0'0,"-40"0"31,-1 0-15,1 0-16,0 0 31,120 0 0,1 0-15,-41 0-16,0 0 15,0 0-15,0 0 0,40 0 0,-39 0 0,39 0 16,0 0-16,-40 0 0,40 0 0,-39 0 0,39 0 16,0 0-16,-40 0 15,0 0-15,0 0 0,1 0 0,-1 0 0,0 0 16,0 0-16,-40-40 16,40 40-16,-40 40 31,0 0-16,0 0-15,0 0 32,-40-40-32,40 40 0,0 0 15,-40-40-15,0 40 16,0-40-16,40 41 0,-41-1 0,1 0 0,0-40 16,0 40-16,0 0 0,0 0 15,0 0-15,0 0 0,-1 0 0,1 0 16,0 1-16,0-1 15,0-40-15,40 40 0,-40 0 0,0 0 0,0 0 16,40 0-16,-41-40 0,41 40 0,-40 0 16,0-40-16,40 41 0,-40-41 15,40 40-15,-40 0 0,40 0 16,0-80 15,40 40-15,0-40-16,0 40 0,0 0 0,-40-40 15,41 40-15,-1 0 0,0 0 0,0 0 16,0 0 0,0 0-16,0 0 0,0 0 15,1 0-15,-1 0 16,0 0-16,0 0 0,0 0 16,0 0-1,0 0-15,0 0 31,1 0-15,-1 0-16,0 0 16,-40-41-16,40 41 15</inkml:trace>
  <inkml:trace contextRef="#ctx0" brushRef="#br0" timeOffset="72715.833">13001 8020 0,'-40'0'15,"40"41"32,40-1-47,40-40 16,-40 0 0,0 40-16,1-40 0,39 0 0,-40 0 0,40 0 15,-40 0-15,41 0 0,-41 0 16,0 0-16,40 0 0,-40 0 0,0 0 0,0 0 15,1 0-15,-1 0 16,-80 0 31</inkml:trace>
  <inkml:trace contextRef="#ctx0" brushRef="#br0" timeOffset="73515.7876">14646 7820 0,'0'40'0,"-40"-40"15,40 40 1,40-40-1,-40 40-15,40-40 0,0 0 16,41 40-16,-41-40 16,0 0-16,0 0 0,0 0 0,0 0 15,0 0-15,1 0 0,-1 0 16,0 0-16,0 0 0,-40-40 31,0 0-31,-40 0 16,0 0-1,40 0-15,-40 0 16,-1 40-16,1-40 0,0 40 16,0 0-16,0 0 15,0 0-15,0 0 16,0 40-16,-1-40 16,41 40-16,-40-40 0,40 40 0,-40-40 0,40 40 15,0 0-15,-40 0 16,40 0-16,-40 0 0,40 1 0,0-1 15,0 0-15,0 0 0,0 0 0,0 0 16,0 0-16,0 0 0,0 0 16,40-40-16,-40 41 0,40-41 0,0 0 15,0 40 1,1-40-16,-1 0 0,0 0 0,0 0 0,0 0 16,0 0-16,0-40 15,0 40-15,1-41 0,-1 41 0,0-40 16,0 40-1</inkml:trace>
  <inkml:trace contextRef="#ctx0" brushRef="#br0" timeOffset="74405.6584">15529 7299 0,'0'0'15,"0"-41"17,40 41-1,0-40-15,0 40-16,0 0 15,1 0-15,-1 0 0,0 0 16,-40 40-1,40-40-15,-40 41 0,40-41 16,-40 40-16,0 0 0,0 0 16,0 0-1,0 0-15,-40-40 0,0 40 16,0 0 0,0-40-16,40 40 0,-41-40 15,1 0 16,40 41-31,40-41 32,1 0-17,-1 0 1,0 0-16,0 0 0,0 0 16,0 0-1,0 0 1,-40 40-16,0 0 15,0 0 1,0 0-16,-40-40 0,40 40 16,-40 0-1,0-40-15,0 40 0,0-40 16,0 0 0,-1 0-16,1 0 15,0 0 1,0 0-16,0-40 0,0 40 15,0 0-15,0-40 0</inkml:trace>
  <inkml:trace contextRef="#ctx0" brushRef="#br0" timeOffset="77705.466">3571 10427 0,'-40'0'15,"40"-40"-15,40 40 63,0 0-48,-40 80-15,0-40 16,41-40-16,-41 40 16,40 0-16,-40 0 0,0 0 0,40 1 0,-40 39 15,40-40-15,0 0 0,0 0 16,0 40-16,0-40 0,1 0 0,-1 41 0,0-41 15,0 0-15,0 0 0,0 0 0,0 0 0,0 0 16,-40 0-16,41 1 16,-1-41-16,-40 40 0,40-40 0,-40 40 0,40-40 15,-40 40-15,40-40 0</inkml:trace>
  <inkml:trace contextRef="#ctx0" brushRef="#br0" timeOffset="78135.5171">4855 10828 0,'0'-80'15,"0"160"-15,0-281 16,0 161-16,0 0 0,0 80 47,0 0-47,0 0 16,0 1-16,0-1 15,0 0-15,-40 0 0,40 0 0,0 0 16,-40 0-16,40 0 0,0 0 0,0 0 0,0 1 15,-40 39-15,40-40 16,0 0-16,-40 0 0,0 40 0,40-40 0,-40 1 16,-1 39-16,1-40 0,0 40 15,0-40-15,0 40 0,0-40 0,0 41 0,0-41 16,-1 0-16,1 40 16,0-40-16,0 0 0,40 0 0,-40 1 0,40-1 15,-40 0 1</inkml:trace>
  <inkml:trace contextRef="#ctx0" brushRef="#br0" timeOffset="78695.4856">5818 10868 0,'0'-40'0,"-40"40"31,0 0-15,0 0-16,40 40 0,-40-40 15,0 80-15,40-40 0,-40 0 0,-1 0 0,1 41 16,0-41-16,40 40 16,-40-40-16,40 40 0,-40-40 0,40 41 0,-40-41 15,40 0-15,0 40 0,0-40 16,0 0-16,0 0 0,0 0 0,0 1 0,40-1 15,-40 0-15,40 0 0,-40 0 0,40-40 0,-40 40 16,80-40-16,-80 40 16,41-40-16,-1 40 0,0-40 0,0 0 15</inkml:trace>
  <inkml:trace contextRef="#ctx0" brushRef="#br0" timeOffset="79275.451">6179 11429 0,'0'0'0,"-40"0"0,40-40 16,0 0-16,40 0 15,1 40 1,-1 0-16,160-40 15,-119 40 1,-1 0-16,120 0 16,-159 0-16,39 0 0,40 0 31,-40 0-31,-39 0 16,-41 40-1,-81-40 1,81 40-16,-80 40 31,40-39-31,0-41 0,0 120 16,0-120-16,-1 80 15,1-80-15,0 120 16,0-80 0,0 1-16,0-1 15,40 0-15,-40 0 16,120-40 15,-40 0-15,0 0-16,0 0 0,0 0 0,1 0 15,-1 0-15,0 0 0,0 0 16,0 0-16,0 0 0,0 0 16,0 0-1,1 0-15,-1 0 0,0 0 16</inkml:trace>
  <inkml:trace contextRef="#ctx0" brushRef="#br0" timeOffset="79615.431">7584 11068 0,'0'-40'16,"0"80"-16,40-80 31,0 40-31,40 121 16,-39-81-16,-41 0 0,0 80 15,0-80-15,40 161 16,-121 39 15,-39-119-15,-40-1 0,119-120-16</inkml:trace>
  <inkml:trace contextRef="#ctx0" brushRef="#br0" timeOffset="79965.4102">8908 11389 0,'-40'-40'32,"80"80"-32,-120-120 15,80 40-15,80 40 16,-40 0-1,201-40 1,-201 40-16,121 0 16,-121 0-16,160 0 15,-79 0 1</inkml:trace>
  <inkml:trace contextRef="#ctx0" brushRef="#br0" timeOffset="80165.3459">9028 11830 0,'0'0'15,"-40"0"-15,0 41 32,241-82-17,-161 41-15,201-80 16,-161 80-16,-40 0 0,40-40 15,-40 40-15</inkml:trace>
  <inkml:trace contextRef="#ctx0" brushRef="#br0" timeOffset="80535.3777">10513 11149 0,'0'40'16,"40"-40"-16,40 0 0,1 40 16,-41-40-16,40 80 15,-40-80-15,161 120 16,-121-39 0,-40-41-16,81 80 15,-81-120-15,0 40 0,0 0 16,-40 0-16</inkml:trace>
  <inkml:trace contextRef="#ctx0" brushRef="#br0" timeOffset="80815.3612">11316 11068 0,'-40'0'0,"80"0"0,-121 0 31,41 0-31,40 41 0,-40 39 31,40-40-31,-40 40 0,40-40 0,-80 161 16,-81 39 15,41-119-15,80-81-16</inkml:trace>
  <inkml:trace contextRef="#ctx0" brushRef="#br0" timeOffset="81215.2619">12279 11149 0,'-40'0'15,"80"0"-15,-121 0 0,41 0 0,0 40 32,0-40-32,-40 160 15,80-120-15,0 0 0,0 121 16,0-121-16,40 160 15,-40-159-15,0-1 0,40-40 16,-40 80 0,120-40-1,-79-40-15</inkml:trace>
  <inkml:trace contextRef="#ctx0" brushRef="#br0" timeOffset="81685.3113">12680 11309 0,'0'0'16,"40"0"-1,40 0 1,1 0-1,-41 0-15,160-40 16,-160 40-16,1 0 0,39 0 16,-40-40-16,0 40 31,0 0-31,-40 40 16,-40 0-16,40 0 15,-40-40-15,40 40 0,-40 0 0,40 1 0,-80-1 16,80 0-16,-41 0 0,1-40 0,0 40 0,40 0 15,-40 0-15,0 0 16,0 0-16,40 0 0,-40-40 0,40 41 0,-40-1 16,40 0-1,-41-40-15,122 0 32,-41 0-32,0 0 15,0 0-15,0 0 16,0 0-16,0 0 0,1 0 15,-1 0-15,0 0 0,0 0 16,0 0 0</inkml:trace>
  <inkml:trace contextRef="#ctx0" brushRef="#br0" timeOffset="81975.2599">13683 11349 0,'0'-40'16,"0"80"-16,0-40 16,0 40-1,40-40 1,-40 81-16,40-41 0,-40 0 0,0 0 15,0 0-15,0 0 0,0 0 0,0 0 0,0 0 16,0 0-16,0 1 0,0-1 16,-40 0-16,40 0 0,-40 0 0,0-40 0,0 40 15,0 0-15,0 0 16,-41-40-16,41 40 0,0 1 0,0-41 0,0 40 16,0-40-16</inkml:trace>
  <inkml:trace contextRef="#ctx0" brushRef="#br0" timeOffset="82505.1877">14405 11911 0,'0'0'15,"0"40"32,0 0-31,0 0 0,0 0-1,-40-80 16,40 0-15,0 0 0,40 40-16,0 0 15,-40 40 32</inkml:trace>
  <inkml:trace contextRef="#ctx0" brushRef="#br0" timeOffset="82835.2431">15047 11309 0,'0'-40'0,"0"80"0,-40-80 31,0 40-31,40 40 16,0 0-1,0 161 1,0-121-16,0 0 0,0-40 0,0 161 31,40-41-15,-40-120-1,40-40-15</inkml:trace>
  <inkml:trace contextRef="#ctx0" brushRef="#br0" timeOffset="83275.1454">15007 11871 0,'0'0'15,"40"0"17,1 0-32,-1 0 15,0 0-15,0 0 0,0 0 0,0 0 16,0-41-16,0 41 0,1 0 0,-1 0 0,0-40 15,0 40-15,0 0 16,0-40-16,0 0 0,0 40 16,-40-40-16,41 0 15,-41 0-15,0 0 0,0 0 16,0 0 0,0-1-16,0 1 31,-41 40-31,41 40 47,0 1-47,-40-1 0,0 0 15,40 0-15,0 40 0,0-40 16,0 0-16,0 0 0,0 0 0,-40 1 0,40 39 16,0-40-1,0 0-15,0 0 0,0 0 0,0 0 0,40-40 16,-40 40-16,0 1 0,40-41 0</inkml:trace>
  <inkml:trace contextRef="#ctx0" brushRef="#br0" timeOffset="83555.127">16331 11349 0,'-40'-40'16,"0"40"0,0 80-1,-40 41 1,40-41 0,40 0-16,0 80 15,-40-79-15,40-41 0,0 80 16,0-80-16,40 81 31,0-81-31</inkml:trace>
  <inkml:trace contextRef="#ctx0" brushRef="#br0" timeOffset="84045.1754">16532 11590 0,'0'0'16,"40"0"0,0 0-1,0 0-15,1 0 16,-1 0-16,0 0 0,0 0 16,0 0-1,0 0-15,0-40 0,0 40 16,1 0-16,-1 0 0,0 0 15,-40-40-15,40 40 16,-40 40 31,-40-40-47,40 40 16,-80 0-16,80 0 0,-41-40 15,1 40-15,0 0 16,0-40-16,0 40 0,40 0 0,-40 1 0,0-1 15,0 0-15,-1-40 0,41 40 16,-40 0-16,80-40 31,1 40-15,39-40-16,-40 0 16,0 0-16,0 0 0,0 0 15,0 0-15,1 0 0,-1 0 0,0-40 16,0 40-16,0 0 0,0 0 0,-40-40 0,40 40 15,0 0-15,1-40 16,-1 40-16</inkml:trace>
  <inkml:trace contextRef="#ctx0" brushRef="#br0" timeOffset="84315.1574">17495 11309 0,'0'0'0,"40"-40"15,0 40 1,0 0-16,41 160 31,-81-119-31,0-1 0,40 80 16,-40-40-16,0 0 0,0-40 0,-40 1 15,40-1-15,-201 120 16,161-120-16,0-40 0,-40 40 0</inkml:trace>
  <inkml:trace contextRef="#ctx0" brushRef="#br0" timeOffset="85135.0541">18579 11670 0,'40'0'0,"0"-40"16,0 40-1,0 0-15,0 0 0,0 0 0,41 0 16,-41 0-16,40 0 16,-40 0-16,40 0 0,1 0 0,-41 0 0,40 0 15,-40 0-15,40 0 0,-40 0 16,1 0-16,-1 0 0,0 0 0</inkml:trace>
  <inkml:trace contextRef="#ctx0" brushRef="#br0" timeOffset="85365.1012">19060 12071 0,'-40'40'0,"80"-80"0,-120 80 31,80 0-31,80-40 16,0 0-1,-40 0-15,201 0 16,-161 0-16,-39 0 0,159 0 16,-160-40-16</inkml:trace>
  <inkml:trace contextRef="#ctx0" brushRef="#br0" timeOffset="86095.0539">21427 10988 0,'0'0'15,"0"-40"1,41 40-1,239 0 1,-119 0 0,-81 0-16,201 0 15,-201 0-15,1 0 0,79 0 16,-120 0-16,41-40 31,-41 40-31,-80 40 16,-1-40-16,1 80 15,0-40-15,0-40 16,0 41-16,0-1 0,0 0 0,0 0 0,40 0 16,-81 0-16,41 40 15,0-40-15,0 1 0,0-1 0,-40 0 0,39 0 16,1 0-16,0-40 0,-40 40 16,40 0-16,0 0 0,-1 0 0,1-40 0,0 40 15,0 1-15,0-41 16,0 40-16,0-40 0,40 40 0,-40-40 0,-1 0 15,41 40-15,-40-40 16,80 0 0,41 0-1,-41 0 1,40 0-16,-40 0 0,0 0 0,41 0 16,-41 0-16,40 0 0,0 0 15,-40 0-15,41 0 0,-41 0 0,40 0 0,-40 0 16,40 0-16,-39 0 0,39 0 0,-40 0 0,0 0 15,0 0-15,0 0 16,0 0-16,1 0 0,-1 0 0,0 0 16,-80 0 15,0 0-15</inkml:trace>
  <inkml:trace contextRef="#ctx0" brushRef="#br0" timeOffset="86495.0306">20625 12713 0,'-120'0'31,"240"0"-31,-240 40 0,200-40 0,-40 0 31,0 0-31,201-40 16,-201 40-16,40 0 0,161 0 16,-161 40-16,121-40 15,-81 0-15,322 80 16,-1-40-1,-280-40 1,-81 40-16,241 0 16,-281-40-16,0 0 0,80 0 31,-120 41-31</inkml:trace>
  <inkml:trace contextRef="#ctx0" brushRef="#br0" timeOffset="87204.9144">20625 13475 0,'-40'0'16,"80"0"-16,-120 0 0,80 40 31,40-40-15,0 0-16,0 0 15,0 40-15,0-40 16,0 0-16,1 0 0,39 0 0,-40 0 16,0 0-16,40 0 15,-40 0-15,41 0 0,-41 0 0,40 0 0,-40 0 16,0 0-16,41 0 0,-41 0 16,0 0-16,0-40 0,0 40 15,-80 0 32,40 40-47,-40-40 16,0 40-16,0 0 0,-1 0 0,1-40 15,0 40-15,0 1 16,0-1-16,0 0 0,0-40 0,0 40 16,40 0-16,-41-40 0,1 40 15,0 0-15,0-40 0,40 40 0,-40-40 0,0 40 16,0 0-16,0-40 0,40 41 15,-41-41-15,41 40 16,-40-40-16,80 0 63,1 0-63,-1 0 15,0 0-15,0 0 16,0 0-16,0 40 15,0-40-15,0 0 0,1 0 0,-1 0 16,0 0 0,0 0-16,0 0 0,0 0 0,0 0 15,0-40-15,1 40 0,-1 0 16</inkml:trace>
  <inkml:trace contextRef="#ctx0" brushRef="#br0" timeOffset="87494.9163">22029 14076 0,'-40'0'15,"80"0"-15,-120-40 16,160 40-1,-39 0 1,-1 0 0,0 0-16,0 0 0,0 0 0,0 40 15,0-40-15,0 0 16,1 0-16,-1 0 0,0 0 0,0 0 16,0 0-16,0 0 15,0 0-15</inkml:trace>
  <inkml:trace contextRef="#ctx0" brushRef="#br0" timeOffset="87954.8711">22912 14076 0,'0'0'0,"40"0"15,41 0 1,79-40 0,-120 40-1,0 0-15,0-80 16,1 80-16,-41-40 0,0 0 31,-41 0-15,1 40-16,-120 0 31,80 0-31,39 40 0,-39 0 31,80 0-31,-40-40 0,40 80 16,-40-80-16,40 80 16,0-39-16,0 39 15,40-40 1,0 0-16,81 0 15,-121 0-15,40-40 0,40 40 16,40-40 0,-80 0-16,81 0 15</inkml:trace>
  <inkml:trace contextRef="#ctx0" brushRef="#br0" timeOffset="88544.8393">24036 13475 0,'0'-40'0,"0"0"16,40 40 0,0 0-1,0 0-15,0 40 16,0-40-16,-40 40 16,0 0-1,0 0-15,0 0 16,-40 0-16,40 0 0,-40-40 15,40 40-15,-40-40 0,40 41 16,-40-41-16,0 40 31,80-40 1,0 0-32,0 0 15,0 0-15,0 0 0,0 0 16,1 40-1,-41 0-15,40-40 16,-40 40-16,0 0 16,0 0-16,0 0 15,-40-40-15,40 40 16,-41-40-16,1 0 0,0 0 16,0 0-16,0 0 15,0 0-15,0 0 0,0 0 16,-1 0-16,41-40 0,-40 40 0,0-40 0,0 40 15,0 0 1,0-40-16,0 40 0,40-40 0</inkml:trace>
  <inkml:trace contextRef="#ctx0" brushRef="#br0" timeOffset="89524.8543">25159 12713 0,'-40'0'0,"40"-40"31,40 40 0,-40 40-15,0 0 15,40-40 32,0 0-48,1 0-15,-1 0 16,-40 40 0,-40-40-1,-1 40 1,1-40-16,0 0 31</inkml:trace>
  <inkml:trace contextRef="#ctx0" brushRef="#br0" timeOffset="105093.9497">26042 11269 0,'-40'0'32,"40"-40"-1,40 0-15,0 40-16,-40-40 15,40 40-15,0 0 0,-40-40 16,41 40-16,-1 0 0,0-41 0,0 41 0,0 0 15,0 0-15,0 0 16,0 0-16,1 0 0,-1 0 0,0 0 16,0 0-16,-40 41 0,40-41 15,-40 40-15,40 0 0,-40 0 0,0 0 0,0 0 16,0 0-16,0 40 16,0-39-16,0-1 0,-40 0 0,40 0 0,-40 0 15,40 0-15,-40 0 0,0 0 0,0-40 0,-1 40 16,41 0-16,-40-40 0,0 41 15,0-41-15,80-41 32,40 41-17,-39 0 1,-1 0-16,0 0 0,0 0 0,0 0 0,0 0 16,0 0-16,0 41 0,-40-1 15,0 0 1,0 0-16,0 0 0,-40 0 0,-40 0 15,40 0-15,0-40 16,0 40-16,0-40 0,-1 41 0,1-41 0,-40 40 16,40-40-16,0 0 15,0 0-15,0 0 0,40-40 32</inkml:trace>
  <inkml:trace contextRef="#ctx0" brushRef="#br0" timeOffset="105583.921">27045 11630 0,'40'0'15,"-80"0"-15,161-40 16,-81 40-16,80-40 15,0 0 1,41 0 0,-121 40-1,40 0 1,-80-41 0,0 82 15,0-1-31,0 0 15,-40 0-15,40 0 0,0 0 0,-40-40 16,40 40-16,-40 0 16,40 0-16,-40 0 0,0 1 0,40-1 0,-40 0 15,-1 0-15,41 0 0,-40-40 16,0 40-16,40 0 0,-40 0 0,40 0 16,-40-40-16,40 41 0,0-1 15,40-40 1,0 0-16,0 0 15,0 0-15,1 0 16,-1 0-16,0 0 0,0 0 0,0 0 0,0 0 16,0-40-16,0 40 15,1 0-15,-1 0 0,0 0 0,-40-41 16,40 41-16</inkml:trace>
  <inkml:trace contextRef="#ctx0" brushRef="#br0" timeOffset="105813.9097">28008 11951 0,'0'-40'16,"40"40"0,41 0-16,-41-40 0,0 40 15,0 0-15,0 0 0,0 0 16,40 0-16,-39 0 0,-1 0 0,0 0 0,0 0 15,0 0-15,0 0 16,0 0-16,0 0 0,1 0 0,-1 0 0,0 0 16,0-41-1</inkml:trace>
  <inkml:trace contextRef="#ctx0" brushRef="#br0" timeOffset="106083.8917">28450 11590 0,'0'0'0,"0"-40"0,-41 40 15,1 0-15,0 0 16,0 40 0,40 0-16,0 0 0,0 0 15,0 0 1,0 0-16,0 0 0,0 1 0,0-1 0,0 0 15,0 0-15,0 0 16,40 0-16,-40 0 0,0 0 0,0 0 0,0 1 16,0-1-1,0 0-15,40-40 16</inkml:trace>
  <inkml:trace contextRef="#ctx0" brushRef="#br0" timeOffset="106873.7901">29734 11309 0,'0'-40'0,"0"80"0,0-120 31,0 40-31,-40 40 63,40 40-48,-41-40-15,1 0 16,0 0-1,0 0-15,0 0 16,0 0 0,0 0 15,0 0-15,-1 0-16,41 40 125,0 0-110,0 0-15,0 0 16,0 0-16,41-40 15,-41 41-15,0-1 0,0 0 0,0 0 0,0 0 16,0 0-16,0 0 0,0 0 16,0 0-16,40 0 0,0-40 15,-40 41 1,40-41-16,0 0 0,0 0 0,0 0 16,0 0-16,1 0 0,-1 0 15,0 0-15,0 40 16,-40 0-1,0 0 1,0 0-16,-40 0 0,40 0 0,-40-40 16,40 40-16,-81-40 0,41 40 15,0-40-15,0 0 0,0 0 16,0 41-16,0-41 16,0 0-16,-1 0 0,1 0 0,0 0 15,0 0-15,0 0 0</inkml:trace>
  <inkml:trace contextRef="#ctx0" brushRef="#br0" timeOffset="107533.8081">26804 13114 0,'0'0'0,"-40"0"16,-40 0 0,40 0 15,80 0 16,40 0-32,1 0 1,-41 0-16,0 40 0,40-40 0,0 0 0,-40 0 16,81 0-16,-41 0 0,0 0 15,1 0-15,39 0 0,0 0 0,-39 0 0,39 0 16,0 0-16,1 0 16,-1 0-16,0 0 0,1 40 0,-41-40 0,40 0 15,1 0-15,-41 0 0,41 40 0,-41-40 0,0 0 16,40 0-16,-39 0 0,-41 0 15,40 0-15,-40 40 0,40-40 0,-39 0 0,-1 0 16,0 0-16,0 0 16,0 0-16,0 0 0,0 0 15,0 0 1,-80 0 0,0 0 15,0 0-31,0 0 15</inkml:trace>
  <inkml:trace contextRef="#ctx0" brushRef="#br0" timeOffset="108323.7677">26724 13996 0,'-40'0'31,"0"0"-31,40-40 16,0 0-16,40 40 31,0-40-31,121 40 31,79 0-15,-79-40 0,40 0-1,-161 40 1,0 0 0,-120 80 15,39-40-31,-39 40 31,0 0-15,-40 41-1,79-41 1,-79 40 0,0 41-1,39-121 16,81 0-31,-40-40 0,80 0 63,1 0-47,-1 0-16,0 0 15,0 0-15,0 0 16,0 0-16,0 0 0,0 0 15,1 0 1,-1 0-16,0 0 0,0 0 16,0 0-16,0 0 15,0 0-15</inkml:trace>
  <inkml:trace contextRef="#ctx0" brushRef="#br0" timeOffset="108603.7459">27808 14397 0,'0'-40'0,"0"80"0,40-80 31,0 40-16,0 0-15,0 0 0,0 0 16,0 0-16,0 0 0,41 0 0,-41 0 0,0 0 16,0 0-16,0 0 15,0 0-15,0 0 0,1 0 0,-1 0 16,0 0-16,-40-40 0,40 40 16,0 0-16</inkml:trace>
  <inkml:trace contextRef="#ctx0" brushRef="#br0" timeOffset="109083.7182">29212 13916 0,'0'0'0,"0"-40"15,0 0 1,-40 40-16,40-40 31,-40 40-31,-40 40 32,39-40-32,-39 80 15,80-40-15,-120 80 16,120-80-16,-40 121 15,40-41 17,40-80-32,160 41 15,-159-81-15,119 0 16,-40-41 0,-79-39 15,-41 40-31,-41 40 15,-119 0 1,-1 40 15,121-40-31,-80 40 16,80 0-16</inkml:trace>
  <inkml:trace contextRef="#ctx0" brushRef="#br0" timeOffset="177907.065">4615 14116 0,'0'41'157,"40"-41"-142,-40 40-15,40-40 16,-40 40-16,40-40 15,0 0-15,-40 40 0,40-40 0,0 0 0,0 40 16,1-40-16,-1 0 16,0 40-16,0-40 0,0 40 0,0-40 15,-40 40-15,40-40 0,0 40 0,-40 1 16,41-41-16,-1 0 16,-40 40-16,40-40 0,0 40 15,0-40 1,0 0-1,0-40 1</inkml:trace>
  <inkml:trace contextRef="#ctx0" brushRef="#br0" timeOffset="178336.9833">5618 14076 0,'0'0'0,"0"-80"15,-40 40 17,40 80 14,-41-40-30,1 40-16,40 0 16,0 0-16,-40 1 0,40-1 0,-40-40 15,40 40-15,-40 0 16,40 0-16,0 0 0,-40 0 0,40 0 16,0 0-16,0 1 0,-40-1 15,40 0-15,0 0 0,0 0 0,0 0 0,-40 0 16,40 0-1,0 0-15,0 0 0,0 1 0,-41-1 16,41 0-16,0 0 16,0 0-1</inkml:trace>
  <inkml:trace contextRef="#ctx0" brushRef="#br0" timeOffset="178846.9375">6139 14036 0,'0'0'0,"-40"0"31,0 0-31,0 0 16,40 40-16,-40 0 15,40 1 1,-40-1-16,40 0 0,-40 0 0,40 0 16,0 0-16,-41 0 0,41 0 15,0 0-15,0 1 0,0-1 0,0 0 0,0 0 16,0 0-1,0 0-15,0 0 0,0 0 0,41 0 16,-1 0-16,0 1 16,0-41-16,0 40 0,0-40 15,0 0-15,0 0 0,1 0 16,-1-81-16</inkml:trace>
  <inkml:trace contextRef="#ctx0" brushRef="#br0" timeOffset="179466.9171">6460 14357 0,'0'0'15,"-80"0"1,80-40-1,120 0 17,-39 40-32,79-40 15,-39 40 17,-41-40-17,0 40 1,-80 40 46,0 0-46,-40 0-16,0 0 0,40 0 16,-40-40-16,40 40 15,-40 0-15,-1 1 0,41-1 0,-40 0 16,40 0-16,-40-40 15,40 40-15,-40 0 0,40 0 0,-40 0 0,40 0 16,-40 0 0,80-40 15,-40-40-15,40 40-16,0-40 0,0 40 15,0-40 1,1 40-16,-41-40 15,40 40-15,0 0 16,0 0-16,0 0 16,0 0-16,0 0 0,0 0 0,1 0 15,-1 0-15,0 0 16,0 0-16,0-40 0,0 40 0</inkml:trace>
  <inkml:trace contextRef="#ctx0" brushRef="#br0" timeOffset="179816.8803">7464 13956 0,'-41'0'31,"82"0"0,-41 40-31,80 40 16,-40 41 15,-40-81-31,40 40 0,-40-40 0,-40 161 31,-80 39-15,-41 1-1,81-121 17</inkml:trace>
  <inkml:trace contextRef="#ctx0" brushRef="#br0" timeOffset="180456.8413">5297 15921 0,'-40'0'47,"40"-40"-47,40 40 78,0 0-78,0 0 16,0 0-1,0 0-15,0 0 0,41 0 0,-41 0 16,0 0-16,0 0 0,40 0 16,-40 0-16,0 0 0,41 0 0,-41-40 0,40 40 15,-40-40-15,40 40 0,1 0 0,-41 0 0,40-40 16,-40 40-16,40 0 16,-39-40-16,39 40 0,-40 0 0,0 0 0,0 0 15,40 0-15,-39 0 0,-1-40 16,0 40-16,0 0 0,0 0 0,0 0 0,0 0 15,0 0-15,1 0 16,-1 0-16,0 0 0,0 0 16,-40-41-16,40 41 0</inkml:trace>
  <inkml:trace contextRef="#ctx0" brushRef="#br0" timeOffset="181466.7867">6099 16483 0,'-40'0'31,"0"0"-31,40-40 16,40 40 15,0 0-15,0 0-16,0 0 15,1 0-15,-1 0 0,0 0 0,0 0 16,0-41-16,0 41 16,0 0-16,0-40 0,1 40 0,-1-40 15,0 40-15,0-40 0,0 40 16,-40-40-16,40 40 15,-40 40 17,-40-40-32,40 40 0,-40-40 15,0 0-15,40 40 16,-40 0-16,40 1 16,-40-41-16,40 40 15,-41-40-15,41 40 0,-40-40 0,40 40 16,-40-40-16,0 40 15,40 0-15,-40-40 0,40 40 0,-40 0 0,0-40 16,40 40-16,-40-40 0,40 41 0,-41-1 0,1-40 16,40 40-16,-40-40 15,0 40-15,40 0 0,-40-40 0,0 40 0,0 0 16,40 0-16,-40 0 16,40 0-16,-41-40 15,82 0 79,-1 0-94,0 0 16,0 0-16,0 0 0,0 0 15,0 0-15,0 0 0,1 0 0,-1 0 16,0 0-16,0-40 15,0 40-15,0 0 0,0 0 0,0 0 0,1 0 16,-1 0-16,0 0 0,0 0 16,0 40-16,0-40 15,-40 41-15,40-41 0,0 0 32,-40 40-32,0-80 78,0-1-63,0 1 1</inkml:trace>
  <inkml:trace contextRef="#ctx0" brushRef="#br0" timeOffset="183336.6369">9109 14999 0,'-40'0'31,"-1"0"1,82 0 61,-41 40-93,40-40 16,0 0-16,0 0 0,0 0 0,0 40 16,0-40-16,0 0 0,1 0 15,-1 0-15,0 0 0,0 0 0,40 0 16,-40 0-16,0 0 0,1 0 15,-1 0-15,0 0 0,0 0 0,0 0 16,0 0-16,0 0 31,-40 40-15</inkml:trace>
  <inkml:trace contextRef="#ctx0" brushRef="#br0" timeOffset="183896.6049">9229 15640 0,'-40'0'0,"80"0"0,-120 0 31,120 41 79,0-41-110,0 0 15,0 0-15,0 0 16,1 0-16,-1 0 0,0 0 0,0 0 16,0 0-16,0 0 15,0 0-15,0 0 0,1-41 0,-1 41 0,0 0 16,0 0-16,0 0 15,0-40-15,0 40 0,-80 0 47,40 40-31,-40-40-16,0 0 16,80 0 15,0 0-16</inkml:trace>
  <inkml:trace contextRef="#ctx0" brushRef="#br0" timeOffset="185220.249">11717 14397 0,'0'-40'32,"0"0"-32,0 0 15,40 40 1,-40-40-16,40 40 0,0-40 16,0 40-1,1-40-15,-1 40 0,0 0 16,0 0-16,0 0 0,-40 40 0,40-40 15,-40 40-15,40-40 16,-40 80-16,0-40 0,0 0 0,0 0 16,0 0-16,0 1 15,-40-41-15,40 40 0,-40 0 0,40 0 0,-80-40 16,80 40-16,-40-40 0,40 40 16,0 0-16,-40-40 0,80 0 46,0 0-30,0 0-16,0 0 16,0 0-16,0 0 0,0 0 15,-40 40-15,41-40 16,-41 40-16,40 0 0,-40 1 0,0-1 0,0 0 16,0 0-16,0 0 0,0 0 15,0 0-15,-40 0 0,-41 0 0,81 1 16,-40-41-16,0 40 0,0-40 0,0 40 0,0-40 15,0 40-15,-1-40 16,1 0-16,0 0 0,0 0 0,0 0 16,0 0-1,40-40-15,0 0 0,0 0 16,0-1-16,0 1 16</inkml:trace>
  <inkml:trace contextRef="#ctx0" brushRef="#br0" timeOffset="185890.2104">12640 14638 0,'-40'-40'0,"80"40"31,0 0-15,0 0-16,0 0 15,0-40-15,41 40 0,-41 0 0,0 0 0,40 0 16,-40 0-16,0 0 0,0 0 16,1 0-16,-1 0 0,0 0 0,0 0 0,0 0 15,0 0 1,0 0-16,0 0 0,1 0 15,-1 0-15,-80 0 47,-1 0-31,1 0-16,40 80 0,-40-80 16,40 40-1,-40 0-15,0 0 0,40 0 0,-40 0 16,0 0-16,40 1 0,-40-1 0,40 40 15,-41-80-15,1 80 16,0-40-16,40 0 0,-40-40 0,0 40 0,0 1 16,0-1-16,40 0 15,-40-40-15,40 40 0,40-80 63,0 0-48,0 40-15,0 0 0,0 0 16,0 0 0,0 0-16,1 0 0,-1 0 15,0 40-15,0-40 16,0 40-16,0-40 0,0 0 0,0 0 16,-40 40-16,41-40 15,-1 0-15,0 0 0,0 0 0,0 0 16,0 0-16,0 0 0,0 0 0,1 0 0</inkml:trace>
  <inkml:trace contextRef="#ctx0" brushRef="#br0" timeOffset="186150.2181">14124 15199 0,'0'0'0,"-40"0"0,0-40 15,80 40 17,-40-40-32,40 40 0,1 0 0,-1 0 0,0 0 15,0 0-15,40 0 16,-40 0-16,0 0 0,1 0 0,-1 0 0,0 0 16,0 0-16,0 40 0,0-40 15,0 40-15,1-40 16</inkml:trace>
  <inkml:trace contextRef="#ctx0" brushRef="#br0" timeOffset="186470.176">14325 14758 0,'0'-40'0,"0"80"0,-40-80 16,40 0-16,-40 40 16,40 40-1,0 0 1,0 80 0,0 1-1,0 79 1,-40-119-16,0 119 31,40-80-15,0-80-1,80-40 1</inkml:trace>
  <inkml:trace contextRef="#ctx0" brushRef="#br0" timeOffset="186980.1464">15609 14678 0,'-40'-40'16,"80"80"-16,-160-80 31,80 40-31,0 0 16,-41 40 0,1 40-16,0 121 31,40-81-31,40 121 15,120-81 17,-40-80-17,-40-80-15,1 0 16,39-40 0,-80 0-1,0 0 1,-40 0-16,-161 40 31,81 80-31,-41-40 31,121 40-15</inkml:trace>
  <inkml:trace contextRef="#ctx0" brushRef="#br0" timeOffset="187620.1758">11958 15961 0,'-40'0'31,"80"0"-31,-121 0 0,81-40 0,0 80 62,0 0-30,41-40-17,-1 0-15,0 41 0,0-41 16,0 0-16,40 0 0,-40 0 0,41 0 0,-1 0 15,0 0-15,0 0 0,41 0 16,-41 0-16,40 0 0,1 0 0,-1 0 0,1 0 16,39 0-16,-40 0 15,41 0-15,-1 0 0,1 0 0,-1 0 0,-39 0 16,39 0-16,-39 0 0,39 0 16,-39 0-16,-1 0 0,-40 0 0,41 0 0,-1 0 15,-40-41-15,1 41 16,-1 0-16,-40 0 0,40 0 0,-40 0 0,0 0 15,1 0-15,-1 0 0,0 0 0,0 0 16,0 0-16,-80 0 31,40-40-15,-40 40-16,0 0 16,0 0-1,-1 0-15</inkml:trace>
  <inkml:trace contextRef="#ctx0" brushRef="#br0" timeOffset="188340.0688">11436 16763 0,'0'0'0,"-40"0"31,0 0-15,0 0 0,-41 81-1,41 119 17,0 41-17,40-1 1,121-79-1,-1-81 17,40-80-17,-79-40-15</inkml:trace>
  <inkml:trace contextRef="#ctx0" brushRef="#br0" timeOffset="188900.1178">11958 17044 0,'-40'0'16,"80"0"-16,-121 0 16,81-40-16,0 0 15,81 0 1,-41 40-16,0-40 0,0 40 15,0-40-15,0 40 0,0 0 0,1 0 16,-1 0-16,0-40 0,0 40 16,0 0-16,0 0 0,0 0 15,-40 40 32,-40 0-47,0 0 16,40 0-16,-40 0 15,0 0 1,0 0-16,40 0 0,-40-40 0,40 40 16,0 1-16,-41-41 0,41 40 15,-40-40-15,40 40 0,-40-40 0,40 40 0,-40-40 16,40 40-16,-40 0 16,0 0-16,40 0 15,-40-40-15,40 40 0,0 1 16,-40-41-16,80 0 47,0-41-47,0 41 15,0 0-15,0-40 0,0 40 16,0 0-16,-40-40 0,41 40 0,-1 0 16,0 0-16,-40-40 15,40 40-15,0 0 0,0-40 16,0 40-16,0 0 0</inkml:trace>
  <inkml:trace contextRef="#ctx0" brushRef="#br0" timeOffset="189140.0977">13001 17325 0,'-40'0'16,"40"-40"-16,-40 40 15,80-40 17,0 40-32,0 0 0,0 0 15,0 0 1,0-40-16,1 40 16,-1 0-16,0 0 15,0 0-15,0 0 16,0 0-16</inkml:trace>
  <inkml:trace contextRef="#ctx0" brushRef="#br0" timeOffset="189700.0647">13763 17084 0,'40'0'31,"1"0"-15,-41-40-16,40 40 15,0 0-15,0 0 0,0-40 16,0 40-16,0 0 0,-40-40 15,40 40-15,-40-40 16,0 0 15,-40 40-15,0 0 0,0 0-16,0-40 15,0 40 1,0 0-16,0 80 0,-1-80 15,1 40-15,0 0 16,40 0-16,0 0 0,-40 0 16,40 0-16,0 1 15,0-1-15,0 0 16,0 0-16,40-40 0,-40 40 0,40 0 16,0 0-1,1-40-15,-1 40 0,0-40 16,0 0-16,0 0 0,0 0 15,0 0 1,0 0 0,1 0-1,-41-40-15</inkml:trace>
  <inkml:trace contextRef="#ctx0" brushRef="#br0" timeOffset="190250.032">14365 16603 0,'0'0'0,"0"-40"16,40 40-1,0 0 1,41 0 15,-41 0-31,-40 40 32,0 0-32,0 80 31,-40-39-16,40-41 1,40-40 31,0 0-31,0 0-1,0 0 1,-40 40-16,0 0 0,-40-40 31,40 40-31,-40 0 0,0-40 16,40 40-16,-40-40 0,0 40 15,-1-40-15,41 40 16,-40-40-16,0 0 16,40-40 15</inkml:trace>
  <inkml:trace contextRef="#ctx0" brushRef="#br0" timeOffset="190809.9992">15208 16723 0,'40'0'47,"0"0"-47,0 40 16,0-40-1,-40 41-15,0-1 0,0 0 0,41 0 0,-41 40 16,0-40-16,0 0 16,0 0-16,0 0 0,0 1 0,-41 39 0,41-40 15,-40 0-15,40 0 0,-40 0 16,0 0-16,0 0 0,40 1 0,-40-41 15,0 40-15,0-40 0,40 40 16</inkml:trace>
  <inkml:trace contextRef="#ctx0" brushRef="#br0" timeOffset="191179.9783">16171 16683 0,'-40'0'16,"80"0"-16,-160 40 15,79-40-15,-39 161 16,0-1 0,40 41 15,40-121-31,80 80 31,0-79-15,-40-41-16,41-40 31,-41 0-31</inkml:trace>
  <inkml:trace contextRef="#ctx0" brushRef="#br0" timeOffset="191729.9465">16572 17084 0,'0'0'0,"-40"0"0,120 0 31,-40-40-31,1 40 16,-1-40-1,0 40-15,0 0 0,0 0 0,-40-40 0,40 40 16,0 0-16,0 0 0,1 0 15,-1 0 1,-40 40 31,-40 40-31,40-40-16,-41-40 0,41 40 15,-40-40-15,40 41 16,-40-1-16,0-40 0,40 40 0,-40 0 0,40 0 15,-40-40-15,40 40 0,-40 0 0,40 0 0,-40-40 16,40 40-16,-41 1 16,1-41-16,40 40 15,40-40 32,1 0-47,-1 0 16,-40-40-16,40 40 0,0 0 0,0 0 15,-40-41 1,40 41-16,0 0 0,0 0 0,1 0 0,-1 0 16,0 0-16,0 0 15,0 0-15,0 0 0,-40 41 0,40-41 0,0 0 16,1 0 0,-1 0-16,0 0 0,0 0 0</inkml:trace>
  <inkml:trace contextRef="#ctx0" brushRef="#br0" timeOffset="191979.9309">17856 17365 0,'0'-40'16,"40"40"-1,0 0 1,1-40-16,-1 40 0,0 0 0,0 0 16,0 0-1,0 0-15,0 0 0,1 0 16,-1 0 0,0 0-16</inkml:trace>
  <inkml:trace contextRef="#ctx0" brushRef="#br0" timeOffset="192499.8425">19501 16804 0,'-40'-41'16,"0"1"-16,0 40 31,-40 81-15,-41 79 0,41-80-1,0 81 1,80-81-1,0-40 1,120 40 0,41-40 15,-41-80-15,-80 0-1,0 0 1,-120 40-1,-80 0 1,120 40 0,-41-40-1,41 40 1,80 0 0</inkml:trace>
  <inkml:trace contextRef="#ctx0" brushRef="#br0" timeOffset="192809.8323">19863 16763 0,'0'81'47,"40"-81"-47,-40 40 0,40-40 0,-40 40 15,0 0-15,0 0 0,0 0 0,0 0 16,0 0-16,0 0 0,0 1 15,-80-1-15,39 0 0,1 0 0,0 0 0,0 0 16,0 0-16,-40 0 16,40-40-16,-41 40 0,41 1 0,-40-1 0</inkml:trace>
  <inkml:trace contextRef="#ctx0" brushRef="#br0" timeOffset="201129.4002">16051 14598 0,'-41'0'109,"1"0"-78,0 0-15,0 0 0,0 0-16,0 0 15,0 0-15,0 0 16,-1 0-1,1 0 1,0 0 0,0 0 15,0 0-31,0 0 16,0 0-1,0 0-15,-1 0 0,1 0 16,40 40-1,-40-40-15,0 0 16,40 40 0,-40-40 15,0 0-15,40 40-1,0 0 126,0 40-141,40-80 0,-40 40 0,0 1 15,0-1-15,0 0 16,0 0-16,0 0 0,0 0 0,0 0 0,0 0 16,0 0-1,0 1-15,0-1 0,0 0 16,0 0 0,0 0-1,0 0-15,0 0 16,0 0-1,0 0-15,0 0 16,40-40 0,-40 41-1,0-82 63,40 41-62,-40-40-16,0 0 31,40 40-31,0-40 0,1 0 16,-1 0 0,0 40-16,0 0 15,-40-40-15,40 40 16,0 40-1,-40 0 1,0 0 0,40 0-16,-40 0 15,0 0 1,0 1-16,0-1 31,-40-40-31,40 40 0,-40 0 0,0 0 16,0 0-1,40 0 1,-40-40-16,0 40 16,-1-40-1,41 40 1,-40-40 0,0 41-16,0-41 15,0 0 1,40 40-1,-40-40-15,0 0 16,0 0-16,-1 0 16,1 0-16,40-40 15,-40 40 1</inkml:trace>
  <inkml:trace contextRef="#ctx0" brushRef="#br0" timeOffset="206099.1107">21347 16122 0,'-40'0'0,"80"0"79,0 0-79,0 0 0,1 0 15,-1-40-15,0 40 0,0 0 16,0 0-16,0 0 15,40 0-15,-39 0 0,-1 0 0,40 0 0,-40 0 16,40 0-16,-39 0 0,-1 0 16,0 0-16,0 0 0,0 0 0,0 0 0,0 0 15,0 0-15,1 0 16,-1 0-16,0 0 0,-40 40 16</inkml:trace>
  <inkml:trace contextRef="#ctx0" brushRef="#br0" timeOffset="206339.0969">21869 16523 0,'-80'40'16,"160"-80"-16,-241 120 16,201-80-1,41 0-15,-41 0 16,120 0-1,-79 0-15,79 0 32,-120 0-32,0 0 0,41 0 15,-41 0-15,0 0 0</inkml:trace>
  <inkml:trace contextRef="#ctx0" brushRef="#br0" timeOffset="206988.9853">24116 15841 0,'0'-40'15,"0"80"-15,0-120 32,0 160-17,0-40 1,0 0-16,0 0 0,0 0 0,0 41 15,0-41-15,0 0 16,0 0-16,-80 0 0,80 0 0,0 0 0,-40 0 16,40 0-16,0 1 0,-41-41 15,1 40-15,40 0 0,-40-40 16,40-80 0,0 39-1,0 1-15,40 0 0,-40 0 0,40 0 0,-40-40 16,41 40-16,-41 0 0,40-41 15,0 1-15,-40 40 0,40-40 0,0 40 0,-40 0 16,40-41-16,0 41 16,-40 0-16,40 0 0,1 40 0,-41-40 0,40 40 15,-40-40-15,40 40 0,0 0 16,0 0 0,-40 40-16,0 0 15,0 0-15,0 0 16,40 0-16,-40 1 0,0-1 0,0 0 0,0 40 15,0-40-15,0 40 0,0-40 16,0 1-16,0 39 0,0-40 0,0 0 0,0 0 16,0 0-16,0 0 15,0 0-15,0 0 0,0 1 0,0-1 16,40-40-16,-40 40 16,40-40-16,1 0 0</inkml:trace>
  <inkml:trace contextRef="#ctx0" brushRef="#br0" timeOffset="207249.0452">23996 16362 0,'-41'-40'0,"82"80"0,-162-120 31,121 40-31,80 40 15,121-40 1,-81 0 0,-79 40-16,79 0 15,-80 0-15,121-40 16,-81 40 0,-40 40-16</inkml:trace>
  <inkml:trace contextRef="#ctx0" brushRef="#br0" timeOffset="207698.9422">23073 17004 0,'-40'0'0,"40"40"16,40-40 15,40 0-16,-40 0-15,0 0 0,0 0 16,0 0-16,1 0 16,-1 0-16,40 0 0,-40 0 0,40-80 0,-40 80 15,41 0-15,-1 0 16,0 0-16,-40 0 0,41 0 0,-1 0 0,-40 0 16,0 0-16,40 0 0,-40 0 0,1 0 0,39 0 15,-40 0-15,0 0 0,0 0 16,0 0-16,0 0 0,1 0 0,-1 0 0,0 0 15,0 0-15,0 0 16,0 0-16,-40 40 0,40-40 0,0 0 16,1 0-16,-41 40 15,40-40-15</inkml:trace>
  <inkml:trace contextRef="#ctx0" brushRef="#br0" timeOffset="208538.9123">22952 17766 0,'0'0'16,"40"-40"-1,1 0 16,39 40-15,-40 0-16,40 0 16,-40 0-16,0 0 0,81-40 31,-81 40-31,80 0 16,-80 0-16,1 0 0,-1 0 15,0 0 1,0 0 15,-80 0 0,40 40-31,-40 0 32,0-40-32,40 40 0,-41-40 15,1 40-15,0 0 0,0-40 0,40 40 16,-40-40-16,0 40 0,0 1 15,0-41-15,40 40 0,-41-40 0,1 40 16,0 0 0,0 0-16,0-40 0,40 40 15,-40-40-15,40 40 16,40-40 31,0 0-32,0 0 1,0 0-16,0 0 31,1-40-31,-1 40 16,0 0-16,0 0 0,0 0 16,0 0-16,40 0 0,-39 0 0,-1 0 15,0 0-15,0 40 0,0-40 0,0 0 0,0 0 16,0 0-16,1 0 15,-1 0-15,0 0 0,0 0 0,0 0 16</inkml:trace>
  <inkml:trace contextRef="#ctx0" brushRef="#br0" timeOffset="208778.8799">24317 18047 0,'-41'0'0,"41"-40"0,-40 40 16,121 0 15,-41 0-15,0 0-16,0 0 0,0 0 0,0 0 15,0 0-15,0 0 0,1 0 16,-1 0-16,0 0 15</inkml:trace>
  <inkml:trace contextRef="#ctx0" brushRef="#br0" timeOffset="209598.9087">25039 18007 0,'80'0'32,"-40"-40"-17,40 40 1,1 0 0,-41 0-16,0-41 140,0 41-124,0 0-16,-40-40 31,0 0-15,0 0-1,40 40-15,-40-40 32,-40 40-17,0 0 1,0 0-1,0 0-15,40 40 16,-40-40 0,0 0-16,-1 40 15,1-40 1,40 40-16,-40-40 0,40 40 16,-40-40-16,40 41 0,-40-41 15,40 40 1,-40 0-16,40 0 15,0 0-15,0 0 16,-40-40-16,40 40 16,0 0-1,0 0-15,40-40 16,0 0 0,-40 41-16,40-41 0,0 0 0,0 0 15,0 0-15,1 0 0,-1 0 16,0 0-1,0 0-15,0 0 16,0 0 0,0 0-1,1 0 1,-41-41-16,40 41 16</inkml:trace>
  <inkml:trace contextRef="#ctx0" brushRef="#br0" timeOffset="210328.7918">26002 17405 0,'-40'-40'16,"80"80"-16,-120-80 0,120 40 62,0 0-46,0 0-16,-40 40 16,40-40-1,0 0-15,-40 40 0,0 0 32,-40 0-17,40 1-15,-40-41 16,0 40-1,0-40-15,0 0 0,40 40 16,-40-40-16,80 0 47,0 0-31,0 0-16,-40 40 15,40-40 1,0 0-16,0 0 31,-40 40-15,0 0-1,0 0-15,-40 0 32,0-40-32,0 40 15,0-40-15,0 0 16,0 0-1,40 40-15,-41-40 0,1 0 16,0 0 0,40-40-1</inkml:trace>
  <inkml:trace contextRef="#ctx0" brushRef="#br0" timeOffset="211178.8151">27085 16964 0,'0'-40'32,"40"40"124,1 0-141,-1 0 1,0 0-16,0 0 16,0-40-16,0 40 15,0 0-15,0 0 0,1 0 0,-1 0 16,0 0-16,0 0 16,0 0-16,0 0 0,0 0 15,-80 0 157</inkml:trace>
  <inkml:trace contextRef="#ctx0" brushRef="#br0" timeOffset="211988.6943">27487 16603 0,'-41'40'79,"41"0"-48,0 0-31,-40-40 0,40 40 15,0 1-15,-40-1 16,40 0-16,0 0 0,0 0 0,-40 0 16,40 0-16,-40 0 0,40 0 15,0 0-15,-40 1 0,40-1 0,0 0 16,0 0-16,0 0 16,0 0-16,40-40 15</inkml:trace>
  <inkml:trace contextRef="#ctx0" brushRef="#br0" timeOffset="212478.7414">28730 16082 0,'0'-40'31,"-40"40"-31,40 40 31,0 0-15,0 0-16,0 0 0,0 0 0,0 0 15,0 0-15,-40 0 16,40 0-16,0 1 0,0-1 0,0 0 0,0 0 16,-40 0-16,40 0 15,0 0-15,0 0 0,0 0 16,0 1 0</inkml:trace>
  <inkml:trace contextRef="#ctx0" brushRef="#br0" timeOffset="213008.7117">28690 16282 0,'0'-40'16,"0"80"-16,0-120 0,0 0 0,0 40 0,0-41 16,40 41 15,1 0-31,79-40 31,41 40-15,-81 40-1,0 0 1,-40 40-16,-40 40 16,0-40-1,-40 41-15,-120 79 31,119-120-31,-39 40 32,40-40-17,160-40 1,-79 0-16,39 0 16,0 40 15,-40 81-16,-80-41 1,0 0 0,-121-40-1,121-40 1,-120 0 0,79 0-1,41 0 1</inkml:trace>
  <inkml:trace contextRef="#ctx0" brushRef="#br0" timeOffset="213378.6879">28169 17205 0,'0'0'16,"-40"0"-16,-1 0 16,122 0-1,39 0 1,41 0 0,119 0-1,-159-41 1,160 41-1,-81 0 17,-79 0-17,39 0 1,-79 41 0,-41-41-16,0 80 15</inkml:trace>
  <inkml:trace contextRef="#ctx0" brushRef="#br0" timeOffset="214078.6473">28169 17806 0,'0'0'31,"-40"0"-31,80 0 47,0 0-47,0 0 0,0 0 15,0 0-15,0 0 16,0 0-16,1 0 0,-1 0 0,0 0 0,0 0 16,0-40-1,0 40-15,0 0 0,0 0 0,1 0 0,-41-40 16,40 40-16,-80 40 62,-1 0-46,1 0-16,0 0 16,0-40-16,40 40 0,-40-40 0,0 41 0,0-1 15,0-40 1,40 40-16,-41-40 0,1 40 0,0 0 16,0-40-16,40 40 0,-40-40 15,40 40-15,-40-40 16,0 40-16,0 0 15,-1-40 1,41 41-16,41-41 47,-1 0-47,0 0 16,0 0-1,0 0-15,0 0 0,0 0 16,0 0-16,1 0 15,-1 0-15,0 0 0,0 0 0,0 0 16,0 0-16,0-41 16,0 41-16,1 0 0,-1 0 15,0 0-15,0 0 16</inkml:trace>
  <inkml:trace contextRef="#ctx0" brushRef="#br0" timeOffset="214338.5593">29092 18127 0,'-40'0'0,"40"-40"31,80 40-31,40 0 31,41 0-15,-41 0 0,-40-40 15,-40 40-31</inkml:trace>
  <inkml:trace contextRef="#ctx0" brushRef="#br0" timeOffset="214788.5304">30255 17646 0,'0'-40'16,"0"80"-16,-40-80 16,40 80-1,-40-40-15,0 40 31,0 0-31,-81 40 32,1 40-17,80-79 1,0 119 0,40-40-1,40-80 1,80-40 15,-80-40-31,1 40 16,-1-80-1,-80 80 1,-121 0 15,1 0-15,-1 80-1,81-80 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40:03.4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3531 2406 0,'-40'-40'0,"0"0"16,40-1-1,-40 1-15,40 0 16,0 0-16,0 0 15,40 40-15,-40-40 16,40 40-16,-40-40 0,40 40 0,0-40 16,0 40-16,-40-40 15,41 40-15,-1 0 0,-40-41 0,40 41 16,0 0 0,0 0-16,0 0 0,0 0 0,-40 41 15,40-41-15,-40 40 16,0 0-16,0 0 0,0 0 0,0 0 15,0 0-15,-40 0 0,40 0 16,0 1-16,-40-1 0,40 0 0,0 0 0,0 0 16,-40-40-16,40 40 0,-40-40 15,40 40 1,80-40 15,-40 0-31,0 0 16,1 0-16,-1 0 15,0 0-15,0 40 0,0-40 0,0 40 16,-40 0-16,40-40 0,-40 41 0,40-1 0,-40 0 16,0 0-16,0 0 15,0 0-15,-40 0 0,40 0 0,-40-40 16,0 40-16,0 1 16,0-41-16,0 40 0,0-40 0,40 40 0,-41-40 15,1 40-15,0-40 0,0 0 16,0 0-16,0 0 0,0 0 15,0 0 1,40-40 0,0 0-16,40 40 0</inkml:trace>
  <inkml:trace contextRef="#ctx0" brushRef="#br0" timeOffset="639.9057">4976 2125 0,'-40'0'0,"80"0"0,-161 0 32,161 0-17,1 0 1,-1-40-16,0 40 0,0-40 0,0 40 0,40 0 15,-40 0-15,1-40 0,39 40 16,-40 0-16,0-40 0,0 40 0,0 0 0,0 0 16,1-41-16,-1 41 0,0 0 0,0 0 15,-40-40 1,40 40-16,0 0 0,-40 40 47,-80-40-32,160 0-15,-80 41 16,-40-41-16,40 40 0,-40-40 0,40 40 0,-40-40 16,40 40-16,-40 0 0,0 0 15,-1 0-15,1 0 0,0 0 0,0 1 0,0-1 16,0 0-16,0 0 16,0 0-16,-1 0 0,1 0 0,0 0 0,40 0 15,-40 0-15,0 1 0,40-1 16,0 0-16,-40-40 0,40 40 0,0 0 47,40-40-47,0 0 15,0 0 1,0 0-16,0 0 16,1 0-16,-1-40 15,0 40-15,0-40 0,0 40 0,0 0 16,0-40-16,0 40 0,1 0 15,-1 0-15,0 0 0,0-40 0,0 40 0,0 0 16,0-41-16,0 41 0,1 0 16,-1-40-16,0 40 15,0 0-15,0 0 0,0 0 0</inkml:trace>
  <inkml:trace contextRef="#ctx0" brushRef="#br0" timeOffset="889.8724">6500 2606 0,'-40'0'0,"80"0"47,-40-40-47,41 40 16,-1 0-16,0 0 0,0-40 15,0 40-15,0 0 0,0 0 0,0 0 0,1-40 16,39 40-16,-40-40 15,0 40-15,0 0 0,0 0 0,0-40 0,1 40 16,-1-40-16,0 40 0,0-40 16,0 40-16,0 0 15,0 0-15,-40-41 0</inkml:trace>
  <inkml:trace contextRef="#ctx0" brushRef="#br0" timeOffset="1449.8626">7142 2245 0,'-40'-40'16,"0"40"30,0 0-30,0 0 47,40-40-32,0 0-16,0 0 17,-40 40 15,0 0-32,40 40 16,0 0-31,0 0 16,0 0-16,0 0 0,0 1 0,0-1 16,0 0-16,0 0 0,0 0 15,0 0-15,0 0 0,40 0 0,-40 0 16,0 0-16,0 1 16,0-1-16,40 0 0,0 0 15,0-40 1</inkml:trace>
  <inkml:trace contextRef="#ctx0" brushRef="#br0" timeOffset="2199.8732">8868 1644 0,'0'0'0,"-40"0"31,0 0-15,0 0-1,-41 40 1,-39 0 0,40-40-1,-121 40 1,121 0-1,40-40 1,40 40 62,0 0-62,40 0-16,-40 1 0,40-1 15,0 0 1,-40 0-16,40 0 16,0-40-16,-40 40 0,40-40 0,1 0 15,-41 40-15,40-40 16,0 0-16,0 0 0,0 0 0,0 0 16,0-40-16,0 40 15,1 0-15,-1-40 0,0 40 16,0 0-16,-40 40 15,40 0-15,-40 0 0,0 0 0,0 1 16,0-1-16,-40 0 0,40 0 0,-80 0 16,40 0-16,40 0 15,-41-40-15,-39 40 0,40 0 0,0 0 0,0-40 16,0 41-16,0-41 0,-41 40 16,41-40-16,0 40 0,0-40 0,0 0 0,0 0 15,40 40 1,-40-40-16</inkml:trace>
  <inkml:trace contextRef="#ctx0" brushRef="#br0" timeOffset="2499.8557">10112 2285 0,'-40'0'16,"80"0"-16,-120 0 0,80-40 16,40 40-16,40-80 31,161 0-16,-1 40 1,-159 40 0</inkml:trace>
  <inkml:trace contextRef="#ctx0" brushRef="#br0" timeOffset="2679.8429">10353 2807 0,'-41'0'15,"82"0"-15,-122 40 0,-39-40 16,200 0-16,-40-40 16,321 0-1,-280 40-15,160 0 32,-1-81-32</inkml:trace>
  <inkml:trace contextRef="#ctx0" brushRef="#br0" timeOffset="6699.6093">12319 2205 0,'0'0'0,"-40"-40"31,40 0-15,-40 40 30,40 40-46,0 40 0,0-40 16,0 41-16,0-41 0,0 0 0,0 40 0,0 0 16,-41-40-16,41 0 0,0 41 15,-40-41-15,40 0 0,-40 40 0,40-40 0,0 0 16,-40 0 0,40 1-16,0-122 15,0 41 1,0 0-16,-40 0 0,40 0 0,0-40 0,0 40 15,0-41-15,0 1 0,0 40 0,0-40 0,0 40 16,0-40-16,40 39 16,-40-39-16,0 40 0,40 0 0,-40 0 0,40 0 15,-40 0-15,40 0 0,-40-1 16,41 1-16,-1 40 0,-40-40 0,40 40 0,-40-40 16,40 40-16,0-40 15,-40 80 16,40-40-31,-40 40 0,0 0 0,0 0 0,40 1 16,-40-1-16,0 0 0,40 40 0,-40-40 0,0 0 16,41 0-16,-41 0 15,40 1-15,-40-1 0,40 0 0,-40 0 0,40-40 16,-40 40-16,40 0 0,-40 0 16,40 0-16,-40 0 0,0 0 0,40-40 0,-40 41 15,0-1-15,40-40 16,-40 40-16,41-40 0,-41 40 0</inkml:trace>
  <inkml:trace contextRef="#ctx0" brushRef="#br0" timeOffset="6929.5215">12319 2807 0,'-80'0'0,"160"0"0,-321-40 31,241 0-31,0-1 0,161-39 16,79 0 15,-39 0-15,-81 40 0,-80 40-16</inkml:trace>
  <inkml:trace contextRef="#ctx0" brushRef="#br0" timeOffset="7229.5056">13563 1764 0,'0'0'0,"0"-40"0,-40 40 16,40-40-16,-41 40 15,1 0 1,-40 200 0,-40 121-1,120-160 1,120 119 0,41-79 15,-81-161-31,0 0 15,0-40-15</inkml:trace>
  <inkml:trace contextRef="#ctx0" brushRef="#br0" timeOffset="7729.4972">14245 2205 0,'0'0'16,"-40"0"-16,0 0 15,40-40-15,80 40 16,80-40 0,81-40-1,-40 80 17,-161-40-17,0 40 1,-40 40-1,-40 40 17,-40 0-17,-41 41 1,1 39 15,-1-40-15,81-80-1,40 41 1,40-81 15,1 0-31,-1 0 16,0 0 0,0 0-16,0 0 0,0 0 0,0 0 0,1 0 15,-1 0-15,0 0 16,0 0-16,0 0 0,0 0 0,0 0 0,0 0 15,1 0-15,-1 0 0,40 0 0,-40 0 0,40 0 16,-40-41-16</inkml:trace>
  <inkml:trace contextRef="#ctx0" brushRef="#br0" timeOffset="7959.4845">15409 2566 0,'-41'0'16,"82"0"-16,39-40 16,80 0-1,-79 0-15,-1 40 16,-40 0-16,80-40 16,1 0 15,-41 40-31</inkml:trace>
  <inkml:trace contextRef="#ctx0" brushRef="#br0" timeOffset="8559.4274">17254 1764 0,'0'-40'0,"-40"40"63,0 0-63,0 40 16,0 0-16,0 0 15,0 0-15,40 0 0,-41 1 0,41-1 16,0 0-16,-40 0 15,40 40-15,0-40 0,0 0 0,0 0 0,0 1 16,0 39-16,0-40 0,0 0 0,40 0 0,-40 0 16,41 0-16,-41 0 0,40 0 15,40 1-15,-40-41 0,0 40 16,0-40 0,0 0-16,1-40 0,-41-1 15,40 41-15,-40-80 16,0 40-16,0 0 0,0 0 15,-40 40-15,-1 0 0,1 0 16,0 0-16,0 0 16,0 0-16,0 0 0,0 40 0,0-40 0,-1 40 15,1-40-15,0 40 16,40 0-16,40 0 31</inkml:trace>
  <inkml:trace contextRef="#ctx0" brushRef="#br0" timeOffset="8879.4082">17776 1644 0,'0'-40'0,"40"40"32,0 0-32,40 40 0,-39-40 15,-41 40-15,40 0 16,0 0-16,0 0 0,-40 40 0,40-40 0,-40 41 16,40-41-16,-40 40 0,0 0 15,0 0-15,0 1 0,0-1 0,0-40 0,-40 40 16,40 0-16,-80-40 15,40 41-15,0-41 0,-1 40 0,1-40 0,40 0 16,-40 40-16,0-39 0,40-1 0,-40 0 16</inkml:trace>
  <inkml:trace contextRef="#ctx0" brushRef="#br0" timeOffset="9169.3928">18859 2406 0,'0'0'0,"41"-40"31,199-41-15,81 81-1,-40 0 1,-201 0-16,81 0 31,-121 0-31,40 0 16,-40 0-16</inkml:trace>
  <inkml:trace contextRef="#ctx0" brushRef="#br0" timeOffset="9439.3748">19582 2045 0,'-161'-40'16,"322"80"-16,-362-120 15,201 120 1,40 40-1,0 80 1,-40-79-16,40 119 16,-40-80-16,0-80 15,0 201 1,41-121 0</inkml:trace>
  <inkml:trace contextRef="#ctx0" brushRef="#br0" timeOffset="10109.3585">20505 2045 0,'0'40'31,"40"40"-15,-40-40-1,40 201 1,-40 80 0,-80-121-1,80-160-15,-41 41 32,41-122-17,41-119 1,-41 40-1,0 39-15,40-279 32,-40 239-32,0 81 0,80-120 31,-80 120-31,40-1 0,40 1 16,41 0-1,-81 40-15,40 40 31,-80 0-31,0 1 0,-120 199 16,80-160 0,-1-39-16,1 39 15,0-40-15,0 80 16,0-120 0,80 0-1,0 0 1,161 0-1,-41 80 1,-120 81 0,-80 39 15,-200-39-15,39-41-1,40-120 16,121-40-31,80-161 16</inkml:trace>
  <inkml:trace contextRef="#ctx0" brushRef="#br0" timeOffset="10469.3164">22190 1604 0,'0'-40'0,"0"80"0,-80-80 31,80-1-31,-40 41 16,-81 241-1,81-121 1,0-39-16,-40 239 16,80-239-16,0-1 0,0 0 15,40 241 1,40-40 0,40-201 15,-79-80-31,-1 0 0,80-80 15</inkml:trace>
  <inkml:trace contextRef="#ctx0" brushRef="#br0" timeOffset="10979.2965">22752 2285 0,'-40'-80'16,"40"40"-16,0 0 0,40 40 31,120 0-15,-120 40-16,121-40 16,-121 0-16,161 0 31,-161 0-31,0 0 0,40 0 15,-40 0 1,-80 0 0,-40 40 15,40 40-31,-121 81 16,161-121-16,-40 0 15,-40 40-15,40-40 0,-121 161 31,121-161-31,0 40 16,40-40-16,0 0 0,40-40 31,0-40-31,0 40 16,0 0-16,1-40 16,-1 40-16,0-40 0,0 40 0,0 0 15,0 0-15,0 0 16,0 0-16,1 0 15,-1 0-15,0 0 0,0 0 0,0 0 16,0 0-16</inkml:trace>
  <inkml:trace contextRef="#ctx0" brushRef="#br0" timeOffset="11209.3498">24036 2727 0,'0'0'16,"-40"0"-16,-1 0 31,122 0-31,119 0 32,-119 0-32,-41 0 0,160 0 31,-119-41-31,-1 41 15,-40-40-15</inkml:trace>
  <inkml:trace contextRef="#ctx0" brushRef="#br0" timeOffset="11889.3084">25320 2125 0,'0'0'0,"40"0"31,0 0 0,0 0-31,0 0 16,0 0-16,1 0 16,-1 0-16,0 0 15,0 0-15,0 0 0,0-40 16,0 40-16,-40-40 16,0 0-16,0 0 15,-40 40 1,40-41-16,-40 41 0,40-40 0,-40 40 0,0 0 15,0-40-15,0 40 0,-1 0 0,1 0 16,0 0 0,0 80-16,0-39 0,0-41 0,0 40 15,40 0-15,-41 0 16,41 0-16,-40-40 0,40 40 0,-40 0 0,40 0 16,0 0-16,0 1 0,0-1 15,0 0-15,0 0 0,40 40 0,-40-40 0,40 0 16,-40 0-16,81-40 15,-41 40-15,-40 1 0,40-1 0,0-40 0,0 40 16,0-40-16,1 40 0,-1-40 16,0 0-16,0 0 0,0 0 15,0-40-15,0 0 0</inkml:trace>
  <inkml:trace contextRef="#ctx0" brushRef="#br0" timeOffset="12569.2694">26483 1403 0,'0'0'16,"0"-40"-16,-80 40 15,80-40-15,-40 40 32,40-40-17,40 40 1,0 0-1,41 0-15,39 0 32,-80 0-32,0 40 31,-40 120-15,-40-160-16,-80 201 15,80-161-15,-1 0 0,-39 40 31,40-40-31,40 0 0,-40-40 0,40 41 16,40-41 15,0 0-31,40-41 32,1 41-17,-41 0-15,-40 81 16,0-41-16,0 0 15,-40 0-15,0 0 32,-1-40-32,-79 0 15,0 0 1,39-40 15,41 0-31</inkml:trace>
  <inkml:trace contextRef="#ctx0" brushRef="#br0" timeOffset="12999.2454">27366 1283 0,'0'0'15,"40"0"-15,0 0 16,81 120 15,-1 121-15,-80-121 0,-40-40-16,0 241 15,-40-201-15,-40 121 16,0-161-16,-201 161 15,80-121-15,-80 1 32,161-81-32,40 0 0</inkml:trace>
  <inkml:trace contextRef="#ctx0" brushRef="#br0" timeOffset="15859.0058">1485 4812 0,'-40'-40'16,"120"40"31,-40 0-32,0 0 1,40 0 0,-40-40-16,41 40 0,-41 0 0,0 0 15,40 0-15,-40-40 0,41 40 16,-41 0-16,0 0 0,0 0 0,40 0 0,-40 0 15,0 0-15,1 0 0,-1 0 0,0 0 16,0 0 0,-40 40-16,-40 0 31,0 0 0,0-40-31,-1 0 0,1 40 16,0-40-16,0 40 0,0 0 0,0 0 15,0 1-15,0-1 0,-1 0 16,1 0-16,0 0 0,0 0 0,0 0 0,40 0 16,-40 0-16,0 1 15,0-1-15,-1 0 0,1 0 0,0 0 16,0-40-16,0 40 16,0 0-16,0-40 31,40 40-31,40-40 47,-40-40-47,40 40 0,0 0 15,0 0-15,0 0 16,0 0-16,1 0 0,-1 0 0,0 0 0,0 0 16,0 0-16,40 0 0,-40 0 15,1 40-15,-1-40 0,0 0 0,0 40 16,0-40-16,0 0 0,0 40 15,0-40-15,1 0 16,-1 0-16,0 0 0</inkml:trace>
  <inkml:trace contextRef="#ctx0" brushRef="#br0" timeOffset="16139.0622">3009 5213 0,'-40'0'0,"40"-40"0,-40 40 31,120-40 0,-39 40-31,239-40 16,-39 40 15,-120 40-15,-81 0-16</inkml:trace>
  <inkml:trace contextRef="#ctx0" brushRef="#br0" timeOffset="16329.0512">3090 5654 0,'-40'0'16,"80"0"-16,-40-40 16,40 40 15,0-40-31,120 40 16,-119 0-16,-1 0 0,40 0 15,-40 0-15,81 0 16,-81 0-16,0 0 0</inkml:trace>
  <inkml:trace contextRef="#ctx0" brushRef="#br0" timeOffset="16958.9432">4695 5293 0,'-40'0'16,"40"40"0,40-40-1,0 0 1,0 0-16,0 0 0,0 0 0,0-40 15,1 40-15,-1 0 0,0-40 0,0 40 16,-40-40-16,40 0 16,-40 0-16,0 0 15,0 0 1,-40 40-16,40-40 0,-40 40 16,0-41-1,0 41-15,-1 0 0,1 41 16,0-41-16,40 40 0,-40-40 0,40 80 0,-40-80 15,40 40-15,0 0 16,-40-40-16,40 40 0,0 0 0,-40 0 0,40 1 16,0-1-16,0 0 0,0 0 15,0 0-15,0 0 0,0 0 0,40 0 0,-40 0 16,0 0-16,80 1 16,-40-1-16,-40 0 0,40-40 0,0 0 15,1 40-15,-1-40 16,0 0-16,0 0 0,0 0 0,0 0 0,0-40 15</inkml:trace>
  <inkml:trace contextRef="#ctx0" brushRef="#br0" timeOffset="17558.906">5457 4652 0,'0'0'15,"0"-40"1,121-1-1,79 1 17,-120 40-32,-39 0 31,-41 40-31,0 41 16,0-41-16,-41 0 0,1 0 15,-120 40 1,120-40 15,80-40-15,0 0-1,0 0-15,0 0 16,0 40-16,0-40 16,-40 40-16,41 1 15,-41-1-15,0 0 16,0 0-16,0 0 0,0 0 15,-41 0-15,1-40 16,0 40-16,0-40 16,40 40-16,-40-40 0,0 0 0,0 0 0,0 0 15,-1 0-15,1 0 16,0 0-16,0 0 0,40-40 31,-40 40-31</inkml:trace>
  <inkml:trace contextRef="#ctx0" brushRef="#br0" timeOffset="17958.8791">6982 4812 0,'0'-40'31,"0"0"-31,0 80 63,0 0-63,0 0 15</inkml:trace>
  <inkml:trace contextRef="#ctx0" brushRef="#br0" timeOffset="18148.946">6862 5734 0,'-41'41'0,"82"-82"0,-202 242 16,161-161-16,-40 0 15,40 0-15,-120 121 16,79-121-16,1 40 0,0-40 16,-281 201-1,281-201-15</inkml:trace>
  <inkml:trace contextRef="#ctx0" brushRef="#br0" timeOffset="19978.7662">10032 5494 0,'0'0'0,"-41"0"0,1 0 0,40-40 15,-40 0 1,40 0-16,0-1 31,40 41-31,-40-40 0,40 40 0,41-40 16,-41 40-16,0-40 16,0 40-16,0 0 0,0 0 0,0 0 15,1 0 1,-1 40-16,0 0 0,-40 0 15,0 1-15,0-1 0,0 0 0,0 0 0,0 0 16,0 0-16,0 0 0,-40 0 16,40 0-16,-40 0 0,40 1 0,-41-1 0,41 0 15,-80 0-15,80 0 16,-40 0-16,40 0 0,-40-40 16,80 0 15,0 0-31,-40 40 0,40-40 15,-40 40-15,40-40 16,1 41-16,-41-1 0,40 0 0,0 0 16,-40 0-16,0 0 15,0 0-15,-40 0 0,-41 0 16,41 0 0,0-40-16,0 0 0,0 41 0,0-41 0,0 0 15,0 0-15,-1 0 16,1 0-16,0 0 0,40-41 0,-40 41 0,40-40 15,-40 0-15,40 0 0</inkml:trace>
  <inkml:trace contextRef="#ctx0" brushRef="#br0" timeOffset="20398.7378">11115 6095 0,'40'0'0,"-80"0"0,201-80 32,-121 80-32,0-40 0,40 40 31,-80-40-31,40 40 15,-40-40-15,-40 0 16,-40 40 0,40 0-16,0 0 15,-1 0 1,1 0-16,0 80 0,0-40 16,0 0-1,40 0-15,0 0 0,0 1 0,0-1 16,0 0-16,40 0 0,0 0 15,-40 0-15,40-40 16,-40 40-16,40-40 0,1 0 0,-41 40 0,40-40 16,0 0-16,0 0 15,0 0-15,-40 40 0,40-40 0,0 0 0</inkml:trace>
  <inkml:trace contextRef="#ctx0" brushRef="#br0" timeOffset="20938.7826">11877 5093 0,'0'0'15,"0"-40"1,41 0 15,-1 40-31,120 0 32,-39 40-17,-41 120 1,-80-80-1,0-40-15,-80 41 0,80-41 0,-121 80 32,81-80-32,0-40 0,80 0 31,0 0-15,0 0-1,0 0-15,1 0 0,-41 40 0,40-40 0,0 40 16,-40 0-16,40-40 0,-40 41 15,0-1 1,0 0-16,-80 0 0,40 0 16,-1-40-16,1 40 0,0-40 15,0 0-15,0 40 0,0-40 0,0 0 0,0 0 16,-1 0 0,1 40-16,0-40 0,0 0 15</inkml:trace>
  <inkml:trace contextRef="#ctx0" brushRef="#br0" timeOffset="21258.7651">12881 6256 0,'0'0'31,"40"-80"-15,200 40 0,-159 40-16,200-41 31,-241 41-31,40 0 0,40 0 15,-80 0-15,41 0 0,-41 0 0,0 0 32,0 0-32</inkml:trace>
  <inkml:trace contextRef="#ctx0" brushRef="#br0" timeOffset="21488.7503">13603 5855 0,'0'0'0,"-40"0"0,40-40 0,-40 40 0,-1-40 16,41 80 15,0 40-15,0-40-16,41-40 0,-41 40 0,0 0 0,0 0 15,0 0-15,0 1 0,0-1 16,0 0-16,0 0 0,0 0 0,-41 0 0,41 0 15,0 0-15,0 0 0,0 0 0,0 1 16,0-1 0</inkml:trace>
  <inkml:trace contextRef="#ctx0" brushRef="#br0" timeOffset="22198.7091">15288 5654 0,'0'0'16,"0"-40"-16,-40 40 0,0-40 15,-40 40 17,-1 0-17,41 40 1,0-40-16,-40 0 16,40 0-16,0 0 15,0-40 1,-1 40-1,41 40 64,0 0-64,0 0-15,0 0 16,0 1-16,0-1 0,0 0 0,0 0 0,0 0 15,0 0-15,0 0 0,0 0 0,0 0 0,0 1 16,0-1 0,41 0-16,-1-40 0,-40 40 15,40-40-15,0 0 16,0 0-16,0 0 0,0 0 16,0-40-16,1 40 15,-1 0-15,0 0 0,0 0 0,0 0 16,-40 40-16,40-40 0,-40 40 0,0 0 15,40-40-15,-40 40 0,0 0 16,-80 0-16,40 0 0,0 1 16,0-41-1,0 40-15,-1-40 0,1 40 0,-40-40 0,40 40 16,0-40-16,0 0 0,-41 40 16,41-40-16,0 0 0,0 0 0,0 0 15</inkml:trace>
  <inkml:trace contextRef="#ctx0" brushRef="#br0" timeOffset="22508.691">16251 6216 0,'0'0'0,"-40"-40"16,80-41 0,161 41 15,80 40-16,-161 0-15,-80 0 0,121 0 32,-121 0-32,0 0 0</inkml:trace>
  <inkml:trace contextRef="#ctx0" brushRef="#br0" timeOffset="22698.6056">16652 6577 0,'-80'0'16,"120"0"-1,41 0-15,-41 0 0,0 0 16,40 0-16,-40 0 0,0 0 16,41 0-16,-41 0 0,0-40 0,40 40 0,-40 0 15,0-41 1,0 41-16,1-40 0</inkml:trace>
  <inkml:trace contextRef="#ctx0" brushRef="#br0" timeOffset="23228.5735">18217 5734 0,'0'0'0,"-40"0"31,40 121-15,0 39 0,-40 1 15,40-121-31,0 0 0,-40 0 15,40 0-15,0-80 32,0 0-32,40 40 15,-40-80-15,40 40 0,0-1 16,1 1-16,-41 0 0,40 0 0,0 0 16,-40-40-16,40 40 15,-40 0-15,40-1 0,-40 1 0,40 0 16,-40 0-16,40 40 0,-40-40 15,40 40 1,1 80 0,-41-40-1,40-40-15,-40 40 0,40 1 0,-40-1 0,40 0 16,-40 0-16,40 0 0,-40 0 16,0 40-16,0-40 0,40 1 0,-40-1 15,0 0-15,0 0 16,0 0-16,0 0 0,40 0 15,0-40-15</inkml:trace>
  <inkml:trace contextRef="#ctx0" brushRef="#br0" timeOffset="23438.6374">18458 6216 0,'-80'0'15,"160"0"-15,-200-80 16,200 39-16,40 1 31,1 40-31,-81-40 0,161 0 32,-161 40-32,0 0 0,0 0 0,0-40 15</inkml:trace>
  <inkml:trace contextRef="#ctx0" brushRef="#br0" timeOffset="23808.5591">20103 5374 0,'-40'0'0,"0"0"16,-40 0 0,40 40-16,-41 80 31,81-80-31,-40 0 0,0 121 15,0-81-15,40 160 16,0-159-16,0-41 0,120 120 16,-120-80-16,161 81 31,-121-161-31,0 40 0,81-40 16,-81 0-16</inkml:trace>
  <inkml:trace contextRef="#ctx0" brushRef="#br0" timeOffset="24798.4822">20625 5775 0,'0'0'0,"-40"0"156,40 40-140,40-40 327,0 0-343,0 0 16,0 0-16,0 0 0,1 0 16,-1 0-1,0 0-15,0 0 16,-40-40-1,0-1 1,0 1-16,-40 40 16,0-40-1,0 40-15,-1 0 0,1 0 16,0 0-16,0 0 16,0 0-16,0 0 0,40 40 0,-40-40 15,0 81-15,-1-41 0,1 0 0,40 0 16,-40 0-16,40 0 15,0 0-15,-40-40 0,40 40 0,0 0 0,0 1 16,80-1-16,-80 0 0,40 0 16,1-40-16,-1 40 0,0 0 0,0-40 0,0 40 15,0-40-15,40 0 16,-39 40-16,-1-40 0,0 0 0,0 0 0,0 0 16,0 0-16,0 0 0,0-40 15,1 40-15</inkml:trace>
  <inkml:trace contextRef="#ctx0" brushRef="#br0" timeOffset="25348.526">21548 5133 0,'0'-80'16,"0"160"-16,0-200 15,0 79 1,40 41 15,0 0-31,80 81 16,-79-41-1,-41 0 1,-41 80 0,-79 1-1,0-41 17,160-80-17,40 0 1,-80 40-16,80-40 15,-80 40-15,40-40 0,-40 40 0,41-40 16,-41 40-16,0 0 16,-41 0-16,1 0 15,-40-40 1,40 0-16,0 41 0,0-41 0,0 0 16,-1 0-16,1 0 15,0 0-15,0 0 0,0 0 0,0 0 0,0-41 16,0 41-16,40-40 0,80 40 31</inkml:trace>
  <inkml:trace contextRef="#ctx0" brushRef="#br0" timeOffset="25668.5078">22029 6176 0,'0'0'16,"0"-40"-16,0-1 15,41 41 1,159 0 15,-160 0-31,0 0 0,1 0 0,39-40 16,-40 40-16,80 0 16,-80 0-16,1 0 0</inkml:trace>
  <inkml:trace contextRef="#ctx0" brushRef="#br0" timeOffset="26118.4078">23514 5654 0,'-40'0'15,"80"0"-15,-160 0 16,80 0-16,-1 40 31,41 0-31,-80 121 32,40 80-17,40-201-15,0 40 0,0-40 0,40 40 31,40-40-15,41 0 0,-81-160 15,-80 80-15,0 0-1,-41 40-15,-39 0 16,40 80 15,80-40-31</inkml:trace>
  <inkml:trace contextRef="#ctx0" brushRef="#br0" timeOffset="26618.4138">24597 5333 0,'0'0'0,"-40"41"16,80-41-1,81 40 17,-81-40-32,40 80 15,-40-80-15,-40 40 0,81 80 16,-81-40-16,40 1 16,-40-1-16,0 161 15,-81-161 1,-79 160-1,-41-119 1,1-41-16</inkml:trace>
  <inkml:trace contextRef="#ctx0" brushRef="#br0" timeOffset="30278.1633">11516 7940 0,'0'40'78,"-40"41"-62,40-41-16,0 0 0,-40 0 15,40 0-15,0 0 0,0 0 0,0 0 0,0 0 16,-40 1-16,40-1 15,0 0-15,0 0 0,0 0 16,0 0 0,0-120 15,0 40-31,40 0 16,-40 0-16,40-1 0,-40 1 15,40 0-15,0 0 0,-40 0 0,41 0 0,-41 0 16,40-40-16,0-1 0,-40 41 0,40 0 15,-40 0-15,40 0 16,-40 0-16,40 0 0,-40 0 0,40 0 16,0 40-1,-40 40 1,41-40 0,-41 40-16,0 0 0,0 0 0,0 0 0,0 0 15,0 0-15,0 0 0,0 0 0,0 1 0,0-1 16,0 0-16,0 0 0,0 0 15,-41 0-15,41 0 0,0 0 0,0 0 0,0 1 16,0-1-16,0 0 16,0 0-16,0 0 0,0 0 0,0 0 15,0 0-15,41-40 16,-1 40-16</inkml:trace>
  <inkml:trace contextRef="#ctx0" brushRef="#br0" timeOffset="30528.1498">11556 8422 0,'-40'0'15,"80"0"-15,-80-41 16,121 41-16,-1-40 15,40 0 1,-40 40 0,161-40-1,-201 40-15,81-40 16</inkml:trace>
  <inkml:trace contextRef="#ctx0" brushRef="#br0" timeOffset="30738.1488">13001 8221 0,'0'-40'16,"0"0"0,40 40-16,0-40 15,0 40-15,0 0 0,1 0 0,-1-40 16,40 40-16,-40 0 0,0 0 15,0 0-15,0 0 0,1 0 0,-1 0 0,0 0 16,0 0-16,0 40 16,0-40-16</inkml:trace>
  <inkml:trace contextRef="#ctx0" brushRef="#br0" timeOffset="30968.2">13402 8662 0,'-40'0'16,"80"0"-16,-160 0 0,-1 0 16,81 0-16,80-40 15,201 0 17,120 40-17,-80-40 1,-201 40-16</inkml:trace>
  <inkml:trace contextRef="#ctx0" brushRef="#br0" timeOffset="31638.0842">15088 7820 0,'-41'-40'16,"82"80"-16,-122-120 16,41 80-16,40-40 0,80 40 31,-39 0-15,119 0-1,41 0 1,-121 120 15,-40-40-15,-241 40-1,81 1 17,0-41-17,160-80 16,0 0-31,40 0 0,-40 0 16,0 0-16,1 0 16,-1 40-16,0-40 0,0 40 15,-40 0 1,0 0-16,0 1 0,0-1 16,-40 0-16,0 0 15,0 0-15,-1-40 0,1 40 0,0-40 16,0 0-16,0 0 0,0 40 0,0-40 0,0 0 15,-1 0-15,1 0 16,0 0-16,0 0 0,0 0 0,40-40 16,-40 40-16,40-40 15,40 40-15</inkml:trace>
  <inkml:trace contextRef="#ctx0" brushRef="#br0" timeOffset="32148.0771">16131 8341 0,'0'0'0,"40"0"16,0-40 15,121 40-15,-1 0-1,-80 0 17,-80-40-17,-40-40 1,-40 40-1,-40 40 17,39 40-17,-39 40 1,40 0 15,80 41-15,40 39-1,80-80 1,1-80 15,-81 0-31</inkml:trace>
  <inkml:trace contextRef="#ctx0" brushRef="#br0" timeOffset="33097.9992">16813 7619 0,'-40'0'0,"40"-40"31,40 40-15,-40-40-16,40 40 16,-40-40-16,40 40 15,0 0-15,0 0 0,1 0 16,-1 0-16,0 0 0,0 0 16,0 0-16,0 0 15,0 0-15,0 0 0,-40 40 16,0 0-16,0 0 0,0 1 15,-40-1-15,40 0 16,-40-40-16,40 40 0,-40-40 0,40 40 0,-40-40 16,40 40-16,-40-40 15,80 0 32,0 0-47,0 0 0,0 0 16,0 40-1,1 0-15,-1-40 0,-40 40 16,0 0-16,0 1 16,0-1-16,0 0 0,-40-40 15,40 40-15,-41-40 16,1 40-16,0-40 0,0 0 0,0 40 16,0-40-16,0 0 15,0 0-15,-1 0 0,1 0 0,0 0 0,0 0 16,0 0-16,0 0 0</inkml:trace>
  <inkml:trace contextRef="#ctx0" brushRef="#br0" timeOffset="33447.9992">17856 8582 0,'0'0'0,"-40"0"0,0-40 16,120 0-1,0 40 1,-39 0-16,-1 0 0,40 0 0,-40 0 0,40 0 16,-39 0-16,39 0 15,-40 0-15,0 0 0,40 0 0,-40 0 0,1 0 16,-1 0-16,0 0 0,0 0 16,40 0-16,-40 0 0,0 0 0,1 0 15,-1 0-15</inkml:trace>
  <inkml:trace contextRef="#ctx0" brushRef="#br0" timeOffset="33708.0403">18538 8221 0,'-40'0'0,"0"0"0,0 0 16,0-40-16,40 80 31,0 40-15,0-40-16,0 0 15,0 1-15,0-1 0,0 0 0,0 0 0,-40 0 16,40 0-16,-40 0 16,40 0-16,0 0 0,0 0 0,-40 1 0,40-1 15,-41 0-15,41 0 0,0 0 0,0 0 16</inkml:trace>
  <inkml:trace contextRef="#ctx0" brushRef="#br0" timeOffset="34377.9252">20304 8101 0,'0'0'0,"0"-40"0,-80-1 32,80 1-32,-40 40 0,-1 0 15,-39 0 1,-80 40-1,39-40 17,41 0-17,40 0 1,40 41 62,0-1-62,0 0-16,0 0 15,0 0-15,-40 0 0,40 0 16,-40 0-16,40 0 16,0 1-16,0-1 15,0 0-15,40-40 0,0 40 16,0-40-1,0 0-15,0 0 0,0 0 0,1 0 16,-1 0-16,-40 40 16,40-40-16,0 0 0,-40 40 0,40-40 15,-40 40-15,0 0 16,0 0-16,0 0 0,-40-40 16,0 41-1,0-1-15,0-40 0,-1 0 0,1 40 0,0-40 16,0 40-16,-40-40 0,40 0 0,-41 0 0,1 40 15,40-40-15,-40 0 0,40 0 16,-41 0-16,41 0 0,0 0 0,0 0 0,0 0 16,0 0-16</inkml:trace>
  <inkml:trace contextRef="#ctx0" brushRef="#br0" timeOffset="35087.9602">15529 9464 0,'0'0'0,"-40"0"16,-40-40-1,39 40-15,1 0 94,80 0-31,1 0-48,-1 0-15,0 0 16,0 0-16,40 0 0,-40 0 0,0 0 15,41 0-15,-1 0 0,0 0 16,0 0-16,1 0 0,-1 0 0,40 0 0,-39 0 16,39 0-16,0 0 15,-39 40-15,39-40 0,40 0 0,-39 0 0,-1 0 16,41 40-16,-1-40 0,1 0 16,-1 0-16,1 40 0,-1-40 0,1 0 0,-1 41 15,1-41-15,-1 0 0,1 0 0,-1 40 0,1-40 16,-1 0-16,-39 40 15,39-40-15,-39 0 0,-1 0 0,-40 0 0,0 40 16,1-40-16,-41 0 0,0 0 16,0 0-16,0 0 15,-40 40 17,-40-40-32,0 0 15,0 0 1,0 0-1</inkml:trace>
  <inkml:trace contextRef="#ctx0" brushRef="#br0" timeOffset="35767.873">15609 10627 0,'0'0'16,"0"40"-16,40-40 46,0 0-46,1 0 16,-1 0-16,0 0 0,0 0 16,0 0-16,0 0 0,0 0 0,0 0 0,1-40 15,-1 40-15,-40-40 16,40 40-16,0-40 0,0 0 0,-40 0 16,40 0-16,-40 0 15,-40 0 1,0 40-16,0 0 15,0 0-15,0 0 16,-1 0-16,1 0 0,0 0 0,0 40 0,0-40 16,0 0-16,0 40 15,0 0-15,-1 0 0,1 0 0,40 0 16,-40 0-16,40 0 16,0 1-16,-40-1 0,40 0 0,0 0 0,0 0 15,0 0-15,0 0 0,40 0 0,-40 0 16,80 0-16,-80 1 0,41-41 15,-41 40-15,40-40 0,0 0 0,0 40 0,0-40 16,0 0 0,0 0-16,0 0 0,1 0 0,-1 0 15,0 0-15,0-40 0,0 0 16</inkml:trace>
  <inkml:trace contextRef="#ctx0" brushRef="#br0" timeOffset="36427.8062">16853 10026 0,'0'-40'32,"0"80"-32,0-120 31,40 80-15,0 0-16,41 0 15,-41 0 1,0 0-16,0 0 0,0 0 15,-40 40 1,0 0 0,0 0-16,-40-40 15,40 40-15,-40-40 0,40 40 0,0 0 16,-80-40-16,80 40 16,-41-40-16,1 40 0,0-40 15,80 0 32,0 0-31,1 0-16,-1 0 0,0 0 15,0 40 1,0 1-16,-40-1 16,0 0-16,0 0 0,-40-40 15,40 40 1,-40-40-16,0 40 0,0-40 15,-1 0-15,1 40 0,0-40 16,0 0-16,0 0 0,40 40 0,-40-40 16,0 0-16,0 0 15,-1 0 1,41 40 0</inkml:trace>
  <inkml:trace contextRef="#ctx0" brushRef="#br0" timeOffset="36747.7941">17455 11068 0,'0'-40'31,"40"40"-31,0-40 16,0 40 0,0 0-16,1 0 0,-1 0 0,0-40 0,0 40 15,0 0-15,0 0 0,0 0 0,0 0 0,1 0 16,-1-40-16,0 40 15,0 0-15,0 0 16,-40-40-16,40 40 16,0 0-16</inkml:trace>
  <inkml:trace contextRef="#ctx0" brushRef="#br0" timeOffset="37377.7509">19180 10427 0,'0'-40'16,"0"0"-1,-40 40 17,0 0 30,0 0-62,40 40 16,-40-40-16,0 0 0,0 40 0,0 0 15,-1 0 1,41 0-16,-40-40 0,40 40 0,-40 0 0,40 0 16,-40 1-16,40-1 15,0 0-15,0 0 0,0 0 0,0 0 16,0 0-16,0 0 16,40 0-16,-40 0 0,40 1 0,-40-1 15,40-40-15,1 40 0,-1-40 0,0 0 16,-40 40-16,40-40 0,0 0 15,0 0-15,0 0 0,0-40 16,1 40-16,-1-40 16,-40 0-16,-40 40 31,-1 0-15,1 0-16,0 0 0,0 0 15,0 40-15,0-40 16,0 0-16,0 0 0,40 40 15,-41-40-15,1 0 16,40 40-16,-40-40 0,0 0 31</inkml:trace>
  <inkml:trace contextRef="#ctx0" brushRef="#br0" timeOffset="41107.6092">963 11510 0,'-40'0'16,"80"0"140,40 0-156,-40 0 16,1 0-16,-1 0 0,0 0 0,-40-40 15,40 40-15,0 0 0,0 0 16,0-41-16,0 41 0,1 0 0,-41-40 0,40 40 15,0 0-15,0 0 16,-40-40-16,40 40 0,0 0 16,0 0-1,0 0 17,-40 40 14,-40-40-30,40 40 0,-40-40-16,0 0 0,40 41 0,0-1 15,-40-40-15,40 40 16,0 0-16,-40-40 0,40 40 16,0 0-16,-40 0 15,40 0 1,-40-40-16,40 40 15,-41 0-15,1 1 16,0 39-16,40-40 0,-40 0 0,0 0 0,0 0 16,40 0-16,-40 0 15,40 1-15,-40-1 0,-1 0 0,41 0 0,0 0 16,-40-40-16,80 0 31,1-40-15,-1 0-1,0 40-15,-40-40 0,40 40 16,0 0 0,0 0-16,0 0 15,0 0 1,1 0-16,-1 0 0,-40 40 0,40-40 16,0 0-16,0 0 0,0 40 15,0-40-15,0 0 16,1 0-16,-41 40 0,40-40 0,0 0 15,0 0 1,0 0-16</inkml:trace>
  <inkml:trace contextRef="#ctx0" brushRef="#br0" timeOffset="41417.5908">2408 11991 0,'0'0'0,"-81"0"16,41-40 0,80 40-1,121 0 1,-41 0-1,121 0 1,-40 0 15,-81 0-15</inkml:trace>
  <inkml:trace contextRef="#ctx0" brushRef="#br0" timeOffset="41647.5778">2729 12352 0,'0'0'16,"-41"0"-16,-39 0 16,160 0-1,-80-40 1,161 40-1,80 0 1,-121 0 15,-80 0-31</inkml:trace>
  <inkml:trace contextRef="#ctx0" brushRef="#br0" timeOffset="45707.3421">4454 11429 0,'0'0'16,"0"-40"0,-40 40-1,0 0 63,40 40-78,-40-40 16,0 41-16,40-1 0,-41-40 0,1 40 0,0 0 16,0 0-16,40 0 0,-40 0 15,0 0-15,0 0 0,40 0 0,-40 1 0,40-1 16,0 0-16,-41 0 15,41 0-15,0 0 0,0 0 0,0 0 16,41-40-16,-41 40 16,80-40-16,-40 41 0,0-41 15,0 0-15,0 0 16,0 0-16,1 0 0,-1 0 0,0 0 0,0 0 16,0 0-16,0 0 0,-40-41 31,-80 1 0,40 40-31,0 0 16,0 0-1,-1 0-15,1 0 16,0 0-16</inkml:trace>
  <inkml:trace contextRef="#ctx0" brushRef="#br0" timeOffset="46057.2462">5497 11630 0,'-40'-40'15,"0"40"-15,0 0 32,0 0-32,0 0 15,40 40 1,0 0 0,40-40-1</inkml:trace>
  <inkml:trace contextRef="#ctx0" brushRef="#br0" timeOffset="46257.3113">5337 12312 0,'-161'120'15,"322"-240"-15,-442 320 16,241-120-16,0-39 15,0-1-15,-1 0 0,-79 40 32,80-40-32,0 0 0</inkml:trace>
  <inkml:trace contextRef="#ctx0" brushRef="#br0" timeOffset="48797.1629">8065 11951 0,'0'-40'578,"41"40"-485,-1 0-77,-40 40 62,0 0-78,0 0 0,0 0 0,0 0 16,0 0-16,-40 41 0,40-41 15,0 40-15,-41-40 0,41 0 0,0 40 0,0-40 16,0 0-16,0 41 16,0-41-16,-40 0 0,40 0 0,0 0 0,-40 0 15,40 0-15,40-40 32</inkml:trace>
  <inkml:trace contextRef="#ctx0" brushRef="#br0" timeOffset="49367.1293">8908 12111 0,'40'-40'15,"-80"80"-15,120-80 0,1 40 31,-41 0-31,0 0 0,0 0 0,40 40 32,-40 81-17,-40-1 1,-40-80 0,40 0-16,-120 80 15,80-80-15,0 1 0,-1-41 16,-119 160-1,80 0 1,80-79 15,160-41-15,41-40 0,-81-121-1,-80-39 16,-120 120-31,80 0 0,-160-81 32,160 81-32,-41 40 0,-39-120 15,40 0 1,40 80 0,80 0-1,121 40 1,0 0 15,-121 0-31</inkml:trace>
  <inkml:trace contextRef="#ctx0" brushRef="#br0" timeOffset="49627.058">9991 12592 0,'-40'41'16,"80"-82"-16,-120 82 31,160-41-31,41 0 16,-81 0-16,241 0 15,-201 0-15,0 0 0,121 0 16,-121 0-16,1 0 15,-41 0-15,40 0 16,-40 0-16</inkml:trace>
  <inkml:trace contextRef="#ctx0" brushRef="#br0" timeOffset="49907.098">10674 12392 0,'-41'0'0,"1"-40"0,40 80 47,0 0-47,-40 40 15,40-40-15,0 0 0,-40 1 16,40-1-16,-40 0 0,40 0 0,0 0 0,-40 40 16,40-40-16,-40 41 15,40-41-15,0 0 0,-40 0 0,40 0 0,0 0 16,0 0-16,0 0 0</inkml:trace>
  <inkml:trace contextRef="#ctx0" brushRef="#br0" timeOffset="50607.0573">12239 12191 0,'-81'-40'16,"162"80"-16,-202-120 16,81 80-16,0 0 15,-80 0 16,39 0-31,1 0 16,0 0 0,-41 0-1,81 0 1,80 0 15,-40 40-15,41 41-1,-41-41-15,0 80 16,0-80-16,-41 80 31,41-39-31,-40-41 16,40 0-16,0 40 16,0-40-16,40-40 0,1 0 15,159 0 16,-160 0-31,0 0 0,1 0 0,-1 40 32,-40 40-32,0-39 0,-40 119 31,-1-160-31,41 40 0,-120 40 16,80-40-16,0 0 0,0-40 0,-81 41 31,41-41-16,40-41 1</inkml:trace>
  <inkml:trace contextRef="#ctx0" brushRef="#br0" timeOffset="50976.9608">12921 12673 0,'0'0'0,"-40"-40"0,-1 40 16,41-41-1,41 41-15,119-40 16,-40 40 0,-79-40-16,199 40 15,-200 0-15,1 0 0,79 0 31,-80 0-31,0 0 0</inkml:trace>
  <inkml:trace contextRef="#ctx0" brushRef="#br0" timeOffset="51166.9504">13161 13034 0,'-120'40'16,"240"-80"-16,-320 80 31,200 0-31,80-40 0,-40 0 0,0 40 16,0-40-16,1 0 0,39 0 15,-40 0-15,40 0 0,-40 0 0,0 0 0,1 0 16,39-40-16,-40 40 0,0-40 0,0 40 16</inkml:trace>
  <inkml:trace contextRef="#ctx0" brushRef="#br0" timeOffset="55986.7453">14807 12633 0,'0'0'0,"0"-41"0,-40 82 78,-1-41-63,41 80-15,0-40 16,-40 0-16,40 0 0,-40 0 0,40 0 0,0 0 16,0 1-16,-40-1 0,40 0 15,-40 0-15,40 0 0,0 0 0,0 0 31,0 0-31,0 0 32</inkml:trace>
  <inkml:trace contextRef="#ctx0" brushRef="#br0" timeOffset="56696.703">14686 12994 0,'0'0'0,"40"-41"0,-40 1 0,0 0 0,0 0 0,41 0 0,-1 0 16,-40 0-16,40 40 0,-40-40 0,40 0 0,0 40 16,-40-41-16,40 41 15,0-40-15,0 40 0,-40-40 16,41 40-16,-1-40 15,0 40-15,-40-40 0,40 40 0,0 0 16,0 0 0,0 0-16,0 0 0,-40 40 15,41-40-15,-41 40 0,0 0 16,0 0 0,0 1-16,-41-1 0,1 0 15,0 0 1,0 0-16,0 0 0,0-40 0,0 0 15,0 40-15,-1 0 16,1-40-16,0 40 0,40-80 78,40 40-62,0 0-1,1 0-15,-1 0 16,0 0-16,0 0 16,0 0-16,0 0 0,0 0 0,0 0 0,1 0 15,-41 40-15,40-40 0,0 0 0,0 0 16,-40 41-16,40-41 16,-40 40-16,0 0 0,0 0 15,0 0-15,-40 0 16,0 0-16,0-40 15,40 40-15,-40-40 16,40 40-16,-41-40 0,1 0 0,0 40 16,0-40-16,0 0 0,0 0 15,0 0-15,0 0 0,-1 0 0,1 0 0,0 0 16,0 0-16,0 0 0,40-40 0,-40 40 16,0 0-1,40-40-15,0 0 16</inkml:trace>
  <inkml:trace contextRef="#ctx0" brushRef="#br0" timeOffset="57586.5753">16652 12352 0,'41'-40'16,"-41"0"-1,-41 40 17,1 40 15,0 0-47,-40 40 15,40-40-15,0 0 0,0 0 0,-1 0 16,1 1-16,0-1 15,0 40-15,40-40 0,-40 0 0,0 0 0,40 40 16,-40-39-16,40-1 0,0 0 16,-40 40-16,40-40 0,0 0 0,0 0 15,0 0-15,0 0 0,80 1 0,-80-1 16,0 0-16,40-40 16,0 0-16,-40 40 0,40-40 0,0 40 15,0-40-15,1 0 16,-41 40-16,40-40 15</inkml:trace>
  <inkml:trace contextRef="#ctx0" brushRef="#br0" timeOffset="58076.5478">17335 12713 0,'-41'-80'32,"82"160"-32,-122-160 0,41 80 15,40 40 1,-40-40-1,-80 200 1,120-160-16,-121 161 31,121-161-31,0 0 0,0 0 0,40 121 16,81-41 15,79-120-15,-119-40-1,-81-40 17,-201 39-17,0 41 1,161 41 0,40-1-1,81 0 1</inkml:trace>
  <inkml:trace contextRef="#ctx0" brushRef="#br0" timeOffset="58366.6056">18177 13274 0,'0'0'16,"-40"-40"-16,-40 40 0,40-40 15,0 40-15,40-40 32,160 40-17,1 0 1,79 40 15,-79-40-31</inkml:trace>
  <inkml:trace contextRef="#ctx0" brushRef="#br0" timeOffset="58866.578">19582 13154 0,'0'0'16,"80"0"-1,-40 0 1,80 0 0,41-40-1,-121 40-15,-40-40 16,0-40 15,-40 39-31,-80 41 31,-41 81-15,-40 79 0,121 0-1,40 1 17,201-1-17,-81-120 1,-40-40-16,161 41 15,-161-41-15,0 0 0,0 0 16,0 0-16</inkml:trace>
  <inkml:trace contextRef="#ctx0" brushRef="#br0" timeOffset="59386.5477">20464 12592 0,'-40'-40'0,"80"80"0,-80-120 15,40 40-15,0 0 16,81 0-1,39 40 1,0 40 15,-80 0-15,-40 40 0,-120 41-1,80-121 1,0 40-16,-40 0 15,80 0-15,40 0 32,0-40-17,-40 40-15,80-40 0,-80 40 0,40-40 0,0 40 16,-40 1 0,40-41-16,-40 40 0,0 0 15,-80-40-15,40 0 16,0 40-16,0-40 0,0 0 0,0 0 0,-1 0 15,1 0-15,0 0 0,0 0 16,0 0-16,0 0 0,0-40 31,120 40-31</inkml:trace>
  <inkml:trace contextRef="#ctx0" brushRef="#br0" timeOffset="59736.4538">21668 12633 0,'0'0'0,"-40"0"16,40-41 0,80 82-1,-80 39-15,40-40 0,-40 80 16,-80 81 0,-120 39-1,-121-39 16,0-121-15,240-40-16</inkml:trace>
  <inkml:trace contextRef="#ctx0" brushRef="#br0" timeOffset="60636.4779">11035 14919 0,'-40'0'0,"40"40"15,0 0-15,-40 40 32,40 80-32,-81 81 31,41 0-16,40-81 1,0-120 0,0 0-16</inkml:trace>
  <inkml:trace contextRef="#ctx0" brushRef="#br0" timeOffset="61216.4409">10914 15239 0,'0'-80'16,"0"160"-16,41-240 31,-1 120-31,40 0 0,-40 0 15,161-41 1,-121 81 15,-40 41-15,-40 119 0,-160 0-1,-1 1 16,81-81-31,0 0 32,120-80-17,40 0-15,0 0 32,81 0-17,-121 40 1,0 41 15,-160 79-15,-81-40-1,0-39 1,1-41 15,159 0-31,1-80 31</inkml:trace>
  <inkml:trace contextRef="#ctx0" brushRef="#br0" timeOffset="61596.3836">11998 15280 0,'-40'0'15,"80"0"-15,-120 0 0,39 0 16,82 0 0,39 0-16,-40 0 15,0-41-15,0 41 0,0 0 0,0 0 0,41 0 0,-41-40 16,0 40-16,40 0 16,-40 0-16,0 0 0,1 0 0,-1-40 0,40 40 15,-40 0-15,0 0 16,0 0-16,-40-40 0</inkml:trace>
  <inkml:trace contextRef="#ctx0" brushRef="#br0" timeOffset="61836.4046">12198 15681 0,'0'0'0,"-40"0"0,0 40 16,0-40 0,120 0-1,-40 0-15,1 0 0,-1 0 16,40 0-16,-40 0 16,0 0-16,0 0 0,0 0 0,1-40 0,-1 40 15,0 0-15,0 0 0,0 0 16,-40-41-16,40 41 0,0 0 0,0-40 15</inkml:trace>
  <inkml:trace contextRef="#ctx0" brushRef="#br0" timeOffset="62886.282">14004 14437 0,'-40'0'16,"40"-40"0,-40 40-16,40-40 15,0 0 1,-40 40-16,120 0 31,-40 0-15,0 0-1,0 0-15,0 0 0,-40 40 0,41-40 16,-41 40-16,40-40 0,-40 40 0,0 0 0,40 1 16,-40-1-16,0 0 0,0 0 15,0 0-15,-80 0 0,80 0 0,-41 0 0,1 0 16,0 0-16,0 1 15,0-1-15,0 0 0,0 0 0,0-40 0,-1 40 0,1 0 16,0 0 0,80-40 15,-40-40-31,40 40 16,-40-40-16,41 40 0,-1 0 0,0 0 15,0 0 1,0 0-16,0 40 0,0 0 15,0-40-15,-40 40 16,41-40-16,-1 40 0,0 1 0,0-41 16,0 0-16,0 40 15,0-40-15,0 0 0,1 0 0</inkml:trace>
  <inkml:trace contextRef="#ctx0" brushRef="#br0" timeOffset="63396.3136">14887 14678 0,'-40'0'16,"80"0"-16,-120-40 15,120 40 1,40-40-16,40 40 15,41-40 1,-81 40 0,-40 40-1,-160 80 1,-121 81 15,121-81-15,80-40-1,160-40 17,41 40-17,-121-39-15,0 79 32,-40-40-32,-161-40 31,-39 0-16,79-40 1,81 0-16,-40 0 31</inkml:trace>
  <inkml:trace contextRef="#ctx0" brushRef="#br0" timeOffset="63996.2806">14004 16082 0,'0'0'15,"-40"0"-15,0-40 16,0 40-16,0 0 0,-1-41 15,1 41 1,40-40 0,0 80 15,40-40-15,-40 41-1,41-41-15,-1 0 16,120 40-1,121-40 17,120 0-17,41 0 1,39 0 0,41 0 15,120 160-16,-161-40 1,-200-39 15,-241-41-15,-80-40 0,-160 0-1,39-81 16,41 41-15,120 0-16</inkml:trace>
  <inkml:trace contextRef="#ctx0" brushRef="#br0" timeOffset="64596.2436">14084 16643 0,'121'-80'16,"-81"80"0,0 0-16,-120 0 31,80 40-16,-121 40 1,-79 161 15,39-1-15,121-39 0,120-41-1,41-119 16,79-41-15,-119-81 0,-122-39-1,-159 80 17,79 40-17,81 40 1,80 0-1</inkml:trace>
  <inkml:trace contextRef="#ctx0" brushRef="#br0" timeOffset="64856.2289">14767 17365 0,'-41'0'16,"82"0"-16,-122-40 0,41 40 15,40-40-15,40 40 0,0 0 16,121 0 0,80 0-1,-121-40 1,41 40-1,-121 0-15</inkml:trace>
  <inkml:trace contextRef="#ctx0" brushRef="#br0" timeOffset="66606.0537">15730 17004 0,'-41'0'0,"82"0"0,-122 0 0,41 0 32,80 0 46,0 0-47,1 0-31,-1 0 16,0 0-1,0 0-15,0 0 16,0 0-1,0 0-15,0 0 16,1 0 0,-41 40-16,40-40 0,-40 40 15,0 0 142,40-40-142,-40 40 1,0 1-1,0-1-15,-40-40 16,40 40 0,0 0-16,-40 0 0,-1-40 15,41 40-15,-40-40 0,40 40 0,-40-40 16,0 40 0,0-40-16,0 0 31,0 0-31,80 0 62,0-40-62,0 40 16,0 0-16,0 0 16,0 0-1,-40-40 173,41 40-188,-1 0 47,-40-40-32,40 40 1,0 0-1,-40-40-15,40 40 16,-40-40 0,40 40-16,-40-40 15,40 40-15,-40-40 0,0-1 16,0 1 0,40 40-16,-40-40 0,0 0 15,0 0 1,0 0 15,-40 40-31,0 0 0,40-40 16,-40 40-1,0-40-15,0 40 16,0 0-16,40-40 16,-40 40-1,-1 0 1,1 0-1,0 0 1,40 40-16,-40-40 0,40 40 16,-40-40-16,40 40 0,-40 0 0,40 0 15,-40-40-15,40 40 0,-40 0 16,40 0 0,0 1-16,0-1 15,0 0 1,0 0-16,0 0 31,40 0-31,-40 0 16,0 0-16,40-40 15,-40 40-15,0 1 16,40-41-16,-40 40 0,0 0 31,40 0 0,0-40-31,0 40 16,0-40 0,1 0-16,-1 0 15,0 0-15,0 0 0,0 0 16,-40-40-16,40 40 16,0 0-16,-40-40 15,40 40 1,-40-40-16,0 0 31</inkml:trace>
  <inkml:trace contextRef="#ctx0" brushRef="#br0" timeOffset="67696">16813 16523 0,'-40'0'15,"0"0"-15,80 0 63,-40 40-32,40-40-31,0 0 16,-40 40-16,40-40 0,-40 40 31,40 0-15,-40 0-16,0 0 15,-80-40 1,80 41-16,-40-41 0,40 40 0,0 0 16,-40-40-1,0 0-15,40 40 0,40-40 63,0 0-48,0 0 1,-40 40 0,40-40-16,-40 40 15,40-40 1,-40 40-16,0 0 15,0 0 1,-80 0-16,40-40 16,40 41-16,-40-41 0,0 0 0,0 40 15,-1-40 1,1 0-16,0 0 0,0 0 16,0 0-1,0 0-15,40-40 0,-40 40 16</inkml:trace>
  <inkml:trace contextRef="#ctx0" brushRef="#br0" timeOffset="86324.9089">10794 7820 0,'0'-40'16,"-40"40"-1,40-40 1,-40 40 93,40 40-93,-40 0-16,-1 0 0,41 0 16,-80 0-16,80 0 15,-40 0-15,0 1 0,0-1 0,40 0 0,-40 0 16,40 0-16,-40 0 0,40 0 15,0 0-15,0 0 0,0 1 0,0-1 16,40 0-16,-40 0 0,0 0 0,40 0 16,0 0-1,-40 0-15,0 0 0,40 0 16,-40 1-16,0-1 16,0 0-16,0 0 0,0 0 0,40 0 0,-40 0 15,0 0-15,0 0 16,0 1-16,0-1 0,0 0 0,0 0 0,0 0 15,0 0-15,0 0 0,0 0 16,0 0-16,0 0 0,0 1 0,0-1 0,0 0 16,0 0-16,0 0 0,0 0 0,0 0 0,0 0 15,0 0 1,0 1-16,0-1 0,0 0 16,0 0-16,0 0 15,0 0-15,0 0 0,40 0 31,-40 0-31,40-40 0,-40 40 0,41-40 16,-41 41-16,0-1 0,40 0 0,0 0 16,0 0-16,-40 0 15,40-40-15,0 40 0,0-40 16,1 0 0,-1 40-16,0-40 15,0 0-15,0 0 16,0 40-16,0-40 0,0 0 15,1 0 1,-1 0-16,-40 41 0,40-41 0,0 0 16,0 0-16,0 0 0,0 0 0,0 0 15,1 40-15,-1-40 16,0 0-16,0 40 0,0-40 0,0 40 16,0-40-16,0 40 15,1-40-15,-1 0 0,0 40 16,0-40-16,-40 40 15,40-40-15,0 0 0,-40 40 0,40-40 0,0 0 16,1 0-16,-1 40 0,0-40 0,0 0 0,0 40 16,0-40-1,0 0-15,0 0 0,41 0 0,-41 0 0,0 41 16,0-41-16,40 0 0,-40 0 16,41 0-16,-41 40 0,0-40 0,40 0 0,-40 0 15,41 40-15,-41-40 16,0 0-16,0 0 0,40 40 0,-40-40 0,0 0 15,1 0-15,-1 40 0,0-40 16,0 0-16,-40 40 0,40-40 0,0 0 16,-40 40-16,40-40 0,-40 40 15,40-40-15,1 0 16,-41 40-16,40-40 0,-40 41 0,40-41 16,0 0-16,0 40 15,0-40-15,0 0 0,0 40 0,1-40 16,-1 0-16,0 0 15,0 0-15,0 40 0,0-40 16,0 0-16,0 0 16,1 0-1,-1 40-15,0-40 0,0 0 16,0 0-16,-40 40 16,40-40-16,0 0 0,1 0 0,-1 40 0,0-40 15,0 0-15,0 40 16,0-40-16,0 0 0,-40 40 15,40-40-15,1 0 16,-41 40-16,40-40 0,0 0 16,0 0-16,0 41 0,0-41 15,0 0-15,0 0 0,1 0 16,-1 0-16,0 0 0,0 0 0,0 0 0,0 0 16,0 40-16,0-40 15,1 0-15,-1 0 0,0 0 0,0 0 0,0 0 16,-40 40-16,40-40 0,0 0 15,0 0-15,1 0 0,-1 0 0,0 40 16,0-40-16,0 0 0,0 0 0,0 0 0,41 0 16,-41 0-16,0 0 15,0 0-15,0 0 0,40 0 0,-40 0 0,41 0 16,-41 0-16,0 0 16,0 0-16,0 0 0,0 0 0,41 0 0,-41 0 15,0-40-15,40 40 16,0 0-16,-40 0 0,41 0 0,-41 0 0,40 0 15,0-40-15,-40 40 0,41 0 16,-1 0-16,-40 0 0,40 0 0,-40 0 0,41 0 16,-41 0-16,0 0 0,0 0 0,40 0 0,-39 0 15,-1 0-15,0 0 16,0 0-16,0 0 0,0 0 0,40 0 0,-39 0 16,-1 0-16,40 0 0,-40 0 15,0 0-15,40 0 0,-39-40 0,39 40 0,0 0 16,-40 0-16,40-41 15,-39 41-15,39 0 0,0 0 0,-40 0 0,40 0 16,-39 0-16,-1 0 0,40 0 0,-40 0 0,0 0 16,0-40-16,0 40 0,1 0 15,-1 0-15,0 0 0,0 0 0,0-40 0,0 40 16,0 0-16,0 0 16,1-40-16,-1 40 0,0-40 0,0 40 0,0-40 15,0 40-15,0-40 0,0 40 16,41-40-16,-41 0 0,0 40 0,0-40 15,0 40-15,0-41 16,0 1-16,1 40 0,-41-40 0,40 0 16,0 40-16,0-40 0,0 0 0,0 0 15,40 0-15,-39 0 0,-1 40 16,0-41-16,40 1 0,-40 0 0,0 0 0,41 0 16,-41 0-16,40 0 15,-40 0-15,0 0 0,40 0 0,-39-1 0,-1 1 16,0 40-16,0-40 0,0-40 15,-40 40-15,40 0 0,0 0 0,1 0 0,-41-1 16,40 1-16,-40 0 0,40 0 0,-40 0 0,40 0 16,-40 0-16,40 0 15,-40 0-15,40-41 0,-40 41 0,0 0 0,0 0 16,40-40-16,-40 40 0,0 0 16,0-41-16,0 41 0,0 0 0,0-40 0,0 40 15,0-40-15,0 40 16,40 0-16,-40-41 0,0 41 0,0 0 0,0-40 15,0 40-15,0 0 0,0 0 16,0-1-16,0 1 0,0 0 0,41 0 16,-41 0-16,0 0 0,0 0 15,0 0-15,0 0 16,-81 40-16,81-40 0,0-1 0,-40 41 0,40-40 16,-40 0-16,40 0 15,-40 0-15,0 0 0,0 40 16,40-40-16,-40 40 15,40-40-15,-41 40 0,41-40 0,-40 40 16,0-41-16,0 41 0,0-40 16,0 40-1,0-40-15,-1 40 0,1 0 16,0-40-16,0 40 16,0-40-16,0 40 0,40-40 0,-40 40 15,0 0-15,-1-40 0,1 40 16,0-40-16,0 40 0,0-40 15,0 40 1,0 0-16,0-40 0,-1 40 16,1-41-16,0 41 15,0-40 1,0 40-16,0 0 0,0 0 31,0-40-31,-1 40 0,1 0 16,0 0-1,0 0 1,0 0-16,40-40 0,-40 40 31,0 0-31,0 0 16,40-40-16,-41 40 16,1 0-16,0 0 0,0 0 15,0-40-15,0 40 16,0 0-16,0 0 0,-1 0 0,1 0 15,0 0-15,0 0 0,0 0 16,40-40-16,-40 40 0,0 0 0,0 0 0,-1 0 16,1 0-16,0 0 15,0-40 1,0 40-16,0 0 16,0 0-16,0 0 15,-1 0-15,41-40 0,-40 40 0,0 0 16,0 0-16,0 0 15,0 0-15,0-41 0,0 41 16,-1 0-16,1 0 0,0 0 16,0 0-1,0 0 1,0 0 0,0 0-16,0 0 31,-1-40-31,1 40 15,0-40 1,0 40-16,0 0 0,0 0 16,40-40-16,-40 40 15,0 0 1,-41 0 46,41 0-46,0 0-16,0 0 0,0 0 16,0 0-1,0 0-15,-1 0 0,1 0 16,0 0 0,0 0-16,0 0 15,0 0 1,40-40-16,-40 40 15,-1 0-15,41-40 16,-40 40-16,0 0 0,0-40 0,0 40 16,0 0-16,0-40 0,0 40 0,-1 0 15,1 0 1,0 0-16,0 0 0,0 0 0,0 0 16,0 0-16,0 0 15,-1 0-15,1 0 0,0 0 16,0-40-1,0 40-15,0 0 0,0 0 16,0 0-16,-1-40 0,1 40 0,0 0 16,0 0-16,0 0 0,0-41 15,0 41-15,0 0 0,-1 0 0,1 0 16,0 0-16,0 0 16,0 0-16,0 0 0,0 0 0,0 0 0,-1 0 15,1 0-15,0 41 16,0-41-16,0 0 0,0 0 0,0 0 15,0 0 1,-1 0-16,1 0 0,0 0 16,0 0-16,0 0 15,0 0 1,0 0-16,0 0 31,-1 0-31,1 0 16,0 0-1,0 0-15,0 0 16,0 0-16,0 0 16,0 0-16,-1 0 15,1 0-15,0 0 0,0 0 16,0 0-16,0 0 16,0 0-16,0 0 0,-1 0 15,1 0-15,0 0 16,0 0-16,0 0 0,0 0 15,0 0-15,0 0 16,-1 0-16,1 0 0,0 0 16,0 0-16,0 0 0,0 0 31,0 0-31,-1 40 0,1-40 16,0 0-16,0 0 15,0 0-15,0 0 0,0 0 16,0 0-1,-1 0 1,1 0-16,0 0 16,0 0-1,40 40 1,-40-40 0,0 0-1,0 0 1,0 0-16,-1 0 15,1 0 1,0 0-16,0 0 16,0 0-16,0 0 15,0 0 1,0 0-16,-1 0 0,1 0 16,0 0-1,0 40-15,0-40 0,0 0 16,0 0-16,0 0 15,-1 0-15,1 0 0,0 0 0,0 0 0,0 0 16,0 40-16,0-40 0,0 0 0,-1 0 0,1 0 16,0 40-1,0-40-15,40 40 0,-40-40 0,0 0 16,0 0-16,0 0 16,-1 0-16,1 40 0,0-40 15,0 0 1,0 0-16,0 0 15,0 0-15,0 0 16,-1 40-16,1-40 0,0 0 16,0 0-16,0 0 0,0 0 0,0 0 15,0 40-15,-1-40 16,1 0-16,0 0 0,0 0 0,0 0 16,0 0-16,0 0 15,0 0-15,-1 0 0,1 0 0,0 0 16,0 0-16,0 0 15,0 0-15,0 0 16,0 0-16,-1 0 0,41 41 16,-40-41-16,0 0 15,0 40-15,0-40 16,40 40 0,-40-40-16,40 40 0,-40-40 15,0 40 1,-1-40-16,1 0 0</inkml:trace>
  <inkml:trace contextRef="#ctx0" brushRef="#br0" timeOffset="89914.6961">16412 14437 0,'0'-40'15,"40"40"-15,-80 0 63,0 0-63,-1 0 15,1 0-15,0 0 16,0 0-16,0 0 0,0 0 0,0 0 16,0 0-1,-1 0-15,1 0 0,0-40 0,0 40 0,0 0 16,0 0-16,0-40 0,0 40 15,-1-40-15,1 40 0,0 0 0,0 0 16,0 0-16,40-40 0,-40 40 16,0 0-1,0 0-15,-1 0 0,1 0 16,0 0-16,0 0 16,0 0-16,0 0 0,0 0 0,0 0 0,-41 0 15,41 0-15,0 0 16,0 0-16,0 0 0,0 0 0,0 0 0,-1 0 15,1 0-15,0 0 16,0 0-16,0 0 0,0 0 16,0 0-16,-1 0 0,1 0 0,0 0 15,0 0 1,0 0 0,0 0-16,0 0 15,0 0-15,-1 0 0,1 0 16,0 0-1,0 0-15,-40 0 0,40 0 0,0 0 0,-1 0 16,1 0-16,0 0 0,0 0 0,0 0 0,0 0 16,0 0-16,0 0 0,-1 0 15,1 0-15,0 0 0,0 0 16,0 0 0,0 0-16,0 0 15,0 0 1,-1 0-16,1 0 15,0 0 1,0 0-16,0 0 0,0 0 0,0 0 16,0 0-16,-1 0 0,1 0 0,0 0 15,0 0-15,0 0 0,0 0 16,0 0-16,0 0 0,-1 0 0,1 0 0,0 0 16,0 0-1,0 0-15,0 0 0,0 0 0,0 0 0,-1 0 16,1 0-16,0 0 0,0 0 15,-40-40-15,40 40 0,0 0 0,-41 0 0,41 0 16,-40 0-16,40 0 0,-40 0 0,39 0 0,-39 0 16,40 0-16,-40 0 15,40 0-15,-41 0 0,41 0 0,-40 0 0,40 0 16,-40 0-16,40 0 0,-1 0 16,1 0-16,0 0 0,0 0 0,0 0 0,0 0 15,0 0-15,-1 0 16,1 40-16,0-40 0,0 0 0,0 40 15,0-40-15,0 0 0,0 40 0,-1-40 16,1 0-16,40 40 16,-40-40-16,0 0 0,40 40 0,-40-40 15,0 40 1,0-40-16,40 40 16,-40-40-16,-1 41 15,1-1-15,0-40 16,0 40-16,0 0 15,0 0-15,0 0 0,0 0 16,-1 0-16,41 0 0,-40 0 0,0 1 0,40-1 16,-40-40-16,40 40 0,-40 0 15,40 0-15,0 0 0,-40 0 0,40 0 16,-40 0-16,40 1 16,0-1-16,0 0 0,0 0 0,0 0 0,0 40 15,0-40-15,0 0 0,0 0 16,-40 41-16,40-41 0,0 0 0,0 0 0,0 0 15,0 0-15,-41 40 0,41-39 0,0-1 0,0 0 16,0 0-16,0 0 16,0 0-16,0 0 0,0 0 0,0 0 0,0 0 15,0 1-15,41-1 0,-41 0 16,40 0-16,-40 0 0,40 0 0,0 0 0,-40 0 16,40 0-16,-40 1 15,40-1-15,-40 0 0,40 0 0,-40 0 0,40 0 16,-40 0-16,41-40 15,-1 40-15,0 0 0,0-40 0,0 40 16,0 1-16,0-41 0,0 40 0,1-40 16,-1 40-16,0-40 15,40 40-15,-40-40 0,0 40 0,0-40 0,41 0 16,-41 40-16,0-40 0,40 0 16,-40 40-16,0-40 0,41 0 0,-41 40 0,40-40 15,-40 0-15,0 40 16,41-40-16,-41 0 0,40 41 0,-40-41 0,40 0 15,-39 0-15,39 0 0,-40 40 0,40-40 0,-40 0 16,41 0-16,-41 0 0,0 0 16,40 0-16,-40 0 0,0 0 0,0 40 0,1-40 15,-1 0-15,0 0 16,0 0-16,-40 40 0,40-40 0,0 0 0,0 0 16,0 40-16,1-40 15,-1 40-15,0-40 0,0 0 16,-40 40-16,40-40 15,-40 40-15,40-40 0,0 40 0,0-40 16,1 0-16,-1 0 0,0 40 0,0-40 16,0 0-16,0 0 15,0 0-15,-40 41 0,40-41 16,1 0 0,-1 0-16,0 0 0,0 0 15,0 0-15,0 0 0,0 0 16,0 0-16,1 0 0,-1 0 0,40 0 0,-40 0 15,0 0-15,0 0 16,41 0-16,-41 0 0,0 0 0,0 0 0,0 0 16,0 0-16,0 40 0,41-40 0,-41 0 0,0 0 15,0 40-15,0-40 0,0 0 16,0 0-16,41 0 0,-41 0 0,0 0 0,40 0 16,-40 0-16,0 0 15,41 0-15,-41 0 0,0 40 0,0-40 0,0 0 16,40 0-16,-39 0 0,-1 40 15,0-40-15,0 0 0,0 0 0,0 0 0,0 40 16,0-40-16,1 0 0,-1 0 0,0 0 0,0 0 16,0 0-16,40 40 15,-40-40-15,1 0 0,-1 0 0,0 0 0,40 0 16,-40 0-16,0 0 0,0 0 16,41 0-16,-41 0 0,0 0 0,0 0 0,40 0 15,-40 0-15,1 0 16,-1 0-16,0 0 0,40 0 0,-40 0 0,0 0 15,0 0-15,1 0 0,39 0 0,-40 0 0,0 0 16,0 0-16,0 0 0,0 0 16,1 0-16,-1 0 0,0 0 0,0 0 0,0 0 15,0-40-15,0 40 16,41 0-16,-41-40 0,0 40 0,40 0 0,-40 0 16,0-40-16,0 40 0,41 0 15,-41 0-15,0 0 0,0 0 0,0 0 0,0-40 16,0 40-16,1 0 15,-1 0-15,0 0 0,-40-40 0,40 40 0,0 0 16,0 0-16,0-40 0,0 40 0,-40-41 16,41 41-16,-1-40 0,0 0 15,0 0-15,0 0 16,0 0 0,0 0-16,1 0 0,-41 0 15,40 40-15,-40-40 0,0-1 16,40 1-16,-40 0 0,40 0 0,-40 0 0,40 0 15,-40 0-15,0 0 0,40-41 0,-40 41 0,0 0 16,0 0-16,40 0 16,-40 0-16,0-40 0,0 40 0,40 0 0,-40-1 15,0 1-15,0 0 16,0 0-16,0 0 0,0 0 16,0 0-16,0 0 15,-40 0-15,40-1 0,-40 1 16,40 0-16,0 0 0,0 0 15,-40 40-15,40-40 0,-40 0 0,40 0 0,0 0 16,-40 0-16,40-1 0,-40 1 0,40 0 16,0 0-16,-40 40 15,40-40-15,-41 0 0,41 0 0,-40 0 0,0 0 16,40-1-16,-40 1 16,0 0-16,40 0 0,-40 40 0,0-40 0,40 0 15,-41 0-15,1 0 16,0 0-16,0 0 0,40-1 0,-40 41 15,40-40-15,-40 0 0,40 0 0,-40 40 0,40-40 16,-40 0-16,-1 40 0,41-40 16,0 0-16,-40 40 0,40-40 0,-40 40 0,40-41 15,-40 1 1,40 0-16,-40 0 0,40 0 16,-40 40-16,40-40 15,0 0-15,-40 0 0,40 0 0,0 0 16,-40 40-1,40-41-15,-41 1 0,41 0 16,-40 40-16,0-40 0,0 0 0,0 0 16,0 40-16,40-40 15,-40 40-15,0-40 0,-1 40 0,1-40 16,0-1 0,0 41-16,0 0 0,40-40 0,-40 40 0,0-40 15,0 40-15,-1-40 16,1 40-16,0 0 0,0 0 0,-40 0 0,40-40 15,-41 40-15,41 0 0,-40 0 0,40 0 0,0 0 16,-40 0-16,39 0 16,1 0-16,0 0 0,0 0 0,0 0 0,0 0 15,0 0-15,-41 0 0,41 0 16,0 0-16,0 0 0,-40 0 0,40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28T07:41:42.7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7022 2045 0,'0'0'0,"40"0"31,-40-40 0,40 40-31,0 0 31,-40 40-31,41-40 0,-41 40 0,0 0 16,40 0-16,-40 0 0,0 0 0,40 0 0,-40 1 16,0-1-16,40 0 0,-40 0 15,40 0-15,-40 0 0,40 0 0,0 0 16,1-40-1,-41 40-15,40-40 0,0 0 0,0 0 0,0 0 16,0 0-16,0 0 16,0 0-16,1-40 0,-1 40 0,-40-40 0,40 40 15,0-40-15,0 0 16,0 40-16,-40-40 0,0 0 16,0 0-1,0 0 1,-40-1-16,0 41 15,40-40 1,-40 40 0,40 40-1,-40-40 1,40 41-16,0-1 0,-40-40 0,40 40 16,0 0-16,-41 0 15,41 0-15,-40 0 0,40 0 0,-40 0 16,40 0-16,0 41 0,-40-41 15,40 0-15,0 40 0,-40 0 0,40-40 0,0 41 16,-40-1-16,40 0 16,-40 0-16,40 0 0,0 1 0,-40-41 0,40 40 15,0-40-15,0 40 0,0-40 16,0 1-16,0-1 0,0 0 0</inkml:trace>
  <inkml:trace contextRef="#ctx0" brushRef="#br0" timeOffset="378.2405">8908 2566 0,'-40'0'16,"80"0"-16,-80-40 0,-40 0 15,40 40-15,-1 0 0,1 0 16,-80 40 0,80 120 15,0-119-31,40 79 15,0 0-15,40 41 16,-40-121-16,80 40 16,-40-40-16,121 80 15,-121-80-15,0-40 16,0 41-16,80-41 0</inkml:trace>
  <inkml:trace contextRef="#ctx0" brushRef="#br0" timeOffset="838.2134">9349 2847 0,'0'0'16,"0"-40"0,41 0-1,-1 40 1,160 0-1,-79-40 1,-81 40-16,40 0 0,-40 0 0,40-41 16,-39 41-1,-41-40 1,-41 40 0,1 121-1,-120-1 16,-1 121-15,81-41 0,40-160-1,40 0 1,40-40 0,0 0-16,121 0 31,-121 0-31,40-40 0,-40 40 0,241 0 31,-161 0-31,-79 0 0,119 0 16,-120 0-16</inkml:trace>
  <inkml:trace contextRef="#ctx0" brushRef="#br0" timeOffset="1098.1987">10674 2646 0,'0'-40'15,"40"40"-15,0 0 16,40 80 0,41 121 15,-121-81-31,0-39 0,-41 199 31,-39-159-31,-40 79 16,39-160-16,-159 121 15,200-161-15</inkml:trace>
  <inkml:trace contextRef="#ctx0" brushRef="#br0" timeOffset="1449.4093">7664 4411 0,'-40'0'15,"80"0"-15,-120 0 16,160 0 0,-40 0-1,0 0-15,41 0 0,-1 0 0,0 0 0,41 0 16,39 0-16,1 0 0,-1 0 0,1 0 16,-1 0-16,1 0 0,-1 0 15,1 0-15,-1 0 0,-40 0 0,41-80 0,-81 80 16,41 0-16,-41 0 15,0-40-15,-40 40 0,40-40 0,-39 40 0,39 0 16,-40 0-16,0 0 0,0 0 16,0 0-16</inkml:trace>
  <inkml:trace contextRef="#ctx0" brushRef="#br0" timeOffset="2009.3546">8868 5293 0,'0'0'16,"-40"0"-16,80-40 31,0 40-31,40 0 0,-40-40 16,1 40-16,-1 0 0,0 0 15,0 40-15,0-40 0,0 0 0,0 40 16,0-40-16,1 0 16,39 40-16,-40-40 0,0 0 0,0 0 0,0 0 15,0 41-15,1-41 0,-1 0 0,0 0 16,-40 40 15,-40-40-31,40 40 16,-81-40-16,81 40 0,-40 0 0,0 0 0,0 0 15,0 0-15,0 0 0,0 0 16,0 41-16,-1-41 0,1 0 0,0 0 0,0 40 16,0-40-16,0 0 15,-40 41-15,39-41 0,1 0 0,0 0 0,0 0 16,0 0-16,0 0 0,0-40 0,40 40 0,-40-40 16,80-40 15,0 0-16,0 40-15,0 0 0,0-40 0,0 40 16,0-40-16,1 40 0,-1-40 16,0 40-16,0 0 0,0 0 0,40 0 0,-40 0 15,1 0-15,-1 0 0,0 0 0,40 0 0,-40 0 16,0 0-16,0 0 16,1 0-16,-1 0 0,0 0 0</inkml:trace>
  <inkml:trace contextRef="#ctx0" brushRef="#br0" timeOffset="2349.3367">11958 4210 0,'0'0'16,"0"-40"-1,40 0 1,120 0-1,201 0 1,-280 40 0,159 0-1</inkml:trace>
  <inkml:trace contextRef="#ctx0" brushRef="#br0" timeOffset="2529.3474">12078 4692 0,'-80'40'32,"160"-80"-32,-160 120 0,40-80 15,80 0-15,40-40 0,0 40 16,121-40 0,80 0-1,-201 40-15</inkml:trace>
  <inkml:trace contextRef="#ctx0" brushRef="#br0" timeOffset="6267.1882">15288 2406 0,'40'0'0,"0"0"16,1 0 0,-1 0-16,-40-40 0,0 80 62,-40-40-62,40 40 0,0 0 16,0 0-16,0 0 0,0 0 0,-41 0 0,41 0 15,0 1-15,-40-1 0,40 0 16,-40 0-16,40 0 0,-40 0 0,40 40 0,-40-40 16,40 1-16,-40-1 15,40 0-15,-40 0 0,40 0 16,0-80 15,0-40-15,0 40-16,40 40 0,-40-81 0,0 41 0,0 0 15,0 0-15,0 0 0,40 0 0,-40 0 0,0 0 16,40-1-16,-40-39 0,0 40 16,40 0-16,-40 0 0,0 0 0,40 0 15,-40 0 1,40 40-16,-40-40 0,41 40 16,-1 0-1,0 0-15,0 0 0,-40 40 16,40-40-16,0 0 0,0 40 0,0 0 15,-40 0-15,41-40 16,-41 40-16,40 0 0,-40 0 0,0 0 0,0 0 16,0 1-16,0 39 0,0-40 15,0 0-15,0 0 0,0 40 0,0-40 0,0 1 16,0 39-16,0-40 16,0 0-16,0 0 0,0 0 0,0 0 0,40 0 15</inkml:trace>
  <inkml:trace contextRef="#ctx0" brushRef="#br0" timeOffset="6497.175">15328 3088 0,'-40'-41'0,"80"82"0,-120-82 0,80 1 16,0 0-16,80 0 15,81 0 1,80 0 15,-121 40-31,0 0 16</inkml:trace>
  <inkml:trace contextRef="#ctx0" brushRef="#br0" timeOffset="6817.176">14967 3809 0,'0'0'0,"-40"0"31,120 0-15,41 0-1,-1 0 1,321-40 0,121 40 15,-281 0-31,-120 0 15,39 40-15</inkml:trace>
  <inkml:trace contextRef="#ctx0" brushRef="#br0" timeOffset="7377.1612">15248 4491 0,'-40'0'15,"80"0"-15,-40 0 31,40-40-15,0 40-16,0 0 16,1 0-16,-1 0 0,40-40 0,-40 40 0,0 0 15,0 0-15,41 0 16,-41 0-16,0 0 0,0 0 0,0 0 0,0 0 16,0 0-16,0 0 15,-80 40 1,0 0-16,-40 0 15,80 0 1,-40 1-16,0-1 0,0 0 0,-1 0 0,1 40 16,0-40-16,0 0 0,0 0 15,40 0-15,-40 1 0,0-1 0,0 0 0,40 0 16,-41 0-16,1 0 16,40 0-16,0 0 0,-40-40 0,40-40 31,40 40-16,0-40-15,1 40 0,-1 0 16,0 0 0,0 0-16,0 0 0,0 0 0,0 0 15,0 0-15,1 0 0,-1 0 16,0 0-16,0 0 0,0 0 0,0 40 0,0-40 16,0 0-16</inkml:trace>
  <inkml:trace contextRef="#ctx0" brushRef="#br0" timeOffset="7627.1082">16532 5053 0,'-80'-40'16,"160"80"-16,-200-161 15,200 121-15,-40-40 32,80 40-32,-39 0 15,159 0 1,-119 0-16</inkml:trace>
  <inkml:trace contextRef="#ctx0" brushRef="#br0" timeOffset="7967.0913">17535 4812 0,'40'0'32,"0"0"-32,1 0 15,-1 0-15,0 0 16,0-40-16,-40 0 0,40 40 15,-40-40-15,0 0 0,-40 40 16,40-40-16,-40 40 16,40-41-16,-80 41 0,39 0 0,1 0 0,0 0 15,0 0-15,0 0 0,0 41 16,0-41-16,0 40 0,-1-40 0,1 40 0,0 0 16,0 0-16,40 0 15,-40 0-15,40 0 0,0 0 0,0 0 0,0 1 16,0-1-16,0 0 0,40 0 0,40 0 15,-40 0-15,1-40 0,-1 40 16,0-40-16,0 40 0,0-40 0,0 0 0,0 0 16,0 0-16,1 0 15,-1 0-15</inkml:trace>
  <inkml:trace contextRef="#ctx0" brushRef="#br0" timeOffset="8477.0577">18097 4371 0,'0'0'16,"0"-120"-1,0 79 1,80-39-1,81 80 1,-41 0 15,-80 80-15,-40 1 0,0-41-16,-40 40 31,0-40-16,40 0 1,120-40 0,-39 80 15,-81-39-31,40 39 16,-161 0-1,-39-40 1,-1-40 15,81 0-15,40 0-1</inkml:trace>
  <inkml:trace contextRef="#ctx0" brushRef="#br0" timeOffset="9007.0488">17736 4772 0,'-40'0'94,"0"0"-79,-1 0-15,1 0 16,0 0-16,0 0 0,0 0 15,0 0-15,0 0 16,0 0-16,-1 0 0,1 0 16,0 0-1</inkml:trace>
  <inkml:trace contextRef="#ctx0" brushRef="#br0" timeOffset="9577.0702">19863 3328 0,'0'-40'0,"0"80"0,-41-80 0,1 40 31,80 0 0,1 0-15,-1 0-16,0 0 16,0 0-16,0 0 0,0 0 0,40 0 0,1 0 15,-1 0-15,0 0 16,0 0-16,1 0 0,-1 0 0,0 0 0,0 0 15,-39 0-15,39 0 0,-40 0 0,0 0 0,0 0 16,0 0-16,0 0 16</inkml:trace>
  <inkml:trace contextRef="#ctx0" brushRef="#br0" timeOffset="9896.9932">20384 2967 0,'0'0'0,"-40"0"0,0 0 16,0-40-16,0 0 15,40 80 17,0 40-32,0-40 0,0 1 0,0 39 15,0 0-15,0-40 0,0 40 16,0 0-16,40-39 0,-40 39 0,0-40 0,0 40 16,0-40-16,0 40 15,0-39-15,-40-1 0,40 0 0,-40 0 0</inkml:trace>
  <inkml:trace contextRef="#ctx0" brushRef="#br0" timeOffset="11026.9283">22471 2847 0,'0'0'0,"0"-40"16,40 40-16,-40-40 15,0 80 1,0 40 0,0-40-16,0 0 0,0 0 0,0 0 0,0 41 15,-40-41-15,40 40 16,0-40-16,-40 0 0,40 40 0,0-40 0,-40 1 16,40-1-16,0 0 0,-41 0 15,41 0-15,0-120 16,0 40-1,41 0 1,-41-41-16,0 41 0,40-40 0,-40 0 0,0 0 16,40-1-16,0 1 0,-40 0 15,40 0-15,0 0 0,0-1 0,-40 1 0,40 0 16,1 40-16,-1-40 16,0 40-16,0-1 0,0 1 0,0 40 15,-40-40-15,40 40 0,0 0 16,1 0-16,-1 40 15,-40 41-15,0-41 0,0 0 16,0 0-16,-40 0 16,40 0-16,-41 0 0,41 0 0,-80 0 0,40 0 15,40 1-15,-40-1 16,0 0-16,40 0 0,80 0 31,0-40-31,-40 40 0,1-40 16,-1 0-16,0 40 0,0 0 0,0-40 0,-40 40 15,40-40-15,-40 41 0,0-1 16,0 0-16,-40 0 0,40 0 16,-40-40-16,0 40 15,-40 0-15,39-40 0,-39 40 0,40-40 0,-40 40 16,40-40-16,0 0 0,-41 40 16,41-40-16,0 0 0,0 0 0,0 0 0,0 0 15,0 0 1</inkml:trace>
  <inkml:trace contextRef="#ctx0" brushRef="#br0" timeOffset="11336.8946">21708 4170 0,'-40'0'0,"80"-40"32,41 40-32,-41 0 15,40-40-15,-40 40 0,40 0 0,41 0 0,-41-40 16,0 40-16,41 0 16,-1 0-16,-40-40 0,41 40 0,-1 0 0,-40-40 15,1 40-15,-1 0 0,0-40 16,0 40-16,-40 0 0,1 0 0,-1 0 0,0 0 15,0 0-15,0 0 0,0 0 0,0 0 16,0 0 0,-40 40-16</inkml:trace>
  <inkml:trace contextRef="#ctx0" brushRef="#br0" timeOffset="11876.9352">22070 4612 0,'-81'0'16,"162"0"-16,-242 40 16,201-40 15,0 0-16,0 0-15,1 0 0,-1 0 0,0 0 16,40 0-16,-40 0 0,40 0 16,-39 0-16,39 0 0,-40 0 0,40 0 0,0 0 15,-39 0-15,39 0 16,-40 0-16,0 0 0,0 0 0,0 0 16,-80 0-1,0 40 1,-40 0-16,40 0 0,0 0 15,-1 0 1,1 0-16,0-40 0,0 80 0,0-39 0,0-1 16,0 0-16,0 0 0,-1 40 15,-39-40-15,40 0 0,0 0 0,0 1 0,0-1 16,0 0-16,-1-40 16,41 40-16,-40-40 0,0 40 0,80-40 62,41 0-46,-41 0-16,0 0 0,0 0 15,40 0-15,-40 0 0,0 0 16,1 0-16,-1 0 0,40-40 0,-40 40 0,0 0 16,0 0-16</inkml:trace>
  <inkml:trace contextRef="#ctx0" brushRef="#br0" timeOffset="12096.9245">23514 5333 0,'-40'0'16,"80"0"-16,-80-40 15,40 0-15,160 40 16,1-40-1,-41 40-15,121-40 32,-161 40-32</inkml:trace>
  <inkml:trace contextRef="#ctx0" brushRef="#br0" timeOffset="12516.8977">25159 4692 0,'-40'0'0,"80"0"0,-160-40 32,80 40-32,0 0 15,-81 80 1,81 0-1,0 121 1,80 39 0,40-119-1,-40-81-15,1-40 16,39 40 0,0-80-1,-80-41 1,-160-39 15,79 120-31,1 0 31,40 80-15,40-40 0</inkml:trace>
  <inkml:trace contextRef="#ctx0" brushRef="#br0" timeOffset="14406.7887">4855 8061 0,'0'0'0,"-40"0"15,40-41 1,-40 41-1,120-40 1,1 0 0,-41 40-1,-40-40 1,40 40 156,0 0-157,0 40-15,0 0 0,-40 0 0,40 1 16,0-41-16,1 40 16,-41 40-16,40-40 0,0 0 0,-40 0 0,40 0 15,0 0-15,-40 1 0,40-1 16,-40 0-16,40 0 0,-40 0 0,40 0 16,-40 0-16,41-40 15,-41 40-15,40-40 0</inkml:trace>
  <inkml:trace contextRef="#ctx0" brushRef="#br0" timeOffset="14776.7671">6220 7860 0,'-41'-40'15,"82"80"-15,-82-120 32,1 80-32,0 0 15,40 40 1,0 40 15,-120 81-31,-1 119 16,41-159-1,-80 159 1,-1 1 15,81-120-15,40-81 0</inkml:trace>
  <inkml:trace contextRef="#ctx0" brushRef="#br0" timeOffset="15296.7391">7343 7940 0,'0'0'16,"-80"0"-1,80-40 1,-40 40 0,-81 80-1,1 81 1,0 79 15,79-159-31,41 79 16,0 81-1,81-81 17,39-120-17,-80-40 1,81-40-16</inkml:trace>
  <inkml:trace contextRef="#ctx0" brushRef="#br0" timeOffset="15886.6283">7504 8502 0,'-40'-40'16,"40"0"-1,80 40-15,-80-41 16,40 41-16,0 0 0,0-40 16,0 40-16,0 0 0,1-40 0,-1 40 15,0 0-15,0 0 0,0 0 0,0 0 0,0-40 16,0 40-16,1 0 15,-1 0-15,-40-40 0,40 40 0,0 0 0,0 0 16,-40-40-16,0 80 63,-40-40-63,40 40 0,-40 0 15,0 0-15,0 0 0,-1 1 16,1-1-16,0 0 0,0 0 0,0 0 15,0 0 1,0 0-16,0 0 0,-1-40 0,41 40 16,-40-40-16,40 40 0,-40-40 15,40 41-15,-40-41 0,40 40 0,0 0 0,-40-40 16,40 40 0,40-40 15,0-40-16,40 40-15,-39 0 0,-1-40 16,0 40-16,0 0 16,40 0-16,-40-40 0,41 40 0,-41 0 0,40 0 15,0 0-15,0-41 0,-39 41 16,39 0-16,-40 0 0,40 0 0,-40 0 0,0-40 16,1 40-16,-1 0 15</inkml:trace>
  <inkml:trace contextRef="#ctx0" brushRef="#br0" timeOffset="16246.606">9069 8101 0,'0'0'0,"0"-40"16,40-1 0,40 41 15,40 281 0,-160-40-15,-80-1-1,-41-79 1,41-81 0,40 0-1,40-80-15</inkml:trace>
  <inkml:trace contextRef="#ctx0" brushRef="#br0" timeOffset="16536.5894">9991 8622 0,'-40'0'0,"40"-40"16,40 0-1,41 40 1,159-40 0,-79 40-1,-41 0 17,-80 0-17</inkml:trace>
  <inkml:trace contextRef="#ctx0" brushRef="#br0" timeOffset="16726.5791">10192 8943 0,'-40'40'0,"80"-80"0,-120 80 0,40 0 31,80-40-31,40 0 16,81-40-1,79 0 1,-119 40 0,39 0-16</inkml:trace>
  <inkml:trace contextRef="#ctx0" brushRef="#br0" timeOffset="17432.8464">12239 8462 0,'0'0'16,"-41"0"-16,-39-81 31,80 122 0,0-1-15,-40 0-16,40 0 15,0 0-15,0 0 0,-40 0 0,40 0 16,0 0-16,0 0 0,-40 1 0,40-1 0,0 0 16,-40 0-16,40 0 15,-40-40-15,40 40 16,0-120 0,0 40-1,0 0-15,40 0 16,-40-1-16,40 1 0,-40 0 0,40 0 0,-40-40 15,40 40-15,0 0 0,0-40 0,-40 39 0,40-39 16,1 40-16,-41 0 16,40 0-16,0 0 0,0 40 15,-40-40-15,40 40 16,-40-40-16,40 40 16,0 0-1,0 40 16,-40 0-31,0 0 16,0 0-16,0 0 0,0 0 0,0 0 0,0 0 16,0 1-16,0-1 15,0 0-15,-40 0 0,40 0 0,0 0 0,0 0 16,0 0-16,0 0 16,0 0-16,0 1 0,0-1 0,0 0 0,0 0 15,0 0-15,0 0 16,-40 0-16,40 0 0,0 0 0,-40-40 15,40 41-15</inkml:trace>
  <inkml:trace contextRef="#ctx0" brushRef="#br0" timeOffset="17672.8324">11958 8823 0,'-81'0'0,"162"0"0,-202 0 0,81-41 31,40 1-31,121 0 16,119 40 0,-39 0 15,-81 0-31</inkml:trace>
  <inkml:trace contextRef="#ctx0" brushRef="#br0" timeOffset="18332.7955">14325 7940 0,'-40'0'15,"0"0"-15,40-40 16,40 40-1,40-40 1,121 0 0,-81 40-1,81-40 1,-81 40 15,-120 40 0,-40-40-31,0 40 16,40 0-16,-40-40 0,40 40 16,-40 0-16,0 0 15,0 1-15,-1-41 0,41 40 0,-40 0 16,0-40-16,40 40 16,-40-40-16,0 40 0,0 0 0,0-40 0,40 40 15,-41 0-15,1-40 0,0 40 16,0 1-16,0-41 0,40 40 0,-40 0 0,0-40 15,40 40-15,-40-40 0,40 40 0,40-40 47,0 0-31,0 0-16,0 0 0,0 0 0,0 0 16,0-40-16,1 40 15,-1 0-15,0 0 0,0 0 0,0 0 16,0 0-1,0 0-15,1 0 0,-1 0 0,0 0 16,0 0-16,0 40 0</inkml:trace>
  <inkml:trace contextRef="#ctx0" brushRef="#br0" timeOffset="18712.7745">13884 8983 0,'-81'0'16,"162"0"-16,-202 40 0,81-40 0,0 0 31,80 0 16,0 0-47,0 0 0,1 0 16,-1 0-16,0 0 0,0 0 15,0 0-15,40 0 0,-40 0 0,41 0 0,-1 0 16,-40 0-16,40 0 16,1 0-16,-41 0 0,0 0 0,40 0 0,-40 0 15,0 0-15,1 40 0,-1-40 16,0 0-16,0 0 0,40 0 0,-40 0 0,0 0 15,1 40-15,-1-40 0,0 0 0,40 0 0,-40 0 16,0 0-16,0 40 16,41-40-16,-41 0 0,0 0 0,40 0 0</inkml:trace>
  <inkml:trace contextRef="#ctx0" brushRef="#br0" timeOffset="19462.8043">13362 9745 0,'0'0'0,"-40"0"16,0 0 0,80 0 31,0 0-32,0 0-15,0 0 0,0 0 0,1 0 16,-1 0-16,0-40 15,0 40-15,0 0 0,40 0 0,-40-40 0,1 40 16,-1 0-16,0 0 0,0 0 0,0 0 0,0 0 16,0 0-16,-40-40 15,-40 80 17,0 0-17,40 0-15,-40 0 16,0-40-16,0 40 0,0 0 15,-1 0-15,1-40 0,0 41 0,40-1 0,-40-40 16,0 40-16,0 0 16,0-40-16,40 40 0,-40 0 0,-1-40 0,1 40 15,40 0-15,-40-40 0,0 40 16,0 0-16,0 1 0,0-1 16,0-40-1,40 40-15,-41-40 0,41 40 0,-40-40 16,40 40-1,40-40 32,1-40-31,-1 40-16,0 0 16,0 0-16,0 0 0,0 0 0,0 0 15,0 0-15,1 0 16,-1 0-16,0 0 0,0 0 15,0 0-15,0 0 0,0-40 16,0 40-16,1 0 16,-1 0-16</inkml:trace>
  <inkml:trace contextRef="#ctx0" brushRef="#br0" timeOffset="19712.7892">14285 10306 0,'0'0'0,"-40"0"15,80 0 17,0 0-32,161-40 31,-121 40-31,0 0 15,-40 0 1,81-40 0</inkml:trace>
  <inkml:trace contextRef="#ctx0" brushRef="#br0" timeOffset="20222.7591">15328 10146 0,'40'0'47,"1"0"-47,-1 0 0,0 0 15,0 0-15,0 0 0,0 0 16,0 0 0,-40-80-16,0 40 31,0 0-31,-40 40 16,0 0-1,0-40-15,0 40 0,0 0 16,0 0-1,-1 0-15,1 40 0,0-40 16,40 40-16,-40-40 0,0 40 0,0 0 16,0 0-16,40 0 15,-40-40-15,40 40 0,-41 0 0,41 0 16,0 1 0,0-1-16,0 0 0,0 0 15,41-40-15,-1 40 16,0-40-16,0 0 0,0 0 0,0 40 0,0-40 15,0 0-15,1 0 0,-1 0 0,0 0 16,0 0 0,0 0-16,-40-40 0,40 40 0,0-40 15</inkml:trace>
  <inkml:trace contextRef="#ctx0" brushRef="#br0" timeOffset="20824.9606">16091 9705 0,'0'-40'16,"0"80"-16,-40-80 0,40-40 15,80 80 1,-40 0 0,0 0-1,40 0 1,41 0 0,-81 80-1,-40 0 16,-80 0-15,39-80-16,-79 80 31,160-80 1,0 0-17,0 0 1,1 41-16,-1-41 15,-40 80 1,-40-40 15,-1 0-31,-79 0 16,-40-40 15,79 0-15,1 0-1</inkml:trace>
  <inkml:trace contextRef="#ctx0" brushRef="#br0" timeOffset="21484.9223">18097 9063 0,'-40'0'0,"0"0"32,80-40 30,40 40-46,-40 0-16,0 0 0,41 0 0,-41 0 0,40-40 15,-40 40-15,40 0 16,1 0-16,-1 0 0,-40 0 0,40-40 0,-40 40 16,1 0-16,-1 0 0,0 0 15,0 0-15,0 0 16</inkml:trace>
  <inkml:trace contextRef="#ctx0" brushRef="#br0" timeOffset="21747.0948">18779 8742 0,'-40'0'0,"0"0"0,0 0 16,40-40-1,0 80 1,0 0-16,0 1 15,0-1-15,0 0 16,0 40-16,-40-40 0,40 40 0,0-40 0,0 1 16,0 39-16,0-40 0,0 0 15,0 0-15,0 0 0,0 0 0,0 0 16,0 0 0,40-40-16</inkml:trace>
  <inkml:trace contextRef="#ctx0" brushRef="#br0" timeOffset="22057.076">20103 8141 0,'-40'0'16,"80"0"-16,-80-40 0,0 40 0,40 40 31,0 40-31,0-40 0,-40 0 16,40 0-16,0 41 0,0-41 16,0 40-16,0-40 0,-40 40 0,40-40 0,0 0 15,0 41-15,0-41 16,0 0-16,-40 0 0,40 0 0,0 0 15,0 0-15</inkml:trace>
  <inkml:trace contextRef="#ctx0" brushRef="#br0" timeOffset="22619.3864">20023 8341 0,'0'0'16,"-40"0"-16,0-40 16,40 0-1,40 0 1,0 0 0,0 40-1,-40-40-15,40 40 0,0 0 16,1 0-1,-1 0-15,0 0 32,-40 40-32,40 0 0,-40 0 15,0 0 1,0 0-16,0 0 0,0 1 16,-40-41-16,40 40 0,-40-40 0,40 40 15,-40 0-15,-1-40 16,41 40-16,-40-40 0,0 0 0,120 0 31,-39 0-15,-1 0-1,0 0-15,0 0 16,0 0 0,-40 40-16,0 0 0,40-40 0,-40 40 15,0 0-15,0 0 16,0 1-16,-40-1 0,0 0 15,40 0-15,-80 0 0,40 0 16,-1-40-16,1 0 0,40 40 0,-40-40 16,0 0-16,0 0 0,0 0 0,0 0 15,40-40 1,-40 40-16,40-40 0</inkml:trace>
  <inkml:trace contextRef="#ctx0" brushRef="#br0" timeOffset="23387.5367">22471 7980 0,'0'0'16,"-40"0"-16,40-40 15,0 0 1,40 40-1,40-40 1,-40 40-16,121-40 16,-121 40-16,0 0 0,40 0 15,-40 0-15,41-40 32,-41 40-32,-80 0 31,40 40-16,-41-40-15,1 0 0,40 40 16,-40-40 0,0 40-16,40 0 0,-40-40 15,40 40-15,-40-40 0,0 40 16,40 1-16,-40-1 0,-1-40 0,1 40 0,40 0 16,-40 0-16,0-40 15,40 40-15,-40 0 0,0-40 0,40 40 0,-40-40 16,40 40-16,-40-40 0,-1 0 15,41 41-15,-40-41 16,80 0 31,1 0-31,-1 0-1,0-41 1,0 41-16,0 0 0,0 0 0,0 0 15,0 0-15,1 0 0,-1 0 0,0 0 0,0 0 16,0 0-16,0 0 16,0 0-16,0 0 0,1 0 15,-1 0 1,0 0 0</inkml:trace>
  <inkml:trace contextRef="#ctx0" brushRef="#br0" timeOffset="23707.5193">22190 8983 0,'-80'0'15,"160"0"-15,-160-40 16,120 40-16,40-40 16,0 40-1,-40 0-15,161 0 16,-121 0-16,-40 0 0,1 0 16,79 0-1,161 0 1,-81-80-1,-79 39 1,-81 1-16</inkml:trace>
  <inkml:trace contextRef="#ctx0" brushRef="#br0" timeOffset="24377.4967">22150 9625 0,'-121'40'31,"242"-80"-31,-282 80 16,201-80-16,41 40 16,-41 0-1,0 0-15,0 0 0,0 0 0,0 0 0,0 0 16,1 0-16,-1 0 16,0 0-16,0 0 0,0 40 0,0-40 0,0 0 15,0 0-15,1 0 16,-1 0-16,0 0 0,0 40 15,-80-40 17,0 0-17,0 0 1,-1 0-16,1 40 0,0-40 16,0 40-1,0 0-15,0 0 0,0 0 0,0 1 16,-1-41-16,1 40 0,40 0 15,-40 0-15,0-40 0,0 40 0,40 0 0,-40 0 16,0 0-16,0 0 0,-1 0 16,1 1-1,40-1-15,40-40 32,1 0-32,-41-40 0,40 40 15,0 0-15,0 0 16,0-41-16,0 41 0,0 0 15,0 0-15,1 0 0,-1 0 0,0 0 16,0 0 0,0 0-16,0 0 0,0 0 0,0 0 15,1 0-15,-1 0 16,0 0-16,0 0 0,0 0 0,0 0 16</inkml:trace>
  <inkml:trace contextRef="#ctx0" brushRef="#br0" timeOffset="24597.5425">23273 10106 0,'0'0'16,"40"0"15,41 0-31,-41 0 15,0-40-15,0 40 0,0 0 0,0 0 0,0 0 16,1 0-16,-1 0 0,0 0 16,0 0-16,0-40 0,0 40 0,0 0 15</inkml:trace>
  <inkml:trace contextRef="#ctx0" brushRef="#br0" timeOffset="25267.4275">24758 9504 0,'0'-40'16,"0"80"-16,-40-80 31,0 40-31,40 40 15,-40-40 1,40 40 0,-41 1 15,41-1 110,-40-40-126,40 40-15,0 0 16,-80 0-16,80 0 0,-40 0 0,0-40 15,40 40-15,-40 0 0,40 1 0,-40-1 0,40 0 16,0 0-16,0 0 0,0 0 16,0 0-16,0 0 0,0 0 0,40 0 15,0 1 1,0-1-16,0-40 0,0 0 16,0 0-16,0 0 15,1 0-15,-1-40 0,0-1 16,0 41-1,-40-40-15,0 0 0,-40 40 16,40-40-16,-80 40 0,39 0 16,1 0-16,-40 0 15,40 0-15,0 0 0,0 40 0,0-40 0,-1 0 16,41 40-16,-40-40 16,0 40-16,0-40 0,40 41 15</inkml:trace>
  <inkml:trace contextRef="#ctx0" brushRef="#br0" timeOffset="30277.2106">7022 10226 0,'0'0'0,"0"40"15,-40-40-15,40-40 32,-40 40 15,40 40-47,-40-40 0,40 40 15,-40 1-15,40 39 0,-41-40 0,1 0 0,40 0 16,-40 40-16,40-40 0,-40 41 0,40-41 0,-40 40 15,40 0-15,-40-40 16,40 40-16,-40-39 0,40 39 0,0-40 0,-40 0 16,40 0-16,-41 0 0,41 40 15,0-39-15,-40-1 0,40 0 16,0-80 15,0 0-15</inkml:trace>
  <inkml:trace contextRef="#ctx0" brushRef="#br0" timeOffset="30747.112">6862 10306 0,'0'-40'16,"0"80"-16,0-160 16,0 160 15,-41-40-31,41 40 0,-80 0 16,40 1-16,0-1 0,0 0 0,0 0 0,0-40 15,40 40-15,-41 0 16,41 0-16,-40-40 0,40 40 0,40-80 31,-40 0-15,41 0-16,-41 0 0,40 0 0,0 0 15,0 0 1,-40-1-16,40 1 0,-40 0 0,40 40 0,0-40 16,-40 0-16,40 40 15,1 0-15,-1 0 16,0 0-16,-40 40 15,40-40 1,0 0-16,-40 40 0,40 0 16,0-40-1,0 0-15,-40 40 0,41-40 16,-41 41 0,40-41-16</inkml:trace>
  <inkml:trace contextRef="#ctx0" brushRef="#br0" timeOffset="31267.083">6340 11550 0,'-40'0'31,"40"-40"-31,0 0 31,0 80 1,0 0-17,0 40 1,0-40-16,40 0 0,-40 0 15,0 0-15,0 0 0,40 1 16,-40-1 0,0 0-16,40-80 78,0 40-78,0 0 15,1-40-15,-1-1 16,0 41-16,0 0 0,0 0 16,0 0-16,0 0 15,0 0-15,1 0 32,-1 0-32</inkml:trace>
  <inkml:trace contextRef="#ctx0" brushRef="#br0" timeOffset="32307.0465">3772 12873 0,'0'-40'16,"-40"40"-16,0 40 31,40 0 1,0 0-32,0 1 0,0-1 0,0 0 15,0 0-15,0 0 16,0 0-16,0 0 0,40 0 0,-40 0 0,40 0 15,40 1-15,-80-1 0,40-40 0,0 0 16,1 0-16,-1 0 16,0 0-16,0 0 0,0 0 0,0-40 0,0 40 15,-40-41-15,40 41 0,1-40 16,-41 0-16,40 0 0,-40 0 0,40 0 16,-40 0-16,0 0 15,0 0-15,0 0 0,0-1 0,40 1 16,-40 0-16,0 0 0,0 0 0,0 0 15,-40 40 17,40 40-32,-40 0 15,40 0-15,0 0 0,0 0 0,-40 1 16,40-1-16,-41 40 0,41-40 16,0 0-16,-40 0 0,40 40 0,0-40 0,0 1 15,0-1-15,-40 40 16,40-40-16,0 0 0,0 40 0,-40-40 0,40 1 15,-40 39-15,40-40 0,-40 40 0,40-40 0,-40 40 16,0-40-16,40 1 0,-41 39 16,1-40-16,40 0 0,-40 0 0,0 0 0,40 0 15,-40 0-15,0 1 16,40-1-16,-40-40 0,40 40 0,-40-40 16,40 40-16,-41-40 0,1 0 15,0 0 1,40-40-16,-40 0 15,40 0 1,0-1-16,0 1 0,0 0 0,0 0 16,0 0-16,40 0 15,-40 0-15,40 40 0,-40-40 0,40 0 0,1-1 16,-1 41 0,0 0-16,-40-40 0,40 40 0,0 0 0,0-40 15,0 40-15,0 0 16,1 0-16,-1 0 0,0 0 15,0 0-15,0 0 0</inkml:trace>
  <inkml:trace contextRef="#ctx0" brushRef="#br0" timeOffset="32676.9991">5297 13034 0,'-40'-40'32,"80"80"-32,-121-80 0,41-1 15,0 41 1,0 41-16,-40 159 15,0 81 17,80-41-17,80 1 1,0-81 15,40-119-15,-79-122-16</inkml:trace>
  <inkml:trace contextRef="#ctx0" brushRef="#br0" timeOffset="33117.0467">5537 13274 0,'0'0'16,"0"-40"-1,81 120 1,-41 1 0,0 79-1,-40 0 1,-40-119 0,0-1-1,80-80 1,80-161 15,-40 121-31,-39 0 16,119-41-1,-40 121 17,-79 40-17,-41 121 1,-81 39-1,-39-39 17,40-81-17</inkml:trace>
  <inkml:trace contextRef="#ctx0" brushRef="#br0" timeOffset="33427.0323">6781 13034 0,'0'0'0,"-40"0"0,40 40 31,40-40-31,-40 40 15,40 0-15,-40 0 0,41 0 0,-41 0 0,0 0 16,0 0-16,0 1 16,0-1-16,0 0 0,0 40 0,0-40 0,-41 0 15,41 0-15,-40 0 0,40 41 16,-80-41-16,80 0 0,-40-40 0,0 40 0,0 0 16,0 0-1,-1 0-15,1-40 0,0 40 0,0-40 16</inkml:trace>
  <inkml:trace contextRef="#ctx0" brushRef="#br0" timeOffset="33736.942">7584 13675 0,'0'-40'16,"40"40"-1,-40-40 1,80 40-16,-40 0 0,41 0 0,-41 0 0,0 0 15,0-40-15,0 40 16,0 0-16,0 0 0,1 0 0,-1 0 0,0 0 16,0 0-16,0 0 15</inkml:trace>
  <inkml:trace contextRef="#ctx0" brushRef="#br0" timeOffset="34016.9955">7785 14076 0,'-81'0'15,"162"0"-15,-282 40 16,201 1 15,40-41-31,40 0 0,-40 0 16,1 0-16,39 0 0,-40 0 0,0-41 0,40 41 15,-40 0-15,1-40 0,-1 40 16,0 0-16,0 0 0,0 0 0,0 0 0,-40-40 16,40 40-16,0 0 15,-120 0 17,40 0-32</inkml:trace>
  <inkml:trace contextRef="#ctx0" brushRef="#br0" timeOffset="35626.8247">9590 13194 0,'0'-40'31,"-40"40"-15,40 40-16,-40 0 15,0 40 1,0-40-16,40 1 0,0-1 0,-40 0 16,40 0-16,0 0 0,-41 0 15,41 0-15,0 0 0,0 0 0,-40 1 0,40-1 16,0 0-16,-40 0 16,40 0-16,-40 0 0,40 0 0,-40 0 0,0 0 15,40 0-15,-40-40 0,40 41 16,-40-41-16,40 40 0,-41-40 0,41-40 31,41-41-15,-1 41-16,-40 0 0,40-40 15,0 40-15,0 0 0,0 0 16,-40-41-16,40 41 0,0-40 0,1 40 0,-41 0 16,40-40-16,0 40 15,-40-1-15,40 1 0,0 0 0,-40 0 0,40 40 16,-40-40-16,40 40 0,-40-40 0,40 40 15,-40-40-15,41 40 16,-41 40 0,0 40-1,0-40-15,0 0 0,0 0 16,0 1-16,0-1 0,0 0 16,0 0-16,0 0 0,0 0 0,0 0 0,0 0 15,0 0-15,0 1 16,0-1-16,0 0 0,0 0 0,0 0 0,-41 0 15,41 0-15,0 0 0,0 0 0,0 0 0,-40 1 16,40-1 0,0 0-16,40-40 31,-40-40-31,41 40 16</inkml:trace>
  <inkml:trace contextRef="#ctx0" brushRef="#br0" timeOffset="35856.8129">9269 13876 0,'0'0'31,"40"-40"-16,0 40-15,1-40 16,-1 40-16,0 0 16,40-40-16,-40 40 0,0 0 0,0 0 15,1 0-15,-1 0 0,0-41 16</inkml:trace>
  <inkml:trace contextRef="#ctx0" brushRef="#br0" timeOffset="36673.3119">15088 8301 0,'0'-40'32</inkml:trace>
  <inkml:trace contextRef="#ctx0" brushRef="#br0" timeOffset="41187.1288">10995 13515 0,'40'0'78,"0"0"-78,0 0 16,0 0 0,0 0-16,0 0 0,1 0 0,-1 0 15,0-40-15,0 40 0,0 0 16,0 0-16,0-40 0,0 0 0,1-1 16,-1 41-16,0-40 15,-40 0-15,0 0 16,0 0-16,-40 0 15,0 40 1,40-40-16,-41 40 0,1 0 0,0 0 0,0 0 16,0 0-1,0 0-15,0 0 0,0 40 0,-1-40 0,1 0 16,0 40-16,0 0 16,0-40-16,0 40 0,0 0 0,40 0 15,-40 1 1,40-1-16,0 0 0,0 0 0,0 0 15,0 0-15,0 0 0,0 0 0,40-40 0,-40 40 16,40 1-16,-40-1 0,40-40 16,-40 40-16,40 0 0,-40 0 0,40-40 0,-40 40 15,40 0-15,0 0 16,1 0-16,-1-40 0,-40 40 16,40-40-16,0 0 15,0 0-15,0 41 16,0-41-16,0 0 15</inkml:trace>
  <inkml:trace contextRef="#ctx0" brushRef="#br0" timeOffset="42037.1569">12118 12432 0,'0'0'15,"0"-40"1,0 0 15,40 40-15,41 0-1,-1 0 1,0 80 15,-80 40-15,-40-39 0,-80-1 15,79-40-16,122-40 17,-41 0-17,0 0-15,0 0 16,-40 80-16,0-40 31,0 0-31,0 0 0,0 1 16,0-1-16,0 0 0,-40-40 15,0 40-15,0-40 16,0 40-16,-1-40 16,1 0-1,0 0-15,0 0 0,40-40 16,-40 40-16,40-40 16,-40 40-16,40-40 0,0 0 31</inkml:trace>
  <inkml:trace contextRef="#ctx0" brushRef="#br0" timeOffset="42562.2864">12760 12633 0,'0'0'0,"0"-41"31,80 41-15,-39 0 0,-1 41-16,0-1 31,0 0-31,-40 80 15,-40 0 1,0-79 0,40-1-1,0-121 1,40 41-16,-40 0 16,40 0-16,120-120 31,-119 160-31,-41-40 15,40 40 1,0 80 0,-40 0-1,0 80 17,0-39-32,0-41 15,0-40-15,0 0 16,0 0-16,0 0 15,0 0-15</inkml:trace>
  <inkml:trace contextRef="#ctx0" brushRef="#br0" timeOffset="43329.6406">13763 13635 0,'0'-40'0,"0"80"0,0-120 31,-40 80-31,40 40 31,-40-40-31,40 40 0,0 0 0,0 0 16,0 1 0,0-1-16,0 0 0,0 0 0,0 0 15,0 0-15,0 0 0,0 0 16,0 0-16,40-40 0,-40 40 16,0 1-16,0-1 0,40-40 15,0 0 1,1 0-1,-1-40-15,0-1 16,0 1-16,0 0 16,-40 0-16,40 40 15,-40-40-15,0 0 0,40 40 0,-40-40 0,0 0 16,40 0-16,-40 0 0,0-1 31,0 82 32,0-1-48,-40-40-15,40 80 0,0-40 0,0 0 16,-40-40-16,40 40 16,0 0-16,0 0 0,0 0 0,0 1 15,-40-1-15,40 0 16,0 0-16,0 0 0,40-40 15,-40 40 1,40-40-16,0 0 0,1 0 16</inkml:trace>
  <inkml:trace contextRef="#ctx0" brushRef="#br0" timeOffset="43679.9255">14927 13475 0,'0'0'0,"0"-40"0,-40 40 16,0 0-16,0-40 15,0 40 1,-1 80-1,1 0 1,0 121 0,0-121-1,40 0-15,40 80 16,40-39 15,41-121-15,-41 0-1</inkml:trace>
  <inkml:trace contextRef="#ctx0" brushRef="#br0" timeOffset="44169.8212">15368 13756 0,'0'-41'0,"0"82"0,0-122 15,0 41 1,41 40 0,-1 0-1,0 0-15,0 80 16,-40-39-16,0-1 16,0 0-16,0 40 15,0-40 1,-40 0-1,40-80 17,80 0-17,-80 0-15,40 0 16,0 0-16,41 0 16,-1-1-1,-40 41 1,-40 41-1,0 39 1,0-40 0,-40 40-1,0 40 1,0-80-16,40 1 16,-41-41-1</inkml:trace>
  <inkml:trace contextRef="#ctx0" brushRef="#br0" timeOffset="44489.8364">16693 13435 0,'0'0'0,"40"0"31,0 0-31,0 40 16,-40 0-16,40 0 16,-40 0-16,0 0 15,0 0-15,0 0 0,0 1 0,0-1 0,-40 0 16,40 0-16,0 0 0,-40 0 15,40 0-15,-40 0 0,40 0 0,-40 0 0,-1 1 16,1-1-16,0 0 16,0 0-16,0-40 0,40 40 0,-40 0 15,0-40-15,0 0 0</inkml:trace>
  <inkml:trace contextRef="#ctx0" brushRef="#br0" timeOffset="44939.8543">17816 13876 0,'0'0'16,"-40"0"-1,80-40 1,80 40 0,-79 0-16,39 0 15,-40 0-15,0 0 0,0 0 0,161 0 16,-161 0-16,0 0 0,121 0 31,-121-40-31,40 40 0,-40 0 0,0 0 16,41 0-1</inkml:trace>
  <inkml:trace contextRef="#ctx0" brushRef="#br0" timeOffset="45219.7599">18458 13515 0,'0'0'0,"-40"0"16,0 0-1,40 40 1,-40 0-16,40 0 16,0 0-16,-40 0 0,40 1 15,0-1-15,-40 0 0,40 0 0,0 0 0,0 0 16,0 40-16,-41-40 15,41 0-15,0 1 0,0-1 0,0 0 0,-40-40 16,40 40-16,0 0 0,0 0 16</inkml:trace>
  <inkml:trace contextRef="#ctx0" brushRef="#br0" timeOffset="46119.708">19461 13515 0,'-40'0'16,"40"40"31,0 40-47,-40-40 0,40 0 15,0 1-15,0 39 0,0-40 16,0 0-16,0 0 0,0 0 0,0 40 0,0-40 16,0 1-16,0-1 15,0 0-15,0 0 0,0 0 16</inkml:trace>
  <inkml:trace contextRef="#ctx0" brushRef="#br0" timeOffset="46569.6815">19461 13876 0,'0'-40'15,"0"80"-15,-40-321 16,40 241-16,0 0 16,80-80-16,121-41 31,-121 121-31,-40 40 0,41 0 31,-41 40-31,-40 40 0,0 1 16,-161 159-1,121-200-15,0 0 0,-40 81 16,40-41 0,0-40-1,160 40 16,-80-40-31,0-40 0,40 40 32,-39-40-32,-41 41 0,40-41 0,-40 120 15,-81-80 1,-39 0 0,40 0-16,40 0 0,-161-40 31,121 0-31,40 0 0,-81-40 15,41-40 1</inkml:trace>
  <inkml:trace contextRef="#ctx0" brushRef="#br0" timeOffset="47539.6268">21427 13314 0,'-40'0'0,"0"0"32,0 0-32,0 0 0,0 0 15,0 0 1,0 40-16,-1 1 0,1-1 0,0-40 0,40 40 15,-40 0-15,0 0 16,0 0-16,40 0 0,-40 40 0,40-39 0,0 39 16,-40-40-16,40 40 15,0-40-15,0 0 0,0 40 0,0-39 0,40-1 0,-40 0 16,0 40-16,80-80 0,-80 40 0,40 0 0,0 0 16,0-40-1,0 0-15,1 0 0,-1 0 0,0-40 16,0 0-16,0 0 15,-40 0-15,-40 0 32,0 40-32,40-40 0,-80 40 0,39 0 15,1 0-15,0 0 0,0 0 0,0 0 16,0 40-16,0-40 16,0 0-16,40 40 0</inkml:trace>
  <inkml:trace contextRef="#ctx0" brushRef="#br0" timeOffset="48199.5869">21869 12633 0,'-40'0'16,"80"0"15,0 0-15,0 0-1,0 40-15,0 0 16,-40 0-16,0 0 0,41-40 15,-41 40-15,0 0 0,0 0 0,40 0 16,-40 1-16,0-1 16,0 0-16,-40 0 0,40 0 15,0-120 17,0 40-17,0 0 1,40 40-16,-40-41 0,40 1 0,0 0 15,0 40-15,-40-40 0,40 40 16,-40-40-16,40 40 0,0 0 31,1 0-31,-41 40 16,40-40-16,-40 40 0,40 0 0,-40 0 0,0 1 16,0-1-16,0 0 0,0 0 15,0 0-15,0 40 0,0-40 0,0 0 0,0 0 16,0 1-16,0-1 15,0 0-15,0 0 0,0 0 32</inkml:trace>
  <inkml:trace contextRef="#ctx0" brushRef="#br0" timeOffset="49299.5228">23233 13595 0,'40'0'0,"-40"-40"78,-40 40 0,40 40-62,-40 0-16,40 0 0,0 0 15,0 1-15,0-1 0,-40 0 0,40 0 16,0 0 0,0 0-16,0 0 0,0 0 0,0 0 0,40-40 0,-40 40 15,0 1-15,40-41 16,-40 40-16,40-40 0,0 40 0,1-40 0,-1 0 15,0 0-15,0 0 16,0 0-16,0 0 0,0 0 0,0 0 16,-40-40-16,41 40 15,-41-40-15,40-1 0,-40 1 0,40 0 0,-40 0 16,40 0-16,-40 0 0,0 0 0,0 0 16,40 0-16,-40 0 15,0-1-15,0 1 0,0 0 16,-40 80 31,40 0-47,-40 1 0,40-1 0,0 0 0,0 0 15,0 0-15,0 0 0,0 0 0,0 0 0,0 0 16,0 0-16,0 1 16,0-1-16,40 0 0,-40 0 0,40-40 0,-40 40 15,40 0-15,0-40 16,0 40-16,1-40 0,-1 0 0,0 0 15</inkml:trace>
  <inkml:trace contextRef="#ctx0" brushRef="#br0" timeOffset="49819.4928">24678 13635 0,'0'0'0,"-40"-40"0,-1 40 16,1 0 0,40 40-16,-40 0 15,40 0-15,0 1 0,-40-1 0,40 0 16,0 0-16,0 0 16,0 0-16,0 0 0,0 0 0,0 0 0,0 0 15,40 1-15,-40-1 0,0 0 16,40-40-16,-40 40 0,40-40 0,1 40 15,-1-40-15,0 0 16</inkml:trace>
  <inkml:trace contextRef="#ctx0" brushRef="#br0" timeOffset="50259.5092">25280 13836 0,'-41'-40'16,"41"80"15,0 0-15,41-40-16,-41 40 16,0 0-16,0 0 0,0 0 0,0 0 0,0 0 15,0 1 1,0-1-16,0 0 15,0-80 17,40 40-32,-40-40 15,40 40-15,-40-41 0,40 1 0,0 40 0,-40-40 16,40 40-16,0-40 0,1 0 0,-1 40 16,0 0-1,0 0 1,-40 40-16,0 0 15,0 0-15,0 0 0,0 1 16,0-1-16,0 0 16,-40 0-16,40 0 0,0 0 15,0 0-15,0 0 16,40-40 0,0 0-16</inkml:trace>
  <inkml:trace contextRef="#ctx0" brushRef="#br0" timeOffset="50539.4507">26243 13555 0,'40'0'0,"-40"80"31,40-80-15,-40 40-16,0 0 16,40 1-16,-40 39 0,0-40 0,0 0 15,0 40-15,0-40 0,0 40 0,-40-39 0,40 39 16,-80-40-16,40 0 16,-1 40-16,1-40 0,0 0 0,-40 1 0,40 39 15,-40-40-15,-1-40 0,41 40 16,-40 0-16,0 0 0,40-40 0</inkml:trace>
  <inkml:trace contextRef="#ctx0" brushRef="#br0" timeOffset="54539.2248">2408 15841 0,'-41'0'62,"41"40"-30,0 0-17,0 0 1,0 0 0,41 1-16,-41-1 0,40-40 15,-40 40-15,0 0 0,40-40 16,-40 40-16,40-40 0,-40 40 0,40-40 15,0 40 1,0-40-16,0 0 16,1 0-16,-1-40 15,0 0-15,0 40 0,-40-40 16,40 0-16,0 0 0,0 0 16,-40-1-16,0 1 15,40 0-15,-40 0 0,0 0 16,0 80 46,-40-40-62,40 40 0,0 0 16,0 0-16,-40-40 0,40 41 16,0-1-16,0 0 0,0 0 0,0 0 0,-40 0 15,40 0-15,0 0 16,0 0-16,-40 0 0,40 41 0,0-41 0,0 0 15,-40 0-15,40 0 0,0 40 16,0-40-16,-40 1 0,40 39 0,0-40 0,-40 0 16,40 0-16,-41 0 15,41 0-15,0 0 0,-40 0 0,0 1 0,40-1 16,-40-40-16,0 40 0,0-40 16,0 0-1,40-40-15,0 0 16,0-1-16,0 1 15,-40 0-15,40 0 0,0-40 0,0 40 0,0 0 16,0 0-16,0 0 0,40-1 16,-40 1-16,0 0 0,40 40 0,-40-40 15,40 40-15,0 0 16,0 0 0,-40 40-16,40-40 0,0 0 0,-40 40 0,41-40 15,-1 0-15,0 0 16,0 0-16</inkml:trace>
  <inkml:trace contextRef="#ctx0" brushRef="#br0" timeOffset="54899.1981">3611 16001 0,'0'-40'15,"-40"40"17,-40 40-32,80 1 15,-40-1 1,40 0-16,-40 0 0,40 0 0,-40 0 15,40 0-15,0 0 0,0 0 16,0 0-16,0 1 0,0-1 0,0 0 0,0 0 16,0 0-16,40-40 0,-40 40 0,0 0 15,40-40-15,-40 40 16,40 0-16,0 1 0,0-1 16,0-40-1,1 0-15</inkml:trace>
  <inkml:trace contextRef="#ctx0" brushRef="#br0" timeOffset="55337.0056">3852 16242 0,'0'-40'16,"0"80"-16,0-120 31,40 80-16,0 0 1,1 80-16,-1-40 16,-40 0-16,0 0 0,0 0 15,0 1 1,40-41 15,-40-41-31,40 41 16,-40-40-16,120-80 15,-80 120-15,-40-40 0,41 40 16,-1 0-16,0-40 0,0 40 31,-40 40-31,0 80 32,0 41-17,-40-121 1,40 0-1,0 0-15,40-40 16</inkml:trace>
  <inkml:trace contextRef="#ctx0" brushRef="#br0" timeOffset="55594.754">4895 16001 0,'0'0'0,"41"0"47,-1 0-47,-40 41 0,40-41 16,-40 40-16,40-40 0,-40 40 0,40 0 16,-40 0-16,0 0 15,40-40-15,-40 40 0,0 0 0,0 0 0,0 0 16,-80 1-16,80-1 0,-40 0 15,40 0-15,-40 0 0,40 0 0,-40-40 0,-1 40 16,1 0-16,0 0 16,0-40-16</inkml:trace>
  <inkml:trace contextRef="#ctx0" brushRef="#br0" timeOffset="55924.7355">5858 16162 0,'0'0'15,"-40"0"-15,40-40 32,40 0-17,201 0 1,-80 40 0,79-41-1,-199 41 1,-1 0-16</inkml:trace>
  <inkml:trace contextRef="#ctx0" brushRef="#br0" timeOffset="56094.6495">6059 16523 0,'0'0'0,"-80"40"16,0-40-1,39 0 1,122 0-1,-1 0-15,121 0 32,-1 0-17</inkml:trace>
  <inkml:trace contextRef="#ctx0" brushRef="#br0" timeOffset="59704.4449">8386 15440 0,'0'0'0,"0"-40"16,0 0-16,0 0 15,41 40-15,-41-40 0,0-1 16,40 41-16,0 0 16,0-40-16,0 40 0,0 0 15,-40-40-15,40 40 16,0 0-16,1 40 31,-41 41-31,0-41 0,0 0 16,0 0-16,0 0 0,0 0 15,-41 0-15,41 0 0,-40 0 0,40 0 0,-40 1 16,0-1-16,40 0 0,-40-40 16,80 0 30,40 0-46,-40 0 0,1 0 16,-1 0-16,0 40 16,0 0-16,0 0 0,-40 0 15,0 0-15,0 0 0,0 1 0,0-1 16,-40-40-16,40 40 0,-80 0 16,40-40-16,-1 40 0,1 0 0,0-40 0,0 0 15,0 40-15,0-40 16,0 0-16,0 0 0,-1 0 0,1 0 0,0 0 15,0 0-15,40-40 16,0 0-16,0 0 0,40 40 0,-40-40 16,80 0-16</inkml:trace>
  <inkml:trace contextRef="#ctx0" brushRef="#br0" timeOffset="60134.4183">9309 15801 0,'0'40'16,"40"-40"-1,1 0-15,-1 0 0,0 0 16,0 0-16,0 0 16,0 0-16,0 0 0,0-40 0,1 40 15,-1 0-15,-40-40 0,40 40 16,0-40-16,-40 0 15,40 40 1,-40-41-16,0 1 0,0 0 16,-80 40-16,40 0 15,0 0-15,-1 0 0,1 0 16,0 0-16,0 0 0,0 40 16,0-40-16,40 40 15,-40 1-15,40-1 0,-40-40 0,40 40 0,-41-40 16,41 40-16,0 0 0,0 0 15,0 0-15,0 0 0,41 0 16,-1 1 0,40-1-16,-40 0 0,0-40 15,0 0-15,0 0 0,1 0 16,-1 0-16,0 0 16,0-40-16,0 40 0</inkml:trace>
  <inkml:trace contextRef="#ctx0" brushRef="#br0" timeOffset="60654.4601">10152 15079 0,'40'-80'15,"-80"160"-15,120-240 32,-80 119-32,80 41 15,1 41 1,-41-41-16,0 120 16,-40-40-1,-40 0 1,0 1-16,-81 39 31,81-120-31,40 40 0,0-80 31,40 40-31,0 0 16,1 0-16,-1 0 0,0 0 16,0 0-1,-40 40-15,0 0 0,40-40 16,-40 40-16,0 0 15,0 0-15,-40-40 0,40 40 16,-40-40-16,-40 41 16,39-41-16,1 0 0,40 40 15,-40-40-15,0 0 0,0 0 0,0 0 16,0 0 0,40-40-1</inkml:trace>
  <inkml:trace contextRef="#ctx0" brushRef="#br0" timeOffset="61014.4399">10995 15761 0,'-40'0'16,"80"0"-16,-161 0 16,121 40-16,-40-40 0,80 0 31,41 0-31,79 0 31,-80 0-31,1 0 0,-1 0 0,-40 0 16,0 0-16,80 0 15,-79 0-15,79 0 16,-80 0-16</inkml:trace>
  <inkml:trace contextRef="#ctx0" brushRef="#br0" timeOffset="61254.4248">11476 15560 0,'-80'0'16,"160"0"-16,-200-40 16,80 40-16,0 0 31,40 40-31,-41 0 0,41 0 15,0 1-15,0-1 16,0 0-16,0 0 0,0 0 0,0 0 16,0 0-16,0 0 15,0 0-15,0 1 0,0-1 0,0 0 16,0 0-16,0 0 0,41-40 16</inkml:trace>
  <inkml:trace contextRef="#ctx0" brushRef="#br0" timeOffset="61884.3162">12640 15520 0,'-80'-40'16,"160"80"-16,-241-120 31,121 40-31,0 40 0,0 0 16,0 0 0,0 0-16,40 40 15,-40-40-15,-1 0 0,1 40 16,0-40-1,0 0-15,40 40 79,40-40-79,-40 40 15,0 0 1,0 0-16,0 1 0,0-1 15,-40 0-15,40 0 16,0 0-16,0 0 0,0 0 16,40 0-1,0-40-15,0 0 16,1 0-16,-1 0 0,0 0 16,0 0-16,0 0 15,-40 40-15,0 1 0,0-1 16,0 0-1,0 0-15,-40 0 0,0 0 16,0-40-16,0 0 16,-1 40-16,1-40 0,0 0 0,0 0 0,0 0 15,0 0-15,0 0 0,0 0 0,-1 0 0,1 0 16,0 0-16,0 0 16,0-40-16,0 40 0</inkml:trace>
  <inkml:trace contextRef="#ctx0" brushRef="#br0" timeOffset="62534.2931">8707 16643 0,'0'-40'31,"-40"40"-31,0 0 0,0 0 31,40 40 16,40-40-47,0 0 16,0 0-1,1 40-15,39-40 0,-40 0 0,0 0 16,40 0-16,-40 0 0,41 0 16,-1 0-16,0 0 0,0 0 0,1 40 0,-1-40 15,40 0-15,-39 0 0,39 0 0,0 0 0,1 0 16,-1 0-16,0 40 16,1-40-16,-1 0 0,41 0 0,-1 0 0,-39 41 15,39-41-15,1 0 0,-41 0 16,41 40-16,-41-40 0,0 0 0,-39 0 0,39 0 15,-40 0-15,-40 0 16,0 0-16,1 0 0,-1 0 0,0 0 0,-80 0 31,0 0-15,-1 0-16,1 0 0,0 0 16,0 0-1,0 0-15,0 0 0</inkml:trace>
  <inkml:trace contextRef="#ctx0" brushRef="#br0" timeOffset="66034.0714">8106 17525 0,'-41'0'16,"82"0"15,-41 41-15,80-41-16,-40 0 0,0 0 0,0 0 15,0 40-15,0-40 16,1 0-16,-1 0 0,0 0 0,0 0 16,-40-40-1,40 40-15,-40-41 0,40 1 0,-40 0 31,0 0-31,0 0 16,0 0-16,-40 40 16,0 0-16,40-40 0,-40 40 15,0 0-15,0 0 0,-1 0 0,1 0 16,0 0 0,0 40-16,0-40 0,0 40 0,0 40 15,0-80-15,40 40 16,-41 0-16,41 1 0,0-1 0,0 0 15,0 0-15,0 0 16,0 0-16,0 0 0,0 0 16,41-40-16,-41 40 0,40-40 0,-40 40 15,40-40-15,0 41 0,0-41 16,0 0-16,0 40 0,0-40 0,1 0 0,-1 0 16,0 0-16,0 0 15,0 0-15,0-40 0,0 40 0,0 0 16</inkml:trace>
  <inkml:trace contextRef="#ctx0" brushRef="#br0" timeOffset="66624.0373">9269 17084 0,'0'0'15,"40"-80"1,-40 40 15,40 40-15,1 40-1,39 0 1,0 40 0,-80-40-1,0 1-15,-80 39 32,0-80-32,-1 40 15,41-40 1,80 0 15,0 0-31,1 0 0,-1 0 16,0 0-16,0 0 0,0 0 15,0 40-15,-40 0 16,40 0-16,-40 0 16,0 0-1,-80-40-15,80 41 0,-80-41 16,40 0-16,0 0 15,-1 0-15,1 40 0,0-40 0,0 0 16,0 0 0,0 0-16,80 0 31</inkml:trace>
  <inkml:trace contextRef="#ctx0" brushRef="#br0" timeOffset="68333.9377">10192 17846 0,'-40'0'16,"0"0"-1,0 0 1,80 0 31,0 0-47,0 0 16,40 0-16,-40 0 15,1 0-15,-1 0 0,0 0 0,0 0 16,40 0-16,-40 0 15,0 0-15,1 0 0,-1 0 0,0 0 16,0 0-16,0 0 16</inkml:trace>
  <inkml:trace contextRef="#ctx0" brushRef="#br0" timeOffset="68923.979">11556 17485 0,'0'-40'15,"0"80"-15,-40-80 47,0 40-31,0 0 0,0 0-1,40 40 1,-40-40-16,40 40 0,-40-40 15,40 41-15,0-1 0,-40-40 16,40 40-16,0 0 0,-41 0 0,41 0 0,0 0 16,0 0-16,-40-40 0,40 40 0,0 0 0,0 1 15,0-1-15,0 0 16,0 0-16,40-40 0,-40 40 16,41-40-16,-1 0 15,0 0-15,0 0 0,0 0 0,0 0 16,0 0-16,0-40 15,1 40-15,-41-40 0,40 40 16,-40-40 0,-81 40-16,41 0 15,0 0-15,0 0 0,0 0 16,0 0-16,0 0 16,0 0-16,-1 40 0,1 0 0,0-40 15,0 0-15,40 40 16</inkml:trace>
  <inkml:trace contextRef="#ctx0" brushRef="#br0" timeOffset="69903.8484">7985 15239 0,'0'-40'0,"-40"40"63,40 40-63,-40-40 15,40 41-15,-40-1 0,40 0 16,-40 0-16,0 40 0,-1-40 0,1 40 0,40 1 16,-40-1-16,0 0 0,0 0 0,0 0 0,40 1 15,-40-1-15,40-40 16,0 40-16,-40 0 0,40-40 0,0 41 0,0-41 16,-41 40-16,41 0 0,0-40 15,0 41-15,0-1 0,0 0 0,-40 0 0,40 0 16,0 1-16,0-1 15,0 0-15,0-40 0,0 40 0,0-40 0,0 1 16,0 39-16,40-40 0,-40 0 16,41 0-16,-1 0 0,0 0 0,0 0 15,0 0-15,0 1 0,-40-1 0,40 0 0,0 0 16,1-40-16,-1 40 16,0 0-16,0-40 0,0 40 0,0-40 0,0 0 15,0 0-15,1 0 0</inkml:trace>
  <inkml:trace contextRef="#ctx0" brushRef="#br0" timeOffset="70693.8763">13041 15360 0,'0'0'0,"40"0"0,0 0 31,0 0 0,1 0-31,-1 0 16,0 40-16,-40 0 15,40 0-15,0 0 0,-40 0 0,40 40 0,-40-39 16,40 39-16,-40 0 16,40 0-16,1 0 0,-41 1 0,0-41 0,40 40 15,-40 0-15,0 0 0,0 1 0,0-1 0,0 0 16,0-40-16,-40 40 0,40 1 16,-41-1-16,1 0 0,0 0 0,0 0 0,0-40 15,0 41-15,-40-41 16,39 0-16,1 40 0,0-40 0,0 0 0,0-40 15,0 40-15,0 1 0,0-1 16</inkml:trace>
  <inkml:trace contextRef="#ctx0" brushRef="#br0" timeOffset="109330.8734">14365 16483 0,'0'40'0,"40"-40"110,0 0-95,1 0 1,-1 0-16,0 0 0,0 0 16,0 0-16,0 0 0,0 0 15,-40-40 1,41 40-16,-1-40 0,-40-1 15,40 41-15,-40-40 16,0 0-16,-40 40 16,40-40-16,-40 40 15,-1-40-15,1 40 0,0 0 16,40-40-16,-80 40 16,40 0-16,0 40 15,-1-40-15,1 40 0,0-40 0,40 40 16,-40-40-16,0 40 15,0 0 1,40 1-16,-40-1 16,40 0-16,0 0 0,0 0 15,0 0 1,0 0-16,40 0 0,-40 0 16,40-40-16,0 0 0,0 41 0,0-41 15,0 0-15,1 0 16,-1 0-16,0 40 0,0-40 0,0 0 15,0 0-15,0-40 16,1 40-16,-1-41 0,0 1 16</inkml:trace>
  <inkml:trace contextRef="#ctx0" brushRef="#br0" timeOffset="110270.8687">14967 15560 0,'-40'0'16,"40"-40"15,40 0 0,0 40-15,-40-40 0,40 40-16,1 0 15,-1 0-15,0 0 16,0 0-16,0 0 15,-40 40-15,40-40 16,-40 40 0,0 0-16,0 0 0,0 0 15,0 1-15,-40-1 16,40 0-16,-40-40 0,40 40 0,-40-40 0,40 40 16,-40-40-16,40 40 0,-40-40 31,120 0 0,-80-40-31,40 40 16,0 0-1,0 0-15,-40 40 0,40-40 16,-40 40 0,0 0-16,0 0 15,0 1 1,-40-41-1,40 40-15,-40-40 0,0 0 0,0 40 16,0-40-16,0 0 16,-1 0-16,1 0 15,0 0 1,40-40 0</inkml:trace>
  <inkml:trace contextRef="#ctx0" brushRef="#br0" timeOffset="110940.7875">15409 15681 0,'0'-41'46,"40"41"-30,0 0-16,-40-40 0,40 40 16,0 0-1,0 0-15,-40 40 16,0 1-16,0-1 16,40-40-16,-40 40 0,0 0 15,0 0-15,0 0 16,0 0-1,-40-40 1,40 40-16,0-80 47,40 0-47,0 0 0,-40 0 16,41 0-16,-1 0 0,0 0 15,0 40 1,-40-41-16,40 41 15,-40 41 17,40-1-17,-40 0-15,0 0 32,40-40-32,-40 40 0,0 0 0,0 0 15,0 0-15,0 0 0,0 1 16,0-1-1,0 0-15</inkml:trace>
  <inkml:trace contextRef="#ctx0" brushRef="#br0" timeOffset="111770.7816">16331 16443 0,'0'0'0,"0"-41"16,0 122 62,0-41-78,0 0 16,0 0-16,0 0 15,0 0-15,0 0 0,0 0 0,0 1 16,0-1 0,0 0-16,41-40 0,-1 0 15,0 0 1,0 0-16,0-40 0,0 0 16,0-1-16,0 1 15,-40 0 1,41 0-16,-41 0 0,40 40 0,-40-40 15,0 0 1,0 0 15,0 80 32,0 0-48,0 40-15,-40-40 0,40 0 16,0 0-16,-41 1 0,41-1 16,0 0-16,0 0 0,0 0 0,0 0 15,0 0 1,0 0-16,0 0 16,81-40-1</inkml:trace>
  <inkml:trace contextRef="#ctx0" brushRef="#br0" timeOffset="112110.704">17134 16282 0,'0'0'16,"-40"0"-16,40-40 16,-40 40-16,0 0 31,40 40-31,-41 0 0,41 40 16,-40-80-16,40 41 0,0-1 0,0 0 15,0 0-15,0 0 16,0 0-16,0 0 0,0 0 0,40 0 15,-40 1-15,0-1 16,81 0-16,-81 0 0,40-40 0,-40 40 0,40 0 16,0-40-16,-40 40 15,40-40-15,0 0 0,0 0 0,1 0 16</inkml:trace>
  <inkml:trace contextRef="#ctx0" brushRef="#br0" timeOffset="112570.7319">17495 16563 0,'40'0'32,"0"0"-17,0 0-15,1 0 16,-41 40-16,0 0 15,0 0 1,0 0-16,0 0 0,0 1 16,-41-1-1,41 0-15,0-80 32,81 40-17,-81-40-15,40 40 0,-40-41 0,40 1 0,-40 0 16,40 40-16,-40-40 0,40 0 15,0 0-15,0 40 0,-40 40 32,0 0-17,0 0-15,0 0 16,0 0-16,0 1 0,0-1 16,0 0-16,-40-40 0,40 40 0,0 0 0,-40-40 15,40 40-15,0 0 16</inkml:trace>
  <inkml:trace contextRef="#ctx0" brushRef="#br0" timeOffset="112870.713">18418 16443 0,'0'40'31,"40"-40"-31,-40 40 0,40 0 16,-40 0-16,0 0 0,40-40 0,-40 40 15,0 0-15,0 0 0,0 1 16,0-1-16,0 0 0,0 0 0,0 0 0,-40 0 15,40 0-15,-40 0 16,40 0-16,-40-40 0,40 40 0,-40-40 0,40 41 16,0-1-16,-40-40 15,40 40-15,-40-40 0</inkml:trace>
  <inkml:trace contextRef="#ctx0" brushRef="#br0" timeOffset="113590.6732">19622 16763 0,'0'0'15,"-40"0"17,120-40 93,-40 40-125,0 0 0,0 0 0,0 0 15,41-40-15,-41 40 0,40 0 16,-40 0-16,0 0 0,41 0 0,-41 0 0,0 0 16,40 0-16,-40 0 0,0 0 0,0 0 0,1 0 15,-1 0-15,0 0 16,0 0-16,-80 0 31,0 0 0</inkml:trace>
  <inkml:trace contextRef="#ctx0" brushRef="#br0" timeOffset="113910.6579">20063 16402 0,'0'0'0,"-40"0"0,0 0 15,40-40 1,0 80 15,0 1-15,40 39-16,-40-40 15,0 40-15,0-40 0,0 40 0,0-39 16,0 39-16,0-40 16,0 40-16,0 0 0,0-40 0,0 0 0,0 41 15,0-41-15,-40 0 0,40 0 0,0 0 16</inkml:trace>
  <inkml:trace contextRef="#ctx0" brushRef="#br0" timeOffset="116890.4824">20464 15881 0,'0'0'0,"41"-40"0,-1 0 0,0 0 16,0 40-1,-40-40-15,40 40 0,0 0 16,0 0 0,0 0-16,-40 40 15,41-40-15,-41 40 0,40-40 0,-40 40 0,40 0 16,-40 0-16,0 0 15,40 0-15,-40 1 0,0-1 16,-80 0-16,40 0 16,40 0-16,-41-40 0,1 40 0,40 0 0,-40 0 15,0-40 1,0 40-16,0-40 16,80 0 15,0 0-31,0 0 0,0 0 15,0 0-15,1 0 16,-1-40-16,0 40 0,0 0 0,0 0 16,0 0-16,0 0 0,0 0 15,1 40-15,-1-40 0,0 0 0,0 40 16,0-40-16,0 0 0,0 0 0,0 0 0,1 0 16,-1 0-1</inkml:trace>
  <inkml:trace contextRef="#ctx0" brushRef="#br0" timeOffset="117390.4537">21869 15881 0,'0'-40'0,"0"80"0,40-120 31,0 80-31,40-40 16,41 40-1,-41 0 1,0 40 0,-80 0-16,0 0 15,0 0-15,-120 40 16,0 1-1,79-41 17,41 0-17,121-40 1,-81 40 0,0 0-16,0 80 31,-80-39-16,-120-1 1,-1-40 15,0-40-15,121 0-16,0 0 16</inkml:trace>
  <inkml:trace contextRef="#ctx0" brushRef="#br0" timeOffset="117870.3682">20946 17084 0,'0'0'31,"40"0"32,0 0-63,0 0 15,41 0-15,-41 0 0,0 0 0,40 0 16,-40 0-16,40 0 15,1 0-15,-1 0 0,40-40 0,-39 40 0,-1 0 16,0 0-16,0 0 0,1 0 16,-1-40-16,0 40 0,0 0 0,1 0 0,-1 0 15,0 0-15,0 0 16,1 0-16,-1 0 0,0 0 0,0 0 0,1 0 16,-41 40-16,40-40 0,-40 0 0,0 0 0,0 0 15,-40 40 1,41-40-16,-82 0 31,1 0-15,0 0-1,0 0-15,0 0 16,40 40-16,-40-40 0</inkml:trace>
  <inkml:trace contextRef="#ctx0" brushRef="#br0" timeOffset="118430.3942">21468 17566 0,'0'0'16,"-41"0"0,1 0-1,0 0 1,-40 40-1,-40 80 17,-41 80-17,81 1 1,80-81 0,40-80-16,80 41 31,-39-81-31,-41 0 0,120-40 31,-120 40-31,0-41 16,-40 1-16,-40 0 15,-40 0-15,40 40 16,0 0-16,-121 0 16,81 40-1,0 0 1,40-40-16</inkml:trace>
  <inkml:trace contextRef="#ctx0" brushRef="#br0" timeOffset="120800.1813">22029 17967 0,'0'0'0,"-40"0"15,0 0 1,80 0 31,0 0-32,1 0-15,-1 0 16,0 0-16,0 0 0,0 0 0,0 0 16,0 0-16,0 0 0,1 0 0,-1 0 0,0 0 15,0 0-15,-40-41 0,40 41 16,0 0-16,-40-40 0,40 40 0</inkml:trace>
  <inkml:trace contextRef="#ctx0" brushRef="#br0" timeOffset="121310.224">22992 17926 0,'0'0'0,"41"0"31,-1 0-31,40 0 0,0 0 16,-40 0-16,0 0 0,41-40 31,-41 40-31,0 0 0,-40-40 0,40 0 31,-120 0-15,40 0-1,-41 40 1,41 0 0,-40 40-1,40-40-15,0 40 16,0 0-16,0 40 15,-1-39 1,41-1-16,0 40 16,41-40-16,-1 0 0,40 0 31,80 0-15,1 0-1,-121-40-15,121 0 16,-121-40-16,40 0 15</inkml:trace>
  <inkml:trace contextRef="#ctx0" brushRef="#br0" timeOffset="121910.1878">24116 17485 0,'0'-40'16,"40"40"-16,-40-40 15,40 40 1,0 0-16,41-40 15,-41 40-15,0 0 16,0 40 15,-40 0-31,0 0 16,0 0-16,0 1 31,-40-41-31,0 0 0,40 40 16,-40-40-1,-1 0 1,82 0 15,-1 0-15,0 0-16,0 0 0,0 0 16,0 0-16,-40 40 15,40-40-15,-40 40 16,0 0-16,0 0 15,-40-40 1,40 40-16,-80-40 16,40 40-16,0-40 15,0 0-15,-1 0 0,41 40 0,-40-40 16,0 0-16,0 0 0,0 0 31,40-40-15</inkml:trace>
  <inkml:trace contextRef="#ctx0" brushRef="#br0" timeOffset="122930.0889">26002 16162 0,'0'-40'31,"0"0"-15,0 0 0,-40 40-16,0 0 46,0 40-46,-1 0 0,41 0 16,-40 0-16,0 0 0,40 0 16,-40 0-16,0 0 0,40 0 0,-40 1 0,40-1 15,-40 40-15,40-40 16,0 0-16,0 0 0,0 0 0,0 0 0,0 1 16,0-1-16,40 0 0,-40 0 0,40 0 0,40 0 15,-40-40 1,0 0-16,1 40 0,-1-40 0,0 0 0,0 0 15,-40-40 1,40 40-16,-40-40 0,0 0 16,-40 0-16,0 0 15,-40 40-15,39 0 0,1 0 16,0 0-16,0 0 0,0 0 16,0 40-16,0 0 15,40 0 16,80-40-31,-40 0 0</inkml:trace>
  <inkml:trace contextRef="#ctx0" brushRef="#br0" timeOffset="123600.0156">26323 15681 0,'0'0'16,"-40"-41"-1,40 1 1,40 40 15,0 40-15,0 81-1,-40-81-15,0 0 0,0 40 16,0 0 15,-40-80-31,80-40 31,0 0-31,-40 0 0,81 0 0,-81 0 16,40 40-16,0-40 16,-40 0-16,40 40 0,0-40 0,0-1 15,0 41-15,0 0 16,-40 41 0,41-41-16,-41 40 15,0 0 1,0 0-16,0 0 0,0 0 0,0 0 15,0 0-15,0 0 16,0 1-16,0-1 0,0 0 0,0 0 16,0 0-16,0 0 15,0 0-15,0 0 0</inkml:trace>
  <inkml:trace contextRef="#ctx0" brushRef="#br0" timeOffset="124199.9808">27767 16242 0,'-40'0'15,"40"-40"1,0 80 15,0 0-31,-40 0 16,40 0-16,0 0 0,0 1 15,0-1-15,0 0 0,40-40 16,-40 40-16,40-40 16,41 40-16,-41-40 0,0 0 15,0 0-15,0 0 0,0 0 16,0 0-16,1 0 0,-1-40 0,0 40 16,-40-40-16,40 40 0,-40-40 0,40 40 15,-40-40-15,0-1 16,40 41-16,-40-40 0,0 0 0,0 0 15,0 0 1,0 80 15,-40-40-31,40 40 16,-40 40-16,40-39 0,-40-1 16,40 0-16,0 0 15,0 0-15,0 0 0,0 0 0,0 0 16,0 0-1,0 1-15,0-1 0,40-40 0,-40 40 16,40-40-16,0 0 16</inkml:trace>
  <inkml:trace contextRef="#ctx0" brushRef="#br0" timeOffset="124480.0416">29092 16242 0,'0'0'16,"-40"0"-16,-1 0 15,1 0-15,0 0 16,40 40-16,-40 40 16,0 1-1,40-41-15,0 160 16,0-160-16,0 0 0,40 81 15,-40-81-15,80 80 32,-40-120-32,1 0 15,-1-40 1</inkml:trace>
  <inkml:trace contextRef="#ctx0" brushRef="#br0" timeOffset="124870.0167">29493 16443 0,'-40'0'16,"80"0"-16,-80-41 15,80 41 1,0 0-16,0 41 16,0-1-16,-40 0 15,0 0-15,40 0 16,-40 0-1,0 0-15,0 0 32,0-120-17,41 80-15,-41-40 16,40 40-16,-40-40 0,40 40 0,0 0 0,0-40 16,0 40-16,0 0 15,0 0 1,-40 40-16,0 0 0,0 0 15,0 0 1,0 0-16,-40 0 0,40 1 0,-40-1 16,40 0-1,-40-40-15,40 40 0</inkml:trace>
  <inkml:trace contextRef="#ctx0" brushRef="#br0" timeOffset="125080.0046">30697 16362 0,'-40'0'16,"-1"0"-16,41 81 16,-40-1-16,40-40 0,-40 160 31,40-159-31,-40 39 0,0 80 15,0-120-15,-81 81 16,41-81-16,0 40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31T07:10:07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3411 962 0,'0'-40'156,"-40"40"47,-1 0-187,1 0-1,40 40 1,-40-40-16,0 0 0,0 0 16,0 40-1,0-40-15,0 0 16,-1 40 0,1-40-16,0 0 15,0 0 1,40 40-1,-40-40 1,40 40-16,-40-40 0,40 40 16,-40 1-16,40-1 15,-40-40-15,40 40 16,-41 0-16,41 0 31,-40-40-31,40 40 0,0 0 31,0 0-31,0 0 16,40 1-16,-40-1 16,41 0-1,-41 0-15,40 0 32,0-40-32,-40 40 15,40-40 1,0 40-16,0-40 15,0 0 1,0 0-16,1-40 16,-1 40-16,0 0 0,-40-40 15,40 40-15,0 0 16,0 0 0,0 0-1,0 0-15,1 0 16,-41-40-1,40 40-15</inkml:trace>
  <inkml:trace contextRef="#ctx0" brushRef="#br0" timeOffset="669.9615">4213 1162 0,'-40'0'15,"0"0"-15,40 41 63,40-41-63,-40 40 0,0 0 15,0 0 1,0 0-16,0 0 0,0 0 16,0 0-16,0 0 0,0 1 0,0-1 15,0 0-15,0 0 16,-40-40-16,40 40 0</inkml:trace>
  <inkml:trace contextRef="#ctx0" brushRef="#br0" timeOffset="860.0225">4053 1002 0,'0'0'0,"-40"-40"0,40 0 0,-40 40 0,40-40 15</inkml:trace>
  <inkml:trace contextRef="#ctx0" brushRef="#br0" timeOffset="1369.979">4374 1082 0,'-40'0'16,"80"0"15,0 0-31,40 0 0,-40 0 15,0 0-15,1 0 16,-1 0-16,0 40 0,0-40 0,-40 40 16,40-40-16,-40 41 0,40-1 0,-40 0 15,0 0 1,0 0-16,0 0 16,0 0-16,-40-40 15,40 40-15,-40-40 0,40 40 0,-40 1 31,0-41-31,0 0 16,40-41-16,0 1 16,0 0-16,0 0 15,0 0-15,40 0 0,0 0 16,0 0 0,-40 0-16,40 40 0,0-41 0,0 1 15,0 0-15,1 40 16,-41-40-16,40 40 0,0-40 31</inkml:trace>
  <inkml:trace contextRef="#ctx0" brushRef="#br0" timeOffset="1849.9642">5858 1042 0,'0'0'0,"0"-40"31,-40 40-31,0 0 16,0 0-1,0 0-15,0 80 31,0-80-31,40 40 0,-81 0 16,41 121 0,121-81-1,-81-40-15,80 0 32,-40-40-32,0 0 0,40 0 15,-80-40-15,121 0 16,-81 0-16,0 40 0</inkml:trace>
  <inkml:trace contextRef="#ctx0" brushRef="#br0" timeOffset="2169.9413">6340 761 0,'-40'-40'31,"0"40"-31,40 40 16,0 1 0,0-1 15,0 80-16,0 0 1,0 41 0,0-41 15,0-80-31,40-40 0</inkml:trace>
  <inkml:trace contextRef="#ctx0" brushRef="#br0" timeOffset="2769.8675">6661 1042 0,'0'-40'31,"0"80"0,0 0-15,0 0-16,0 0 15,40 1-15,-40-1 0,0 0 16,0 0-16,40-40 0,-40 40 16,40-40-1,-40 40-15,40-40 0,1 0 16,-1 0 0,-40-40-16,40 40 0,-40-40 0,40 0 15,-40 0 1,40 0-16,-40-1 0,0 1 15,0 0 1,0 0 0,0 120 46,0 1-46,0-41-1,0 0-15,40 0 16,0-40-16,-40 40 0,40 0 16,1-40-1,-1 0-15,0 0 0</inkml:trace>
  <inkml:trace contextRef="#ctx0" brushRef="#br0" timeOffset="3179.8137">7704 761 0,'0'0'0,"-80"-40"32,80 80-1,0 1-16,0-1-15,0 0 16,40 0-16,-40 0 0,0 0 0,0 0 16,0 0-16,40 0 0,-40 0 0,0 1 0,0-1 15,0 0-15,0 0 16,0 0-16,0 0 0,0 0 16,40-40-1</inkml:trace>
  <inkml:trace contextRef="#ctx0" brushRef="#br0" timeOffset="3699.8564">8386 1162 0,'0'-40'16,"0"80"-16,-80-160 15,40 120-15,0 0 16,0 40 0,-40 81 15,39-1-15,41-40-1,121-80 16,-81 0-15,40-80 0,-40-40-1,-40 39 17,-40 81-17,40 40 16,0 1-15,40-41 0,0 80-1,41-40 1,-1 0 15</inkml:trace>
  <inkml:trace contextRef="#ctx0" brushRef="#br0" timeOffset="4089.8338">8667 1042 0,'0'0'32,"0"-40"-32,40 40 15,1 40 1,-1 0-16,40 40 31,-40-80-31,-40 41 0,40-1 16,-40 0-1,0 0 1,-40-40 15,40-40-15,0-81-1,40 1 1,121 0 15,-81 80-15,0 0 0,-40 40 15,41 0-31</inkml:trace>
  <inkml:trace contextRef="#ctx0" brushRef="#br0" timeOffset="4519.7712">10834 681 0,'-40'-40'16,"80"80"-16,-200-120 15,119 80 1,1 0-16,-40 40 16,-40 80 15,80 1-15,-1-1-1,122 0 16,39 1-15,81-121 0,-41 0-1</inkml:trace>
  <inkml:trace contextRef="#ctx0" brushRef="#br0" timeOffset="4929.7869">11356 962 0,'40'-40'16,"-80"80"-16,120-160 15,-40 120-15,0-40 16,81 40 0,-81 40-1,-40 120 16,-80-40-15,-41 1 0,41-81-1,40-40 17,0-161-17,0 41 1,40 0 15,40 80-15,0 0-1,40 40 1,-40 0-16</inkml:trace>
  <inkml:trace contextRef="#ctx0" brushRef="#br0" timeOffset="5379.7186">11717 761 0,'0'0'0,"40"-40"16,0 40 15,0 40-15,0 1 0,1 79 15,-41 0-16,0-80 1,0 0 0,0-80 15,0 0-31,40 0 0,0 0 16,-40 0-16,40 0 15,0 0-15,0 40 16,-40-40-1,80-1 1,1 41 0,-1 41-1,-40-1-15,-40 0 32,0 0-32,0 0 0,0 40 31,-40 40-16,40-79 1,40-41 0</inkml:trace>
  <inkml:trace contextRef="#ctx0" brushRef="#br0" timeOffset="5779.6958">13001 842 0,'0'-40'16,"0"80"-16,-40-121 16,80 81-1,0 0-15,40 81 32,1 79-17,-81-40 1,0-39 15,0-41-15,40-80-1,0-81 1,40 1 15,-40 40-15,0 40-1,-40 0 1,40 40 15</inkml:trace>
  <inkml:trace contextRef="#ctx0" brushRef="#br0" timeOffset="6099.6452">13964 802 0,'0'-41'15,"0"82"-15,40-82 16,0 41-16,0 0 16,-40 41-16,0-1 15,40-40 1,-40 40-16,0 0 0,0 0 0,0 0 16,0 0-16,0 0 15,0 0-15,0 0 0,-40-40 16,40 41-16,0-1 15,-40-40 1,40-81-16,0 41 16,0 0-1,0 0-15,0 0 0,0 0 0,0 0 16,0 0-16,0 0 16,40 0-16,-40-1 0,0 1 15,0 80 16,0 1-15,0-1-16</inkml:trace>
  <inkml:trace contextRef="#ctx0" brushRef="#br0" timeOffset="6449.6972">14807 481 0,'0'0'0,"-40"0"0,-1 0 32,41 40-1,0 0-31,41 40 31,-41 40-15,0-79-16,0 79 15,0-80-15,0 80 16,0-40 15,160-80-31</inkml:trace>
  <inkml:trace contextRef="#ctx0" brushRef="#br0" timeOffset="7289.5973">15128 922 0,'0'-40'32,"0"80"61,40 0-77,-40 0 0,0 0-16,0 0 0,0 0 0,0 0 15,40-40-15,-40 41 0,40-1 16,0-40-1,0 0 1,-40-40-16,40 40 0,-40-41 0,41 41 16,-41-40-16,0 0 0,40 40 0,-40-40 0,0 0 15,40 0 1,-40 0-16,0 80 31,0 0 0,0 40-31,0-40 16,0 0 0,40-40-16,0 0 15,0 0-15,0 0 16,-40-40-16,40 40 16,-40-40-16,41 40 0,-1-40 0,-40 0 0,40 40 15,0-40-15,0 0 16,0 0-16,0 0 0,-40 0 0,40-1 0,1 1 15,-41 0-15,0 0 16,40 0-16,-40 0 0,0 0 0,0 0 16,-40 40-1,-1 0 1,41 40 15,0 0-31,-40 0 16,40 0-16,0 0 0,0 0 15,0 0-15,0 1 0,0-1 0,0 0 0,0 0 16,0 0-16,40-40 0,-40 40 0,0 0 0,0 0 16,41-40-16,-41 40 15,0 0-15,40 1 0,0-1 32</inkml:trace>
  <inkml:trace contextRef="#ctx0" brushRef="#br0" timeOffset="7639.554">16010 962 0,'0'-40'31,"0"80"-31,41-80 16,-1 40-16,120 0 15,1 0 16,-121 0-31,40 0 16,40-40 0,-79-40-1,-41 120 48,0 0-63,0 0 0,0 0 15,0 0 1,0 0-16,0 0 0,0 0 0,0 0 16,-41 1-16,41-1 15,-40-40-15</inkml:trace>
  <inkml:trace contextRef="#ctx0" brushRef="#br0" timeOffset="7839.5426">16693 761 0,'0'0'0,"-121"-80"16,121 0 0,40 80 15,41 0-31</inkml:trace>
  <inkml:trace contextRef="#ctx0" brushRef="#br0" timeOffset="8229.5911">17575 802 0,'0'-41'31,"-40"41"-31,0 0 16,0 0-16,40 81 16,-40-41-1,40 40 1,0 40 0,80-80 15,40-80-16,1-40 1,-121-40 0,-80 40 15,-1 39-15,41 41-16,0 0 15,80 0 16</inkml:trace>
  <inkml:trace contextRef="#ctx0" brushRef="#br0" timeOffset="8629.5687">18097 681 0,'0'0'15,"0"80"16,0-39-15,0 79 0,40 0-1,-40-80 1,40-40 15,0-120-15,41 40-1,-41 40 1,0 40 15,-40 80-15,80 0 0,0 80 15,41 1-16,39-121 1,-39-40 0</inkml:trace>
  <inkml:trace contextRef="#ctx0" brushRef="#br0" timeOffset="10679.3748">2809 2847 0,'0'-40'0,"-40"40"16,80 0 47,0 0-32,0 0-16,0 0-15,0 0 16,0 0 0,-40 40-16,41-40 0,-1 0 15,0 40-15,0-40 16,0 0-16,0 0 0,0 40 0,0-40 16,1 0-16,-1 0 15,40 0-15,-40 0 0,0 0 0,0 0 0,41-40 16,-41 40-16,40 0 0,-40-40 15,40 40-15,1-40 0,-41 40 0,40 0 0,0 0 16,1-40-16,-1 40 0,-40 0 0,40-40 0,-40 40 16,41 0-16,-41 0 15,0 0-15,40 0 0,-40 0 0,0 0 0,0 0 16,1 0-16,-1 0 0,40 0 16,-40 0-16,0 0 0,40 0 0,-39 0 0,-1-41 15,40 41-15,-40 0 16,40-40-16,-40 40 0,41 0 0,-1 0 0,-40 0 15,0 0-15,0 0 0,41 0 16,-41-40-16,0 40 0,40 0 0,0 0 0,-40-40 16,41 40-16,-1 0 0,0-40 0,0 40 0,-39 0 15,39 0-15,0-40 16,-40 40-16,40 0 0,1 0 0,-41 0 0,40 0 16,0-40-16,1 40 0,-1 0 15,-40 0-15,40 0 0,1 0 0,-41 0 0,40 0 16,0 0-16,-40 0 15,41 0-15,-1 0 0,0 0 0,0 0 0,1 0 16,-1-40-16,40 40 0,-40 0 0,1-40 0,39 40 16,-40 0-16,1 0 0,39 0 15,-40-40-15,0 40 0,1 0 0,-1 0 0,0-41 16,0 41-16,1 0 16,-1 0-16,0 0 0,0 0 0,-39-40 0,39 40 15,0 0-15,-40 0 0,40 0 16,1 0-16,-41 0 0,40 0 0,0 0 0,1 0 15,-1 0-15,0 0 0,0 0 0,1 0 0,-1 0 16,0 0-16,0 0 16,1 0-16,-41 0 0,40 0 0,-40 0 0,0 0 15,41 0-15,-41 0 0,0 0 16,0 0-16,0 0 0,0 0 0,0 0 16,0 0-16,1 0 15,-1-40-15,0 40 0,40 0 0,-40 0 0,40 0 16,-39 0-16,39 0 0,-40 0 15,40 0-15,0 0 0,1 0 0,-41 0 0,40 0 16,0 0-16,-40 0 0,41 0 0,-41 40 0,40-40 16,-40 0-16,0 0 15,41 0-15,-41 0 0,0 0 0,0 0 0,40 0 16,-40 0-16,0 0 0,1 0 16,-1 0-16,40 0 0,-40 0 0,0 0 0,40 0 15,-39-40-15,39 40 16,-40 0-16,0 0 0,40 0 0,-40 0 0,41 0 15,-41 0-15,0 0 0,40 0 16,-40 0-16,41 0 0,-41 0 0,0 0 0,0 0 16,40 0-16,-40 0 0,0 0 0,1 0 0,-1 0 15,0 0 1,0 0-16,0 0 0,0 0 0,0 0 0,1 0 16,-1 0-16,0 0 0,0 0 15,0 0-15,0 0 0,0 0 0,0 0 0,1 0 16,39 0-16,-40 0 15,0 0-15,0 0 0,40 0 0,-39 0 0,-1 0 16,0 0-16,0 0 0,40 0 0,-40 0 0,0 0 16,1 0-16,-1-40 0,0 40 15,0 0-15,0 0 0,40 0 0,-40 0 0,41 0 16,-1 0-16,-40 0 16,40-40-16,1 40 0,-1 0 0,0 0 0,-40 0 15,40 0-15,-39 0 0,-1 0 16,40 0-16,-40 0 0,0 0 0,0-40 0,0 40 15,1 0-15,-1 0 0,0 0 0,40 0 0,-40 0 16,0 0-16,0 0 16,41 0-16,-1 0 0,-40 0 0,40-40 0,1 40 15,-41 0-15,40 0 0,0 0 16,-40 0-16,41 0 0,-41 0 0,40 0 0,-40 0 16,40 0-16,-39 0 15,-1 0-15</inkml:trace>
  <inkml:trace contextRef="#ctx0" brushRef="#br0" timeOffset="33248.1245">19421 882 0,'0'0'0,"-40"0"16,0 0 15,0 0-15,40 40 0,-40-40-16,40 40 62,40-40-31,0-40-15,0 40-16,0 0 0,0 0 16,0 0-16,1 0 15,-1 0-15,40 0 0,-40 0 0,0 0 0,0 0 16,0 0-16,-40-40 0,41 40 15,-1 0 1,0 0 0</inkml:trace>
  <inkml:trace contextRef="#ctx0" brushRef="#br0" timeOffset="33968.0093">19782 842 0,'0'0'0,"-40"0"0,40-40 31,40 40 0,-40 40 0,40-40 16,-40-40 31,-40 40-15,0 0-47,0 0-1,0 0 16,80 0 48,0 0-64,-40 40-15,80-40 0,-39 0 16,-1 40-1,0-40-15,0 0 0,0 0 16,-40 40 0,0 0-16,0 0 15,-40-40 1,40 40-16,-40 0 0,0-40 16,0 40-16,-1 0 15,1 1 1,40-1-16</inkml:trace>
  <inkml:trace contextRef="#ctx0" brushRef="#br0" timeOffset="34418.0576">20946 802 0,'0'-41'0,"-40"41"31,40-40-31,0 80 32,0 1-17,0-1-15,0 0 16,0 0-16,-40 0 15,40 0-15,0 0 0,0 0 0,0 0 0,0 0 16,0 1-16,0-1 0,0 0 16,0 0-16,0 0 0,0 0 0,0 0 15,40-40-15,-40 40 16</inkml:trace>
  <inkml:trace contextRef="#ctx0" brushRef="#br0" timeOffset="34738.0381">20785 882 0,'0'-80'16,"0"160"-16,-40-281 16,40 161-16,0-40 15,121 0 16,-1 80-15,-80 0 0,0 40-1,-40 0 1,40 0-16,-80 120 31,-80-39-15,40-81-1,40 0 1</inkml:trace>
  <inkml:trace contextRef="#ctx0" brushRef="#br0" timeOffset="35168.0129">21267 1283 0,'0'0'32,"0"-40"-32,40 40 31,201-121-15,-201 81-16,40-40 15,-40 80-15,-40-40 16,40 0-1,-80 40 17,0 0-17,-80 0 1,-1 40 0,41 0-1,80 40 16,0-40-31,80 41 32,-80-41-32,161 0 15,-121 0-15,0-40 16,0 0-16</inkml:trace>
  <inkml:trace contextRef="#ctx0" brushRef="#br0" timeOffset="35517.9166">21909 882 0,'0'0'16,"0"-40"-1,80-41 1,1 81 0,-41 0-16,120 121 15,-120-1 16,-40 0-15,-40-39 0,0-81 15,40-41-31,0-39 31,40-40-15,40 40-1,-80 40 1,121 0 0,-41 40-16</inkml:trace>
  <inkml:trace contextRef="#ctx0" brushRef="#br0" timeOffset="35707.9076">22712 842 0,'40'0'0,"-80"0"0,80 40 93,-40 0-77,40-40-16,-40 40 0,0 0 0,0 0 16,0 0-1,0 0-15,0 0 0,0 1 16,-40-41-16,40 40 0</inkml:trace>
  <inkml:trace contextRef="#ctx0" brushRef="#br0" timeOffset="35897.9693">22832 601 0,'0'0'0,"0"-40"0,-40 40 0,40-40 16,40 40 15,0 0-15</inkml:trace>
  <inkml:trace contextRef="#ctx0" brushRef="#br0" timeOffset="36307.8701">23514 962 0,'40'0'0,"-40"40"47,40 0-31,-40 0-16,0 0 0,0 0 15,0 1-15,0-1 0,-40 0 16,40 0-16,-40 0 0,0 0 16,0-40-1,-40 0-15,39-40 16,41 0-16,0 0 0,0 0 15,0 0-15,-40-1 0,40 1 16,0 0-16,0 0 0,0 0 0,0 0 0,0 0 16,0 0-1,40 0-15,1 40 32,-1 0-32,0 40 0,0-40 15</inkml:trace>
  <inkml:trace contextRef="#ctx0" brushRef="#br0" timeOffset="37117.8998">24517 922 0,'-120'-40'16,"240"80"-16,-280-80 0,120 40 15,-1 0-15,-79 0 16,80 40 0,0 40-1,0 121 1,40-121 0,40-80-1,40 40 1,40-80-1,-39-121 17,-81 121-32,0-80 15,0 80-15,0 0 16,0-81 0,-40 41-1,40 40 1,0 0 15,-41 40 0,41 40-15,0 0 0,0 0-16,81 81 15,-41-41 1,0 120-1,0-119 1,0 79 0,40-120 15,-39-40-31,39-120 31,0-41-15,-40 41-1,-40 80 1,0 0 0,0 80 31,0 40-32,0-40-15,0 0 0,0 0 16,40-40-16,-40 41 0,0-1 15,40-40-15</inkml:trace>
  <inkml:trace contextRef="#ctx0" brushRef="#br0" timeOffset="37307.8135">24999 641 0,'-40'-40'16,"80"80"-16,-121-80 15,81 0-15,0 80 32</inkml:trace>
  <inkml:trace contextRef="#ctx0" brushRef="#br0" timeOffset="37667.8662">25801 922 0,'0'-40'0,"0"80"0,-80-80 16,40 0-16,0 40 15,0 0 1,-41 160 0,41 81-1,40-121 16,40-80-15,81-40 0,-1-40 15,-40 0-31</inkml:trace>
  <inkml:trace contextRef="#ctx0" brushRef="#br0" timeOffset="38077.8416">26764 601 0,'0'0'0,"-80"-40"15,-80 40 1,79 40-1,81 80 17,0-80-32,121 121 31,-41 39-15,-80 1-1,-120-41 1,-1-120 15,41-120-15,80-40-1,120-41 1,41 41 0,-81 80-1,0 40-15</inkml:trace>
  <inkml:trace contextRef="#ctx0" brushRef="#br0" timeOffset="38307.7529">27166 962 0,'120'0'16,"-240"0"-16,320 0 15,-160 0-15,-40-40 16,0 0 0,0 80 30,0 0-30,0 0-16,0 0 16,0 0-16,0 0 15,0 0-15,0 1 0,0-1 0,0 0 16,0 0 0</inkml:trace>
  <inkml:trace contextRef="#ctx0" brushRef="#br0" timeOffset="38467.7434">27446 802 0,'0'0'0,"-40"0"0,0-41 15,0 41-15,0-40 0,0 0 0,40 0 16,0 0-16,40 40 15,40 0-15</inkml:trace>
  <inkml:trace contextRef="#ctx0" brushRef="#br0" timeOffset="39057.7848">28169 842 0,'-81'0'15,"162"0"-15,-162-40 0,41 40 16,0 0-16,40-41 16,-80 122-1,80-1 1,40 0-16,0 40 31,0-120-15,0-80-1,1-80 1,-41 39 15,0 162-15,40-1 0,-40 0-16,40 160 15,-40 81 16,-80 40-15,-81-81 0,81-119 15,40-121-15,0-80-1,-1-81 1,1-39 15,121-1-15,39 81-1,0 40 17,1-1-32</inkml:trace>
  <inkml:trace contextRef="#ctx0" brushRef="#br0" timeOffset="39427.7275">28610 1002 0,'0'0'15,"0"-40"-15,40 40 16,0 0 15,-40 40-31,40-40 0,-40 80 16,41-40-16,-41 0 0,0 1 15,0-1-15,0 0 16,0 0-16,0 0 16,0-80-1,0-40 1,0 40 0,40-1-16,-40 1 0,40 0 0,0 0 15,-40 0-15,40 40 0,-40-40 16,0 120-1,40-80 1,-40 40-16,0 0 16,0 0-16,0 1 0,0-1 0,40-40 15,-40 40-15,0 0 16,41-40-16,-1 0 0,0 0 16,0 0-16,0 0 15</inkml:trace>
  <inkml:trace contextRef="#ctx0" brushRef="#br0" timeOffset="40237.6583">29734 1082 0,'0'0'16,"-81"-40"-1,-39 80 17,80 40-17,40 41 1,0-81-1,40-40 17,80-120-17,-79 39 1,-41 41-16,40 40 31,0 40-15,0 41-1,80-81 1,1-81 15,-121-79-15,0-81 0,0 41-1,0 79 16,0 81-15,0 201 0,0 39 15,80 1-15,0-1-1,0-79 1,81-121 15,-1-161-15,-79 1-1,-81 40 17,0 39-17,0 41 1,0 120-1,0 1 17,80 39-17,-40 0 1,-40 41 15,-80-41-15,0-80-1</inkml:trace>
  <inkml:trace contextRef="#ctx0" brushRef="#br0" timeOffset="40417.704">31138 1363 0,'0'40'16,"0"-80"-16,-40 80 16,40 0-16,-40-40 31,-81 0-15,121-40-16</inkml:trace>
  <inkml:trace contextRef="#ctx0" brushRef="#br0" timeOffset="43317.5346">9349 3088 0</inkml:trace>
  <inkml:trace contextRef="#ctx0" brushRef="#br0" timeOffset="44067.4155">9349 3088 0,'0'40'0,"0"-80"156,0-1-140,0 1 15,41 40-15,-1 0-1,0 0-15,0 0 16,0 0-1,0 0-15,0 40 0,0 1 16,1-1 0,-41 0-1,0 0 1,0 0-16,0 0 16,-41 0-16,41 0 0,-40-40 0,40 40 15,-40 0-15,40 1 0,-40-1 16,40 0-16,-40 0 0,40 0 0,-40 0 31,80-80 0,0 0-31,-40 0 0,40 0 16,0 0-16,0-1 16,-40 1-16,41 40 0,-1-40 0,-40 0 0,40 0 15,0 0-15,-40 0 0,40 0 0,0 40 0,-40-40 16,40 0-16,-40-1 0,40 41 15,-40-40-15,41 40 0,-41-40 0,40 40 0,0 0 16,-40-40 0,0 80 15,-40-40-31,40 40 16,-40 0-1,-1 1 1,1-1-16,40 0 0,-40-40 15,40 40-15,0 0 16,-40-40-16,40 40 0,0 0 0,0 0 16,0 0-1,40 0-15,0 1 16,-40-1-16,40-40 16,1 0-16,-41 40 0,40-40 0,0 0 15</inkml:trace>
  <inkml:trace contextRef="#ctx0" brushRef="#br0" timeOffset="44267.4095">10393 3368 0,'0'40'31,"0"0"-15,40 1-16,-40-1 0,0 0 15,0 0-15,0 0 16,0 0-16,0 0 0,40-40 0,-40 40 16,40 0-16</inkml:trace>
  <inkml:trace contextRef="#ctx0" brushRef="#br0" timeOffset="44827.3713">11115 2927 0,'-40'0'15,"0"0"1,0 0 15,40 40-31,-40 0 0,-1 0 16,41 1-16,0-1 0,0 0 15,-40 0-15,40 0 0,0 0 0,0 0 0,0 0 16,40 0 0,-40 0-16,0 1 0,41-1 0,-1 0 15,-40 0-15,40-40 0,-40 40 0,40-40 16</inkml:trace>
  <inkml:trace contextRef="#ctx0" brushRef="#br0" timeOffset="45217.4242">11396 3128 0,'0'0'16,"0"-40"-16,40 40 15,-40 40 1,40 0-16,0 120 31,-40 1-15,0-41-1,0-160 17,0-40-17,81-81 1,-1 41-1,40 80 17,-80 120-17,-40 80 1,0-39 0,-40-121-16,0 80 31</inkml:trace>
  <inkml:trace contextRef="#ctx0" brushRef="#br0" timeOffset="45457.4093">12439 3088 0,'0'-81'31,"0"162"-31,80-202 16,-39 161-16,39 41 16,-40 199 15,-120 1-15,-161-40-1,80-161-15</inkml:trace>
  <inkml:trace contextRef="#ctx0" brushRef="#br0" timeOffset="47467.2388">14486 3489 0,'0'0'0,"-41"0"31,82 0 438,-1 0-469,0 0 15,0 0 1,0 0-16,0 0 0,0 0 16,1 0-16,-1 0 0,0 0 0,0 0 15,0 0 1,0 0-16,0 0 15,-40-41 1,40 41-16,-40-40 31,41 40-31,-1 0 32,0 0-32,0 0 15,0 0-15,0 0 16,0 0-1,0 0 17,1 0-17,-1 0 1,-40 40 31</inkml:trace>
  <inkml:trace contextRef="#ctx0" brushRef="#br0" timeOffset="47867.238">15409 3248 0,'-41'0'0,"1"0"0,40-40 16,0 0 0,40 40 15,1 40 0,-1-40-15,0 0-16,-40 40 0,40-40 0,0 0 15,0 0 1,0 0-16,-40 40 0,40-40 0,1 0 16,-41 40-1,40-40-15,-40 40 16,0 0 0,0 0-16,-40 1 15,40-1-15,-81 0 0,41 0 16,40 0-16,-40 0 0,40 0 15,0 0-15,-40-40 0,40 40 0,0 1 16</inkml:trace>
  <inkml:trace contextRef="#ctx0" brushRef="#br0" timeOffset="48377.2388">16853 2927 0,'-40'0'0,"0"0"0,40-40 32,-40 40-17,40-40 17,0 120 61,0 0-93,0-40 0,0 1 16,-40-1-16,40 0 16,-41 0-16,41 0 0,0 40 0,0-40 0,0 0 15,-40 0-15,40 1 0,0-1 0,0 0 16,0 0-16,0 0 15,0 0-15,0 0 16</inkml:trace>
  <inkml:trace contextRef="#ctx0" brushRef="#br0" timeOffset="48717.2187">16693 3088 0,'0'0'16,"0"-41"-1,0-39 1,40 40 0,-40 0-1,-40 40-15,40 40 31,40 40-31,40 81 32,-40-41-32,40 0 31,-40-80-31,81 41 16,-41-81 15</inkml:trace>
  <inkml:trace contextRef="#ctx0" brushRef="#br0" timeOffset="48987.1484">17294 2927 0,'0'-40'15,"0"80"-15,0-120 16,0 40-1,0 80 32,0 0-31,0 0-16,0 0 0,0 0 16,0 0-16,0 1 0,0-1 0,0 0 0,0 0 15,0 0-15,0 0 16,-40 0-16,40 0 0,-40 0 0,40 0 0,0 1 15,0-1 1</inkml:trace>
  <inkml:trace contextRef="#ctx0" brushRef="#br0" timeOffset="49417.1792">17696 3489 0,'-40'0'78,"40"-41"-31,0 1-31,-41 40 15,41 40 0,0 1-15,0-1-16,0 0 0,0 0 15,0 0-15,0 0 16,0 0-16,0 0 0,41 0 16</inkml:trace>
  <inkml:trace contextRef="#ctx0" brushRef="#br0" timeOffset="50177.1326">18940 3649 0,'-40'0'15,"40"40"32,40 0-47,-40 0 16,0 0-16,0 1 0,0-1 15,0 0-15,-40-40 16,40 40-16,-81 0 0,1 0 0,40-40 16,0 40-16,0-40 0,0 0 0</inkml:trace>
  <inkml:trace contextRef="#ctx0" brushRef="#br0" timeOffset="50927.0894">20143 3007 0,'-40'-80'15,"80"160"-15,-80-200 0,40 80 16,40 0 0,41 40-1,-41 40 1,40 120-1,-80 41 17,-80-81-32,0-40 31,80-40-15,0-80-1,120-80 1,0-80 15,1 39-15,-81 121-1,-80 80 32,40 0-47,0 0 16,-40 0-16,40 1 15,0-1-15,0 0 0,0 0 0,0 40 0,0-40 16,0 0 0,40 0-16,-40 0 0,40-40 0,-40 41 0,40-41 15,-40 40-15,40-40 0,0 0 16,0 0-16,-40 40 0,40-40 0,1 0 16</inkml:trace>
  <inkml:trace contextRef="#ctx0" brushRef="#br0" timeOffset="51267.0692">21147 3408 0,'0'0'15,"40"0"-15,0 0 32,-40 81-17,0-41 1,0 0-1,-40 0-15,40 0 0,-40-40 16,40-40 31,0 0-47,0 0 16,40 40-16,0 0 15,0 0 1,0 0-16,0 0 31,0 40-31,0-40 0,1 0 16,-1 0-1</inkml:trace>
  <inkml:trace contextRef="#ctx0" brushRef="#br0" timeOffset="51627.0489">21909 2887 0,'0'0'16,"0"-40"-16,-40 40 93,0 0-77,40 40-16,-40-40 16,40 40-16,-41 0 0,41 0 0,0 0 0,-40 1 15,40-1-15,0 0 0,0 0 0,0 0 0,0 0 16,0 0-16,40 0 15,-40 0-15,41-40 0,-41 40 0,40-40 16,0 0-16,0 0 16</inkml:trace>
  <inkml:trace contextRef="#ctx0" brushRef="#br0" timeOffset="51986.9702">22230 3007 0,'0'40'32,"0"1"-17,0-1-15,0 0 0,0 0 16,0 0 0,0 0-16,0 0 0,0 0 15,0-120 1,40 80-1,-40-40-15,40 40 0,-40-40 0,40 40 0,1-40 16,-41 0-16,40 40 16,-40-40-16,40 40 0,-40-41 0,40 41 15,0 0 1,-40 41-16,0-1 16,0 0-16,0 0 0,0 0 0,0 0 15,0 0 1,0 0-16,0 0 0,-40 0 15,40 1 1,-40-41-16</inkml:trace>
  <inkml:trace contextRef="#ctx0" brushRef="#br0" timeOffset="52227.0138">22992 2967 0,'0'-40'16,"0"80"0,41 0-1,-1 41 1,-40-41-16,40 0 0,-40 0 0,0 0 16,0 0-16,0 0 0,-40 0 0,40 0 0,-40 0 15,-1 1-15,1-1 0,0-40 16,0 40-16,40 0 0,-40-40 0,0 40 0,0-40 15,40 40 1</inkml:trace>
  <inkml:trace contextRef="#ctx0" brushRef="#br0" timeOffset="53416.9433">23594 3248 0,'-40'0'16,"80"0"93,41 0-109,-41 0 16,0 0-16,0 0 0,0 0 15,0 0-15,0 0 0,0 0 0,1 0 0,-1 0 16,0 0-16,0 0 0,0 0 0,0 40 0,0-40 16,0 0-16,1 0 15,-1 0-15,0 0 0,0 0 16,0 0 15,-40 40-15,0 0-1</inkml:trace>
  <inkml:trace contextRef="#ctx0" brushRef="#br0" timeOffset="53756.9243">24437 3088 0,'-40'0'16,"0"0"-16,0 0 31,80 0 16,0 0-31,-40 40-16,40-40 0,0 40 0,0 0 15,0-40-15,-40 40 16,40-40-16,1 0 0,-41 40 0,40-40 16,-40 40-16,0 0 0,0 0 15,-40 0-15,40 1 16,-41-41-16,1 40 0,0-40 0,0 40 0,40 0 15,-40 0-15,0-40 16,40 40-16,-40-40 0,40 40 0,-40 0 16,40 0-1</inkml:trace>
  <inkml:trace contextRef="#ctx0" brushRef="#br0" timeOffset="54046.9087">25360 2927 0,'0'0'16,"-40"0"0,40 80 15,0 1-31,-40 119 31,-1 1-15,1-81-1,-40-40 1</inkml:trace>
  <inkml:trace contextRef="#ctx0" brushRef="#br0" timeOffset="54306.891">25199 3047 0,'0'-40'16,"0"80"-16,0-120 16,0 120 15,40-40-31,-40 40 0,41-40 0,-41 41 0,40-1 15,-40 0-15,40 0 16,-40 0-16,40 0 0,-40 0 16,40-40-16,-40 40 0,40 0 15,0 0-15,-40 1 0,41-41 16,-1 40-16,0-40 0,0 0 16</inkml:trace>
  <inkml:trace contextRef="#ctx0" brushRef="#br0" timeOffset="54586.8175">25761 3088 0,'0'0'0,"-40"-41"16,40 1-16,0 0 15,0 0 1,0 120 15,0-40-15,40-40-16,-40 41 15,0-1-15,0 0 0,40 0 0,-40 0 16,0 0-16,0 0 0,0 0 0,0 0 0,0 0 16,0 1-16,-40-1 15,40 0-15,-40-40 0,40 40 0,0 0 16,-40-40-1</inkml:trace>
  <inkml:trace contextRef="#ctx0" brushRef="#br0" timeOffset="55036.7902">25962 3569 0,'0'0'15,"80"-80"1,0 39 15,-40 41-31,1 0 0,-1 41 16,-40 39-16,0-40 16,0 0-1,-81 80 16,-39-39-15,80-41 0,40-80 15,40 40-15,0-41-1,0 41 1,41 0 15,39 81-15,40-41-1,-79-40-15</inkml:trace>
  <inkml:trace contextRef="#ctx0" brushRef="#br0" timeOffset="56606.756">26443 3328 0,'0'-40'62,"-40"40"-30,40-40 30,40 40-15,0 0-31,1 0-16,-1 0 0,0 0 15,0 0 1,0 0-16,0 0 0,0 0 0,0-40 15,1 40-15,-1 0 16,0 0-16,0 0 0,0 0 31</inkml:trace>
  <inkml:trace contextRef="#ctx0" brushRef="#br0" timeOffset="57096.7271">26845 3047 0,'0'-40'16,"40"40"93,-40 40-93,40-40-16,0 0 16,-40 41-16,40-41 0,0 40 15,0-40 1,-40 40-16,40-40 0,1 40 15,-41 0-15,40-40 16,0 40-16,-40 0 16,0 0-1,-40-40 1,40 40 0,-81-40-16,41 40 15,0-40-15,0 0 0,0 41 16,0-41-1,40 40-15,0 0 0</inkml:trace>
  <inkml:trace contextRef="#ctx0" brushRef="#br0" timeOffset="60256.5064">28289 3128 0,'0'40'0,"-40"-40"16,80-40 78,-40 0-79,40 40-15,-40-41 31,40 41-31,0 0 32,1 0-17,-41-40-15,40 40 32,-40 40-17,0 1 1,0-1-16,0 0 0,40 0 0,-40 0 15,0 0-15,0 0 16,0 0-16,0 0 0,0 0 0,0 1 16,0-1-16,-40 0 15,40 0-15,-81 0 0,81 0 16,-40 0-16,0-40 0,40 40 0,-40-40 16,40 40-16,-40-40 0,40 41 15,-40-41-15,40 40 0,0-80 47,40 40-31,-40-41-16,0 1 0,40 40 0,-40-40 0,0 0 15,0 0-15,40 40 16,-40-40-16,40 0 0,0 0 0,-40 0 16,41-1-16,-1 41 15,-40-40 1,40 40-16,-40-40 15,40 40-15,0-40 16,0 0 0,0 0-16,0 0 15,-40 0-15,41 40 16,-41-40-16,0 0 187,0 80-62,0 0-93,0 0-32,0 0 0,0 0 0,0 0 15,-41 0 1,41 0-16,0 0 0,0 1 0,0-1 16,0 0-16,-40 0 0,40 0 0,0 0 15,0 0-15,0 0 16,0 0-16,40-40 0,1 0 31,-1 0-31,0 0 0,0 0 16,0-40-1</inkml:trace>
  <inkml:trace contextRef="#ctx0" brushRef="#br0" timeOffset="60716.5167">29052 3649 0,'40'0'16,"-40"-40"-16,40 0 15,0 40 1,-40-40-16,40 40 0,0 0 0,0 0 16,0 0-16,1 0 0,-1 40 15,-40 0 1,0 0-16,0 0 15,0 0-15,-40 0 16,40 0-16,-41-40 0,41 41 16,-40-41-1,40 40-15,40 0 78,-40 0-78,41-40 16,-41 40-16,0 0 16,-41 0-16,1 0 15,0-40 1,0 0-16,0 40 0,0-40 16,0 0-16,0 0 0,-1 0 15,41-40-15,-40 0 16,0-40-16,40 40 15</inkml:trace>
  <inkml:trace contextRef="#ctx0" brushRef="#br0" timeOffset="61086.4371">29694 2887 0,'0'40'0,"-41"-40"0,1 80 46,0-80-30,40 81-16,-40-81 0,40 40 0,0 0 0,0 0 16,0 0-16,0 40 15,-40-40-15,40 0 0,0 0 0,0 1 0,0-1 16,0 0-16,0 0 0,0 0 0,40 0 16,-40 0-16,40-40 15,-40 40-15,40-40 0,0 0 31</inkml:trace>
  <inkml:trace contextRef="#ctx0" brushRef="#br0" timeOffset="61486.4131">29814 3248 0,'0'-40'31,"0"80"0,40 0-31,-40 0 16,0 0-16,0 0 15,40 0-15,-40 1 0,0-1 16,0 0-16,0 0 16,0-80 15,0 0-16,0 0-15,40-1 16,-40 1 0,40 40-16,-40-40 0,41 40 31,-41 40-31,40 0 16,-40 1-16,40-1 0,-40 0 15,0 0 1,0 0-16,0 0 15,0 0 1</inkml:trace>
  <inkml:trace contextRef="#ctx0" brushRef="#br0" timeOffset="61796.4539">30456 3208 0,'-80'0'16,"80"-40"-16,40 40 31,-40 40-31,40-40 16,-40 40-16,40 80 15,-40-80-15,40 0 0,-40 1 16,0 79-1,-160 0 1,79-40 15,1-39-15</inkml:trace>
  <inkml:trace contextRef="#ctx0" brushRef="#br0" timeOffset="62226.4276">30817 3408 0,'-80'0'31,"120"0"79,0-40-95,0 40 1,0-40-16,0 40 0,1 0 16,-41-40-16,40 40 0,0 0 15,0 0 16</inkml:trace>
  <inkml:trace contextRef="#ctx0" brushRef="#br0" timeOffset="62486.3591">30737 3729 0,'0'0'16,"40"0"0,-40-40 15,80 40-15,0-40-1,-39 40 1</inkml:trace>
  <inkml:trace contextRef="#ctx0" brushRef="#br0" timeOffset="63626.3462">31419 3047 0,'0'41'0,"0"-1"62,0 0-62,0 0 16,40 0-16,-40 0 15,0 0-15,0 0 0,0 0 0,0 0 16,0 1-16,0-1 0,0 0 0,-40 0 0,40 0 16,0 0-16,0 0 15,0 0-15,-40-40 0,40 40 16,0-80 31,0 0-47,0-40 0,0 40 15,0 0 1,40 0-16,-40 0 0,0-1 0,0 1 0,40 0 16,-40 0-16,0 0 0,0 0 0,0 0 15,40 0-15,-40 0 0,0 0 16,0-1-16,0 1 0,0 0 15,40 40-15,-40-40 16,0 80 15,0 0-31,40 0 0,-40 1 16,0-1-16,0 0 0,41-40 0,-41 40 0,0 0 16,0 0-1,40 0-15,-40 0 0,0 0 16,0 0-16,40-40 47,-40-40-32,40 40-15,-40-40 0,40 40 0,-40-40 0,0 0 16,0 0-16,40 0 0,-40 0 16,0 0-16,0 0 0,40-1 0,-40 1 15,0 0 1,40 40-16,-40-40 15,0 120 32,41-80-47,-41 40 0,0 1 16,0-1-16,0 0 0,0 0 0,0 0 16,0 0-16,0 0 0,0 0 15,0 0-15,0 0 0,0 1 0,0-1 0,-41 0 16,41 0-16,0 0 15,0 0-15,0 0 0,0 0 16,0 0-16</inkml:trace>
  <inkml:trace contextRef="#ctx0" brushRef="#br0" timeOffset="64796.2763">32141 3368 0,'40'0'16,"-40"-40"15,0 0-31,0 80 47,0 0-32,-40-40-15,40 40 0,-40 0 0,40 1 16,0-1-16,0 0 0,0 0 16,40-40-1,-40-40 16,40 40-15,-40-40-16,40 40 16,-40-40-16,0-1 15,41 41-15,-41-40 0,0 0 32,0 80-1,0 0-31,0 1 15,0-1-15,0 0 16,0 0-16,0 0 0,0 0 16,0 0-1,0 0 1,40-40 0</inkml:trace>
  <inkml:trace contextRef="#ctx0" brushRef="#br0" timeOffset="65016.2629">32382 3408 0,'0'0'0,"40"0"32,-40 40-17,80 1 1,-80-1-16,0 0 0,40 0 0,1 0 31,-41 0-15</inkml:trace>
  <inkml:trace contextRef="#ctx0" brushRef="#br0" timeOffset="65246.2511">32783 3368 0,'0'0'16,"-40"0"0,40-40-1,-40 40 1,0 40-16,0 81 16,-81 39 15,41 41-16,40-161 1,40 0-16,-40-40 0</inkml:trace>
  <inkml:trace contextRef="#ctx0" brushRef="#br0" timeOffset="65656.2256">31339 4251 0,'0'-41'16,"0"1"-16,0 0 16,-40 80 31,40 0-47,-41-40 15,41 41-15,0-1 0,-40-40 0,40 40 0,0 0 16,0 0-16,0 0 15,0 0-15,0 0 0,0 0 0,0 1 16,0-1-16,0 0 16,40 0-16,-40 0 0,41-40 15,-41 40-15,40-40 0,0 0 16</inkml:trace>
  <inkml:trace contextRef="#ctx0" brushRef="#br0" timeOffset="66246.1927">31700 4291 0,'0'40'47,"0"0"-47,0 0 16,0 0-16,0 0 0,0 0 15,0 0-15,0 1 0,0-1 0,-40 0 16,40 0 0,-40 0-16,40-80 31,0 0-31,0 0 16,0 0-16,0-1 0,0 1 0,40 0 15,-40 0-15,40 0 16,-40 0-16,40 0 0,-40 0 0,0 0 15,40 40 1,-40 40 15,0 0-15,40 0-16,-40 0 0,0 0 0,0 0 16,40-40-16,-40 40 0,0 0 15,40-40-15,-40 41 0,41-41 0,-41 40 16,40-40-1,-40-40 1,40 40 0,-40-81-16,40 81 0,-40-40 15,0 0-15,0 0 0,0 0 0,0 0 16,0 0 0,0 0-16,0-1 0,-40 41 46,40 41-30,-40-41-16,40 40 16</inkml:trace>
  <inkml:trace contextRef="#ctx0" brushRef="#br0" timeOffset="66486.1307">32462 4571 0,'0'41'32,"0"-1"-17,0 0 1,0 40 0,-40 0 15,0 0-16</inkml:trace>
  <inkml:trace contextRef="#ctx0" brushRef="#br0" timeOffset="66746.1621">32823 4892 0,'0'0'16,"-40"-40"0,40 80 15,0 0-15,0 0-1,-40 1 1,-40 39-1,80-40 1,-80-40-16</inkml:trace>
  <inkml:trace contextRef="#ctx0" brushRef="#br0" timeOffset="67326.1278">32984 4331 0,'0'0'0,"0"40"47,0 0-47,0 0 15,0 0-15,0 0 16,0 0-16,0 1 0,0-1 0,0 0 15,0 0-15,0 0 16,-40-80 15,40 0-15,0 0-16,0 0 0,0-1 16,40 1-16,-40 0 15,0 0-15,40 40 0,-40-40 0,0 0 0,40 40 16,-40-40-16,40 80 31,-40 40-15,40-40-1,-40 0-15,0 0 0,41-40 0,-41 41 16,0-1 0,40-40-16,-40 40 0,40-40 31,-40-80-31,0 39 15,40 1 1,-40 0-16,0 0 0,40 0 16,-40 0-16,0 0 15,0 0-15,0 0 16,0 80 15,-40 0-31,40 0 16</inkml:trace>
  <inkml:trace contextRef="#ctx0" brushRef="#br0" timeOffset="67636.0374">33425 4571 0,'0'-40'15,"40"40"-15,1 0 16,39 0 15,-80 121-15,-121 39-1,121-120 1,-40 0 0,80-40-1,1 0 1,-1-80-1,40 40 17,-80 0-32</inkml:trace>
  <inkml:trace contextRef="#ctx0" brushRef="#br0" timeOffset="67846.0981">33827 4130 0,'-41'0'16,"41"40"-1,0 0 1,41 1-16,-41 39 0,40-40 0,-40 120 31,0-79-31,0-41 0,0 0 0,0 0 16,-40 0-16,40 40 0,-41-40 15,1 0-15,0 0 0</inkml:trace>
  <inkml:trace contextRef="#ctx0" brushRef="#br0" timeOffset="71295.8954">32542 3649 0,'0'0'0,"-40"0"31,80 0 251,1 0-267,-1 0 32,0 0-31,-40 40-1,40 0 1,0 0 0,0 0-16,0-40 15,1 41-15,-1-41 0,0 40 0,0-40 16,0 40-16,0-40 16</inkml:trace>
  <inkml:trace contextRef="#ctx0" brushRef="#br0" timeOffset="73885.6681">3611 5895 0,'-40'0'0,"40"-40"0,-40 40 16,80-40 15,-40 0 63,40 40-94,1-41 15,-1 41 1,-40-40-16,40 40 0,0 0 15,0 0 1,0 0-16,0 0 0,0 0 16,1 0-1,-1 0-15,0 0 0,0 0 16,-40 81-16,40-81 0,0 0 16,-40 40-16,40 0 0,-40 0 15,0 0-15,0 0 0,0 0 16,0 0-16,-40 0 15,0 1-15,0-1 16,0-40 0,40 40-16,-40-40 0,0 40 15,-1-40-15,82-40 63,-1 0-63,0 40 15,0-40 1,0-1-16,0 41 0,0-40 0,0 40 16,-40-40-16,41 40 0,-1-40 15,0 0-15,0 40 0,-40-40 0,40 40 16,0-40-16,0 0 0,0 0 16,1-1-1,-1 1-15,0 40 0,-40-40 16,40 0-1,-80 40 64,40 40-64,-40-40-15,0 40 16,-1-40-1,41 40-15,-40 1 16,0-1-16,0 0 16,0 0-1,40 0 1,-40-40-16,40 40 0,0 0 16,0 0-16,0 0 15,0 1-15,0-1 16,0 0-1,40 0 1,0-40-16,0 0 16,0 0-16,0 0 0</inkml:trace>
  <inkml:trace contextRef="#ctx0" brushRef="#br0" timeOffset="74145.7283">5056 6136 0,'0'40'62,"0"0"-46,0 0-16,0 0 15,0 0-15,0 0 16,0 0 0,0 0-16,0 0 0,0 1 0,0-1 15,0 0-15,-40 0 0</inkml:trace>
  <inkml:trace contextRef="#ctx0" brushRef="#br0" timeOffset="74695.6244">6019 5534 0,'-40'-40'31,"40"0"-31,-40 40 47,40 40-47,-40 0 0,-1 0 16,41 0-16,-40-40 15,40 40-15,-40 0 0,0-40 0,40 40 0,-40 1 16,40-1-16,0 0 16,-40 0-16,40 0 0,0 0 0,0 0 0,0 0 15,0 0-15,0 1 0,0-1 0,40 0 0,-40 0 16,40 0-16,-40 0 16,40 0-16,0-40 0,0 0 15</inkml:trace>
  <inkml:trace contextRef="#ctx0" brushRef="#br0" timeOffset="75195.6307">6300 5815 0,'0'-40'16,"0"80"-16,0-121 15,40 81 1,0 0 0,-40 41-16,0-1 15,40-40-15,-40 40 0,0 0 0,0 0 16,0 0 0,0 0-16,0 0 0,0 0 15,-40 1 1,40-1-16,0 0 15,-40-40 1,40-40 0,40 40-16,-40-40 0,40-1 15,-40 1-15,40 0 16,0 0-16,1 40 0,-41-40 0,40 40 16,-40-40-16,40 40 15,-40-40-15,40 40 0,0 0 16,0 0-1,-40 40-15,0 0 16,0 0 0,0 0-16,0 0 0,0 0 15,0 1-15,0-1 0,0 0 16,0 0-16,0 0 16,0 0-16,-40 0 15,40 0 1,-40-40-16</inkml:trace>
  <inkml:trace contextRef="#ctx0" brushRef="#br0" timeOffset="75825.63">7303 5654 0,'0'-40'0,"0"0"16,40 40 0,-40 40 31,40-40-47,-40 40 31,0 0-16,40-40-15,-40 40 16,0 1-16,41-1 0,-41 0 16,0 0-16,0 0 0,0 0 0,0 0 15,-41 0 1,41 0-16,-40 1 0,0-1 0,0 0 0,0 0 16,0 0-16,0 0 0,-1 0 15,1-40-15,0 40 0,0 0 0,0 0 0</inkml:trace>
  <inkml:trace contextRef="#ctx0" brushRef="#br0" timeOffset="76555.5477">8667 5574 0,'0'40'16,"0"0"15,-40-40-31,40 40 0,0 0 15,0 1-15,0-1 16,0 0-16,0 0 0,0 0 0,0 40 0,0-40 16,-40 0-16,40 1 0,0-1 0,0 0 0,-40 0 15,40 0-15,0 0 0,0 0 16,-40-40-16,40 40 0,0 0 16</inkml:trace>
  <inkml:trace contextRef="#ctx0" brushRef="#br0" timeOffset="77045.559">8587 5855 0,'0'-40'16,"0"0"-1,0-1 1,0 82 62,0-1-62,40 0 15,-40 0-15,40-40-16,-40 40 0,40-40 15,-40 40-15,41 0 16,-41 0-16,40-40 0,-40 40 15,40-40-15,-40 41 16,40-1-16,-40 0 0,40-40 16,-40 40-16,40 0 0,0-40 15,0 0-15,-40 40 0,41-40 16,-1 0-16,0 0 0</inkml:trace>
  <inkml:trace contextRef="#ctx0" brushRef="#br0" timeOffset="77545.5295">9189 5855 0,'0'-40'0,"40"40"16,-40-40-16,0-1 16,0 82 156,-40-1-141,40 0-31,0 0 0,0 0 15,0 0-15,0 0 16,0 0-16,-40 0 0,40 1 0,0-1 16,0 0-16,0 0 0,-40-40 0,40 40 0,0 0 15,0 0 1,0 0-16,40-40 16</inkml:trace>
  <inkml:trace contextRef="#ctx0" brushRef="#br0" timeOffset="79925.3934">9550 5574 0,'0'-40'31,"0"0"-15,-40 40 15,0 0-31,0 0 16,40-40-16,-40 40 15,-1-40 17,1 0-17,0 40 1,0 0 0,40-41-16,-40 41 15,0 0 1,0 0-1,0 0 1,40-40 0,-41 40-16,1 0 15,0 0 1,0 0 0,0 0-1,0 0 1,0 0-1,0 0 17,-1 0-32,1 40 15,0-40 17,40 41-32,-40-41 0,40 40 0,-40-40 15,0 0 1,40 40-16,-40-40 31,40 40-31,-40-40 0,40 40 16,-41-40-1,41 40-15,-40 0 16,40 0 0,-40-40-16,40 40 15,-40-40-15,40 40 0,-40 1 16,40-1-1,-40 0-15,40 0 32,0 0-32,0 0 0,0 0 15,0 0-15,-40-40 16,40 40-16,0 1 16,0-1-16,0 0 0,0 0 15,40 0 1,-40 0-1,40-40-15,-40 40 16,40-40-16,-40 40 0,40-40 16,-40 40-1,40-40 1,0 40-16,1-40 16,-41 41-1,40-41-15,0 40 31,0-40 1,-40 40-32,40-40 15,0 0 1,-40 40 0,40-40-1,0 0 1,1 0-1,-1 0 1,0 0-16,0 0 16,0 0-1,0 0 1,0-40 15,0 40-31,1 0 16,-41-40-16,40 40 15,0 0-15,-40-40 16,40 40 0,0 0 15,-40-41-15,40 41-16,0 0 31,-40-40-31,40 40 0,1 0 31,-41-40-15,40 40-16,0-40 31,0 40-15,-40-40-1,40 40 1,-40-40-1,0 0 1,40 40 0,-40-40-1,40 40-15,-40-40 16,0 0 0,40 40-1,-40-41 1,0 1 15,41 0-31,-41 0 16,0 0-1,0 0 32,0 0-16,0 0-15,40 40 0,-40-40-16,0-1 31,0 1-15,0 0 15,-40 40-16,40-40 17,0 0-1,-41 40-31,41-40 31,-40 0 0,0 40 16,0 0-31,40 40 0,0 0-16</inkml:trace>
  <inkml:trace contextRef="#ctx0" brushRef="#br0" timeOffset="80895.2577">10633 5734 0,'0'0'15,"-40"-40"1,121 0 15,-41 40-15,40 0-1,0 80 17,-80 81-17,-40-1 1,-80-39 0,39-81 15,41-40-16,80-40 17,1 40-32,79-121 31,41 1-15,-41 0-1,0 80 16,-39-41-15,-41 1 0,40 0-1,-120 80 63,40 40-78,-40-40 16,0 0-16,40 40 0,-41-40 16,41 40-16,-40-40 0,40 40 0,-40-40 0,40 40 15,-40-40-15,40 41 16,-40-1-16,0 0 0,40 0 0,-40 0 16,40 0-16,0 0 15,0 0-15,0 0 0,0 1 0,0-1 16,40 0-1,0-40-15,0 40 16,0-40 0,0 0-16,0 0 0,1 0 15,-1 0-15,0 0 0</inkml:trace>
  <inkml:trace contextRef="#ctx0" brushRef="#br0" timeOffset="81295.2407">11797 6216 0,'0'-80'31,"0"39"-31,40 1 16,41 40-1,39 40 16,-40 1-15,-80 39 0,0-40-16,-80 80 15,-40-40 17,79-40-32,82-40 31,-41-40-31,40 40 15,-40-40-15,40 40 0,0-40 16,0 40-16,0 0 0,0-40 0,0 40 16,1 0-16,-1-40 0,0 40 15,0 0 1,0 0-16,0 0 0,0 0 16,0 0-16</inkml:trace>
  <inkml:trace contextRef="#ctx0" brushRef="#br0" timeOffset="81625.2901">12961 5614 0,'-80'-40'15,"160"80"-15,-201-80 16,81 40-16,0 0 16,-40 120 15,0 121-15,40-40-1,40-81 16,160 0-15,-80-120 0</inkml:trace>
  <inkml:trace contextRef="#ctx0" brushRef="#br0" timeOffset="82065.2641">13081 5935 0,'0'0'16,"40"40"0,0-40-1,1 80 1,-41 1 0,0-41-1,0 0 1,-41-40-1,41-40 17,0 0-17,81-41-15,-41 41 16,0 0 0,0 40 15,0 0-16,0 80 1,-40 41 0,0-41 15,0-40-15,0 0-1</inkml:trace>
  <inkml:trace contextRef="#ctx0" brushRef="#br0" timeOffset="82305.2511">13924 5734 0,'40'-40'31,"0"40"-16,0 0-15,0 0 16,-40 40-16,40 1 16,-40-1-16,0 0 0,0 0 0,0 0 0,0 0 15,-80 0-15,80 0 16,-40 0-16,0 1 0,0 39 0,0-40 0,-41 0 16,41 0-16,-40 0 0,40 40 15</inkml:trace>
  <inkml:trace contextRef="#ctx0" brushRef="#br0" timeOffset="98624.223">3491 7579 0,'0'40'31,"-40"-40"94,-40 0-62,39 0-47,41 41-1,-40-41 16,0 0-15,0 0 15,0 0-15,0 0 0,0 40-16,0-40 31,-1 0-31,1 0 15,0 0-15,0 40 16,40 0 109,0 0-109,0 0-16,0 0 15,-40 0-15,40 0 0,0 0 0,0 1 0,0-1 16,-40 0-16,40 0 16,0 0-16,0 0 0,0 0 0,-40 0 0,40 0 15,0 1-15,0-1 0,0 0 16,0 0-16,0 0 0,0 0 0,0 0 0,0 0 15,0 0-15,-40 0 0,40 1 0,0-1 0,0 0 16,0 0-16,0 40 16,0-40-16,0 0 0,0 0 0,0 1 0,0-1 15,-41 0-15,41 0 0,0 0 16,0 0-16,0 0 0,0 0 0,-40 0 0,40 0 16,0 1-16,0-1 15,0 0-15,0 0 0,-40 0 0,40 0 16,0 0-16,0 0 0,0 0 15,0 1-15,-40-1 0,40 0 0,0 0 16,0 0-16,0 0 0,0 0 0,-40 0 16,40 0-16,0 0 15,0 1-15,0-1 0,0 0 0,0 0 0,0 0 16,0 0-16,0 0 16,0 0-16,0 0 0,0 1 0,0-1 0,0 0 15,0 0-15,0 0 16,0 0-16,0 0 0,0 0 0,0 0 15,0 0-15,0 1 0,0-1 0,0 0 16,0 0-16,0 0 16,0 0-16,0 0 15,0 0 1,0 0-16,0 1 0,0-1 0,0 0 16,0 0-16,0 0 0,0 40 15,-40-40-15,40 0 0,0 41 0,0-1 0,0-40 16,0 40-16,-40 0 15,40 1-15,0-41 0,0 40 0,0-40 0,0 40 16,0-40-16,0 0 0,0 0 0,0 1 16,0-1-16,0 0 15,0 0-15,0 0 0,0 0 16,40 0 0,0 0-16,-40 0 0,40-40 0,-40 41 15,0-1-15,40 0 0,-40 0 16,0 0-16,0 0 0,0 0 0,0 0 15,0 0-15,0 0 0,0 1 0,0 39 0,0-40 16,0 0-16,0 0 16,-40 0-16,40 0 0,-40 0 0,40 1 15,0-1-15,0 0 0,-40-40 16,40 40-16,0 0 0,0 0 0,-40 0 0,40 0 16,-40 0-1,40 0-15,0 1 0,-41-1 0,41 0 0,0 0 16,0 0-16,-40 0 0,40 0 15,0 0-15,0 0 0,0 1 0,0-1 16,0 0-16,0 0 16,0 0-1,0 0-15,0 0 16,0 0 0,0 0-16,-40 0 0,40 1 15,0-1 1,-40 0-16,40 0 0,0 0 0,-40-40 0,40 40 15,0 0-15,-40 0 0,40 0 0,0 1 16,-40-41-16,40 40 0,0 0 16,0 0-1,0 0 1,0 0 0,0 0-1,0 0-15,0 0 0,0 0 16,0 1-1,0-1-15,0 0 0,0 0 0,0 0 16,0 0-16,0 0 0,0 0 16,0 0-1,0 1 1,0-1 0,0 0-16,0 0 15,0 0-15,0 0 16,0 0-16,0 0 0,0 0 0,0 0 15,0 1-15,0-1 16,-40-40-16,40 40 16,0 0-16,0 0 31,0 0-31,0 0 31,0 0-15,0 0-1,0 1-15,0-1 0,0 0 16,0 0-16,0 0 0,0 0 16,0 0-16,0 0 15,0 0-15,0 0 0,-41-40 16,41 41-16,-40-41 16,40 40-16,0 0 31,0 0-16,0 0 32,40-40-31,1 0-16,-1 0 16,-40 40 77,0 0-61,0 0-32,40-40 46,-40-40-30,40 40-16,0 0 16,0 0-16,0 0 15,0 0 1,1 0 0,-1 0-1,0 0-15,0 0 16,0 0-16,0 0 15,0 0-15,0-40 0,1 40 16,-1 0-16,0 0 0,0 0 0,40 0 0,-40-40 16,0 40-16</inkml:trace>
  <inkml:trace contextRef="#ctx0" brushRef="#br0" timeOffset="101924.0315">3812 8462 0,'-40'0'16,"40"40"-16,40-40 140,0 0-124,0 0-1,0 0-15,-40 40 0,41-40 16,-1 0-16,-40 40 0,0 0 16,40 0-16,-40 0 15,40 0-15,-40 0 32,0 1-32,0-1 0,-40 0 15,40 0-15,-40-40 0,40 40 16,-40 0-16,-1 0 0,1 0 15,0-40-15,40 40 0,-40-40 32,40 41-32,0-82 31,40 41-31,-40-40 16,40 40-16,-40-40 15,40 40-15,1-40 0,-1 0 0,-40 0 0,40 40 16,0-40-16,0 0 0,0 0 15,0-1-15,0 1 0,1 40 16,-41-40-16,40 40 0,-40-40 0,40 40 0,-40-40 16,40 40-1,-40-40-15,40 40 0,-40-40 16,40 0 0,-40 0 15,-40 40 47,0 40-78,0-40 0,40 40 16,-40-40-16,40 40 0,-40 0 15,40 0-15,-41 0 16,41 0-1,0 0-15,0 1 0,0-1 16,0 0-16,41 0 16,-41 0-1,40-40-15,0 0 16,0 40 0,0-40-16</inkml:trace>
  <inkml:trace contextRef="#ctx0" brushRef="#br0" timeOffset="102224.0831">4735 8903 0,'0'-40'31,"0"80"1,0 0-17,0 0-15,0 0 0,0 0 16,0 0-16,0 0 16,0 1-16,0-1 0,0 0 15,0 0 1,40 0-16,-40 0 0,0 0 15</inkml:trace>
  <inkml:trace contextRef="#ctx0" brushRef="#br0" timeOffset="102743.98">5216 8341 0,'-40'0'0,"0"0"31,40 40-31,-40-40 16,40 41-1,-40-1-15,40 0 0,-40 0 16,40 0-16,0 0 0,0 0 16,0 0-16,-40 0 0,40 0 0,0 1 0,0-1 15,0 0-15,0 0 16,0 0-16,40 0 0,-40 0 0,0 0 0,40-40 15,-40 40-15,40-40 0,0 0 0,0 0 16,0 0-16,1 0 16</inkml:trace>
  <inkml:trace contextRef="#ctx0" brushRef="#br0" timeOffset="104363.8827">5457 8542 0,'40'0'156,"-40"40"31,-40-40-187,40-40 250,-40 40-172,40 40-78,0 0 16,0 0 0,-40-40-16,40 40 0,0 0 15,0 0 1,40-40-16,-40 41 0,40-1 16,0 0-1,0-40-15,-40 40 0,41-40 16,-1 0-16,0 0 15,0 0 1,0 0-16,0 0 16,-40-40-16,40 40 15,-40-40-15,40 40 0,-40-40 16,0-1 0,0 1-16,41 40 0,-41-40 31,0 0-31,0 0 15,0 0-15,-81 40 16,81-40 0,-40 40-16,40-40 15,-40 40 1,0 0-16,0 0 0,0 0 16,0 0-1,-1 0 16,41 40-15</inkml:trace>
  <inkml:trace contextRef="#ctx0" brushRef="#br0" timeOffset="104763.863">6179 8301 0,'0'0'16,"0"-40"15,41 40-31,39 0 32,0 40-17,-40 81 1,0-41-1,-120 80 1,0-40 0,-121 41-16</inkml:trace>
  <inkml:trace contextRef="#ctx0" brushRef="#br0" timeOffset="105983.7884">3812 10387 0,'0'-40'32,"0"-1"-17,40 41 17,-40-40-32,40 0 31,0 40-31,1 0 15,-41-40-15,40 40 0,0 0 0,0 0 16,0 0 0,0 0-16,-40 40 0,40-40 15,-40 40-15,0 0 16,40 1-16,-40-1 0,0 0 16,0 0-1,0 0-15,0 0 0,-40-40 0,40 40 16,-40-40-16,40 40 0,-40-40 0,0 40 15,0 1 1,0-41-16,80 0 63,-40-41-63,40 1 0,0 0 15,0 40-15,0 0 16,-40-40-16,40 40 0,-40-40 0,41 40 0,-1-40 15,0 40-15,-40-40 0,40 40 0,-40-40 16,40 40-16,-40-40 16,40 40-16,-40-41 0,0 1 31,0 0-15,-40 40-1,0 0 1,0 40 15,0 0-31,0-40 16,40 41-16,0-1 15,0 0-15,-41-40 0,41 40 0,0 0 16,0 0 0,0 0-16,0 0 0,0 0 0,0 1 15,41-1 1,-1-40-1,0 40-15</inkml:trace>
  <inkml:trace contextRef="#ctx0" brushRef="#br0" timeOffset="106223.8487">4735 10627 0,'0'40'31,"0"1"-15,0 39 0,0-40-16,0 0 15,0 0 1,0 0-16,0 0 15</inkml:trace>
  <inkml:trace contextRef="#ctx0" brushRef="#br0" timeOffset="106663.8231">5337 10026 0,'0'0'0,"-40"0"16,0 0-1,-1 80 1,-39 40 15,0 41-15,80 39-1,40-120 1,40 1 0,1-41-1,-41-40-15</inkml:trace>
  <inkml:trace contextRef="#ctx0" brushRef="#br0" timeOffset="106903.7356">5698 10387 0,'-40'-40'16,"80"80"-16,-40-40 47,0 40-47,40 0 0,-40 0 15,0 0-15,0 0 16,0 0-16,0 0 0,0 1 16,0-1-1,0 0 1</inkml:trace>
  <inkml:trace contextRef="#ctx0" brushRef="#br0" timeOffset="107273.7128">6179 10106 0,'41'0'32,"-1"0"-32,-40 40 0,40 0 15,0 0 1,-40 0-16,0 0 0,0 1 0,0-1 15,0 0-15,0 0 0,-40 0 0,40 0 16,-40 0-16,40 0 16,-40 41-16,-1-41 0,1 0 0,0 0 0,0 40 15,0-40-15,0 0 0,0 40 16</inkml:trace>
  <inkml:trace contextRef="#ctx0" brushRef="#br0" timeOffset="108033.7424">4815 11630 0,'-40'0'15,"0"0"79</inkml:trace>
  <inkml:trace contextRef="#ctx0" brushRef="#br0" timeOffset="108323.6568">4735 11951 0,'0'0'0,"-40"40"15,0 40 1,40-40 0,0 0 15,0 0 0,0 1-31</inkml:trace>
  <inkml:trace contextRef="#ctx0" brushRef="#br0" timeOffset="108563.6413">4695 12552 0,'0'40'47,"0"1"-16,0-1-31,0 0 16,0 0-1</inkml:trace>
  <inkml:trace contextRef="#ctx0" brushRef="#br0" timeOffset="108773.7005">4615 13194 0,'0'40'16,"0"-80"-16,-41 120 16,41-40-16</inkml:trace>
  <inkml:trace contextRef="#ctx0" brushRef="#br0" timeOffset="109003.6113">4615 13756 0,'40'0'15,"-80"0"-15,80 40 16,-40 0 15,0 0-15</inkml:trace>
  <inkml:trace contextRef="#ctx0" brushRef="#br0" timeOffset="109193.6748">4615 14197 0,'0'0'15,"-41"40"1,41 0 15,-40 40-15,40-40 0,-40-40-16</inkml:trace>
  <inkml:trace contextRef="#ctx0" brushRef="#br0" timeOffset="109353.666">4574 14477 0,'0'41'15,"-40"-41"-15,40 40 16,-40-40-16,40 40 0,0 0 62</inkml:trace>
  <inkml:trace contextRef="#ctx0" brushRef="#br0" timeOffset="109613.6504">4534 14758 0,'0'40'47,"0"0"-15,-40-40-17,40 40 1,-40-40-16</inkml:trace>
  <inkml:trace contextRef="#ctx0" brushRef="#br0" timeOffset="111113.4875">3330 16082 0,'-40'0'31,"40"-40"63,40-1-47,1 41-32,-1 0-15,0 0 0,0 0 16,-40-40-16,40 40 16,0 0-16,0 0 15,1 0 1,-41 40-16,40-40 0,-40 41 16,0-1-16,40-40 15,-40 40-15,0 0 0,0 0 0,0 0 16,0 0-16,0 0 0,-80-40 15,80 40-15,0 0 16,-41 1-16,41-1 0,-40 0 31,0-40-31,80 0 78,-40-40-78,40 0 0,-40-1 16,41 41 0,-1-40-16,-40 0 0,40 40 15,-40-40-15,40 0 0,-40 0 16,40 40-16,-40-40 0,40 40 0,-40-40 16,40 0-1,-40 0-15,40 40 0,-40-41 16,41 41-16,-41-40 15,0 80 48,-41-40-47,41 41-1,0-1 1,-40-40-16,0 40 15,0 0 1,0 0-16,40 0 16,-40 0-16,40 0 15,0 0 1,-40 0-16,40 1 16,0-1-1,0 0-15,40-40 16,-40 40-16,40-40 0,0 0 15,0 0-15,0 40 16,0-40-16,1 0 0</inkml:trace>
  <inkml:trace contextRef="#ctx0" brushRef="#br0" timeOffset="111393.5461">4294 16563 0,'0'0'0,"-41"0"47,41 40-16,0 0-15,0 0-16,0 0 16,0 0-1,0 1-15</inkml:trace>
  <inkml:trace contextRef="#ctx0" brushRef="#br0" timeOffset="112773.3931">4895 15921 0,'-40'0'0,"0"0"32,0 0 30,0 0-46,40 40-1,0 0 1,-40-40-16,40 41 0,0-1 16,0 0-16,-40 0 15,40 0-15,0 0 0,0 0 0,0 0 16,-40 0-16,40 0 16,0 1-16,0-1 0,0 0 15,0 0 1,40-40-16,-40 40 0,40 0 15,-40 0-15,40 0 0,0 0 0,-40 1 16,40-1-16,0 0 16,-40 0-16,40-40 0,1 40 0,-1-40 0,-40 40 15,40-40-15,0 0 16</inkml:trace>
  <inkml:trace contextRef="#ctx0" brushRef="#br0" timeOffset="113823.3306">4414 16603 0,'-40'0'16</inkml:trace>
  <inkml:trace contextRef="#ctx0" brushRef="#br0" timeOffset="114283.3014">4374 16643 0,'-40'0'16,"0"0"15,40 40 188,-81 0-204,81 0 1,0 1-16,0-1 15,0 0-15,0 0 16,0 0 0,0 0-16</inkml:trace>
  <inkml:trace contextRef="#ctx0" brushRef="#br0" timeOffset="117233.1332">5578 16122 0,'-41'0'0,"41"40"157,0 0-157,0 0 15,0 0-15,0 0 0,0 0 16,0 0-16,0 1 16,0-1-16,0 0 0,0 0 0,41-40 15,-41 40-15,0 0 16,0 0-16,0 0 0,0 0 15,40-40 1</inkml:trace>
  <inkml:trace contextRef="#ctx0" brushRef="#br0" timeOffset="117633.1058">5658 16162 0,'0'0'0,"-40"0"15,80 40 16,-40 0-15,40-40 0,0 80-1,0-40 1,0 0 0,0 1-1,-40-1 1,81 0-1,-1 0 1,-40-40 0</inkml:trace>
  <inkml:trace contextRef="#ctx0" brushRef="#br0" timeOffset="117963.1632">6099 16162 0,'0'40'47,"0"0"-16,0 0-31,0 0 16,0 0-1,0 0-15,0 1 16,0-1 0,0 0-16,0 0 0,0 0 15,0 0-15,0 0 31</inkml:trace>
  <inkml:trace contextRef="#ctx0" brushRef="#br0" timeOffset="118343.1427">6500 16402 0,'-40'0'15,"0"-40"17,120 40-17,-39-40 1,-1 40-16,0 0 16,0 0-1,0 0-15,0 0 16,0 0-16</inkml:trace>
  <inkml:trace contextRef="#ctx0" brushRef="#br0" timeOffset="118733.0407">7102 15961 0,'-40'0'15,"40"40"17,0 1-17,0-1 1,0 0 0,0 0-16,-40-40 0,40 40 15,0 0-15,0 0 16,0 0-16,0 0 15,40 0-15,-40 1 16</inkml:trace>
  <inkml:trace contextRef="#ctx0" brushRef="#br0" timeOffset="119273.0848">7504 15801 0,'40'0'109,"-40"40"-109,0 0 16,40 0-16,-40 0 15,0 0-15,40 1 0,-40-1 16,0 0-16,0 0 16,0 0-16,0 0 0,0 0 0,0 0 0,-40 0 15,40 0-15,-40 1 0,40-1 16</inkml:trace>
  <inkml:trace contextRef="#ctx0" brushRef="#br0" timeOffset="130793.439">8627 8462 0,'0'-40'31,"-40"40"125,80 0-62,0 0-94,0 40 15,1-40 1,-41 40 0,0 0-16,0 0 0,0 0 15,0 0-15,-41-40 0,41 80 16,-40-80-16,40 40 0,-40 41 0,0-41 0,0 0 16,40 0-16,-40 0 15,0-40-15,40 40 0,0 0 0,-40-40 0,40 40 16,-41-40-16,41 41 0,0-82 31,41 41-31,-41-40 16,0 0-16,40 0 15,-40 0-15,80 0 0,-80 0 0,40 40 0,-40-40 16,40 0-16,0-1 0,0 1 16,1 40-16,-1-40 0,0 40 15,0 0 1,-40-40-16,40 40 0,-40-40 0,40 40 15,-40-40-15,40 40 0,-40-40 32,40 40-32,-40-40 0,0 0 31,0 0-15,-40 80 62,0-40-63,40 40-15,-40-40 0,0 40 16,40 0 0,-40-40-16,40 40 0,0 0 0,-40-40 0,40 40 15,-40-40-15,40 40 16,-41-40-16,41 40 15,41-40 1,-41 41-16,40-41 16,0 0-16,0 0 0,0 0 0,0 0 15,0 0-15,0 0 16,1 0-16,-41 40 0,40-40 16</inkml:trace>
  <inkml:trace contextRef="#ctx0" brushRef="#br0" timeOffset="131083.3469">9189 8863 0,'0'-40'0,"0"-1"0,-40 82 78,40 39-47,0-40-15,0 0-16,0 0 15,0 0-15,40 0 16</inkml:trace>
  <inkml:trace contextRef="#ctx0" brushRef="#br0" timeOffset="131673.3883">9791 8221 0,'-40'0'16,"0"0"-16,-1 0 15,1 0 1,0 80 15,-40 0-15,80 81-1,0-1 1,40-39 15,0-1-15</inkml:trace>
  <inkml:trace contextRef="#ctx0" brushRef="#br0" timeOffset="131923.2977">9911 8462 0,'0'0'0,"0"80"47,0 0-47,0-40 16,0 0-1,0 0-15,0 0 0,-40-40 16,40 41-16,-40-41 16,40 40-16</inkml:trace>
  <inkml:trace contextRef="#ctx0" brushRef="#br0" timeOffset="132213.3579">9831 8542 0,'0'0'15,"0"-40"1,80 40-1,-40 40 1,0 0 15,1 80-15,39-80 0,-40-40-16,0 40 31</inkml:trace>
  <inkml:trace contextRef="#ctx0" brushRef="#br0" timeOffset="132513.3412">10433 8422 0,'-40'0'16,"80"0"-16,-80-41 0,40 82 78,0-1-62,0 0-1,0 0 1,0 0-16,0 0 0,-40-40 0,40 40 15,0 0-15,0 0 16</inkml:trace>
  <inkml:trace contextRef="#ctx0" brushRef="#br0" timeOffset="132773.324">10754 8542 0,'0'0'16,"40"0"-1,0-40 1,0 40 0,0 0-1</inkml:trace>
  <inkml:trace contextRef="#ctx0" brushRef="#br0" timeOffset="133803.2452">10272 8742 0,'0'40'109,"0"1"16,0-1-109</inkml:trace>
  <inkml:trace contextRef="#ctx0" brushRef="#br0" timeOffset="134443.2243">11276 8301 0,'0'0'0,"-41"40"78,41 0-78,0 1 16,-40-1-16,40 0 15,-40 0-15,40 0 0,0 0 0,-40 0 16,40 0-16,0 0 0,0 0 16,0 1-16,0-1 15,40-40 1</inkml:trace>
  <inkml:trace contextRef="#ctx0" brushRef="#br0" timeOffset="134813.2055">11717 8101 0,'0'-40'16,"0"80"-16,40-80 0,40 40 31,-40 0-31,1 40 15,-41 80-15,0 40 32,-41-79-32,-39 79 31,-80 0-15,-41 1-1</inkml:trace>
  <inkml:trace contextRef="#ctx0" brushRef="#br0" timeOffset="135953.1371">8707 10347 0,'0'-41'31,"0"1"0,0 0-15,41 40-16,-1 0 16,0 0-16,0 0 31,0 0-31,-40 40 16,40-40-1,-40 40-15,0 1 0,0-1 16,0 0-16,-40-40 0,40 40 0,-40-40 15,40 40 1,-40 0-16,0 0 0,0-40 16,40 40-16,-41-40 15,41 40-15,41-40 47,-1 0-31,0 0-1,-40-40-15,40 40 0,-40-40 0,40 40 0,-40-40 16,40 0-16,0 0 16,0 0-16,1 0 0,-1 0 0,-40-1 15,40 41-15,0-40 0,0 40 16,-40-40-16,40 0 0,0 0 16,-80 40 30,40 40-30,-40-40-16,0 40 16,40 0-16,-40 0 15,0 1-15,40-1 0,0 0 16,-40-40-16,40 40 0,0 0 16,0 0-16,40 0 15,0-40 1</inkml:trace>
  <inkml:trace contextRef="#ctx0" brushRef="#br0" timeOffset="136203.1218">9510 10387 0,'0'40'47,"40"-40"-47,-40 40 0,0 0 15,0 0-15,0 0 16,0 0 0,0 0-16,0 1 0,0-1 15,-40-40-15,40 40 0,0 0 16</inkml:trace>
  <inkml:trace contextRef="#ctx0" brushRef="#br0" timeOffset="136623.0975">10272 10066 0,'0'-40'0,"-40"40"31,0 40-15,-80 40 0,39 40 15,81 41-15,0-1-1,0-39 1,41-121 15,-1 0-31</inkml:trace>
  <inkml:trace contextRef="#ctx0" brushRef="#br0" timeOffset="136993.0758">10553 10226 0,'80'0'32,"-39"0"-17,-41 40 1,0 0-16,0 1 16,0-1-1,-41-40-15,41 40 16,-40-40-16,40 40 0,-40-40 15,0 0 1,0 0-16,40-40 16,-40 40-1,40-40-15,0 0 16,0-1 0,0 1-1,40 40 16,0 0-15,0 0 0</inkml:trace>
  <inkml:trace contextRef="#ctx0" brushRef="#br0" timeOffset="137382.9968">11155 9986 0,'40'0'31,"-40"-40"-15,40 40-1,-40 40 1,0 0-16,41-40 16,-41 40-16,0 0 15,0 0-15,0 0 0,0 0 0,-41-40 0,41 40 16,-40 0-16,40 1 0,-40-1 0,0 0 0,0 0 15,0-40-15,40 40 0,-40 0 16,0 0-16,40 0 0,-41-40 0,1 40 0,0 1 16,0-1-1</inkml:trace>
  <inkml:trace contextRef="#ctx0" brushRef="#br0" timeOffset="138052.9418">9630 11349 0,'-40'0'16,"0"0"31,40 40-16,0 0-31,-40 1 16,40-1-1</inkml:trace>
  <inkml:trace contextRef="#ctx0" brushRef="#br0" timeOffset="138253.0031">9510 12191 0,'0'41'63,"40"-1"-63</inkml:trace>
  <inkml:trace contextRef="#ctx0" brushRef="#br0" timeOffset="138482.9883">9510 12793 0,'0'40'16,"0"-80"-16,0 120 0,0-40 0,0 41 15,40 79 16,0-40-15</inkml:trace>
  <inkml:trace contextRef="#ctx0" brushRef="#br0" timeOffset="138732.9741">9470 14277 0,'-40'0'15,"0"0"1</inkml:trace>
  <inkml:trace contextRef="#ctx0" brushRef="#br0" timeOffset="138922.9631">9269 14437 0,'-40'40'16,"40"1"-1,0-1-15,0 0 32</inkml:trace>
  <inkml:trace contextRef="#ctx0" brushRef="#br0" timeOffset="139262.9434">9189 15159 0,'40'0'63,"-40"40"-48,0 0-15,0 1 0,0-1 16,-40-40-1,40 40-15,-40-40 0</inkml:trace>
  <inkml:trace contextRef="#ctx0" brushRef="#br0" timeOffset="140772.854">8346 16122 0,'0'-40'62,"40"40"-15,-40 40-31,41 0 0,-41 0-16,0 0 0,40-40 15,-40 40-15,0 0 0,0 0 16,0 0-1,0 1-15,-40-1 16,40 0 0,-41-40-16,41 40 0,-40-40 15,0 0 1,40-40 31,40 40-32,-40-40 1,40 40-16,-40-40 0,41 40 0,-41-41 16,40 41-1,0-40-15,0 40 0,0-40 16,0 40-16,-40-40 16,40 40-16,-40-40 0,40 40 15,1 0-15,-41-40 16,40 40-1,0-40 1,-40 0 15,-40 40 16,0 0-16,40 40-15,-41-40-16,41 40 16,0 0-16,0 0 15,-40 0 1,40 0 0,0 0-16,0 1 15,-40-41-15,40 40 0,0 0 16,40-40-1,-40 40 1,40-40-16,1 0 16,-1 0-16,0 40 0,0-40 15,0 0-15,0 0 16</inkml:trace>
  <inkml:trace contextRef="#ctx0" brushRef="#br0" timeOffset="141072.8393">9229 16483 0,'-40'0'47,"0"0"-32,40 40 1,0 0-16,0 0 16,0 0-16,0 0 31,40 0-31,-40 0 0,0 1 16,0-1-16,0 0 15,0 0-15</inkml:trace>
  <inkml:trace contextRef="#ctx0" brushRef="#br0" timeOffset="141582.7506">9751 15801 0,'-40'40'16,"80"-80"-16,-121 160 15,41-120-15,0 40 16,0 0-1,0 1 1,40-1-16,0 0 16,0 0-16,0 80 15,40 81 1,0-121 0,0 0-1,0-40 1</inkml:trace>
  <inkml:trace contextRef="#ctx0" brushRef="#br0" timeOffset="141892.7893">10192 16122 0,'0'0'0,"-40"40"31,40 80-15,0-80-1,-80 81 1,80-1-1,0-80 1,0 40 0,0-40-1</inkml:trace>
  <inkml:trace contextRef="#ctx0" brushRef="#br0" timeOffset="142192.7721">10152 16242 0,'0'0'0,"0"-40"31,80 40-15,-80 40-1,40 40 1,-40 0 15,81 41-15,-1-81 0,-40-40-16,0 0 15</inkml:trace>
  <inkml:trace contextRef="#ctx0" brushRef="#br0" timeOffset="142512.7525">10754 16042 0,'0'40'15,"0"0"1,-40-40 0,40 40-16,-40 0 15,40 0-15,0 0 0,0 0 0,-41-40 16,41 40-16,0 0 15,0 1-15,0-1 0,0 0 16,0 0-16,0 0 16,0 0-1</inkml:trace>
  <inkml:trace contextRef="#ctx0" brushRef="#br0" timeOffset="143632.6307">10914 16402 0,'0'0'0,"-40"0"16,80 0 62,1-40-78,-1 40 16,-40-40-16,40 40 15,0 0-15,-40-40 0,40 40 16,0 0-16,0 0 0,0 0 31,-40 40-31,41-40 0,-41 40 0,40-40 16,-40 40-1</inkml:trace>
  <inkml:trace contextRef="#ctx0" brushRef="#br0" timeOffset="144342.5886">11597 16082 0,'40'0'16,"0"0"0,0 0-16,0 40 15,-40 0 16,0 0-31,0 0 16,0 0-16,-40-40 16,40 40-16,0 0 0,-40 0 0,40 1 15,0-1 1,0 0-16,-40-40 16,40 40-16,-40-40 15,40 40-15,0-80 63,40 40 15,0 0-47,0 0-15,0 0-1,0 0 1,0 0 0,-40 40 15</inkml:trace>
  <inkml:trace contextRef="#ctx0" brushRef="#br0" timeOffset="144982.5513">12279 15721 0,'40'0'16,"0"0"0,0 40-1,-40 0-15,0 0 16,0 0-16,40 0 16,-40 0-16,0 0 0,0 1 0,0-1 0,0 0 15,0 40-15,0-40 0,0 0 0,-40 40 0,40-40 16,-40 41-16,40-41 15,-40 0-15,0 40 0,0-40 0,-1 0 0,1 0 16,0 1-16,0-1 0</inkml:trace>
  <inkml:trace contextRef="#ctx0" brushRef="#br0" timeOffset="149272.3559">13924 8301 0</inkml:trace>
  <inkml:trace contextRef="#ctx0" brushRef="#br0" timeOffset="150102.3079">13924 8301 0,'40'0'141,"0"0"-126,0 0 1,0 0-1,0 0 17,-40 40-32,0 0 0,41 1 15,-41-1 1,0 0-16,0 0 0,0 0 16,0 0-16,-41 0 0,41 0 0,0 0 15,-40 0 1,40-80 78,0 0-79,40 40-15,1-40 16,-41 0-1,40 0-15,0 40 16,-40-40-16,40 40 16,-40-40-16,0 0 15,0 0 1,0-1 0,40 1-16,-40 0 31,-40 40 47,0 0-47,0 40 0,40 0-31,0 1 16,0-1 0,0 0-16,0 0 0,0 0 15,0 0 1,0 0-16,0 0 16,40-40-1,0 40 1</inkml:trace>
  <inkml:trace contextRef="#ctx0" brushRef="#br0" timeOffset="150402.291">14526 8662 0,'0'-40'32,"-40"40"-17,40 40 17,0 0-32,0 0 31,0 0-31,0 1 15,0-1 1,0 0-16,0 0 0,0 0 16,0 0-1,0 0-15</inkml:trace>
  <inkml:trace contextRef="#ctx0" brushRef="#br0" timeOffset="150892.2616">14927 8261 0,'-40'0'47,"0"0"-31,0 0-16,40 40 15,-40-40 1,40 40-16,0 0 0,-41-40 0,41 41 16,0-1-16,0 0 0,0 0 0,81 0 15,-81 0-15,40-40 16,-40 40-16,40 0 0,-40 0 0,0 0 15,40 1-15,0-1 16,-40 0-16,40-40 0,0 0 31</inkml:trace>
  <inkml:trace contextRef="#ctx0" brushRef="#br0" timeOffset="151192.2443">15248 8462 0,'0'0'0,"0"-40"15,0 80 16,0 0-15,0 0-16,0 0 0,0 0 16,0 0-16,0 0 0,0 0 15,0 0-15,0 1 0,0-1 32</inkml:trace>
  <inkml:trace contextRef="#ctx0" brushRef="#br0" timeOffset="151492.2262">15208 8462 0,'0'0'0,"40"0"47,0 40-47,0-40 16,0 40 0,-40 0-16,41-40 0,-41 40 15,40 0-15,-40 0 0,40-40 16,-40 40-1,40 0-15</inkml:trace>
  <inkml:trace contextRef="#ctx0" brushRef="#br0" timeOffset="151842.2038">15609 8381 0,'0'0'0,"0"-40"16,0 0 0,-40 40 15,40 40-16,0 0-15,0 41 32,0 39-17,0-80-15,0 80 16,0-80-16,0 1 0,0-1 16,40 0-16,-40 80 31</inkml:trace>
  <inkml:trace contextRef="#ctx0" brushRef="#br0" timeOffset="152142.1893">15970 8662 0,'40'0'47,"1"0"-47,-41-40 15,40 40-15,0 0 16,0 0 0</inkml:trace>
  <inkml:trace contextRef="#ctx0" brushRef="#br0" timeOffset="152632.085">16331 8341 0,'41'0'16,"-1"0"0,0 0-1,0 0-15,0 0 16,40 40 0,-80 1-16,0 39 15,-80-40-15,80 0 16,-40 0-1,0 0 1,0 0 0,80-40 31,-40-40-47,40 40 0,0 0 15,0 0 1,0 0-1,0 0 1,1 0 0,-41 40-16</inkml:trace>
  <inkml:trace contextRef="#ctx0" brushRef="#br0" timeOffset="152982.0826">16893 8221 0,'40'0'31,"41"0"-31,-81 40 0,0 0 16,40-40-16,-40 40 16,40 0-16,-40 1 0,0-1 15,0 0-15,0 0 0,-40 0 0,40 0 0,-81 0 16,41 0-1,0 0-15,0 0 0,40 1 0,-40-1 0,40 0 16,-40 0-16</inkml:trace>
  <inkml:trace contextRef="#ctx0" brushRef="#br0" timeOffset="154042.078">14044 10106 0,'-40'0'16,"40"40"-16,-40-40 16,40-40 15,40 40-15,0 0-1,-40-40 1,40 40-16,0 0 0,1 0 31,-41 40-31,0 0 0,40 0 16,-40 0-16,0 0 0,0 0 15,0 1-15,0-1 0,0 0 16,-40 0 0,40 0-16,-41 0 0,1 0 15,0 0 1,0-40-1,40-40 32,40 0-31,0 40 0,-40-40-16,40 40 0,1-40 0,-1 40 15,0-40-15,0 40 16,-40-40-16,40 40 0,0 0 0,-40-40 15,40 40-15,0-41 16,1 1-16,-41 0 16,40 40-1,-40-40-15,-40 40 32,-1 0-17,41 40-15,-40-40 0,0 40 16,0 0-1,40 1-15,0-1 16,0 0 0,0 0-16,0 0 0,0 0 31,40-40-31,0 0 0,0 40 16</inkml:trace>
  <inkml:trace contextRef="#ctx0" brushRef="#br0" timeOffset="154271.9959">14887 10387 0,'-40'-40'0,"40"120"31,0-40-31,0 0 15,0 0-15,0 0 0,0 0 16,0 0 0,0 1-16,0-1 15,0 0-15</inkml:trace>
  <inkml:trace contextRef="#ctx0" brushRef="#br0" timeOffset="154681.9828">15288 9905 0,'0'0'0,"-80"41"31,80 79-16,0-40 1,0-40-16,-40 121 16,40-121-16,0 40 15,40-40 17,0 0-32,0-40 0</inkml:trace>
  <inkml:trace contextRef="#ctx0" brushRef="#br0" timeOffset="154971.9589">15730 10066 0,'-41'0'16,"41"40"0,0 0-1,0 80 1,41 41 0,-41-121-16,0 80 15,-41-120-15,41 40 0,0 0 16</inkml:trace>
  <inkml:trace contextRef="#ctx0" brushRef="#br0" timeOffset="155262.0056">15649 10186 0,'40'0'31,"-40"40"-31,0 0 16,41 0-16,-41 1 15,40-1-15,-40 0 16,40-40-16,-40 40 0,40 0 15,0-40 1,-40 40-16,40-40 16,0 0-16</inkml:trace>
  <inkml:trace contextRef="#ctx0" brushRef="#br0" timeOffset="155591.9839">16091 10106 0,'0'40'62,"0"0"-46,0 0-16,0 0 15,0 0 1,0 1-16,0-1 0,0 0 0,0 0 16,0 0-16,0 0 0,0 0 15,40-40-15,-40 40 16</inkml:trace>
  <inkml:trace contextRef="#ctx0" brushRef="#br0" timeOffset="155831.8987">16492 10347 0,'40'-41'16,"0"41"-1,40-40 1,1 40 0,-41 0-1</inkml:trace>
  <inkml:trace contextRef="#ctx0" brushRef="#br0" timeOffset="156111.9569">16973 9946 0,'0'40'16,"0"0"-1,0 0 1,0 80 0,-40 0-1,40 41 1,0-121 15</inkml:trace>
  <inkml:trace contextRef="#ctx0" brushRef="#br0" timeOffset="156441.9369">17335 9905 0,'40'0'15,"-80"0"-15,120 41 16,-40-41-16,-40 40 15,0 160 1,-40 1 15,-40-121-31,39-40 16,-79 120 0,80-119-16</inkml:trace>
  <inkml:trace contextRef="#ctx0" brushRef="#br0" timeOffset="156931.8509">15609 11670 0,'0'0'0,"0"40"0,-80-40 0,80-40 31,0 80 0,0 0-15,0 0-16,0 0 16,0 1-16,0-1 15,0 0-15</inkml:trace>
  <inkml:trace contextRef="#ctx0" brushRef="#br0" timeOffset="157241.892">15368 13595 0,'0'0'0,"0"40"15,-40-40 16,-40 80-15</inkml:trace>
  <inkml:trace contextRef="#ctx0" brushRef="#br0" timeOffset="157451.8039">15248 14197 0,'-40'0'15,"80"0"-15,-120 0 0,40 0 0,40 40 16,40 0-16,0 0 16,-40 0-16,40-40 15,-40 40-15,40-40 0,-40 40 16</inkml:trace>
  <inkml:trace contextRef="#ctx0" brushRef="#br0" timeOffset="157641.8689">15208 14638 0,'-40'0'15,"40"40"-15,0 0 16,0 0 0,40 0-16</inkml:trace>
  <inkml:trace contextRef="#ctx0" brushRef="#br0" timeOffset="157831.7917">15368 15159 0,'0'0'0,"0"-40"0</inkml:trace>
  <inkml:trace contextRef="#ctx0" brushRef="#br0" timeOffset="159171.7772">14445 16202 0,'-40'0'16,"40"40"-16,0-80 47</inkml:trace>
  <inkml:trace contextRef="#ctx0" brushRef="#br0" timeOffset="160221.7153">14405 16202 0,'0'-40'31,"0"0"-15,-40 40-1,40-40 1,0 80 78,0 0-79,40-40 32,-40-40 109,0 0-140,40 40 31,1 0-32,-41-40 1,40 40-16,0 0 16,0 0 15,-40 40-31,0 0 0,40 0 16,-40 0-16,0 0 15,0 0 1,0 0-16,-40 0 0,40 0 15,0 1 1,-40-41-16,40 40 0,0 0 0,-40-40 16,40 40-16,-40-40 15,40-40 32,0 0-47,80 40 0,-80-40 0,40-1 16,0 41-16,0-40 15,0 40-15,1-40 0,-1 40 0,0-40 16,-40 0 0,40 40-16,-40-40 0,40 40 0,-40-40 0,0 0 15,40 40-15,0 0 16,-40-40 0,-40 40 30,0 40-30,0 0-16,0 0 0,40 0 16,-40 0-1,40 0-15,-40 0 0,40 0 0,0 1 16,0-1-16,0 0 0,0 0 0,40 0 16,-40 0-1,40 0-15,0 0 0,0-40 16,-40 40-16,40-40 15,0 0-15</inkml:trace>
  <inkml:trace contextRef="#ctx0" brushRef="#br0" timeOffset="160461.7021">15208 16603 0,'0'0'0,"0"40"15,-40 40 1,40 41 15,0-81-15,0 40 0,0 0-1</inkml:trace>
  <inkml:trace contextRef="#ctx0" brushRef="#br0" timeOffset="160861.603">15689 15961 0,'-40'0'16,"0"0"-1,40 40 1,-40-40-16,40 81 16,0-41-16,-40 0 0,40 0 0,0 0 15,0 0-15,0 0 16,0 0-16,0 0 0,0 1 0,0-1 16,40 0-16,-40 0 0,40-40 15,-40 40-15,40 0 16,0-40-16,1 0 15,-1 0 1</inkml:trace>
  <inkml:trace contextRef="#ctx0" brushRef="#br0" timeOffset="161121.5871">15930 16162 0,'0'0'16,"0"40"0,0 40 15,40 81-15,-40-1-1,0-40 1,0-80 15</inkml:trace>
  <inkml:trace contextRef="#ctx0" brushRef="#br0" timeOffset="161391.5751">15930 16282 0,'-40'0'0,"40"-40"16,40 40 0,0 0-1,0 0 1,1 40-16,-1 0 16,0 0-16,-40 0 0,40-40 15,-40 41-15,40-1 16,0-40-16,-40 40 0,40-40 15,0 0 1,1 0 0,-1 0-1</inkml:trace>
  <inkml:trace contextRef="#ctx0" brushRef="#br0" timeOffset="161651.5559">16412 16122 0,'0'40'62,"0"0"-46,0 0-16,0 0 0,0 0 0,0 0 15,0 0-15,0 1 16,0-1-16,40 0 0,-40 0 16,0 0-1,0 0-15</inkml:trace>
  <inkml:trace contextRef="#ctx0" brushRef="#br0" timeOffset="161871.5529">16773 16362 0,'0'0'0,"0"-40"31,40 40-31,0 0 0,0 0 15,0 0 1,-40-40-16,40 40 16</inkml:trace>
  <inkml:trace contextRef="#ctx0" brushRef="#br0" timeOffset="162541.5802">17294 15921 0,'0'0'15,"0"-40"1,41 40 15,-1 0 0,0 0-31,0 40 16,0-40-16,-40 40 31,40 41-15,-80-1-1,-40 0 17,0-40-17,39 0 1,41 0 0,41-40-1,-1 0 1,0 0-1,0 0 1,-40 40 15,0 0-15,0 41 0,-40-1-1,-40-80 16,-41 0-15,41 0 0,80-80 15</inkml:trace>
  <inkml:trace contextRef="#ctx0" brushRef="#br0" timeOffset="162901.5581">17736 15841 0,'0'0'0,"0"40"32,40-40-17,0 40 1,0 81 0,-40-1 15,0 40-16,-40 1 1,-120-121 15,79 0-31</inkml:trace>
  <inkml:trace contextRef="#ctx0" brushRef="#br0" timeOffset="164111.415">18258 8542 0,'0'0'0,"-41"0"0,1 0 15,40 40-15,40-40 32,1 0-32,-1 0 31,0 0-31,-40 40 0,40-40 15,-40 40 1,40-40-16,0 0 0,0 0 0</inkml:trace>
  <inkml:trace contextRef="#ctx0" brushRef="#br0" timeOffset="164301.476">19180 8662 0,'41'0'32,"-1"0"-32,0-40 0,0 40 15,0 0-15,0 0 16,0 0-16,0 0 0,1 0 0,-1 0 16</inkml:trace>
  <inkml:trace contextRef="#ctx0" brushRef="#br0" timeOffset="164481.4663">20424 8502 0,'0'0'0,"-40"-40"31,80 40-15</inkml:trace>
  <inkml:trace contextRef="#ctx0" brushRef="#br0" timeOffset="164641.4563">20906 8502 0,'40'0'0,"-40"-40"15,40 40 1,0 0-16,0 0 0,0 0 16,41 0-1,-41 0-15,0 0 0,0 0 0</inkml:trace>
  <inkml:trace contextRef="#ctx0" brushRef="#br0" timeOffset="164821.4458">21588 8502 0,'0'-40'31,"0"0"1,40 40-32,-80 40 47,0 0-32,0-40-15</inkml:trace>
  <inkml:trace contextRef="#ctx0" brushRef="#br0" timeOffset="165551.3293">18338 10266 0,'0'0'0,"0"40"0,0 1 15,0-1 17,40-40-32,0 0 0</inkml:trace>
  <inkml:trace contextRef="#ctx0" brushRef="#br0" timeOffset="165761.3892">19582 10387 0,'-40'-40'15,"80"80"-15,-40-121 16,80 81-16,0 0 15,41 0 17,-81 0-32</inkml:trace>
  <inkml:trace contextRef="#ctx0" brushRef="#br0" timeOffset="165891.3099">20505 10347 0,'0'-41'15,"0"82"-15,40-82 16,0 1-16,0 40 0,161 0 31,-81 0-31</inkml:trace>
  <inkml:trace contextRef="#ctx0" brushRef="#br0" timeOffset="166041.3739">21588 10266 0,'0'-40'16,"-40"40"0,40-40-16,0 0 31,40 80-31</inkml:trace>
  <inkml:trace contextRef="#ctx0" brushRef="#br0" timeOffset="166821.3283">19622 11510 0,'-40'0'32,"80"0"-32,-120 40 15,80 0-15,0 0 16,40 40 0,0 40-1</inkml:trace>
  <inkml:trace contextRef="#ctx0" brushRef="#br0" timeOffset="167021.318">19662 12753 0,'0'0'16,"0"40"-16,-40 0 15,80-40 1,0 0-1,80 40 1,-39 81 0,-41-121-16</inkml:trace>
  <inkml:trace contextRef="#ctx0" brushRef="#br0" timeOffset="167141.3103">19983 13715 0,'-40'41'31,"80"-82"-31,-80 122 16,80-81-1</inkml:trace>
  <inkml:trace contextRef="#ctx0" brushRef="#br0" timeOffset="167321.2991">20184 14477 0,'0'41'0,"0"-82"0,-41 82 16,1-41 0,40 40-1,0 40-15,0-40 16,-40 0 0,40 0-16,0 0 0,0 0 0,-40 0 0,40 1 15,0-1-15,0 0 16,0 0-16</inkml:trace>
  <inkml:trace contextRef="#ctx0" brushRef="#br0" timeOffset="167501.2917">20023 15280 0,'-80'0'16,"40"0"-1,0 0-15,40 80 31,0 0-15,0-40 0</inkml:trace>
  <inkml:trace contextRef="#ctx0" brushRef="#br0" timeOffset="168051.2491">19100 16082 0,'-40'0'0,"40"-40"15,-40 40-15,40 40 32,40-40-32</inkml:trace>
  <inkml:trace contextRef="#ctx0" brushRef="#br0" timeOffset="168251.2444">19542 16082 0,'0'0'0,"40"0"0,-40-40 15,40 40-15,0 0 0,40-41 0,-40 41 0,0 0 16,1 0-16,-1 0 15,0 0-15,0 0 0,0 0 0,0 0 16,0 0 0</inkml:trace>
  <inkml:trace contextRef="#ctx0" brushRef="#br0" timeOffset="168421.236">20545 16042 0,'40'-81'16,"0"81"0,0-40-1,80 40-15,-39-40 16,-41 40-16</inkml:trace>
  <inkml:trace contextRef="#ctx0" brushRef="#br0" timeOffset="168611.2224">21187 15961 0,'-40'0'47,"40"-40"-16,0 0-15</inkml:trace>
  <inkml:trace contextRef="#ctx0" brushRef="#br0" timeOffset="173020.8913">21708 15761 0,'-40'0'0,"0"0"47,40-40 16,0 0-48,0-1 1,40 41 0,-40-40-16,40 40 15,0 0 1,1 0-1,-41-40 1,40 40-16,0 0 16,0 0-1,-40 40-15,40-40 0,-40 40 16,0 1-16,40-41 0,-40 40 0,0 0 16,0 0-1,0 0-15,-40 0 16,40 0-16,-40 0 15,40 0-15,0 1 16,-40-41 0,40 40-16,0 0 0,0 0 15,-40-40 17,40 40-32,0-80 46,40 40-46,-40-40 16,40 40-16,-40-40 0,40 40 0,-40-40 16,0-1-1,40 41-15,-40-40 0,40 40 0,-40-40 0,41 0 16,-1 0-16,-40 0 16,40 40-16,-40-40 0,40 0 15,-40 0-15,40 40 16,-40-41-1,0 82 32,-40-41-31,40 40 0,-40-40-1,40 40 1,-40-40-16,40 40 0,0 0 31,-40-40-31,40 40 0,0 0 16,0 0-16,-41-40 15,41 40-15,0 1 0,0-1 16,0 0-16,0 0 16,41-40-1,-41 40-15,40-40 16,0 0-16,0 0 15,-40 40-15,40-40 0,0 0 32,0 0-32</inkml:trace>
  <inkml:trace contextRef="#ctx0" brushRef="#br0" timeOffset="173270.8793">22431 16122 0,'40'-80'16,"-80"160"0,80-120 15,-40 80-15,0 0-1,0 0-15,0 0 0,0 0 16,0 0-1,0 0-15,0 0 16,40-40-16,-40 41 16,40-41-16,-40 40 15,40-40-15</inkml:trace>
  <inkml:trace contextRef="#ctx0" brushRef="#br0" timeOffset="173860.9155">22752 15560 0,'0'-40'32,"-40"40"-1,40 40-16,0 0-15,0 0 16,0 1-16,0-1 16,0 0-16,0 0 0,0 0 15,0 0-15,0 0 0,0 0 0,0 0 16,0 1 0,40-41-16,-40 40 0,0 0 0,40-40 15,0 40-15,0 0 16,0 0-1,0-40 1</inkml:trace>
  <inkml:trace contextRef="#ctx0" brushRef="#br0" timeOffset="174310.8894">23113 15801 0,'40'0'16,"0"0"0,40 40 15,-80 40-16,0-40 1,0 81 0,0-81-1,-40 0 1,40 0-16,-80-40 31,40 0-31,-40-80 31,80-41-15,40 1 0,0 80-1,0 40 1</inkml:trace>
  <inkml:trace contextRef="#ctx0" brushRef="#br0" timeOffset="174680.7924">23474 15560 0,'40'0'16,"0"0"0,0 40-1,41 121 1,-81-81-1,40-40-15,-40 161 16,0-161-16,-81 80 31,81-80-31,0 0 0,-40 0 0,-40 41 16,40-81-16</inkml:trace>
  <inkml:trace contextRef="#ctx0" brushRef="#br0" timeOffset="176730.6745">21909 8221 0,'0'0'0,"0"40"16,40-40 15,-40-40-15,40 40-1,-40-40-15,40 40 16,1 0 0,-1 40-1,-40 0-15,0 0 16,0 0 0,0 0-16,40-40 0,-40 41 0,0-1 0,0 0 15,0 0-15,0 0 16,0 0-16,0 0 0,-40-40 31,0 0-31,-1 0 16,41-40-16,0 0 15,0 0 1,0 0-16,0 0 16,41 0-1,-41-1-15,40 41 16,0 0-16,-40-40 15,40 40-15,0-40 0,0 40 16,-40-40 0,40 40-16,-40-40 0,40 0 0,-40 0 15,0 0-15,0 0 0,41 40 16,-41-41-16,0 1 16,0 80 15,-41 1-16,41-1-15,-40-40 16,40 40-16,0 0 0,-40 0 16,40 0-16,0 0 0,0 0 31,0 0-31,0 1 0,40-1 16,-40 0-1,40-40-15,1 0 16,-1 0-1,0 0-15</inkml:trace>
  <inkml:trace contextRef="#ctx0" brushRef="#br0" timeOffset="176990.7325">22671 8301 0,'0'0'0,"0"40"47,0 0-47,0 1 16,0-1-16,0 0 0,0 0 16,0 0-1,0 0-15,0 0 0,0 0 16,0 0-1,0 0-15,0 1 16</inkml:trace>
  <inkml:trace contextRef="#ctx0" brushRef="#br0" timeOffset="177640.6942">22992 8101 0,'0'-40'47,"-40"40"109,40 40-140,0 0-1,-40 0-15,40 0 0,0 0 16,0 0-16,0 0 16,0 0-16,0 1 0,0-1 15,40-40-15,-40 40 16,0 0-16,0 0 0,40 0 0,-40 0 15,41 0 1,-1 0-16,0-40 16</inkml:trace>
  <inkml:trace contextRef="#ctx0" brushRef="#br0" timeOffset="177960.6758">23354 8181 0,'-41'0'15,"82"0"-15,-41 0 16,0 40-16,0 0 0,0 0 15,0 0 1,0 41 0,0 39-1,0-80-15,0 0 16,0 0-16,0 0 16,-41 40-1,41-39-15</inkml:trace>
  <inkml:trace contextRef="#ctx0" brushRef="#br0" timeOffset="178340.6533">23273 8381 0,'0'-40'31,"40"40"0,1 0-15,-41 40-1,40-40-15,0 41 16,-40-1 0,0 0-16,40-40 15,-40 40-15,40-40 0,-40 40 0,0 0 16,40-40-16,0 0 16,-40 40-16,40-40 0,1 40 15</inkml:trace>
  <inkml:trace contextRef="#ctx0" brushRef="#br0" timeOffset="178690.6332">23835 8181 0,'-40'0'0,"80"0"0,-80-40 15,40 80 17,0 0-32,0 0 15,0 0 1,0 0-16,0 0 15,0 1-15,0-1 16,0 0-16,0 0 0,0 0 16,40 0-16,-40 0 15,0 0 1,0 0-16,0 0 16</inkml:trace>
  <inkml:trace contextRef="#ctx0" brushRef="#br0" timeOffset="179000.5774">24076 8462 0,'0'-40'31,"40"40"0,0 0-31,0 0 0,0 0 16,0 0-1,1 0-15,-1 0 16,-40-41 0,40 41-16</inkml:trace>
  <inkml:trace contextRef="#ctx0" brushRef="#br0" timeOffset="179390.5921">24798 8141 0,'0'-40'15,"0"120"48,0-40-63,0 0 0,0 0 0,0 0 15,0 0-15,0 1 16,0-1-16,0 0 0,0 0 0,0 0 0,0 0 16,0 0-16,0 0 0,0 0 15</inkml:trace>
  <inkml:trace contextRef="#ctx0" brushRef="#br0" timeOffset="181990.4043">25280 7499 0,'0'-40'16,"0"0"0,40 40-1,-40-40-15,40 40 0,0 0 16,0-40 0,0 40-16,0 0 15,1 0 1,-41 40-16,40-40 15,0 0 1,-40 40 15,0 0-15,-40-40-16,40 40 16,0 0-16,0 0 15,0 0-15,0 1 0,0-1 0,0 0 16,0 0-16,0 0 15,0 0-15,0 0 0,0 0 0,0 0 0,0 0 16,0 1-16,0-1 16,0 0-16,0 0 0,0 0 0,0 0 0,0 0 15,0 40-15,0-39 0,0-1 0,40 40 0,-40-40 16,0 0-16,0 0 0,0 40 16,0-40-16,40 1 0,-40 39 0,0-40 0,40 0 15,-40 0-15,0 40 16,40-40-16,-40 1 0,0-1 0,0 0 0,0 0 15,0 0-15,0 40 0,0-40 16,0 0-16,0 0 0,0 1 0,-40-1 0,40 0 16,0 0-16,0 0 0,0 0 0,0 0 0,0 0 15,0 0-15,0 1 16,0-1-16,0 0 0,0 0 0,0 0 16,0 0-16,0 0 15,40 0-15,-40 0 0,0 0 16,0 1-1,0-1-15,0 0 0,0 0 0,0 0 16,0 0-16,0 0 16,0 0-16,0 0 0,0 1 0,0-1 15,0 0-15,0 0 0,0 0 0,0 0 16,0 0 0,0 0-16,0 0 0,0 0 15,0 1-15,0-1 16,0 0-16,0 0 0,40 0 15,-40 0 1,0 0-16,0 0 0,40 0 16,-40 1-16,0-1 0,0 0 15,0 0-15,0 0 16,0 0-16,0 0 0,0 0 0,0 0 16,0 0-1,0 1-15,0-1 0,0 0 0,0 0 16,-80 0-16,80 0 15,0 0-15,0 0 0,0 0 16,0 1-16,0-1 16,0 0-16,0 0 0,0 0 15,0 0-15,0 0 0,0 0 0,0 40 0,40-39 16,-40-1-16,0 40 0,0-40 16,0 0-16,40 40 0,-40-40 0,0 1 0,0 39 15,0-40-15,0 0 16,0 0-16,0 0 0,0 0 0,0 0 0,-80 0 15,80 1-15,0-1 16,-40 0-16,0 0 0,40 0 0,-40-40 16,40 40-16,0 0 0,0 0 0,-40-40 0,40 40 15,0 1-15,0-1 16,0 0-16,0 0 0,-40-40 0,40 40 0,0 0 16,-41 0-16,41 0 15,0 0-15,0 0 0,0 1 0,0-1 16,0 0-1,-40 0-15,40 0 0,-40 0 16,40 0-16,-40 0 16,40 0-16,0 1 0,-40-41 0,40 40 15,0 0-15,-40-40 0,40 40 0,0 0 0,0 0 16,-40 0-16,40 0 16,0 0-16,0 41 0,0-41 0,0 0 0,0 0 15,0 0-15,0 0 0,40 0 16,-40 0-16,0 0 0,0 1 0,0-1 0,0 0 15,0 0-15,0 0 16,-40 0-16,40 0 31,0 0-15,0 0-16,0 0 0,0 1 0,0-1 16,-41 0-16,41 0 15,0 0-15,0 0 0,0 0 0,0 0 0,0 0 16,0 1-16,0-1 0,0 0 15,-40 0-15,40 0 0,-40 0 32,40 0-17,-40-40-15,40 40 16,-40 0-16,40 0 16,0 1-16,-40-1 15,40 0 1,0 0-16,0 0 31,0 0-31,0 0 16,0 0-16,0 0 0,0 1 15,0-1 1,0 0-16,0 0 0,0 0 16,0 0-1,-40-40 16,40 40-15,0 0 0,0 0-16,0 0 0,-40-40 0,40 41 15,0-1-15,0 0 0,0 0 16,-41-40 0,1 0 62,0-40-63,0 40-15,0 0 16,0 0-16,0-40 0,0 40 0,-1 0 16,1 0-16,0 0 15,0 0-15,-40 0 0,40 0 0,0 0 0,-1 0 16,1 40-16,0-40 0,0 0 15,0 40-15,0-40 0,0 0 0,0 0 16,-1 0 0</inkml:trace>
  <inkml:trace contextRef="#ctx0" brushRef="#br0" timeOffset="188299.9943">27085 7299 0,'0'0'0,"-40"0"63,0 0-1,0 0-46,0 0 0,0 0-1,0 0 1,-1 0-1,41 40-15,-40-40 32,0 0 15,40 40-16,0 0-31,0 0 15,0 0 1,-40-40-16,40 40 0,0 0 16,0 0-16,0 1 0,0-1 15,0 0 1,0 0-16,0 0 0,0 0 16,0 0-16,0 0 15,0 0-15,0 0 0,0 1 16,40-41-1,-40 40-15,0 0 0,40-40 0,-40 40 0,0 0 16,0 0-16,0 0 16,0 0-16,0 0 0,0 1 0,0-1 15,0 0-15,0 0 0,0 0 0,0 0 0,0 0 16,0 0 0,0 0-16,0 0 0,0 1 0,0-1 15,0 0-15,0 0 0,0 40 16,0-40-16,0 0 0,0 0 0,0 1 15,0-1-15,0 0 16,0 0-16,0 0 0,0 40 0,-40-40 0,40 0 16,0 0-16,0 1 0,0-1 0,0 0 0,0 0 15,0 0-15,0 0 0,0 0 16,0 0-16,0 0 0,0 1 0,0-1 16,0 0-1,0 0-15,0 0 0,0 0 0,0 0 16,0 0-16,0 0 15,0 0-15,0 1 0,0-1 0,0 0 0,0 0 16,0 0-16,0 0 16,0 0-16,0 0 0,0 0 0,0 1 15,0-1-15,0 0 0,0 0 0,0 0 16,0 0-16,0 0 0,0 0 16,0 0-16,0 0 15,0 1 1,0-1-16,0 0 0,0 0 15,0 0-15,0 0 16,0 0-16,-40 0 0,40 0 0,-40 1 16,40-1-16,0 0 0,0 0 0,0 0 15,0 0 1,0 0-16,0 0 0,0 0 0,0 0 16,0 1-16,0-1 15,0 0-15,0 0 16,0 0-1,0 0-15,40 0 0,-40 0 16,0 0-16,0 1 16,0-1-16,0 0 0,0 0 0,0 0 15,0 0-15,0 0 0,0 0 0,0 0 0,0 0 16,0 1 0,0-1-16,0 0 0,0 0 0,0 0 15,0 0 1,0 0-16,0 0 0,0 0 15,0 1 1,0-1-16,0 0 0,0 0 16,0 0-16,0 0 0,0 0 0,0 0 15,0 0-15,0 41 0,0-41 16,0 0-16,0 0 0,0 0 0,0 0 0,0 0 16,0 0-16,0 0 15,0 1-15,0-1 0,-40 0 0,40 0 0,0 0 16,0 0-16,0 0 15,0 0-15,0 0 0,0 0 16,0 1 0,0-1-16,0 0 0,0 0 15,0 0-15,0 0 0,0 0 0,0 0 0,0 0 16,0 41-16,0-41 0,0 40 16,0-40-16,0 0 0,-40 40 0,40 1 0,0-41 15,0 0-15,-40 40 16,40-40-16,0 0 0,0 0 0,0 0 0,0 1 15,0-1-15,0 0 16,0 0-16,0 0 16,0 0-16,0 0 0,0 0 0,0 0 15,0 0 1,0 1-16,0-1 0,0 0 16,0 0-16,-40 0 15,40 0-15,0 0 16,0 0-1,0 0-15,0 1 0,0-1 16,0 0 0,0 0-16,0 0 0,0 0 15,0 0-15,0 0 0,0 0 16,0 0 0,0 1-16,-41-41 0,41 40 15,0 0-15,0 0 16,-40-40-16,40 40 0,0 0 31,0 0-31,0 0 16,0 0-1,0 1 1,0-1 0,-40-40-1,40 40 16,40-40-31,-40 40 32,0 0-17,0 0 17,0 0-17,0 0 1,0 0-16,0 0 15,0-80 48,40 40-63,1 0 16,-1 0-1,0 0-15,0 0 31,0 0-15,0 0-16,0 0 16,0 0-16,1-40 15,-1 40-15,0 0 0,0-40 0,0 40 16,0-40-16,0 40 16,0 0-16</inkml:trace>
  <inkml:trace contextRef="#ctx0" brushRef="#br0" timeOffset="189769.9843">24878 8020 0,'40'0'0,"-40"41"172,0-1-156,41 0-1,-41 0-15,40-40 0,-40 40 16,0 0-16,0 0 15,40-40-15,-40 40 0,0 0 0,40 1 16,-40-1-16,0 0 0,0 0 16,0 0-16,-40 0 15,0 0-15</inkml:trace>
  <inkml:trace contextRef="#ctx0" brushRef="#br0" timeOffset="193079.7161">27366 8020 0,'0'-40'62,"40"40"-62,0 0 16,-40-40 0,41 40-16,-1 0 15,0 0-15,0 0 16,0 40-1,-40 41 1,40-41-16,-40 0 0,0 0 16,0 0-16,0 0 0,0 0 0,0 0 0,0 0 0,0 1 15,-40-1-15,40 0 16,0 0-16,-40 0 0,40 0 0,-40-40 0,40 40 16,-40-40-16,40 40 0,-40-40 15,40-40 32,0 0-47,40 0 16,-40 0-16,0 0 15,40 40-15,-40-40 0,40 40 0,-40-40 16,40-1-16,0 1 16,0 0-16,0 0 15,1 40-15,-1-40 16,0 0-16,-40 0 15,40 0-15,-40 0 16,0-1-16,0 1 0,0 0 16,-40 40 46,0 40-62,0 0 16,40 1-1,-41-41-15,41 40 0,-40 0 0,40 0 0,0 0 16,0 0-16,0 0 0,0 0 16,40 0-1,-40 1-15,41-41 0,-41 40 16,40 0 0,0-40-16,0 0 0,0 0 15,0 0-15,0 0 0,0 0 16,1 0-16,-1-40 0</inkml:trace>
  <inkml:trace contextRef="#ctx0" brushRef="#br0" timeOffset="193429.6939">28289 8301 0,'0'0'16,"40"-40"-16,0 40 15,0 0 16,41 40-15,-81 0-16,0 41 31,-40-41-31,-1 0 0,-39 40 32,40-80-32,40 40 15,-40-40 1,80 0-1,0 0 1,81-40 0,-41 40-1,40-40 1,-80 0 0</inkml:trace>
  <inkml:trace contextRef="#ctx0" brushRef="#br0" timeOffset="193859.7073">28971 8061 0,'0'-41'16,"0"1"-16,0 0 31,0 0-31,-40 40 31,40 40-15,-40-40-16,0 80 16,40-39-1,-40-41-15,40 40 0,0 0 0,0 0 16,0 0-16,0 0 16,0 0-16,0 0 0,40-40 15,-40 40-15,0 1 16,80-41-16,-80 40 0,40-40 0,0 40 15,1-40 1,-1 0-16,0 0 0</inkml:trace>
  <inkml:trace contextRef="#ctx0" brushRef="#br0" timeOffset="194229.6513">29453 8101 0,'0'0'0,"40"0"31,0 0-31,0 0 32,-40 40-17,0 0 1,-80 40-1,0-40 1,40-40 0,-1 0-1,1-40 1,40 0-16,0 0 16,40 0-1,1 0 16,-1 0-31</inkml:trace>
  <inkml:trace contextRef="#ctx0" brushRef="#br0" timeOffset="194479.6328">29814 7660 0,'0'40'32,"0"40"-17,0-40 1,0 0-16,40 0 0,-40 0 0,0 0 16,0 0-16,40 1 0,-40-1 15,0 0-15,0 0 0,0 0 0,0 0 0,0 0 16,0 0-16,-80 0 15,80 1-15,-40-1 0,0 0 0,0 0 0,-1 0 0,1 0 16</inkml:trace>
  <inkml:trace contextRef="#ctx0" brushRef="#br0" timeOffset="195389.6554">27406 10146 0,'0'0'0,"-40"-40"16,0 40-1,40-40 1,0 0-1,80 0 1,41 0 15,-1 80-15,-80 160 0,-80 1 15,0-81-16,0-40 1,40-120 0,40-40 15,80-81-15,-120 121-16,161-80 15,-81 0 16,0 40-15,-120 80 0,0 0-1,0 120 17,-40 40-17,80-39 1,120-1 15,0-40-15,-79-80-16</inkml:trace>
  <inkml:trace contextRef="#ctx0" brushRef="#br0" timeOffset="195729.5626">28409 10226 0,'41'-40'0,"-1"40"16,0 0-1,-40 40 1,0 0 0,0 0-16,-40 81 31,0-81-16,-1 0 1,41-80 0,121 0 15,-41 40-15,-40 0-1,0 0 16</inkml:trace>
  <inkml:trace contextRef="#ctx0" brushRef="#br0" timeOffset="196049.6171">29092 9625 0,'-40'0'16,"40"40"0,-41-40-1,1 80 1,0 80-1,40 41 1,80-41 15,41-39-15,-1-121 0</inkml:trace>
  <inkml:trace contextRef="#ctx0" brushRef="#br0" timeOffset="196289.6024">29734 9865 0,'-40'0'31,"40"40"-31,0 1 31,0 79-15,0 0 0,0 0-1,0-39 1</inkml:trace>
  <inkml:trace contextRef="#ctx0" brushRef="#br0" timeOffset="196559.514">30015 9745 0,'40'40'31,"-40"0"-31,0 0 16,0 0-16,0 1 15,0-1-15,0 0 0,0 0 0,0 0 0,0 0 16,-40 0-16,40 0 16,-41 0-16,41 0 0,-40 1 0,40-1 0,-40 0 15,0 0-15,40 0 0</inkml:trace>
  <inkml:trace contextRef="#ctx0" brushRef="#br0" timeOffset="196999.4853">28369 11550 0,'-80'-40'31,"40"40"-15,40 40-1,0 40 1,40-40 0</inkml:trace>
  <inkml:trace contextRef="#ctx0" brushRef="#br0" timeOffset="197229.4753">28088 12633 0,'0'0'16,"0"40"-16,0 0 47,0 0-32,0 0-15,0 0 0,-40 0 0,40 0 16</inkml:trace>
  <inkml:trace contextRef="#ctx0" brushRef="#br0" timeOffset="197429.4633">28129 13756 0,'-41'40'16,"1"0"-16,40 0 16,0 0-1,0 0 1,40-40-16</inkml:trace>
  <inkml:trace contextRef="#ctx0" brushRef="#br0" timeOffset="197579.4511">28008 14477 0,'0'0'0,"-40"0"0</inkml:trace>
  <inkml:trace contextRef="#ctx0" brushRef="#br0" timeOffset="197779.4393">28008 14838 0,'0'40'16,"0"-80"-16,0 121 15,-40-81 32</inkml:trace>
  <inkml:trace contextRef="#ctx0" brushRef="#br0" timeOffset="198839.3772">26885 16202 0,'-40'0'15,"80"0"-15,-80-40 0,40-40 32,0 40-32,120-41 15,0 41 1,1 40 15,-81 80-15,40 41-1,-80 39 1,-40 1 15,-40-121-15,-41 40-1,81-120 1,40-40 15,80-41-15,81 1 0,-41 0 15,1-1-16,-81 41 1,-40 0 0,0 120 46,-40 0-62,40 0 16,-40-40-16,40 40 15,-41 0-15,41 1 0,-40-41 0,40 40 16,-40-40-16,40 40 0,-40-40 0,40 40 0,0 0 16,0 0-1,40 0-15,0 0 16,-40 0 0,40-40-16,1 40 0,-1-40 15,0 41 1,0-41-16</inkml:trace>
  <inkml:trace contextRef="#ctx0" brushRef="#br0" timeOffset="199269.4273">27968 16282 0,'0'0'0,"0"-80"16,120 40 15,-39 40-15,-81 160 0,0-39 15,-40-41-16,-41 0 1,1-40 0,120-40 15,-40-40-15,40 40-1,81-40 16,-81 40-31,0 0 16,0 0-16,40 0 16,-40 0-16</inkml:trace>
  <inkml:trace contextRef="#ctx0" brushRef="#br0" timeOffset="199649.4061">28811 15721 0,'-40'0'16,"-1"0"0,41 40-1,-40 0 1,-40 120 0,80 1 15,40-1-16,0-80 1,41-40 0,-41 1-16</inkml:trace>
  <inkml:trace contextRef="#ctx0" brushRef="#br0" timeOffset="199909.3893">29172 15761 0,'-40'0'32,"40"40"-32,-40 0 15,40 120 1,40 1-1,0-41 17,-40-40-17,0-40 1</inkml:trace>
  <inkml:trace contextRef="#ctx0" brushRef="#br0" timeOffset="200229.3743">29212 15921 0,'0'-40'0,"0"80"0,0-120 31,0 40-31,40 40 15,0 40 1,41 80 0,-41 1 15,-40-81-31,40 40 16,40-40-1,-40 0 16,0 0-31</inkml:trace>
  <inkml:trace contextRef="#ctx0" brushRef="#br0" timeOffset="200529.2813">29613 15761 0,'0'0'16,"0"-40"-1,0 80 17,0 0-17,0 40 1,40 81-1,-40-1 1,41-80 15,-1-40-31</inkml:trace>
  <inkml:trace contextRef="#ctx0" brushRef="#br0" timeOffset="203889.1563">29814 7138 0,'40'0'78,"0"0"-78,0 0 15,-40-40-15,40 40 0,1 0 0,-1 0 16,-40-40 0,40 40-16,0 0 0,0 0 15,0-40-15,0 0 16,-40 0 0,40 40-16,1 0 15,-1-40 1,-40 80 31,0 0-32,0 0 17,40-40-32,-40 40 0,40-40 15,-40 40 1,40-40-16,-40 40 0,40-40 15,-40 40-15,0 0 16,40-40 0,-40 40-16,0 1 31,0-1-31,0 0 0,0 0 16,0 0-1,0 0-15,0 0 0,0 0 0,0 0 16,0 1-1,0-1-15,0 0 0,0 0 16,0 0-16,40-40 0,-40 40 0,0 0 16,0 0-1,0 0-15,0 0 0,0 1 16,0-1-16,41 40 16,-41 0-16,0-40 0,0 0 15,0 0-15,0 1 0,0-1 16,0 40-16,0-40 0,0 0 0,0 0 0,0 0 15,0 0-15,0 0 16,0 1 0,0-1-16,0 0 0,0 0 15,0 0-15,0 0 0,0 0 16,40 0-16,-40 0 0,0 41 0,0-41 0,0 40 16,0-40-16,0 0 15,0 40-15,0-40 0,0 1 0,0-1 0,0 0 16,0 0-16,0 0 0,0 0 15,0 0-15,0 0 0,0 0 0,0 1 0,40-1 16,-40 0-16,0 0 0,40 0 0,-40 0 16,0 0-16,0 0 15,0 0-15,0 0 0,40 1 0,-40-1 0,0 0 16,0 0-16,0 0 0,0 0 16,0 0-16,40 0 0,-40 0 0,0 1 0,0-1 15,0 0 1,0 0-16,0 0 0,0 0 0,0 0 0,0 0 15,0 0-15,0 0 0,0 1 0,0-1 0,0 0 16,0 0-16,0 0 0,0 0 16,0 0-16,0 0 0,0 41 0,0-41 0,0 0 15,0 0-15,0 0 16,0 0-16,0 0 0,0 40 0,0 1 16,0-41-16,0 0 15,0 0-15,0 0 0,0 0 0,0 0 16,0 0-16,0 0 15,0 1-15,0-1 0,0 0 0,0 0 16,0 0-16,0 0 0,0 0 0,0 0 0,0 0 16,0 0-16,0 1 15,0-1-15,0 0 0,0 0 0,0 0 16,0 0 0,0 0-16,0 0 0,0 0 0,0 1 15,0-1-15,0 0 16,0 0-16,0 0 0,0 0 0,0 0 15,0 0-15,0 0 0,0 0 0,-40 1 16,40-1 0,0 0-16,0 0 0,0 0 0,-40 0 0,40 0 15,0 0-15,-40 0 16,40 1-16,0-1 0,0 0 16,0 0-1,0 0-15,40 0 16,-40 0-16,0 0 15,0 0-15,0 0 0,0 1 16,0-1-16,0 0 0,0 0 16,0 0-1,0 0-15,0 0 0,-40 0 16,40 0 0,0 1-16,0-1 0,0 0 15,0 0 1,0 0-16,0 0 0,0 0 15,40-40-15,-40 40 0,0 0 0,0 0 16,0 1-16,0-1 16,0 0-16,0 0 0,0 0 31,0 0-31,0 0 0,0 0 16,0 0-16,0 1 15,0-1-15,0 0 0,40 0 16,-40 0-1,0 0-15,40 0 0,-40 0 16,0 0-16,0 0 0,0 1 16,0-1-1,0 0-15,0 0 32,0 0-32,0 0 15,0 0 1,40 0-16,-40 0 15,0 1-15,40-41 16,-40 40 0,0 0-16,0 0 15,0 0 1,0 0 0,0 0-1,-40-40-15,40 40 16,0 0-1,0 0-15,0 1 16,0-1-16,0 0 16,0 0-1,0 0 17,0 0-32,0 0 15,0 0 1,0 0-1,0 1 1,-40-1 0,40 0-16,0 0 15,0 0 1,0 0-16,0 0 31,0 0 0,0 0-15,0 0 15,-40-40-31,40 41 32,-40-41-17,40 40 1,0 0-1,0 0 17,-40-40 140,0 0-141,0 0-31,-1 0 0,1 0 0,0 0 15,0 0-15,0 0 0,0 0 0,-40 0 0,39 0 16,1 0-16,0 0 0,-40 0 16,40-40-16,0 40 0,-41 0 0,41 0 0,0 0 15</inkml:trace>
  <inkml:trace contextRef="#ctx0" brushRef="#br0" timeOffset="206309.015">29734 15640 0</inkml:trace>
  <inkml:trace contextRef="#ctx0" brushRef="#br0" timeOffset="207388.9512">30055 16001 0,'0'41'0,"-40"-41"32,40 40-17,-41-40 17,1 0-17,40-40 16,-40 40-15,80 0 78,0 0-79,-40-41-15,41 41 0,-1 0 32,-40-40-32,40 40 0</inkml:trace>
  <inkml:trace contextRef="#ctx0" brushRef="#br0" timeOffset="207808.927">30295 15761 0,'-40'0'16,"0"0"-1,40 40 1,-40 0 15,40 0-31,0 0 16,0 0-1,40 0-15,-40 1 0,0-1 16,0 0-16,40 0 0,-40 0 16,0 0-1,40-40 1,-40 40-16</inkml:trace>
  <inkml:trace contextRef="#ctx0" brushRef="#br0" timeOffset="208228.8283">30376 15640 0,'0'-40'15,"40"80"32,0 1-31,-40-1-16,0 0 16,40 0-16,-40 0 15,0 0-15,0 0 0,0 0 16,0 0-16,0 1 15,-40-1-15,0 0 0,40 0 0,-80 40 16</inkml:trace>
  <inkml:trace contextRef="#ctx0" brushRef="#br0" timeOffset="210558.7658">15007 6015 0,'0'0'0,"-40"0"15,0 0-15,80 0 110,0 0-95,-40-40-15,40 40 16,1 0-16,-1 0 0,0-40 0,0 0 16,0 40-16,0-40 15,0 40-15,-40-40 0,40 40 0,1 0 16,-41-40-16,40 40 16,0 0-16</inkml:trace>
  <inkml:trace contextRef="#ctx0" brushRef="#br0" timeOffset="210958.7425">15248 6256 0,'0'0'0,"-40"0"16,40-40 30,0 80-14,0 0-17,0 0 1,0 0-16,80-40 31,-40 0-31,0 0 0,41 0 0,-1 0 0,0-40 16,0 40-16,1-40 0,39 40 0</inkml:trace>
  <inkml:trace contextRef="#ctx0" brushRef="#br0" timeOffset="212818.6361">15368 5815 0,'0'-40'0,"0"-1"32,41 41 46,-1 0-16,0 0-31,0 0-15,-40-40-16,40 40 0,0 0 16,0-40-1,0 40-15,1-40 32,-1 40-32,-40-40 15</inkml:trace>
  <inkml:trace contextRef="#ctx0" brushRef="#br0" timeOffset="277554.8406">9149 6577 0,'0'40'47,"0"0"-32</inkml:trace>
  <inkml:trace contextRef="#ctx0" brushRef="#br0" timeOffset="279034.7538">10674 4692 0,'-41'0'125,"1"0"-93,0 0-17,0 0 1,0 0-16,0 0 15,0 0 1,40 40-16,-40-40 0,40 40 0,-41-40 16,1 0-16,0 0 15,0 0 17,0 0-1,40 40-16,-40-40 1,0 0-16,40 40 16,-40 0-1,40 0 110,-41-40-125,1 0 16,0 40 0,0-40-1,40 41-15,-40-41 0,40 40 0,-40-40 16,40 40-1,-40-40 64,0 40-79,-1-40 31,41 40-31,-40-40 0,40 40 31,0-80 16</inkml:trace>
  <inkml:trace contextRef="#ctx0" brushRef="#br0" timeOffset="279534.7265">9751 4772 0,'-40'40'16,"40"0"15,0 0 0,-41-40-31,41 40 31,-40-40-31,0 0 0,0 40 0,0 1 16,0-1-16,40 0 0,-40-40 16,40 40-16,-40 0 15,40 0-15,0 0 32,40-40-17,0 0 1,-40-40-16,40 40 0,0-40 0,0 0 15,0 40 1,-40-40-16,40 40 0,1 0 16,-1 0-1,0 0 1,-40 40-16,40-40 0</inkml:trace>
  <inkml:trace contextRef="#ctx0" brushRef="#br0" timeOffset="281774.5237">10794 4491 0,'0'0'0,"-40"0"31,40 40 0,-40-40-31,0 0 0,40 40 16,-41-40-16,1 0 0,0 41 16,0-41-1,0 0-15,0 40 16,0-40 0,0 0-1,-1 0 1,1 0-16,0 0 31,0 0 0,0 0-15,0-40 0,0 40-1,0 0 1,-1 0-1,41-41-15,-40 41 16,0 0 0,0 0-1,40-40-15,-40 40 0,0 0 16,0 0 0,0 0-16,-1 0 15,1 0 1,0 0-16,40 40 0,-40-40 0,0 0 15,0 0 1,0 0-16,0 0 16,-1 0-1,1 0 1,0 0-16,0 0 16,0 0-16,0 0 15,0 0 16,0 0-31,40-40 0,-41 40 16,1-40-16,0 40 16,0-40-16,0 40 15,0-40 1,0 40 0,40-40-16,-40 40 15,40-40 1,-41 40-16,41-40 0,-40 40 15,40-40 1,-40 40-16,0 0 0,40-41 0,-40 41 16,40-40-16,-40 40 0,40-40 0,-40 40 15,0-40-15,-1 0 16,1 0 0,40 0-1,-40 40-15,40-40 0,-40 40 16,40-40-16,-40 40 15,40-40-15,-40 40 0,0-41 0,40 1 16,0 0-16,0 0 16,0 0-1,0 0-15,-40 40 16,40-40-16,0 0 16,0 0-16,0-1 0,0 1 15,0 0 1,0 0-16,0 0 0,0 0 15,0 0 1,0 0-16,0 0 16,0 0-16,0-1 31,0 1-31,0 0 16,0 0-1,0 0-15,0 0 16,0 0-1,0 0 1,0 0 0,0-1-1,0 1 1,0 0 0,0 0-16,0 0 31,0 0-31,0 0 31,0 0-15,0 0 77,0 0 95,0-1-157,0 1 0,0 0 1,0 0-1,0 0-15,0 0-1,0 0 1,40 40 31,-40-40 62,0 0-78,0-1 1,0 82-1,0-1-16,0 0-15,0 0 16,0 0-16,0 0 16,40 0-16,-40 0 31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31T07:15:07.0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3330 1764 0,'0'40'31,"-40"-40"-31,0 0 62,80 0 17,-40-40-79,0 0 15,40 40 1,1 0-16,-1-40 0,0 40 15,0 0-15,0 0 16,0 0 0,0 0-16,-40 40 0,41-40 15,-41 40-15,40 0 16,-40 0-16,0 0 16,0 0-16,0 1 15,0-1-15,0 0 0,-40-40 0,40 40 0,-41 0 16,41 0-16,-40 0 0,40 0 0,-40 0 0,0 1 15,40-1 1,-40 0-16,40-80 63,0 0-32,40 40-31,-40-41 0,40 1 15,0 0-15,0 0 0,1 0 16,-1 40-16,-40-40 16,40 40-16,-40-40 0,40 40 0,0-40 0,-40 0 15,40 40-15,0-41 16,0 41-16,-40-40 0,41 40 0,-1-40 0,-40 0 16,40 40-16,-40-40 15,0 0-15,40 40 16,-40-40-16,-40 40 47,0 40-32,0-40-15,40 40 16,-41-40-16,41 40 16,0 0-16,-40 0 0,0-40 0,40 40 0,0 1 15,-40-1-15,40 0 16,0 0-16,-40-40 0,40 40 0,0 0 0,0 0 15,0 0-15,0 0 0,40-40 16,-40 41-16,40-41 16,-40 40-16,40-40 0,-40 40 15,40-40-15,1 0 0</inkml:trace>
  <inkml:trace contextRef="#ctx0" brushRef="#br0" timeOffset="240.0434">4374 2085 0,'0'40'32,"0"0"-32,0 0 15,0 40 1,0 41-1,0-1 17,0-80-32</inkml:trace>
  <inkml:trace contextRef="#ctx0" brushRef="#br0" timeOffset="599.9648">4855 1564 0,'-40'0'16,"0"0"0,40 40-1,0 0 1,-40-40-16,40 40 0,0 0 0,0 0 16,0 0-16,-40 40 15,40-40-15,0 1 0,0-1 0,0 0 0,0 0 16,0 0-16,0 0 0,0 0 0,0 0 0,40-40 15,-40 40-15,0 1 0,40-41 16,-40 40-16,40-40 0,0 0 0,0 0 16</inkml:trace>
  <inkml:trace contextRef="#ctx0" brushRef="#br0" timeOffset="1329.9031">5216 1764 0,'0'40'15,"41"0"1,-41 0-16,80 0 31,-40 1-15,-40 39-1,0-40 1,0 0 15,0 0 47,0-80 16,-40 40-78,40-40-16,0 0 0,0 0 15,0 0-15,40-1 16,-40 1-16,40 0 16,0 0-1,0 40 32,0 0-31,-40 40-16,41-40 15,-41 40 1,0 0 0,0 1-1,40-1 1,-40 0 0,0 0-1,0 0-15,0 0 16,0 0-16,0 0 15</inkml:trace>
  <inkml:trace contextRef="#ctx0" brushRef="#br0" timeOffset="1679.9582">6019 1644 0,'0'0'16,"0"40"15,40 0-31,0 40 31,40 121-15,-80-41-1,-120-40 17,-40 1-17,79-81-15</inkml:trace>
  <inkml:trace contextRef="#ctx0" brushRef="#br0" timeOffset="2099.8585">6741 1965 0,'0'0'16,"-40"0"0,80-81-1,201 41 1,-40 0 15,-81 40-31</inkml:trace>
  <inkml:trace contextRef="#ctx0" brushRef="#br0" timeOffset="2319.9197">6821 2285 0,'0'0'0,"-40"0"0,80 0 47,41 0-47,-41 0 15,0 0-15,0-40 0,0 40 0,0 0 16,0 0-16,1 0 0,-1-40 0,0 40 0,0 0 15</inkml:trace>
  <inkml:trace contextRef="#ctx0" brushRef="#br0" timeOffset="3019.8788">8106 1042 0,'-41'40'15,"82"-80"-15,-82 120 0,-79 1 32,120-41-32,-80 120 15,80 41 1,0-1-1,40 1 17,-40-41-17,-120-40 1,79-39 15,41-121-15,0-1-1,0 1 1,41 40 15,-41 121-15,0-81-16,40 80 16,-40 40 15,80-39-16,0-41 1,-40-80 0,41 0 15,-41-40-31</inkml:trace>
  <inkml:trace contextRef="#ctx0" brushRef="#br0" timeOffset="3339.861">8627 1724 0,'0'0'0,"-40"-80"15,40 40 17,0 80-17,0 120 1,0 81 15,0-1-15,0-39-1,40-41 1</inkml:trace>
  <inkml:trace contextRef="#ctx0" brushRef="#br0" timeOffset="3579.8468">9309 2446 0,'0'0'0,"0"40"16,-40 80 15,0 41-15,-40-1-1,0-40 1,80-79-16</inkml:trace>
  <inkml:trace contextRef="#ctx0" brushRef="#br0" timeOffset="4079.8211">10353 1483 0,'0'0'16,"40"0"15,0 0-31,40 40 31,40 41-15,-79-81-16,39 160 16,-40 81 15,-201-1-16,41-119 1,80-81 0,40-80 15,0-41-15,120 81-1,81 0 1,-161 0-16</inkml:trace>
  <inkml:trace contextRef="#ctx0" brushRef="#br0" timeOffset="4259.8075">11476 2526 0,'-40'0'16,"80"0"-16,-120 40 15,80 0-15,-40 40 32,-40 41-17,-1-1 1</inkml:trace>
  <inkml:trace contextRef="#ctx0" brushRef="#br0" timeOffset="4639.7842">12078 1403 0,'-40'0'16,"80"0"-16,-80 40 15,40 40 1,0 121 15,0 40-15,0-121-1,0-40-15,-40 40 16</inkml:trace>
  <inkml:trace contextRef="#ctx0" brushRef="#br0" timeOffset="4859.7716">12600 2566 0,'-40'0'0,"-1"0"16,41 40-1,-40 0 1,0 41-16,40-41 15,-80 80 1,80-40 0</inkml:trace>
  <inkml:trace contextRef="#ctx0" brushRef="#br0" timeOffset="5279.7462">13322 1644 0,'0'-40'16,"0"80"-16,40-80 31,0 40-31,40 40 16,1 40-1,-81 0-15,40 121 32,-201-41-17,41 1 1,120-121-1,80-40 17,-40 0-32,0 40 15,1-40-15,-1 0 16,0 0-16,0 0 0,0 0 0,0 40 0,0-40 16,-40 40-16,40-40 0,1 0 15</inkml:trace>
  <inkml:trace contextRef="#ctx0" brushRef="#br0" timeOffset="6019.7049">10914 2406 0,'-40'0'47,"40"40"31,40-40-15,-40-40-63,41 40 0,-1 0 31,-40-40-31,40 40 0,0 0 16</inkml:trace>
  <inkml:trace contextRef="#ctx0" brushRef="#br0" timeOffset="7049.5871">14526 1002 0,'0'-40'32,"0"80"-32,80-120 15,-40 80-15,0 0 16,0 40-1,-40 0 1,121 80 0,-121-39-1,40 119 1,40-39 15,0-81-15,1-40-16,-41-40 15,80-40 1,-120-40 15,0 120 1,0 0-17,-40-40-15,40 40 0,0 0 0,0 0 0,0 0 16,0 0-16,0 0 0,0 0 15,0 1-15,0-1 0,0 0 0,0 40 0,0-40 16,0 0-16,0 0 16,0 0-16,0 1 0,0-1 0,-40 0 0,40 0 15,0 0-15,-80 0 0,80 0 16,-40 0-16,-1 0 0,1 0 0,0 1 16,0-41-16,-40 0 15,40 40-15,0-40 0,-1 40 0,1 0 0,0-40 16,0 0-16,0 0 0</inkml:trace>
  <inkml:trace contextRef="#ctx0" brushRef="#br0" timeOffset="8309.57">17094 1724 0,'0'-40'16,"0"0"0,40 40-1,0-40-15,0 40 0,0 0 16,0 0-16,-40 40 15,41-40-15,-41 80 0,40-40 0,-40 40 16,0-40-16,0 0 16,0 1-16,0-1 0,0 40 0,0-40 0,-40 0 15,40 0-15,-41 40 0,41-39 16,-40-1-16,40 0 0,-40-40 0,40 40 0,0 0 16,-40-40-1,40 40-15,40-80 16,0-40-1,-40 40-15,40 40 16,1-81-16,-1 41 0,0 0 0,0 0 0,0-40 16,0 40-16,0 0 15,0 0-15,1-1 0,-1 1 0,0 0 0,-40 0 16,40 40-16,-40-40 0,40 40 16,-80 0 30,40 40-46,-40-40 0,40 40 16,-40 0-16,40 0 16,-40 1-16,40-1 0,-41 0 0,41 40 0,0-40 15,0 0 1,0 0-16,0 0 0,41 1 0,-41-1 0,40-40 16,-40 40-16,80-40 0,-40 40 15,0-40-15,0 0 0,0 0 0,1 0 16,-1 0-16</inkml:trace>
  <inkml:trace contextRef="#ctx0" brushRef="#br0" timeOffset="8639.5502">18258 2205 0,'40'0'15,"0"0"-15,-40 40 0,40-40 0,0 0 16,0 0-16,-40 40 15,0 1-15,40-41 0,-40 40 0,0 0 16,0 0-16,0 0 16,-40 0-16,40 0 0,-40 0 0,40 0 15,-40 0-15,0 1 16,0-41-16,40-41 31,0 1-31,40 0 16,-40 0-1,40 40-15,0 0 0,0 0 16,0 0-16,0 0 0,1 0 16,-1 0-16,0 0 15,0 0-15,0 0 0,0 0 0,0 0 16,0-40-16,1 40 16</inkml:trace>
  <inkml:trace contextRef="#ctx0" brushRef="#br0" timeOffset="8979.5301">19301 1443 0,'-40'0'31,"80"0"-31,-161 0 16,81 0-16,40 80 15,-120 81 1,80-121-16,40 160 16,40-79-1,120 39 1,-39 1-1,-81-121 1,0-40-16</inkml:trace>
  <inkml:trace contextRef="#ctx0" brushRef="#br0" timeOffset="9329.5124">19662 1804 0,'0'0'0,"40"0"31,-40 40-31,120 40 31,-120-39-31,0 79 32,0-80-17,0 0 1,41-200-1,-1 79 1,40 1 0,-40 80-1,0 121 1,-40 39 15,0 0-15,-40-79-16,40-41 31</inkml:trace>
  <inkml:trace contextRef="#ctx0" brushRef="#br0" timeOffset="9569.4957">20745 1604 0,'-40'40'0,"40"0"16,0 0 0,0 0-16,0 0 0,0 0 15,80 0-15,-80 0 0,0 1 16,0-1-16,0 0 0,0 0 0,0 0 0,0 0 16,0 0-16,-40 0 15,40 41-15,-40-41 0,0 0 0,0 0 16,0 0-16,0 0 0,0-40 0,-1 40 15</inkml:trace>
  <inkml:trace contextRef="#ctx0" brushRef="#br0" timeOffset="9829.4808">21508 2085 0,'0'-80'16,"0"160"-16,80-281 31,-40 201-31,0-40 0,121 0 31,-41 0-15,-40 40-16</inkml:trace>
  <inkml:trace contextRef="#ctx0" brushRef="#br0" timeOffset="10039.4674">21628 2486 0,'0'0'15,"-40"0"1,80-80 0,121 0-1,79-1 1,-119 41 0,120 0-1</inkml:trace>
  <inkml:trace contextRef="#ctx0" brushRef="#br0" timeOffset="10579.4357">23394 962 0,'-81'40'16,"162"-80"-16,-282 160 15,161-80-15,0 0 16,40 161 0,0 40 15,0-201-31,0 80 0,0-80 0,0 121 31,-161-1-15,121-80-16,0-80 31,40-40-15,0 0-16,0 0 15,0 0-15,40 0 16,40 40 0,-39 40-1,-1 0-15,0 80 16,0-40-1,40 81 1,-40 39 0,0-39 15,1-121-31,39 0 31,0-40-15,-40-40-16</inkml:trace>
  <inkml:trace contextRef="#ctx0" brushRef="#br0" timeOffset="11209.4012">24638 1523 0,'0'41'0,"-41"-41"16,41 40-1,0 0 1,0 0 0,0 0-16,0 0 0,0 0 0,0 40 0,0-40 15,0 1-15,0 39 0,0-40 0,0 0 0,0 40 16,0-40-16,0 0 15,0 1-15,0 39 0,0-40 0,0 0 0</inkml:trace>
  <inkml:trace contextRef="#ctx0" brushRef="#br0" timeOffset="11499.3262">25280 2646 0,'-41'40'15,"82"-80"-15,-82 121 16,1-81-1,0 40-15,-40-40 16,80 40-16,-40-40 16,0 40-16,0-40 15</inkml:trace>
  <inkml:trace contextRef="#ctx0" brushRef="#br0" timeOffset="12039.2767">26323 1764 0,'0'0'0,"-80"0"15,-1 0 1,1 80 15,0 121-15,80-121-16,0 80 31,40-160-31,-40 81 0,40-81 0,0 80 31,41-80-15,-41 0-16,0-40 16,0-40-1,-40 39-15,0-119 31,-40 40-15,0 39 0,40 122 31,0-1-32,0 0-15</inkml:trace>
  <inkml:trace contextRef="#ctx0" brushRef="#br0" timeOffset="12259.3385">27085 2326 0,'0'40'16,"0"-80"-16,-40 160 15,40-80-15,-40 40 16,-80 40 0,120-79-16,-40-1 15,-1 0-15,1 0 16</inkml:trace>
  <inkml:trace contextRef="#ctx0" brushRef="#br0" timeOffset="12719.3113">28169 1804 0,'0'-40'16,"0"80"31,0 0-47,0 0 16,0 0-16,0 1 0,0-1 0,0 0 15,0 0-15,0 0 0,0 0 0,0 0 0,0 0 16,0 0-16,0 1 15,0-1-15,0 0 0,0 0 0,0 0 0,0 0 16,0 0 0</inkml:trace>
  <inkml:trace contextRef="#ctx0" brushRef="#br0" timeOffset="13129.2871">28931 1924 0,'0'-40'15,"0"80"-15,-80-80 32,80 80-32,-40-40 15,0 41-15,-1 119 16,41-80-16,0-40 15,41 121 1,39-81 0,-40-80-1,40-40 1,-40 0-16,1 0 16,-41 0-16,40-81 15,-40-39 1,-81 80 15,81 39-31,-40 41 31</inkml:trace>
  <inkml:trace contextRef="#ctx0" brushRef="#br0" timeOffset="14069.234">29613 1203 0,'0'40'0,"-40"-40"16,40-40-1,40 40 95,0 0-110,41 0 15,-81 40 48,40-40-63,-40 40 15,0 0 1,0 0-16,0 0 0,0 0 0,0 0 16,0 0-16,0 1 15,-40-1-15,40 0 0,0 0 0,-40 0 0,40 0 16,0 0-16,0 0 0,0 0 15,40-40 1,40 0-16,-40 0 16,0-40-16,0 40 15,0 0-15,-40-40 0,41 40 0,-41-40 0,40 40 16,-40-40-16,40 40 16,-40-40-16,0 0 0,-40 40 31,40 40-16,-40 0-15,40 0 0,-41 0 16,41 0-16,0 0 16,0 0-16,0 1 0,0-1 0,-40 40 15,40-40-15,0 0 0,0 0 16,-40 0-16,40 0 0,0 1 0,-40-1 0,0 0 16,40 0-16,-40 0 15,0 0-15,0 0 0,-1 0 0,1 0 0,0-40 16,0 40-16,0-40 0,0 41 0,0-41 0,0 0 15</inkml:trace>
  <inkml:trace contextRef="#ctx0" brushRef="#br0" timeOffset="14569.2035">28570 2646 0,'-40'0'16,"40"-40"0,0 80 31,0 41-32,0-41-15,0 0 0,0 0 16,0 0-16,0 0 0,-40-40 0,40 40 0,-40 0 15,-1 0-15,1-40 0</inkml:trace>
  <inkml:trace contextRef="#ctx0" brushRef="#br0" timeOffset="18038.9324">2408 4331 0,'-41'0'0,"82"0"250,-41-40-250,40 40 0,-40-40 15,40 40-15,0 0 16,-40-41-16,40 41 15,0 0-15,0-40 16,0 40 0,1 40-1,-1 1 1,-40-1-16,0 0 0,0 0 16,0 0-16,0 0 0,0 0 15,0 0-15,-40 0 16,40 1-16,-41-1 0,41 0 15,-40-40-15,40 40 16,0-80 31,0 0-31,0 0-16,0-1 0,40 41 15,-40-40-15,41 0 0,-41 0 16,40 40-16,-40-40 15,40 40-15,0-40 0,0 40 0,0-40 16,0 40-16,0-40 16,1 40-16,-1-40 0,0 40 15,0-41-15,0 41 16,0 0-16,-40-40 0,40 40 0,0 0 16,-40-40 15,-40 40-16,0 0 32,40 40-31,-40-40 0,40 40-16,-80 1 0,40-1 15,40 0-15,-40-40 0,40 40 0,-41-40 16,41 40-16,0 0 0,-40 0 15,40 0-15,0 0 16,0 1 0,40-1-16,-40 0 15,41-40-15,-41 40 16,40-40-16,0 0 0,0 0 0,0 0 16,0 0-16,0 0 0,0 0 15</inkml:trace>
  <inkml:trace contextRef="#ctx0" brushRef="#br0" timeOffset="18268.9883">3692 4571 0,'0'41'15,"-40"-1"1,40 0-16,0 0 15,0 0-15,0 0 0,0 0 16,0 0 0,0 0-16,0 0 0,40-40 0,-40 41 0,0-1 15,0 0-15,0 0 16,0 0-16,0 0 0,0 0 16</inkml:trace>
  <inkml:trace contextRef="#ctx0" brushRef="#br0" timeOffset="18788.9567">4334 4010 0,'-40'0'32,"-1"0"-32,1 0 15,40 40 1,-80 120-1,80-79 1,0-41-16,0 80 16,0-80-16,0 0 0,80 41 31,-40-41-31,81 40 16,-81-80-16</inkml:trace>
  <inkml:trace contextRef="#ctx0" brushRef="#br0" timeOffset="19198.8594">4615 4251 0,'0'40'15,"40"-40"-15,-40 40 0,40-40 16,-40 40-16,40-40 0,-40 40 15,40-40-15,-40 40 0,0 0 0,40-40 16,-40 40-16,0 0 16,0 1-16,0-1 15,0-80 17,0-1-32,0 1 0,0 0 15,0 0-15,0 0 16,40 0-16,-40 0 0,40 0 0,-40 0 15,41-1-15,-1 41 16,0 0-16,0 41 31,-40-1-31,40-40 0,-40 40 0,0 0 16,0 0-16,0 0 16,0 0-16,0 0 0,0 0 0,0 1 15,0-1-15,0 0 0,0 0 0,0 0 16,0 0-1</inkml:trace>
  <inkml:trace contextRef="#ctx0" brushRef="#br0" timeOffset="19478.915">5377 4090 0,'0'0'0,"80"-40"31,81 120-15,-121 121 0,-40-121-1,0-40-15,-40 161 16,40-161-16,0 0 0,-121 80 15,121-80-15,-80 40 16,40-39-16,-80 39 16</inkml:trace>
  <inkml:trace contextRef="#ctx0" brushRef="#br0" timeOffset="21408.7451">6862 4130 0,'-41'0'31,"41"40"266,0 0-281,0 1-16,0-1 16,0 0-16,0 0 0,0 0 0,0 0 15,0 0-15,0 0 16,0 0-16,0 1 0,0-1 0,0 0 0,0 0 15,0 0-15,0 0 16,0 0-16,0 0 16,0 0-1,-40-40 1,40 40-16,0-80 31,40 0-31,-40 0 0,0 0 0,0 0 16,0 0-16,0 0 15,0 0-15,0 0 0,0-1 0,0 1 16,0 0-16,0 0 0,0 0 16,0 0-16,0 0 0,0 0 0,0 0 15,41 80 142,-1-40-157,0 0 15,-40 40-15,40 0 0,0 0 0,-40 0 16,40-40-16,-40 40 0,40-40 15,-40 40-15,0 0 0,40-40 0,-40 41 0,41-1 16,-1 0 0,0 0-16,-40 0 0,40 0 15,0 0-15,0 0 16,-40 0-16,40 0 16,1-40 15,-41-40-16,0 0-15,0 0 16,0 0-16,0 0 0,0 0 16,0 0-16,40 40 15,-40-80-15,0 39 0,0 1 0,0 0 0,0 0 16,0 0-16,40 0 16,-40 0-16,0 0 0,0 0 15,40-1 32,-40 1-31,0 0 15,40 40-31,-40-40 16,0 80 77,0 0-61,-40 0-32</inkml:trace>
  <inkml:trace contextRef="#ctx0" brushRef="#br0" timeOffset="22838.7184">7825 3930 0,'-40'0'0,"-1"0"31,41-40-31,-40 40 32,0 0-32,0 0 15,0 0 1,0 0-1,0 0-15,40-40 16,-40 40 0,-1 0-1,1 0 1,40-41-16,-40 41 16,0-40-1,0 40-15,0-40 16,0 40-16,-1-40 15,1 40 1,0 0-16,0 0 16,0 0-1,0 40-15,0-40 16,0 0 0,40 40-16,-41-40 0,1 0 15,0 0-15,0 40 16,0-40-1,0 41-15,0-41 32,40 40-32,-40-40 15,40 40 1,-41-40 0,41 40-16,-40-40 0,40 40 15,0 0 1,0 0-16,-40-40 0,40 40 0,0 0 15,0 0 1,0 1-16,0-1 0,0 0 16,0 0-1,0 0-15,0 0 0,0 0 16,0 0-16,0 0 16,0 1-16,40-1 0,-40 0 15,40 0-15,-40 0 0,41 0 16,-41 0-1,40-40-15,-40 40 0,40 0 0,-40 0 16,40-40-16,-40 41 16,0-1-16,40-40 0,-40 40 0,40 0 0,-40 0 15,40 0 1,-40 0-16,40 0 0,1 0 16,-1-40-16,-40 41 0,40-41 15,0 40-15,0-40 16,0 0-16,-40 40 15,40-40-15,0 0 16,1 0-16,-1 0 0,0 0 16,0 0-16,0 0 15,-40-40-15,40 40 0,0 0 0,-40-40 0,41 40 16,-1-41-16,0 41 16,-40-40-16,40 40 0,0-40 0,-40 0 0,40 40 15,0 0-15,-40-40 0,40 0 0,-40 0 16,41 40-16,-1-40 15,-40 0-15,40-1 16,-40 1 0,0 0-1,0 0 1,40 40-16,-40-40 0,0 0 16,0 0-16,0 0 0,0 0 15,40 0 1,-40-1-16,0 1 0,0 0 15,0 0 1,0 0-16,0 0 16,0 0-1,0 0-15,0 0 0,0-1 16,0 1 0,-40 0-16,40 0 15,0 0-15,-40 40 0,40-40 16,0 0-1,-40 40-15,40-40 16,-40 40 0,40-40-16,-41 40 0,41-40 15,-40 40 1,40-41 0,-40 41-16,0 0 31,40 41-16,0-1 1</inkml:trace>
  <inkml:trace contextRef="#ctx0" brushRef="#br0" timeOffset="23978.5798">8948 4251 0,'-40'0'16,"0"0"-1,40-41 17,80 1-32,-40 40 15,0 0 1,1 0-16,-1 0 0,-40 40 0,40-40 16,-40 41-16,40-1 0,0 0 0,-40 0 0,40 0 15,-40 0 1,0 40-16,0-40 0,0 1 0,0-1 0,0 0 15,0 0-15,0 0 0,-40 0 16,40 0-16,0 0 0,-40-40 0,40 40 0,0 0 31,-40-40-15,40-40 0,0 0-16,40-40 15,-40 40-15,40 0 0,-40 0 16,40 0-16,0 0 15,0-1-15,1 1 0,-41 0 0,40 0 16,0 40-16,-40-40 0,40 40 16,0-40-16,0 40 0,-40-40 15,40 40 1,-40-40-16,0 0 16,0-1-16,0 1 31,-40 40 0,40 40-15,0 1-16,-40-1 15,40 0-15,0 0 0,0 0 0,0 0 16,-40 0-16,40 0 16,0 0-16,0 1 0,0-1 0,40 0 15,-40 0-15,40-40 0,-40 40 0,40 0 0,0-40 16,1 0-16,-41 40 15,40-40-15,0 0 0,0 0 0,0 0 16,0 0 0,0 0-16,0-40 0</inkml:trace>
  <inkml:trace contextRef="#ctx0" brushRef="#br0" timeOffset="24338.5588">10192 4732 0,'0'0'0,"40"0"15,0-40 1,0 40-16,-40-40 16,41 40-16,-1 0 15,0 0-15,-40 40 0,40-40 16,-40 40-16,0 0 16,0 0-16,-40-40 0,40 40 0,-40 0 15,-41 0-15,41 0 0,0 1 16,0-41-1,40-41 17,0 1-17,0 0 1,80 40-16,-40 0 16,1 0-16,-1 0 0,0 0 15,0 40-15,0-40 16,0 0-16,0 0 0,0 0 0,-40 40 15,41-40-15,-1 0 16</inkml:trace>
  <inkml:trace contextRef="#ctx0" brushRef="#br0" timeOffset="24728.6073">11115 3970 0,'0'0'0,"-40"-40"31,0 40-31,40 40 31,-80 40-31,39 80 32,41 41-17,0-121-15,121 121 31,-1-81-15,-40-40 0</inkml:trace>
  <inkml:trace contextRef="#ctx0" brushRef="#br0" timeOffset="25148.5114">11436 4411 0,'0'0'16,"40"0"0,0 40-1,0 80 1,1-79-16,-41-1 16,0 0-1,0 0-15,0-80 31,0 0-15,40 0 0,0-41-1,40 1 1,-40 80 0,0 0-16,0 0 31,-40 80-31,81 41 31,-81-41-15,0-40-1,-40 0 1</inkml:trace>
  <inkml:trace contextRef="#ctx0" brushRef="#br0" timeOffset="25378.4975">12399 4210 0,'-40'0'16,"80"0"15,0 41-31,0-1 0,-40 0 15,0 0-15,40-40 16,-40 40-16,0 0 0,0 40 0,0-40 0,0 1 16,0-1-16,0 40 0,-40-40 15,40 0-15,-80 40 0,40-40 0,0 41 0,0-41 16</inkml:trace>
  <inkml:trace contextRef="#ctx0" brushRef="#br0" timeOffset="30698.1859">3571 6496 0,'0'41'31,"-40"-41"110,0 0-125,0 0-1,0 0 1,0 40-1,-1-40 1,1 0-16,0 0 16,0 0-1,40 40-15,-40-40 0,0 0 0,0 40 16,0-40-16,-1 0 31,41 40-31,-40-40 31,40 40 32,0 0-47,0 0-16,-40 0 0,40 1 15,0-1 1,0 0-16,0 0 0,0 0 0,0 0 0,0 0 0,0 0 15,0 0-15,0 0 16,-40 1-16,40-1 0,0 0 0,0 0 0,0 0 16,0 0-16,0 0 15,0 0-15,0 0 0,0 1 0,0 39 0,0-40 16,0 0-16,0 0 0,0 0 0,0 40 0,0-40 16,0 1-16,0-1 0,0 0 15,0 40-15,0-40 0,0 0 0,40 40 0,-40-39 16,0-1-16,0 40 0,0-40 15,0 0-15,0 40 0,0-40 0,0 41 16,0-1-16,0 0 0,0 0 16,0 0-16,0-39 0,0 39 0,-40 0 0,40 0 15,0 0-15,0 1 16,0-1-16,0-40 0,-40 40 0,40-40 0,0 40 16,0-39-16,-40 39 0,40-40 0,0 0 0,0 0 0,0 40 15,0-40-15,0 0 16,0 1-16,0-1 0,0 0 0,0 0 0,0 40 15,0-40-15,0 0 16,0 0-16,0 1 0,0 39 0,-40-40 0,40 0 16,0 40-16,0-40 0,0 40 15,0-39-15,-40 39 0,40-40 0,0 40 0,0-40 16,-41 0-16,41 41 0,0-41 0,-40 0 0,40 0 16,0 40-16,0-40 15,-40 0-15,40 0 0,0 0 0,0 1 0,-40-1 0,40 0 16,0 0-16,0 0 15,0 0-15,0 0 0,-40 0 0,40 0 0,0 1 16,0-1-16,0 0 16,0 0-16,-40 40 0,40-40 0,0 0 0,0 40 15,0-39-15,0 39 0,-40 0 16,40-40-16,0 40 0,0 1 0,0-41 0,0 40 16,-40-40-16,40 0 0,0 40 0,0-40 0,-41 0 15,41 1-15,0-1 0,-40 40 16,40-40-16,0 0 0,-40 0 0,40 0 0,0 0 15,-40 1-15,40 39 16,0-40-16,-40 0 0,40 0 0,0 40 0,-40-40 16,40 0-16,0 41 15,-40-41-15,40 0 0,0 40 0,0-40 0,0 0 16,-40 0-16,40 1 0,0-1 0,0 0 0,0 0 16,0 0-16,0 0 15,0 0-15,0 0 0,0 0 16,0 0-1,-41 1-15,41-1 0,0 0 16,0 0-16,0 0 16,0 0-16,0 0 0,0 0 31,-40 0-31,40 1 0,0-1 16,0 0-16,0 0 0,0 0 15,-40-40-15,40 40 16,0 0-16,0 0 0,0 0 15,0 0 1,0 1-16,0-1 0,0 0 16,0 0-1,0 0-15,0 0 16,0 0 0,0 0-1,0 0 1,0 1-1,0-82 126,40 41-78,0 0-48,-40 41 48,0-82 15,41 41-16,39 0-46,-40 0-16,0 0 0,0-40 0,0 40 16,41-40-16,-41 40 15,40-40-15,-40 40 0,0-40 0,40 40 0,1 0 16,-41 0-16,40 0 0,-40 0 15,40 0-15,-39 0 0</inkml:trace>
  <inkml:trace contextRef="#ctx0" brushRef="#br0" timeOffset="33348.027">5297 6857 0,'0'0'0,"0"-40"31,0 80 16,0 41-31,0-41-16,0 0 16,-40 0-16,40 0 0,0 40 0,0-40 0,0 0 15,0 1-15,0 39 16,0-40-16,0 0 0,0 40 0,0-40 0,0 0 15,0 41-15,0-41 0,0 0 16,0 0-16,0 0 0,0 0 0,0 0 0,0 0 16</inkml:trace>
  <inkml:trace contextRef="#ctx0" brushRef="#br0" timeOffset="34877.941">4855 9224 0,'-40'0'15,"80"0"157,0 0-172,-40-40 16,41 40-1,-41-41-15,40 41 0,0 0 16,0 0-16,0 0 16,0 0-1,0 0-15,0 0 0,1 0 31,-41 41-31,40-41 0,-40 40 16,0 0-16,40 0 16,-40 0-16,0 0 0,0 0 15,0 0 1,0 0-16,0 0 0,0 1 16,0-1-16,0 0 0,-40 0 15,40 0-15,-40-40 0,40 40 16,0 0-16,-41-40 0,41 40 0,-40 0 15,0-40 1,40 41-16,-40-41 16,0 0-1,40 40-15,-40-40 16,80 0 78,-40-40-94,80 40 0,-80-41 15,40 41-15,0 0 16,1 0-16,-41-40 0,40 40 0,0 0 0,-40-40 16,40 40-16,0 0 0,0-40 0,0 40 15,0 0 1,1 0-16,-1 0 0,0 0 15,0 0 1,-40 40 15,40-40-31</inkml:trace>
  <inkml:trace contextRef="#ctx0" brushRef="#br0" timeOffset="35987.9487">5056 11389 0,'0'-40'16,"0"0"-1,0 80 32,0 0-31,0 41-16,0-41 0,0 0 16,40 0-16,-40 0 15,0 0-15,0 0 0,0 0 0,0 0 16,0 0-16,0 1 15,0-1-15,0 0 0,0 0 0,-40 0 16,40 0-16,0 0 16,0 0-16</inkml:trace>
  <inkml:trace contextRef="#ctx0" brushRef="#br0" timeOffset="37097.8078">4574 13796 0,'-40'0'16,"0"0"-16,40-40 31,0-1-16,40 41 1,-40-40-16,0 0 16,40 40-1,1-40-15,-1 40 16,-40-40-16,40 40 0,0 0 0,-40-40 16,40 40-16,0 0 15,0 0-15,0 0 0,1 0 16,-41 40-16,40-40 15,-40 40-15,40-40 0,-40 40 0,40 0 0,-40 0 16,0 1-16,40-41 16,-40 40-16,0 0 0,0 0 0,0 0 0,0 0 15,0 0-15,0 0 16,-40 0-16,40 0 0,-40 1 0,0-1 16,0 0-16,-1-40 0,1 40 15,0-40 1,0 40-16,0-40 15,0 0 1,80-40 62,0 40-62,0 0-1,-40-40-15,40 40 0,0 0 16,1 0-16,-1 0 16,0 0-16,0 0 0,0 0 15,0 40-15,0-40 0,0 40 0,1 0 16,-1-40 0,0 0-16,-40 40 0,40-40 0,0 0 15,0 0 1,-40-40 15,-40 40-15</inkml:trace>
  <inkml:trace contextRef="#ctx0" brushRef="#br0" timeOffset="40357.6902">4494 14638 0,'0'40'0,"-40"-40"16,0 0-16,40 40 16,0-80 15,40 40 0,0 0-15,-40-40-16</inkml:trace>
  <inkml:trace contextRef="#ctx0" brushRef="#br0" timeOffset="42277.5792">8427 6938 0,'0'40'16,"-41"-40"-1,1 0 1,0 0-1,0 0 1,40-40 62,0 0-62,80 40-1,-40 0 17,1 0-17,-1 0 1,0 0 0,0 0-16,-40 40 31,40 0-31,-40 0 0,0 0 15,0 0-15,0 0 16,0 0-16,0 0 0,0 0 0,-40 1 16,40-1-16,0 0 15,-40 0-15,40 0 0,-40 0 0,40 0 0,-40 0 16,40 0-16,-41 1 0,41-1 0,-40-40 16,40 40-16,-40-40 0,40 40 15,-40-40-15,40 40 0,0-80 47,40 0-31,-40 0-1,40 40-15,0 0 32,1 0-32,-1 0 15,0 0 1,0 0-16,0 0 15,0 0 1,0 0-16,-40-40 0,40 40 0,1 0 0,-41-41 16,40 41-16,0 0 0,0 0 15,0 0-15,0 0 0,-40-40 0,40 40 16,0 0-16,1 0 31,-41 40-31,40 1 16,-80-41 78</inkml:trace>
  <inkml:trace contextRef="#ctx0" brushRef="#br0" timeOffset="43127.5292">8467 8823 0,'-40'0'16,"40"40"-1,-41-40 1,41 40 0,-40-40-1,40 40 48,0 0-48,0 0-15,0 0 0,0 0 16,0 0-16,0 1 16,0-1-16,0 0 0,0 0 0,0 0 15,0 0-15,0 0 16,0 0-16,0 0 0,0 0 15,0 1-15,0-1 16,0 0-16,0 0 16,0 0-1</inkml:trace>
  <inkml:trace contextRef="#ctx0" brushRef="#br0" timeOffset="44247.3886">7985 10948 0,'-40'0'0,"40"-40"47,0 0-47,40 0 16,-40 0 0,40 40-1,0 0 1,1 0-16,-1 0 15,0 0-15,0 0 16,0 0-16,-40 40 0,40 0 16,0 0-1,-40 0-15,40 0 0,-40 0 16,0 0-16,0 1 0,0-1 0,0 0 16,0 0-16,0 0 15,-40 0-15,40 0 0,-40 0 0,40 0 16,-40 1-16,40-1 15,-40-40-15,40 40 0,-40-40 32,80 0 15,0-40-47,0 40 15,-40-40-15,40 40 0,0 0 16,1 0-16,-1-41 0,0 41 0,0 0 15,0-40-15,0 40 16,0 0-16,0 0 0,1 0 0,-1 0 16,0 0-16,0 0 15,0 0-15,-80 0 110,40 40-110,-40-40 0</inkml:trace>
  <inkml:trace contextRef="#ctx0" brushRef="#br0" timeOffset="45597.3153">8306 13475 0,'-40'-40'15,"0"40"-15,40 40 110,0 0-95,0 0 1,0 0 31,0 0-31,0 0-1,0 0-15,0 1 0,0-1 16,0 0-1,0 0-15,0 0 0,0 0 0,0 0 16,0 0 0,0 0-16,0 0 15,0 1 48,0-1-32,0-80 47,0-1-62,0 1-16,0 0 15,0 0-15,0 0 16,0 0 0,0 0-16,40 40 0,-40-40 0,0 0 15,0 0-15,0-1 0,40 1 16,-40 80 46,-40-40-46,40 81-16,0-41 0,-40 0 0,40 0 16,0 0-1,0 0-15,-40 0 0,40 0 0,0 0 16,-40 1-16,40-1 0,0 0 16,-40 0-16,40 0 15,0 0 1,-41-40-1,41 40 1,0 0 15,0 0-31,0 1 32,0-82-1,0 1-31,0 0 15,0 0 1,0 0-16,0 0 0,0 0 0,0 0 16</inkml:trace>
  <inkml:trace contextRef="#ctx0" brushRef="#br0" timeOffset="48517.2132">11075 6777 0,'0'40'359,"0"0"-343,0 1-16,-40-1 0,40 0 0,0 0 15,0 0-15,0 0 16,0 0-16,0 0 0,-40 0 16,40 0-1,0 1-15,0-1 0,0 0 16,0 0-16,0 0 16,0-80 62,0 0-63,0 0-15,0 0 0,0-1 16,0 1 0,0 0-16,0 0 0,0 0 0,0 0 15,0 0-15,0 0 0,0 0 16,40 0-16,-40-1 0,0 1 15,0 0 1,0 80 78,0 0-79,0 1-15,0-1 0,0 0 0,0 0 16,-40 0-16,40 0 16,0 0-16,0 0 0,0 0 0,0 0 0,0 1 15,0-1-15,0 0 0,0 0 0,-40 0 0,40 0 16,0 0-16,0 0 16,0 0-16,0-80 62,0 0-62,0 0 0,0 0 16,0 0-16,0 0 15,40 0-15,-40 0 0,0-1 0,0 1 0,0 0 16,0 0-16,0 0 0,40 0 0,-40 0 0,0 0 16,0 0-16,0 80 46,0 0-30,40 0-16,-40 0 16,0 0-16,0 0 0,0 0 0,0 0 0,0 1 15,0-1-15,0 0 0,0 0 0,0 0 0,0 0 16,0 0 0,0 0-16</inkml:trace>
  <inkml:trace contextRef="#ctx0" brushRef="#br0" timeOffset="50537.0199">10433 8742 0,'-40'0'16,"40"-40"125,40 40-110,-40-40-31,40 40 16,0 0-1,-40-40-15,40 40 0,-40-40 16,40 40-16,0 0 15,1 0-15,-1 0 0,0 0 16,0 0 0,-40 40-16,40-40 15,-40 40-15,40 0 0,-40 0 32,0 0-32,0 1 0,0-1 15,-80 0 1,80 0-16,0 0 0,0 0 0,-40 0 15,40 0-15,-40-40 16,40 40-16,-40 1 0,40-1 0,-41-40 16,41 40-16,-40-40 0,40 40 0,-40 0 15,0-40 1,40 40-16,0-80 94,40 40-94,-40-40 0,40 40 15,0 0-15,1 0 0,-1-40 16,0 40-16,0 0 16,0 0-16,0 0 0,0 0 15,1 0 1,-1 0-16,0 0 0,0 0 15,0 0 1,0 0-16,-80 0 188,0 0-188,40 40 15,-40-40-15</inkml:trace>
  <inkml:trace contextRef="#ctx0" brushRef="#br0" timeOffset="52037.0104">10834 10708 0,'-40'0'0,"40"-41"78,0 1-62,-40 40 46,40-40-46,0 0 15,0 120 235,0-40-251,0 1 1,0-1-16,0 0 16,0 0-16,0 0 0,0 0 15,0 0 1,0 0-16,0 0 16,0 0-1,0 1 1,0-1-1,0 0 17,0-120-1,40 80-15,-40-41-16,0 1 0,0 0 15,0 0 1,0 0-16,0 0 0,0 0 0,0 0 0,-40 40 15,40-40-15,0 0 0,0-1 16,0 1 0,0 80 46,40 1-62,-40-1 16,0 0-1,0 0-15,40 0 0,-40 0 0,0 0 16,0 0-16,0 0 0,0 0 16,0 1-16,0-1 0,0 0 0,0 0 15,0 0-15,0 0 0,0 0 0,0 0 16,0 0 0</inkml:trace>
  <inkml:trace contextRef="#ctx0" brushRef="#br0" timeOffset="53266.9352">10232 13314 0,'-40'0'15,"40"-40"1,0 0 0,0 0-1,40 0 16,0 0-31,0 40 0,81-40 32,-81 0-32,0 40 0,0 0 0,81 0 15,-41 80 17,-40-40-32,-40 80 31,0-80-31,-40 121 15,40-121-15,-80 80 16,39-40 0,-39 1-1,40-41 1,0-40-16,0 0 16,0 0-16,0 0 15,40-40 32,40 40-31,-40-40-16,40 40 0,0-41 15,0 41 1,0 0 0,0-40-16,0 40 0,1 0 15,-1 0-15,0 0 16,0 0-16,0 40 0,0 1 15,0-41-15,1 40 16,-1 0-16,0 0 0,0-40 0,0 40 0,0-40 16,0 40-16,0-40 15,1 0 1,-41-40-16,0 0 31,-41 40 47</inkml:trace>
  <inkml:trace contextRef="#ctx0" brushRef="#br0" timeOffset="55566.7266">13161 6817 0,'-40'0'46,"80"0"79,1 0-109,-1 0 0,-40-40-16,40 40 15,0 0-15,0 0 32,0 0-32,0 40 15,0-40 1,-40 40-16,0 1 0,0-1 15,0 0 1,0 0-16,0 0 0,0 0 0,0 0 16,-40 0-16,40 0 0,0 0 0,-40 1 0,40-1 15,-40-40-15,40 40 0,0 0 16,-40 0-16,0-40 0,40 40 16,-40-40-16,40 40 15,-40-40-15,40 40 16,-41-40-16,41-40 62,0 0-62,41 40 16,-41-40 0,40 40-16,0 0 31,0 0-31,-40-40 15,40 40-15,0 0 16,0 0-16,0 0 0,1 0 16,-1 0-16,0 0 0,0 0 0,0 0 15,0 0 1,0 0-16,0 0 0,1 0 16,-1 0-16,-40-40 0,40 40 15,0 0-15,0 0 0,0 0 31,-120 40 79,80 0-110</inkml:trace>
  <inkml:trace contextRef="#ctx0" brushRef="#br0" timeOffset="56676.7364">13482 8462 0,'0'-40'16,"0"-1"0,0 1-16,0 80 93,-40-40-77,40 81-16,0-41 0,-40 0 16,40 0-16,0 0 0,0 0 15,0 0-15,0 0 0,0 41 0,0-41 0,0 0 16,-40 0-16,40 0 15,0 0-15,0 0 0,0 0 0,0 0 0,0 1 16,-40-41-16,40 40 16,0-80-1,0-1 1,0 1-16,0 0 16,0 0-16,0 0 0,0 0 0,0 0 0,0 0 15,0 0-15,0-1 0,0-39 16,40 40-16,-40 0 0,0 0 15,0 0 1,0 120 0,0-40 15,0 0-31,0 0 0,0 0 31,0 1-31,-40-1 0,40 0 16</inkml:trace>
  <inkml:trace contextRef="#ctx0" brushRef="#br0" timeOffset="58146.5782">12840 10467 0,'-40'0'16,"40"-40"93,0 0-93,0 0 0,40 40-16,-40-41 15,41 41-15,-41-40 16,40 40-16,0 0 0,0 0 0,0 0 16,0 0-1,0 40-15,-40 1 16,40-41-16,-40 40 0,0 0 15,0 0-15,41 0 0,-41 0 16,0 0-16,0 0 16,0 0-16,0 1 0,0-1 15,-41-40-15,41 40 0,-40 0 0,40 0 16,-40 0-16,0 0 16,40 0-16,-40-40 0,40 40 0,-40-40 0,40 40 15,-40 1 1,0-41-16,40-41 78,0 1-78,80 40 16,-40 0-1,0 0-15,-40-40 0,40 40 0,0 0 16,0-40-1,1 40-15,-1 0 0,0 0 0,0 0 0,0 0 16,0 0-16,0 0 16,0 0-16,1 0 0,-1 0 0,0 0 0,0 0 15,0 0-15,-80 0 63,0 0-32,40-40-15,-40 40-1,40 40 1,-40-40-16</inkml:trace>
  <inkml:trace contextRef="#ctx0" brushRef="#br0" timeOffset="59026.5972">13041 12352 0,'-40'0'31,"40"-40"-31,0 80 47,-40-40-31,40 40 30,-40-40-46,40 40 0,0 0 16,0 0 0,0 0-16,-40-40 15,40 40-15,0 1 16,0-1-16,0 0 16,0 0-16,0 0 0,0 0 15,0 0 1,40 0-16,-40 0 0,0 1 0,0-1 15,0 0-15,0 0 16,0 0-16,0 0 0,0 0 0,0 0 0,0 0 16,0 41-16,0-41 0,0 0 0,0 0 0,0 0 15,0 0-15,0 0 16,0 0-16,0 0 0,0 1 0,0-1 16,0-80 15,0-1-16,0 1-15,0 0 0,0 0 16,0 0-16,0 0 16,0 0-16,0 0 0,0 0 15</inkml:trace>
  <inkml:trace contextRef="#ctx0" brushRef="#br0" timeOffset="61526.3953">14606 6176 0,'0'-40'31,"-40"40"-15,40 40 46,40-40-62,0 0 16,-40 40-16,40-40 0,0 0 0,1 40 15,-1-40 1,0 0-16,0 0 0,0 0 16,0 0-16,0 0 15,0 0 1,-40 40 31,0 0-32,0 0-15,0 0 16,0 0-16,0 0 0,0 1 16,0-1-1,0 0-15,0 0 0,0 0 0,0 0 0,0 0 16,0 40-16,0-39 0,0-1 16,0 40-16,0-40 0,0 40 0,0-40 0,0 40 15,0-39-15,0-1 16,0 40-16,0-40 0,0 0 0,0 40 0,0-40 15,0 1-15,0 39 0,0-40 16,0 40-16,-40 0 0,40-40 0,0 41 0,0-1 16,0-40-16,0 40 0,0 0 0,0-40 0,0 41 15,0-1-15,0 0 16,0-40-16,0 40 0,0 1 0,-40-1 0,40 0 16,0-40-16,0 40 0,0 1 15,0-41-15,0 40 0,0-40 0,-40 40 0,40-40 16,0 0-16,0 41 15,0-41-15,0 0 0,-40 40 0,40-40 0,0 0 16,0 0-16,0 41 0,0-41 0,0 0 0,-40 0 16,40 0-16,0 0 0,0 0 15,0 0-15,0 0 0,-40 0 0,40 1 0,0-1 16,0 0-16,0 0 16,-40 0-16,40 0 0,0 0 0,0 0 15,-41 0-15,41 1 0,0-1 16,0 0-16,0 0 0,0 0 0,0 0 15,0 0-15,0 0 16,-40 0-16,40 0 0,0 1 0,0-1 16,0 0-16,-40 0 0,40 0 0,0 0 15,0 0-15,0 0 0,0 0 16,0 1-16,0-1 0,0 0 16,0 0-1,0 0-15,0 0 16,0 0-16,0 0 15,0 0-15,0 0 0,0 1 16,0-1-16,0 0 0,0 0 16,0 0-16,40 0 15,-40 0-15,40 0 16,-40 0 0,0 1-16,0-1 31,0 0-31,0 0 15,0 0 1,0 0-16,0 0 0,0 0 16,0 0-16,0 0 0,0 1 31,-40-1-31,40 0 16,-40 0-1,40 0-15,0 0 0,0 0 16,0 0-1,0 0-15,0 1 0,0-1 16,0 0-16,-40-40 0,40 40 0,0 0 16,0 0-16,0 0 15,0 0-15,-40-40 0,40 40 0,0 0 0,0 1 16,0-1 0,0 0-16,0 0 0,0 0 15,0 0-15,0 0 16,0 0-16,0 0 15,0 1 1,0-1 0,0 0-1,0 0-15,0 0 16,0 0-16,0 0 0,0 0 16,0 0-16,0 0 15,0 1-15,0-1 0,0 0 0,0 0 16,0 0-1,-40-40-15,40 40 16,-40 0 15,40 0-15,0 0 0,0 1 15,0-1-16,0 0 1,0-80 47,-41 40-63,1 0 46,0 0-30,0 0-16,0 0 0,0 0 16,0 0-16,-41 0 15,41 0-15,0 0 0,0 0 0,-40 0 0,0 0 16,39 0-16,-39 0 16,0 0-16,0 0 0</inkml:trace>
  <inkml:trace contextRef="#ctx0" brushRef="#br0" timeOffset="68875.9491">16693 6015 0,'-41'0'32,"1"0"-1,40 40-31,-40-40 62,0 0-46,0 0 0,0 0-1,0 0 16,0 0-31,-1 0 16,1 0 0,0 0-1,0 0 17,40 40-1,-40-40-31,0 41 15,0-41 1,40 40 0,0 0-1,0 0 1,0 0 15,0 0-31,0 0 16,0 0-1,0 0 1,0 0-16,0 1 0,0-1 16,0 0-1,-40 0-15,40 0 0,0 0 16,0 0-16,-41 0 0,41 0 16,0 1-16,0-1 0,0 0 0,0 0 0,0 0 15,0 0-15,-40 0 16,40 0-16,0 0 0,0 0 0,0 1 0,0-1 15,0 0-15,0 0 0,0 40 16,0-40-16,0 0 0,0 0 0,0 1 0,-40 39 16,40-40-16,0 0 0,0 0 0,0 40 0,-40-40 15,40 0-15,0 1 16,0-1-16,0 0 0,0 0 0,0 0 0,0 0 16,0 0-16,0 0 0,0 0 15,0 1-15,-40-1 0,40 0 0,0 0 0,0 0 16,0 0-16,0 0 15,0 0-15,0 0 0,0 0 0,0 1 0,0-1 16,0 0-16,0 0 0,0 0 0,0 40 0,0-40 16,0 0-16,0 1 0,0-1 15,0 0-15,0 0 0,0 0 0,0 0 0,0 0 16,0 0-16,0 0 16,0 0-16,0 1 0,0-1 0,0 0 15,0 0-15,0 0 16,0 0-16,0 0 0,-40 0 0,40 0 15,0 1-15,-40-1 16,40 0-16,0 0 0,0 0 0,0 0 0,0 0 16,0 0-16,0 0 0,-40-40 0,40 40 15,0 1-15,0-1 16,0 0-16,0 0 16,0 0-1,0 0-15,0 0 0,0 0 16,0 0-16,0 1 15,0-1-15,0 0 0,0 0 0,0 0 16,0 0-16,0 0 0,40-40 0,-40 40 0,0 0 16,0 0-16,0 1 15,0-1-15,0 0 0,0 0 16,0 0 0,0 0-16,0 0 0,-40-40 0,40 40 15,0 0-15,0 1 16,0-1-16,0 0 0,0 0 15,0 0 1,0 0-16,-41-40 0,41 40 16,0 0-16,0 0 0,0 0 0,0 1 15,0-1 1,0 0-16,0 0 0,0 0 16,0 0-16,0 0 15,0 0 1,0 0-1,-40-40-15,40 41 16,0-1-16,0 0 0,0 0 16,0 0-1,0 0-15,0 0 0,0 0 0,0 0 0,0 0 16,0 1 0,0-1-16,0 0 0,0 0 15,0 0-15,0 0 16,0 0-16,0 0 15,0 0 1,0 1-16,0-1 16,0 0-16,0 0 0,0 0 15,0 0 1,0 0-16,-40 0 0,40 0 31,0 0-31,0 1 16,0-1-16,0 0 15,0 0-15,0 0 0,0 0 16,0 0-16,0 0 16,0 0-1,0 1-15,0-1 16,0 0-16,0 0 16,0 0 15,0 0 78,40-40-62,0 0-16,-40 40 1,41-40-32,-1 0 15,0 40 1,0-40-16,0 0 0,-40 40 15,40-40-15,0 0 16,0 0-16,1 40 0,-1-40 16,0 0-16,-40 41 0,40-41 0,0 0 15,0 0-15,0 40 16,0-40-16</inkml:trace>
  <inkml:trace contextRef="#ctx0" brushRef="#br0" timeOffset="69845.8949">17656 6978 0,'0'0'16,"0"-40"0,-41 40 30,41 40-14,-40-40 15,0 0-16,40-40-16,0 0 32,0 80 94,-40 40-125,40-40-16,0 0 0,-40 0 0,40 0 0,0 0 15,0 0-15,0 41 0,0-41 16,-40 0-16,40 0 0,0 0 0,0 0 0,0 0 15,0 0-15,0 1 0,0-1 0,0 0 16,0 0 0</inkml:trace>
  <inkml:trace contextRef="#ctx0" brushRef="#br0" timeOffset="70925.8278">17014 9023 0,'-41'0'31,"41"-40"-15,41 40-1,-41-40-15,0 0 16,0 0 0,0 0-1,-41 40 1,41-41-16,-40 41 47,40 41-32,-40-1-15,0 0 16,40 0-16,-40 0 16,40 0-16,-40 0 0,40 0 0,0 0 15,0 1 1,0-1-16,0 0 0,0 0 0,0 0 16,0 0-16,0 0 0,0 0 15,0 0-15,40-40 0,-40 40 0,40-40 0,-40 41 16,40-41-16,0 0 15,0 0-15,1 0 0,-1-41 16,0 41-16,0-40 0,0 0 0,0 40 16,-40-40-16,40 40 0,0-40 15,-40 0-15,0 0 0,41 40 0,-41-40 0,0 0 16,0 0-16,0-1 16,0 1-16,0 0 0,0 0 0,0 0 0,0 0 15,0 0-15,0 0 16,-41 40-16,41-40 0,-40-1 15,0 41-15,0-40 0,0 40 16,0 0 0,0 0-16,0 0 0,-1 0 15,41 40 1,-40-40-16,40 41 0,-40-1 16,40 0-16,0 0 15,0 0-15,0 0 0</inkml:trace>
  <inkml:trace contextRef="#ctx0" brushRef="#br0" timeOffset="71435.8735">16733 10748 0,'-40'-40'16,"80"80"-16,-121-121 31,81 41-31,0 0 16,0 80 15,0 0-15,0 1-1,0-1 1,-40 80 0,40 121 15,0-81-15,0-40-1,40-120-15</inkml:trace>
  <inkml:trace contextRef="#ctx0" brushRef="#br0" timeOffset="72275.8219">16652 12633 0,'0'0'0,"-40"0"0,0 0 15,0 0 1,0 0 0,0 0-1,0 0 1,40 40-16,0 0 15,-40 0-15,-1 0 16,41 0-16,0 0 16,0 0-1,0 0-15,0 1 16,0-1-16,0 0 16,0 0-16,0 0 0,41-40 31,-41 40-31,40-40 0,0 0 15,0-80-15,0 80 16,-40-40-16,40 40 16,-40-40-16,40 40 0,-40-40 0,40-1 0,-40 1 15,41 40 1,-41-40-16,0 0 0,40 40 0,-40-40 16,0 0-1,0 0-15,-40 40 16,-1-40-1,1 40-15,0-40 0,0 40 16,0 0-16,40-41 16,0 82 31</inkml:trace>
  <inkml:trace contextRef="#ctx0" brushRef="#br0" timeOffset="74255.7052">18057 6095 0,'0'0'16,"-40"0"-1,40-80 16,40 40-15,0 40 0,0 0-1,40 40 17,81-40-17,40-40 1,-41-40-1,-80 40 17,-40 40-17,-40 80 1,41 0 15,-41 0-15,0 41-1,-41 39 1,1 1 15,0 39-15,-40 41 0,40 39 15,0 41-16,0 40 1,40 80 0,-41-40 15,-39 1-15,40-1-1,0-81 16,0-39-15,40-161-16,-40 121 31,40-161-31,0 41 16,-40 119 0,40-160-1,0 121 1,-41 40-1,41-41 17,0 1-17,0-41 1,0 41 15,0-1-15,0-39-1,-40-41 1,40 0 15,0 1-15,0-41 0,40 40 15,-40-40-16,41 0 1,-41 1 0,-41-41 15,41 0-31,-40-40 16,40 40-1,0 0 1,-40-40-1,40 40 1,0 40 0,0 1-1,0-41 17,0 0-1,0 0-16,0 0-15,0 0 16,0 0 0,-40-40 77,0 0-77,0 0-16,0 0 0,-1 0 0,1 0 16,0 0-16,0 0 0,0 0 15,0 0-15,0 0 0,0 0 0,-1 40 0,1-40 16,40 40-16</inkml:trace>
  <inkml:trace contextRef="#ctx0" brushRef="#br0" timeOffset="75145.654">19702 9264 0,'0'0'16,"-40"0"0,40-40 31,40 40-16,0 0-31,0 0 15,0 0-15,1 0 0,-1 0 0,0 0 0,0 0 16,0 0-16,0 0 0,0 0 16,41 0-16,-41 0 0,0 0 0,0 0 15,0 0-15,0 0 16,0 0-16,0 0 0,1 0 16</inkml:trace>
  <inkml:trace contextRef="#ctx0" brushRef="#br0" timeOffset="75615.5676">19742 10106 0,'-40'0'15,"0"0"1,80 0 78,0 0-79,0 0 1,0 0-16,1 0 0,-1 0 15,0 0-15,0 0 0,0 0 0,0 0 0,0 0 16,41 0-16,-41 0 0,0-40 16,40 40-16,-40 0 0,0-40 0,41 40 0,-41-40 15</inkml:trace>
  <inkml:trace contextRef="#ctx0" brushRef="#br0" timeOffset="82775.1506">4936 8422 0,'-41'0'0,"41"40"0,41-40 109,-1 0-93,0 0-1,0 0-15,0 0 16,0 0-16,-40-40 0,40 40 16,0 0-16,1 0 15,-1 0 1,0 0-1,0 0-15,0 0 16,0 0-16,0 0 16,0-41-16,1 41 0,-1 0 0,0 0 15,0 0 1,0-40-16,0 40 0,0 0 0,0 0 31,-40 40-15,41-40-1,-1 0 1,0 0-16,0 0 16,0 0-16,0 0 15,0 0-15,0-40 0,1 40 0,-1 0 16,0 40 46,0-40-62,0 0 16,0 0 0,0 0-16,0 0 15,1-40 1,-1 40-16,-40-40 0,40 40 16,0 0-1,0-40 1,0 40-1,0 40 1,0-40 0,-40 40-16,41-40 15,-1 0-15,0 0 16,0 0 0,0 0-16,0 0 0,0 0 15,0 0 1,1 0-16,-1 0 15,0 0-15,0 0 16,0 0 31,-40 40-47,40-40 0,0 0 16,1 0-1,-1 0-15,0 0 16,0 0-16,0 0 0,-40-40 0,40 40 15,0 0 1,41 0 47,-41 0-63,0 0 15,40 0 1,-40 0-16,0 0 0,0 0 15,-40-40-15,41 40 47,-1 0-31,0 0-16,0 0 16,0 0-16,0 0 15,-40-40-15,40 40 0,0 0 0,1 0 16,-1 0-16,0 0 15,-40-40-15,40 40 0,0-40 16,0 40 0,0 0-1,0 0-15,1-40 0,-1 40 16,0 0-16,0 0 16,0 0-16,-40-40 0,40 40 15,0 0 16,0 0-31,1 0 32,-1 0-32,0 0 15,0 0 1,0 0-16,0 0 0,0 0 16,0 0-16,1 0 15,-1 0-15,0 0 0,0 0 16,0 0-16,0 0 15,0 40 1,0-40-16,1 0 31,-41 40-31,40-40 16,0 0 0,0 0-1,0 0 1,0 0-16,0 0 0,0 0 15,1 0-15,-1 0 0,0 0 16,0 0 0,0 0-16,0 0 0,0 0 15,0 0 1,1 0-16,-1 0 0,0 0 31,0 0-31,0 0 0,0 0 16,0 0-16,0 0 0,1 0 15,-1 0-15,0 0 16,0 0-16,0 0 0,0 0 16,0 0-1,1 0-15,-1 0 0,0 0 16,0 0-16,0 0 16,0 0-16,0 0 0,0 0 0,1-40 15,-1 40 1,0 0-16,0 0 0,0 0 0,0 0 15,0 0-15,0 0 0,1 0 0,-1 0 16,0 0-16,0 0 16,0 0-16,0 0 0,0 0 15,0 0 1,1 0-16,-1 0 0,0 0 16,-40-40-16,40 40 15,0 0 1,0 0-16,0 0 15,0 0-15,1 0 16,-1 0-16,0 0 0,0 0 16,-40-40-16,40 40 0,0 0 15,0 0-15,0-41 16,1 41-16,-1 0 16,0 0-16</inkml:trace>
  <inkml:trace contextRef="#ctx0" brushRef="#br0" timeOffset="84975.0821">18137 7339 0,'0'40'15,"0"0"16,0 0-15,0 0 15,0 0-15,0 0 0,0 0-1,0 1 1,0-1-16,0 0 15,0 0-15,0 0 0,0 0 16,0 0 0,0 0-16,-40 0 0,40 0 15,0 1-15,-40-41 16,40 40-16,0 0 0,0 0 16,0 0-1,0 0-15,0 0 0,-40-40 16,40 40-16,0 0 0,0 1 15,-40-1 1,40 0-16,0 0 0,0 0 16,-41-40-1,41 40-15,0 0 0,0 0 16,0 0 0,0 0-16,0 1 0,0-1 15,0 0 1,0 0-16,-40-40 0,40 40 0,0 0 15,0 0-15,0 0 0,0 0 16,0 1 0,0-1-16,0 0 15,0 0 1,0 0-16,0 0 0,0 0 16,0 0-16,0 0 15,0 0-15,0 1 16,0-1-16,0 0 31,0 0-31,0 0 0,0 0 16,-40 0-16,40 0 15,0 0-15,0 1 16,0-1-16,0 0 16,0 0-16,0 0 15,0 0-15,0 0 16,40-40-16,-40 40 0,0 0 15,0 0-15,0 1 0,0-1 16,0 0 0,40 0-16,-40 0 0,0 0 15,0 0-15,0 0 16,0 0-16,0 1 16,0-1-1,41-40-15,-41 40 0,0 0 16,0 0-16,0 0 0,0 0 15,0 0-15,0 0 16,40 0-16,-40 1 0,0-1 16,0 0-1,0 0-15,0 0 0,0 0 16,0 0-16,0 0 16,-40 0-16,40 1 0,0-1 15,0 0 1,0 0-16,0 0 0,-41 0 0,41 0 15,0 0-15,0 0 0,-40-40 0,40 40 16,0 1-16,0-1 16,0 0-16,0 0 0,0 0 0,0 0 15,0 0 1,0 0-16,0 0 16,0 1-1,0-1-15,0 0 16,-40 0-16,40 0 0,0 0 15,0 0-15,0 0 16,0 0-16,-40 0 0,40 1 0,0-1 16,0 0-16,0 0 15,0 0-15,0 0 16,0 0 0,0 0-16,-40-40 0,40 40 0,0 1 15,0-1-15,0 0 16,0 0-16,0 0 0,0 0 15,0 0-15,0 0 0,-40 0 16,40 0 0,0 1-16,-40-1 0,40 0 15,0 0-15,0 0 16,-40-40-16,40 40 16,0 0-1,0 0-15,0 0 16,-41-40-16,41 41 0,0-1 31,41-40-15</inkml:trace>
  <inkml:trace contextRef="#ctx0" brushRef="#br0" timeOffset="87264.887">22511 6216 0,'0'40'0,"-40"-40"78,0 0-63,0 0 1,-1 0-16,1 0 16,0 0-16,0 0 15,0 0-15,0 0 0,0 0 16,40 40-16,-40-40 0,-1 40 31,41 0-15,0 0 15,-40-40-15,40 40-16,0 0 15,0 1 1,0-1-16,0 0 0,0 0 15,0 0-15,-40 0 0,40 0 0,0 0 16,0 0 0,0 1-16,0-1 0,0 0 0,0 0 0,0 0 15,0 0-15,0 0 0,0 0 16,0 0-16,0 0 0,0 41 0,0-41 0,0 40 16,0-40-16,-40 40 15,40-40-15,0 41 0,0-41 0,0 40 0,-40 0 16,40 0-16,-40-40 0,40 41 0,0-1 0,-40 0 15,40-40-15,0 40 0,0-39 16,-41 39-16,41-40 0,0 0 0,0 40 0,0-40 16,0 0-16,0 0 15,0 1-15,0-1 0,0 0 0,0 40 0,0-40 16,0 40-16,41-40 0,-41 41 16,0-1-16,0-40 0,0 40 0,0 0 0,0 1 15,0-1-15,0-40 16,0 40-16,0 0 0,0-40 0,0 41 0,0-41 15,0 40-15,0-40 0,0 0 0,0 40 0,0-40 16,0 1-16,0 39 0,0-40 16,0 0-16,0 40 0,0-40 0,0 0 0,0 1 15,0 39-15,0-40 16,0 0-16,0 0 0,0 40 0,0-40 0,0 0 16,0 1-16,0 39 0,0-40 15,0 0-15,0 0 0,0 0 0,0 0 0,0 0 16,0 1-16,0-1 0,0 40 0,0-40 0,0 0 15,0 0-15,0 40 16,-41-40-16,41 1 0,0-1 0,0 40 0,0-40 16,0 0-16,0 0 0,0 0 15,0 0-15,0 1 0,0-1 0,41 0 0,-41 0 16,0 0-16,0 0 16,0 0-16,0 0 0,0 0 0,0 0 15,0 1-15,0-1 16,0 0-16,0 0 0,0 0 15,0 0-15,0 0 0,0 0 0,0 0 16,0 1-16,0-1 16,0 40-16,0-40 0,40 0 0,-40 0 0,0 0 15,40 0-15,-40 41 0,0-41 16,0 0-16,0 0 0,0 0 0,0 0 0,0 0 16,0 0-16,0 0 15,0 1-15,0-1 0,0 0 16,0 0-1,0 0 1,0 0 0,0 0-1,0 0-15,0-80 63,40 40-32,0 0 16,0 0-47,0 0 16,1 0-1,-1-40-15,0 40 16,0 0-16,0-40 0,0 40 15,0 0 1,0 0-16,-40-40 0,41 40 0,-1 0 16,0 0-16,0 0 15,-40-40-15,40 40 0,0 0 0,0 0 16,0-40 0,1 40-16</inkml:trace>
  <inkml:trace contextRef="#ctx0" brushRef="#br0" timeOffset="88104.8417">22912 6898 0</inkml:trace>
  <inkml:trace contextRef="#ctx0" brushRef="#br0" timeOffset="88774.8558">22912 6938 0,'0'-40'31,"0"-1"110,-40 41-126,0 0 32,40 41-31,0-1-16,0 0 16,0 0-1,0 0-15,0 0 0,0 0 0,0 0 0,-40 0 16,40 0-16,0 1 0,0-1 0,0 0 0,-40 0 15,40 0-15,0 0 16,0 0-16,-40-40 0,40 40 0,0-80 63,0 0-63,0 0 15,0 0 1,0 0-16,0 0 0,0 0 0,0-1 15,0 1-15,0 0 0,0 0 0,0 0 16,0 0-16,0 0 16,0 0-16,0 0 0,0 0 0,40 40 0,-40-41 15,0 1 1,0 121 0,0-41-1,0 0-15,0 0 0,0 0 0,0 0 16,0 0-16,0 0 0,0 0 0,0 0 0,0 1 15,0-1-15,0 0 16,0 0-16,-40 0 0,40 0 0,0 0 16,0 0-16,0 0 15,0-80 17</inkml:trace>
  <inkml:trace contextRef="#ctx0" brushRef="#br0" timeOffset="89834.7922">23594 7299 0,'-40'0'94,"0"0"-78,0 0-1,80 0 110,0 0-109,0 0 0,0 0-16,1 0 0,-1 0 0,0 0 0,0 0 15,0 0 1,0 0-16,0 0 0,0-41 0,1 41 16,-1-40-16,0 40 15,0 0-15,0 0 0,-40-40 16,40 40-16,0 0 0,-40-40 15,40 40-15,-40 40 47,0 0-31,0 0 31,-40-40-32,40 41-15</inkml:trace>
  <inkml:trace contextRef="#ctx0" brushRef="#br0" timeOffset="90224.7704">23915 6857 0,'-40'0'0,"0"0"31,40 41 16,0-1-32,0 0-15,0 0 16,0 0-16,0 40 0,0-40 0,0 0 16,0 0-16,0 1 0,0-1 15,0 0-15,-40 0 0,40 0 0,0 0 0,0 0 16,0 0-16,0 0 0,0 1 15,0-1 1,40-40-16,-40 40 0</inkml:trace>
  <inkml:trace contextRef="#ctx0" brushRef="#br0" timeOffset="91194.6394">25079 6777 0,'-80'0'78,"40"0"-46,-1 0-32,1 0 15,0 40-15,0 0 16,40 1-1,-40-1-15,40 0 0,0 0 16,0 0 0,-40-40-16,40 40 0,0 0 0,0 0 0,0 0 15,0 0 1,0 1-16,40-41 0,-40 40 16,40-40-16,0 0 15,0 0-15,0 0 16,1 0-16,-1 0 0,0-40 15,0 40-15,0-41 16,0 41-16,-40-40 0,0 0 16,40 40-16,-40-40 15,40 0-15,-40 0 16,0 0-16,0 0 16,41 0-16,-41 0 0,0-1 15,0 1 1,0 0-16,0 0 0,-41 40 15,41-40-15,-40 40 0,40-40 32,-40 40-32,0 0 15,0 0 1,40 40 15,-40 0-15,40 0-16</inkml:trace>
  <inkml:trace contextRef="#ctx0" brushRef="#br0" timeOffset="92004.5934">26283 7098 0,'0'0'0,"-40"0"15,-41 0 1,41 0 15,0 0-15,0 0 46,0 0-30,0 0-32,0 0 31,0 0 0,80 0 79,0 0-110,0 0 15,0 0-15,0 0 0,0 0 0,0 0 16,1 0-16,-1 0 15,0 0-15,0 0 0,0 0 0,0 0 16,0 0 0,0 0-16,1 0 0,-41-40 0,40 40 15,0 0-15,0 0 16,-80 0 93</inkml:trace>
  <inkml:trace contextRef="#ctx0" brushRef="#br0" timeOffset="92324.5951">26403 6777 0,'-40'-40'16,"0"40"15,0 40 0,40 0-15,0 0-16,0 1 15,0-1-15,0 0 0,0 0 16,0 0-16,0 0 16,-40-40-16,40 40 0,0 0 0,0 0 0,0 0 15,0 1-15,0-1 0,0 0 0,0 0 16,0 0-16,0 0 15,0 0-15</inkml:trace>
  <inkml:trace contextRef="#ctx0" brushRef="#br0" timeOffset="92924.5361">27045 6737 0,'-40'-40'16,"0"0"-1,40 80 79,0 0-94,0 0 16,-40-40-16,40 40 0,0 0 0,0 1 15,0-1 1,0 0-16,0 0 0,-40 0 0,40 40 0,0-40 16,0 0-16,0 0 0,0 1 15,-40-1-15,40 0 0,0 0 0,0 0 16,0 0 0,-41 0-16,41-80 78</inkml:trace>
  <inkml:trace contextRef="#ctx0" brushRef="#br0" timeOffset="93684.5684">27326 7258 0,'0'-40'31,"40"40"141,0 0-156,0 0-16,1 0 0,-1 0 15,0 0-15,0 0 16,0 0-16,0 0 0,0 0 0,0 0 16,1 0-1,-1 0-15,0 0 0,0-40 0,0 40 16,0 0 0,-40-40-16,40 40 0,-40-40 15,-40 40 95,40 40-95,-40-40 1,40 40-16</inkml:trace>
  <inkml:trace contextRef="#ctx0" brushRef="#br0" timeOffset="94534.4417">27647 6857 0,'0'41'94,"0"-1"-79,0 0-15,0 0 0,0 0 16,-40 0-16,40 0 0,0 0 0,0 0 15,0 0-15,0 1 0,0-1 16,0 0-16,0 0 0,0 0 0,0 0 16,0 0-16,0 0 15,0 0-15</inkml:trace>
  <inkml:trace contextRef="#ctx0" brushRef="#br0" timeOffset="96214.369">28490 6777 0,'0'-40'640,"-40"40"-390,40 40-218,-41-40-32,41 40 15,0 0-15,-40-40 0,40 41 16,0-1-1,0 0-15,0 0 16,0 0 0,0 0-16,40 0 0,1 0 15,-41 0 1,40-40-16,0 0 31,-40 40-31,40-40 0,0 0 16,0 0-1,0 0 1,-40-40 0,40 40-1,1-40-15,-1 0 32,-40 0-32,0 0 15,40 0-15,-40 0 0,0 0 16,0 0-1,0-1-15,0 1 16,0 0 0,-40 40-16,0 0 15,-1-40 1,1 40-16,0 0 16,0 0-1,0 0 1,40 40-1,40-40 1</inkml:trace>
  <inkml:trace contextRef="#ctx0" brushRef="#br0" timeOffset="99194.1698">29011 6095 0,'41'0'125,"-1"0"-109,0 0-16,0 0 16,0 0-1,0 0-15,0 0 16,-40-40 0,0 80 30,0 1-14,0-1-17,0 0 1,-40-40 15,40 40-31,0 0 0,0 0 16,-40-40-16,40 40 0,0 0 0,0 0 15,0 0-15,0 1 0,-40-1 16,40 0-16,0 0 0,0 0 0,-40 0 0,40 0 16,0 0-1,-40 0-15,40 1 0,-40-1 0,40 0 0,0 0 16,0 0-16,-41 0 0,41 40 16,0-40-16,0 0 0,-40 1 0,40-1 15,0 0-15,0 0 0,0 0 0,-40 0 0,40 0 16,0 40-16,0-39 0,0-1 15,0 0-15,0 0 0,-40 0 0,40 0 0,0 0 16,0 0 0,-40 0-16,40 0 0,0 1 0,0-1 0,0 0 15,-40 0-15,40 0 16,0 0-16,-40 0 0,40 0 0,0 0 16,0 1-16,0-1 0,-41 0 15,41 0-15,-40 0 0,40 0 0,0 0 16,0 0-16,-40 0 0,40 0 0,0 1 0,0 39 15,-40-40-15,40 0 16,0 40-16,0-40 0,0 0 0,0 41 0,0-41 16,0 0-16,0 40 0,0-40 15,0 0-15,0 0 0,0 0 0,-40 41 0,40-41 16,0 0-16,0 0 0,-40 0 16,40 0-16,0 0 0,0 0 15,-40 1-15,40-1 0,0 0 0,0 0 0,0 0 16,0 0-16,0 0 15,0 0-15,0 0 0,-40 0 16,40 1 0,0-1-16,0 0 15,0 0 1,0 0-16,0 0 16,0 0-16,0 0 15,0 0-15,-41-40 0,41 41 0,0-1 16,0 0-16,0 0 0,0 0 15,0 0-15,0 0 16,41 0-16,-41 0 16,0 0-1,0 1-15,0-1 16,0 0 0,0 0-16,0 0 0,0 0 15,0 0-15,0 0 16,0 0-16,0 1 15,0-1-15,0 0 16,0 0 0,0 0-16,0 0 15,0 0 1,0 0-16,0 0 0,0 0 16,0 1-16,0-1 0,0 0 15,0 0-15,0 0 0,-41 0 16,41 0-16,0 0 0,0 0 31,0 1-31,-40-41 16,40 40-16,0 0 15,-40-40-15,40 40 16,0 0 0,0 0-16,-40 0 15,40 0-15,0 0 16,0 0-1,0 1-15,40-41 0,-40 40 32,0 0-32,0 0 15,0 0 1,0 0-16,0 0 16,0 0-16,-40-40 15,40 40-15,-40-40 0,40 41 16,0-1-1,0 0 1,-40 0 15,40 0-15,0 0 0,0 0 77,0 0-77,0 0 0,-40-40 155,0 0-171,-1 0 16,1 0 0,0 0-16,0 0 0,0 0 15,0 0 1,0 0-16,0 0 0,-1 0 16,1 0-1,0 0-15,0 0 16,40 40-16</inkml:trace>
  <inkml:trace contextRef="#ctx0" brushRef="#br0" timeOffset="144311.5609">5216 10467 0,'0'40'47,"41"-40"-31,-1 0 15,0 0 16,0 0-16,-40 40-31,40-40 16,0 0-1,0 0 1,0 0-16,1 0 16,-1 0-1,0 0-15,0 0 16,0 0 0,0 0-16,0 0 0,0 40 15,-40 0 1,41-40-16,-41 40 0,40-40 15,0 0-15,0 0 16,0 0-16,0 0 0,0 0 0,0 0 0,1 0 16,-1-40-16,0 40 0,0 0 0,-40-40 15,40 40-15,0 0 16,0 0-16,0 0 0,-40-40 0,41 40 16,-1 0-16,0 0 15,0 0-15,-40 80 0,40-80 16,0 0-16,0 0 15,0 0-15,1 0 0,-1 40 0,0-40 16,0 0-16,40 0 0,-40 0 16,41 0-16,-41 0 0,40 0 0,-40 0 0,0 0 15,41 0-15,-41 0 0,0 0 0,40-40 0,-40 40 16,0 0-16,0-40 16,41 40-16,-41-40 0,0 40 0,0 0 0,0-40 15,0 40-15,0 0 16,-40-40-16,41 40 0,-1 0 0,0 0 15,0-40 1,0 40-16,0 0 16,0 0-1,0 0 1,1 0-16,-1 0 16,0 0-1,0 0-15,0 0 0,0 0 0,40 0 0,-39-40 16,-1 40-16,0 0 0,0 0 15,0-40-15</inkml:trace>
  <inkml:trace contextRef="#ctx0" brushRef="#br0" timeOffset="145041.5582">9028 10347 0,'41'0'0,"-82"0"0,122 0 31,-41 0 1,0 0-32,0 0 15,0-41-15,0 41 16,0 0-16,1 0 0,-1-40 0,0 40 15,0 0-15,0 0 16,0 0-16,0 0 16,0 0 31,1 0-32,-1 0-15,0 0 0,0-40 0,0 40 16,0 0-16,0 0 15,0-40-15,41 40 0,-41 0 0,0 0 0,0 0 16,0-40-16,0 40 16,0 0-16,1-40 0,-1 40 15,0 0-15,0-40 0,0 40 16,0 0 0,0-40-16,0 40 15,1 0-15,-1 0 16,0 0-16,0 0 0,0 0 15,0 0 1,0 40-16,1-40 0,-1 0 16,0 0-16,0 0 15,0 0-15,0-40 16,0 40-16,0 0 16,1 0-1,-1 0-15,-40-40 16,40 40-16,0 0 15,0 0-15,0 0 0,0 0 16,0 0 0,1 0-16,-1 0 0,0 0 15,0 0-15,0 0 16,0 0-16,0 0 16,0 0-16,1 0 0,-41-40 0,40 40 15,0 0-15,0 0 16,0 0-16,0 0 0,0 0 15,0 0 1,1 0 0,-41 40-1,40-40-15,0 0 16,0 0 0,0 0-16,0 0 15,0 0-15,0 0 0</inkml:trace>
  <inkml:trace contextRef="#ctx0" brushRef="#br0" timeOffset="156300.8982">22431 8782 0,'0'0'0,"40"0"78,0-40-78,0 40 16,-40-40 0,40 40-16,0 0 0,-40-40 0,40 40 15,1 0 1,-1 0-16,0 40 16,-40 0-1,40 0-15,-40 1 0,0-1 0,40 0 16,-40 0-16,0 0 15,0 0-15,0 0 0,0 0 0,0 0 0,0 1 16,0-1-16,-40-40 0,40 40 0,-40-40 16,40 40-16,-40-40 15,0 0-15,-1 0 32,1 0-32,40-40 15,0 0 1,40 40 15,1 40-15,-1 0-16,0-40 0,0 40 0,0-40 15,0 40-15,0-40 16,0 40-16,1-40 0,-1 0 0,0 40 0,0-40 16,0 40-1,0-40-15,0 0 0,0 0 16</inkml:trace>
  <inkml:trace contextRef="#ctx0" brushRef="#br0" timeOffset="156580.8813">23474 9184 0,'-40'0'0,"40"-41"31,40 41-15,40 0-16,-40 0 0,0 0 15,1 0-15,-1 0 16,0 0-16,0 0 0,0 0 0,0 0 16,0 0-16,0 0 0,1 0 15,-1 0-15,-40-40 0,40 40 0,0 0 16</inkml:trace>
  <inkml:trace contextRef="#ctx0" brushRef="#br0" timeOffset="156900.8633">23675 8702 0,'0'0'0,"-41"0"15,41-40 1,0 80 15,0 0-15,0 0-16,0 1 15,0-1-15,0 0 0,0 0 16,0 0-16,41 120 31,-41-119-31,0-1 0,0 40 16,0-40-16,40 0 16</inkml:trace>
  <inkml:trace contextRef="#ctx0" brushRef="#br0" timeOffset="157480.832">24638 8662 0,'0'0'15,"-41"0"63,41 80-62,0-40 0,0 41-16,0-41 15,0 0-15,0 0 16,0 0-16,0 0 0,41-40 16,-41 40-16,40 0 15,0-40-15,-40 41 0,40-41 0,0 0 16,0 0-1,0 0-15,0 0 0,1-41 16,-41 1-16,40 0 0,-40 0 16,0 0-1,0 0-15,0 0 0,0 0 0,0 0 16,0-1-16,0 1 0,-40 40 16,40-40-16,-41 0 0,1 0 15,0 40 1,0 0-16,40-40 0,-40 40 15,40 40 1,-40-40-16,40 40 0,0 0 16</inkml:trace>
  <inkml:trace contextRef="#ctx0" brushRef="#br0" timeOffset="157840.8087">25320 8742 0,'-40'0'16,"80"0"31,40 0-47,0 0 15,-40 0 1,1 0-16,-1 0 0,0 0 0,0 0 16,0 0-16,0 0 15,0 0-15,0-40 0,1 40 0,-1 0 16,0-40-16,0 40 15</inkml:trace>
  <inkml:trace contextRef="#ctx0" brushRef="#br0" timeOffset="158140.7905">25520 8462 0,'-40'0'16,"40"40"46,0 0-62,0 0 16,0 0-1,0 0-15,0 0 0,0 0 16,0 0-16,0 1 0,0-1 0,0 0 0,0 0 16,0 0-16,0 0 15,0 0-15,0 0 0,0 0 0,0 1 16</inkml:trace>
  <inkml:trace contextRef="#ctx0" brushRef="#br0" timeOffset="158670.6883">26162 8582 0,'81'0'31,"-41"0"-31,0-40 16,0 40 0,0 0-16,0 0 0,0 0 15,1 40-15,-1 0 16,-40 0-16,40-40 0,-40 40 15,0 0-15,0 0 0,0 1 16,0-1-16,-40 0 0,40 0 16,-40-40-16,40 40 0,-41 0 0,1 0 0,0-40 15,40 40-15,-40-40 16,0 0-16,0 40 0,0-40 16,40-40 15,0 0-16,40 40 1,0 0-16,-40 40 0,80-40 16,-40 40-16,0-40 15,1 41-15,-1-41 0,0 40 0,0-40 0,-40 40 16,40-40-16,0 40 16,0-40-16,-40 40 0,40-40 0,-40 40 15</inkml:trace>
  <inkml:trace contextRef="#ctx0" brushRef="#br0" timeOffset="158940.7459">26845 8983 0,'-41'0'16,"122"0"0,-41-40-1,0 40-15,120-40 32,-119 40-32,79 0 15,-40 0 1,-40 0-16,41-40 15</inkml:trace>
  <inkml:trace contextRef="#ctx0" brushRef="#br0" timeOffset="159250.7271">27246 8622 0,'0'0'0,"-40"0"31,0 0-15,-1 120 0,1 41 15,40-81-31,0-40 0,0 121 15,0-121-15,0 40 32,0-40-32,0 40 15,0-40-15</inkml:trace>
  <inkml:trace contextRef="#ctx0" brushRef="#br0" timeOffset="159720.6979">28048 8462 0,'0'0'0,"0"-40"15,-40 40 1,0 80 0,-40 40 15,40-80-31,0 80 16,40-79-16,0-1 0,0 40 15,40-40-15,0 0 16,0 0-16,0-40 15,121-80 1,-121 0 0,40-81-1,-80 41 17,0 0-17,-40 120-15,-81 0 16,81 0-16,0 0 0,-40 80 15,-40 0-15</inkml:trace>
  <inkml:trace contextRef="#ctx0" brushRef="#br0" timeOffset="164450.4209">22270 10507 0,'0'-40'63,"0"0"-16,0 0-32,40 40-15,-40-40 16,40 40 15,-40 40 16,0 0-47,0 0 16,0 0-1,0 0-15,0 0 0,0 0 0,0 0 16,0 1-16,0-1 0,0 0 16,0 0-16,0 0 0,0 0 0,0 0 15,0 0-15,41 0 16,-41 0-16,0 1 0,0-1 0,0 0 15,0 0-15</inkml:trace>
  <inkml:trace contextRef="#ctx0" brushRef="#br0" timeOffset="164900.3941">23193 10708 0,'40'0'62,"0"0"-46,0 0-16,-40 40 0,41-40 16,-1 0-1,0 0-15,0 0 0,0 0 0,0-40 0,0 40 16,0 0-16,1 0 0,-1 0 15,0 0-15,0 0 0,0 0 0,0 0 0,0-41 16,0 41-16,1 0 0,-1 0 0,0 0 16,0 0-16,0 0 15,0 0-15</inkml:trace>
  <inkml:trace contextRef="#ctx0" brushRef="#br0" timeOffset="165220.3763">23715 10266 0,'0'-40'15,"0"80"-15,0-40 16,0 40 0,40 41-1,-40 79 17,0-120-32,0 81 15,40-1 1,-40-40-16,0 121 15,0-161-15</inkml:trace>
  <inkml:trace contextRef="#ctx0" brushRef="#br0" timeOffset="165800.3413">24718 10146 0,'-40'0'140,"40"40"-62,0 0-78,0 40 0,0-39 16,40-1-16,-40 0 16,0 0-16,40 0 0,-40 0 0,0 0 0,0 0 15,0 41-15,40-41 16,-40 0-16,0 0 0,0 0 0,0 0 16,0 0-16,0 0 0,0 0 15,0 0-15,0 1 0,40-1 0</inkml:trace>
  <inkml:trace contextRef="#ctx0" brushRef="#br0" timeOffset="166180.3209">25360 10708 0,'-40'-41'16,"80"82"-16,-40-82 31,40 41-15,0 0-16,0 0 15,0 0 1,1 0-16,-1 0 0,0 0 16,0 0-16,0 0 15,0 0-15,0 0 0,0 0 16,1 0-16,-1 0 0,0 0 16,0 0-16,0 0 0,0 0 0,0 0 15,0 0-15,1 0 16,-1 0-16,0 0 0,0-40 0</inkml:trace>
  <inkml:trace contextRef="#ctx0" brushRef="#br0" timeOffset="166500.3013">25761 10306 0,'0'0'16,"0"41"31,0 39-47,0-40 0,0 0 15,0 0-15,40 0 0,-40 0 0,0 0 0,0 1 16,0-1-16,0 0 16,40 0-16,-40 0 0,0 0 0,0 0 0,0 0 15,0 0-15,0 0 0,0 1 16</inkml:trace>
  <inkml:trace contextRef="#ctx0" brushRef="#br0" timeOffset="168010.1379">27005 10186 0,'-40'40'94,"40"0"-78,-40-40-1,40 40-15,0 1 0,0-1 0,-40 0 16,40 0-16,0 0 0,0 0 0,0 0 0,0 0 15,0 0-15,40 1 16,-40-1-16,40-40 0,-40 40 0,40 0 16,0-40-16,0 40 15,0-40-15,1 0 0,-1 0 16,-40-40-16,40 40 16,0-40-16,0 40 0,0-40 0,0 0 0,-40-1 15,40 1-15,1 0 0,-41 0 16,0 0-16,40 0 0,-40 0 0,0 0 0,0 0 15,0-1-15,-81 1 16,41 40-16,0 0 16,0 0-16,0 0 0,-40 0 0,40 0 0,-41 0 15,1 40-15,40-40 0,0 41 16,-40-41-16,39 80 0</inkml:trace>
  <inkml:trace contextRef="#ctx0" brushRef="#br0" timeOffset="181539.4203">22832 12592 0,'0'-40'172,"40"40"-157,-40-40-15,0 0 32,40 40-1,0-40-15,0 0-1,1 40-15,-41-40 16,40 40-16,0 0 0,0 0 31,0 0-15,-40 40-1,40 0-15,-40 0 0,0 0 16,40-40-16,-40 40 0,0 0 16,0 1-16,0-1 0,0 0 0,0 0 0,0 0 15,0 0-15,0 0 0,0 0 0,0 0 16,0 1-1,0-1 1,-40-40-16,0 0 16,0 0-16,0 0 0,40 40 0,-40-40 0,0 0 15,-1 0 1,1 0-16,0 0 0,0 0 16,40-40 15,0 0-16,40-1 1,-40 1-16,40 40 0,0 0 16,-40-40-16,41 40 0,-1 0 15,0 0-15,0 0 0,0 0 0,0 0 0,0 40 16,0-40-16,1 40 16,-1-40-16,0 41 0,0-1 15,-40 0-15,40-40 0,-40 40 16,40-40-1,0 0 17,-40-40-1,0 0 0</inkml:trace>
  <inkml:trace contextRef="#ctx0" brushRef="#br0" timeOffset="182279.3239">24076 12673 0,'0'40'16,"-40"-40"0,80 0 124,0 0-124,0 0-16,-40-40 15,40 40-15,0 0 0,0 0 16,1 0-16,-1 40 0,0-40 16,0 0-1,0 0-15,0 0 0,0 0 0,0 0 0,1 0 16,-1 0-16,0 0 16,0 0-16,0 0 15,-80 0 79,0 40-63</inkml:trace>
  <inkml:trace contextRef="#ctx0" brushRef="#br0" timeOffset="182939.3375">24397 12272 0,'0'40'171,"0"0"-155,0 0-16,0 0 0,0 0 16,40 0-16,-40 0 15,0 0-15,40-40 0,-40 41 0,0-1 16,0 0 0,40 0-16,-40 0 0,0 0 15,40-40-15,-40 40 0,0 0 31</inkml:trace>
  <inkml:trace contextRef="#ctx0" brushRef="#br0" timeOffset="183989.2763">25199 12232 0,'-40'0'15,"80"0"17,-40-41-32,40 41 15,1-40-15,-1 40 16,0 0-16,0 0 0,0 0 15,0 0-15,0 0 16,1 0-16,-1 40 0,0-40 16,0 0-1,-40 41-15,40-41 0,-40 40 0,40 0 16,-40 0-16,0 0 16,0 0-16,0 0 0,-40 0 0,40 0 15,-40-40-15,40 40 0,-40 1 0,40-1 0,-40 0 16,0 0-16,-1 0 15,1 0-15,0-40 0,40 40 16,0-80 31,40 40-31,0 0-16,41 0 15,-41 0-15,0 0 0,0 40 16,0-40-16,0 40 0,0-40 0,1 0 0,-1 0 15,0 40-15,0-40 16,0 0-16,-40 41 0,40-41 0,0 0 0,0 0 16,-40-81-1,0 41 17,0 0-17,0 0 16,0 0 1,-80 40-32</inkml:trace>
  <inkml:trace contextRef="#ctx0" brushRef="#br0" timeOffset="185049.2167">29613 9464 0,'40'0'63,"1"-40"-63,-1 40 15,0 0 1,40 0-16,-40 0 0,0 0 16,0 0-1,1 0-15,-1 0 0,0 0 0,0 0 16</inkml:trace>
  <inkml:trace contextRef="#ctx0" brushRef="#br0" timeOffset="185269.2006">29814 9865 0,'-40'0'31,"80"0"-31,0 0 32,0 0-32,81 0 31,-81 0-31,0 0 0,0 0 0,0 0 16,0 0-16</inkml:trace>
  <inkml:trace contextRef="#ctx0" brushRef="#br0" timeOffset="186939.0304">30978 6617 0,'0'0'0,"-41"0"94,1 0-94,0 0 16,0 0-16,0 80 15,0-80-15,0 0 16,0 0-16,-1 40 0,1-40 31,40 40-31,40-40 63,-40 40-63,41 0 15,-41 1-15,0-1 0,0 0 16,40 0-16,-40 0 15,0 0-15,0 0 0,0 0 0,0 0 0,0 0 16,0 1-16,0-1 16,0 0-16,0 0 0,0 0 0,0 40 0,0-40 15,0 0-15,0 41 0,0-41 16,0 0-16,0 0 0,0 40 0,0-40 0,0 0 16,0 0-16,0 1 15,0 39-15,0-40 0,0 0 0,0 0 0,0 0 16,0 0-16,0 41 0,0-41 0,0 0 0,0 0 15,0 0-15,0 0 0,0 0 16,0 0-16,0 0 0,0 0 0,0 1 0,0-1 16,0 40-16,0-40 15,0 0-15,0 40 0,40-40 0,-40 1 0,0-1 16,0 0-16,0 40 0,0-40 16,0 0-16,0 0 0,0 0 0,0 0 15,0 1-15,0-1 0,0 0 0,0 0 0,-40-40 16,40 40-16,0 0 15,0 0-15,0 0 0,0 0 0,-40 1 0,40-1 16,0 0-16,0 0 0,-41 0 16,41 0-16,0 0 0,0 0 0,0 0 0,-40 0 15,40 41-15,0-41 16,0 0-16,0 40 0,0-40 0,0 0 0,0 0 16,0 1-16,0 39 0,0-40 15,0 40-15,40-40 0,-40 0 0,0 0 16,0 0-16,41 1 0,-41-1 0,0 0 0,0 0 15,0 0-15,40 0 16,-40 0-16,0 0 0,0 0 0,0 1 0,0-1 16,0 0-16,0 0 0,0 0 15,0 0-15,0 0 0,0 0 0,0 0 0,0 0 16,0 1-16,0-1 16,0 0-16,0 0 0,0 0 0,0 0 0,0 0 15,0 0-15,0 0 0,0 1 0,0-1 16,0 0-16,0 0 0,40 0 15,-40 0-15,0 0 0,0 0 0,0 0 0,0 0 16,0 1 0,40-1-16,-40 0 0,0 0 15,0 0-15,0 0 16,0 0-16,40 0 0,-40 0 31,0 1-31,0-1 0,0 0 16,0 0-16,0 0 0,0 0 15,0 0-15,0 0 16,0 0-16,0 0 0,-40 1 16,40-1-1,-40 0-15,40 0 16,-40-40 0,40 40-16,40-40 156,0 0-141,0 0 1,0 0-16,0 0 0,0 0 0,1 40 16,-1-40-1,0 0-15,0 0 0,0 0 16,0 0 0,0 0-16,0 0 15,-40-40-15,41 0 16,-41 0-16,40 0 15,-40 0-15</inkml:trace>
  <inkml:trace contextRef="#ctx0" brushRef="#br0" timeOffset="188179.0335">31419 7539 0,'0'-40'15,"0"0"1,0 0-1,0 0 17,40 40-1,0-40-31,0 40 16,-40-40-16,40 40 0,-40-41 0,41 41 0,-1 0 15,-40-40-15,40 40 0,0 0 16,0-40-16,0 40 0,0 0 15,-40 40 1,0 0-16,0 1 16,0-1-16,0 0 0,0 0 15,0 0-15,0 0 0,-40 0 0,40 0 0,0 0 16,-40 1-16,0-1 16,40 0-16,-40 0 0,40 0 0,-40 0 0,40 0 15,-40-40-15,40 40 0,0 0 16,40-80 31,0 40-32,-40-40-15,40 40 0,0 0 16,0 0-16,0 0 0,0 0 0,1 0 16,-1 0-16,0 0 0,0 0 0,0 0 15,0 0 1,0 0-16,0 0 0,-80 0 94,40 40-79,-40-40-15,40 40 0,-40 0 16,0-40-16</inkml:trace>
  <inkml:trace contextRef="#ctx0" brushRef="#br0" timeOffset="188988.9839">31900 9264 0,'0'-40'31,"-40"40"-31,0 0 31,40-40-31,-40 40 16,0 40 0,40 0-16,-40-40 15,-81 120 1,41-40 0,40-40-1,40 0-15,-40 41 16,0-81-16,40 40 15,40-40 32,0 0-47,0 0 16,0 0-16,0-40 16,1 40-16,-1 0 0,40-40 0,-40 40 0,0 0 15,0 0-15,41 0 0,-41 0 0,0 0 0,0 0 16,0 0-16,0 0 15,0 0-15,0 0 16,-40 40 0</inkml:trace>
  <inkml:trace contextRef="#ctx0" brushRef="#br0" timeOffset="189228.9693">32021 9304 0,'-40'0'0,"80"0"0,-80-40 31,40 120 1,0-40-32,0 0 0,0 0 0,0 40 15,0-39-15,0 39 0,0-40 0,0 40 0,0-40 16,0 40-16,0 1 15,-40-41-15,40 40 0,0-40 0,0 0 0,0 40 16,0-40-16,-41 1 0,41-1 16,0 0-16,0 0 0,0 0 0</inkml:trace>
  <inkml:trace contextRef="#ctx0" brushRef="#br0" timeOffset="190228.9103">31419 10908 0,'-40'-40'0,"0"40"32,40-40-32,40 40 109,0 0-93,-40-40-16,40 40 0,0 0 0,-40-40 15,40 40-15,0 0 16,1 40-16,-1-40 15,-40 40 1,40-40-16,-40 40 0,40-40 16,-40 40-16,0 0 0,0 0 15,40 0-15,-40 0 0,0 1 0,0-1 16,0 0-16,0 0 16,0 0-16,0 0 0,0 0 0,0 0 0,-80-40 15,80 40-15,-40 1 0,40-1 16,-40-40-16,-1 0 15,1 0 1,40-40 0,-40 40-16,40-41 31,80 41-31,-39 0 16,-1 0-16,0 0 0,0 0 0,0 0 15,0 0-15,0 0 16,0 0-16,1 0 0,-1-40 0,0 40 0,0 0 15,0-40-15,0 40 16,0 0-16,0 0 16,-80 0 31,0 0-32,0 0 1,0 0 31</inkml:trace>
  <inkml:trace contextRef="#ctx0" brushRef="#br0" timeOffset="191078.8603">31981 12151 0,'-40'0'16,"-1"0"-16,1 0 15,40 40-15,-40-40 16,40 41-16,-40-41 0,40 40 0,-40-40 0,40 40 16,-40 0-16,40 0 15,-40 0-15,0-40 0,40 40 0,-41 0 0,1 0 16,40 0 0,-40-40-16,40 41 0,-40-41 15,120 0 32,-40 0-31,1 0-16,-1 0 0,0 0 0,0 0 0,0 0 15,0 0-15,0 0 0,0 0 16,1 0-16,-1 0 0,0 0 0,0 0 16,0 0-16,0 0 15,0 0 1,0 0 15</inkml:trace>
  <inkml:trace contextRef="#ctx0" brushRef="#br0" timeOffset="191338.7701">32101 12352 0,'-40'-40'0,"80"80"0,-120-120 31,40 40-31,0 40 32,40 40-32,0 0 15,0 0 1,-41 0-16,41 0 0,0 0 16,0 0-16,0 0 0,0 0 0,0 1 0,0-1 15,0 0-15,0 0 0,0 0 16,0 0-16,0 0 0,0 0 0,0 0 0,0 1 15,81-1 1,-81 0-16</inkml:trace>
  <inkml:trace contextRef="#ctx0" brushRef="#br0" timeOffset="193308.6593">32141 6817 0,'40'0'16,"0"0"0,-40-40-16,41 40 15,-1 0 1,0 0-16,0 0 16,-40 40-16,40-40 0,-40 40 0,40-40 15,-40 41 1,40-41-16,0 0 31,-40 40-31,41-40 0,-1 0 31,0 0 1,-40 40-32,0 0 0,0 0 15,0 0-15,0 0 0,0 0 16,0 0-16,0 0 15,0 1-15,0-1 0,0 0 0,0 0 0,0 0 16,0 0-16,0 0 0,0 0 16,0 41-16,0-41 0,0 0 0,0 0 0,0 40 15,0-40-15,0 0 16,0 0-16,0 41 0,-40-41 0,40 0 0,0 40 16,0-40-16,0 0 0,0 40 0,0-39 0,0-1 15,0 40-15,0-40 0,0 0 16,0 40-16,0-40 0,0 41 0,0-1 0,0-40 15,0 40-15,0 0 16,0 1-16,0-41 0,0 40 0,-40 0 0,40-40 16,0 40-16,0 1 0,0-41 15,0 0-15,-41 40 0,41-40 0,0 0 0,0 0 16,0 0-16,0 1 16,0-1-16,0 0 0,0 0 0,0 0 15,0 0-15,0 0 0,0 0 16,0 0-16,0 0 15,0 1-15,0-1 0,0 0 0,-40 0 16,40 0-16,0 0 16,0 0-16,0 0 0,0 0 15,0 1-15,-40-1 16,40 0-16,0 0 0,0 0 0,0 0 16,0 0-16,0 0 0,0 0 0,0 0 15,0 1 1,0-1-16,40-40 0,-40 40 0,40 0 15,-40 0 1,41 0-16,-41 0 0,40 0 16,-40 0-1,0 1-15,0-1 16,0 0-16,40-40 0,-40 40 16,0 0-16,0 0 0,0 0 15,0 0-15,0 0 16,-40-40-16,40 40 15,0 1-15,0-1 16,0 0 0,0 0-16,0 0 15,0 0 1,0 0-16,0 0 0,0 0 16,0 1-16,0-1 15,-40-40-15,40 40 16,0 0-16,-41-40 0,41 40 0,-40-40 15,40 40 1,0 0-16,-40 0 16,40 0-1,0 0-15,0 1 16,0-1 0,0 0-1,0 0 16,0 0-15,0 0 0,0 0-1,0 0-15,40-40 16,-40 40-16,0 1 16,0-1-16,0 0 15,40-40-15,-40 40 16,0 0 15,0 0 0,-40-40 79,0-40-95,0 40 1,0 0-16,0 0 0,0 0 16,0 0-16,-1 0 0,1 0 0,0 0 15,0 0-15,0 0 16,0 0-16</inkml:trace>
  <inkml:trace contextRef="#ctx0" brushRef="#br0" timeOffset="196838.4489">14365 4491 0,'-40'0'15,"40"-40"-15,40 40 63,40 0-47,-39-40-16,-1 40 0,0 0 0,-40-40 15,40 40-15,0 0 0,0 0 16,0 0-16,41 0 0,-41 0 0,0 0 0,0 0 15,0 0-15,0 0 16,0 0-16</inkml:trace>
  <inkml:trace contextRef="#ctx0" brushRef="#br0" timeOffset="197168.5038">14405 4732 0,'0'0'0,"-40"0"16,80 0-1,0 0 1,1 0-16,-1 0 16,-40 40-16,40-40 15,0 40-15,0-40 0,0 0 16,0 0-16,1 0 0,-1 40 0,40-40 0,-40 0 16,0 40-16,40-40 0,-39 0 15,39 0-15,-40 40 0,0-40 0</inkml:trace>
  <inkml:trace contextRef="#ctx0" brushRef="#br0" timeOffset="198158.3889">16612 3890 0,'-40'0'0,"40"-40"93,-40 40-77,40-41 0,-40 41 62,0 0-63,0 0 1,0 0-16,-1 41 16,41-1-16,-40-40 0,40 40 15,0 0-15,0 0 16,0 0-16,0 0 0,0 0 0,40 0 15,-40 0 1,41 1-16,-41-1 0,40-40 0,-40 40 0,0 0 16,0 0-16,0 0 0,0 0 15,0 0-15,-81 0 0,81 1 0,-40-41 16,40 40-16,-40 0 16,40 0-16,-40-40 0,0 40 0,0-40 15,40 40-15,-40-40 16,40-40-1,0 0-15,0 0 16,40 0 0,-40 0-16,40-1 0,0 41 31,0 41-15,0-1-16,-40 0 0,40 0 15,1 0 1,-1 0-16,-40 0 0,40-40 0,-40 40 15,40 0-15,-40 0 16,40 1-16,0-1 0,-40 0 0,40-40 16,0 40-16,1 0 15,-1-40-15,0 40 16,0-40-16,0 0 16,0 0-16,-40-40 15</inkml:trace>
  <inkml:trace contextRef="#ctx0" brushRef="#br0" timeOffset="198798.3571">17174 4050 0,'0'-40'0,"40"40"31,0 0-15,-40-40-16,40 40 0,1 0 15,-1 0 1,-40 40-16,40-40 0,0 40 0,0 40 15,0-80-15,-40 40 0,40 0 16,-40 1-16,40-41 0,-40 40 0,0 0 0,0 0 16,0 0-1,0 0-15,-40 0 0,0-40 16,40 40-16,-40-40 0,40 40 16,-40-40-1,40-40 1,0 0-1,40 40 1,0 0 0,0 0-16,-40 40 0,40-40 0,-40 40 15,41-40-15,-1 0 16,0 41-16,0-1 0,0 0 0,0 0 16,0-40-16,0 40 0,1 0 15,-1-40-15,0 0 16</inkml:trace>
  <inkml:trace contextRef="#ctx0" brushRef="#br0" timeOffset="199478.3712">18498 4612 0,'0'40'62,"0"0"-62,40-40 0,-40 40 31,0 0-31,0 0 16,-40-40-16,40 40 16,-80-40-16,40 40 0,40 0 0</inkml:trace>
  <inkml:trace contextRef="#ctx0" brushRef="#br0" timeOffset="200238.2508">19261 4050 0,'0'40'0,"-40"-40"16,40 40-16,-41-40 15,1 0 1,0 0-16,40 40 0,-40-40 15,0 0 1,40 40-16,-40-40 16,40 41-1,0-1 17,80-40-17,-80 40-15,40-40 0,0 40 16,0-40-16,1 0 15,-1 0-15,0 0 0,0 40 0,0-40 0,0 0 16,0 0-16,0 0 16,1 0-16,-1 0 0,0 0 0,0 0 15</inkml:trace>
  <inkml:trace contextRef="#ctx0" brushRef="#br0" timeOffset="200578.2358">19301 4010 0,'0'0'0,"-40"0"0,80 40 63,-40 0-63,40-40 16,-40 40-16,0 0 0,0 0 0,0 1 15,0-1 1,0 0-16,0 0 0,0 0 0,0 0 15,0 0-15,0 0 16,0 0-16</inkml:trace>
  <inkml:trace contextRef="#ctx0" brushRef="#br0" timeOffset="200928.2843">19983 4571 0,'0'41'62,"0"-1"-46,0 0-16,-40 0 16,0 0-1,0 0-15,-1-40 0,41 40 0,-40 0 16</inkml:trace>
  <inkml:trace contextRef="#ctx0" brushRef="#br0" timeOffset="201518.1739">20384 3970 0,'0'0'16,"40"0"-16,0 0 16,1 0-1,119-40 1,-80 80 15,1 40-15,-122 80-1,-119-39 1,80-41 15,120-80 0,0 0-15,0 0-16,0 0 16,0 0-16,0 40 0,1-40 0,-1 0 15,0 40-15,0-40 16,0 40-16,0-40 0,-40 40 0,40-40 0,0 0 16,-40 41-16,41-41 0</inkml:trace>
  <inkml:trace contextRef="#ctx0" brushRef="#br0" timeOffset="201728.2368">21468 4531 0,'-81'40'31,"81"1"-15,0-1-16,-40-40 15,40 40-15,0 0 0,0 0 0,0 0 16,-40-40 0,0 40-16,0-40 0</inkml:trace>
  <inkml:trace contextRef="#ctx0" brushRef="#br0" timeOffset="202228.2087">22190 3970 0,'-40'0'0,"40"40"0,-40-40 16,0 40-16,-41 40 31,1 0-16,40-39 1,40-1 15,40-40-15,121 0 0,-1 0-1,41 40 16,-41 40-15,-120-80-16</inkml:trace>
  <inkml:trace contextRef="#ctx0" brushRef="#br0" timeOffset="202488.1923">22230 4050 0,'-40'40'16,"80"-80"-16,-120 80 15,80 0-15,0 40 16,0 41 15,0 39-15,40 1-1,-40-81 17,0-40-32</inkml:trace>
  <inkml:trace contextRef="#ctx0" brushRef="#br0" timeOffset="203188.1529">22752 3609 0,'0'40'0,"40"-40"31,0 0-15,0 40-16,0-40 15,0 40 1,0-40-16,1 40 0,-1 0 16,0 1-1,-40-1-15,0 0 16,0 0-16,0 0 16,0 0-16,0 0 15,0 0-15,0 0 0,40 0 16,0 1-1,0-41-15,-40 40 16,40-40-16,0 0 16,1-40-1,-1-1 1,-40 1 15,-40 40-15,40 81-1,0-1 1,0-40-16,0 0 16,0 0-16,0 0 15,-41 0-15,41 0 0,0 1 0,0-1 16,-40 0-16,40 0 0,-40-40 0,40 40 0,-80 0 16,40 0-16,0 0 15,0 0-15,-1 0 0,-39 1 0,40-1 0,-40-40 16,40 40-16,-41 0 0,1 0 15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31T07:19:38.7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3009 1644 0,'0'0'0,"-40"0"15,40-40 1,40 40 46,-40-40-62,81 40 0,-41 0 0,0 0 16,0 0-16,0 0 0,0 0 16,0 0-16,1 0 0,-1 0 0,-40 40 0,40-40 15,0 40-15,0 40 16,0-40-16,-40 0 0,0 0 16,0 0-16,0 0 15,0 1-15,-40 39 0,40-40 0,-80 0 0,80 0 16,-40 0-16,0 0 0,-1-40 0,1 40 0,40 1 15,-40-41 1,40-41 0,40 41-1,-40-40-15,40 0 0,1 0 0,-1 0 0,0 0 16,0 0-16,-40 0 16,40 0-16,0-1 0,0-39 0,1 40 0,-1 0 15,0 0-15,0 0 0,0-40 0,0 40 0,0-1 16,0 1-16,1 0 15,-41 0-15,40 40 0,-40-40 0,0 80 47,0 0-31,-81 0-16,81 41 0,0-41 0,-40 0 16,40 0-16,0 0 0,0 40 0,0-40 0,-40 40 15,40-39-15,-40-1 16,40 0-16,0 0 0,0 40 0,0-40 0,0 0 15,0 0-15,40 1 16,0-1-16,0 0 0,1-40 16</inkml:trace>
  <inkml:trace contextRef="#ctx0" brushRef="#br0" timeOffset="219.9889">4454 2005 0,'0'40'15,"-80"0"-15,80 80 32,-40 41-17,80-1 1,40-40 0,-80-80-16,40 1 31</inkml:trace>
  <inkml:trace contextRef="#ctx0" brushRef="#br0" timeOffset="499.9712">5056 1323 0,'0'0'0,"-40"-40"0,0-81 31,0 121-31,40 41 32,0-1-32,-41 160 31,41 121-15,0-40-1,81-81 1,-1-119 15,0-81-31,-40 0 0</inkml:trace>
  <inkml:trace contextRef="#ctx0" brushRef="#br0" timeOffset="879.8935">5377 1684 0,'0'0'16,"0"-40"-1,40 80-15,40 80 32,1 41-17,-81 39 1,-41-80 0,1-79 15,80-202-16,1-80 1,39 121 15,0 120-15,-40 120 0,0 41-1,-40-1 16,0-79-15</inkml:trace>
  <inkml:trace contextRef="#ctx0" brushRef="#br0" timeOffset="1099.94">6500 1363 0,'-40'-40'31,"40"120"-31,0 0 16,121 161-1,-81 80 17,-201 0-17,1-121 1,80-160-1</inkml:trace>
  <inkml:trace contextRef="#ctx0" brushRef="#br0" timeOffset="1469.8418">7142 1684 0,'-40'0'15,"80"0"-15,-40 0 32,0-40-17,41 40-15,-1-40 0,0 40 16,0-40-16,0 40 0,40-41 0,-39 41 0,-1-40 16,40 40-16,-40-40 0,0 40 0,0 0 0,0 0 15,1-40-15,-1 40 16,0 0-16,0 0 0,-40-40 0,40 40 0,0 0 15</inkml:trace>
  <inkml:trace contextRef="#ctx0" brushRef="#br0" timeOffset="1659.9036">7464 2045 0,'-121'40'16,"242"-80"-16,-242 120 0,161-80 15,121-80 17,80 40-17,-81 0 1</inkml:trace>
  <inkml:trace contextRef="#ctx0" brushRef="#br0" timeOffset="3489.7243">9430 802 0,'0'-41'15,"0"1"-15,-40 40 16,-1 0 15,1 40-15,40 1-16,-40-41 0,40 40 0,0 0 16,-40 0-16,40 0 0,0 0 0,0 0 0,0 0 15,0 0-15,0 0 0,0 1 16,0-1-16,0 0 0,40 0 0,-40 0 0,0 40 15,0-40-15,0 0 16,0 1-16,0-1 0,0 0 0,0 0 0,-40 0 16,0 0-16,40 0 15,-80 0-15,40 0 0,-1-40 16,1 0 0,40-40-1,81 0-15,-81 0 16,40 40-1,0 0-15,-40 40 0,40-40 16,-40 80-16,40-80 16,-40 40-16,0 1 0,40-1 0,-40 0 0,0 0 15,0 0-15,40 0 0,-40 0 16,0 0-16,0 0 0,0 1 16,40-41-16,-40 40 0,0 0 0,41-40 15,-1 40 1,0-40-16,0 0 0,0 0 15,0 0-15,0 0 16,0 0-16,1 0 0</inkml:trace>
  <inkml:trace contextRef="#ctx0" brushRef="#br0" timeOffset="3739.7817">10072 1283 0,'-40'-40'32,"80"80"-32,-80-40 15,40 120 1,0 81 0,40 79 15,0 1-16,-40-80 1</inkml:trace>
  <inkml:trace contextRef="#ctx0" brushRef="#br0" timeOffset="3959.7691">10874 2125 0,'0'0'15,"0"40"1,-40 40 0,0 1-1,40-41 1,-80 80 0,-41-40-1</inkml:trace>
  <inkml:trace contextRef="#ctx0" brushRef="#br0" timeOffset="4339.7464">11235 1323 0,'-40'-40'15,"80"80"-15,-40-160 16,41 79-16,119 1 16,81 121 15,-161 119-16,-120 41 1,-80-41 15,79-120-15,82-80 15,-1 0-31,40 0 16</inkml:trace>
  <inkml:trace contextRef="#ctx0" brushRef="#br0" timeOffset="4579.6603">12600 2005 0,'-40'0'15,"-1"0"-15,41 40 16,0 0 15,-40 80-15,-40 81-1,0-1 17,-41-120-17,121-39-15</inkml:trace>
  <inkml:trace contextRef="#ctx0" brushRef="#br0" timeOffset="5269.6245">11436 2045 0,'0'-40'31,"40"40"-15,-40-40 0,40 40-1,0 0 17,-40 40-32,41-40 15,-1 0 1,0 0-16,0 0 0,0 0 15,0 0 1,0 0-16,0 0 0,1 0 0,-1 0 16,0 0-16,0-40 0,0 40 15,0 0-15,0 0 0</inkml:trace>
  <inkml:trace contextRef="#ctx0" brushRef="#br0" timeOffset="5739.7816">13242 1203 0,'0'40'47,"0"0"-47,0 0 0,40 0 0,-40 0 15,40 0-15,-40 40 16,0-39-16,40-1 0,-40 0 0,40 0 0,-40 0 15,0 40-15,0-40 16,0 0-16,40 0 0,-40 1 0,0-1 0</inkml:trace>
  <inkml:trace contextRef="#ctx0" brushRef="#br0" timeOffset="5979.5782">13884 2085 0,'0'40'32,"0"0"-32,0 0 15,0 40 1,0 41 0,-81-1-1,1-40 1,40-80-16</inkml:trace>
  <inkml:trace contextRef="#ctx0" brushRef="#br0" timeOffset="6359.6281">14526 1403 0,'0'-40'16,"0"80"-16,0-120 0,40 0 15,0 40-15,80 40 16,-79 0-16,79 40 16,-80 40-1,-40 0 1,-80 81-1,-41-1 1,41-80 15,80-40-31,80 0 32,121-40-17,40-80 1,-161 40-1,0 40-15</inkml:trace>
  <inkml:trace contextRef="#ctx0" brushRef="#br0" timeOffset="6889.5968">15970 802 0,'0'0'0,"40"0"16,1 0 0,-1 0-16,40 0 15,80 40 1,-119 40-1,-41-40-15,-121 160 32,41 1-17,40-41 1,160-119 0,41-41-1,-1-41 1,-120 41-1,-40 41 17,0-1-17,-40 40-15,0 80 32,0-39-32,-40 119 15,-81 1 16,-120 40-15,-120-161 0,241-120-16</inkml:trace>
  <inkml:trace contextRef="#ctx0" brushRef="#br0" timeOffset="7829.4706">18057 1203 0,'40'0'0,"-40"-41"0,40 41 15,0-40 1,0 40-16,1 0 0,-1 0 0,0 0 0,0 0 15,0 40-15,0-40 16,0 81-16,-40-41 0,40 0 0,-40 0 0,0 40 16,0-40-16,0 41 15,0-41-15,-40 40 0,40-40 0,-40 40 0,0-40 16,0 40-16,0-39 0,40-1 16,-40 0-16,0 0 0,40 0 0,-41-40 0,41 40 15,41-120 1,-1 40-1,-40 0-15,80-41 0,-40 41 0,0 0 16,0-40-16,0 0 0,1 40 16,-1-40-16,40 39 0,-40-39 0,0 40 0,0-40 15,0 40-15,-40 0 16,41 40-16,-1-40 0,-40-1 16,0 82 15,-40-41-31,40 40 15,-41 0 1,41 0-16,0 0 0,-40 0 0,40 0 0,0 0 16,-40 0-16,40 1 0,0-1 15,0 0-15,0 40 0,0-40 0,0 0 0,0 0 16,40 0 0,-40 0-16,40 1 0,1-1 0,-1 0 0,0-40 15,0 40-15,40-40 0,-40 40 0,0-40 0,41 0 16,-1 0-16,-40 0 0</inkml:trace>
  <inkml:trace contextRef="#ctx0" brushRef="#br0" timeOffset="8119.5283">19863 1924 0,'40'-40'16,"-80"80"-16,160-80 16,-80 40-16,-40 40 15,120 41 1,-120 79 15,-40-120-31,-40 40 31,80-120-15,40 0 0,81-40-1,39 0 1,-40 80-1,161 0 1,-160 0-16</inkml:trace>
  <inkml:trace contextRef="#ctx0" brushRef="#br0" timeOffset="8359.515">21227 1243 0,'-40'-40'15,"80"80"-15,-80-121 0,0 41 16,40 80 0,0 1-1,0 79-15,-41 161 32,41-1-17,0-240-15,121 121 31,39-121-31</inkml:trace>
  <inkml:trace contextRef="#ctx0" brushRef="#br0" timeOffset="8679.4175">21869 1443 0,'0'0'0,"0"40"31,0 0-16,0 1-15,0-1 0,0 40 16,40-40-16,-40 0 0,0 0 16,0 0-16,0 0 15,40-40-15,-40 40 0,0 1 16,40-82 0,0-39-16,1 40 15,-41 0-15,40 0 0,0 0 16,0 40-1,0 0-15,-40 40 16,0 0 0,40-40-16,-40 80 0,0-40 0,0 0 15,0 1-15,0-1 16,-40-40-16,40 40 0,0 0 16</inkml:trace>
  <inkml:trace contextRef="#ctx0" brushRef="#br0" timeOffset="8889.4805">22792 1483 0,'0'-40'0,"0"80"0,40-80 32,0 120-32,0-39 15,0 199 1,-40-160-1,-40 41-15,-40-41 16,-121 80 0,161-120-1</inkml:trace>
  <inkml:trace contextRef="#ctx0" brushRef="#br0" timeOffset="9129.3948">23675 1724 0,'-41'0'16,"82"0"-16,-82-40 0,41 0 0,41 40 15,79-80 1,0 39-1,81 1 1,-121 40-16</inkml:trace>
  <inkml:trace contextRef="#ctx0" brushRef="#br0" timeOffset="9309.4557">23634 2245 0,'0'0'31,"41"-40"-31,159-40 31,81 40-15,-80 0 0,-161 0-16</inkml:trace>
  <inkml:trace contextRef="#ctx0" brushRef="#br0" timeOffset="9739.4303">25400 962 0,'0'0'0,"-40"-40"16,0 40-1,0 120 1,40 41-1,0 159 1,-41-39 15,-119-80-15,120-161 0,-81-40-1,162-40 1,39 0-1,-40-41 1,40 202 0,-80 79 15,40-120-31,0 121 16,1-121-1,159 40 1,-119-79-1,39-41-15</inkml:trace>
  <inkml:trace contextRef="#ctx0" brushRef="#br0" timeOffset="11499.328">26122 1604 0,'40'0'16,"-40"-40"15,0 80 1,0 0-32,0 0 15,0 0-15,0 0 16,0 40-16,0-40 0,0 41 0,0-41 0,0 40 15,0-40-15,0 0 0,0 0 16,41 40-16,-41-39 0,0-1 0,40 0 0,-40 0 16</inkml:trace>
  <inkml:trace contextRef="#ctx0" brushRef="#br0" timeOffset="11729.2385">26764 2446 0,'0'0'0,"-40"0"16,40 80 31,0-40-47,-40 0 0,0 0 15,0 0 1,0 1-16,40-1 0,-40-40 15,-1 0 1</inkml:trace>
  <inkml:trace contextRef="#ctx0" brushRef="#br0" timeOffset="12219.2849">27687 1523 0,'0'0'0,"-40"0"16,0 41 15,40 39-31,0-40 0,0 0 16,-40 0-16,40 0 15,0 0-15,0 0 0,0 0 0,40 1 0,-40-1 16,40-40-16,-40 40 0,40-40 16,-40 40-16,40-40 0,0 0 15,1 0-15,-41-40 16,40 0-1,-40 0-15,0-1 0,0 1 16,0 0-16,0 0 0,0 0 16,0 0-16,0 0 0,0 0 15,0 0 1,-40 40-16,40-40 0,-41-1 16,1 41-1,40 41 1,0 39-16,0-40 15</inkml:trace>
  <inkml:trace contextRef="#ctx0" brushRef="#br0" timeOffset="12469.27">28570 2125 0,'-40'0'15,"40"40"17,0 0-32,0 0 15,0 0-15,0 1 16,-40-1-16,40 40 0,-40-80 0,40 40 16,-41 0-16,41 0 0,-40 0 0,40 0 0,-40-40 15,40 40-15,-40 1 16,0-41-16,0 0 15</inkml:trace>
  <inkml:trace contextRef="#ctx0" brushRef="#br0" timeOffset="12839.2505">29413 1523 0,'0'-40'16,"0"80"-16,-40-80 31,40 80-31,0 41 16,0 159-1,0 1 1,0-161 0,0 121-1,0-161-15</inkml:trace>
  <inkml:trace contextRef="#ctx0" brushRef="#br0" timeOffset="13039.2375">30215 2526 0,'-40'0'0,"0"0"31,40 40-31,-40 0 31,0 40-31,-81 1 31,81-81-31,0 80 16,-40-80-16</inkml:trace>
  <inkml:trace contextRef="#ctx0" brushRef="#br0" timeOffset="13489.2109">31058 1644 0,'0'0'0,"-80"0"31,-1 40-31,41 120 16,40 41 15,40-81-15,0-80-1,81-40 1,-41-80 0,-80 40-1,0 0-15,0 0 16,0 0-16,0-81 16,-40 41-1,-40 40 1,40 40-1,-1 0 1</inkml:trace>
  <inkml:trace contextRef="#ctx0" brushRef="#br0" timeOffset="14279.0918">31459 922 0,'40'0'31,"0"0"-15,-40 40 46,0 0-30,40-40 46,1 0-63,-1 0 1,0 0-16,0 0 16,-40 80-1,0-40-15,40 0 0,-40 1 0,0-1 0,0 0 16,0 0-16,0 0 0,0 0 0,40 0 16,-40 0-16,40-40 15,-40 40-15,40-40 0,1 0 16,-1-40-1,-40 0-15,0 0 16,0 0-16,0 80 47,0 0-47,0 0 16,0 0-16,0 1 0,0-1 0,0 0 15,0 40-15,0-40 0,0 0 16,0 40-16,0-40 0,0 41 0,0-1 0,0 0 15,0 0-15,-40-40 16,40 41-16,-41-1 0,1 0 0,0-40 0,0 40 16,0-40-16,-40 1 0,40-1 15,-1 0-15,-39-40 0,0 40 0,40-40 0,-81 0 16</inkml:trace>
  <inkml:trace contextRef="#ctx0" brushRef="#br0" timeOffset="18408.9225">4454 7379 0,'0'40'93,"0"0"-77,0 0 0,0 0-16,-40 0 0,40 0 15,0 1-15,0-1 16,0 0-16,0 0 0,-40 0 0,40 0 0,0 0 16,0 0-16,0 0 0,0 0 0,-40 1 0,40 39 15,0-40-15,0 0 16,0 0-16,0 40 0,0-40 0,-40 1 0,40-1 15,0 0-15,0 0 0,0 0 16,0 40-16,0-40 0,0 0 0,0 0 0,0 41 16,0-41-16,0 40 15,0 0-15,0 0 0,0-39 0,0 39 0,0 0 16,0-40-16,0 40 0,0-40 0,0 41 0,0-41 16,0 0-16,0 40 0,0-40 15,0 0-15,0 40 0,0-39 0,0-1 0,0 0 16,0 40-16,0-40 15,0 40-15,0-40 0,0 0 0,0 41 0,40-1 16,-40-40-16,0 40 0,0 0 16,0-39-16,0 39 0,0 0 0,0 0 0,0-40 15,0 40-15,40 1 16,-40-1-16,0 0 0,0-40 0,0 40 0,0 1 16,0-1-16,0-40 0,0 40 0,0-40 0,0 40 15,0-39-15,0 39 0,0-40 16,0 40-16,0-40 0,0 40 0,0-39 0,0 39 15,0-40-15,0 40 16,-40-40-16,40 40 0,0 1 0,-40-41 0,40 40 16,0 0-16,-41 0 0,41 1 15,0-41-15,0 40 0,-40 0 0,40 0 0,0 0 16,0 1-16,0-1 0,0-40 0,-40 40 0,40 0 16,0-39-16,0-1 15,0 40-15,0-40 0,0 0 0,0 0 0,0 0 16,0 0-16,0 0 15,-40 1-15,40-1 0,0 0 0,0 0 16,0 0-16,0 0 16,-40 0-16,40 0 0,-40 0 0,40 1 15,0-1-15,-40-40 0,0 40 16</inkml:trace>
  <inkml:trace contextRef="#ctx0" brushRef="#br0" timeOffset="20388.8066">4454 7660 0,'0'40'16,"-40"-40"-1,40-40 1,40 40 0,-40-41-16,40 41 15,-40-40-15,0 0 31,80 40 313,1 0-328,-41-40-1,0 40-15,0 0 16,0 0-16,0 0 0,0 0 0,1 0 16,-1 0-1,0 0-15,0 0 0,0 0 0,0 0 16,0 40-16,0-40 0,41 0 0,-41 40 16,0-40-16,0 0 0,40 0 15,-40 0-15,41 0 0,-41 0 0,0 0 0,0 0 16,0 0-16,0 0 15,0 0-15,1 0 0,-1 0 16,0 0-16,0 0 16,0 0-16,0 0 0,40 0 0,-39 0 0,-1 0 15,40 0-15,0 0 16,0 0-16,-39 0 0,39 0 0,0 0 0,0 0 16,1 0-16,-41 0 0,40-40 0,-40 40 0,40 0 15,-40 0-15,41 0 0,-41 0 16,0 0-16,0 0 0,0 0 0,0 0 0,1 0 15,-1 0-15,40 0 16,-40 0-16,0 0 0,0 0 0,41 0 0,-41 0 16,40 0-16,0 0 0,0 0 15,1 0-15,-1 0 0,0 0 0,0 0 0,1 0 16,39 0-16,-40-40 0,1 40 0,-1 0 0,0 0 16,40 0-16,-39 0 15,-41 0-15,40 0 0,0 0 0,1 0 0,-41 0 16,0 0-16,40 0 0,-40 0 15,0 0-15,0 0 0,1 0 0,39 0 0,-40 0 16,0 0-16,0 0 16,0 0-16,0 0 0,41 0 0,-41 0 0,0 0 15,0 0-15,40 0 0,-40 0 16,41 0-16,-41 0 0,40 0 0,0 0 0,-40 0 16,41 0-16,-41 0 0,40 0 0,-40 0 0,41 0 15,-41-40-15,0 40 16,40 0-16,-40 0 0,0 0 0,0 0 0,1 0 15,-41-40-15,40 40 0,0 0 16,0 0-16,0 0 0,0 0 16,0 0-16,0 0 15,1 0-15,-1 0 0,0 0 16,0 0-16,-40-40 0,40 40 0,0 0 31,0 0 0,0 0-15,1 0-16,-1 0 16,0 0-1,0 0 17,0 0-17,0 0 1,0 0-16,0 0 15,41 0 48,-41 0-47,-40 40-1,0 0-15,0 0 31,0 0-31,-40-40 16,0 0 0,-1 0-16,1 0 15,40-40-15,-40 40 0</inkml:trace>
  <inkml:trace contextRef="#ctx0" brushRef="#br0" timeOffset="21568.7376">3451 8020 0,'0'41'109,"0"-1"-109,0 0 0,0 0 16,-40 0-16,40 0 15,0 0-15,0 0 0,-40 0 0,40 1 16,0-1-16,0 0 0,-41 0 0,41 0 0,0 0 16,0 0-16,-40 0 15,40 0-15,0 0 0</inkml:trace>
  <inkml:trace contextRef="#ctx0" brushRef="#br0" timeOffset="22398.6241">2849 9986 0,'0'0'0,"-40"0"31,40-40 0,40-1 1,0 41-32,0 0 15,0 0 1,0 0-16,1 0 0,-1 0 0,0 41 16,0-1-16,0 0 15,-40 0-15,0 0 16,0 0-16,0 0 0,0 0 0,0 0 15,-40 0-15,0 1 16,40-1-16,-40 0 0,40 0 0,-40-40 16,-1 40-16,41 0 0,-40-40 15,40 40-15,-40-40 0,40 40 16,40-80 15,0 40-31,-40-40 0,41 40 0,-1-40 16,0 40-16,0-40 0,0 40 15,0 0-15,0 0 0,0 0 0,1-40 16,-1 40-16,0 0 16,0 0-16,0 0 15,0 0-15,0 0 0</inkml:trace>
  <inkml:trace contextRef="#ctx0" brushRef="#br0" timeOffset="22848.6628">3130 11309 0,'40'0'0,"-40"-40"16,0 80 46,0 40-46,0-40-16,0 1 0,0-1 16,0 0-16,0 0 15,0 0-15,0 0 0,0 0 0,0 0 0,0 0 16,0 0-16,0 1 0,0-1 15,0 0-15,0 0 0</inkml:trace>
  <inkml:trace contextRef="#ctx0" brushRef="#br0" timeOffset="23748.6091">2729 13555 0,'0'-40'31,"0"0"-31,0 0 16,40 0-1,80-41 1,-40 41-16,41 120 31,-81-80-31,40 121 16,-80-81-16,40 0 0,-40 0 15,0 161 1,-80-41 0,40-80-1,0-80-15,-41 80 16,41-80-16,0 0 16,40-40 15,40 40-16,0 0-15,-40-40 16,81 40-16,-41-40 0,0 40 0,0 0 16,-40-40-16,40 40 15,0 0-15,-40-40 0,40 40 0,-40-40 16,41 40-16,-41-40 0,40 40 0,40 0 62,-80 40-46,80-40 0,-40 0-16,1 0 0,-1 0 15,0 0-15,0 0 32,-40-40-1,0 0-16,-40 40 1,0 0 0</inkml:trace>
  <inkml:trace contextRef="#ctx0" brushRef="#br0" timeOffset="25188.5249">5698 6617 0,'0'-40'16,"0"80"62,0 0-78,0 0 16,0 0-16,0 0 0,0 0 15,40 0-15,-40 1 0,0 39 0,0-40 16,40 0-16,-40 0 16,0 0-16,0 40 0,0-40 0,0 1 0,-40-1 15</inkml:trace>
  <inkml:trace contextRef="#ctx0" brushRef="#br0" timeOffset="25978.4074">7142 6737 0,'0'0'15,"0"-40"1,41 0 0,-41 0-1,-41 40 17,1 0-32,0 0 31,40 40-31,-40 0 0,40 0 15,0 0 1,0 0-16,0 0 0,0 1 16,0-1-16,40-40 15,-40 40-15,40 0 0,0-40 0,-40 40 16,41-40-16,-1 0 0,0 0 16,0-40-1,0 0-15,-40 0 16,40 40-16,-40-40 0,0-1 15,0 1-15,0 0 0,0 0 16,0 0 0,0 0-16,0 0 0,-40 40 15,40-40-15,-40 40 0,0 0 16,0 0 0,0 0-16,-1 0 15,1 40 1,40 0-16,0 0 15,0 0 1</inkml:trace>
  <inkml:trace contextRef="#ctx0" brushRef="#br0" timeOffset="26708.4377">9028 6416 0,'-40'0'78,"40"40"16,0 0-94,0 1 0,0-1 15,0 0-15,0 0 0,0 0 16,0 0-16,0 0 16,0 0-16,40-40 0,-40 40 0,0 1 15,0-1-15,0 0 0,0 0 16,0 0-16,41 0 0,-41 0 0</inkml:trace>
  <inkml:trace contextRef="#ctx0" brushRef="#br0" timeOffset="27418.3192">10955 6456 0,'0'0'0,"-41"0"0,1-40 15,0 40 17,0 40-17,40 0 1,-40-40-16,40 41 0,0-1 0,0 0 15,0 0 1,0 0-16,0 0 0,40-40 0,-40 40 16,40-40-16,-40 40 0,80-40 15,-80 40-15,41-40 0,-1 0 0,0 41 0,0-41 16,0 0-16,0 0 0,0 0 0,0-41 16,1 1-1,-1 0-15,-40 0 0,0 0 16,0 0-16,0 0 15,0 0-15,0 0 0,0-1 0,-40 41 0,40-40 16,-41 40 0,41-40-16,-40 40 0,0 0 0,0 0 15,0 40-15,0-40 0,0 40 0,-41 1 0,41-1 16,0 0-16,0 0 0</inkml:trace>
  <inkml:trace contextRef="#ctx0" brushRef="#br0" timeOffset="29038.2324">5698 8301 0,'0'40'109,"0"0"-93,0 1-16,0-1 0,0 0 0,0 0 16,0 0-16,0 0 15,0 40-15,0-40 0,0 0 0,0 1 16,0-1-16,0 0 0,0 0 0,0 0 0</inkml:trace>
  <inkml:trace contextRef="#ctx0" brushRef="#br0" timeOffset="29688.2625">7142 8542 0,'0'-40'16,"-40"40"0,0 0-1,0 0 1,40 40 0,0 0-16,0 40 0,0-40 15,0 0 1,0 0-16,40-40 0,-40 41 0,40-1 0,-40 0 15,81-40-15,-81 40 0,40 0 16,0-40-16,0 0 0,0 0 0,0 0 16,0 0-1,-40-40-15,41 40 0,-41-40 0,40 0 16,-40 0-16,40-1 0,-40 1 0,0 0 16,40 0-16,-40 0 0,0 0 15,0 0-15,0 0 0,-40 0 0,0 40 16,40-40-1,-40 40-15,-1 0 0,1 0 0,0 0 0,0 0 16,0 0 0,0 0-16,0 0 0,40 40 0,-41-40 15,1 80-15,40-40 16,0 0-16,0 0 16,40-40-16,-40 40 0,41-40 0</inkml:trace>
  <inkml:trace contextRef="#ctx0" brushRef="#br0" timeOffset="30158.2354">8948 8301 0,'0'0'0,"0"-40"16,-40 40-1,40-40 1,40 40 15,-40 40-31,0 0 0,0 0 16,40-40-16,-40 40 15,0 1-15,0-1 0,0 0 16,-40 0 0,40 0-16,0 0 0,0 0 0,0 0 15,0 0-15,40 0 0,0 1 16,-40-1-16</inkml:trace>
  <inkml:trace contextRef="#ctx0" brushRef="#br0" timeOffset="30878.1171">11276 8101 0,'-41'0'0,"1"0"15,0 0-15,40 40 0,-40-40 0,0 0 16,40 40-16,-40-40 0,40 40 16,0 0-16,-40 0 0,40 0 0,0 0 15,0 1-15,40-41 16,-40 40-16,40-40 0,-40 40 0,80-40 15,-80 40-15,40-40 0,0 40 16,1-40-16,-1 40 0,0-40 0,0 0 16,0 0-16,0 0 15,0-40-15,0 40 0,-40-40 0,41-40 16,-41 40-16,0-1 0,0 1 0,0 0 16,0 0-16,0 0 15,-41 40-15,41-40 0,-40 40 0,40-40 0,-40 40 16,0 0-1,0 0-15,0 0 0,0 0 0,0 0 0,-1 40 16,1-40-16,0 0 16,0 80-16,0-80 0,40 40 0</inkml:trace>
  <inkml:trace contextRef="#ctx0" brushRef="#br0" timeOffset="32048.1232">5297 10026 0,'0'0'0,"-40"0"31,40-40 16,40 40-47,-40-40 15,40 40-15,0-41 16,0 41 0,0 0-16,0 0 0,0 0 15,-40 41 1,41-41-16,-41 40 0,0 0 0,40-40 0,-40 40 15,0 0-15,0 0 16,0 0-16,0 0 0,0 0 0,0 0 0,0 1 16,0-1-16,-40 0 15,40 0-15,-41 0 0,1 0 16,0-40-16,40 40 0,-40-40 0,0 0 16,0 0-1,40-40 16,0 0-15,40 40-16,0 0 16,0 0-16,0 0 0,0 0 15,41 0-15,-41 0 0,0 0 0,0 0 16,0 0-16,0 0 16,0 0-16,1 0 0,-1 0 0,0 0 0,0 0 15,0 0-15,0 0 16,-80 0 46</inkml:trace>
  <inkml:trace contextRef="#ctx0" brushRef="#br0" timeOffset="35167.9402">7785 9865 0,'-41'0'62,"1"0"1,0 0-48,40 40-15,-40-40 0,40 41 16,-40-41-16,40 40 15,0 0-15,-40-40 0,40 40 0,-40 0 16,40 0-16,0 0 16,0 0-16,40-40 15,-40 40-15,40-40 0,-40 40 0,40-40 16,0 0 0,0 0-16,0 0 15,1 0 1,-41-40-16,40 40 15,-40-40-15,40 40 16,0-40-16,-40 0 16,40 0-16,-40 0 15,0 0-15,0 0 16,-40 0-16,40-1 16,-40 41-1,40-40-15,-40 40 0,40-40 16,-40 40-1,-1 0-15,1 0 16,40 40 0,0 0-16,0 1 15,40-41-15,-40 40 16,41-40-16,-41 40 0</inkml:trace>
  <inkml:trace contextRef="#ctx0" brushRef="#br0" timeOffset="35837.8275">8547 10066 0,'0'0'15,"-40"0"1,40-40 0,40 40-1,0 0 1,121-40-1,-1 80 1,-120 80 0,0 0 15,-80 1-31,0-81 16,-80 80-1,80-40 16,-1-80-15,82 0 0,39 0-1,0 0-15,121-40 32,-121 0-32,0 40 15,121 0 1,-121 0 15</inkml:trace>
  <inkml:trace contextRef="#ctx0" brushRef="#br0" timeOffset="36517.7919">11436 9946 0,'0'-41'16,"0"1"15,-40 40-15,0 0-1,0 40 1,40 1-16,-40-41 0,40 40 0,-41 0 16,41 0-16,0 0 0,-40-40 0,40 40 0,0 0 15,-40 0-15,40 0 16,0 0-16,0 1 0,0-1 16,40-40-16,-40 40 15,40-40-15,1 40 0,-1-40 0,0 0 16,0 0-16,0 0 15,0 0-15,0 0 0,-40-40 0,40 40 16,1-40-16,-1 0 16,0-1-16,-40 1 0,0 0 15,0 0-15,0 0 0,0 0 16,0 0-16,0 0 16,0 0-16,-40 40 0,40-40 15,-40 40-15,-1 0 16,41-41-16,-40 41 0,0 0 0,0 0 15,0 0 1,0 0-16,0 0 0,0 0 16,-1 0-16,41 41 0,-40-41 0</inkml:trace>
  <inkml:trace contextRef="#ctx0" brushRef="#br0" timeOffset="38457.6735">5899 11470 0,'-41'0'15,"41"-41"-15,0 1 16,0 80 62,0 1-62,-40-41-1,40 40 1,0-80 125,0-1 30,0 1-14,0 0-126,0 0 0,0 120 0,0-40-31,0 1 16,0-1-16,0 0 0,0 0 16,0 0-16,0 0 0,0 0 0,40 0 0,-40 0 15,0 0-15,0 1 0,0-1 0,41-40 0,-41 40 16,0 0-16,0 0 16,0 0-16,0 0 0,0 0 15,0 0 1,0 1-16</inkml:trace>
  <inkml:trace contextRef="#ctx0" brushRef="#br0" timeOffset="39097.6386">8065 11590 0,'0'0'15,"-80"0"1,-40 0 15,80 80-15,-41 40-1,81-39 17,41 39-17,79-40 1,-40-40 0,0-40 15,1-80-16,-41-80 1,-80-1 0,-41 81 15,41 40-31,0 40 16,80 0 30,-40 40-46,40 0 0</inkml:trace>
  <inkml:trace contextRef="#ctx0" brushRef="#br0" timeOffset="39497.6395">9189 11590 0,'0'-40'0,"-40"0"32,40 80-1,0 0-15,0 0-16,40 0 0,-40 0 0,0 40 0,0-40 15,0 1-15,0-1 0,0 0 16,0 40-16,0-40 0,0 0 0,0 0 0,0 0 15,0 1 1,0-1-16,0 0 0,0 0 0,40-40 0,-40 40 16</inkml:trace>
  <inkml:trace contextRef="#ctx0" brushRef="#br0" timeOffset="40127.5865">11556 11550 0,'-80'0'15,"40"0"1,0 0 0,0 40-1,0 40 1,40 40 0,40-39-1,-40-41 1,160 80-1,1-80 1,-1-160 0,-120-41 15,-40 41-31,-80 80 16,40-80-1,-120 80 16,-1 80-15,81 0 0</inkml:trace>
  <inkml:trace contextRef="#ctx0" brushRef="#br0" timeOffset="41217.5858">5979 13715 0,'-40'0'0,"0"0"15,40-40-15,0 0 16,0 0 0,0 0-16,40 40 15,-40-40-15,40 40 16,0 0-16,0 0 0,0 0 0,0 0 15,0 0 1,-40 40-16,41-40 0,-41 40 0,40-40 0,-40 40 16,40 0-16,-40 0 0,0 1 0,40-41 0,-40 40 15,0 0-15,0 0 0,0 0 16,0 0-16,-40 0 0,40 0 16,-40 0-16,0 0 15,40 1-15,-41-41 0,1 40 0,0-40 16,40 40-16,-40-40 15,0 0-15,80 0 32,-40-40-32,40 40 15,40 0-15,-39 0 0,-1-40 16,0 40-16,0 0 0,0-41 16,0 41-16,0 0 0,0 0 0,1 0 15,-1 0-15,0 0 16,0 0-16,0 0 0,0 0 15,0 41-15,0-41 0</inkml:trace>
  <inkml:trace contextRef="#ctx0" brushRef="#br0" timeOffset="41807.5509">7825 13715 0,'0'0'16,"-40"0"-1,-41-40 1,41 80 0,40 41-1,0 79 1,40 0 15,0-39-15,1-121-1,79 40 1,-80-80 0,40-40-1,-40-41 1,-40 1 0,0 80-1,-80 0 1,40 0-1,0 0 1,0 40 0,80 0 15,0 40-31</inkml:trace>
  <inkml:trace contextRef="#ctx0" brushRef="#br0" timeOffset="42457.5148">8908 13675 0,'-40'-40'0,"40"0"31,0 0-15,40 40-1,80-40 1,-39 120 0,-1 40-1,-80 1 1,0-81-16,-40 80 16,0-80-1,-41 0 1,-39 0-1,160-80 17,0 40-32,0 0 0,1 0 15,-1-40-15,0 40 16,0-40-16,0 40 0,0 0 0,0 0 0,0-40 16,1 40-16,-1 0 0,0 0 15,0-40-15,0 40 0,0 0 0,0-40 16,0 40-1,1 0-15,-41-40 0,-81 40 47,41 0-47,0 40 16,40 0 0,40-40-1,-40 40-15,40-40 16,0 40-16</inkml:trace>
  <inkml:trace contextRef="#ctx0" brushRef="#br0" timeOffset="43237.4678">11396 13314 0,'0'0'0,"-40"0"94,40 40-94,-40-40 0,0 41 16,40-1-16,-41-40 0,41 40 15,0 0-15,0 0 16,0 0-16,0 0 0,0 0 16,41 0-16,-41 1 15,40-1-15,-40 0 0,40 0 0,0-40 0,0 40 16,0 0-16,0-40 0,0 0 15,1 0-15,-1 40 0,0-40 0,0 0 0,0 0 16,0-40-16,0 40 16,-40-80-16,40 80 0,1-40 0,-41 0 0,40 0 15,-40-1-15,0 1 0,0-40 0,0 40 0,0 0 16,0 0-16,-40 0 0,40 0 16,-41-1-16,41 1 0,-80 0 0,40 0 15,0 40-15,0 0 16,0-40-16,0 40 0,-1 0 0,1 0 15,0 0-15,0 0 16</inkml:trace>
  <inkml:trace contextRef="#ctx0" brushRef="#br0" timeOffset="44657.385">7102 7860 0,'-40'0'15,"0"0"1,0 0-1,40 40 1,0 0-16,-40-40 16,40 40-1,-40 0-15,0 1 0,40-1 16,-41-40-16,41 40 0,-40 0 16,0 0-16,40 0 0,-40-40 0,40 40 15,-40 0-15,0 0 16,40 1-16,-40-41 0,0 40 0,40 0 15,-41-40-15,1 40 0,0 0 16,40 0-16,-40-40 0,0 40 0,-40 0 0,40 0 16,-1 0-16,1 1 0,0-1 0,0 0 0,0 40 15,0-40-15,40 40 16,-40-40-16,0 41 0,-1-41 0,41 0 0,-40 40 16,0-40-16,40 0 0,-40 0 15,40 0-15,-40 1 0,0-1 0,40 0 16,-40-40-16,0 40 15,-1-40-15,41 40 0,-40-40 0,40 40 16,-40-40-16,0 0 0,40 40 0,-40-40 0,0 40 16,0-40-16,0 40 15,-1-40-15,1 41 0,0-1 0,0-40 16,40 40-16,-40-40 16,0 40-16,0 0 0,40 0 0,-40-40 15,40 40-15,-41-40 0,41 40 16,-40-40-16,40 40 0,0 0 15,0 1 1,-40-41 0,40 40-1,-40-40-15,0 40 16,40 0 15,-40-40-31,40 40 0,40-40 78</inkml:trace>
  <inkml:trace contextRef="#ctx0" brushRef="#br0" timeOffset="46017.2527">4735 12031 0,'0'0'0,"0"40"31,-40-40-15,40-40 15,0 0 0,0 0-15,40 40-16,-40-40 16,40 40-16,0-40 0,0-1 15,0 41 1,1-40-16,-41 0 0,40 40 0,-40-40 0,40 40 16,0-40-16,0 0 15,-40 0-15,40 40 0,-40-40 0,40 40 0,-40-40 16,40 0-1,-40-1-15,41 41 0,-41-40 0,40 40 0,0-40 16,-40 0-16,40 40 0,-40-40 0,40 0 0,0 0 16,0 0-16,0 0 15,1-1-15,-1 1 0,0 40 0,0-40 0,0 0 16,-40 0-16,40 40 16,0-40-16,0 0 0,-40 0 0,41 40 15,-41-40-15,40 40 0,-40-40 16,40 40-16,0-41 0,0 1 15,0 40-15,-40-40 16,0 0-16,40 40 0,0-40 0,1 0 16,-41 0-16,40 0 0,0 40 0,-40-40 0,40-1 15,0 1-15,0 0 16,0 40-16,-40-40 0,40 0 16,1 0-1,-1 0-15,-40 0 16,40 40-16,-40-40 0,40 40 15,-40-40-15,40-1 0,0 41 0,-40-40 0,40 40 16,-40-40-16,40 0 0,1 40 0,-41-40 0,40 40 16,0-40-16,0 0 15,0 0-15,0 0 0,0 40 16,-40-41-16,40 41 16,-40-40-16,41 0 0,-1 0 15,-40 0 1,40 0-16,0 0 0,-40 0 0,40 0 15,0 0-15,-40-1 16,40 1-16,1 0 0,-41 0 0,40 40 0,-40-40 16,40 0-16,-40 0 0,40 40 0,-40-40 0,40 40 15,-40-40-15,40 40 16,-40-41-16,40 41 0,-40-40 16,40 40-16,1-40 0,-41 0 15,40 40-15,0-40 0,0 0 0,-40 0 0,40 40 16,0-40-16,-40 0 15,40 0-15,0-1 0,-40 1 0,41 40 0,-1-40 16,0 0-16,0 0 0,-40 0 0,40 40 0,0-40 16,-40 0-16,40 0 0,0-1 15,1 1-15,-1 0 0,-40 0 16,0 0-16,40 0 16,0 0-16,-40 0 0,40 0 0,-40 0 0,40-1 15,0 1-15,-40-40 0,40 40 16,1 0-16,-41 0 0,40 0 0,-40 0 15,0-1-15,40 41 16,-40 41 0,-40-1-16,40 0 15,0 0-15</inkml:trace>
  <inkml:trace contextRef="#ctx0" brushRef="#br0" timeOffset="48037.1883">4936 13194 0,'0'40'16,"0"-80"-16,-81 120 15,41-80-15,80 0 125,0-40-109,1 40-16,-41-40 0,40 40 0,0 0 16,-40-40-16,40 0 0,0 40 15,-40-40-15,40 40 16,-40-40-16,40 40 0,0-40 0,-40-1 0,41 41 16,-1-40-16,0 0 0,0 0 15,0 40-15,0-40 0,0 0 0,0 0 16,1 40-16,-1-40 15,0 40-15,0-40 0,0 40 0,0-41 0,0 41 16,0-40-16,-40 0 0,41 40 0,-1-40 0,0 0 16,-40 0-16,40 40 0,0-40 15,-40 0-15,40 40 0,0-40 0,-40 0 0,40 40 16,1-41-16,-1 41 16,0-40-16,-40 0 0,40 40 0,0-40 0,0 40 15,-40-40-15,40 40 0,-40-40 16,40 40-16,-40-40 0,41 40 0,-41-40 0,40 40 15,-40-40-15,40-1 16,0 1-16,-40 0 0,40 0 0,0 0 16,-40 0-16,40 0 0,0 0 0,1 0 15,-1 0-15,0-1 16,0 1-16,-40 0 0,40 40 0,-40-40 16,40 0-16,-40 0 15,40 0-15,-40 0 16,40 0-16,1-1 15,-41 1-15,0 0 0,40 40 0,-40-40 16,40 0-16,-40 0 0,40 0 0,-40 0 16,40 40-16,-40-40 15,40 0-15,0-1 0,1 1 16,-1 40 0,-40-40-16,40 40 0,-40-40 15,40 40-15,-40-40 16,40 40-16,0-40 0,-40 0 0,40 40 0,-40-40 15,40 40-15,-40-40 0,41 40 16,-1-41-16,0 1 0,0 40 16,-40-40-16,40 40 0,0-40 0,0 40 15,-40-40 1,40 40-16,1-40 0,-1 40 16,-40-40-16,40 40 0,0-40 15,0 0-15,0 40 0,0-40 0,0 40 16,1-41-16,-1 1 15,0 40-15,-40-40 0,40 40 0,-40-40 0,40 40 16,-40-40-16,40 40 0,-40-40 16,0 0-1,40 40-15,-40-40 0,40 0 16,-40-1 0,41 41-16,-41-40 0,40 40 15,-40-40-15,0 0 16,40 40-16,-40-40 0,0 0 15,40 40-15,0-40 16,0 0-16,0 40 16,-40-40-16,40 40 0,-40-40 0,41 40 15,-1-41-15,0 1 16,0 40-16,-40-40 0,40 40 16,-40-40-16,0 0 15,40 40-15,-40-40 16,0 0-1,40 40-15,-40-40 0,40 40 16,-40-40-16,41 40 0,-41-41 0,40 41 0,-40-40 16,40 40-1,-40-40-15,40 40 0,0 0 16,-40-40-16,40 40 16,-40-40-16,40 40 0,-40-40 15,40 0 1,1 0-16,-1 40 0,-40-40 15,40 40-15,-40-40 16,40 40-16,0-41 16,0 41-16,-40-40 0,40 0 31,-40 0-31,40 40 0,-40-40 0,41 40 16,-41-40-16,40 40 0,0-40 15,-40 0-15,40 40 0,-40-40 0,40-1 16,-40 1-1,40 40-15,-40-40 0,40 40 0,-40-40 16,0 0-16,40 40 0,1-40 16,-1 40-1,0-40-15,0 40 0,-40-40 0,40 40 0,-40-40 16,40 40-16,0-40 16,0-1-16,-40 1 15,41 40 1,-41-40 31</inkml:trace>
  <inkml:trace contextRef="#ctx0" brushRef="#br0" timeOffset="50297.0551">6340 15440 0,'0'0'0,"-40"0"0,0 0 16,40-40-16,-40 40 0,-1 0 16,41-40-1,41 0 17,-1 0-32,0 40 15,-40-41 1,40 41-16,-40-40 0,40 40 15,-40-40 1,40 40-16,-40-40 0,40 40 0,-40-40 16,40 40-16,-40-40 0,41 40 0,-41-40 0,40 0 15,0 0 1,0-1-16,-40 1 0,0 0 0,40 40 16,-40-40-16,40 0 15,-40 0-15,0 0 0,40 40 0,-40-40 0,40 40 16,-40-40-16,0 0 15,41 40-15,-41-41 0,0 1 0,40 0 16,-40 0-16,40 40 0,-40-40 0,40 0 16,-40 0-1,40 40-15,-40-40 0,0 0 0,40 40 16,-40-41-16,40 41 0,-40-40 16,40 0-16,-40 0 0,41 0 15,-1 0 1,0 0-16,-40 0 0,40 40 15,-40-40-15,40 40 16,-40-40-16,40 40 0,-40-41 0,0 1 16,40 40-16,-40-40 0,0 0 15,41 40-15,-41-40 16,40 0-16,-40 0 0,40 0 16,0 0-16,0-1 15,-40 1-15,40 40 0,-40-40 0,40 40 16,-40-40-16,40 0 15,-40 0-15,0 0 16,41 0-16,-41 0 16,0 0-16,40 40 15,-40-41-15,40 1 0,0 0 16,-40 0 0,40 40-16,-40-40 0,40 0 15,-40 0 1,40 40-16,-40-40 0,40 40 0,-40-40 0,0-1 15,0 1 1,0 0-16,41 40 0,-41-40 16,40 0-16,-40 0 0,40 0 0,0 40 0,-40-40 15,40 40-15,-40-40 0,40 0 16,0 40-16,-40-41 0,40 1 16,1 40-1,-41-40-15,40 0 0,0 40 16,-40-40-16,40 0 15,0 0-15,-40 0 16,40 40-16,-40-40 0,40 40 0,-40-41 0,40 41 16,-40-40-1,41 40-15,-41-40 0,40 40 0,0-40 16,0 0 0,0 0-16,0 0 15,-40 0 1,40 40-16,0 0 0,-40-40 0,41 40 15,-41-40-15,40 40 16,-40-41-16,40 41 0,-40-40 0,40 0 16,-40 0-16,40 40 15,-40-40-15,40 0 16,-40 0-16,40 40 0,-40-40 16,0 0-16,40 40 15,1-41-15,-1 41 0,-40-40 16,40 40-16,0-40 15,0 0-15,0 0 0,0 40 0,0-40 16,-40 0-16,41 40 0,-1-40 0,0 0 0,0 40 16,0-40-16,0 40 0,0-41 15,0 1-15,1 40 0,-41-40 0,40 40 0,0-40 16,0 0 0,0 0-16,0 0 15,-40 0-15,0 0 16,40 40-16,-40-41 0,40 1 15,1 40 1,-41-40-16,40 40 0,-40-40 0,40 0 0,0 0 16,0 0-16,0 0 15,0 0-15,0 0 16,1-1-16,-41 1 0,40 0 0,0 0 16,-40 0-1,40 40-15,-40-40 0,40 0 0,0 0 0,-40 0 16,40 40-16,1-41 0,-1 1 15,-40 0-15,40 0 0,0 0 0,0 0 0,0 40 16,0-40-16,-40 0 0,40 40 0,1-40 0,-1 40 16,-40-40-16,40 40 15,0-41-15,0 1 0,0 0 16,0 40-16,0-40 16,1 0-16,-1 0 0,0 40 15,0-40 1,0 0-16,0 40 0,0-40 0,0 40 15,-40-41-15,41 41 16,-41-40-16,40 40 0,-80 0 47</inkml:trace>
  <inkml:trace contextRef="#ctx0" brushRef="#br0" timeOffset="51926.9595">7985 14878 0,'-80'0'15,"40"0"-15,0 0 16,0 0 0,40-40 15,0 0 0,0 0-31,40 0 31,-40 0-31,80 40 0,-80-40 16,0 0-16,40 40 0,0 0 16,-40-40-16,40 40 15,-40-40-15,40 40 0,1-41 0,-1 1 16,-40 0-16,40 40 16,-40-40-16,40 0 0,0 40 0,0-40 0,-40 0 15,40 0-15,0 0 16,-40-1-16,41 1 0,-41 0 15,40 0-15,-40 0 0,40 40 16,-40-40-16,40 0 0,0 0 0,-40 0 16,40 40-16,-40-40 0,40-1 0,0 1 15,1 0 1,-41 0-16,40 40 0,-40-40 0,40 40 0,-40-40 16,40 0-16,-40 0 15,40 40-15,-40-40 0,40-1 0,-40 1 16,40 40-1,-40-40-15,40 0 0,1 0 16,-1 0-16,-40 0 0,40 40 0,-40-40 16,40 40-16,0-40 15,0 40-15,0-40 0,0-1 16,1 41-16,-41-40 16,40 0-16,0 0 0,-40 0 15,40 40-15,-40-40 16,40 40-16,-40-40 0,40 0 0,0 0 15,0-1 1,1 1-16,-41 0 0,40 40 16,0-40-16,0 40 0,-40-40 0,40 40 0,0-40 15,0 0-15,0 0 16,1 0-16,-41 0 0,40 40 16,-40-41-16,40 41 15,0-40-15,0 0 0,0 0 16,0 0-16,0 0 15,1 40-15,-1-40 0,0 0 0,0 40 16,-40-40-16,40 40 0,0-41 0,-40 1 16,40 40-1,-40-40-15,40 40 0,-40-40 0,41 0 16,-1 0-16,0 0 16,-40 0-16,40 0 0,0 0 15,0-1 1,0 1-16,1 40 0,-41-40 0,40 0 15,0 0-15,0 40 16,-40-40-16,40 40 0,-40-40 0,40 40 16,-40-40-16,40 0 0,0 40 0,-40-41 0,41 1 15,-1 0-15,0 40 16,-40-40-16,40 40 0,0-40 0,0 40 0,0-40 16,0 0-16,1 40 15,-1-40-15,-40 0 0,40 40 0,0-40 0,0 40 16,0-41-16,0 41 15,-40-40-15,40 40 0,1-40 0,-1 0 16,0 0-16,-40 0 0,40 0 16,0 0-1,0 0-15,-40-1 0,40 41 16,0-40 0</inkml:trace>
  <inkml:trace contextRef="#ctx0" brushRef="#br0" timeOffset="53146.8115">9590 14638 0,'-40'0'16,"40"-40"-1,40 40 17,-40-40-17,80-41 1,1 41 0,-41 0-16,40 0 31,-40 0-31,0 40 0,41-80 15,-81 40-15,80-41 16,-80 41-16,40 40 0,0-80 16,0 40-16,0-40 31,0 0-31,1 80 0,39-81 31,-40 1-15,0 40-1,0-40 1,81 0 15,-1-1-15,-40 1 0,-40 80-1,1-80 1,-1 40 15,-40 0-31,80 0 16,-40 0-16,0 0 15,0-1-15,0 1 16,1 0-16,-1 40 0,-40-40 31,40 0-31,0-40 16,40 40-16,-40 40 15,-40-40 1,121-41 0,-41-39-1</inkml:trace>
  <inkml:trace contextRef="#ctx0" brushRef="#br0" timeOffset="55366.6857">16372 7660 0,'40'0'0,"-40"-41"31,40 41-31,-40-40 0,0 0 16,40 40-1,-40-40-15,0 0 16,-40 40 0,0 0-16,40 80 15,-81-80-15,81 40 0,-40 0 0,0 1 0,0-1 16,0 0-16,0 0 16,0 0-16,0 40 0,40-40 0,-41 0 0,41 0 15,-40 1-15,40-1 0,0 0 16,0 0-16,0 0 0,0 0 0,0 0 0,40 0 15,-40 0-15,41 1 0,-41-1 0,0 0 0,40 0 16,-40 0-16,0 0 16,0 0-16,0 0 0,0 0 0,0 0 15,-40 1-15,-41-1 16,81 0-16,-40 0 0,0 0 0,0-40 16,40-40 15,0 0-31,40 40 15,-40-40-15,40 0 0,-40-1 16,40 41-16,0 0 31,-40 41-31,0-1 16,41 0-16,-41 0 16,0 0-16,0 0 0,40-40 0,-40 40 0,0 0 15,0 0-15,40 1 16,-40-1-16,40 0 0,-40 0 15,40 0-15,-40 0 16,40-40-16,-40 40 16,0 0-16,40 0 15,-40 0-15,0 1 16,40-1-16,1 0 0,-41 0 0,40 0 0,0 40 16,0-40-16,0 0 0,0 1 15,40-1-15,-39 0 0,-1-40 0,40 40 0,0-40 16,-40 40-16,41-40 15,-41 0-15,40 0 0,-40 0 0,0 0 0,0 0 16,-40-80-16,40 80 0</inkml:trace>
  <inkml:trace contextRef="#ctx0" brushRef="#br0" timeOffset="56636.6832">17415 8141 0,'-40'0'15,"40"-40"1,0 0 0,-40 40-16,40 40 31,0 40-15,40-40-16,-40 0 15,0 0-15,0 0 0,0 0 0,0 1 0,0 39 16,0-40-16,0 0 0,0 0 15,0 40-15,0-40 0,0 0 0,0 41 0,0-41 16,0 0-16,0 0 0,0 0 0,0 0 0,0 0 16,0 0-16,0 1 15</inkml:trace>
  <inkml:trace contextRef="#ctx0" brushRef="#br0" timeOffset="56976.6623">17977 9103 0,'0'40'63,"0"1"-63,0-1 0,0 0 15,0 0-15,-41 0 0,41 0 16,-40 0-16,0 0 0,0-40 0,0 40 0,0 0 15,0 1-15,0-41 0</inkml:trace>
  <inkml:trace contextRef="#ctx0" brushRef="#br0" timeOffset="59226.5308">18900 8061 0,'40'-41'16,"-40"1"0,40 0-16,0 0 15,0 40-15,0-40 0,0 40 16,0-40 0,1 40-16,-1 0 0,0 0 15,0 40-15,0 0 16,-40 0-16,40 0 0,-40 0 0,0 41 15,0-41-15,0 0 0,0 0 0,-40 40 0,40-40 16,-40 41-16,40-41 16,-40 0-16,40 0 0,-40 0 0,40 0 0,-40 0 15,-1 0-15,41 0 16,-40-40-16,80 0 31,41 0-31,-41 0 16,0 0-16,0 0 0,0 0 15,0 0-15,0 0 0,1 0 0,-1 0 0,0-40 16,0 40-16,0 0 0,0 0 0,0 0 16,0 0-1</inkml:trace>
  <inkml:trace contextRef="#ctx0" brushRef="#br0" timeOffset="59476.5162">20424 8823 0,'0'-41'15,"-40"41"1,40 41 0,0 39-1,0-40-15,-40 0 0,-40 120 32,80-119-32,-40-1 0,40 40 15,-81 0 1,81-40-16,0 0 15</inkml:trace>
  <inkml:trace contextRef="#ctx0" brushRef="#br0" timeOffset="60116.4826">20906 7900 0,'0'0'15,"0"-40"-15,0-40 16,0 40-16,40 40 16,40-80-1,81 39 1,-1 41 15,-160 81-31,40 119 31,-40-160-31,-40 40 0,0-39 0,-80 119 16,39-40 15,81-39-15,41-81 0,39-41-1,40 41 1,1 0-1,79 0 1,-160 0 0,0 0-16,1 0 15</inkml:trace>
  <inkml:trace contextRef="#ctx0" brushRef="#br0" timeOffset="60386.4104">22511 8301 0,'0'40'0,"0"0"15,0 1 1,0 119 15,-40 0-15,-121-39-1,41 39 1</inkml:trace>
  <inkml:trace contextRef="#ctx0" brushRef="#br0" timeOffset="61686.3133">24116 7820 0,'40'-40'16,"-80"40"62,40 40-78,-40 0 16,0 0-16,40 0 0,-40-40 0,40 40 15,-41 0-15,1-40 0,40 41 0,-40-1 0,40 0 16,-40-40 0,40 40-16,0 0 0,40-40 62,0 0-62,0 0 0,1 0 16,-1 40-16,0-40 0,0 0 15,0 0-15,0 0 0,0 0 0,0 0 0,1 0 16,-1 0-16,0 0 0,0 0 0,0 0 0,0 0 16,0 0-16,0 0 15,1 0-15,-1 0 0,-40-40 16,0 0 0</inkml:trace>
  <inkml:trace contextRef="#ctx0" brushRef="#br0" timeOffset="61946.298">24437 7900 0,'-40'-40'16,"40"0"-16,0 80 62,40 0-62,-40 0 0,0 0 0,0 0 16,0 1-16,0-1 0,0 0 0,0 0 0,0 0 16,0 0-16,0 0 0,0 0 15,0 0-15,0 1 0,0-1 0,0 0 0,0 0 16,0 0-16,0 0 16,0 0-16,0 0 0,40 0 15</inkml:trace>
  <inkml:trace contextRef="#ctx0" brushRef="#br0" timeOffset="62166.3593">25159 8582 0,'0'0'16,"-40"0"-1,0 0 1,40 80-1,0-40-15,0 40 16,0-39-16,-40 79 16,40-80-1,-121 80 1,81-80 0</inkml:trace>
  <inkml:trace contextRef="#ctx0" brushRef="#br0" timeOffset="62926.2389">25841 7660 0,'0'40'63,"0"0"-48,0 0-15,0 0 0,0 0 0,0 0 16,0 40-16,0-40 0,-40 1 0,40-1 0,0 0 16,0 40-16,-40-40 0,40 0 15,0 0-15,0 0 0,0 1 0,0-1 0,0 0 16,0 0-16,0 0 16,0 0-16</inkml:trace>
  <inkml:trace contextRef="#ctx0" brushRef="#br0" timeOffset="63196.2611">26604 8662 0,'0'0'16,"-40"0"-16,0 0 15,-1 0-15,41 80 16,-40 81 0,-40-1-1,40-120 1,40 0-16,-40-40 0,0 81 16</inkml:trace>
  <inkml:trace contextRef="#ctx0" brushRef="#br0" timeOffset="64016.2512">27246 7860 0,'0'-40'16,"0"0"-16,0 0 16,0 0-16,0 0 15,40-1 1,0 41-16,40-40 16,-40 40-1,1 0-15,-1 0 0,0 0 0,0 40 16,0 1-1,-40-1-15,0 0 0,0 0 0,0 0 16,0 0-16,0 0 0,0 0 0,0 40 0,-40-39 16,40-1-16,-40 0 0,40 0 15,-80 0-15,80 0 0,-41 0 0,1-40 0,40 40 16,-40 0-16,40 1 16,40-41-1,41 0 1,-41 0-16,0 0 0,0-41 0,0 41 15,0 0-15,0-40 0,0 40 0,1 0 16,-1 0-16,0 0 16,0 0-16,0 0 0,0 0 15</inkml:trace>
  <inkml:trace contextRef="#ctx0" brushRef="#br0" timeOffset="64276.1596">28369 8341 0,'0'0'0,"0"40"32,-120 81-17,0 39 1,79-120-1,-39 121 1,0-81 0</inkml:trace>
  <inkml:trace contextRef="#ctx0" brushRef="#br0" timeOffset="65156.1837">29453 7339 0,'0'-40'16,"0"-1"-1,0 1-15,0 0 32,-40 40-17,0 80-15,-1-39 16,1-1-16,40 0 16,-40 0-16,0 0 0,40 0 0,-40 40 0,40-40 15,-40 1-15,40 39 0,0-40 16,0 0-16,0 0 0,0 0 0,0 0 15,0 0-15,0 0 0,0 1 0,40-41 16,-40 40-16,80-40 16,-40 0-16,0 0 0,1-40 15,-1 40 1,-40-41-16,40 41 0,-40-40 0,40 0 0,-40 0 0,0 0 16,40 0-16,-40 0 15,0 0-15,0 0 0,0 0 0,0-1 16,0 1-16,-40 0 0,0 0 15,0 0 1,0 0-16,-1 40 16,41-40-16,-40 40 15</inkml:trace>
  <inkml:trace contextRef="#ctx0" brushRef="#br0" timeOffset="65936.1377">30576 6737 0,'0'0'0,"0"-40"16,0 0-1,40 40 1,81-40-1,-81 40 1,0 80 0,0-40-1,-40 40-15,40 1 32,-40-1-32,40-40 31,-40 0-31,81-120 15,-41 80 1,0 0 0,-40 40 15,-40 80-15,40-40-1,-40 1-15,0 119 16,-41 41 15,1-1-15,0-39-1,-41-81 17,1-80-32</inkml:trace>
  <inkml:trace contextRef="#ctx0" brushRef="#br0" timeOffset="68056.0134">12800 3368 0,'0'0'0,"0"40"15,-40 0 63,40 1-62,-40-1 0,40 0-16,0 0 0,0 0 0,0 0 15,0 0-15,0 0 16,0 0-16,0 1 0,0-1 0,0 0 16,0 0-16,0 0 0,40-40 15,-40 40-15</inkml:trace>
  <inkml:trace contextRef="#ctx0" brushRef="#br0" timeOffset="69435.9344">12760 3529 0,'0'-40'47,"0"-1"15,0 1 157,0 0-188,-40 40 469,0 0-484,0 0-1,40 40 1,-40-40-16,0 40 0,-1 1 16,1-41-16,40 40 15,-40-40-15,40 40 0,-40-40 0,40 40 16,0 0 0,-40-40-1,40 40-15,0-80 156,40 40-156,0-40 16,0 40-16,0 0 0,1 0 16,-1 0-16,40-40 15,-40 40-15,0 0 0,0 0 0,0 0 0,1 0 16,-1 0-16,0 0 0,-40 40 16,40-40-16,0 0 0,-40 40 0,40-40 0</inkml:trace>
  <inkml:trace contextRef="#ctx0" brushRef="#br0" timeOffset="70965.7674">28409 3208 0,'0'0'0,"-40"0"78,0 0-62,0 40-16,0 0 0,0-40 15,0 40-15,40 0 0,-40-40 0,-1 0 0,41 40 16,-40 0-16,40 1 16,-40-41-16,0 40 0,0 0 15,80-40 63,0 0-62,0 0-16,0 0 0,1 0 0,-1 0 16,0 0-1,0 0-15,0 0 0,0 0 0,0 0 0,0-40 16,1 40-16,-1 0 0,0-40 16,0 40-16,0 0 0,0 0 31,-40-41-31,40 41 15</inkml:trace>
  <inkml:trace contextRef="#ctx0" brushRef="#br0" timeOffset="71355.822">28490 3208 0,'0'0'0,"0"-40"31,-40 40-16,40 40 48,0 0-63,0 0 0,0 0 16,0 0-16,0 0 15,0 0-15,0 1 0,0-1 0,0 0 0,0 0 16,0 0-16,0 0 0,0 0 0,0 0 15,0 0-15,0 1 0,0-1 16</inkml:trace>
  <inkml:trace contextRef="#ctx0" brushRef="#br0" timeOffset="73035.722">23715 5614 0,'0'0'0,"-40"0"32,-1 0-1,41 40-31,-40-40 0,40 40 0,-40 0 15,40 1-15,-40-1 16,40 0-16,-40 0 0,40 0 16,-40-40-16,40 40 15,0 0-15,-40-40 0,40 40 16,40-40 0,0-40 15,0 40-31,0 0 0,-40-40 0,40 40 15,0-40-15,1 40 0,-1 0 0,0 0 0,0-40 16,0 40-16,0 0 16,0 0-16,0 0 0,1 0 15,-41 40-15,40 0 16,-40 0-16</inkml:trace>
  <inkml:trace contextRef="#ctx0" brushRef="#br0" timeOffset="73355.7041">24076 5574 0,'0'0'0,"-40"0"0,0 0 15,40 40 16,0 0-15,0 0 0,0 0-16,0 1 0,-41-1 0,41 0 15,0 0-15,0 0 0,-40 0 16,40 0-16,0 0 0,0 0 0,0 1 16,0-1-16,0 0 15,0 0-15,0 0 0,0 0 16,0 0-16,0 0 0,0 0 0,0 0 15</inkml:trace>
  <inkml:trace contextRef="#ctx0" brushRef="#br0" timeOffset="73635.688">24477 6095 0,'0'-80'15,"40"80"-15,40-40 16,81-40 15,-1 40-15,-39 80-1,-81-40 1,0 0 0</inkml:trace>
  <inkml:trace contextRef="#ctx0" brushRef="#br0" timeOffset="73915.5987">24999 5574 0,'-40'0'0,"80"0"0,-121 0 31,81 40 0,0 0-31,0 0 16,0 0-16,0 1 15,0-1 1,0 0-16,0 0 0,0 0 0,0 0 0,0 0 16,0 0-16,0 0 15,0 1-15,0-1 0,0 0 0,0 0 16,0 0-16</inkml:trace>
  <inkml:trace contextRef="#ctx0" brushRef="#br0" timeOffset="74315.6471">25841 5694 0,'0'-40'15,"0"80"-15,-40-120 16,0 80 15,40 40-31,-40-40 0,40 40 0,-40 0 0,40 1 16,-80-41-16,80 40 16,0 0-16,0 0 0,-40-40 0,40 40 0,0 0 15,40-40 16,0 0-31,0 0 16,0-40-16,0 40 16,0 0-16,0-40 0,1 40 0,-1 0 0,0 0 15,0-40-15,0 40 0,0 0 16,0 0-16,-40-40 0,40 40 0,1 0 0</inkml:trace>
  <inkml:trace contextRef="#ctx0" brushRef="#br0" timeOffset="74605.6303">25962 5614 0,'-80'0'16,"39"0"-16,1 0 15,80 0 17,-40 40-32,0 0 0,41-40 15,-41 40-15,40 1 16,-40-1-16,0 0 0,0 0 16,40 0-16,-40 0 0,0 0 15,0 0-15,0 0 0,40 1 16,-40-1-16,0 0 0,0 0 15,0 0 1,0 0-16</inkml:trace>
  <inkml:trace contextRef="#ctx0" brushRef="#br0" timeOffset="74965.5604">26604 5975 0,'-40'0'16,"80"0"-16,-40-40 31,40 40-31,40-40 16,0 0 0,41 0-1,-1 0 1,-80 40-16</inkml:trace>
  <inkml:trace contextRef="#ctx0" brushRef="#br0" timeOffset="75255.5916">27446 5494 0,'-40'-40'15,"80"80"-15,-80-120 32,40 120-17,0 0 1,0 80 0,0 81-1,40-81 1,-40-80-1,41 40 1</inkml:trace>
  <inkml:trace contextRef="#ctx0" brushRef="#br0" timeOffset="75515.5764">28048 5775 0,'0'0'0,"-40"0"0,0 0 16,40-41-16,-40 1 16,80 0-1,201-40 1,-81 80-1,-79-40 17,-41 40-32</inkml:trace>
  <inkml:trace contextRef="#ctx0" brushRef="#br0" timeOffset="75695.5092">28369 6055 0,'0'0'16,"40"0"0,81-40-1,79-40 1,1 0 0,-161 80-1</inkml:trace>
  <inkml:trace contextRef="#ctx0" brushRef="#br0" timeOffset="76905.4951">29573 5293 0,'0'0'16,"-40"0"-16,40-40 0,40 0 31,0 40-15,0 0-1,1 0-15,-1 0 16,0 0 0,0 0-16,0 0 15,0 0-15,0 0 0,0 0 0,1 0 16,-1 0-16,0-40 15,0 40-15,-80 0 47,0 0-31,40 40-16,0 0 16,-40 0-16,40 0 15,0 1-15,0-1 0,-41 0 0,1 0 0,40 0 16,-40 40-16,40-40 0,0 0 0,-40 0 0,40 1 15,0-1-15,0 0 0,-40 0 16,40 0-16,0 0 0,0 0 0,0 0 31</inkml:trace>
  <inkml:trace contextRef="#ctx0" brushRef="#br0" timeOffset="77095.484">29774 5815 0,'0'0'31,"40"0"-31,161-81 31,-1 1-15,-120 40-16</inkml:trace>
  <inkml:trace contextRef="#ctx0" brushRef="#br0" timeOffset="78525.4">17776 10467 0,'0'0'15,"-40"0"1,40-40 15,40 40 32,0 0-63,40 0 15,-40 0-15,1 0 0,39 0 16,-40 0-16,0 0 16,0 0-16,41 0 0,-1-40 0,0 40 0,0-40 15,1-1-15,39 41 0,-40-40 16,41 0-16,-41 40 0,40-40 0,1 40 0,-41 0 16,40-40-16,1 40 15,-41 0-15,40 0 0,-40-40 0,41 40 0,-41 0 16,0 0-16,41 0 0,-41 0 0,0-40 0,0 40 15,1 0-15,-1 0 0,0 0 16,0-40-16,1 40 0,-1 0 0,0-40 0,0 40 16,-39 0-16,39 0 15,-40-40-15,0 40 0,0 0 0,0 0 16,-40-41-16,-40 41 31,0 0 0</inkml:trace>
  <inkml:trace contextRef="#ctx0" brushRef="#br0" timeOffset="79405.3497">24517 9665 0,'-40'0'15,"40"-40"48,40 40-32,0 0-31,-40 40 16,40-40-16,1 0 0,-1 0 15,0 40-15,0-40 0,0 0 0,40 0 0,-40 0 16,1 0-16,39 0 0,-40 0 0,40 0 0,-40 0 15,41-40-15,-41 40 16,40 0-16,-40-40 0,0 40 0,41 0 0,-41-40 16,40 40-16,0 0 0,0 0 15,1 0-15,-1 0 0,0 0 0,0 0 0,1 0 16,-1 0-16,40 0 16,-39 0-16,39 0 0,-40 0 0,41 0 0,-41 0 15,40 0-15,-40 0 0,41 0 0,-41 0 0,0-41 16,-40 41-16,41 0 0,-41-40 15,40 40-15,-40 0 0,0 0 0,0-40 0,1 40 16,-1-40-16,0 40 16,0 0-16,0 0 0,0 0 0,0-40 15,0 40 1,-80 0 93</inkml:trace>
  <inkml:trace contextRef="#ctx0" brushRef="#br0" timeOffset="80055.2543">29453 8863 0,'-40'40'16,"0"-40"-1,40-40 32,40 40 0,0-40-31,0 40-1,0 0-15,0 0 0,0 0 16,0 0-16,1 0 16,-1 0-16,0 0 0,0 0 15,0 0-15,0 0 31,-80 0 32,0 0-47,40 40-16,0 0 15</inkml:trace>
  <inkml:trace contextRef="#ctx0" brushRef="#br0" timeOffset="84095.0164">13844 6095 0,'-41'0'16,"82"0"30,-1 0-46,0 0 16,0 0-16,0 0 16,0 0-1,0 0 1,0 0-16,-40 41 0,41-41 16,-41 40-16,0 0 0,0 0 15,0 0-15,0 0 0,0 0 0,0 0 0,0 0 16,-41 0-16,41 41 0,0-41 0,-40 0 0,40 0 15,0 0 1,-40 0-16,0 0 0,40 0 16,0-80 31,40 40-47,-40-40 0,40 40 15,-40-40-15,40 40 0,-40-40 0,41 40 0,-41-40 16,40 0-16,0 40 0,-40-40 15,40 0-15,0-1 0,0 1 0,0 0 0,0 0 16,1 0-16,-1 0 16,-40 0-16,40 0 0,0 40 0,0-40 0,-40 0 15,0-1-15,40 41 0,-40-40 16,40 40-16,-40-40 0,0 0 0,0 0 16,0 0-1,0 0 1,-40 40 46,0 0-46,40 40 0,-40-40-16,40 40 0,-40 0 15,40 0 1,0 0-1,-40 0-15,40 1 0,0-1 0,0 0 16,0 0-16,-40 0 16,40 0-16,0 0 15,80 0 1,-80 0-16,40-40 16,0 0-16,-40 40 15,40-40-15,0 0 0,1 0 16,-1 0-16,-40 41 15</inkml:trace>
  <inkml:trace contextRef="#ctx0" brushRef="#br0" timeOffset="84525.0493">15088 6256 0,'-41'0'31,"41"40"-15,0 0-16,0 0 15,0 0-15,0 0 0,0 0 16,0 1-16,0-1 15,0 0-15,0 0 0,0 0 0,0 0 16,0 0-16,0 0 16,0 0-16,0 1 0,0-1 0,0 0 15,0 0 1</inkml:trace>
  <inkml:trace contextRef="#ctx0" brushRef="#br0" timeOffset="84944.9671">15569 5815 0,'-40'40'15,"80"-80"-15,-120 80 16,40 0 0,0-40-1,40 40-15,-41 161 16,82-1 15,-1-120-31,-40-40 0,80 41 31,-40-81-31,-40 40 0,80-40 16,1 0 0,-81-40-16</inkml:trace>
  <inkml:trace contextRef="#ctx0" brushRef="#br0" timeOffset="85454.9917">15850 6055 0,'0'0'0,"-40"-80"16,40 40-1,40 0 1,40 40-1,0 80 1,-39-40 0,-41 40-1,0-39-15,0 39 32,0-40-32,-41-40 15,41 40-15,0-80 31,0 0-31,41 0 32,-1 40-32,0-81 0,0 41 0,0 0 31,0 0-15,0 0-1,0 40 1,1 120 15,-1-39-15,-40-1-1,0 0 17,0-40-17</inkml:trace>
  <inkml:trace contextRef="#ctx0" brushRef="#br0" timeOffset="85754.9771">16853 5654 0,'-40'-40'31,"80"80"-31,-80-120 0,80 80 31,0 160-15,40 1 0,-80-121-1,0 0-15,0 80 16,-40-120-16,40 41 0,-40 39 15,0-40-15,0 0 16,40 0-16,-40 0 16</inkml:trace>
  <inkml:trace contextRef="#ctx0" brushRef="#br0" timeOffset="87384.8821">17696 5614 0,'-40'0'31,"40"40"0,0 0-15,0 0-16,40 1 0,-40-1 0,0 0 0,0 0 16,40 0-16,-40 0 0,0 0 15,0 0-15,0 0 0,0 1 0,0-1 0,0 0 16,0 0 0,0 0-16,0-80 46,0 0-46,0 0 16,0 0-16,40-1 16,0 1-16,-40 0 0,40 0 0,-40 0 15,40 40 1,-40-40-16,40 40 0,-40-40 16,41 40-16,-41-40 0,40 0 15,0-1 1,-40 1-16,0 0 15,40 40-15,-40-40 0,0 0 16,0 0-16,0 0 31,0 80 32,-40-40-63,0 40 15,0-40 1,40 40-16,-41-40 0,1 40 16,0-40-16,40 40 0,-40-40 15,40 40 1,-40-40-16,0 0 0,40 41 0,-40-41 16,0 40-16,-1-40 0,41 40 15,-40-40-15,0 40 16,0-40-16,40 40 15,-40-40 1,0 0-16,0 40 16,0-40-1,80 0 95,0 0-79,0 0-31,0 0 0,0 0 16,0 0-16,0 0 0,1 0 15,-1 0 1,0 0-16,-40 40 0,40-40 15,0 0-15,0 0 16,-40 40-16,40-40 0,0 0 0,1 0 16,-41 40-1,40-40-15,0 0 0,0 0 16,0 0 0,0 0-16,0 0 15,-40-40-15,41 40 31,-41-40-15,-41 40 62,41-40-62,-40 40-16,0-40 15,0 40 1,0-40 0,0 40-1,40-40-15,-40 40 0,40-40 16,-41 40 0,41-40-16,-40 40 0,40-41 0,-40 41 15,40-40-15,-40 40 0,40-40 0,-40 40 16,40-40-16,-40 40 15,0-40-15,0 40 32,40-40-32,-41 40 0,41-40 47,0 80 15,0 0-62,0 0 16,0 0-1</inkml:trace>
  <inkml:trace contextRef="#ctx0" brushRef="#br0" timeOffset="88224.8324">18538 5734 0,'0'0'0,"0"-40"16,-40 0-1,40 0 17,40 40-32,41-40 31,-41 40-31,40 80 16,-80-40-16,40 81 31,-40-81-31,0 0 0,0 40 15,0-40-15,-40 0 16,0 0-16,-40 41 16,40-81-1,40-40 17,40 40-32,0-81 15,80-39 1,-80 40-1,0 80-15,41-121 16,-81 81-16,40 40 0,-40-40 16,40 40-16,-40-40 31,40 40-31,-40-40 16,-40 40-1,0 0 1,0 40-1,40 0 1,0 0-16,-40 0 0,40 1 16,0-1-16,0 0 15,0 0-15,0 0 0,0 0 0,0 0 16,40 0 0,-40 0-16,40-40 0,-40 41 15,40-41-15,0 0 0,0 0 0,0 0 16,0 0-1,1 0-15</inkml:trace>
  <inkml:trace contextRef="#ctx0" brushRef="#br0" timeOffset="88634.7454">19261 6015 0,'0'-40'15,"0"0"1,40 40-16,0 0 15,0-40 1,40 40 15,-40 40-31,-40 0 16,0 0-16,0 81 16,0-81-16,-40 40 15,0-40 16,0 0-31,0-40 16,40-40 15,40 40-15,-40-40-16,40 40 0,0 0 16,-40-40-16,40 40 0,1 0 15,-41-40-15,40 40 16,0 0-16,0 0 15,0 0 1,0 0-16,0 0 0,0 0 0,1 0 16,-1 0-16,0 0 15</inkml:trace>
  <inkml:trace contextRef="#ctx0" brushRef="#br0" timeOffset="89004.7859">20023 5414 0,'0'0'0,"-40"-40"31,0 80-15,40 0-1,-40 80 1,0-80-16,40 121 16,0-121-16,0 0 0,40 40 15,0-40 1,0 0-1,40-40 1,-40 0-16,0 0 16</inkml:trace>
  <inkml:trace contextRef="#ctx0" brushRef="#br0" timeOffset="89464.7586">20344 5574 0,'0'-40'16,"40"40"15,0 40-31,-40 0 16,40 0 0,-40 0-16,0 0 0,0 1 15,0-1-15,0 0 0,0 0 31,0-80 1,0 0-17,0 0-15,0-1 16,0 1-16,41 40 0,-41-40 0,0 0 0,40 40 16,-40-40-16,0 0 0,40 40 0,0 0 31,0 0-16,-40 40-15,40-40 16,-40 40-16,40 0 16,-40 0-1,0 0-15,0 1 16,0-1 0,0 0-16</inkml:trace>
  <inkml:trace contextRef="#ctx0" brushRef="#br0" timeOffset="89754.7417">20946 5293 0,'-40'-40'31,"40"0"-31,80 40 16,-40 40-1,40 81 17,-80-81-32,41 80 15,-41-80-15,0 0 0,0 80 16,0-79-16,-81 119 15,1-120-15,80 0 0,-40 0 16,-40 0-16</inkml:trace>
  <inkml:trace contextRef="#ctx0" brushRef="#br0" timeOffset="91054.5916">13803 8863 0,'-40'0'0,"80"0"31,41 0-16,-41 0-15,0-40 0,40 40 0,0 0 16,-39 0-16,39-41 0,0 1 16,-40 0-16,40 40 0,-39-40 0,-1 40 0,-40-40 15,40 40-15,-40-40 16,40 40-16,-40-40 0,40 40 0,0 0 16</inkml:trace>
  <inkml:trace contextRef="#ctx0" brushRef="#br0" timeOffset="91294.5953">14245 9344 0,'-40'0'15,"80"0"-15,-161 0 16,202-40-1,-41 40-15,160-80 32,-119 80-32,119-121 15,-159 121-15,-1-40 0,80 40 16,-120-40-16</inkml:trace>
  <inkml:trace contextRef="#ctx0" brushRef="#br0" timeOffset="93484.4497">13763 11991 0,'-40'0'0,"80"0"93,0 0-93,1 0 16,-1 0 0,0-40-16,0 40 15,0 0 1,-40 40-16,0 0 16,40 0-16,-40 0 0,0 0 0,0 0 15,0 1-15,0-1 0,0 0 16,-40 0-16,40 0 0,-40 0 0,40 0 0,-40 0 15,40 0-15,-80 0 16,39 1-16,1-1 0,0 0 16,0-40-1,40-40 17,40 40-32,0-81 0,-40 41 15,81 40-15,-81-40 0,40 0 0,0 0 0,0 0 16,0 40-16,0-40 0,0 0 15,0 0-15,1 0 0,-1-1 0,0 1 16,0 0-16,0 40 16,0-40-16,-40 0 0,40 40 0,0-40 0,1 0 15,-1 0 1,-40 0 0,-40 80 30,-1 0-30,1 0-16,0 0 16,0 0-1,40 0-15,0 0 0,-40-40 0,40 40 0,0 1 16,0-1-16,0 0 0,0 0 16,0 0-16,0 0 0,40 0 0,-40 0 15,40 0-15,0 0 0,0 1 16,1-1-1,-1-40-15,0 0 16</inkml:trace>
  <inkml:trace contextRef="#ctx0" brushRef="#br0" timeOffset="93724.5104">14887 12512 0,'-40'0'31,"80"0"-31,-120 0 16,80 40-16,0 0 15,0 41 1,0-1 0,0 80-1,0-120-15,0 81 16,0-81-16</inkml:trace>
  <inkml:trace contextRef="#ctx0" brushRef="#br0" timeOffset="94124.4871">15529 11790 0,'0'0'0,"-80"40"16,-1 1-1,1 79 17,40 80-17,40 1 1,0-41 0,120-79 15,-39-41-16,-41-40 1,0 0-16</inkml:trace>
  <inkml:trace contextRef="#ctx0" brushRef="#br0" timeOffset="94574.3879">15689 12232 0,'0'0'0,"0"-41"0,0 1 16,0 0 0,0 0-16,41 0 15,-1 40-15,0 0 16,0 0-16,0 40 0,-40 0 16,0 0-16,40 0 0,-40 1 15,0-1-15,0 0 16,0 0-16,0 0 0,0 0 15,-40-40-15,40 40 16,0-120 15,0 40-31,40 40 16,-40-40-16,0 0 0,40 0 16,-40-1-16,0 1 0,40 40 0,-40-40 15,41 40-15,-41-40 0,40 40 0,0 0 16,0 0-1,0 0 1,-40 40-16,40-40 16,-40 40-16,0 0 0,0 1 0,40-41 15,-40 40-15,0 0 16,0 0-16,0 0 0,0 0 0,0 0 16,-40-40-16,40 40 0,-40 0 15</inkml:trace>
  <inkml:trace contextRef="#ctx0" brushRef="#br0" timeOffset="94834.4454">16532 11951 0,'80'0'31,"-40"0"-16,41 0-15,-81 80 32,40 40-32,-40 81 31,-40-121-31,-81 80 16,41-119-1,40-1 1</inkml:trace>
  <inkml:trace contextRef="#ctx0" brushRef="#br0" timeOffset="95254.4197">17696 11830 0,'-40'0'0,"40"-40"31,0 80 0,-41-40-31,41 81 16,0-41-16,0 120 16,0 41-1,0-81 16,0-80-15</inkml:trace>
  <inkml:trace contextRef="#ctx0" brushRef="#br0" timeOffset="95524.359">17656 11911 0,'0'-40'16,"40"40"15,0 0-15,0 40 0,0 0-16,0 0 0,-40 0 15,40 0-15,-40 0 0,40 0 0,1-40 0,-41 40 16,40 1-16,0-1 15,-40 0-15,40 0 0,0 0 0,0-40 0,0 40 16,1 0-16,-1 0 16,0-40-16,0 0 0</inkml:trace>
  <inkml:trace contextRef="#ctx0" brushRef="#br0" timeOffset="95814.3147">18258 11951 0,'0'-40'0,"-41"40"0,41-40 16,-40-1 0,40 82 30,40-1-46,-40 0 0,41 0 16,-41 0-16,0 0 16,0 0-16,0 0 0,0 0 0,0 1 0,40-1 15,-40 0-15,0 0 16,0 0-16,0 0 0,40-40 0,-40 40 16,0 0-16</inkml:trace>
  <inkml:trace contextRef="#ctx0" brushRef="#br0" timeOffset="97434.2923">18378 11389 0,'0'0'15,"-40"0"-15,40-40 32,-40 40-32,0 0 15,-1-40 1,1 0-1,0 40 1,0 0 0,0 0-1,0 40-15,0-40 16,-1 40-16,1-40 16,40 40-16,-40-40 0,40 40 15,-40-40-15,0 0 16,40 41-16,-40-41 15,0 0 1,40 40-16,-40-40 0,-1 40 16,1-40-1,40 40-15,-40 0 0,0-40 16,40 40-16,-40-40 16,40 40-16,-40-40 15,40 40-15,-40-40 0,40 40 16,-40 0-1,40 1-15,0-1 16,-41-40 0,41 40-16,0 0 0,0 0 15,-40 0 1,40 0-16,0 0 16,0 0-16,0 1 15,0-1 1,0 0-16,0 0 0,0 0 15,40-40 1,-40 40-16,41 0 0,-41 0 16,40 0-1,0 0-15,-40 1 16,40-41-16,0 0 31,0 0-31,0 0 16,0 0-16,1 0 15,-1 40-15,0-40 16,0 0 0,0 0-16,0 40 15,0-40 1,0 0-16,1 0 16,-1 0-16,-40 40 15,40-40 1,0 0-16,0 0 15,0 0-15,0 0 16,-40-40-16,41 40 0,-1-40 16,0 40-1,0 0-15,0 0 0,-40-40 0,40 40 16,0 0-16,0 0 0,1 0 16,-41-41-16,40 41 15,-40-40-15,40 40 16,-40-40-1,40 40-15,-40-40 0,40 40 16,-40-40-16,40 40 16,-40-40-16,0 0 15,40 40 1,-40-40-16,0 0 0,0 0 16,0-1-1,40 41-15,-40-40 16,0 0-1,0 0 1,0 0-16,0 0 16,0 0-1,0 0-15,0 0 0,-40 40 16,40-41-16,0 1 16,0 0-16,0 0 15,0 0-15,0 0 16,0 0-1,0 0 1,-40 40 0,40-40-16,0 0 15,-40 40-15,40-41 16,-40 1-16,40 0 16,-40 40-1,40-40 1,-40 40-16,40-40 15,-40 40-15,-1 0 16,41-40-16,-40 40 0,0 0 16,0 0-1,0 0-15,0 0 16,40 40 0,0 0-1</inkml:trace>
  <inkml:trace contextRef="#ctx0" brushRef="#br0" timeOffset="98194.1727">19582 11871 0,'-40'0'16,"80"0"-16,-121-41 15,122 41-15,39-40 32,0 40-32,0 81 31,-80-1-31,0 80 16,-80 1 15,40-41-16,40-160 17,0 0-17,0 0-15,40 0 16,-40-1-16,40 1 0,-40 0 0,40 0 0,0 40 16,-40-40-16,41 0 15,-1 0-15,0 0 0,0 0 0,0 40 16,-40-41-16,40 41 0,0 0 15,-40-40-15,40 40 0,-40-40 16,0 0 0,0 0-1,-40 40 1,0 0 0,40 40-16,0 0 0,-40-40 15,0 40-15,40 0 16,-40 1-16,40-1 0,-40 0 0,40 0 15,0 0-15,0 0 16,0 0-16,0 0 0,0 0 16,40 1-16,-40-1 15,40 0-15,0 0 0,0 0 16,0-40-16,-40 40 0,40-40 0,1 0 16,-41 40-16,40-40 0,0 0 15,0 0-15</inkml:trace>
  <inkml:trace contextRef="#ctx0" brushRef="#br0" timeOffset="98574.1883">20344 12312 0,'0'0'0,"0"-40"0,0 0 16,80 40-1,-40 0 1,41 0-1,-1 80 1,-80 0 15,-120 80-15,79-120 0,1 1-1,80-82 16,1 41-31,79-80 32,40 80-17,1 0 1,-81 0 0</inkml:trace>
  <inkml:trace contextRef="#ctx0" brushRef="#br0" timeOffset="98864.2084">21187 11750 0,'0'-40'0,"0"80"0,-81-120 31,81 120-15,0 0 0,0 0-16,-40 0 0,40 1 0,0-1 0,0 0 15,0 0 1,0 0-16,0 0 0,0 0 0,0 0 0,0 0 0,0 1 16,40-1-16,-40 0 0,0 0 15,0 0-15,41 0 0,-41 0 16,0 0-16,40 0 0,-40 0 0,40-40 15,0 41 1</inkml:trace>
  <inkml:trace contextRef="#ctx0" brushRef="#br0" timeOffset="99314.1077">21508 11991 0,'-40'-40'16,"80"40"0,0 0 15,40 120-15,-80-80-16,40 81 15,-40-81-15,0 0 16,0-80 15,0-41 0,40 81-31,-40-40 0,40 0 0,-40 0 0,41 40 16,-41-40-16,40 0 0,0 40 0,-40-40 16,40 40-16,0 0 15,0 0-15,-40 40 16,40-40-1,-40 40-15,0 0 0,0 0 16,41-40-16,-41 40 0,0 0 16,0 1-16,0-1 0,0 0 0,0 0 15,0 0 1,0 0-16,0 0 0,0 0 31</inkml:trace>
  <inkml:trace contextRef="#ctx0" brushRef="#br0" timeOffset="99544.1121">22391 11790 0,'0'0'15,"40"0"-15,40 0 31,-40 40-31,0 1 0,0 119 32,-40-40-32,-200 161 31,39-121-31</inkml:trace>
  <inkml:trace contextRef="#ctx0" brushRef="#br0" timeOffset="104143.8252">26443 11670 0,'0'-40'47,"-40"40"-32,0 0 1,40 40 15,-40 0-31,40 0 16,0 0-16,0 0 0,0 1 15,0-1-15,0 0 0,0 0 0,0 0 0,0 0 16,0 0-16,0 0 16,40 0-16,-40 1 0,0-1 0,0 0 15,0 0-15,0 0 16,0 0-16,-40-40 16,40-40 15,0 0-31,0 0 15,0 0-15,0 0 0,0-1 16,0 1-16,0-40 0,0 40 0,0 0 0,0 0 16,0-40-16,0 39 15,0 1-15,0 0 0,0 0 0,0 0 0,0 0 16,0 0-16,0 0 0,0 0 16,40 40-16,-40-40 15,40 40-15,0-41 0,0 41 31,1 0-15,-41 41-16,40-1 16,-40 0-16,0 0 0,40-40 0,-40 40 0,0 0 15,40 0-15,-40 0 16,0 0-16,40 0 0,-40 1 16,0-1-16,40-40 0,-40 40 15,0-80 32,0 0-31,40 40-16,-40-81 0,40 81 15,-40-40-15,41 0 0,-41 0 0,40 0 0,-40 0 16,40 0-16,-40 0 0,40 0 0,-40-1 16,40 41-1,-40-40-15,40 40 0,-40-40 0,40 40 16,0 0-1,1-40 1,-1 40 0,-40 40-1,40-40-15,-40 40 0,0 0 16,0 1-16,0-1 0,0 0 0,0 0 16,0 0-16,0 0 0,0 0 0,0 0 0,0 0 15,0 0-15,0 1 16,0-1-16,0 0 0,0 0 0,0 0 0,0 0 15,0 0-15,0 0 16,0 0-16,40-40 16,0 0-1,-40 41-15</inkml:trace>
  <inkml:trace contextRef="#ctx0" brushRef="#br0" timeOffset="104583.8744">27808 11590 0,'0'-40'0,"0"0"15,-41 40 1,41 40 15,-40-40-31,0 120 31,0 40-15,80-39 0,121-81-1,-81-80 16,0-40-15,-40-81 0,-80 41 15,-80 80-15,80 80-1,40 0 1</inkml:trace>
  <inkml:trace contextRef="#ctx0" brushRef="#br0" timeOffset="104803.8607">28289 11429 0,'0'0'15,"40"0"1,121 81-1,79 79 17,-79-80-17,-81-40 1</inkml:trace>
  <inkml:trace contextRef="#ctx0" brushRef="#br0" timeOffset="105043.8461">28851 11590 0,'0'-40'15,"0"80"-15,-40-80 0,40 0 16,-40 40 0,-1 40-1,41 0 1,-40 0-1,-40 80 1,0 81 0,0-41 15,39-80-31</inkml:trace>
  <inkml:trace contextRef="#ctx0" brushRef="#br0" timeOffset="105823.8005">27808 11710 0,'0'-40'16,"0"0"-16,40 0 31,0 40-16,0 0 79,0 0-78,-40 40-16,40-40 15,0 40-15,0-40 0,-40 40 16,41-40-16,-1 0 16,-40 40-16,40-40 0,0 0 15,-40 40 1,40-40-16,0 0 16,0 0-16,0 0 15,1 0 1</inkml:trace>
  <inkml:trace contextRef="#ctx0" brushRef="#br0" timeOffset="106583.7559">29653 10788 0,'0'40'16,"-40"-40"0,-40 80-1,0 80 16,80 41-15,40 40 0,0-41 15,0-120-15,40 1-1,-39-81-15</inkml:trace>
  <inkml:trace contextRef="#ctx0" brushRef="#br0" timeOffset="106923.7364">30135 11109 0,'0'0'15,"0"40"17,0 0-17,-80 120 1,40-80 0,-1-39 15,82-41-16,79 40 1,0-40 15,1-40-15,-41-1-16</inkml:trace>
  <inkml:trace contextRef="#ctx0" brushRef="#br0" timeOffset="107173.6464">30376 11149 0,'-40'0'32,"40"40"-1,0 0-31,-41-40 0,41 80 0,0-40 15,0 0-15,0 0 16,0 1-16,0-1 0,0 0 0,0 0 0,0 0 16,0 0-1,0 0-15,0 0 0,0 0 0,0 0 16,0 1-16,0-1 0</inkml:trace>
  <inkml:trace contextRef="#ctx0" brushRef="#br0" timeOffset="107373.6424">30697 11871 0,'0'0'15,"0"40"17,0 0-17,0 0-15,-40-40 16,40 40-16,-41-40 0,41 40 0,-40-40 15,40 40-15,-40 0 16</inkml:trace>
  <inkml:trace contextRef="#ctx0" brushRef="#br0" timeOffset="107783.6857">31178 11229 0,'0'-40'15,"0"80"-15,-40-80 16,0 80-1,-40 0 1,-1 161 0,41-81-1,40-80 1,81-40 15,-1 0-15,40-40-1,-40 40 17,-39 0-17</inkml:trace>
  <inkml:trace contextRef="#ctx0" brushRef="#br0" timeOffset="108033.6409">31178 11309 0,'-40'-40'31,"40"80"-15,0 0 0,0 0-1,0 0-15,0 1 0,0-1 0,0 0 0,0 0 16,40 0-16,-40 0 15,0 0-15,0 0 0,0 0 0,0 0 16,0 1 0,0-1-16,0 0 15</inkml:trace>
  <inkml:trace contextRef="#ctx0" brushRef="#br0" timeOffset="108303.6551">31620 10788 0,'40'0'16,"-80"0"-16,80 40 0,0 80 15,-40-40-15,0-40 0,0 161 32,0 0-32,-80-81 15,-81 161 1,1-121 0</inkml:trace>
  <inkml:trace contextRef="#ctx0" brushRef="#br0" timeOffset="111063.4192">28971 12673 0,'-40'0'125,"0"40"-125,0 0 15,0-40-15,0 40 16,-1 0-16,1 0 0,0 0 0,0 0 15,0 1 1,0-1-16,40 0 0,-40-40 0,40 40 0,-40-40 16,40 40-16,-41 0 0,1 0 15,121-40 17,-41 0-17,0 0-15,0-40 0,0 40 0,0 0 16,0-40-16,0 40 0,1 0 15,-1 0-15,0 0 0,40 0 0,-40-40 0,0 40 16,1 0-16,-1 0 16,0 0-16,0 0 0,0 0 0,0 0 15,0 0 1</inkml:trace>
  <inkml:trace contextRef="#ctx0" brushRef="#br0" timeOffset="111323.4787">29092 12793 0,'0'-40'0,"0"80"0,0-120 0,-40 80 16,40-40-16,-41 80 46,41 0-14,0 0-32,-40-40 0,40 40 0,0 0 15,0 0-15,0 0 0,0 1 0,0-1 0,0 0 16,0 0-16,0 0 16,40 0-16,-40 40 0,0-40 0,41 0 0,-41 1 15,0-1-15,0 0 0</inkml:trace>
  <inkml:trace contextRef="#ctx0" brushRef="#br0" timeOffset="111933.4421">27567 13314 0,'0'0'32,"-40"-40"-17,0 0 1,120 0 15,-40 40-31,40 40 31,0-40-31,121 0 16,-121 0 15</inkml:trace>
  <inkml:trace contextRef="#ctx0" brushRef="#br0" timeOffset="112163.4294">27607 13675 0,'0'0'0,"40"0"31,80-40-16,-39 40 1,159-40 0,-39-40-1,-161 40 1</inkml:trace>
  <inkml:trace contextRef="#ctx0" brushRef="#br0" timeOffset="112763.3952">24838 11710 0,'-40'0'0,"40"40"16,0 0 15,0 0-31,0 1 16,0-1-16,0 0 0,0 0 16,0 0-16,0 0 0,0 0 15,0 0-15,0 0 0,0 1 0,0-1 0,0 0 16,0 0-16,0 0 15,0 0-15,40 0 16,-40 0 0</inkml:trace>
  <inkml:trace contextRef="#ctx0" brushRef="#br0" timeOffset="113053.3773">24798 11991 0,'0'0'15,"0"-40"1,40 0 0,81 40-1,-81 40 1,160 80-1,-119-40 17,-1 1-17,0-81 1,-40-41 0</inkml:trace>
  <inkml:trace contextRef="#ctx0" brushRef="#br0" timeOffset="113293.316">25480 11630 0,'-40'0'16,"40"-40"-16,-40 40 31,40 40 0,0 40-15,0-40-16,0 0 0,0 0 16,40 1-16,-40-1 0,0 40 0,0-40 0,0 0 15,0 0-15,40 40 0,-40-39 0,0-1 0,0 0 16,0 0-16,0 0 16</inkml:trace>
  <inkml:trace contextRef="#ctx0" brushRef="#br0" timeOffset="114033.3196">25801 11830 0,'-40'0'0,"40"41"16,-40-41-16,40-41 47,40 41-32,-40-40-15,40 40 0,0 0 16,1-40 0,-1 40-16,0 0 15,0-40-15,0 40 0,0 0 16,0 0-16</inkml:trace>
  <inkml:trace contextRef="#ctx0" brushRef="#br0" timeOffset="114253.3069">25841 11991 0,'-40'0'31,"80"0"-31,-40 0 16,41 0-1,-1-40-15,0 40 16,0 0-16,0 0 0,0 0 16,0 0-16</inkml:trace>
  <inkml:trace contextRef="#ctx0" brushRef="#br0" timeOffset="123962.7377">17375 10066 0,'0'40'15,"0"-80"79,40 40-47,-40-40-32,40 40 1,-40-40 0,40 40 15,-40 40-15,0 0-16,40-40 15,-40 40-15,40-40 16,-40 40-16,0 0 31,40-40-31,-40 40 0,0 0 16,41-40-16,-41 40 15,40-40 1,-40 41-16,0-1 31,40-40-15,0 0 187,0 0-203,0 0 16,0 0-1,-40-40-15,40 40 0,1 0 16,-1 0-1,0 0-15,0 0 16,0 0 0,0 0-16,-40-41 0,40 41 0,1 0 15,-1 0-15,0 0 0,0 0 16,-40-40-16,40 40 16,0 0-16,0 0 15,-40-40-15,40 40 47,1 0-47,-1 0 16,-40-40-16,40 40 0,0 0 0,0 0 15,-40-40-15,40 40 0,0 0 16,0 0-16,1 0 0,-41-40 0,40 40 0,0 0 16,0 0-1,0 0 16,0 0 1,0 0 30,-40 40-31,40-40-31,1 0 235,-41 40-220,40-40 1,0 0-16,0 0 16,0 0-1,0 0-15,0 0 16,0 0-16,1 0 16,-1 0-1,0 0 1,0 0-1,0 0 1,0 0 0,0 0-1,0 0-15,1 0 16,-1 0-16,0 0 16,0 0-16,0 0 15,0 0 1,0 0-16,0 0 31,-40-40-31,41 40 16,-1 0-1,0-40-15,0 40 16,0-40-16,0 40 0,0 0 0,0 0 0,1-40 16,-1 40-16,0 0 0,0-40 15,0 40-15,0 0 0,0 0 31,0 0 1,1 0-17,-1-40 1,0 40 0,0 0-16,0 0 0,-40-41 15,40 41-15,0 0 16,0 0 15,1 0-15,-1 0-1,0 0 1,0 0-16,0 0 0,0-40 0,0 40 16,0 0-16,1 0 15,-1 0-15,0 0 0,0 0 16,0 0-16,0 0 15,0 0-15,0 0 32,1 0-32,-1 0 47,0 0-32,0 0 1,0 0-16,0 0 0,0 0 15,1 0-15,-1 0 16,0 0-16,0 0 16,0 0-16,0 0 31,0 0 0,0 0-31,1 0 31,-1 0-31,0 0 0,0 0 16,0 0 0,0 0-16,0 0 15,0 0 1,1 0 0,-1 0-16,0 0 15,0 0-15,0 0 16,0 0-16,0 0 0,0 0 0,1 0 0,-1 0 15,0 0 1,0 0-16,0 0 0,0 0 16,0 0 15,0 0-15,1 0-1,-1 0-15,0 0 16,0 0-1,0 0-15,0 0 16,0 0 0,0 0-1,1 0 1,-1 0 0,0 0-16,0 0 15,0 0 1,0 0-16,0 0 15,0 0 1,1 0 0,-1 0 15,0 0-15,-40-40-16,40 40 15,0 0-15,-40-40 16,40 40-1,0 0 1,-40-40 0,40 40-16,1 0 0,-1-40 15,0 40 1,0 0 0,0 0-16,-40-40 15,40 40 1,-40-40 15,40 40 63,-40-40-63,40-1 32,-40 1-32,0 0-31,0 0 15,0 0 1,-40 40 0,40-40-16,0 0 15,0 0 32,0 0-16,0 0-15,0 80 187,0 0-187,0 0-1,0 0-15,0 0 0,0 0 16,0 0 0,0 0-16,0 0 0,40 1 15,-40-1-15,0 0 32,0 0-1,-40-40 16,40 40-16,0 0 0,0 0 0,-40-40-31,40 40 32,-40-40 15,0-40-32,0 40 1,40-40 15,-40 40-15,0 0-16,-1 0 15,1 0-15,0 0 0,0 0 16,0 0-16,0 0 0,0 0 0,0 0 0,-1 0 16,1 0-16,0 0 15,0 0-15,0 0 0,0 40 16</inkml:trace>
  <inkml:trace contextRef="#ctx0" brushRef="#br0" timeOffset="127322.4699">25801 10026 0,'0'-40'31,"0"80"32,0 0-48,0 0 1,0 0 0,0 0-1,0 0 1,-40-40-16,0 40 15,40 0-15,-40-40 16,0 41-16,40-1 16,-40 0-16,0 0 0,40 0 15,0 0-15,-41-40 0,41 40 16,-40-40 0,0 40-1,0-40 1,40 40-16,-40-40 0,0 0 15,0 0-15,-1 0 16,1 0-16,0 41 0,0-41 0,0 0 16,0 40-16,0-40 0,40 40 0,-40-40 0,-1 0 15,41 40-15,-40-40 16,0 0-16,40 40 0,-40-40 16,0 0-1,0 40-15,0-40 0,0 0 16,-1 40-16,1-40 15,0 0-15,0 0 0,0 0 0,0 0 16,0 40-16,0-40 16,-1 0-16,1 0 0,0 0 0,0 40 0,0-40 15,0 0-15,0 0 0,0 0 16,-1 0-16,1 0 16,0 0-16,0 0 15,0 0-15,0 0 16,0 0-16,0 0 0,-1 0 0,1 0 15,0 0-15,0 0 16,0 0-16,0 0 0,0 0 0,0 0 16,-1 0-16,1 0 0,0 0 15,0 0-15,0 0 16,0 0-16,0 0 0,0 0 16,-1 0-16,1 0 15,0 0-15,0 0 16,0 0-16,0 0 15,0 0-15,0 0 0,-1 0 0,1 0 16,0 0-16,0 0 16,0 0-16,0 0 0,0 0 0,0 0 0,-1 0 15,1 40-15,0-40 0,0 0 16,0 0 0,0 0-16,0 0 0,0 41 15,-1-41-15,1 0 16,0 0-16,0 0 0,0 0 0,0 0 15,0 0 1,-1 0-16,1 0 0,0 0 16,0 0-16,0 0 0,0 0 15,0 0 1,0 0-16,-1 0 0,1 0 16,0 0-1,0 0-15,0 0 0,0 0 0,40-41 16,-40 41-16,0 0 0,-1 0 15,1 0-15,0 0 16,0 0 0,0 0-16,0 0 0,0 0 15,0 0-15,-1 0 16,1 0 0,0 0-1,0 0 1,0 0-16,0 0 15,0 0 1,0 0-16,-1 0 0,1 0 16,0 0-16,0 0 15,0 0 1,0 0 0,40-40-1,-40 40-15,0 0 16,-1 0-1,1 0 1,0 0 0,0 0-16,40-40 0,-40 40 15,0 0-15,0 0 0,40-40 16,-40 40-16,-1 0 16,1 0-16,0 0 15,0 0 1,0 0-16,0 0 15,0 0 1,0 0 0,-1 0-16,1 0 15,0 0-15,0 0 16,0 0-16,0 0 0,0 40 16,0-40-1,-1 0 1,1 0-1,0 0 17,0 0-17,0 0 17,0 0-32,0 0 31,0 0-31,-1 0 15,1 0 1,0 0-16,0 0 16,0 0 15,0 0 0,40-40-31,-40 40 31,40-40-31,-40 40 16,40-40 0,-41 40-16,1 0 15,0-40 1,0 40 0,0 0 15,40-40-16,-40 40 1,0 0 0,0 0-1,-1 0 1,1 0 0,80 0 171,-40-40-171,41 40-16,-1 0 31,-40 40 94,0 0-109,0 0-16,0 0 0,0 0 0,0 0 15,0 0 1,-40-40-16,40 40 0,0 1 31,0-1 47,0-80-15,0-1-63,0 1 15,0 0-15,0 0 16,0 0 0,0 0-16,0 0 46,0 0-30,40 0 0,-40 0 15,40 40-15,-40-41 30,40 41-30,0 0 0,0 0-1,0 0-15,0 0 0,1 41 16,-1-41 0,0 0-16,0 0 0,0 40 0,0-40 0,0 0 15,0 0-15,1 0 16</inkml:trace>
  <inkml:trace contextRef="#ctx0" brushRef="#br0" timeOffset="130852.3342">27326 9745 0,'0'40'46,"40"-40"-30,-40 40 15,0 0 16,0 0-31,40-40-1,-40 41-15,0-1 16,0 0-16,0 0 16,-40-40-1,40 40-15,-40-40 0,40 40 0,-40-40 16,40 40-16,0 0 16,-40-40-16,40 40 0,-40-40 15,40 40 1,-40-40-16,-1 0 0,41 41 0,-40-41 15,0 0-15,0 0 16,0 0-16,0 0 16,0 0-16,0 0 0,40 40 0,-41-40 15,1 0-15,0 0 16,0 0-16,0 0 0,40 40 0,-40-40 16,0 0-16,0 0 15,-1 0-15,1 0 0,40 40 0,-40-40 0,0 0 16,0 0-1,0 0-15,40 40 0,-40-40 0,0 0 16,-1 0-16,1 40 0,0-40 0,0 0 16,0 0-16,0 40 0,0-40 15,0 0-15,-1 0 0,1 0 0,0 0 0,0 0 16,0 0-16,0 0 16,0 0-16,0 0 0,-1 0 0,1 0 0,0 0 15,0 0-15,0 0 16,0 0-16,0 0 0,40 40 0,-41-40 0,1 0 15,0 0 1,0 0-16,40 40 0,-40-40 0,0 0 16,0 0-16,0 0 0,-1 0 0,1 0 15,0 0-15,0 0 16,0 0-16,0 0 0,0 0 16,0 41-1,-1-41-15,1 0 0,0 0 16,0 0-1,0 0-15,0 0 0,0 0 16,0 0-16,-1 0 0,1 0 0,0 0 16,0 0-16,0 0 15,0 0-15,0 0 0,0 0 0,-1-41 0,-39 41 16,40 0-16,0 0 0,0 0 16,0 0-16,0 0 0,-1 0 0,1 0 0,0 0 15,0 0-15,0 0 16,0 0-16,0 0 0,0 0 15,-1 0-15,1 0 16,0 0-16,0 0 0,0 0 16,0 0-16,0 0 0,0 0 0,-1 0 15,1 0 1,0 0-16,0 0 0,0 0 16,0 0-16,0 0 15,0 0-15,-1 0 16,1 0-1,0 0-15,0 0 16,0 0-16,0 0 0,0 0 16,0 0-1,-1 0-15,1 0 0,0 0 16,0 0 0,0 0-1,0 0 1,0 0-1,0 0 1,-1 0-16,1 0 0,0 0 0,0 0 16,0 0-16,0 0 0,0 0 0,-1 0 15,1 0 1,0 0-16,0 0 31,0 0-31,0-40 16,0 40-1,0 0-15,-1 0 0,1 0 16,0 0-16,0 0 0,0 0 16,0 0-1,0 0-15,0 0 16,-1 0 0,41-40-16,-40 40 31,0 0 0,0 0-31,40-40 0,-40 40 16,0 0-16,0 0 31,0 0-31,-1 0 16,1 0 15,0 0-16,0 0 1,0 0 0,0 0-16,0 0 15,0 0 1,-1 0 0,1 0-1,0 0 1,0 0-16,0 0 31,0 0-15,0 0-1,0 0 32,-1 0-47,1 0 16,0 0-1,0 0-15,0-40 16,0 40 62,0 0-62,0 0-16,-1 0 15,1 0 1,40-40 47,0 0-48,0 0 32,40 40-31,-40-40-1,41 40 1,-41 40 218,0 0-218,0 0-16,0 0 16,0 0-16,0 0 0,0 0 15,0 0 1,0-80 78,0 0-79,0 0-15,0 0 0,0 0 0,0 0 16,0 0-1,40 0-15,0-1 0,40 1 16,-40 40-16,0-40 0,0 40 16,1 0-16,-1 0 15,0 0-15,0 0 32,0 0-32,0 40 0,0-40 15,0 0-15,1 40 16,-1-40-16,0 41 0,0-41 0,-40 40 15,40-40-15,0 40 16,0-40-16</inkml:trace>
  <inkml:trace contextRef="#ctx0" brushRef="#br0" timeOffset="133872.1567">29252 9585 0,'0'0'0,"-40"0"47,40 40 31,0 0-62,-40 0-16,40 0 15,0 0 1,-40 0-16,40 0 16,-40 0-16,0 1 15,-1-1-15,1 0 16,0-40-1,40 40-15,-40-40 0,0 0 16,40 40-16,-40-40 0,0 0 0,-1 0 16,1 0-1,0 0-15,40 40 0,-40-40 0,0 0 16,0 0-16,0 0 16,0 0-16,-1 0 15,1 0 1,0 0-16,0 0 0,0 0 15,0 0-15,0 0 16,0 0-16,-1 0 0,1 40 0,0-40 0,0 0 0,0 0 16,0 0-16,0 40 0,0-40 0,-1 0 0,1 0 15,0 0 1,0 40-16,0-40 0,0 0 0,0 0 16,0 0-1,-1 0-15,41 40 0,-40-40 0,0 0 16,0 0-16,0 0 0,0 0 15,0 0-15,0 0 0,-41 0 0,41 0 0,0 0 16,0 0-16,0 0 0,0 0 0,0 41 0,-41-41 16,1 0-1,40 0-15,0 0 0,0 0 0,0 0 0,-1 0 16,1 0-16,40-41 16,-40 41-16,0 0 0,0-40 0,0 40 0,0 0 15,0 0-15,-1-40 0,1 40 16,0 0-16,0 0 0,0 0 0,0 0 0,0 0 15,0 0-15,-1 0 16,1 0-16,0 0 0,0 0 0,0 40 0,0-40 16,0 0-16,0 0 0,-1 0 0,1 0 15,0 0 1,0 0-16,0 0 0,0 0 16,0 0-16,-1 0 15,1 0-15,0 0 0,0 0 16,0 0-1,0 0-15,0 0 0,0 0 0,-1 0 16,1 0-16,0 0 0,0 0 16,0 0-16,0 0 15,0 0-15,0 0 0,-1 0 16,1 0 0,0 0-16,0 0 15,0 0 1,0 0-16,0 0 15,0 0 1,40 40-16,-41-40 0,1 0 0,0 0 16,0 41-16,0-41 0,0 0 15,0 0 1,0 0-16,-1 0 31,1 0 0,0 0-15,0 0-16,0 0 0,0 0 16,0 0-16,0 0 15,-1 40-15,1-40 16,0 0-16,0 0 16,40 40-1,-40-40 1,0 0-16,0 0 31,0 0-31,-1 0 0,1 0 16,0 0-1,0 0 1,40 40 0,-40-40-16,0 0 15,0 0-15,0 0 0,-1 0 16,1 0-1,0 0-15,0 0 16,0 0-16,0 0 0,0 0 16,0 0-1,-1 0 1,1 0 0,40 40-16,-40-40 0,0 0 15,0 0 1,0 0 15,0 0-31,40-40 16,-40 40-16,40-40 0,-41 40 15,1 0 1,40-40-16,-40 40 0,0 0 31,40-40-15,-40 40-16,0 0 31,0 0 0,40-41-31,-40 41 16,-1-40 0,1 40-1,40-40-15,-40 40 16,0 0-1,40-40 1,0 80 31,40-40-31,-40 40-16,0 0 15,0 1 1,-40-41-1,40 40-15,-40-40 0,40 40 16,0 0 0,0-80 46,40 40-62,-40-40 16,0 0-16,0-1 15,-40 1 1,40 0 0,40 40 31,-40 40-32,40-40-15,0-40 31,0 40-31,-40-40 16,41 40-16,-41-40 0,40 40 31,0 0-15,-40-40 0,40 40-16,0 0 15,0 0 1,0 0-16,-40 40 0,40-40 0,1 0 0,-1 40 15,0 0 1,-40 0-16,40 0 0,-40 1 0,0-1 16</inkml:trace>
  <inkml:trace contextRef="#ctx0" brushRef="#br0" timeOffset="135122.0116">15449 16001 0,'-40'0'16,"80"0"-16,-201-40 16,121 40-1,40-40-15,0 0 0,80 40 16,-80-40-16,40 40 16,1 0-16,39 0 0,-40-40 0,40 40 0,-40 0 15,41 0-15,-41-40 0,40 40 16,0 0-16,-40 0 0,41 0 0,-1 0 0,-40 0 15,40 0-15,-40 0 16,0 0-16,1 40 0,-1-40 0,0 0 0</inkml:trace>
  <inkml:trace contextRef="#ctx0" brushRef="#br0" timeOffset="135352.0704">15689 16563 0,'0'0'16,"-40"40"-16,0 0 15,80-40 1,0 0 0,121-40-16,-1 0 15,202-121 1,-122 81-1</inkml:trace>
  <inkml:trace contextRef="#ctx0" brushRef="#br0" timeOffset="136232.0203">18458 14999 0,'0'0'0,"-40"0"0,40-40 31,0 0-31,-40 40 15,-40 0 1,80 40-16,-121 40 16,41 40 15,80 41-15,80 39-1,1 1 16,-162-41-15,-79 1 0,-1-41-1,41-120 17,80-80-17,120-1 1,80 1 15,-39 80-15,-1 121-1,1 79 1,-81 1 15,0-121-31,0 0 16,40 121-1,1-1 1,39-40 15,0-39-15,1-81 0,-41-40 15,80 0-16,1 0 1,-1 0 0,-79 0 15,-41 0-31,-40-40 16,-121 40-1,81-40 1,-40 0-1,0 40-15</inkml:trace>
  <inkml:trace contextRef="#ctx0" brushRef="#br0" timeOffset="137171.9638">24437 9023 0,'0'0'0,"-40"0"0,0 0 0,0 0 16</inkml:trace>
  <inkml:trace contextRef="#ctx0" brushRef="#br0" timeOffset="141491.6388">19301 15520 0,'-40'-40'0,"40"0"16,0 0 15,40 40-31,-40-40 0,40 0 16,-40 0 0,40 40-16,0-41 15,0 41-15,0 0 16,1 0-16,-1 0 0,0 0 0,0 0 15,0 0-15,0 0 0,0 41 16,-40-1 0,40 0-16,-40 0 0,0 0 0,0 0 15,0 0-15,0 0 16,0 0-16,0 0 0,0 1 0,-40-41 0,40 40 16,-40 0-16,40 0 15,-40 0-15,0-40 0,40 40 0,-40 0 0,0 0 16,0-40-16,-1 40 15,1-40 1,40-40 15,40 40-31,-40-40 16,41 40-16,-1 0 16,0 0-16,0-40 0,0 40 15,0 0-15,0 0 16,0 0-16,1 0 0,39 0 0,-40 0 0,0 40 15,40-40-15,-40 0 0,1 0 0,-1 0 0,0 0 16,0 40-16,0-40 16,-40-40 31,-40 40-47,80 40 46,0 0-30,0-40-16,-40 41 0</inkml:trace>
  <inkml:trace contextRef="#ctx0" brushRef="#br0" timeOffset="141751.6953">21267 15921 0,'0'0'16,"40"-40"-16,0 40 16,-40 40-1,0 40 1,0-39 0,0 79-1,0 40 16,0 1-15,-40-161-16</inkml:trace>
  <inkml:trace contextRef="#ctx0" brushRef="#br0" timeOffset="145041.4293">22712 15280 0,'-41'0'62,"41"40"-62,-40-40 0,40 40 16,0 0 0,-40-40-16,40 40 0,-40-40 0,40 40 0,-40 0 15,0 0 1,0-40-16,40 40 0,-40-40 0,40 40 15,-41-40-15,41 41 0,-40-41 0,40 40 0,-40-40 16,40 40-16,-40-40 16,40 40-16,40-40 31,0 0-15,0 0-1,1 0-15,-1 0 0,0 0 0,0-40 16,0 40-16,0 0 15,0 0-15,0 0 0,1-40 0,39 40 0,-40 0 16,0 0-16,40-40 0,-40 40 0,1 0 0,-1 0 16,0 0-16,0 0 15,0 0-15,0 0 0,0 0 16,-40 40 0</inkml:trace>
  <inkml:trace contextRef="#ctx0" brushRef="#br0" timeOffset="145311.4869">22872 15239 0,'-80'0'16,"160"0"-16,-160-40 0,40 40 0,0 0 15,40 40 16,0 41-15,40-81-16,-40 40 0,0 0 0,0 0 0,0 0 16,0 0-16,40 0 15,-40 40-15,40-39 0,-40-1 0,40 0 16,-40 0-16,40 0 0,-40 0 16,0 0-16,0 0 0,40 0 0,-40 1 0,0-1 15,0 0-15</inkml:trace>
  <inkml:trace contextRef="#ctx0" brushRef="#br0" timeOffset="145561.4748">23795 16001 0,'0'0'31,"-40"41"-15,-40 39 0,80 80-1,0-80 1,40 41 0,-40-81-1</inkml:trace>
  <inkml:trace contextRef="#ctx0" brushRef="#br0" timeOffset="146741.3279">24918 14959 0,'0'0'16,"0"-40"140,0-1-156,41 41 16,-1-40 0,-40 0-16,40 40 0,-40-40 15,40 40-15,-40-40 16,40 40-16,0 0 0,0 0 0,0 0 15,1 0-15,-1 0 0,0 40 16,0-40-16,0 40 0,0 0 16,-40 0-16,40 1 0,-40-1 0,41-40 15,-41 40-15,0 0 16,40 0-16,-40 0 0,0 0 0,0 0 0,0 0 16,0 1-16,0-1 0,-81 0 15,81 0-15,-40 0 0,0-40 0,40 40 16,-40 0-1,0-40-15,0 40 0,0-40 0,-1 0 16,82 0 15,-1 0 1,-40-40-32,40 40 0,0 0 0,0 0 0,0 0 15,0 0-15,41 0 0,-41 0 16,40 0-16,0 0 0,1 0 0,-1 0 0,-40 0 15,40 0-15,0 0 0,1 0 0,-41 0 0,0 0 16,40 0-16,-40 0 16,0 0-16,-40-40 0,0 0 31,-40 40-31,40-40 0,-40 40 16,40-40-16,-40 40 15,40 40 16,0 0-31,40-40 0,-40 40 16,0 0-16,80-40 0</inkml:trace>
  <inkml:trace contextRef="#ctx0" brushRef="#br0" timeOffset="146961.3903">27166 15600 0,'0'40'0,"0"1"16,-41-41 0,1 160-1,0 81 1,0-121 0,-120 80-1,160-159-15</inkml:trace>
  <inkml:trace contextRef="#ctx0" brushRef="#br0" timeOffset="148927.8101">29332 14397 0,'41'0'16,"-122"0"15,41 0-15,0 0 0,0 80-16,0-80 0,0 41 0,0-41 0,-1 40 15,-39 0-15,40 0 16,-40 0-16,40 0 0,-41 0 0,41 0 0,0 0 15,0 0-15,0 1 0,0-41 16,0 40-16,-1 0 0,1 0 0,0 0 16,40 0-16,40-40 31,-40 40-31,40-40 0,1 0 0,-1 0 16,0 0-16,0 0 0,0 0 15,40 0-15,-40 0 0,1 0 0,39 0 0,-40-40 16,0 40-16,40 0 15,-39 0-15,-1 0 0,0 0 0,0 0 0,0 0 16,0 0-16,0 0 0,0 0 16,1 0-16,-1 40 0,0-40 0,0 0 15,0 0-15,0 0 0,0 0 32,0 0-32</inkml:trace>
  <inkml:trace contextRef="#ctx0" brushRef="#br0" timeOffset="149187.7948">29212 14638 0,'0'0'16,"0"80"-16,-40-80 16,0 80-1,40 0 16,0 81-15,0 120 0,80 39-1,40-39 17,-79-241-32,39 41 0</inkml:trace>
  <inkml:trace contextRef="#ctx0" brushRef="#br0" timeOffset="149807.6843">30456 14598 0,'40'-40'16,"0"40"-16,40 0 15,1 0 1,79 160-1,-120 41 1,-40 79 0,0-79 15,81-81-15,39-80-1,0-160 16,-80-40-15,-40 39 0,-80 81-1,40 160 1,-40 121 0,40-161-1,40 201 1,-40 40 15,-81 40-15,-120 40-1,-120-40 1,161-241-16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6:47:35.1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3290 761 0,'0'0'0,"0"-40"16,-40 40 0,40 40 30,40 1-30,-40-1 0,40 0-16,-40 0 15,0 0-15,0 0 0,0 0 16,0 0-16,0 40 0,0-39 0,0 39 0,-40 0 16,40-40-16,0 40 0,-40-40 0,40 41 0,0-41 15,-40 0-15,40 40 16,0-40-16,-40 0 0,40 0 0,0 0 15,0 1 1,-40-41-16,80 0 0,0 0 0,0 0 31,0 0-31,0 0 0,1 0 16,-1 0-16,0 0 16,0-41-16,0 41 0,0 0 0,0-40 15,1 40-15,-1 0 0,0-40 0,0 40 16,0-40-1,0 40-15,0-40 0,0 0 16,1 0 0</inkml:trace>
  <inkml:trace contextRef="#ctx0" brushRef="#br0" timeOffset="299.9779">4213 1203 0,'0'0'16,"0"-41"0,0 82 15,0-1-16,0 40 1,0 80 0,0 41 15,0-161-31,0 0 0,0 40 16</inkml:trace>
  <inkml:trace contextRef="#ctx0" brushRef="#br0" timeOffset="599.963">4173 962 0,'0'0'0,"-40"0"16,0 0-16</inkml:trace>
  <inkml:trace contextRef="#ctx0" brushRef="#br0" timeOffset="1059.9349">4655 1243 0,'0'-40'16,"0"80"-16,40-161 31,0 81-31,40 40 16,41 40-1,-81 161 1,0-41 15,-40-79-15,0-122 15,0 1-15,40 0-16,-40 0 0,0 0 0,40 0 15,0 0-15,-40 0 0,40 40 16,0 0-1,1 40 1,-41 0 0,40-40-16,-40 40 0,40 0 15,-40 0 1,0 0-16,0 0 0,0 1 16,0-1-16</inkml:trace>
  <inkml:trace contextRef="#ctx0" brushRef="#br0" timeOffset="1409.9154">5899 1323 0,'0'0'0,"-41"0"15,41-40-15,0 0 16,41 40-1,-41-40-15,40 40 0,0 0 0,0-41 0,0 1 16,0 40-16,0-40 16,0 40-16,-40-40 0,41 40 0,-41-40 0,0 0 15,-41 40 1,1 0 0,0 0-16,0 0 0,40 40 15,-40-40-15,0 40 16,0-40-16,40 40 0,-40-40 0,40 40 0,0 0 15,-41-40-15,41 41 0,0-1 16,0 0-16,0 0 0,0 0 16,41 0-1,-1 0-15,0-40 16,0 0-16,0 0 0</inkml:trace>
  <inkml:trace contextRef="#ctx0" brushRef="#br0" timeOffset="1819.8936">6701 962 0,'-40'0'31,"80"0"-31,-120 0 0,40 0 0,0 0 0,-1 40 16,41 0-1,-40 80 1,40-39 15,0-41-31,40-40 0,1 0 0,-1 0 31,40-80-15,-40-41 0,-40 41-1,0 40 1,0 80 31,40 0-47,-40 0 15,40 0-15,-40 0 16,0 1-16,0-1 0,40 0 16,-40 0-16,0 0 15</inkml:trace>
  <inkml:trace contextRef="#ctx0" brushRef="#br0" timeOffset="2179.8687">7423 1002 0,'-40'0'0,"40"40"46,0 0-46,0 0 16,40-40-16,-40 40 0,0 1 16,41-1-16,-41 0 0,0 0 0,0 0 15,0 0 1,0 0-16,-41-40 16,41 40-16,-40-40 15,40-40-15,0 0 16,0 0-16,0 0 0,0 0 15,40 40-15,-40-40 16,0 0-16,81 40 0,-81-41 0,0 1 0,40 40 16,0-40-16,-40 0 15,40 40-15,0-40 0,0 40 0,-40-40 16,40 40-16,1 0 16,-41-40-16,40 40 15</inkml:trace>
  <inkml:trace contextRef="#ctx0" brushRef="#br0" timeOffset="2629.8439">9510 641 0,'-120'-40'32,"79"40"-32,-39 0 15,-80 160 1,120-79 0,40 119-1,0-39 1,120-1-1,0-120 1,-80-40-16</inkml:trace>
  <inkml:trace contextRef="#ctx0" brushRef="#br0" timeOffset="2889.8255">9871 882 0,'0'40'31,"0"0"-31,0 0 16,0 0 0,0 0-16,0 0 0,0 0 0,0 1 0,0-1 15,-40 0-15,40 0 0,-40-40 16,40 40-16,-40-40 0,0 40 0,-1-40 16,1 0-16,40-40 15,-40 0 1,40 0-16,0 0 0,0 0 0,0-1 15,0 1-15,0 0 16,40 40-16,-40-40 0,40 0 0,1 40 16,-41-40-1,40 40-15,0 0 0,-40-40 0,40 40 0</inkml:trace>
  <inkml:trace contextRef="#ctx0" brushRef="#br0" timeOffset="3219.8089">10152 882 0,'0'40'32,"0"0"-32,0 40 15,0-40 1,0 0-16,0 0 0,0 1 0,0-1 0,0 0 16,0 0-16,0-80 31,40 40-31,-40-80 0,80 39 15,-80 1 1,0 0-16,40 40 0,-40-40 0,41 40 16,-1-40-16,0 40 15,-40 40 1,0 40 0,0-40-16,0 1 0,0-1 15,0 0-15,0 0 0,0 0 0,-40 0 16</inkml:trace>
  <inkml:trace contextRef="#ctx0" brushRef="#br0" timeOffset="3569.7852">10995 1082 0,'0'40'47,"40"-40"-32,-40 81-15,40-81 0,-40 40 0,0 0 16,0 0-16,40-40 0,-40 40 16,40 0-16,-40 0 0,40-40 15,-40-40 16,40 40-31,-40-40 0,41 0 16,-1 0-16,-40 0 16,40 0-16,-40-1 0,40 41 15,-40-40-15,0 0 16,40 40-16,-40-40 0,0 0 16,40 40-16,-40-40 15,40 40-15,0 0 0,1 0 16,-1 0-16</inkml:trace>
  <inkml:trace contextRef="#ctx0" brushRef="#br0" timeOffset="3839.772">11958 962 0,'0'0'0,"40"40"31,0 0-15,0 0 0,-40 81-1,-40 39 1,-80-40-1,79-80 1,-39-80 0,40-120 15,40 40-15,40 79-16,-40 1 0,121-80 31,-81 120-31,-40-40 0,80 0 0</inkml:trace>
  <inkml:trace contextRef="#ctx0" brushRef="#br0" timeOffset="4069.7556">12399 681 0,'0'40'31,"0"41"-15,-40-41 0,40 0-16,0 0 0,0 0 0,0 0 0,0 0 15,0 0-15,0 0 16,0 0-16,0 1 0,0-1 0,0 0 0,0 0 16,0 0-16,0 0 0,0 0 0</inkml:trace>
  <inkml:trace contextRef="#ctx0" brushRef="#br0" timeOffset="4649.7221">13081 1042 0,'0'-40'15,"0"80"-15,-40-80 16,40 120-1,0-40-15,0 0 0,0 1 16,40-1-16,-40 0 16,0 0-16,40 0 0,-40 0 0,0 0 15,0 0 1,40-40-16,-40-40 16,41 40-16,-41-40 0,40 0 0,-40 0 15,40 0-15,-40 0 16,40 40-16,-40-40 0,0 80 31,0 0-31,40-40 16,-40 40-16,40 0 15,-40 0-15,40-40 16,-40 40-16,40-40 0,1 0 16,-1 0-16,0 0 0,0 0 15,0 0-15,0-40 0,0 40 0,0-40 0,1 40 16,-41-40-16,40 40 15,-40-40-15,0 0 0,0 0 0,0-1 0,40 1 16,-40 0-16,0-40 0,0 40 16,0 0-16,0 0 0,0 0 31,0 80 0,0 0-15,0 0-16,0 0 0,0 0 0,0 0 15,0 0-15,0 0 16,0 41-16,0-41 0,0 0 0,0 0 16,0 0-16,0 0 15,0 0-15,40-40 0,0 40 0</inkml:trace>
  <inkml:trace contextRef="#ctx0" brushRef="#br0" timeOffset="4969.7023">14004 1323 0,'0'0'15,"0"-40"1,161 0 0,-81 0-16,40 40 31,-80 0-31,0 0 31,1 0 0,-41 80-15,0-40-16,0 0 16,0 0-16,0 0 0,0 0 0,-41-40 0,41 40 15,0 1-15,0-1 0,0 0 31</inkml:trace>
  <inkml:trace contextRef="#ctx0" brushRef="#br0" timeOffset="5129.6934">14526 1002 0,'0'0'0,"-40"0"0,40-40 31,0 0-15</inkml:trace>
  <inkml:trace contextRef="#ctx0" brushRef="#br0" timeOffset="5689.6619">15088 1122 0,'0'0'16,"0"81"0,40-41 15,-40 0-31,-161 120 16,41-120 15,80 0-16,0-120 1,160-80 15,0 39-15,41 81 0,-81 40-1,0 0 16,1 121-15,-81-1 0,0-80 15,-41 0-15,162-200-1,-1 39 1,-40 81 15,-39 40-31,-1 161 31,-40-121-31,0 80 32,0-80-32</inkml:trace>
  <inkml:trace contextRef="#ctx0" brushRef="#br0" timeOffset="6979.5852">16612 922 0,'0'0'16,"0"40"15,0 0-31,0 161 16,81 39 15,-41-160-31,0-39 15,40-1 1,-40-161 15,40-79-15,-80 120 0,41 120-1,39 120 16,0-80-31,0-40 32,81-80-17,-41-200 1,-40-1 0,-39 201-1,-41 0 1,0 80 15,0 120-15,0 1-1,40 39 17,-40-39-17,-40-81 1,-1-40-1,1-80 1,40 0 0,161-121-1,-1 1 1,-79 40 0,39-1-1,-120 81 1,40 0-1,-40 80 17,0 0-17,0 0-15,0 1 0,40 79 16,0 0-16,1 41 31,-41-121-31,0 0 31,-41-40-31</inkml:trace>
  <inkml:trace contextRef="#ctx0" brushRef="#br0" timeOffset="7159.5768">18177 882 0,'0'0'0,"0"-40"31,0 0-15,40-1-1,1 41-15</inkml:trace>
  <inkml:trace contextRef="#ctx0" brushRef="#br0" timeOffset="7889.5328">18538 1002 0,'0'0'16,"0"40"-1,41 40 1,-1 41 0,-40-81-1,-40 0 1,80-80 15,0 0-15,0 40-1,0 0 1,0 40-16,0 0 16,0 0-1,121 80 1,-81-80-16,0-40 16,41-120-1,-41-40 16,-80 39-15,40 81 0,-80 120 15,0 41-15,80-121-1,-40-40 1,40 0-1,-40 80 17,40-40-17,-40 40-15,0 40 0,40-40 0,-40 0 0,41 0 16,-41 41-16,40-41 0,-40 40 0,40-40 0,-40 0 16,40 40-16,-40-40 0,0 41 15,0-41-15,0 0 0,0 40 0,0-40 0,0 0 16,0 0-16,-40 0 15,40 41-15,-80-81 0,80 80 0,-41-80 0,41 40 16,-40 0-16,0-40 0,40 40 16,-40-40-16,0 0 0,0 0 15,0 0 1,0-40-16,-1 40 0,41-40 0,-40 40 16,40-40-16,0 0 0,-40 0 0,40 0 15,0-1-15,0 1 16,0 0-16,80 0 0,-80 0 0,41 40 0,-41-40 15,40 40-15,0-40 0,0 40 16,0-40-16,0 40 0,0-40 0,0 40 16,1 0-16,-1-41 0,0 41 15,0 0-15,0-40 0,0 40 0,0-40 0</inkml:trace>
  <inkml:trace contextRef="#ctx0" brushRef="#br0" timeOffset="8259.5323">21468 842 0,'-81'0'0,"162"0"0,-282-40 31,161 40-31,40 40 0,-121 40 16,1 160 15,120-79-31,80 80 31,-40-161-31,161 0 32,-81-120-32</inkml:trace>
  <inkml:trace contextRef="#ctx0" brushRef="#br0" timeOffset="8419.5346">21628 1363 0,'0'0'0,"40"-40"0,-40 0 31,0 120-16,0-40 1,0 0-16,0 0 0,0 0 0,0 1 16,-40-1-16,40 0 0,0 0 15,0 0-15,0 0 0,0 0 16</inkml:trace>
  <inkml:trace contextRef="#ctx0" brushRef="#br0" timeOffset="8579.5114">21387 1162 0,'0'-80'16,"0"160"-16,81-240 31,-81 120-31,40 40 0</inkml:trace>
  <inkml:trace contextRef="#ctx0" brushRef="#br0" timeOffset="8879.4967">21869 1363 0,'0'40'31,"0"-80"-31,40 120 16,0-80-16,-40 40 0,0 0 15,40 1-15,-40 119 32,-40-80-17,0-80 1,40-120 0,40 0-1,121-41 1,-1 41 15,-120 120-31,-40-40 0</inkml:trace>
  <inkml:trace contextRef="#ctx0" brushRef="#br0" timeOffset="10439.454">22792 1323 0,'0'0'15,"-40"0"-15,-41 0 16,41 0 0,-40 160-1,80 1 1,40-121 0,81 0-1,-81-40 1,120-120-1,-80-1 1,-39 81 0,-1 0-1,-40 80 1,0 0 15,0 41-15,40-41-1,0-40-15,40 0 32,0-81-17,-39 41 1,-1 0-16,40-40 16,-80 120 46,0 0-62,0 0 16,0 0-1,0 1-15,0-1 16,40-40-16,0 40 16,0-40-1,0 0-15,1 0 0,-1 0 0,0 0 16,0-40-16,0 0 15,0-1-15,-40 1 0,40 0 0,-40 0 0,0 0 16,0 0-16,0 0 16,0 0-16,0 0 0,0-41 0,0 41 0,0 0 15,0 0-15,-40 0 16,0 0-16,40 80 94,40-40-79,-40 40-15,0 0 16,40-40-16,-40 40 16,0 0 93,0 0-93,0 1-16,40-41 15,-40 40-15,0 0 16,0 0-16,41-40 0,-41 40 0,0 0 0,40-40 15,-40 40-15,40 0 16,0 0-16,0 1 0,0-1 0,0-40 0,0 40 16,1 0-16,-1-40 15,0 0-15,0 0 16,-40-40-16,40 40 0,-40-40 16,40 0-1,-40-1-15,0 1 0,40 0 0,-40 0 16,0 0-16,0 0 15,40 40-15,-40-40 0,0 80 47,-40-40-31,40 40-16,-40 0 0,40 0 0,-40 0 16,40 0-16,0 1 15,40-41 1,0-41-1,0 1 1,-40 0-16,41 0 16,-41 0-1,40 0-15,-40 80 32,0 0-17,40-40-15,-40 40 0,40-40 0,0 40 16,0 0-1,0-40-15,0 0 0,1 0 0,-1 0 16,0 0-16,0 0 0,0 0 16,0-80-16,-40 40 15,0 0-15,0 0 16,0 0-16,0 0 0,0 0 16,40 40-16,-40 40 31,40-40-31,-40 40 15,0 0-15,41 0 16,-1 0-16,-40 0 0,40 0 16,-40 0-16,0 1 15,0-1-15,40-40 0,0 40 16,0-40-16,0 0 0,1 0 16,-1 0-16,40 0 15,0 0-15,-40 0 0,41-40 0,-1 40 0</inkml:trace>
  <inkml:trace contextRef="#ctx0" brushRef="#br0" timeOffset="11179.4107">26764 802 0,'0'-41'16,"-40"41"-16,0 0 16,0 81-1,40-41 1,-80 200 15,80-119-31,0-1 16,80 40-1,40-79 1,1-81 0</inkml:trace>
  <inkml:trace contextRef="#ctx0" brushRef="#br0" timeOffset="11809.3038">27487 1122 0,'0'0'16,"0"-40"-16,0 80 31,40 0-31,0 41 16,0-1-1,-40 0 1,0-40-1,-80-40 1,-1 0 15,81-40-31,-40 0 16,40 0 0,0 0-1,40-81 16,41 81-15,-1 0 0,-40 40-1,-40-40 1,40 40 0,0 0-1,41 40 1,-41 40 15,-40 1-31,0-1 16,0-40-1,40-40 1,40-40 15,40-40-15,-79 80-1,-1 0-15,-40 40 32,80 40-17,-40 40 1,0-120 0,0 0-1</inkml:trace>
  <inkml:trace contextRef="#ctx0" brushRef="#br0" timeOffset="12159.3524">28811 1042 0,'0'0'16,"0"40"15,0 40-31,40-80 16,-40 81-1,40 119 1,-40-120 0,0-39 15,0-82-15,40-79-1,81-40 1,-41 39 15,-80 81-31,40 40 16,0-40-1</inkml:trace>
  <inkml:trace contextRef="#ctx0" brushRef="#br0" timeOffset="12419.265">29413 1042 0,'40'0'16,"-80"0"-16,120 40 15,-40-40-15,-40 40 0,0 0 32,40 81-17,-120 39 1,0-39 0,40-121-1,-1 0 1,1-41-1,40-119 1,81 0 15,-41 39-15,40 81-16</inkml:trace>
  <inkml:trace contextRef="#ctx0" brushRef="#br0" timeOffset="12679.3217">29774 802 0,'0'0'15,"0"-41"1,-40 41 0,40 41-1,40 79 1,-40 0 15,0 41-31,0-81 16,-40 120-1,0-39 1,120-121 0</inkml:trace>
  <inkml:trace contextRef="#ctx0" brushRef="#br0" timeOffset="13209.22">30496 1323 0,'0'-40'15,"0"80"-15,-40-120 16,40 160 0,0-40-1,0 0 1,0 0-16,0 0 0,0 0 0,40 1 15,-40-1 1,40 0-16,0-40 16,0 0-1,-40-40-15,41 40 0,-41-40 16,40 40-16,-40-41 0,0 1 0,40 40 16,-40-40-16,0 0 15,40 80 16,-40 0-31,40 0 0,0 1 16,0-41 0,0 0-16,1 0 15,-1-41-15,-40 1 16,40 0-16,-40 0 0,0 0 0,0 0 16,0 0-16,40 0 0,-40 0 0,0-41 0,0 41 15,0 0-15,0 0 16,40 0-16,-40 0 0,0 80 47,0 0-32,0 0-15,-40 0 0,40 40 0,0-39 0,0-1 16,0 0-16,-40 40 0,40-40 0,0 0 0,0 0 16,0 0-16,0 1 0,-40-41 15,40 40-15,0 0 0,-40-40 16</inkml:trace>
  <inkml:trace contextRef="#ctx0" brushRef="#br0" timeOffset="13459.2039">31258 1523 0,'0'0'0,"-40"0"0,40-40 15,40 40 16,1 0-15,-1-40-16,0 40 0,0 0 16,0 0-16,0 0 15,0 40-15,-40 0 0,40 1 16,-40-1-16,0 0 0,0 0 16,0 0-1,0 0-15,0 0 16</inkml:trace>
  <inkml:trace contextRef="#ctx0" brushRef="#br0" timeOffset="13629.193">31579 1122 0,'0'-40'31,"0"0"-31,41 40 16</inkml:trace>
  <inkml:trace contextRef="#ctx0" brushRef="#br0" timeOffset="14079.2406">32181 1403 0,'0'0'0,"-40"80"32,-80 41-17,80-41 1,0-40 0,40-120-1,40 80 1,40-80-1,40-1 1,-39 81 15,-41 0-31,-40 40 16,0 1-16,0 39 16,-81-40-1,162-40 16,119-80-15,-39 40 0,-121 40-1,-40 40 1,0 120 0,-120 41-1,79-81 1</inkml:trace>
  <inkml:trace contextRef="#ctx0" brushRef="#br0" timeOffset="16749.0077">3692 2646 0,'0'-40'15,"40"40"16,0 0-15,0 0-16,0 0 0,0 0 0,0-40 16,41 40-16,-41 0 0,40 0 15,-40 0-15,40-40 0,1 40 0,-41 0 0,40 0 16,0 0-16,-40 0 0,41 0 0,-41 0 0,40 0 16,-40 0-16,40 0 15,1 0-15,-41 40 0,40-40 0,-40 0 0,40 40 16,1-40-16,-1 0 0,0 0 15,0 0-15,1 0 0,-1 0 0,0 0 0,0 0 16,41 0-16,-41-40 16,0 40-16,1 0 0,-41 0 0,40 0 0,-40 0 15,40 0-15,-40 0 0,1 0 16,39 0-16,-40 0 0,0 0 0,40 0 0,-40 0 16,41 0-16,-1 0 0,-40 0 0,40 0 0,1 0 15,-1 0-15,0 0 16,0 0-16,1 0 0,-1 0 0,40 40 0,-39-40 15,-1 0-15,0 40 0,0-40 16,1 0-16,-1 0 0,0 0 0,0 0 0,1 0 16,-1 0-16,0 0 15,0 0-15,-40 0 0,41 0 0,-1 0 0,-40 0 16,40 0-16,1 0 0,-41 0 0,40-40 0,0 40 16,0 0-16,1 0 0,-1 0 15,0 0-15,0 0 0,1 0 0,-1 0 0,0 0 16,41 0-16,-41 0 15,-40 0-15,40 0 0,0 0 0,-39 0 0,39 0 16,-40 0-16,0 0 0,40 40 16,-40-40-16,1 0 0,-1 0 0,0 0 0,40 0 15,-40 0-15,0 0 16,41 0-16,-1 0 0,-40 0 0,40 0 0,1-40 16,-1 40-16,0 0 0,0 0 0,1 0 0,-1 0 15,0 0-15,0-40 0,1 40 16,-1 0-16,0 0 0,0 0 0,-40 0 0,41-40 15,-1 40-15,0 0 16,0 0-16,1 0 0,-1 0 0,0 0 0,41 0 16,-41 0-16,0 0 0,0 0 15,41 0-15,-41 0 0,40 0 0,-39 0 0,-1 0 16,40 0-16,1 0 0,-41 0 0,40 0 0,-40 0 16,1 0-16,-1 0 15,40 0-15,-39 0 0,-1 0 0,0 0 0,0 0 16,41 0-16,-41 0 0,40 0 15,1 0-15,-1 0 0,1 0 0,-1 0 0,0 0 16,1 0-16,-1 0 16,0 0-16,1 0 0,-1 0 0,1 40 0,-1-40 15,0 0-15,1 0 0,-1 0 16,-40 0-16,41 0 0,-1 0 0,0 0 0,-39 0 16,39 40-16,0-40 0,-39 0 0,39 0 0,0 0 15,-39 0-15,39 0 16,-40 0-16,41 0 0,-41 0 0,0-40 0,41 40 15,-41 0-15,0-40 0,0 40 16,1 0-16,-1-40 0,0 40 0,41 0 0,-41 0 16,0 0-16,40-40 15,-39 40-15,39 0 0,-40 0 0,41-40 0,-41 40 16,0 0-16,41 0 0,-41 0 0,0 0 0,40 0 16,-39 0-16,-1 0 0,0 0 15,41 0-15,-41 40 0,0-40 0,0 0 0,1 0 16,-1 40-16,-40-40 15,80 0-15,-80 0 0,41 0 0,-1 0 0,40 0 16,-39 0-16,-1 0 0,0-40 16,0 40-16,1 0 0,-1-40 0,0 40 0,0 0 15,1 0-15,-1-40 16,-40 40-16,40 0 0,1 0 0,-1 0 0,0 0 16,0 0-16,1-40 0,-1 40 0,0 0 0,-40 0 15,40 0-15,1-41 0,-1 41 16,0 0-16,0 0 0,1-40 0,-1 40 0,0 0 15,41 0-15,-41 0 16,40 0-16,-40 0 0,1 0 0,39-40 0,-40 40 16,41 0-16,-41 0 0,0 0 15,41 0-15,-41 0 0,40 0 0,-40 0 0,1 0 16,-1 0-16,0 0 0,41 0 0,-41 40 0,0-40 16,0 0-16,1 0 15,-1 0-15,40 0 0,-39 0 0,-1 0 0,0 0 16,0 0-16,1 0 0,39 0 15,-40 0-15,0 0 0,1 0 0,-1 0 0,-40 0 16,40 0-16,1 0 16,-1 0-16,0 0 0,0 0 0,-40 40 0,41-40 15,-1 0-15,0 0 0,0 0 16,-39 0-16,39 0 0,0 0 0,-40 0 0,40 0 16,-39 0-16,39 0 0,-40 0 0,40 0 0,-40 0 15,41 0-15,-1 0 16,-40-40-16,40 40 0,0 0 0,-39 0 0,39 0 15,0 0-15,-40 0 0,41 0 16,-41 0-16,40 0 0,0 0 0,-40 0 0,41 0 16,-1 0-16,-40 0 15,40 0-15,0 0 0,-39 0 0,-1 0 0,0 0 16,0 0-16,40 0 0,-40 0 0,0 0 0,1 0 16,-1 0-16,40 0 0,-40 0 15,0 0-15,40 0 0,-39 0 0,39 0 0,-40 0 16,40 0-16,-40 0 15,0 0-15,41 0 0,-41 0 0,40 0 0,-40 0 16,0 0-16,41 0 0,-41 0 16,0 0-16,40 0 0,-40 0 0,40-40 0</inkml:trace>
  <inkml:trace contextRef="#ctx0" brushRef="#br0" timeOffset="22168.7618">3611 3970 0,'0'0'15,"0"-40"-15,-40 0 16,40 0-16,0-1 15,0-39 1,40 80-16,-40-40 16,41 40-16,39-40 15,80 40 1,-79 40 0,-41 0-16,40 81 15,-80-81-15,0 160 16,-201 41 15,161-161-31,-40 0 0,80-40 0,-80 81 31,80-81-31,40-120 16,40 39-16,161-199 31,0-1-15,-121 161-1,40-80 1,-79 79 0,-121 81 15,-1 0-15,1 40-16,0-40 15,40 41-15,-40-1 16,40 0-16,-40-40 0,0 40 0,40 0 0,0 0 15,-40-40-15,40 40 0,0 0 16,0 0-16,-40 0 0,40 1 0,0-1 0,0 0 16,0 0-1,0 0-15,40 0 0,-40 0 16,40-40-16,0 0 0</inkml:trace>
  <inkml:trace contextRef="#ctx0" brushRef="#br0" timeOffset="22378.7483">4855 4251 0,'-80'40'16,"160"-80"-16,-200 120 16,120-40-16,0 0 15,0 40 1,40 121-1,-40-41 1,0-80 0</inkml:trace>
  <inkml:trace contextRef="#ctx0" brushRef="#br0" timeOffset="22658.7323">5377 3769 0,'0'0'16,"-40"-40"0,-40 40-1,-1 161 1,41-81-1,40 0-15,0 161 16,0-201-16,80 120 31,121-39-15,-161-121-16</inkml:trace>
  <inkml:trace contextRef="#ctx0" brushRef="#br0" timeOffset="23018.6351">5899 3970 0,'0'0'0,"0"-40"15,0 120 1,0-40 0,40-40-16,-40 40 0,0 0 0,40 0 15,-40 0-15,0 1 16,0-1-16,0 0 0,0 0 15,40-40 1,-40-80 0,40 80-16,-40-40 0,80-1 15,-80 1-15,40 0 0,1 40 0,-1-40 0,0 0 16,0 0-16,0 40 0,0 0 16,0 0-16,0 0 15,-40 40-15,41 0 0,-1 0 16,-40 0-1,0 0-15,0 1 0,0-1 0,-40 0 16,40 0 0,-41 0-16,41 0 0,0 0 15</inkml:trace>
  <inkml:trace contextRef="#ctx0" brushRef="#br0" timeOffset="23248.6221">7423 3850 0,'-40'-41'16,"40"82"0,0-1-1,40 0-15,-40 0 0,0 0 0,0 40 0,0-40 16,0 0-16,0 0 15,0 1-15,0-1 0,0 40 0,-40-40 16,40 0-16,-40 0 0,40 0 16,-40-40-16,40 40 0</inkml:trace>
  <inkml:trace contextRef="#ctx0" brushRef="#br0" timeOffset="23438.6865">7704 4210 0,'0'-40'0,"40"40"0,-40-40 16,121-40-1,-81 80-15,161-80 16,-161 80-16,120 0 31,-120 0-31</inkml:trace>
  <inkml:trace contextRef="#ctx0" brushRef="#br0" timeOffset="23608.6573">7985 4531 0,'40'0'0,"-80"0"0,0 40 0,-40 1 16,160-41 15,-40-41-31,0 41 0,0-40 0,41 40 15,-1-40-15,-40 40 0,40 0 16,1-80-16,-41 80 0,40-40 0</inkml:trace>
  <inkml:trace contextRef="#ctx0" brushRef="#br0" timeOffset="24058.6491">9510 3529 0,'-120'-40'16,"240"80"-16,-361-80 16,161 40-16,80 80 15,-40 40 1,160 121 0,-80-121-1,-40-80-15,0 40 16,0-40-16,0 1 0,0-1 0,-40 80 31,0-120-31,0 40 0,0-40 0,-161 0 31,201-40-31,-40 40 0,40-40 16,0 0-16,80 40 31,-40 0-31,81 120 16,-41-80-1,0 121 1,-40-121 0,1 80-1,39-80 1,-40-40 0,0 0-16</inkml:trace>
  <inkml:trace contextRef="#ctx0" brushRef="#br0" timeOffset="24288.6381">10192 3970 0,'-80'-40'0,"40"40"0,0 0 31,40 40-15,0 0-1,0 0-15,80 161 16,-40-121-16,-40 40 16,0-40-16,0 1 15,0-41-15,0 0 0,0 0 0,-40 0 0</inkml:trace>
  <inkml:trace contextRef="#ctx0" brushRef="#br0" timeOffset="24478.6271">10794 4652 0,'0'0'15,"0"40"-15,-80-40 0,-1 120 16,81-80-16,-40 0 31,40 0-31,-80 121 16,80-121-16,-40 0 0,40 0 15,-40 0-15</inkml:trace>
  <inkml:trace contextRef="#ctx0" brushRef="#br0" timeOffset="24828.5324">11677 4050 0,'0'0'15,"40"-40"-15,40 0 16,81 40 15,-41 120-15,-120-40-1,0-40-15,-80 81 16,80-81-16,-40 40 16,0-80-1,40 40 1,40-40 0,0 0-1,0 0-15,40 0 16,-40 0-16</inkml:trace>
  <inkml:trace contextRef="#ctx0" brushRef="#br0" timeOffset="25038.5941">12961 4531 0,'-40'40'16,"80"-80"-16,-80 121 15,0-81-15,40 40 0,-41 40 31,41 40-15,-80-40 0,0 41-1,80-81-15,-80 0 0,40-40 0</inkml:trace>
  <inkml:trace contextRef="#ctx0" brushRef="#br0" timeOffset="25988.5346">12038 4491 0,'40'0'141,"0"0"-126,0 0 1,-40 40-16,40-40 0,1 0 15,-1 0-15,0 0 0,-40 40 0,40-40 16,0 0 0</inkml:trace>
  <inkml:trace contextRef="#ctx0" brushRef="#br0" timeOffset="26438.4526">13884 3850 0,'0'0'0,"-40"0"31,40 40-15,0 0-16,0 0 15,-41 0-15,41 0 0,0 0 0,0 0 16,0 0-16,0 0 0,0 1 0,0-1 0,0 0 16,0 0-16,0 0 15,0 0-15,0 0 0</inkml:trace>
  <inkml:trace contextRef="#ctx0" brushRef="#br0" timeOffset="26658.4259">14405 4732 0,'-40'0'31,"40"80"-31,-40-40 0,40 0 16,0 0-16,-40-40 15,40 40-15,-40 1 0,40-1 0,-40-40 0,40 40 16,-40-40-16,40 40 0</inkml:trace>
  <inkml:trace contextRef="#ctx0" brushRef="#br0" timeOffset="27088.4712">15128 3930 0,'40'0'16,"-80"0"-16,160 0 31,-80 0-31,40 80 16,-80 0-16,0 40 31,0-79-31,-40-1 0,0 0 0,-40 40 31,0-40-15,80 0 0,40-40-1,0 0 1,0 0-16,0 0 16,0 0-16,0 0 0,1 0 0,-1 0 15,0 0 1,0 0-16</inkml:trace>
  <inkml:trace contextRef="#ctx0" brushRef="#br0" timeOffset="27668.4048">16331 3529 0,'0'0'0,"41"0"31,-1 0-15,40 40-16,-40-40 15,-40 80-15,0-40 16,0 0-16,0 0 0,0 0 0,-40 1 16,40-1-16,-40 0 15,40 0-15,-40 0 0,40 0 0,-40 0 0,40 0 16,0 0-1,0 0-15,40-40 16,0 0 0,0 0 15,-40-40-31,0 80 47,0 41-47,0-41 0,-40-40 15,40 80-15,-40-40 0,40 0 16,-81 0-16,81 0 0,-40 41 0,40-41 16,-40 0-16,40 0 15,-40 0-15,0 40 0,0-40 0,0 0 0,0 1 16,-1-1-16,1 0 0,0-40 0,0 0 16,0 40-16</inkml:trace>
  <inkml:trace contextRef="#ctx0" brushRef="#br0" timeOffset="29028.3552">18258 3729 0,'0'-40'15,"-41"40"1,1 0-1,40 40 17,0 0-17,40 0-15,-40 1 0,41-1 16</inkml:trace>
  <inkml:trace contextRef="#ctx0" brushRef="#br0" timeOffset="29188.3461">18137 4692 0,'-80'120'16,"160"-240"-16,-160 280 0,80-120 31,0 0-31,-40 0 16,0-40-1</inkml:trace>
  <inkml:trace contextRef="#ctx0" brushRef="#br0" timeOffset="29728.2569">19501 4090 0,'0'0'0,"-40"-40"15,40 0 1,81 40 0,-1 40-1,40 80 16,-80-80-31,-40 1 0,0 79 32,-40-120-32,40 40 0,-40 0 15,0-40-15,120-40 16,-40 0 0,0 40-16,41-80 15,-41 40-15,120-121 16,-120 121-1,-40 0-15,41-40 16,-41 120 15,0 40-15,-41-40-16,41 0 0,-40 0 0,40 0 0,-40 1 16,40-1-16,0 0 0,0 0 15,-40 0-15,40 0 0,0 0 0,0 0 0,0 0 16,0 1-16,0-1 15,0 0-15,80-40 16</inkml:trace>
  <inkml:trace contextRef="#ctx0" brushRef="#br0" timeOffset="29998.223">20866 4411 0,'0'0'15,"0"40"16,0 0-15,80 0-16,-80 0 16,0 1-16,-40-1 0,0 0 31,80-40-15,0 0-1,0-40-15,0 0 16,0 40-16,0 0 0,-40-41 15,41 41-15,-1 0 0,-40-40 16,40 40-16,0 0 16,-40-40-16,40 40 0</inkml:trace>
  <inkml:trace contextRef="#ctx0" brushRef="#br0" timeOffset="30408.2004">21869 3729 0,'0'0'0,"0"-40"0,-40 40 15,40-40-15,-40 40 0,-1 0 32,-79 120-17,120-80-15,-40 41 16,0-41-16,0 160 15,80-39 1,40-41 0,0-120-1,-40 0-15</inkml:trace>
  <inkml:trace contextRef="#ctx0" brushRef="#br0" timeOffset="30708.2558">22110 3970 0,'0'-40'16,"0"80"-16,0-40 31,0 40-31,0 0 0,0 0 16,40 0-16,-40 0 16,0 0-16,0 1 31,40-41-31,-40-81 15,40 81-15,-40-40 0,40 40 16,-40-40-16,40 40 0,0 0 0,-40-40 0,41 40 16,-41-40-16,40 40 0,-40 40 31,0 40-31,0-40 0,0 0 16,0 1-16,0-1 15,-40-40-15,40 40 0,0 0 31</inkml:trace>
  <inkml:trace contextRef="#ctx0" brushRef="#br0" timeOffset="30908.2455">22631 3850 0,'0'0'15,"40"0"1,-40 40-1,41 160 1,-82 1 0,41-161-16,-160 80 31,80-80-31</inkml:trace>
  <inkml:trace contextRef="#ctx0" brushRef="#br0" timeOffset="34977.9338">23594 4050 0,'-40'0'0,"0"0"16,80 0-1,0-40 1,0 40-16,1 0 16,-1 0-16,0 0 15,0 0-15,40-40 0,-40 40 0,0 0 0,1 0 16,-1 0-16,0 0 0,0 0 15,0 0-15,0 0 0,0 0 0,0 0 0,1 0 16</inkml:trace>
  <inkml:trace contextRef="#ctx0" brushRef="#br0" timeOffset="35177.9184">23835 4210 0,'0'0'0,"-40"0"0,0 0 0,80 0 32,40 0-32,-40-40 15,0 40-15,1 0 16,39 0-16,-40-40 0,40 40 0,-40 0 0,41 0 16,-41 0-16,0 0 0</inkml:trace>
  <inkml:trace contextRef="#ctx0" brushRef="#br0" timeOffset="35727.959">25280 3328 0,'-41'-40'16,"82"80"-16,-122-80 0,41 40 0,0 40 16,0 161 15,40-121-31,0-40 0,0 161 31,0-161-31,0 0 0,0 120 16,0-120-16,0 0 15,0 0-15,0 1 0,-40 39 16,-121-40 0,81-40-1,40-80 1,40-1 0,0 41-1,40 40 1,40 0-1,1 81 1,-81-1-16,40 40 16,0-120-16,-40 40 0,40 40 31,-40-39-31,40-1 0,-40 0 0,80 0 31,-40-40-31,1 0 0,119-40 31,-160 0-31,80 40 0,-39-40 0</inkml:trace>
  <inkml:trace contextRef="#ctx0" brushRef="#br0" timeOffset="35977.8733">25801 3890 0,'-40'-81'31,"40"41"-31,0 80 31,0 1-15,0-1-16,0 0 0,0 0 0,0 0 16,0 0-16,0 0 15,0 0-15,-40 0 0,40 0 0,0 1 0,0-1 16,0 0-16,0 0 0,0 0 15,40 0-15,-40 0 0</inkml:trace>
  <inkml:trace contextRef="#ctx0" brushRef="#br0" timeOffset="36207.9332">26323 4531 0,'0'0'16,"-40"40"0,40 1-1,0-1 1,-40 0-16,40 0 0,0 0 0,-40-40 16,40 40-16,0 0 0,-41 0 15,41 0-15,-40-40 0,40 40 16,-40-40-16</inkml:trace>
  <inkml:trace contextRef="#ctx0" brushRef="#br0" timeOffset="36677.9028">27286 3809 0,'0'0'31,"-80"0"-31,-1 41 16,-39 79-1,120 40 16,40 1-15,40-81 0,-39-40-1,-1-40-15,40 0 0,-40 0 0,-40-40 16,40 40-16,81-120 16,-81 79-16,-40 1 0,0 0 15,0-40 1,40 40-16,-40-120 15,-80 119-15,80 1 0,-41-40 16,41 40 0,-80 40-1,0 80 1,80 0-16</inkml:trace>
  <inkml:trace contextRef="#ctx0" brushRef="#br0" timeOffset="36907.8893">27968 4291 0,'-40'0'16,"40"40"15,0 40-16,0-40 1,0 0-16,0 0 0,-40 0 16,40 1-16,-40-41 0,0 40 0,-1 0 0,1 0 15,0-40-15,0 40 16,0-40-16</inkml:trace>
  <inkml:trace contextRef="#ctx0" brushRef="#br0" timeOffset="37297.7913">28891 3769 0,'-40'0'0,"0"0"15,40 40 16,0 1-31,0-1 16,0 0-16,0 0 0,0 0 16,0 0-16,0 0 0,0 0 0,0 0 15,0 0-15,0 1 0,0-1 0,40 0 0,-40 0 16,0 0-16,0 0 16,0 0-16</inkml:trace>
  <inkml:trace contextRef="#ctx0" brushRef="#br0" timeOffset="37547.7755">29132 4531 0,'0'0'0,"0"81"31,0-41-15,0 0 0,0 0-16,0 0 15,-80-40-15,80 40 0,0 0 0,-41 0 16,1-40-16,40 40 0,-40-40 16,40 40-16,-40-40 0</inkml:trace>
  <inkml:trace contextRef="#ctx0" brushRef="#br0" timeOffset="38017.8266">30095 3890 0,'-121'0'32,"81"0"-32,0 0 0,0 40 15,-40 120 1,80-120-16,0 0 15,0 0-15,40 41 16,80-1 0,-80-80-16,1 0 15,-1 0-15,120-40 16,-120 40-16,0-40 0,41-41 31,-41-79-15,-40 120-16,0 0 15,-80 0-15,-41 0 16,41 0 0,40 40-16,0 0 15,40 40-15</inkml:trace>
  <inkml:trace contextRef="#ctx0" brushRef="#br0" timeOffset="38687.7875">31018 3368 0,'0'0'16,"40"0"0,0 0-1,120 40 1,-119-40-16,-1 40 15,-40 1-15,80 39 16,-80 80 0,-40-80-1,40-39-15,-40 119 16,40-120-16,0 0 16,80 40-1,80-80 16,-39 0-15,-41-40 0,-80 0-1,-40 40 32,0 40-31,40 0-16,-40-40 0,40 40 15,-40 1-15,-1-1 16,41 0-16,-40-40 0,40 40 0,-40 0 16,40 0-16,-40 0 0,0 40 0,0 1 15,0-41-15,40 0 16,-40 0-16,-1 0 0,1 0 0,0-40 0,0 40 16,0 0-16,0 0 0,0-40 15,0 41-15,-1-41 0,1 0 0</inkml:trace>
  <inkml:trace contextRef="#ctx0" brushRef="#br0" timeOffset="43367.4511">6300 5895 0,'0'-40'47,"0"80"-16,0 40-15,-80-40-16,80 0 0,0 0 15,0 41-15,0-41 16,-41 0-16,41 0 0,0 0 0,0 0 0,0 0 15,0 0-15,0 0 0,0 1 16,-40-41-16,40 40 0,-40 0 0,40 0 16</inkml:trace>
  <inkml:trace contextRef="#ctx0" brushRef="#br0" timeOffset="43747.4134">6099 5975 0,'0'0'16,"40"-40"-1,41 0 1,-41 40-1,40 0 1,-40 40 0,-40 0-16,40 80 31,-40-39-31,40-41 16,121 120-1,-41-120 16,41 0-15,-121-40-16</inkml:trace>
  <inkml:trace contextRef="#ctx0" brushRef="#br0" timeOffset="44047.3975">7102 5815 0,'0'0'0,"-40"-40"15,0 40 1,40 40 15,0 0-15,0 120-1,-40 81 1,0-41 15,0-79-15,0-81-16</inkml:trace>
  <inkml:trace contextRef="#ctx0" brushRef="#br0" timeOffset="45577.3013">722 5374 0,'40'0'16,"1"0"77,-41 40-93,0 0 16,0 0-16,0 0 0,0 0 0,0 0 16,0 0-16,0 0 0,0 0 0,0 1 0,-41-1 15,41 0 1,0 0-16,-40-40 0,40 40 0,0 0 16,-40-40-1,80 0 63,0 0-62,41 0 0,-41 0-16,0 0 0,0 0 0,0 0 0,0 0 15,0 0-15,1 0 16,-1-40-16,0 40 0</inkml:trace>
  <inkml:trace contextRef="#ctx0" brushRef="#br0" timeOffset="45947.2973">1284 5855 0,'0'40'31,"40"-40"-31,0 0 0,0-40 16,41 0 0,-41-81-1,-80 41 17,-41 80-17,-39 0 1,40 80 15,80 1-15,0-41-16,80 0 15,81 0 1,-81-40 15</inkml:trace>
  <inkml:trace contextRef="#ctx0" brushRef="#br0" timeOffset="46267.3365">1725 5654 0,'41'0'62,"-41"40"-62,40 0 16,0 1-16,-40-1 15,0 0 1,40-80 15,-40 0-31,80 40 16,-80-41-16,40 41 0,-40-40 0,40 40 16,1 0-1,-1 40 1,-40 1-16,0-1 15,0 0-15,0 0 0,0 0 16,0 0-16,-40-40 0,40 40 16,-41-40-1</inkml:trace>
  <inkml:trace contextRef="#ctx0" brushRef="#br0" timeOffset="46967.2351">2448 5614 0,'-40'0'15,"80"0"-15,-121 0 0,41 40 16,40 0 0,40-40-1,1 0 1,-41-80-1,40 0 1,-40 120 15,0 0-15,40 161 0,-40-41 15,0 41-16,-121-81 1,41-40 0,40-80 15,0-120-15,160 0-1,1-1 16,-1 1-15,-40 40 0,1-41-1,-41-39 17,-40 40-17,40 80 1,-40 80 15,0 0-15,40 0-16,-40 80 15,0 41 1,0-41 15,0-40-15</inkml:trace>
  <inkml:trace contextRef="#ctx0" brushRef="#br0" timeOffset="47407.2688">2809 5734 0,'0'0'31,"40"0"-16,80-40 1,1-40 0,-41-40 15,-80 40-15,40 40-1,-40 160 16,0 40-15,0 1 0,-40-121-1,40-80 17,120-41-17,-80 1 1,1 120 15,-1 121-15,-40-81-1</inkml:trace>
  <inkml:trace contextRef="#ctx0" brushRef="#br0" timeOffset="47987.2336">4013 5654 0,'-40'0'16,"80"0"-16,-80 40 0,-1 0 16,1-40-16,0 0 31,40-40-16,80-40 1,1 0 0,-1 80 15,-40-40-15,0-40-1,0-41 16,-40 41-15,0 120 0,0 81-1,0 119 17,-40 41-17,-80-81 1,40-39 15,-1-121-15,41-40-16,40-40 15,80-121 1,41 81 0,-81 0-1,120 0 1,-39 40-1</inkml:trace>
  <inkml:trace contextRef="#ctx0" brushRef="#br0" timeOffset="48877.1353">762 7218 0,'0'40'0,"41"-40"16,-1 0 15,-40-40-15,0 0-1,40 40 1,-40-40-16,0 0 15,0 0-15,40 40 0,-40-40 0,0 0 0,40 0 16,-40 0-16,0-1 0,0 1 0,0 0 0,0 0 16,0 0-16,0 0 15,0 0-15,0 0 0,-40 0 16,40 80 15,0 0-15,0 0-16,0 40 0,0-40 15,0 40-15,0-39 16,0-1-16,0 0 0,0 0 0,40 0 0,-40 0 16,40 0-16,-40 0 0,40-40 0,-40 40 0,40 0 15,1 1-15,-1-1 16,0-40-16,0 0 16,0 0-1,0-40-15,0 40 0,-40-41 0,40 41 16,1-80-16,-41 40 0,40 40 15,-40-40-15,40 0 0,-40 0 0,0 0 0,0 0 16,0 0-16,0-1 0,0 1 16,0 0-1,0 80 17,0 0-17,0 1 1,0-1-16,0 0 0,0 0 0,0 0 15,0 0-15,0 0 0,0 0 16,0 0-16,0 0 16</inkml:trace>
  <inkml:trace contextRef="#ctx0" brushRef="#br0" timeOffset="49027.1732">1485 6697 0,'0'0'0,"-40"0"0,40-40 16,-41 40-1</inkml:trace>
  <inkml:trace contextRef="#ctx0" brushRef="#br0" timeOffset="49367.1539">1806 6737 0,'0'40'16,"0"0"-16,0 0 31,0 81-15,0-1-1,0-40 16,0-120-15,120-120 0,-80 80-1,40 80-15,41-41 32,-41 122-17,-80 79 1,-40-80 15,40-40-31</inkml:trace>
  <inkml:trace contextRef="#ctx0" brushRef="#br0" timeOffset="49647.1248">2608 6777 0,'0'-40'47,"40"40"-47,-40-40 16,-40 40 15,0 0-15,0 40-16,40 0 15,-40-40-15,40 40 16,0 0-16,0 1 0,0-1 0,0 0 16,0 0-16,0 0 0,80-40 15,-40 40 1</inkml:trace>
  <inkml:trace contextRef="#ctx0" brushRef="#br0" timeOffset="50027.1133">3050 6777 0,'-41'0'0,"82"0"0,-122 40 0,1 0 32,40-40-32,40 41 0,-40-41 15,40 80 1,40-40-1,40-80 17,-40 0-32,-40-41 15,0 41 1,40 0 15,-40 120-15,41 1-1,-41-1-15,0 0 16,0-40 15</inkml:trace>
  <inkml:trace contextRef="#ctx0" brushRef="#br0" timeOffset="50327.096">3411 6617 0,'0'0'16,"0"40"0,80 80 15,-40-80-31,0 81 31,-40-81-31,-40 0 31,40-80-15,0-81 0,80 1-1,41 0 17,39 80-17,-39 0 1</inkml:trace>
  <inkml:trace contextRef="#ctx0" brushRef="#br0" timeOffset="50896.9872">1324 7820 0,'-40'0'0,"0"0"16,0 0 0,0 40-16,0-40 0,40 40 15,-41 0-15,1-40 16,40 40-16,-40 0 0,40 1 0,-40-1 0,40 0 15,0 0-15,0 0 0,0 0 0,80 0 16,-40-40 0,1 0-16,-1 0 0,0 0 0,0 0 0,0 0 15,0-40-15,0 40 16,0-40-16,1 40 0</inkml:trace>
  <inkml:trace contextRef="#ctx0" brushRef="#br0" timeOffset="51147.0329">1766 7860 0,'40'40'16,"-40"0"-1,40-40-15,-40 40 0,0 0 16,0 1 0,0-1-16,-40 0 15,0-40-15,-1 40 16,1-40-16,0 0 0,0 0 0,0 0 15,0-40-15,40 0 16,0 0 0,0-1-1,40 41-15,-40-40 0,80 40 16,-80-40-16</inkml:trace>
  <inkml:trace contextRef="#ctx0" brushRef="#br0" timeOffset="51477.0289">2167 7740 0,'40'0'16,"-40"40"-16,0 0 16,-40 80-1,40-40 17,0-120-1,40 0-16,-40 0-15,40 0 0,0 40 16,-40-40-16,40 40 0,0 0 16,-40-40-16,41 40 15,-41 40 1,0 0-16,0 40 16,0-40-1,0 0-15,0 1 0,-41-41 0,41 40 16,-40 0-1,40 0-15</inkml:trace>
  <inkml:trace contextRef="#ctx0" brushRef="#br0" timeOffset="51817.0083">2849 7740 0,'0'0'15,"0"40"-15,0 0 32,40 40-17,-40-40 1,0 40 0,0-39-1,0-82 16,0 1-31,40 0 16,40-40 0,1 40-1,-1-40 17,-40 80-32,-40-40 15</inkml:trace>
  <inkml:trace contextRef="#ctx0" brushRef="#br0" timeOffset="52076.9929">3330 7700 0,'41'0'0,"-82"0"0,122 0 0,-41 0 15,0 0 1,-40 40 15,-40 40-15,-81 0-1,81-40 1,0-40-16,0 0 16,0-80-1,80-40 17,0 80-32,40-81 31</inkml:trace>
  <inkml:trace contextRef="#ctx0" brushRef="#br0" timeOffset="52296.9884">3812 7379 0,'0'0'16,"-40"0"-1,40 40 1,0 80-1,0 41 1,0-81 0,-40 80-1,-40-39 17</inkml:trace>
  <inkml:trace contextRef="#ctx0" brushRef="#br0" timeOffset="52846.9555">4294 7700 0,'-41'0'16,"82"0"-16,-122 0 16,81 40-1,0 0 1,0 40-1,40-40 1,1-40 0,-41-40-1,40 0 1,40 0 0,-40 80 15,-40 0-16,40-40-15,0 0 32,0 0-32,1-40 0,-1 40 15,-40-40 1,40 40-16,-40-40 0,0 0 0,40 0 0,-40-1 16,0 1-1,0 0-15,0 0 0,40 0 0,-40 0 16,0 0-1,-40 40 32,40 40-47,0 0 0,0 0 16,-40 0-16,40 0 16,0 0-16,0 1 0,0-1 0,0 0 15,-40 0 1,40 0-16,0 0 0,-40 0 15</inkml:trace>
  <inkml:trace contextRef="#ctx0" brushRef="#br0" timeOffset="53136.9362">4735 7820 0,'40'0'0,"0"0"31,0-40-31,0 0 16,1 40-16,-41-40 0,40 40 0,0-40 16,0 40-1,0 0 17,-40 40-17,0 0 1,40 0-16,-40 0 15,0 0-15,0 0 32,-40-40-32,0 0 0</inkml:trace>
  <inkml:trace contextRef="#ctx0" brushRef="#br0" timeOffset="53286.9209">5176 7499 0,'-40'0'31,"80"0"-31,-80-40 0,40 0 16</inkml:trace>
  <inkml:trace contextRef="#ctx0" brushRef="#br0" timeOffset="53786.8919">5417 7579 0,'0'0'0,"40"0"16,-40 40 0,0 81-1,0-81 1,0 0-1,0 0 1,0-80 15,0 0-31,0 0 16,40 40 0,-40-40-16,40 40 0,-40-40 0,41 40 15,-41 40 16,40-40-31,-40 40 0,0 0 32,0-80-1,80 40-31,-80-40 16,40 40-16,-40-40 15,40 40-15,0 0 16,-40 40-1,40 0-15,-40 0 16,0 0 0,0 0-1</inkml:trace>
  <inkml:trace contextRef="#ctx0" brushRef="#br0" timeOffset="54406.8547">10433 6537 0,'0'40'31,"40"-40"0,40 0-15,-40 0-16,0 0 0,41 0 0,-41 0 0,0 0 15,40 0-15,-40 0 16,1 0-16,-1 0 0,0 0 0</inkml:trace>
  <inkml:trace contextRef="#ctx0" brushRef="#br0" timeOffset="54596.8537">10513 7018 0,'0'0'0,"0"40"16,80-40 0,41 40 15,120-40-16,-121-40-15</inkml:trace>
  <inkml:trace contextRef="#ctx0" brushRef="#br0" timeOffset="54816.7989">11877 6416 0,'-40'0'15,"40"40"1,-40 0 0,40 161-1,-40 40 17,0-121-32,0 0 15</inkml:trace>
  <inkml:trace contextRef="#ctx0" brushRef="#br0" timeOffset="55036.8173">11918 6577 0,'0'40'15,"40"-40"1,-40 40-16,40-40 15,-40 40-15,40 0 0,0 0 0,0 0 16,0 0-16,-40 1 0,40-1 16,-40 0-16,41-40 0,-41 40 15,40-40-15,-40 40 0,40-40 0,0 40 16,0-40 0</inkml:trace>
  <inkml:trace contextRef="#ctx0" brushRef="#br0" timeOffset="55246.752">12800 6577 0,'-40'0'15,"80"0"-15,-120 0 16,40-40-16,40 80 31,0 40-31,0-40 0,0 0 0,0 0 16,0 0-16,0 0 0,0 1 15,-40-1-15,40 0 0,0 0 0,-40 0 0,40 0 16,0 0-16,-40 0 0,40 0 0,0 0 16,-41-40-16</inkml:trace>
  <inkml:trace contextRef="#ctx0" brushRef="#br0" timeOffset="55446.8115">13001 6978 0,'-40'0'32,"80"0"-32,-80 40 0,0 0 15,40 0-15,0 0 0,0 40 16,0 41 15,0-81-31</inkml:trace>
  <inkml:trace contextRef="#ctx0" brushRef="#br0" timeOffset="55646.7995">13643 6938 0,'0'0'0,"160"-81"15,121 41 17,-200 40-32,-1 0 15,0-40-15</inkml:trace>
  <inkml:trace contextRef="#ctx0" brushRef="#br0" timeOffset="55926.7655">13964 6577 0,'-40'0'16,"80"0"-16,-40 0 31,40 40-16,-40 40-15,40 161 32,-40-201-32,0 40 0,-40 0 15,0 0 1</inkml:trace>
  <inkml:trace contextRef="#ctx0" brushRef="#br0" timeOffset="56166.7101">14686 6537 0,'-40'0'15,"40"-41"-15,0 122 16,0 119-1,0 1 17,0-121-32,0 0 0,0 0 0,-40 41 31</inkml:trace>
  <inkml:trace contextRef="#ctx0" brushRef="#br0" timeOffset="56396.7493">14646 6577 0,'0'0'0,"40"0"32,0 40-32,81 80 31,-1 0-16,-120-79-15,80-1 0,-80 0 0,81 0 32,-41-40-32,40 0 15</inkml:trace>
  <inkml:trace contextRef="#ctx0" brushRef="#br0" timeOffset="56606.7248">15409 6456 0,'0'0'0,"-41"0"31,41 40-31,0 1 16,0 119 0,-40 41 15,40-81-31,-40-80 0,40 0 15,0 0-15,0 0 0</inkml:trace>
  <inkml:trace contextRef="#ctx0" brushRef="#br0" timeOffset="56926.706">16010 6857 0,'0'-40'15,"81"0"-15,-41 40 16,40 40 0,40 121-1,-120-81 1,-80 40 0,0-40 15,40-39-31,120-41 15,-40-41 17,0 41-32,-40-40 0,40 40 0,41-40 31,-41 40-31,0 0 0,0 0 16</inkml:trace>
  <inkml:trace contextRef="#ctx0" brushRef="#br0" timeOffset="57226.6441">17415 6657 0,'0'0'0,"40"0"63,0 0-63,0 0 16,0 0-16,0 0 15,1-40-15,-1 40 0,0 0 0,0 0 0,0 0 16,0 0-16,0 0 0,0 0 15,1 0-15,-1 0 0,0-40 0,0 40 0,0 0 16,-40-40-16</inkml:trace>
  <inkml:trace contextRef="#ctx0" brushRef="#br0" timeOffset="57476.677">18779 6256 0,'-40'0'16,"80"0"-16,-80-40 0,0 40 15,40 40 1,0 40-16,0 161 31,0 80-15,0-1-1,0-199 1,0-81-16</inkml:trace>
  <inkml:trace contextRef="#ctx0" brushRef="#br0" timeOffset="57966.5693">20023 6376 0,'0'-40'16,"80"40"0,-40 0-16,1 0 15,-1 0-15,0 0 0,0 0 0,40 0 0,-40 0 16,0 40-16,41-40 15,-41 0-15,0 0 0,0 0 0</inkml:trace>
  <inkml:trace contextRef="#ctx0" brushRef="#br0" timeOffset="58136.6342">20344 6817 0,'0'0'15,"40"40"-15,121-80 32,-121 40-32,160-80 15,-159 80-15</inkml:trace>
  <inkml:trace contextRef="#ctx0" brushRef="#br0" timeOffset="60296.5062">22511 6136 0,'0'0'0,"0"40"63,-40-40-48,40 80-15,-40-80 0,0 0 16,-1 40-16,1 0 16,0 0-16,0 0 15,0-40-15,40 40 16,-40-40-16,40 40 0,40-40 47,0 0-47,0 0 15,0 0-15,41 0 16,-41 0-16,0 0 0,0 0 0,0 0 0,0 0 16,0 0-16,41 0 15,-41-40-15,0 40 0,0 0 0,0 0 16,0 0-16,0 0 16,-40-40-16</inkml:trace>
  <inkml:trace contextRef="#ctx0" brushRef="#br0" timeOffset="60586.4888">22631 6176 0,'0'-40'15,"0"-1"16,0 82 1,-40-1-32,40 0 15,0 0-15,0 0 0,-40 0 0,40 0 0,0 40 16,0-40-16,0 1 16,0-1-16,0 0 0,0 0 0,0 0 0,0 0 15,0 0-15,0 0 0,0 0 16,40-40-16,-40 41 0,0-1 15</inkml:trace>
  <inkml:trace contextRef="#ctx0" brushRef="#br0" timeOffset="61006.4649">23514 6456 0,'40'0'94,"0"0"-79,0 0-15,1 0 0,-1 0 0,0 0 0,40 0 16,-40 0-16,40 0 0,-39 0 0,39 0 0,-40 0 15,0 0-15,40 0 16,-40 0-16,1 0 0,-1 0 0,-40-40 16,40 40-16</inkml:trace>
  <inkml:trace contextRef="#ctx0" brushRef="#br0" timeOffset="61286.376">23915 6176 0,'-40'-40'16,"40"-1"-16,-40 41 31,40 41-31,0-1 16,0 40-16,40 80 31,0 41-15,-40-81-1,40-80 1</inkml:trace>
  <inkml:trace contextRef="#ctx0" brushRef="#br0" timeOffset="61956.3607">25320 6055 0,'-40'0'47,"-1"0"-31,41 40-1,-40-40-15,40 41 0,-40-41 0,0 40 0,0 0 16,0-40-16,0 40 0,0 0 16,-1-40-16,41 40 0,-40-40 0,40 40 0,-40-40 15,40 40 1,-40-40-16,40 40 0,80-40 31,-40 0-15,1 0-16,-1 0 0,0 0 0,0 0 0,0 0 15,40 0-15,-40 0 16,1 0-16,39 0 0,-40 0 0,0 0 0,0 0 16,0 0-16,1 0 0,-1 0 15,0 0-15,0 0 0,-40-40 0,40 40 16,0 0-16</inkml:trace>
  <inkml:trace contextRef="#ctx0" brushRef="#br0" timeOffset="62226.3396">25440 6136 0,'-40'0'15,"80"0"-15,-120-41 16,80 82 0,0 39-16,0-40 15,0 80 1,40-80-16,0 121 31,-40-81-31,0 0 16,0 0-16,-40-40 15</inkml:trace>
  <inkml:trace contextRef="#ctx0" brushRef="#br0" timeOffset="62896.2772">26684 6416 0,'0'40'15,"-40"-40"79,0 0-63,0 0 1,80 0-1,40 0-16,-40 0-15,0 0 16,41 0-16,-41 0 0,0 0 0,0 0 16,0 0-16,0 0 15,0 0-15,0 0 0,1 0 0,-1 0 0,0 0 16,0 0 0,0-40-16,0 40 15,-80 0 16,0 0-15,0 0 0</inkml:trace>
  <inkml:trace contextRef="#ctx0" brushRef="#br0" timeOffset="63206.2603">27727 6015 0,'-40'0'16,"80"0"-16,-80-40 15,40 80 17,0 40-32,0-39 0,0-1 0,40 0 15,-40 0-15,0 0 0,0 0 16,40 0-16,-40 0 0,0 0 0,41 0 0,-41 1 16,0-1-16,0 0 15,40 0-15,-40 0 0,0 0 16,40-40-16,-40 40 0</inkml:trace>
  <inkml:trace contextRef="#ctx0" brushRef="#br0" timeOffset="63576.3125">28771 6296 0,'-41'0'15,"82"0"17,-1-40-17,0 40-15,0 0 0,0 0 0,0 0 16,0 0 0,41 0-16,-41 0 0,0 0 0,0 0 0,0 0 15,40 0-15,-39 0 0,-1 0 16,0 0-16,0 0 0</inkml:trace>
  <inkml:trace contextRef="#ctx0" brushRef="#br0" timeOffset="63796.3009">28771 6617 0,'-41'0'0,"1"0"0,40 40 16,40-40-1,121 0 1,160 0 0,-40 0-1,-241-40 1,0 0-16</inkml:trace>
  <inkml:trace contextRef="#ctx0" brushRef="#br0" timeOffset="64876.2355">30336 5935 0,'-41'40'16,"82"-40"47,-1 0-63,0 0 0,0 0 15,0 0-15,0 0 0,0 0 16,41 0-16,-41 0 0,0 0 0,0 0 0,40 0 15,-40 0-15,0 0 0,1 0 0,-1 0 16,-40-40-16,40 40 16,-40 40 46,0 0-31,-40 0-15,40 0-16,-40-40 0,40 41 16,-41-1-1,1 0-15,40 0 0,0 0 0,-40 0 16,0 0-16,40 0 16,0 0-16,-40 0 0,40 1 0,0-1 15,0 0 1,0 0-16,0 0 0,0 0 15,40-40-15,0 40 16,0-40-16</inkml:trace>
  <inkml:trace contextRef="#ctx0" brushRef="#br0" timeOffset="65176.1765">30576 6416 0,'0'0'0,"-40"0"15,0 0-15,120 0 32,-40 0-32,1 0 0,-1 0 15,40 0-15,0 40 0,0-40 16,41 0-16,-41 0 0,40 0 0,1 0 0,-41 0 16,40 0-16,-39-40 15</inkml:trace>
  <inkml:trace contextRef="#ctx0" brushRef="#br0" timeOffset="79925.2735">3611 9865 0,'-40'-40'0,"0"0"31,40 0 0,40 40-15,-40-40-1,40 40-15,1 0 16,-1 0-16,0 0 0,0 0 16,0 0-1,-40 40-15,40-40 0,-40 40 16,40-40-16,-40 40 0,0 0 16,0 0-16,0 1 0,0-1 0,-40 0 0,40 0 15,-40 0-15,40 0 0,-40 0 0,40 0 0,-40-40 16,40 40-16,-40 0 15,40 1-15,0-82 32,40 1-17,0 0 1,0 40-16,0-40 0,0 40 0,0-40 16,1 40-16,-1-40 0,0 0 15,0 0-15,0 0 0,0 0 0,0-1 16,0 1-16,-40 0 0,41 0 0,-1 0 15,-40 0-15,0 0 16,40 40-16,-40-40 0,-40 40 63,40 40-63,-40 0 15,40 0-15,-41 0 0,41 0 16,-40 0-16,40 0 0,-40 1 15,40-1-15,0 0 0,-40-40 0,40 40 0,0 0 16,0 0 0,0 0-16,0 0 0,40 0 15,0-40 1,-40 40-16,40-40 16,1 0-16</inkml:trace>
  <inkml:trace contextRef="#ctx0" brushRef="#br0" timeOffset="80105.2656">4615 10186 0,'-41'0'15,"41"40"1,0 0 0,0 0-1,0 1-15,0-1 0,0 0 16,0 0-1,0 0-15,0 0 16</inkml:trace>
  <inkml:trace contextRef="#ctx0" brushRef="#br0" timeOffset="80455.3164">5297 9384 0,'-40'40'15,"-1"0"16,-39 121-15,40 39 0,0 1 15,40-41-15,40-80-1,0-80-15</inkml:trace>
  <inkml:trace contextRef="#ctx0" brushRef="#br0" timeOffset="80855.2934">5457 9665 0,'0'0'15,"40"0"1,0 80-1,1-80-15,-1 120 32,-40-80-32,0 41 15,0-1 1,0-120 15,80-40-15,0-41-1,-40 81 1,41 40 15,-81 120-15,0 1 0,-41-1-1,41-40 16,-40-80-31</inkml:trace>
  <inkml:trace contextRef="#ctx0" brushRef="#br0" timeOffset="81105.2027">6460 9424 0,'0'0'31,"40"40"0,1 0-31,-1 0 0,-40 1 16,0-1-16,0 0 0,0 0 16,0 0-16,0 40 0,0-40 0,-81 0 0,81 1 15,0-1-15,-80 0 0,80 0 0,-40-40 16,40 40-16,0 0 15,-40-40-15,40 40 0,-40-40 0</inkml:trace>
  <inkml:trace contextRef="#ctx0" brushRef="#br0" timeOffset="81595.2467">7142 9745 0,'0'0'16,"-40"0"0,40-40-1,121 0 17,120 0-17,-81 0 1,-120 40-1</inkml:trace>
  <inkml:trace contextRef="#ctx0" brushRef="#br0" timeOffset="81795.2377">7183 10066 0,'-41'40'15,"82"-80"-15,-41 80 16,80-40-16,40-40 31,1 40-15,-41 0 0</inkml:trace>
  <inkml:trace contextRef="#ctx0" brushRef="#br0" timeOffset="82495.1941">9590 8823 0,'0'0'0,"-40"-41"32,0 41-32,0 0 15,0 41 1,0 239 0,-1 1 15,41 0-16,-80-121 1,-40-39 15,-1-121-15,121-121 0,41 41-1,-1 40 16,80 200-15,0 1 0,-79-1 15,-1-40-15,0-79-1,40-1 1,0-40 15,1-81-31</inkml:trace>
  <inkml:trace contextRef="#ctx0" brushRef="#br0" timeOffset="82995.1661">10874 9023 0,'0'0'0,"0"80"31,0-40-15,0 1-16,0-1 0,0 0 0,0 0 0,0 0 15,0 40-15,0-40 16,0 0-16,0 0 0,0 1 0,0-1 0,-40 40 15,40-40-15,0 0 0,-40 0 16,0 0-16,40 0 0,0 1 16,-40-41-16</inkml:trace>
  <inkml:trace contextRef="#ctx0" brushRef="#br0" timeOffset="83215.0946">11356 9825 0,'-40'0'16,"40"40"-16,0 0 15,0 41 1,-121 39 0,1 0 15,40-80-31</inkml:trace>
  <inkml:trace contextRef="#ctx0" brushRef="#br0" timeOffset="83685.0877">12319 9224 0,'-40'0'15,"120"0"1,-80-40-1,40 40-15,0 0 16,0 0-16,0 0 0,1 0 0,-41 40 0,40-40 16,0 80-16,-40-40 15,40 0-15,-40 0 0,0 0 0,0 0 0,0 0 16,-40 1-16,40-1 16,-40 0-16,-41 0 0,81 0 0,-40-40 15,40 40-15,-40-40 0,0 0 0,40-40 63,80 40-63,-40 0 0,1 0 15,-1 0-15,0 0 16,0 40-16,0-40 0,-40 40 16,40-40-16,0 0 0,0 40 15</inkml:trace>
  <inkml:trace contextRef="#ctx0" brushRef="#br0" timeOffset="83885.0644">13523 9905 0,'0'0'16,"-41"0"15,41 41-31,-40-1 16,40 0-16,0 0 15,-40-40-15,40 40 0,-40 0 0,0 0 0,0 0 16,40 0 0,-40-40-16,40 40 0,-40-40 0,40 41 0,-41-41 15,41 40-15</inkml:trace>
  <inkml:trace contextRef="#ctx0" brushRef="#br0" timeOffset="84185.0367">14165 9184 0,'0'40'31,"0"0"-15,0 40-16,0-40 0,0 0 15,0 0 1,0 0-16,0 0 0,0 1 0,0-1 0,0 0 16,0 0-16,0 0 0,0 0 0,0 0 15,0 0-15</inkml:trace>
  <inkml:trace contextRef="#ctx0" brushRef="#br0" timeOffset="84395.0821">14566 10026 0,'0'40'0,"0"-80"0,-40 80 15,40 0 1,0 0-1,0 0-15,0 0 0,-40-40 0,40 40 16,-41 0-16,1-40 16,40 41-16,-40-41 0,40 40 0,-40 0 15,0-40-15</inkml:trace>
  <inkml:trace contextRef="#ctx0" brushRef="#br0" timeOffset="85094.9904">15609 9264 0,'0'40'15,"40"-40"17,-40-40-32,40 40 0,41 0 15,-41-40-15,0 40 16,0 0-16,0 0 0,0 0 0,0 0 16,1 40-16,-41 0 15,0 0 1,0 0-16,0 0 0,0 0 0,-41 0 0,1 0 15,40 1-15,-80-1 16,80 0-16,-40 0 0,40 0 0,-40 0 16,40 0-1,40-40 1,40 0 0,-40 0-16,0 0 0,1 0 0,-1 0 15,0 0-15,0 0 0,0 0 0,0 0 0,0 0 16,0 0-16,1 0 15,-1 0-15,0 0 0</inkml:trace>
  <inkml:trace contextRef="#ctx0" brushRef="#br0" timeOffset="85314.97">17054 9865 0,'-40'40'15,"80"-80"-15,-80 161 16,40-81-16,0 40 31,0 80-15,-81-39 0,41-121-16</inkml:trace>
  <inkml:trace contextRef="#ctx0" brushRef="#br0" timeOffset="85994.989">18217 9184 0,'0'0'0,"0"40"47,0 0-31,-40-40-16,40 80 0,0-40 0,-40 0 0,40 0 15,0 0-15,0 0 0,0 1 0,0-1 16,40 0-16,-40 0 15,40-40-15,1 0 0,-1 40 0,0-40 0,0 0 16,0 0-16,0 0 16,0 0-16,0 0 0,1 0 0,-1-40 0,0 0 15,0 0 1,-40 0-16,0-1 0,0 1 0,0 0 16,0 0-16,-80 0 0,80 0 0,-40 0 0,-1 0 15,41 0 1,-40 40-16,40-40 0,-40 40 15,40 80 1,-40-80 0</inkml:trace>
  <inkml:trace contextRef="#ctx0" brushRef="#br0" timeOffset="86244.9731">18980 9705 0,'40'40'15,"-40"0"1,40-40-16,-40 120 16,-80 41 15,0-81-16,-1-40 1</inkml:trace>
  <inkml:trace contextRef="#ctx0" brushRef="#br0" timeOffset="86814.8818">20264 9023 0,'-40'0'15,"80"0"-15,-201 0 31,161 40-31,-80 40 16,40 121 0,80-1 15,80-79-15,-79-121-16,79 0 31,-80-80-31,-40-121 31,-80 1-15,40 119-1,0 81 1,-1 40 0,41 1-1</inkml:trace>
  <inkml:trace contextRef="#ctx0" brushRef="#br0" timeOffset="87044.9247">20785 9625 0,'0'80'16,"0"-160"-16,0 280 31,-40-200-31,0 121 16,-120-41-1,79-40 1,1-40-16</inkml:trace>
  <inkml:trace contextRef="#ctx0" brushRef="#br0" timeOffset="87624.8911">21989 9063 0,'-40'0'16,"80"0"-16,-120 0 31,40 0-15,-81 40 0,81 41-16,-40 79 31,160 0-16,-40-120 1,81 1-16,80-1 31,-41-121-15,-120-119 0,-120 120-1,-81-81 1,81 161-1,40-40 1,40 80-16</inkml:trace>
  <inkml:trace contextRef="#ctx0" brushRef="#br0" timeOffset="90004.7041">23153 8582 0,'0'40'0,"80"-40"125,-40 0-109,-40 40-16,40-40 0,-40 40 15,41-40 1,-1 40-16,0-40 0,-40 40 16,0 1-16,0-1 0,0 0 15,0 0-15,-40 0 16,40 0-16,0 0 0,-40-40 0,40 40 15,0 0 1,0 1-16,0-1 0,40 0 16,0-40-16,-40 40 15,40-40-15,0 0 0,0 0 0,0 0 16,0 0 0,1-40-16,-41 0 0,40 40 15,-40-40-15,-40 40 63,40 40-63,-41 0 0,41 0 15,0 0-15,-40 0 16,40 0-16,0 0 0,-40 0 0,40 0 16,0 1-16,-40 39 0,40-40 0,-40 0 0,40 0 15,0 0-15,-40 40 16,40-39-16,-40-1 0,40 0 0,-40-40 0,40 40 15,0 0-15,-41-40 0,41 40 16,-40-40-16,0 40 0,0-40 0,0 0 0,-40 0 16,40 0-1</inkml:trace>
  <inkml:trace contextRef="#ctx0" brushRef="#br0" timeOffset="92564.5417">3290 12071 0,'40'0'63,"1"0"-48,-1 0 1,0 0-16,0 0 16,0 0-16,0 40 0,0-40 0,1 0 15,-41 80-15,40-39 16,-40-1-16,0 0 0,0 0 0,0 0 0,0 0 15,-40 40-15,40-40 16,-81 0-16,81 1 0,-40-1 16,0-40-1,80 0 17,0-40-17,0-1-15,1 1 0,-1 0 16,0 40-16,0-40 0,-40 0 15,40 0-15,0 0 0,0 0 0,0 0 0,1 40 16,-1-40-16,0-1 16,0 41-16,-40-40 0,40 40 0,-40-40 15,-40 40 17,0 40-1,0-40-31,0 40 0,-1 1 15,1-1-15,40 0 16,-40-40-16,40 40 0,-40 0 0,40 0 0,-40 0 16,40 0-16,0 0 15,0 0-15,80 1 0,-40-41 16,-40 40-16,40-40 0,1 0 0,-1 0 16,0 0-16,0 0 0,0 0 15,0 0-15,0 0 0</inkml:trace>
  <inkml:trace contextRef="#ctx0" brushRef="#br0" timeOffset="92864.5239">4534 12512 0,'40'40'47,"-40"0"-32,41-40-15,-41 41 16,0-1-16,0 0 0,0 0 0,0 0 16,-41 0-16,41 0 0,-40 0 15,40 0-15,-40-40 16,120-40 15,-39 40-31,-1 0 0,0-40 16,0 40-16,0 0 0,0 0 15,0-40-15,0 40 0,1 0 0,-1 0 16,0 0-16,0-40 16</inkml:trace>
  <inkml:trace contextRef="#ctx0" brushRef="#br0" timeOffset="93204.5056">5738 11871 0,'-80'-41'15,"40"41"1,0 81-1,40-41 1,-41 0-16,41 0 0,-40 0 16,40 40-16,0-40 0,-40 41 0,40-41 0,0 0 15,0 40-15,0-40 16,0 0-16,0 0 0,0 0 0,0 1 0,40-1 16,-40 0-16,40-40 0,-40 40 15,41-40-15,-1 0 16,0 0-16</inkml:trace>
  <inkml:trace contextRef="#ctx0" brushRef="#br0" timeOffset="93544.5407">5979 12151 0,'40'0'16,"0"0"15,-40 40-31,0 1 16,40 39-1,-40 0 1,40-40 0,-40-80 15,81-80-15,-41 80-16,40-1 31,0 82-16,-40 79 1,0-40 0,-40 40-1,-80-120 1,80 40-16</inkml:trace>
  <inkml:trace contextRef="#ctx0" brushRef="#br0" timeOffset="93764.4708">6862 11991 0,'0'40'32,"40"-40"-32,-40 40 15,40 80 1,-40-79-16,0 119 31,-40-80-31,0 0 16,-1-40-16,-39 41 15</inkml:trace>
  <inkml:trace contextRef="#ctx0" brushRef="#br0" timeOffset="94004.5157">7785 12232 0,'0'0'0,"-41"0"16,41-41 0,121-39-1,39 40 1,-39 40 15,-41 0-15,-80 40-16</inkml:trace>
  <inkml:trace contextRef="#ctx0" brushRef="#br0" timeOffset="94164.4467">7865 12633 0,'-40'40'31,"80"-80"-31,-40 40 32,80 0-32,-80-41 0,40 41 0,0 0 15,0 0-15,1-40 16,-1 40-16,-40-40 0,40 40 16</inkml:trace>
  <inkml:trace contextRef="#ctx0" brushRef="#br0" timeOffset="94924.4587">9711 11630 0,'0'-40'0,"40"0"16,-80 40 62,40 40-78,-41 0 31,41 0-31,-40 0 0,40 0 0,-40 0 0,40 0 16,0 1-16,-40-1 0,40 0 16,0 0-16,0 0 0,0 0 0,0 0 15,0 0-15,0 0 16,0 1-16,0-1 0,0 0 16,0 0-16,-80 0 0,40-40 15,40 40-15,-40-40 16,-1 0-16,1 0 0,0 0 15,0-40 1,40 0-16,40 40 31,0 0-31,0 0 16,1 40-16,-1-40 0,-40 40 0,40 0 16,0-40-16,-40 40 15,40 0-15,-40 0 0,0 1 0,40-1 0,-40 40 16,0-40-16,0 0 0,0 0 15,0 0-15,0 41 0,0-41 0,0 0 0,0 0 16,0 0 0,0 0-16,40-40 15,0 0-15,1 0 16,-1 0-16,0 0 16,0-40-16,0 0 0</inkml:trace>
  <inkml:trace contextRef="#ctx0" brushRef="#br0" timeOffset="95234.3757">10433 11991 0,'0'-40'16,"0"80"-16,-40-120 15,40 160 1,0-40 0,0 0-16,0 40 0,0-40 0,0 1 0,0 39 15,0-40-15,0 0 0,0 40 16,0-40-16,-40 0 0,40 0 0,0 1 0,0-1 15,0 0-15,-41 0 16,41 0-16,0 0 0</inkml:trace>
  <inkml:trace contextRef="#ctx0" brushRef="#br0" timeOffset="95444.3957">11115 12753 0,'0'40'0,"-40"-40"0,40 40 32,0 0-32,0 0 0,0 0 0,0 1 15,0-1-15,0 0 16,-40 0-16,0 0 0,40 0 0,-40 0 16,-1 0-16,1-40 0,40 40 0,-40-40 0,0 0 15,0 0 1</inkml:trace>
  <inkml:trace contextRef="#ctx0" brushRef="#br0" timeOffset="95864.3464">11998 12151 0,'0'0'0,"-40"0"0,0 0 16,-1 0-16,1 0 16,0 0-16,0 40 15,0 81 1,40 79 0,40-160-1,-40 0-15,40 1 16,40-41-16,-39 0 0,-1 0 31,0 0-31,80-81 16,-80 41-16,-40 0 0,40 0 15,1-160 1,-41 119-16,0 41 0,-41-40 31,1 40-31,-80 40 16,40 80-1,40-40-15,-1 40 32</inkml:trace>
  <inkml:trace contextRef="#ctx0" brushRef="#br0" timeOffset="96114.3301">12760 12512 0,'0'80'31,"0"-160"-31,-40 201 16,40-81-16,0 0 0,0 0 16,0 0-16,-40 40 15,0-40-15,-81 81 16,1-41-1,80-80-15</inkml:trace>
  <inkml:trace contextRef="#ctx0" brushRef="#br0" timeOffset="96384.354">13523 11830 0,'0'0'16,"0"41"0,0-1-1,0 0-15,0 0 0,0 0 16,0 0-16,0 0 0,0 0 15,-41 0-15,41 41 0,0-41 0,-40 0 0,40 0 16,-40 0-16,40 0 16,-40 0-16,40 0 0,-40 0 0,40 1 0,0-1 15</inkml:trace>
  <inkml:trace contextRef="#ctx0" brushRef="#br0" timeOffset="96594.361">13844 12753 0,'0'0'0,"-41"0"16,1 80-1,0 0 1,0 1 0,40-41-1,-80 40 1,40-80-1</inkml:trace>
  <inkml:trace contextRef="#ctx0" brushRef="#br0" timeOffset="96984.3387">15088 11951 0,'0'0'0,"-41"0"0,1 0 16,0 0-16,-40 40 16,0 40-1,-1 81 1,81-121-16,41 80 15,-41-80-15,40-40 0,-40 40 16,200-40 0,-160 0-16,1 0 15,-1-40-15,40-40 16,-80 40-16,0 0 0,0 0 16,0-1-16,0 1 0,-120-80 31,120 80-31,-41 40 0,41-40 0,-40 40 15,0 0-15,0 0 16,40 40-16,-40-40 0</inkml:trace>
  <inkml:trace contextRef="#ctx0" brushRef="#br0" timeOffset="97594.2299">16010 12512 0,'0'40'16,"-40"0"-16,40 1 16,0-1-16,0 0 15,-40 0-15,40 0 0,0 40 0,-40-40 16,0 0-1,0 1-15,0-1 0,-41 0 0</inkml:trace>
  <inkml:trace contextRef="#ctx0" brushRef="#br0" timeOffset="99944.1623">17335 11911 0,'-41'0'0,"1"0"31,0 0-15,0 40 0,40 0-1,-40-40-15,40 40 16,-40 0-16,0 0 0,40 0 0,0 0 15,0 1 1,0-1-16,0 0 0,0 0 16,40-40-1,-40 40-15,40-40 16,0 0-16,0 0 0,-40-40 0,40 40 16,0 0-16,1-40 15,-1 0-15,-40 0 0,40 40 0,-40-41 16,40 1-16,-40 0 15,0 0-15,0 0 0,0 0 16,-40 40 0,0 0-16,-41 0 0,41 0 15,0 0-15,0 0 16,0 0-16,0 0 0,0 0 0,0 0 16,40 40-16,-41 0 0</inkml:trace>
  <inkml:trace contextRef="#ctx0" brushRef="#br0" timeOffset="100564.0689">18137 12552 0,'-40'0'0,"40"40"0,0 1 47,0 39-32,0-40-15,-40 0 16,0 0-16,0 0 0,-1 0 0,1-40 16,0 40-16,0-40 15,0 0-15,0 0 0</inkml:trace>
  <inkml:trace contextRef="#ctx0" brushRef="#br0" timeOffset="101014.0419">19341 11991 0,'0'0'15,"-80"0"-15,40 40 0,-121 40 16,121-80-16,40 40 0,-40 41 31,80 39-15,80-40-1,-80-80-15,1 40 16,-1-40-16,40 0 16,-40-80-16,-40 0 31,40-41-15,-200-39-1,79 80 1,41 80-16,-40-40 0,40 40 0,0 0 31,40 40-15,0 0-16</inkml:trace>
  <inkml:trace contextRef="#ctx0" brushRef="#br0" timeOffset="101224.0876">19903 12272 0,'-40'40'16,"80"-80"-16,-80 120 0,40-40 15,-41-40-15,41 40 16,0 0-16,0 40 16,-40-80-16,40 40 0,-40 1 0,0-1 31,0-40-31,0 0 0,0 40 15</inkml:trace>
  <inkml:trace contextRef="#ctx0" brushRef="#br0" timeOffset="101723.9844">21147 11871 0,'-41'0'16,"1"0"-16,-40 40 16,0 80-1,80 0 1,40-120 0,-40 40-16,80-40 15,-40 0-15,121 41 16,-81-41-1,-40 0-15,40-81 16,-80 41-16,0-40 16,0 0-1,-120 0 1,0 39 0,80 41-1,-1 0 1</inkml:trace>
  <inkml:trace contextRef="#ctx0" brushRef="#br0" timeOffset="102433.9454">22350 11389 0,'41'0'31,"-41"40"-15,40-40-16,-40 41 0,40-1 15,0 0-15,-40 0 0,0 0 16,40 0-16,-40 0 15,0 0-15,0 0 0,0 0 0,0 1 16,0-1-16,0 0 16,0 0-16,0 0 15,0 0 1,40-40-16,0 0 16,0 0-16,1 0 15,-1 0 1,0-40-1,-80 40 48,40 40-47,0 0-16,-40 0 15,-1 0-15,41 1 0,0-1 0,0 0 16,0 0-16,-40 0 15,40 0-15,0 0 0,0 0 0,0 0 16,0 0-16,0 1 16,0-1-16,-40 0 0,40 0 15,-40 0-15,0 0 16,0 0-16,0-40 0,0 40 0,-1-40 0,1 0 16,0 40-16,0-40 0,0 0 0,-40 0 0</inkml:trace>
  <inkml:trace contextRef="#ctx0" brushRef="#br0" timeOffset="104503.8934">25079 9304 0,'0'40'93,"80"-40"-93,-40 0 0,0 40 16,1-40-16,39 0 0,-40 0 16,0 0-16,40 0 0,-39 0 0,-1 0 0,0 0 15,0 0-15,0 0 16,0 0-16,-40-40 15,-80 0 1,80 0 0</inkml:trace>
  <inkml:trace contextRef="#ctx0" brushRef="#br0" timeOffset="104733.8042">25721 9184 0,'-40'0'15,"80"0"-15,-120 0 0,120 0 32,40 0-17,-40 0-15,0 0 0,1 80 0,39-80 16,-40 40-16,0-40 16,-40 40-16,40 0 0,-40 0 0,40 0 0,-40 0 15,0 0-15,0 1 16,-80-41-16,80 40 0,-40 0 0,40 0 0,-40-40 15,0 40-15,0 0 16,-1 0-16</inkml:trace>
  <inkml:trace contextRef="#ctx0" brushRef="#br0" timeOffset="105183.8526">25280 11630 0,'0'0'16,"-81"0"-1,162 0 1,-41 0 15,80 40-15,81-80-1,40 40 17,-161-40-32,0-40 15,-80 40 17</inkml:trace>
  <inkml:trace contextRef="#ctx0" brushRef="#br0" timeOffset="105383.8404">26002 11389 0,'-40'-40'15,"80"80"1,-80-40 15,120 81-15,0 39 0,-80-80-1,0 40 1,-40 0-1,-40-80 17,40-40-32</inkml:trace>
  <inkml:trace contextRef="#ctx0" brushRef="#br0" timeOffset="105843.8133">27647 8943 0,'0'40'78,"0"0"-63,0 0-15,0 0 0,0 0 16,0 1-16,0 39 0,0-40 0,0 0 0,0 40 16,0 0-16,0-40 15,0 41-15,0-1 0,-40-40 0,40 40 0,0-40 16,-40 0-16,40 1 0,-40-1 15,40 0-15,-40 0 0</inkml:trace>
  <inkml:trace contextRef="#ctx0" brushRef="#br0" timeOffset="106133.7212">27687 9143 0,'-40'0'16,"80"0"-16,-80 41 15,80-1 1,0 0-16,41 0 0,-81 0 16,40 0-16,0 0 0,0-40 15,0 40-15,40 0 0,-40 0 0,1 1 0,-1-41 16,0 40-16,0 0 15,0-40-15,0 0 0,0 40 0,0-40 16,1 0-16,-1 0 16,0-40-16</inkml:trace>
  <inkml:trace contextRef="#ctx0" brushRef="#br0" timeOffset="106333.7089">28610 9103 0,'-40'-80'31,"80"160"-31,-120-160 16,80 120-1,0 0-15,0 0 16,0 1-16,0-1 0,0 0 0,40 0 16,-40 0-16,0 40 15,0-40-15,40 40 0,-40-39 0,0-1 0,0 0 16,0 40-16,0-40 15,0 0-15,0 0 0</inkml:trace>
  <inkml:trace contextRef="#ctx0" brushRef="#br0" timeOffset="106963.7104">27446 11630 0,'-40'0'16,"40"40"0,0 0-1,0 0-15,0 0 0,0 0 0,0 1 16,0-1-16,0 0 0,0 0 16,0 0-16,0 0 0,0 0 0,-40 0 0,0 0 15,40 1 1,-40-41-16</inkml:trace>
  <inkml:trace contextRef="#ctx0" brushRef="#br0" timeOffset="107193.6604">27487 11590 0,'0'40'31,"0"0"-31,0 0 16,0 0-16,0 0 16,0 0-16,40 1 0,-40-1 15,40 0-15,-40 0 0,40 0 0,-40 0 16,40-40-16,0 40 0,0-40 16,0 0-16,1 0 15,-1-40 1,0 0-16</inkml:trace>
  <inkml:trace contextRef="#ctx0" brushRef="#br0" timeOffset="107403.7227">28048 11550 0,'0'-40'16,"0"80"-16,-40-80 15,0 40-15,0 40 16,-40 120-1,80 41 17,40 39-17,-40-159-15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6:49:42.5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2327 1644 0,'-40'0'172,"40"40"-172,-40-40 0,80 0 0,-80 0 0,0 0 16,0 40-1,0-40-15,0 0 0,40 40 16,-41-40-16,1 40 15,0-40-15,0 40 0,0-40 0,0 40 0,0-40 16,0 40-16,-1-40 0,41 41 16,-40-41-1,80 40 48,1 0-48,-41 0-15,0 0 16,40-40-16,-40 40 0,0 0 0,0 0 16,0 0-16,0 1 0,0-1 0,0 0 0,40 0 15,-40 0-15,0 0 0,0 0 16,0 0-16,0 0 0,0 0 0,0 41 0,0-41 16,0 40-16,0-40 15,0 40-15,40-40 0,-40 41 0,0-1 0,0-40 16,0 40-16,40-40 0,-40 40 15,0 1-15,0-41 0,40 40 0,-40 0 0,0-40 16,40 41-16,-40-41 0,0 40 0,0-40 0,40 40 16,-40-40-16,0 0 15,0 41-15,41-41 0,-41 40 0,0-40 0,0 0 16,40 40-16,-40-40 0,0 41 16,40-41-16,-40 0 0,0 40 0,0 0 0,0-40 15,40 41-15,-40-1 16,0-40-16,0 40 0,0 0 0,0 1 0,0-41 15,0 40-15,0-40 0,0 40 16,0 0-16,0-40 0,0 41 0,0-41 0,-40 40 16,40-40-16,0 40 0,0-40 0,0 41 0,0-41 15,0 0-15,0 40 16,0-40-16,0 40 0,0-40 0,0 41 0,0-41 16,0 40-16,0-40 0,-40 40 15,40-40-15,0 41 0,0-41 0,0 40 0,0 0 16,0 0-16,0-40 15,0 41-15,0-41 0,0 40 0,0 0 0,0-40 16,0 41-16,0-1 0,0-40 0,0 40 0,0-40 16,-40 40-16,40 1 0,0-41 15,0 40-15,0-40 0,0 40 0,-41 0 0,41-39 16,0 39-16,0-40 16,0 40-16,0-40 0,-40 0 0,40 40 0,0-39 15,0 39-15,0-40 0,0 0 16,0 0-16,0 40 0,0-40 0,0 1 0,0 39 15,0-40-15,0 0 16,0 0-16,0 40 0,0-40 0,0 0 0,0 41 16,0-41-16,0 0 0,0 0 0,0 40 0,0-40 15,0 0-15,0 1 0,0-1 16,0 0-16,0 0 0,0 0 0,0 0 0,0 0 16,0 0-16,0 0 15,0 0-15,0 1 0,0-1 0,0 0 0,0 0 16,0 0-16,0 0 15,0 0-15,0 0 0,0 0 0,0 1 16,0-1-16,0 0 0,0 0 0,0 0 16,0 40-16,0-40 15,0 0-15,0 0 0,0 1 0,0-1 0,-40 0 16,40 0-16,0 0 0,-40 40 16,40-40-16,0 0 0,0 1 0,-40-1 0,40 40 15,0-40-15,0 0 16,0 0-16,-40 0 0,40 0 0,0 0 0,0 41 15,0-41-15,0 0 0,0 0 16,0 0-16,0 0 0,0 0 0,0 0 16,0 1-16,0-1 0,0 0 0,0 0 15,0 0-15,0 0 16,0 0-16,0 0 0,0 0 0,0 0 0,0 1 16,0-1-16,0 0 15,0 0-15,0 0 0,0 0 0,0 40 0,-40-40 16,40 1-16,0-1 15,-40 40-15,40-40 0,-41 0 0,41 0 0,-40 0 16,40 0-16,0 0 0,0 1 0,0-1 0,0 0 16,-40 0-16,40 0 0,0 0 15,0 0-15,0 0 0,0 0 0,0 1 0,0-1 16,0 0-16,0 0 16,0 0-16,0 0 0,0 0 0,0 0 0,0 0 15,0 0-15,0 1 16,0-1-16,0 0 0,0 0 0,0 0 0,0 0 15,0 0-15,0 0 16,0 0-16,0 1 0,0-1 0,0 0 0,0 0 16,0 0-16,0 0 0,-40 0 0,40 0 0,0 0 15,0 0-15,0 1 0,0-1 16,0 0-16,0 0 0,0 0 0,0 0 16,0 0-16,0 0 15,0 0-15,-40 1 0,40-1 0,0 0 0,0 0 16,0 0-16,0 0 15,0 0-15,0 0 0,0 0 0,-40-40 16,40 40-16,0 1 47,0-1-31,0 0-16,0 0 15,0 0 1,0 0 15,40-40-15,0 0 15,0 0 0,0 0-31,-40-40 0,40 40 16,1-40-1,-1 40-15,0 0 0,0-40 16,0 40-16,0 0 16,0 0-16,0 0 15,1 0-15,-1 0 0,-40-40 16,40 40-16,0 0 16,0 0-16,-40-40 0,40 40 0,-40-41 15</inkml:trace>
  <inkml:trace contextRef="#ctx0" brushRef="#br0" timeOffset="4649.6852">4334 1844 0,'40'0'16,"-80"0"-16,80 40 63,-40 0 15,0 1-78,0-1 0,0 0 15,0 0-15,0 0 16,-40 0-16,40 0 0,0 0 0,-40 0 16,40 1-16,0-1 15,0 0-15,0 0 0,0 0 0,0 0 16,0 0-16,0 0 0</inkml:trace>
  <inkml:trace contextRef="#ctx0" brushRef="#br0" timeOffset="5409.6288">4053 3729 0,'-40'0'16,"0"0"-1,40-40-15,0 0 31,40 40-15,40 0 0,-40 0-1,0 0-15,0 0 0,0 0 0,1 0 0,-1 0 16,0 40-16,0-40 0,0 0 16,0 0-16,-40 80 0,40-80 0,-40 40 0,0 1 15,0-1-15,0 0 16,0 0-16,0 0 0,-40 0 0,40 0 15,-40 0-15,0 0 16,40 0-16,-80-40 0,80 41 0,-40-41 16,80 0 15,40 0-15,-40-41-16,0 41 0,40 0 15,-39-40-15,39 40 0,0-40 0,0 40 0,-40 0 16,41-40-16,-41 40 15,0 0-15,0-40 0,0 40 0,0 0 0</inkml:trace>
  <inkml:trace contextRef="#ctx0" brushRef="#br0" timeOffset="5879.6144">4454 5093 0,'0'-40'16,"0"0"-1,0 80 32,0 0-47,0 0 16,40 0-16,-40 40 0,0-40 0,0 0 0,0 41 15,0-41-15,0 0 16,0 40-16,0-40 0,0 40 0,0-40 0,-40 1 16,40 39-16,0-40 0,-40 0 15,40 0-15,0 0 0</inkml:trace>
  <inkml:trace contextRef="#ctx0" brushRef="#br0" timeOffset="6529.5597">4093 6938 0,'0'0'0,"0"-40"15,0-1 1,40 41 15,-40-40-31,40 40 0,40 0 0,-39-40 16,-1 40-16,0 0 0,0 0 0,0 0 15,0 40 1,-40 0-16,40-40 0,-40 81 0,40-41 16,-40 40-16,0-40 15,0 0-15,0 0 0,0 40 0,-40-39 0,40-1 16,-40 0-16,40 40 15,-80-40-15,40 0 0,40 0 0,-40 0 0,0 1 16,40-1-16,-41-40 0,1 40 0,80-80 31,41 40-15,-41 0-16,0-40 16,0 40-16,0-41 0,0 41 0,41-40 0,-41 40 15,0-40-15,0 40 0,0 0 16,0 0-16,0-40 0,0 40 15</inkml:trace>
  <inkml:trace contextRef="#ctx0" brushRef="#br0" timeOffset="10399.4045">4334 8943 0,'-40'0'0,"-1"0"16,1 40 31,0 0-32,40 0-15,-40-40 0,40 40 0,-40 0 0,0 1 16,40-1-16,-40 0 0,0 0 0,40 0 16,0 0-16,0 0 15,0 0-15,0 0 0,40 0 16,-40 1-16,40-41 0,0 40 16,40-40-16,-40 0 15,0 0-15,1 0 16,-1-40-16,0-1 0,0 1 15,0 0-15,-40 0 0,0 0 16,0 0-16,40 0 16,-40 0-16,0 0 0,0 0 0,-80-1 15,40 41 1,40-40-16,-40 40 0,0 0 16,-1 0-16,1 0 15,0 40-15,0 1 16,0-1-1</inkml:trace>
  <inkml:trace contextRef="#ctx0" brushRef="#br0" timeOffset="11089.2879">4093 11149 0,'-40'0'0,"80"0"0,-120 0 32,40 0-32,40 40 31,-41-40-31,41 40 0,0 0 0,0 0 0,0 0 16,-40 0-16,40 0 15,0 1-15,0-1 0,0 0 16,0 0-1,0 0-15,40-40 0,-40 40 0,81 0 16,-41 0-16,0-40 0,0 0 16,0 0-16,0 0 15,-40-40-15,40 40 0,1-40 0,-1 40 0,-40-40 16,40 0-16,-40 0 16,40 0-16,-40 0 0,0-1 0,0 1 0,0 0 15,0 0-15,0 0 16,-40 40-16,40-40 15,-80 40-15,39 0 0,1 0 16,0 0 0,0 0-16,0 40 0,0 0 0,0-40 15,0 40-15,40 0 0,-41-40 16</inkml:trace>
  <inkml:trace contextRef="#ctx0" brushRef="#br0" timeOffset="11719.3264">4133 13034 0,'0'40'0,"0"0"63,-40-40-63,40 40 0,-40-40 0,40 40 0,-40 0 15,40 0-15,0 0 16,-40-40-16,40 40 0,0 1 0,0-1 15,0 0-15,40 0 0,-40 0 0,40-40 16,-40 40-16,40-40 16,-40 40-16,40-40 0,-40 40 0,40-40 0,-40-40 15,40 80-15,0-40 0,1 0 16,-41-40-16,40-40 0,0 40 16,-40 0-1,0 0-15,0 0 0,0-1 0,0 1 0,0 0 16,0 0-16,-40 0 15,0 40-15,40-40 0,-41 40 0,1-40 16,0 40-16,0 0 0,0 0 0,0-40 16,0 40-1,0 0-15,40 40 0,-41-40 0</inkml:trace>
  <inkml:trace contextRef="#ctx0" brushRef="#br0" timeOffset="59016.5287">7183 1844 0,'0'0'0,"0"40"15,-41-40 126,1-40-125,0 40-1,0 0 32,0 40-31,0-40-1,40 40-15,-40-40 16,0 41 0,40-1 15,0 0-31,0 0 31,0 0-15,40-40-16,-40 40 15,40-40-15,-40 40 0,40-40 16,-40 40-16,0 0 31,40-40-31,0 0 31,0 0 1,0 0-32,1 0 15,-1 0 1,0 0-16,-40-40 16,40 40 15,-40-40 0,40 40 0,-40-40-31,0 0 0,40 40 16,-40-40-16,0 0 16,0 0-1,0 0 16,40 40-31,-40-41 16,0 1 31,-40 40-47,40-40 16,-40 40-1,40-40-15,-40 40 16,40-40 15,-40 40-31,0 0 16,0 0-1,-1 0-15,41 40 16,-40-40-16,40 40 0,-40-40 0,40 40 16,-40-40-1,40 40-15,0 1 16</inkml:trace>
  <inkml:trace contextRef="#ctx0" brushRef="#br0" timeOffset="60596.4357">7022 3649 0,'0'0'0,"-40"0"141,0-40-141,0 40 15,0 0 1,40-40 15,-41 40 47,41 40-62,0 0 0,0 0-1,0 0-15,0 0 0,0 0 16,0 1-16,0-1 15,0 0-15,0 0 0,41-40 0,-41 40 16,0 0-16,0 0 16,40-40-16,-40 40 0,0 0 0,0 0 0,40 1 15,-40-1-15,40-40 16</inkml:trace>
  <inkml:trace contextRef="#ctx0" brushRef="#br0" timeOffset="61626.3747">6581 5173 0,'0'0'0,"40"-40"47,-40 0-32,40 40-15,-40-40 0,40 0 0,0-1 16,0 41-1,0 0-15,-40-40 0,41 40 0,-1 0 16,0 0-16,0 40 16,-40 1-16,40-41 0,-40 40 15,0 0-15,0 0 0,0 0 0,0 0 0,0 0 16,0 0-16,-40 0 16,40 1-16,-40-1 0,40 0 0,-80 0 0,80 0 15,-41 0-15,1 0 0,40 0 16,-40 0-16,0-40 0,40 40 0,0 1 0,-40-41 15,40 40 1,40-40 15,0 0-31,-40-40 0,40 40 16,0 0-16,1 0 0,-1 0 0,0 0 0,0 0 16,0-41-16,0 41 15,0 0-15,0-40 0,1 40 0,-1 0 16,0 0-1,-40-40 64,0 0-64</inkml:trace>
  <inkml:trace contextRef="#ctx0" brushRef="#br0" timeOffset="62216.3419">6982 6537 0,'0'40'78,"0"0"-63,0 0-15,-40 0 0,40 0 16,0 0-16,0 0 0,0 0 0,0 1 16,0-1-1,0 0-15,0 0 0,0 0 0,-40 0 16</inkml:trace>
  <inkml:trace contextRef="#ctx0" brushRef="#br0" timeOffset="63186.2107">6500 8622 0,'0'40'16,"-40"-40"-1,0 0 17,40-40-1,40 40-31,0 0 16,1 0-16,-41-40 0,40 40 15,0 0-15,0 0 16,0 0-16,0 0 15,-40 40-15,40 0 16,0-40-16,-40 40 16,0 0-16,0 0 15,0 1-15,0-1 0,0 0 0,0 40 0,0-40 16,-40 0-16,40 0 0,-40 0 0,40 1 0,-40-1 16,40 0-16,-40-40 15,40 40-15,-40 0 0,0 0 16,0-40-1,-1 0-15,1 0 32,40-40-32,40 40 15,1 0 1,-1-40-16,0 40 16,0 0-16,0-40 0,0 40 0,0 0 0,0 0 15,41 0-15,-41 0 16,0-40-16,0 40 0,0 0 0,0 0 0,0 0 15,1 0-15,-1 0 16,0 40-16,0-40 16</inkml:trace>
  <inkml:trace contextRef="#ctx0" brushRef="#br0" timeOffset="64166.1856">6862 10868 0,'-41'0'47,"1"0"-47,0 0 32,0 0-32,40 80 0,-40-80 15,40 40-15,-40 0 16,40 0-16,-40 1 0,40-1 0,-40 0 15,-1 0-15,41 0 16,-40 0-16,40 0 0,-40 0 0,40 0 0,0 1 16,0-1-16,0 0 15,40 0-15,0-40 16,1 0-16,-1 0 0,0 0 16,0 0-16,0 0 15,0-40-15,0 40 0,0-40 0,1 40 16,-1-40-16,0 40 0,0-41 15,-40 1-15,40 0 0,0 40 0,-40-40 0,40 40 16,-40-40-16,0 0 16,0 0-16,0 0 15,0 0-15,-40-1 0,0 1 16,40 0 0,-40 40-16,40-40 0,-40 40 15,0-40 1,0 40-1</inkml:trace>
  <inkml:trace contextRef="#ctx0" brushRef="#br0" timeOffset="64906.1479">6500 13154 0,'0'0'0,"-40"0"0,40 40 16,-40-40-16,0 40 0,0-40 16,0 0-16,0 40 0,40 0 0,-40 0 15,-1 1 1,41-1-16,-40-40 0,40 40 15,0 0-15,0 0 16,0 0-16,0 0 0,0 0 16,40 0-16,-40 1 15,41-1-15,-41 0 16,40-40-16,0 0 0,0 0 16,0 0-1,0-40-15,0 0 0,0 40 16,1-41-16,-1 1 15,0 0-15,0 0 0,0 0 0,-40 0 16,40 0-16,0 0 16,-40 0-16,0-1 0,0 1 0,0 0 15,-40 0-15,0 40 16,0 0 0,0 0-16,0 0 0,0 0 15,-1 0-15,1 40 0,0 0 16,0-40-16,0 40 0,0-40 0,0 0 15</inkml:trace>
  <inkml:trace contextRef="#ctx0" brushRef="#br0" timeOffset="67025.9807">4534 13114 0,'-40'0'16</inkml:trace>
  <inkml:trace contextRef="#ctx0" brushRef="#br0" timeOffset="67066.0536">4494 13114 0</inkml:trace>
  <inkml:trace contextRef="#ctx0" brushRef="#br0" timeOffset="67236.0444">4494 13114 0,'40'0'0,"-40"-40"78,40 0-78,1 0 16</inkml:trace>
  <inkml:trace contextRef="#ctx0" brushRef="#br0" timeOffset="67475.9546">4695 12031 0,'40'0'31,"0"0"-15,-40-40-1,40 40-15,-40-40 0</inkml:trace>
  <inkml:trace contextRef="#ctx0" brushRef="#br0" timeOffset="67676.0174">4895 11429 0,'0'-40'0,"-40"40"16,40-40-16,0 0 16,0 0-16,40-80 15,1 39 1,39-39-1,-40 120-15,0-120 16,-40 80-16</inkml:trace>
  <inkml:trace contextRef="#ctx0" brushRef="#br0" timeOffset="67866.0059">5216 10467 0,'41'0'31,"-41"-80"-15,0 40-16,0-1 16,40 1-16,-40-80 15,0 40-15,40 40 0,-40-40 16,0 39-16,40-79 16</inkml:trace>
  <inkml:trace contextRef="#ctx0" brushRef="#br0" timeOffset="68175.9126">5297 8502 0,'0'-80'16,"0"39"-16,0-39 16,0 40-16,40-40 31,-40 40-31,0 0 0,40 40 15,0-40-15</inkml:trace>
  <inkml:trace contextRef="#ctx0" brushRef="#br0" timeOffset="68455.9194">5537 6216 0,'0'0'15,"0"-40"1,0-81 0,41 81-16,-41 0 0</inkml:trace>
  <inkml:trace contextRef="#ctx0" brushRef="#br0" timeOffset="68635.9614">5618 4892 0,'0'-80'15,"0"160"-15,0-280 32,0 160-32,40 0 0,0-81 15</inkml:trace>
  <inkml:trace contextRef="#ctx0" brushRef="#br0" timeOffset="68675.8886">5698 4411 0,'0'0'0,"40"-40"15</inkml:trace>
  <inkml:trace contextRef="#ctx0" brushRef="#br0" timeOffset="68825.9007">5899 3970 0,'0'-40'15,"0"0"-15,0 0 16,0-1-16,0 1 16,0 0-16,0 0 0</inkml:trace>
  <inkml:trace contextRef="#ctx0" brushRef="#br0" timeOffset="69145.9311">6019 3489 0,'0'-41'0,"0"82"0,40-162 31,-40 81-31,0 0 0,0 0 0,0-40 31,0 40-31,0 0 0,0-1 16,0-39-1,40 80-15,-40-80 16,40 80-16,-40-40 31,40 40-31,1-40 16,-1 40-16,0 0 15,40 0 17,-40 0-32,0 0 15,0 0-15,1 0 16,-41-40 0,40 0-1</inkml:trace>
  <inkml:trace contextRef="#ctx0" brushRef="#br0" timeOffset="69545.8331">6380 2686 0,'0'41'16,"-40"-41"-1,80-41 1,0 1-1,0 40 1,0 0-16,1 0 16,-1 0-16,0 0 15,0 0-15,0 40 16,0-40-16,0 0 0,0 0 16,1 0-1,-1 0-15,-80 41 31,-1-41-15</inkml:trace>
  <inkml:trace contextRef="#ctx0" brushRef="#br0" timeOffset="72235.7501">6821 13916 0,'0'0'0,"-40"0"0,40 40 15,-40-40-15,40 40 16,-40-40-16</inkml:trace>
  <inkml:trace contextRef="#ctx0" brushRef="#br0" timeOffset="73895.6499">8908 1644 0,'-40'0'31,"0"0"47,0 0-62,40 40 31,-40-40-31,-1 0-1,41 40-15,-40-40 16,40 40-1,-40-40 1,40 40-16,0 0 16,-40-40-16,40 40 0,0 0 15,0 1 1,0-1-16,0 0 16,40 0-1,0 0-15,0-40 16,1 0-16,-1 0 15,0 0-15,0 40 16,0-40 0,0 0-16,0 0 0,0 0 15,-40-40-15,41 40 16,-41-40 0,40 40-16,-40-40 15,40 40 1,-40-40-16,40 40 0,-40-40 15,40 40 1,-40-41-16,0 1 16,0 0-1,0 0 1,-40 40-16,40-40 16,0 0-1,-40 40-15,40-40 0,-40 40 31,40-40-31,-40 40 16,40-40-16,-41 40 16,1 0-1,0 0-15,0 40 16,0-40 0,40 40-16,-40-40 15,40 40-15,-40-40 16,40 40-16</inkml:trace>
  <inkml:trace contextRef="#ctx0" brushRef="#br0" timeOffset="74855.5926">8948 3448 0,'-40'0'15,"40"-40"1,-40 40 15,40 40 0,-40-40-31,40 41 16,-40-1 0,40 0-16,-40-40 0,40 40 15,-41 0-15,41 0 16,0 0 0,0 0-16,0 0 0,41-40 15,-41 41-15,40-41 16,-40 40-16,40-40 0,0 40 0,0-40 15,0 0-15,0 0 16,0 0-16,1 0 0,-1 0 16,0 0-16,-40-40 15,0 0 1,0-1-16,40 1 0,-40 0 0,0 0 16,0 0-16,0 0 15,0 0-15,0 0 0,0 0 16,-40 40-16,40-41 15,-40 1-15,0 40 0,40-40 16,-41 40-16,1 0 16,0 0-16,40 40 15,-40-40-15,0 40 0,0 1 0,40-1 16,0 0-16,0 0 16</inkml:trace>
  <inkml:trace contextRef="#ctx0" brushRef="#br0" timeOffset="75505.4819">8788 4932 0,'0'-40'32,"0"80"-17,-40-40 32,-1 0-16,41 40-15,-40 1-16,40-1 16,0 0-16,-40 0 0,40 0 0,0 0 15,0 0-15,0 0 0,0 0 16,0 1-16,0-1 0,0 0 0,0 0 0,0 0 16,0 40-16,0-40 15,0 0-15,0 0 0</inkml:trace>
  <inkml:trace contextRef="#ctx0" brushRef="#br0" timeOffset="76415.4599">8266 6697 0,'-40'0'16,"0"0"-16,40-40 16,0 0 15,80 0-16,40 0 1,-79 40-16,79 80 16,-120-40-16,40-40 0,-40 40 31,0 40-31,40 0 16,-80-39-16,40-1 0,-40 80 15,0-120-15,-40 80 31,120-80-15,40 0 0,-80-40-16,40 40 0,0-40 0,0 40 15,0 0-15,1 0 0,-1 0 0,0-40 0,0 40 16,0 0-16,0 0 16,-40-40-16,40 40 0,0 0 15,-80 0 16,0 0-15</inkml:trace>
  <inkml:trace contextRef="#ctx0" brushRef="#br0" timeOffset="78125.328">8507 8462 0,'0'40'171,"0"0"-171,0 0 16,0 0 0,0 0-16,40 0 0,-40 0 15,0 0-15,40-40 0,-40 41 0,0-1 0,0 0 16,0 0-16,0 0 16,0 0-16,0 0 0,-40 0 0</inkml:trace>
  <inkml:trace contextRef="#ctx0" brushRef="#br0" timeOffset="79385.2557">8186 11068 0,'-40'-40'0,"40"0"31,-40 40 1,80-40 15,0 40-47,0-40 15,0 0 1,0 40-16,0 0 0,0 0 0,1 0 15,-1 0 1,0 0-16,0 40 16,-40 0-16,0 0 0,0 0 15,0 0 1,0 1-16,-40-1 0,0 0 0,40 0 16,-40 0-16,-1 0 15,41 0-15,-40-40 0,0 40 0,0 0 16,0-40-1,120 0 17,-80-40-32,40 40 0,0 0 0,1 0 0,-1 0 15,0 0-15,0-40 0,40 40 0,-40 0 0,41 0 16,-41 0-16,40 0 16,-40 0-16,0 0 0,40 40 0,-39-40 0,-1 0 15,-40 40-15,40-40 0,0 0 16,-40 41-16</inkml:trace>
  <inkml:trace contextRef="#ctx0" brushRef="#br0" timeOffset="80185.2031">8788 12913 0,'0'40'0,"-40"-40"16,40 41 0,-41-41-16,1 0 47,40 40-47,0 0 0,-40-40 0,40 40 15,-40 0-15,40 0 16,-40-40-16,40 40 0,0 0 0,-40 0 0,40 0 15,0 1 1,0-1-16,0 0 0,40 0 0,-40 0 16,40 0-16,40 0 0,-80 0 15,40-40-15,-40 40 0,41-40 16,-1 41-16,0-41 0,0 0 16,0 0-16,-40-41 15,40 41-15,0-40 0,-40 0 0,40 0 0,-40 0 16,41 0-16,-1 0 0,0 0 15,-40 0-15,0-1 0,40 1 0,-40 0 16,0 0 0,0 0-16,0 0 0,0 0 15,-40 40-15,40-40 0,-40 40 16,0-40 0,-1 40-16,1 0 0,0 0 15,0 0-15,0 0 16,0 0-16,0 40 0,0-40 0,40 40 0,-41-40 15,1 40-15,0-40 0,0 40 16,0-40-16,0 40 0</inkml:trace>
  <inkml:trace contextRef="#ctx0" brushRef="#br0" timeOffset="82115.1646">11797 1483 0,'0'0'0,"-40"0"32,0 0 46,0 0-47,0 0-31,40 40 16,-40-40-16,-1 41 15,1-1 1,40 0-1,-40 0-15,40 0 16,0 0 0,40-40-16,-40 40 15,40-40-15,1 0 0,-41 40 0,40-40 16,0 0 0,0 0-16,-40 40 0,40-40 15,0 0 1,0 0-16,0 0 0,1 0 15,-41-40 1,40 40-16,-40-40 0,40 40 0,-40-40 16,0 0-16,40 40 0,-40-40 0,0 0 15,0 0 1,0 0 0,0-1-1,-40 41 1,0 0-1,0 0-15,40-40 0,-41 40 16,1 0-16,40-40 16,-40 40-16,0 0 15,40 40 1,-40 0 0,40 1-16</inkml:trace>
  <inkml:trace contextRef="#ctx0" brushRef="#br0" timeOffset="83085.0354">11757 3609 0,'-40'0'15,"40"40"-15,-40-40 16,0 0 46,0 0-62,-1 40 16,1 0 0,40 0-16,-40-40 15,40 40-15,0 1 0,0-1 16,0 0-16,-40-40 0,40 40 16,0 0-16,40-40 0,-40 40 15,40-40-15,0 0 16,-40 40-16,41-40 0,-1 0 0,0 0 15,0-40 1,0 40-16,-40-40 0,40 40 0,-40-40 16,40 40-16,-40-40 0,0 0 0,0 0 15,0-1 1,0 1-16,0 0 0,0 0 16,0 0-1,-40 40-15,40-40 0,0 0 16,-40 40-16,40-40 15,-40 40-15,0 0 0,0 0 16,0 0-16,-1 40 16,41 0-1,-40-40-15,40 40 0</inkml:trace>
  <inkml:trace contextRef="#ctx0" brushRef="#br0" timeOffset="83915.0061">11677 5253 0,'-40'0'16,"0"0"-1,-1 0 1,1 0 0,0 0-1,0 40 1,0 0 0,40 1-16,-40-41 0,40 80 0,-40-80 15,40 40-15,0 0 16,0 0-16,-40 0 0,40 0 15,0 0 1,0 0-16,40 1 0,-40-1 16,40-40-16,-40 40 0,40-40 0,0 0 15,-40 40-15,40-40 16,0 0-16,0 0 0,1 0 0,-1 0 16,0-40-1,0 0-15,0 0 0,0-1 16,-40 1-1,0 0-15,40 0 0,-40 0 0,0 0 16,0 0-16,0 0 0,0 0 16,0 0-16,-40 40 0,40-41 15,0 1-15,-40 40 0,40-40 16,-40 40-16,40-40 0,-40 0 16,0 40-1,0 0 1,40 40-16,-41-40 0,41 40 0,-40-40 15,40 40-15,-40-40 16,40 40-16</inkml:trace>
  <inkml:trace contextRef="#ctx0" brushRef="#br0" timeOffset="84574.9514">11195 6617 0,'0'0'0,"40"0"16,-40-40-1,-40 40 17,40 40-1,0 0-15,0 0-1,0 0-15,-40-40 0,40 40 0,0 0 16,0 0-16,0 1 15,0-1-15,-40 0 0,40 0 0,0 0 0,0 0 16,0 0-16,0 0 0,0 0 0,0 0 0,0 1 16,0-1-16,0 0 15</inkml:trace>
  <inkml:trace contextRef="#ctx0" brushRef="#br0" timeOffset="85284.9424">10633 8422 0,'0'-41'15,"0"1"-15,0 0 16,0 0-1,41 40-15,-41-40 0,40 40 16,0 0-16,0 0 16,0 0-16,0 0 0,0 0 15,1 0-15,-1 40 0,0-40 0,-40 40 16,40 0-16,-40 0 16,0 1-16,40-1 0,-40 0 0,0 0 15,0 0-15,0 0 0,-80 0 16,80 0-16,-40-40 0,40 40 0,-40 0 0,40 1 15,-41-1-15,41 0 16,41-80 15,39 40-31,-40 0 16,0 0-16,0-40 0,0 40 0,0 0 16,41-41-16,-41 41 15,0 0-15,0 0 0,0 0 0,0 0 16,0-40-16,1 40 15</inkml:trace>
  <inkml:trace contextRef="#ctx0" brushRef="#br0" timeOffset="86364.8548">11075 10106 0</inkml:trace>
  <inkml:trace contextRef="#ctx0" brushRef="#br0" timeOffset="87484.7749">10874 10788 0,'0'40'109,"0"0"-109,0 40 16,0-40-16,0 0 0,0 0 0,-40 1 16,40 39-16,0-40 0,0 0 0,0 0 0,0 0 15,0 0 1,0 0-16,0 1 0,0-1 0</inkml:trace>
  <inkml:trace contextRef="#ctx0" brushRef="#br0" timeOffset="88274.7284">10593 13154 0,'0'0'16,"0"-40"-1,0-40 1,121-41 15,79 81-15,-79 0-1,39 160 1,-120 1 15,-120 79-15,-40 1 0,-1-81 15,81-120-16,80 0 1,81-40 0,79-40 15,81 0-15,-120 39-1,-121 1-15</inkml:trace>
  <inkml:trace contextRef="#ctx0" brushRef="#br0" timeOffset="90264.6091">13322 1443 0,'0'40'16,"40"-40"93,0 0-109,0-40 16,0 0-16,1 40 15,-1 0-15,0 0 16,0 0-16,0 0 31,-40 40-31,0 0 32,0 0-32,0 1 0,0-1 0,0 0 0,0 0 15,0 0 1,0 0-16,0 0 0,0 0 0,0 0 15,-40 0 1,80-40 109,0 0-125,0 0 16,0-40-16,1 40 0,-1 0 15,0 0-15,0-40 0,0 40 0,0 0 0,0 0 16,0-40-16,1 40 16,-1 0-16,0 0 0,0 0 0,0 0 15,0 0-15,0 0 16,0-40-16,-80 40 78,40 40-78,-40 0 16,0 0-1,0-40-15,40 40 0,-40-40 16</inkml:trace>
  <inkml:trace contextRef="#ctx0" brushRef="#br0" timeOffset="91324.5471">14044 3489 0,'40'0'31,"-80"0"1,0 0 30,0 0-62,40 40 0,-40-40 16,0 40-16,0-40 15,-1 40-15,1-40 0,40 40 0,-40-40 16,40 40-16,-40-40 0,40 40 0,0 0 16,0 0-1,0 1-15,40-41 0,-40 40 16,40-40 0,-40 40-16,40-40 0,1 0 0,-41 40 15,40-40-15,0 0 16,0 0-16,0 0 0,-40-40 0,40 40 15,0-40-15,0 0 0,1-1 16,-1 1 0,-40 0-16,0 0 15,0 0-15,0 0 16,0 0-16,0 0 0,0 0 16,-40 40-1,40-41-15,-41 41 0,1-40 0,0 40 31,0 0-31,0 0 0,40 40 16,-40 1-16,0-1 0,40 0 16,-40-40-16,40 40 15</inkml:trace>
  <inkml:trace contextRef="#ctx0" brushRef="#br0" timeOffset="92734.5359">14044 5013 0,'-40'0'422,"0"0"-391,0 0-15,0 0-16,40 40 15,-40-40 1,40 40-16,-41-40 0,1 40 15,40 0-15,-40-40 0,40 40 0,-40 0 16,40 0 0,0 0-16,0 1 0,0-1 0,-40-40 0,40 40 15,0 0-15,0 0 16,0 0-16,0 0 0,0 0 0,0 0 16,40 0-16,-40 1 15,40-41-15,-40 40 0,40-40 0,-40 40 0,40-40 16,1 0-16,-1 0 15,0 0-15,0 0 0,0 0 0,0-40 16,0 40-16,-40-40 0,40 40 0,1-41 0,-1 41 16,-40-80-16,40 80 0,0-40 15,-40 0-15,40 0 0,-40 0 16,0 0 0,0 0-16,0 0 0,0-1 0,0 1 15,0 0-15,0 0 16,-40 0-16,40 0 0,-40 0 15,0 40-15,0 0 16,-1 0 0,1 0-16,0 0 15,0 0 1,40 40-16,-40-40 0,40 40 0,0 0 16</inkml:trace>
  <inkml:trace contextRef="#ctx0" brushRef="#br0" timeOffset="104163.8602">13924 6657 0,'0'0'0,"40"0"0,-80 0 32,0 0-17,0 0 1,-1 0-16,1 0 47,0 40-32,0-40-15,0 40 16,0-40-16,0 40 0,0-40 0,-1 40 16,1 0-1,0 1-15,40-1 0,0 0 16,-40 0-16,40 0 16,0 0-16,0 0 0,0 0 15,0 0 1,0 0-16,40 1 0,-40-1 15,40 0-15,0-40 0,1 40 0,-1-40 16,0 0 0,0 0-16,0 0 0,0 0 0,0 0 0,0 0 15,1 0-15,-1 0 16,-40-40-16,40 40 0,0-80 0,0 80 0,-40-41 16,40 41-16,-40-40 0,0 0 15,0 0-15,0 0 0,0 0 16,0 0-16,0 0 0,0 0 15,0 0 1,0-1-16,-40 41 0,40-40 0,0 0 0,0 0 16,0 0-16,-40 40 15,40-40-15,-40 40 0,40-40 0,-40 0 16,0 40 0,-1 0-16,1 0 0,0 40 15,0 0 1,0 0-16,0 0 0,40 0 15,0 0-15,0 0 0</inkml:trace>
  <inkml:trace contextRef="#ctx0" brushRef="#br0" timeOffset="105413.7144">13643 8181 0,'40'0'16,"-40"-40"-16,-40 40 78,40 40-31,0 0-47,0 0 16,0 0-16,40 0 15,-40 0 1,0 1-16,0-1 0,0 0 15,0 0-15,0 0 0,0 0 0</inkml:trace>
  <inkml:trace contextRef="#ctx0" brushRef="#br0" timeOffset="106373.658">13242 10467 0,'-40'0'47,"40"-40"-47,0 0 31,40 40-31,-40-40 16,40 40 0,0 0-16,-40-41 15,40 41-15,0 0 0,0 0 16,0 0-16,1 0 0,-1 0 15,0 0-15,0 41 0,-40-1 16,0 0 0,0 0-16,0 0 0,0 0 15,-40 0-15,40 0 0,-40 0 16,40 1-16,-40-1 0,40 40 0,-41-40 0,1 0 16,40 0-16,-40 0 15,0 0-15,40 0 0,-40 1 16,80-82 15,0 41-15,0-40-16,0 40 15,1 0-15,-1 0 0,0 0 0,0 0 16,0 0-16,0 0 0,0 0 16,0 0-16,1 0 0,-1 0 0,0 0 15,0 0-15</inkml:trace>
  <inkml:trace contextRef="#ctx0" brushRef="#br0" timeOffset="106963.6974">13683 12633 0,'40'0'0,"-40"40"63,0 0-63,0 0 0,0 0 15,0 0-15,0 40 0,0 1 0,0-41 0,0 0 16,0 40-16,0-40 0,40 0 16,-40 40-16,0-40 0,0 1 0,0-1 15,0 0-15</inkml:trace>
  <inkml:trace contextRef="#ctx0" brushRef="#br0" timeOffset="109113.4974">16452 1363 0,'40'0'0,"-120"0"31,40 0 1,40-40-1,0 0-16,40 40-15,-40-40 0,40 40 16,-80 0 15,0 0-15,80 0 31,-40 40-47,0 0 15,0 0 1,40 0-16,-40 0 0,0 0 16,0 0-16,40 1 15,-40-1-15,0 0 0,0 0 16,40 0 0,-40 0-16</inkml:trace>
  <inkml:trace contextRef="#ctx0" brushRef="#br0" timeOffset="110623.4824">16051 3489 0,'0'-41'94,"80"41"-94,-80-40 0,40 0 0,0 40 0,0 0 16,0-40-16,0 40 0,1-40 0,-1 40 15,0 0-15,0 0 16,-40 40-16,0 0 16,0 0-1,0 0-15,0 1 0,-40-1 0,40 0 0,-40 0 16,40 0-16,0 0 0,-40 0 16,40 0-16,-41 0 0,41 1 0,-40-1 15,40 0 1,-40-40-16,40 40 0,40-40 47,41 0-47,-41 0 0,0-40 0,0 40 15,40 0-15,-40-40 16,0 40-16,41 0 0,-41 0 0,0-40 0,0 40 16,40-41-16,-40 41 0,1 0 15,-1 0-15,0-40 0,0 40 16,-80 0 46,0 0-30,0 0-17</inkml:trace>
  <inkml:trace contextRef="#ctx0" brushRef="#br0" timeOffset="111523.3516">16492 5293 0,'40'0'0,"-40"-40"47,-40 40 31,0 0-62,0 0-16,0 0 16,-1 0-16,1 0 15,0 40-15,0-40 16,0 40-16,0 1 0,0-1 15,40 0-15,-40 0 16,40 0-16,0 0 0,0 0 0,0 0 16,0 0-1,40 0-15,-40 1 0,40-41 16,-40 40-16,40-40 0,0 0 16,0 40-16,0-40 0,0 0 0,1 0 15,-1 0 1,0-40-16,0 40 0,0-40 0,0 40 0,0-81 15,0 41-15,-40 0 0,0 0 0,41 0 16,-41 0-16,0 0 16,0 0-16,0 0 0,0-1 0,0 1 15,-41 40-15,41-40 16,-80 0-16,40 40 16,0 0-16,0 0 0,0 0 15,0 40-15,-1-40 0,1 40 0,0-40 0,0 81 16,40-41-16,-40-40 0</inkml:trace>
  <inkml:trace contextRef="#ctx0" brushRef="#br0" timeOffset="112783.351">16051 6857 0,'0'-40'0,"-41"40"109,1 0-93,0 40-1,0-40-15,40 41 0,-40-41 16,40 80-16,-40-80 0,40 40 0,-40-40 15,40 40-15,0 0 16,-40 0-16,40 0 0,0 0 0,0 0 16,0 1-16,0-1 0,0 0 15,0 0-15,0 0 0,40-40 0,-40 40 0,0 0 16,40 0-16,0 0 16,0-40-16,0 0 15,0 0-15,0 0 0,1-40 0,-1 0 16,0 0-16,0 0 0,0 0 15,0 0-15,-40 0 0,40-41 0,-40 41 0,40 0 16,-40 0-16,0 0 16,0 0-16,0 0 0,0 0 0,0 0 0,-40 0 15,0-1 1,0 41-16,0 0 0,0 0 16,0 0-16,40 41 15,-40-41-15,-1 40 0,1 0 0,40 0 0,-40 0 16,40 0-16,-40 0 0,40 0 0,-40 0 0</inkml:trace>
  <inkml:trace contextRef="#ctx0" brushRef="#br0" timeOffset="114123.1988">15770 8502 0,'0'40'16,"-40"-40"-1,40-40 17,-41 40-17,1 0 1,0 40-16,0 0 16,40 0-16,-40-40 0,40 40 0,-40 0 15,40 0-15,-40 0 0,40 1 16,0-1-1,0 0-15,0 0 0,0 0 0,40 0 16,0-40 0,0 40-16,0-40 0,0 0 15,0-40-15,1 0 16,-1 40-16,0-80 0,0 40 0,0 40 16,0-40-16,-40-1 0,40 41 15,-40-40-15,0 0 0,0 0 0,40 40 0,-40-40 16,0 0-16,0 0 0,-40 0 15,0 0 1,0 40-16,0-40 16,0 40-16,0 0 15,0 0-15,-1 0 0,1 0 16,0 40 0,0 0-16,0 0 0</inkml:trace>
  <inkml:trace contextRef="#ctx0" brushRef="#br0" timeOffset="115123.1406">15770 10306 0,'0'41'78,"-40"-41"-78,40 80 0,-41-40 16,41 0-16,0 40 0,0-40 15,0 0-15,-40 1 0,40-1 0,0 40 0,0-40 16,0 0-16,0 0 16,0 0-16,0 0 0,0 0 0,0 1 0</inkml:trace>
  <inkml:trace contextRef="#ctx0" brushRef="#br0" timeOffset="115793.1029">15368 12673 0,'-40'0'16,"80"0"-16,-40 0 31,41 0-31,-1 0 0,0-40 16,0 40-16,0-41 15,0 41-15,0-40 0,0 40 0,1-40 16,-1 40-16,0 0 0,0 0 0,0 0 15,0 40 1,-40 0-16,0 1 16,0-1-16,0 0 0,0 0 15,-40 40-15,40-40 0,-40 0 0,0 0 16,0 41-16,40-41 0,-40 0 16,-1 0-16,41 0 0,-40-40 0,40 40 0,0 0 15,40-40 16,1 0-31,-1 0 0,0 0 0,0 0 0,0-40 16,40 40-16,-40-40 16,1 40-16,-1-40 0,40 40 0,-40-40 0,0 40 15,0 0-15,0-40 0,1 40 16,-1 0-16,-40-40 0,40 40 0,-80 0 47,0 0-32,-1 0 1,1 0-16</inkml:trace>
  <inkml:trace contextRef="#ctx0" brushRef="#br0" timeOffset="119172.8976">18819 1122 0,'0'40'16,"0"-80"15,0 0 125,0 0-125,40 40 1,1 0 171,-1 0-188,-40-40 48,40 40-32,-40-40-15,40 40-16,0 0 15,0 0 1,0 0 0,0 0-1,1 0-15,-1 0 16,-40 40-16,40-40 16,0 40-16,-40 0 15,0 0-15,40 0 0,-40 1 16,0-1-16,0 0 15,0 0-15,-40-40 0,40 40 0,-40 0 16,40 0-16,-40-40 16,40 40-16,-40 0 0,-1 1 0,1-1 15,40 0 1,-40-40-16,40 40 0,-40-40 16,0 0-1,40 40 1,40-40 31,0 0-32,0 0-15,0 0 0,1 0 16,-1 0-16,0 0 0,40-40 16,-40 40-16,0 0 0,41 0 0,-41 0 0,0 0 15,0 0-15,0 0 0,0 0 0,0 0 0,0 0 16,1 0-16,-1 0 15,-40 40-15,40-40 0,0 0 0,-40 40 16,40-40-16</inkml:trace>
  <inkml:trace contextRef="#ctx0" brushRef="#br0" timeOffset="120082.9229">19341 2887 0,'-80'0'79,"80"40"-48,0 40-31,0-40 15,0 1-15,0 39 0,0-40 16,0 40-16,0-40 0,0 40 0,0-40 0,0 41 16,-40-41-16,40 40 15,0-40-15,0 0 0,0 0 0,0 0 0</inkml:trace>
  <inkml:trace contextRef="#ctx0" brushRef="#br0" timeOffset="121152.7924">18699 5414 0,'-40'0'0,"40"-40"47,0-1-16,0 1-15,40 40-16,0-40 15,0 40-15,-40-40 0,40 40 16,0 0-16,1 0 16,-1 0-16,0 40 15,-40 0-15,0 0 0,0 1 16,0-1-16,0 0 0,0 0 15,0 0-15,0 0 0,0 0 0,-40-40 0,40 40 16,-40 0-16,-1 0 16,41 1-16,-40-1 0,0-40 0,40 40 0,-40-40 15,40 40-15,-40-40 0,40 40 16,-40-40-16,120-40 31,-40 0-31,0 40 0,0-40 16,1 40-16,-1 0 0,0 0 0,0-40 0,40 40 15,-40 0-15,0 0 0,1 0 16,-1 0-16,0-41 0,0 41 0,0 0 0,0 0 16,0 0-1,0 0-15,1 0 16,-82 0 15,1 0-31,0 0 16,0 0-1</inkml:trace>
  <inkml:trace contextRef="#ctx0" brushRef="#br0" timeOffset="121992.7314">18739 6938 0,'0'0'0,"-40"0"31,40-40-31,-40-1 16,40 1-16,-40 40 16,0 0-1,-1 40-15,1 41 16,0-41-16,40 0 0,-40 0 0,40 40 0,-40-40 15,0 0-15,40 0 16,0 1-16,0-1 0,0 0 0,0 0 0,0 0 16,0 0-16,40 0 15,-40 0-15,40 0 0,0 1 0,0-41 16,-40 40-16,40-40 16,1 0-16,-1 0 0,0 0 0,0 0 0,0-40 15,0 40-15,0-81 0,0 81 0,-40-40 0,41 0 16,-41 0-16,0 0 0,40 0 15,-40 0-15,0-41 0,0 41 0,0 0 16,-40 0-16,40 0 16,-41 0-16,1 40 0,40-40 0,-40 40 15,0 0-15,0 0 0,0 0 16,0 0-16,40 40 0,-40-40 0,-1 40 16,41 0-1,-40-40-15</inkml:trace>
  <inkml:trace contextRef="#ctx0" brushRef="#br0" timeOffset="122932.6777">18538 8662 0,'0'0'0,"0"-40"47,0 0-32,-40 40 16,0 0-15,0 0 0,0 40-16,0 0 0,40 0 15,-40 0 1,0 0-16,40 1 0,0-1 0,-41 0 16,41 0-16,0 40 0,0-40 0,0 0 0,0 0 15,41 1-15,-41-1 0,80-40 16,-80 40-16,40-40 0,0 40 0,0-40 15,0 0-15,0 0 16,1 0-16,-41-40 0,40 40 0,0-40 0,0 0 16,-40-1-16,40 1 0,-40 0 15,0 0-15,40 0 0,-40-40 0,0 40 0,0 0 16,0-1-16,0 1 16,0 0-16,-40 0 0,0 0 15,0 40-15,0-40 0,0 40 16,-1 0-16,1 0 15,0 40-15,0 0 0,40 0 16,-40 0-16</inkml:trace>
  <inkml:trace contextRef="#ctx0" brushRef="#br0" timeOffset="124642.6483">18418 10627 0,'40'0'31,"-40"40"-31,-40-40 47,0 0-31,0 0-1,0 0 16,0 41-31,-1-41 16,41 40-16,-40 0 16,40 0-16,0 0 0,-40-40 0,40 40 0,0 0 15,0 0-15,40 0 16,0-40-16,-40 40 16,41-40-16,-1 0 0,0 0 0,0 0 15,0 0-15,0 0 16,0-40-16,0 0 0,1 0 0,-41 0 15,40 40-15,-40-40 0,40 0 16,-40 0-16,0 0 0,0 0 0,0-1 16,0 1-1,-40 40-15,40-40 0,-40 40 0,-1-40 16,1 40-16,0 0 16,0 0-16,0 0 15,40 40-15,-40-40 0,40 40 0,0 0 16</inkml:trace>
  <inkml:trace contextRef="#ctx0" brushRef="#br0" timeOffset="125312.5363">18498 12432 0,'0'-40'15,"0"80"-15,-80-80 32,80 80 77,0 0-93,0 0-16,0 0 0,0 0 0,0 1 15,0-1-15,0 0 0,0 0 16,0 0-16,0 0 0,0 40 0,0-40 0,0 1 15,0 39-15,0-40 16,0 0-16,0 0 0,0 0 0,0 0 16</inkml:trace>
  <inkml:trace contextRef="#ctx0" brushRef="#br0" timeOffset="148401.2445">20384 681 0,'-40'0'31,"80"0"31</inkml:trace>
  <inkml:trace contextRef="#ctx0" brushRef="#br0" timeOffset="151221.003">20384 721 0,'0'40'0,"-40"-40"0,0 0 32,0 0-32,0 0 46,80 0 79,0 0-125,0 0 16,0 0-16,0 0 16,0 0-16,1 0 0,-1 0 0,0 0 0,0 0 15,0 0-15,0 0 0,0 0 0,0 0 16,1 0 0,-1 0-1,-40-40 1,0 80 31,0 1-32,0-1-15,-40 0 16,40 0-16,-41 0 16,41 0-16,0 0 15,0 0-15,-40 0 0,40 0 0,-40-40 16,40 41-16,0-1 15,0 0-15,0 0 0,0 0 0,0 0 0,0 0 16,0 0 0,0 0-16,0 1 0,0-1 0,0 0 0,0 0 15,0 0-15,0 40 0,-80-40 0,80 0 0,0 0 16,0 1-16,-40-1 0,40 0 16,0 0-16,0 0 0,-40 0 0,40 0 0,-40-40 15,40 40-15,0 0 16,-41 1-16,41-1 0,0 0 15,0 0-15,0 0 16,0 0-16,0 0 0,0 0 16,0 0-16,0 0 15,0 1-15,0-1 0,0 0 0,0 0 16,-40 0-16,40 0 0,-40 0 0,40 0 16,-40 0-16,40 1 15,0-1-15,0 0 0,0 0 0,-40 0 0,40 0 16,0 0-16,0 0 15,0 0-15,0 0 0,0 1 0,0-1 16,0 0-16,40 0 16,-40 0-16,0 0 0,40 0 0,-40 0 15,0 0-15,0 1 0,0-1 0,0 0 16,0 0 0,0 0-16,0 0 15,0 0-15,0 0 16,0 0-16,40 0 15,0 1 1,-40-1-16,41-40 0,-41 40 0,40 0 0,-40 0 16,40 0-16,-40 0 15,0 0-15,40 0 0,-40 1 0,0-1 0,0 0 16,0 0-16,0 0 0,0 0 0,0 0 16,0 0-16,0 0 15,0 0-15,0 1 0,0-1 0,0 0 16,0 40-16,40-40 15,-40 40-15,0-40 0,0 41 0,0-41 16,0 0-16,0 0 16,0 0-16,0 0 0,0 0 0,0 0 0,-40 0 15,40 1-15,0-1 0,-40 0 0,40 0 0,0 0 16,-40 0-16,40 0 0,0 0 16,0 0-16,0 1 0,0-1 0,0 0 15,-40 0-15,40 0 0,0 0 16,0 0-16,0 0 0,0 0 0,0 0 15,0 1-15,40-41 0,-40 40 16,0 0-16,40 0 0,-40 0 0,40 0 0,-40 0 16,0 0-1,40 0-15,-40 1 0,0-1 0,0 0 0,0 0 16,0 0-16,0 0 0,0 0 0,0 0 0,0 0 16,0 0-1,0 1-15,0-1 0,0 0 0,0 0 16,-40 0-16,40 0 15,0 0-15,0 0 0,-40-40 0,40 40 16,0 1-16,-40-1 16,0 0-16,40 0 0,0 0 15,-41-40-15,41 40 0,0 0 0,0 0 16,-40 0-16,40 0 16,0 1-16,0-1 15,0 0 1,0 0-16,0 0 15,0 0 1,0 0-16,0 0 0,0 0 0,0 1 16,0-1-1,-40 0-15,40 0 0,0 0 16,0 0-16,0 0 0,0 0 0,0 0 31,0 0-31,0 1 16,0-1-1,0 0-15,0 0 0,0 0 16,0 0-16,0 0 0,0 0 16,0 0-16,0 1 0,0-1 0,0 0 0,0 0 15,0 0-15,0 0 0,0 0 16,0 0 0,0 0-16,0 0 15,40-40-15,-40 41 16,0-1-16,0 0 15,40-40-15,-40 40 16,0 0-16,0 0 0,41 0 0,-41 0 16,0 0-1,0 1-15,0-1 0,0 0 16,0 0-16,0 0 0,0 0 16,0 0-1,0 0-15,40 0 16,-40 0-1,0 1 1,0-1 0,0 0-16,0 0 0,0 0 15,0 0-15,0 0 0,-40-40 0,40 40 16,0 0-16,0 1 16,0-1-16,-41-40 0,41 40 15,0 0-15,0 0 16,0 0-16,0 0 15,0 0 1,41-40-16,-41 40 0,40-40 16,-40 40-16,0 1 15,40-1 1,-40 0-16,0 0 0,0 0 16,0 0-1,0 0-15,0 0 0,0 0 16,0 1-1,0-1-15,0 0 0,0 0 16,0 0 0,0 0-16,-40 0 15,40 0-15,0 0 0,0 0 16,-40 1 0,40-1-16,0 0 15,0 0-15,-41 0 16,41 0-16,0 0 15,0 0 1,0 0 0,0 1-1,0-1-15,-40 0 0,40 0 16,0 0-16,-40 0 0,40 0 0,0 0 16,0 0-1,-40-40-15,40 40 0,0 1 0,0-1 16,0 0-1,40-40 1,-40 40-16,0 0 16,0 0-16,0 0 15,0 0-15,0 0 0,0 1 0,0-1 0,0 0 16,0 0-16,-40 0 16,40 0-16,0 0 15,0 0 1,40-40-1,-40 40-15,0 0 16,0 1-16,0-1 16,0 0-1,0 0-15,0 0 16,0 0 46,-40-40-46,40 40 0,0 0-16,-40-40 31,40 40-15,0 1 30,0-1-30,0 0 0,0-80 46,-40 40-46,-40 0-16,39 0 15,1 40-15,0-40 0,0 40 0,0-40 16,0 40-16,0-40 0,0 40 16,-1-40-16,-39 40 0,40-40 0,0 40 15,-40-40-15,-1 0 0,1 40 0,0-40 0,0 0 16,-1 0-16</inkml:trace>
  <inkml:trace contextRef="#ctx0" brushRef="#br0" timeOffset="154480.8109">21989 561 0,'0'0'0,"40"0"0,1 0 16,-41-40-1,40 40-15,-80 0 47,-1 0-47,1 0 16,0 0-16,0 0 15,0 0-15,0 0 16,0 0 0,-1 0-16,1 0 15,0 0-15,0 0 0,0 0 16,0 0 0,40 40 15,0 0-16,0 0 1,-40-40 15,40 40-31,0 0 16,0 0-16,0 1 16,0-1-1,40-40-15,-40 40 0,40 0 16,-40 0-1,0 0-15,0 0 0,0 0 16,0 0-16,0 0 16,0 1-16,0-1 0,0 0 0,-40 0 0,40 0 15,0 0-15,0 0 0,0 0 0,0 0 16,0 1-16,0-1 16,0 0-16,0 0 0,-40 0 0,40 0 15,0 0-15,0 0 16,0 0-16,0 0 0,0 1 15,0-1-15,0 0 16,-40-40-16,40 40 0,0 0 0,0 0 0,0 0 16,0 0-16,0 0 15,0 1-15,0-1 0,0 0 16,0 0-16,0 0 0,0 0 0,0 0 16,0 0-16,0 0 15,0 0-15,0 1 0,40-1 0,-40 0 16,0 0-16,40 0 15,-40 0-15,0 0 0,0 0 16,0 0-16,0 1 16,0-1-16,0 0 0,0 0 0,0 0 15,0 0-15,0 0 0,0 0 0,0 0 16,0 0-16,40 1 16,-40-1-16,0 0 0,40 0 15,-40 0-15,0 0 16,0 0-16,0 0 0,40 0 15,-40 1-15,0-1 16,40 0-16,-40 0 0,0 0 16,0 0-1,0 0-15,0 0 0,0 0 0,0 0 16,0 1-16,0-1 0,0 0 16,0 0-16,0 0 15,40 0-15,-40 0 0,41 0 0,-41 0 16,0 1-1,0-1-15,40 0 0,-40 0 16,0 0-16,0 0 16,40 0-16,-40 0 0,0 0 0,0 0 15,0 1-15,0-1 0,0 0 0,40 0 0,-40 0 16,0 0-16,0 40 16,0-40-16,0 1 0,0-1 0,0 0 0,0 40 15,0-40-15,0 0 0,0 0 16,0 0-16,-40 0 0,40 1 0,0-1 0,0 0 15,-40-40-15,40 40 16,0 0-16,0 0 0,0 0 0,0 0 16,0 0-16,0 1 15,0-1-15,0 0 0,0 0 0,0 0 16,0 0-16,0 0 0,0 0 0,0 0 16,0 0-16,0 1 15,0-1-15,0 0 0,-40 0 0,40 0 16,-41 0-16,41 0 0,0 0 15,0 0-15,-40 1 0,40-1 0,0 0 16,-40 0-16,40 0 16,0 0-16,0 0 0,0 0 0,-40 0 0,40 0 15,0 1-15,0-1 0,0 0 0,0 0 0,0 0 16,-40 0-16,40 0 16,0 0-16,0 0 0,0 1 0,0-1 0,0 0 15,0 0 1,0 0-16,0 0 0,0 0 0,0 0 15,0 0-15,-40-40 16,40 40-16,0 1 0,0-1 0,0 0 16,0 0-1,0 0-15,0 0 0,0 0 16,0 0-16,0 0 0,0 1 16,0-1-16,0 0 0,0 0 15,0 0-15,-40-40 0,40 40 0,0 0 0,-40 0 16,40 0-16,-41 0 15,41 1-15,0-1 0,0 0 0,-40 0 16,40 0-16,0 0 0,0 40 16,0-40-16,0 1 0,0-1 0,0 0 0,0 0 15,0 0-15,0 0 0,0 0 0,0 0 0,0 0 16,0 0 0,0 1-16,0-1 0,0 0 0,0 0 15,0 0-15,0 0 16,0 0-16,0 0 0,0 0 15,-40 1 1,40-1-16,-40 0 0,40 0 16,0 0-16,0 0 15,-40 0-15,40 0 0,0 0 0,-40 0 16,40 1-16,0-1 0,0 0 16,0 0-1,0 0-15,0 0 0,0 0 16,0 0-16,0 0 15,40 1-15,-40-1 0,0 0 16,0 0 0,0 0-16,0 0 0,0 0 0,0 0 15,0 0-15,0 0 0,0 1 16,0-1-16,0 0 16,0 0-16,0 0 0,0 0 15,-40 0-15,40 0 16,0 0-16,0 1 0,-40-1 0,40 0 15,0 0-15,0 0 16,0 0-16,0 0 0,0 0 16,0 0-16,-40-40 15,40 40-15,0 1 0,0-1 16,0 0-16,0 0 0,0 0 16,0 0-16,0 0 15,0 0-15,0 0 0,0 1 16,0-1-1,0 0-15,0 0 0,0 0 16,0 0-16,0 0 16,0 0-16,0 0 0,0 0 15,0 1-15,0-1 0,0 0 16,0 0 0,0 0-16,0 0 0,0 0 15,0 0-15,40 0 16,-40 1-16,0-1 0,40-40 0,-40 40 0,0 0 15,0 0-15,0 0 16,0 0-16,0 0 0,0 0 0,0 0 16,0 1-16,0-1 0,-40 0 0,40 0 0,0 0 15,0 0-15,0 0 16,0 0-16,0 0 16,0 1-1,0-1 16,40-40-31,-40 40 0,0 0 0,0 0 16,0 0 0,0 0-16,0 0 31,0 0-15,0 0-16,-40-40 15,40 41 1,-40-41-16,40 40 15,40-40 17,0 0-1,0 0-15,0 0-1,0 0 1,0 0-1,0 0-15,1 0 16,-1-40-16,0 40 16,0 0-16,-40-41 0,40 41 15,0 0-15,0-40 16,-40 0 0,0 0-16</inkml:trace>
  <inkml:trace contextRef="#ctx0" brushRef="#br0" timeOffset="160100.4951">23193 1002 0,'0'0'0,"0"40"16,40-40-1,-40 40 110,0 0-93,0 0-17,0 1 1,0-1-16,0 0 0,0 0 0,0 0 15,0 0 1,0 0-16,0 0 0,0 0 0,0 1 0,0-1 16,0 40-16,40-40 0,-40 0 0,0 0 0,40 40 15,-40-40-15,0 1 0,0-1 16,41 0-16,-41 0 0,0 0 0</inkml:trace>
  <inkml:trace contextRef="#ctx0" brushRef="#br0" timeOffset="160930.5038">23193 2847 0,'40'0'16,"-80"0"15,0 0 0,0 0-31,0 0 16,0 0-1,40 40-15,-41-40 0,41 40 0,0 0 16,-40 0-16,40 0 16,0 41-16,0-41 0,-40 0 0,40 40 0,0-40 15,0 0-15,0 0 0,0 0 0,0 1 0,0-1 16,0 0-16,40 0 16,-40 0-16,40-40 0,1 0 15,-1 0 1,0 0-16,0-40 0,0 0 15,0 0 1,-40 0-16,40-1 0,-40 1 0,0 0 0,0 0 16,0 0-16,0 0 0,40 0 0,-40 0 0,0 0 15,0 0-15,0-1 16,-80 1-16,40 0 0,0 40 16,0 0-16,0-40 15,0 40-15,-1 0 0,1 0 0,0 40 0,0-40 16,40 40-16,-40-40 15,0 40-15,40 1 0,-40-1 0,0 0 16,40 0-16,0 0 0,0 0 16</inkml:trace>
  <inkml:trace contextRef="#ctx0" brushRef="#br0" timeOffset="161880.4007">22832 5293 0,'40'-40'16,"-40"0"0,0 0-1,0 0-15,40 40 16,-40-40-16,0 0 15,0 0 1,0-1 0,0 1 31,0 0-16,0 80 0,0 0-31,0 1 16,0-1-16,0 0 0,0 40 0,0-40 0,0 0 15,0 40-15,0-39 16,0-1-16,0 40 0,-40-40 0,40 0 0,0 0 16,0 0-16,0 0 0,0 0 15,0 1-15,0-1 0,0 0 0</inkml:trace>
  <inkml:trace contextRef="#ctx0" brushRef="#br0" timeOffset="162740.3983">22832 6617 0,'40'0'0,"-40"-40"47,-40 40-31,0 0-1,40 40-15,-40-40 0,40 40 0,-40-40 16,40 40-16,-41-40 16,41 40-16,-40 0 0,40 0 15,-40-40-15,40 40 0,0 1 16,0-1-16,0 0 0,0 0 0,0 0 15,0 0-15,0 0 16,0 0-16,0 0 0,40-40 16,-40 40-16,40-40 0,1 0 0,-1 0 15,0 0-15,0 0 0,0 0 16,-40-40-16,40 40 0,-40-40 0,40 40 0,0-40 16,-40 0-16,41 0 15,-41 0-15,40 0 0,-40 0 0,0 0 16,40 40-16,-40-41 0,0 1 15,0 0-15,0 0 0,0 0 16,-80 40-16,80-40 16,-41 40-16,1-40 15,0 40-15,0 0 16,0 40 0</inkml:trace>
  <inkml:trace contextRef="#ctx0" brushRef="#br0" timeOffset="164030.3223">22631 8301 0,'-40'0'109,"0"0"-109,-40 0 16,40 0-16,0 0 16,-1 0-16,41 40 0,-40-40 0,0 0 15,40 40-15,-40-40 16,40 41-16,0-1 15,0 0 1,0 0-16,0 0 0,40-40 16,-40 40-16,40-40 0,0 40 15,1-40-15,-1 0 16,0 0-16,0 0 0,0 0 16,0-40-16,0 0 15,0 0-15,1 0 0,-41 0 16,40 0-1,-40-1-15,0 1 16,0 0 0,-40 40-16,-1-40 15,1 40-15,0 0 0,0 0 16,0 0 0,0 0-16,0 0 0,0 0 0,-1 0 15,1 0-15,0 40 16,0 0-16,40 0 0,0 1 15,-40-41-15</inkml:trace>
  <inkml:trace contextRef="#ctx0" brushRef="#br0" timeOffset="164900.2168">22310 10066 0,'-40'0'0,"80"0"47,-80 0 15,0 40-62,0-40 0,0 0 16,0 40-16,0-40 15,40 40-15,-41-40 0,41 40 0,-40-40 0,40 40 16,-40-40-16,40 40 16,-40-40-16,40 41 0,0-1 15,0 0-15,0 0 0,0 0 16,40-40-16,0 40 16,0-40-16,1 0 0,-1 0 0,0 0 0,0 0 15,0 0-15,0 0 16,0 0-16,0 0 0,1-40 0,-1 40 15,-40-40-15,40 0 16,-40 0-16,0 0 0,0-1 0,0 1 16,-80 0-16,39 0 0,41 0 15,-40 40-15,0 0 16,40-40-16,-40 40 0,0 0 0,0 0 0,0 0 16,0 0-16,-1 0 15,41 40-15,-40-40 0,40 40 0,-40 0 16,40 0-1,0 0-15</inkml:trace>
  <inkml:trace contextRef="#ctx0" brushRef="#br0" timeOffset="165700.2219">22070 12592 0,'0'-40'15,"0"0"16,-41 40-31,1 0 47,0 40-31,0 0 0,-40 1-16,80-1 0,-40 0 15,40 0-15,0 0 16,0 0-16,0 0 0,0 0 0,0 0 15,40 1 1,0-1-16,0-40 16,0 0-16,0 0 0,0 0 0,1 0 0,-1 0 15,-40-40-15,40 40 0,0-41 16,0 41-16,-40-40 0,40 0 0,-40 0 16,0 0-16,0 0 15,0 0-15,-40 40 0,40-40 16,-40 40-16,40-40 0,-40 40 15,0-41-15,0 41 0,-1 0 0,1 0 16,0 0-16,0 0 16,0 0-1</inkml:trace>
  <inkml:trace contextRef="#ctx0" brushRef="#br0" timeOffset="168918.2413">23514 721 0,'40'0'0,"0"0"16,0 0-1,1 0-15,-1 0 0,0-40 0,0 40 16,40 0-16,-40 0 15,0-40-15,1 40 0,-1 0 0,0 0 16,0 0-16,0 0 31,-40 40-31,40-40 16,-40 40 0,40-40-16,-40 40 15,40-40-15,-40 41 47,-40-41-31,40 40-16,0 0 0,0 0 15,0 0-15,-40 0 16,40 0-16,0 0 0,0 0 0,0 0 16,0 1-16,0-1 0,0 0 15,0 0-15,0 0 0,0 0 0,0 0 0,0 40 16,-40-39-16,40-1 15,0 0-15,0 0 0,-40 0 0,40 0 0,0 0 16,0 0-16,-40 0 0,40 0 0,0 1 16,0-1-16,0 0 0,0 0 15,0 0-15,0 0 0,0 0 0,0 0 0,0 0 16,0 1-16,0-1 16,-40 40-16,40-40 0,0 0 0,0 0 0,-40 0 15,40 40-15,-41-39 0,41-1 16,0 0-16,-40-40 0,40 80 0,-40-40 15,40 0-15,0 0 16,-40 0-16,40 1 0,0-1 0,-40 0 0,40 0 16,0 0-16,-40 0 0,40 40 0,0-40 0,-40 41 15,40-41-15,0 40 16,0-40-16,0 0 0,0 0 0,0 0 16,0 0-1,0 1-15,0-1 0,0 0 0,0 0 16,0 0-16,0 0 15,0 0-15,0 0 0,0 0 0,0 0 16,0 1-16,0-1 0,0 0 16,0 0-1,0 0-15,0 0 0,0 0 16,0 0 0,0 0-16,0 1 15,0-1 1,0 0-16,0 0 15,0 0 1,0 0-16,0 0 16,0 0-16,0 0 15,0 0-15,0 1 16,0-1-16,0 0 0,0 0 0,0 0 16,0 0-16,0 0 15,0 0-15,0 0 0,0 1 0,0-1 16,0 0-1,40 0-15,-40 0 0,0 0 16,0 0-16,0 0 0,-40 0 16,40 0-1,0 1-15,-40-1 0,40 0 16,0 0 0,0 0-16,0 0 0,0 0 15,0 0-15,0 0 16,40 1-16,-40-1 15,0 0 1,40-40-16,-40 40 0,0 0 16,0 0-16,40 0 0,-40 0 15,0 0-15,0 0 0,40 1 16,-40-1-16,0 0 0,0 0 0,0 0 16,0 0-1,0 0-15,0 0 0,0 0 0,40 1 16,-40-1-16,0 0 15,0 0-15,0 0 0,0 0 0,0 0 16,40 0-16,-40 0 0,0 0 0,0 1 16,0-1-16,0 0 15,0 0-15,0 0 0,0 0 0,0 0 0,-40 0 16,40 0-16,0 1 0,-40-1 16,40 0-16,-40 0 0,40 0 0,0 0 0,0 0 15,0 0-15,-40 0 0,40 0 16,0 1-16,0-1 0,0 0 0,0 0 15,0 0-15,0 0 16,0 0-16,0 0 16,0 0-16,0 1 15,0-1 1,0 0-16,0 0 0,0 0 16,0 0-1,0 0-15,0 0 0,0 0 0,0 0 0,-40-40 16,40 41-16,0-1 0,0 0 0,0 0 0,-40 0 15,40 0-15,0 0 0,0 0 16,0 0-16,0 1 0,0-1 16,0 0-16,0 0 15,0 0-15,0 0 0,0 0 0,0 0 16,0 0-16,0 0 16,-41-40-16,41 41 0,0-1 0,0 0 0,0 0 15,-40 0-15,40 0 0,0 0 16,0 0-16,0 0 15,0 1-15,0-1 0,0 0 16,0 0-16,0 0 16,0 0-16,0 0 0,40 0 0,-40 0 15,0 0 1,41-40-16,-41 41 0,0-1 0,0 0 16,0 0-16,40 0 0,-40 0 15,0 0-15,0 0 0,0 0 0,0 1 16,0-1-16,0 0 0,0 0 0,0 0 15,-40-40-15,40 40 16,0 0-16,0 0 0,0 0 0,0 0 0,0 1 16,0-1-16,40 40 0,-40-40 15,40 0-15,-40 0 0,40 0 0,-40 0 0,40 1 16,-40 39-16,40-40 16,-40 0-16,0 0 0,0 0 0,40 0 0,-40 0 15,0 0-15,0 1 0,0-1 0,0 0 16,0 0-16,0 0 15,-40-40-15,40 40 0,0 0 0,0 0 16,0 0 0,40 1-16,-40-1 0,0 0 15,40-40-15,-40 40 0,0 0 16,0 0-16,0 0 0,0 0 16,41 0-16,-41 0 15,0 1-15,0-1 16,0 0-16,40-40 15,-40 40-15,0 0 16,0 0-16,0 0 0,0 0 16,0 0-1,0 1-15,0-1 0,0 0 16,0 0-16,40-40 16,-40 40-16,0 0 0,0 0 0,0 0 15,0 0-15,0 0 0,40-40 0,-40 41 0,0-1 16,0 0-1,40-40-15,-40 40 0,0 0 0,40 0 16,-40 0 0,0 0-1,40 0 1,-40 1 0,0-1-1,0 0 1,40-40-16,-80 0 125,0 0-110,0 0-15,0 0 0,0 0 32,0 0-32,0 0 15,-1 0-15,1 0 16,0 0-16,-40 0 0,40 0 0,0 0 0,-41 40 16,41-40-16,-40 0 15,40 0-15,-40 40 0,40-40 0,-1 0 0,1 40 16,-40-40-16,40 0 0,0 0 0,0 0 0,0 0 15,-41 0-15,41 0 0,0-40 16,0 0-16</inkml:trace>
  <inkml:trace contextRef="#ctx0" brushRef="#br0" timeOffset="169988.5348">24477 6577 0,'0'40'16,"0"-80"31,-40 40-31,0 0-1,120 0 16,-40 0-15,0 0-16,0 0 0,1-40 0,39 40 0,-40 0 16,0-41-16,0 41 15,0 0-15,0-40 0,1 40 0,-1-40 0,0 40 16,0 0-16,0 0 16</inkml:trace>
  <inkml:trace contextRef="#ctx0" brushRef="#br0" timeOffset="170168.9657">24517 6978 0,'0'40'16,"0"-80"-16,40 40 31,41-40-31,-41 40 0,0-40 0,201-41 31,-201 81-31,0 0 0</inkml:trace>
  <inkml:trace contextRef="#ctx0" brushRef="#br0" timeOffset="173876.1208">26363 882 0,'0'-40'0,"-40"40"141,40 40-141,-40-40 0,0 0 15,0 0-15,-1 0 0,1 0 0,0 0 16,0 0 0,0 40-16,0-40 15,0 0-15,0 0 16,-1 0 15,1 0 0,40 40-15,0 0-16,0 0 31,0 0-31,40-40 16,-40 40-16,0 0 15,41 1-15,-41-1 0,0 0 0,0 0 16,40 0-16,-40 0 16,0 0-16,0 0 0,0 0 0,40 1 0,-40-1 15,0 0-15,0 0 0,0 40 0,0-40 0,0 0 16,0 0-16,0 0 0,0 41 16,0-41-16,0 0 0,0 0 0,0 0 0,0 0 15,0 0 1,0 0-16,0 1 0,0-1 0,0 0 15,0 0-15,40 0 16,-40 0-16,0 0 0,0 0 16,0 0-1,0 0-15,0 1 0,0-1 0,-40 0 16,40 0-16,0 0 0,0 0 0,-40 0 0,40 0 16,0 0-16,0 1 0,0-1 15,0 40-15,0-40 0,0 0 0,0 0 0,0 40 16,0-40-16,0 1 15,0-1-15,40 0 0,-40 40 0,0-40 0,40 0 16,-40 0-16,0 0 0,0 1 16,0-1-16,0 0 0,40 0 0,-40 0 0,0 0 15,0 0-15,0 0 0,0 0 16,0 0-16,0 1 16,-40-41-16,40 40 0,0 0 0,0 0 0,-40 0 15,40 0-15,0 0 16,0 0-16,0 0 0,0 1 0,0-1 15,0 0-15,0 0 16,0 0-16,0 0 0,0 0 0,0 40 0,0-40 16,0 1-16,-40-1 0,40 40 15,0-40-15,0 40 0,-40-40 0,40 0 0,0 41 16,0-41-16,0 0 0,0 0 0,-41 40 0,41-40 16,0 0-16,0 0 15,0 1-15,0 39 0,0-40 0,0 0 0,0 0 16,0 0-16,0 0 0,0 0 15,41 41-15,-41-41 0,0 0 0,0 0 0,0 0 16,40 40-16,-40-40 16,0 0-16,0 1 0,0-1 0,0 40 0,0-40 15,0 0-15,0 0 0,0 0 0,-40 0 0,40 1 16,0-1-16,0 0 0,-41 0 16,41 0-16,0 0 0,0 0 0,0 0 15,0 0-15,0 0 16,0 1-16,0-1 0,0 0 0,0 0 15,0 0-15,0 0 16,0 0-16,0 0 0,0 0 16,0 1-1,0-1-15,0 0 0,0 0 16,0 0-16,-40-40 0,40 40 0,0 0 0,-40 0 16,0 0-16,40 0 15,0 1-15,-40-1 0,40 0 0,0 0 16,-40 0-1,40 0-15,0 0 0,0 0 0,-40 0 16,40 1-16,0-1 16,0 0-16,0 0 0,0 0 0,-40-40 15,40 40-15,0 0 0,0 0 0,0 0 16,0 0 0,0 1-16,0-1 0,0 0 15,0 0-15,-41 0 16,41 0-16,0 0 0,0 0 0,0 0 15,0 1-15,-40-1 16,40 0-16,0 0 0,0 0 0,0 0 16,0 0-16,0 0 15,0 0-15,-40-40 0,40 40 0,0 1 0,0-1 16,0 0-16,0 0 16,0 0-1,0 0-15,0 0 0,0 0 0,0 0 16,0 1-16,-40-1 15,40 0-15,0 0 0,0 0 16,-40 0 0,40 0-16,0 0 0,0 0 15,0 0-15,0 1 0,0-1 16,0 0-16,0 0 16,0 0-16,-40-40 0,40 40 0,0 0 31,0 0-31,40 0 31,-40 1-15,40-41-1,-40 40-15,0 0 16,0 0-16,0 0 16,0 0-16,0 0 15,0 0-15,0 0 16,0 0-1,0 1-15,-40-1 16,40 0 0,-40-40-16,40 40 0,0 0 15,0 0-15,0 0 0,0 0 16,0 0 0,-40-40-16,40 41 0,0-1 0,0 0 15,0 0 1,0 0-16,0 0 15,0 0 1,0 0-16,0 0 16,0 0-1,0 1-15,-41-1 16,41 0-16,0 0 16,-40 0-1,40 0-15,0 0 0,0 0 16,0 0-1,0 1-15,0-1 16,0 0 0,0 0-1,0 0 1,0 0 0,0 0-1,0 0 1,0 0-1,0 0 1,0 1-16,-40-41 31,40 40-31,0 0 16,0 0-16,0 0 16,0 0-1,0 0-15,0 0 16,0 0-1,0 1-15,0-1 16,0 0 0,0 0-1,0 0 17,0 0-32,0 0 15,-40-40 1,40 40-1,0 0 1,-40-40 0,40 40-1,40-40 63,-40 41-78,40-41 16,-40 40 0,40-40-16,-40 40 31,40-40 0,1 0 16,-1 0-31,0 0-1,0 0 1,0 0 46,0 0-46,0 0 0,1 0-1,-1 0 17,-40-40-32,40 0 15</inkml:trace>
  <inkml:trace contextRef="#ctx0" brushRef="#br0" timeOffset="175825.9351">3772 2847 0,'0'0'0,"40"0"31,0 0-15,0 0 0,-40-40-16,40 40 0,1 0 0,-1 0 15</inkml:trace>
  <inkml:trace contextRef="#ctx0" brushRef="#br0" timeOffset="176095.9894">5176 2807 0,'40'-40'0,"-80"80"0,161-80 32,-81 40-32,0 0 31</inkml:trace>
  <inkml:trace contextRef="#ctx0" brushRef="#br0" timeOffset="176295.978">6420 2646 0,'40'0'16,"0"-40"-1,1 40-15,-1 0 16,40 0-1,-40 0-15,121 0 0</inkml:trace>
  <inkml:trace contextRef="#ctx0" brushRef="#br0" timeOffset="176405.9724">7383 2646 0,'40'0'15,"1"40"1,-1-40-16,0 0 15</inkml:trace>
  <inkml:trace contextRef="#ctx0" brushRef="#br0" timeOffset="176625.9583">8627 2526 0,'80'0'16,"-160"0"-16,201 0 0,39 0 16,-120-40-16,0 40 0,41 0 15,79 0 17,-40 0-32</inkml:trace>
  <inkml:trace contextRef="#ctx0" brushRef="#br0" timeOffset="176765.952">9991 2446 0,'41'40'15,"-1"-40"-15,0 0 16,40 0 0,121 0-1,-161 0-15,80-40 16,-80 40-16</inkml:trace>
  <inkml:trace contextRef="#ctx0" brushRef="#br0" timeOffset="176935.9409">11436 2446 0,'80'0'16,"-160"0"-16,281 0 15,-161 0-15,40 0 16,-40 0-16,40 0 31,-39 0-31</inkml:trace>
  <inkml:trace contextRef="#ctx0" brushRef="#br0" timeOffset="177155.9288">13202 2486 0,'80'0'15,"-160"0"-15,200 0 16,-80 0-16,161-40 16,-1-40-1,-119 80 1,-41 0-16,120 0 16,-120 0-16,0 0 0,121-40 31,-121 40-31,161 0 0</inkml:trace>
  <inkml:trace contextRef="#ctx0" brushRef="#br0" timeOffset="177345.9167">14927 2326 0,'281'-41'31,"-562"82"-31,642-122 16,-321 81-16,121-40 16,-81 40-1,81-40 1,-121 40-1,40 0 1,-40 0 0,80 0-1,-79-40-15</inkml:trace>
  <inkml:trace contextRef="#ctx0" brushRef="#br0" timeOffset="177545.9073">16973 2125 0,'0'0'0,"41"0"16,-1 0-16,0 0 31,0 0 0,-40 40-31,40-40 0</inkml:trace>
  <inkml:trace contextRef="#ctx0" brushRef="#br0" timeOffset="177715.8529">17816 2125 0,'80'40'16,"-160"-80"-16,200 80 0,-79-40 15,-1 0-15,40 0 0,-40 0 16,0 0-16,41 0 0,-41 0 0,40 0 0,-40 0 16,40 0-16,-40 0 15,1 0-15,-1 0 0,0 0 0,0 0 0,0 0 16,0 0-16</inkml:trace>
  <inkml:trace contextRef="#ctx0" brushRef="#br0" timeOffset="177885.8853">20063 2125 0,'0'0'16,"40"0"0</inkml:trace>
  <inkml:trace contextRef="#ctx0" brushRef="#br0" timeOffset="178735.8333">23835 1804 0,'40'0'16,"-40"40"0,0 0 31</inkml:trace>
  <inkml:trace contextRef="#ctx0" brushRef="#br0" timeOffset="179065.8143">23875 3609 0,'-40'80'0,"80"-160"0,-120 200 16,80-80-1,-40-40-15,40 40 16,40 41-1,40-81-15,-40 40 16,-40 0-16,0 0 16</inkml:trace>
  <inkml:trace contextRef="#ctx0" brushRef="#br0" timeOffset="179345.7462">23795 5734 0,'-40'161'15,"80"-322"-15,-80 442 16,40-241-16,-40 161 15,40-41 17,0 41-17</inkml:trace>
  <inkml:trace contextRef="#ctx0" brushRef="#br0" timeOffset="179655.7498">23594 9464 0,'0'80'16,"0"-160"-16,0 201 0,0-1 16,0-80-16,0 161 15,0 39 17,0-120-32,-40-39 0,-80 119 31,80-160-31,0 0 0,-41 41 0</inkml:trace>
  <inkml:trace contextRef="#ctx0" brushRef="#br0" timeOffset="179925.7639">23233 12552 0,'0'0'16,"0"40"0,0 1-16,0-1 15,0 0-15,0 0 16,-40 0 15,40 0-31</inkml:trace>
  <inkml:trace contextRef="#ctx0" brushRef="#br0" timeOffset="180075.7581">23233 13314 0,'0'0'0,"0"40"0,0 1 16,0-1-16,0 0 0,-40 0 15,40 80 1,-40-80 0,0-40-16,0 40 15</inkml:trace>
  <inkml:trace contextRef="#ctx0" brushRef="#br0" timeOffset="180225.7067">23273 13756 0,'0'0'16,"-80"40"0,0-40-1,80-81 1</inkml:trace>
  <inkml:trace contextRef="#ctx0" brushRef="#br0" timeOffset="182405.5464">26885 1844 0,'0'-40'0,"0"0"32,0 0-1,0 80 172,0 0-187,-40 0-16,40 0 15,0 0-15,0 1 0,0-1 0,0 0 16,40 0-16,-40 0 16,40 0-16,-40 0 0,40 0 0,-40 0 15,40 1 1,-40-1-16</inkml:trace>
  <inkml:trace contextRef="#ctx0" brushRef="#br0" timeOffset="182795.5962">27206 2005 0,'0'-40'47,"40"40"-47,0 0 16,0 0-16,0 0 0,0 0 15,0 0-15,1 0 16,-1 0-16,40 0 0,-40 0 16,40 0-16,-40 0 0,1-41 15,-1 41-15,0 0 0,0 0 0,0 0 16,0 0-1,-40-40-15</inkml:trace>
  <inkml:trace contextRef="#ctx0" brushRef="#br0" timeOffset="183125.5189">27527 1604 0,'0'-40'31,"0"80"0,0 0-31,0 0 16,40 0 0,-40 0-16,40 0 0,-40 0 0,0 0 0,40 0 15,-40 1-15,0-1 0,0 0 0,0 0 16,0 0-16,40-40 16,-40 40-16,0 0 0</inkml:trace>
  <inkml:trace contextRef="#ctx0" brushRef="#br0" timeOffset="185305.4036">29413 1523 0,'-40'0'125,"-1"0"-109,1 0-16,0 0 16,0 0-16,0 0 15,40 41-15,-40-41 16,40 40-16,0 0 0,-40-40 0,40 40 16,0 0-1,0 0-15,0 0 16,0 0-1,40 0-15,0 0 16,0 1 0,0-41-1,0 0-15,0 0 0,1 0 16,-1 0-16,0 0 16,0-41-16,0 41 0,0 0 15,-40-40-15,40 40 16,0-40-1,-40 0 1,0 0 0,0 0-16,0 0 15,0 0 1,-40 40-16,40-40 0,-40 40 0,40-40 16,-40 40-16,40-41 0,0 1 15,-40 40-15,0 0 16,0 0-1,0 0-15,-1 40 0,1-40 0,0 0 16,0 41-16,0-41 16,0 40-16</inkml:trace>
  <inkml:trace contextRef="#ctx0" brushRef="#br0" timeOffset="188035.2843">4574 4451 0,'-40'0'15</inkml:trace>
  <inkml:trace contextRef="#ctx0" brushRef="#br0" timeOffset="190775.1237">26483 3168 0,'41'0'171,"-1"-40"-139,-40 0-32,40 40 0,0 0 15,-40-41-15,40 41 16,0-40-16,0 40 0,0 0 16,1 0-1,-1 0-15,0 0 16,-40 40-16,40-40 15,0 41-15,-40-1 0,40 0 16,-40 0-16,0 0 0,40 0 16,-40 0-16,0 0 15,0 0-15,0 0 0,0 1 16,0-1-16,0 0 16,-40-40-16,40 40 0,-40 0 15,0-40 1,40 40-16,-40-40 0,0 0 0,0 0 31,-1 0-15,41-40-16,0 0 62,41 40-31,-1 0-31,0 0 0,0 0 16,0 0-16,0 0 0,0 0 0,0 0 0,1 0 16,-1 0-16,0 0 15,0 0-15,0 0 0,0 0 0,0 0 16,-40 40-16,40-40 0,1 40 16,-41 0-16,40 0 31,-40-80 78,-81 40-93,41 0-1</inkml:trace>
  <inkml:trace contextRef="#ctx0" brushRef="#br0" timeOffset="192284.9592">28088 3208 0,'41'0'219,"-1"0"-172,-40 40-31,40-40 124,-40 40-124,40-40 234,0 0-156,0 0-79,0 0-15,0 0 16,1 0 0,-1 0-16,0 0 0,0 0 15,0 0-15,0 0 0,0 40 16,0-40-16,1 0 0,-41 40 0,40-40 0,0 0 15,0 0-15,0 0 16,0 0-16,0 0 16,-80 0 46,0 0-46,0-40-1</inkml:trace>
  <inkml:trace contextRef="#ctx0" brushRef="#br0" timeOffset="192554.9583">28650 2967 0,'-40'0'15,"40"40"32,0 0-31,0 1-16,0-1 0,0 0 0,0 0 16,0 0-16,0 0 0,0 0 15,-40 0-15,40 0 0,0 0 0,0 1 16,0-1-1,0 0-15,40 0 16</inkml:trace>
  <inkml:trace contextRef="#ctx0" brushRef="#br0" timeOffset="193094.9845">29332 3088 0,'-40'0'16,"80"0"-16,-120 0 0,40 0 0,0 0 16,40 40-1,-40-40-15,0 40 32,40 0-32,0 80 31,0-80-31,80 40 31,-40-39-15,0-41-16,40 0 15,-39-41 1,-41 1-16,0-80 31,40 0-15,-40 80-16,0 0 15,-40 40-15,-41-41 16,1 1 0,40 40-1,0 0-15,-40 40 16</inkml:trace>
  <inkml:trace contextRef="#ctx0" brushRef="#br0" timeOffset="197874.7022">27005 4652 0,'-40'0'0,"80"0"62,-40-40 297,40 40 1,0 0 77,-40 40-437,0 0 16,0 0-16,0 0 0,0 0 16,0 0-16,0 0 15,0 0-15,0 0 0,0 1 0,0-1 16,0 0-16,0 0 0,0 0 15,0 0-15,0 0 0,0 0 0,0 0 16,0 1-16</inkml:trace>
  <inkml:trace contextRef="#ctx0" brushRef="#br0" timeOffset="198424.6087">27808 4812 0,'-41'0'16,"1"0"0,121 0 77,-41 0-77,0 0-16,0 0 0,0 0 16,0 0-16,0 0 15,0 0-15,1-40 0,-1 40 0,0 0 0,0 0 16,0 0-16,0 0 0,0 0 15,0 0-15,1 0 0,-41-40 0,40 40 0,0 0 16,0 0-16,-80 0 47,0 0-31,0 0 30,40 40-46,-41-40 16</inkml:trace>
  <inkml:trace contextRef="#ctx0" brushRef="#br0" timeOffset="198984.5638">27968 4491 0,'0'0'0,"0"-40"31,-40 40 31,40 40-46,0 0 0,0 0-16,0 1 15,0-1 1,0 0-16,0 0 0,80 0 0,-80 0 15,40 0-15,-40 0 16,0 0-16,0 0 0,0 1 16,40-1-16,-40 0 0,0 0 0,41-40 15,-41 40 1,40-40-16</inkml:trace>
  <inkml:trace contextRef="#ctx0" brushRef="#br0" timeOffset="199534.5331">29373 4411 0,'-41'0'16,"41"40"62,0 0-63,0 0-15,0 0 0,0 1 0,0-1 16,0 0-16,0 0 0,0 0 16,0 0-16,0 0 0,0 40 0,0-40 0,0 1 15,0-1-15,0 0 16,0 0-16,0 0 0,0 0 15,0 0 1,0-80 15,0 0-15</inkml:trace>
  <inkml:trace contextRef="#ctx0" brushRef="#br0" timeOffset="202874.4063">5016 7980 0,'40'-40'16,"-40"0"-16,0 0 31,0 0 63,40 40 15,0 0-93,0 0-16,0 0 0,1-40 16,-1 40-1,0-40-15,0 40 0,0 0 0,0-40 0,0 40 16,41-40-16,-41 40 0,0 0 16,40-41-16,-40 41 0,0 0 0,0 0 0,1 0 15,-1 0-15</inkml:trace>
  <inkml:trace contextRef="#ctx0" brushRef="#br0" timeOffset="204444.2949">26002 6256 0,'40'0'0,"40"0"15,-40 0-15,1 0 0,-1 0 16,0 0 0</inkml:trace>
  <inkml:trace contextRef="#ctx0" brushRef="#br0" timeOffset="205134.2377">26243 6336 0,'0'-40'172,"40"40"-172,0 0 15,0 0-15,0 0 16,0 0 0,-40 40-16,40 0 15,-40 0 1,0 0-16,0 0 0,0 1 15,0-1-15,-40 0 0,40 0 16,-40-40-16,0 40 0,0-40 16,0 40-16,0-40 0,0 40 0,-1-40 0,1 0 15,0 40 1,0-40-16,0 0 0,40 40 16,-40-40-16,80-40 31,0 40-16,0 0-15,-40-40 0,80 40 0,-39 0 16,-1-40-16,0 40 0,0 0 16,0 0-16,0 0 0,0 0 15,0 0-15,1 0 0,-1 40 0,0-40 16,0 40 0,0-40-16,-40 40 0,40-40 0,0 0 15,0 0-15</inkml:trace>
  <inkml:trace contextRef="#ctx0" brushRef="#br0" timeOffset="205474.2528">27406 6456 0,'0'0'31,"0"40"1,40-40-1,1 0-31,39 0 15,-40 0-15,0 0 0,0 0 0,40 0 0,-39 0 16,-1-40-16,40 40 0,-40 0 16,0 0-16,0 0 0,0 0 0,1 0 0,-1 0 15,0 0 1</inkml:trace>
  <inkml:trace contextRef="#ctx0" brushRef="#br0" timeOffset="205774.2372">27808 6136 0,'0'-41'16,"0"82"-16,-41-82 0,1 41 15,40 41 17,0-1-32,0 0 0,0 0 15,0 0-15,0 0 16,0 0-16,0 0 0,0 0 0,0 0 0,0 1 16,0-1-1,0 0-15,0 0 0,40-40 0,-40 40 16,0 0-1</inkml:trace>
  <inkml:trace contextRef="#ctx0" brushRef="#br0" timeOffset="206784.1754">28811 6256 0,'0'0'0,"0"-40"125,40 40-125,0 0 31,0-40-15,0 40-16,0 0 15,1 0 1,-1 0-16,0 40 15,0-40-15,-40 40 0,40-40 16,-40 40-16,0 0 16,0 0-16,0 0 15,0 0 1,-40-40-16,40 40 0,-40-40 0,40 41 16,-40-1-16,0 0 15,-1 0-15,1-40 0,40 40 16,-40-40-1,40 40 1,40-40-16,0 0 16,1 0-1,-1-40-15,0 40 0,0 0 0,0 0 0,0-40 16,0 40 0,0 0-16,1-40 0,-1 40 0,0 0 15,0 0-15,0 0 0,0-40 16,0 40-16,0 0 0,1 0 15,-41-40-15,0 80 94,-41-40-78,1 0-16,0 40 15,0-40-15,0 0 0</inkml:trace>
  <inkml:trace contextRef="#ctx0" brushRef="#br0" timeOffset="209573.9413">4414 10306 0,'40'0'31,"-40"-40"0,40 40 297,-40-40-328,40 40 16,0 0-16,1 0 0,-1 0 0,0 0 0,0 0 16,0 0-16,40 0 0,-40-40 15</inkml:trace>
  <inkml:trace contextRef="#ctx0" brushRef="#br0" timeOffset="227422.9138">27085 7980 0,'-40'0'16,"40"40"77,0 1-61,0-1-32,0 0 15,0 0-15,0 0 0,0 0 16,0 0-16,0 0 15,0 0-15,0 1 0,0-1 0,0 0 0,0 0 16,0 0-16</inkml:trace>
  <inkml:trace contextRef="#ctx0" brushRef="#br0" timeOffset="228862.8713">3973 12312 0,'40'0'78,"0"0"-15</inkml:trace>
  <inkml:trace contextRef="#ctx0" brushRef="#br0" timeOffset="229102.7831">5096 12272 0,'40'0'16,"-80"0"-16,120 0 0,-40-40 16,1 40-16,-1 0 15,0 40 1</inkml:trace>
  <inkml:trace contextRef="#ctx0" brushRef="#br0" timeOffset="229272.774">6541 12232 0,'0'0'0,"40"0"47,0 0-47</inkml:trace>
  <inkml:trace contextRef="#ctx0" brushRef="#br0" timeOffset="229602.7698">8667 12111 0,'0'0'16,"121"-40"0,160-40-1,-161 40 1</inkml:trace>
  <inkml:trace contextRef="#ctx0" brushRef="#br0" timeOffset="231962.6881">26764 9825 0,'40'0'0,"1"0"63,-1 0-48,0 0-15,0 0 16,0 0-16,0 0 15,0 0-15,0 0 0,1 0 16,-41 40-16,0 0 16,0 1-16,0-1 0,0 0 15,-41 0 1,1 0-16,40 0 0,-40 0 0,0-40 16,0 40-16,0 0 0,0 0 15,40 1 1,40-41 15,0 0-31,0 0 16,0 0-16,0 0 0,0 0 15,1 0-15,-1 0 0,40 0 0,-40-41 0,40 41 16,-40 0-16,41 0 16,-41 0-16,0 0 0,0 0 0,40 0 0,-40 0 15,1 0-15,-1 0 0,0 0 0,0 0 0,0 0 16,-40-40-16,40 40 15,-40-40-15,-40 40 63</inkml:trace>
  <inkml:trace contextRef="#ctx0" brushRef="#br0" timeOffset="234322.5475">27246 12031 0,'0'0'16,"-80"0"-1,-1 0 17,1 120-17,40 1 1,40 39-1,80-40 17,81-39-17,39-81 1,-160-81 0,-80-79 15,-80 0-16,40 79 1,-1 81-16</inkml:trace>
  <inkml:trace contextRef="#ctx0" brushRef="#br0" timeOffset="237492.3605">29774 882 0,'0'0'0,"40"0"0,0 0 0,0 0 0,0 0 15,0 0-15,1 0 0,-1-40 16,0 40-16,0 0 16,0 0 31,0 0-32,0 0-15,0 0 31,1 40-31,-1-40 16,0 0 0,-40 40 31,0 0-16,0 0 0,40 0-31,-40 0 0,0 0 16,0 0-16,0 1 15,0-1-15,0 0 0,0 0 0,0 0 16,0 0 0,0 0-16,0 0 0,0 0 0,0 1 15,-40-1-15,40 0 0,0 0 0,0 0 0,-40 0 16,0 0-16,40 0 15,0 0-15,0 0 0,-41-40 0,41 41 0,0-1 16,-40 0 0,40 0-16,0 0 0,0 0 15,0 0-15,0 0 0,0 0 16,0 1-16,0-1 0,40 0 0,-40 0 16,0 0-16,41 0 0,-41 0 0,0 0 15,0 0-15,40 0 16,-40 1-16,0-1 0,0 0 15,0 0-15,0 0 16,0 0-16,-40-40 0,40 40 0,0 0 16,0 0-16,0 1 15,0-1-15,0 0 0,0 0 16,0 0-16,0 0 0,0 0 16,0 0-16,0 0 0,0 0 0,40 1 15,-40-1-15,40 0 0,-40 0 16,40 0-1,-40 0-15,0 0 0,0 0 16,0 0-16,0 1 16,0-1-16,0 0 0,0 0 0,0 0 15,0 0-15,0 0 16,0 0-16,0 0 0,0 0 0,0 1 16,0-1-16,0 0 0,0 0 0,0 0 0,0 0 15,0 0-15,0 0 16,0 0-16,0 1 0,0-1 0,0 0 15,0 0-15,-40 0 16,0 0-16,40 0 0,0 0 16,-40 0-16,40 0 15,0 1-15,0-1 0,0 0 0,-41 0 16,41 0-16,0 0 16,0 0-16,0 0 0,0 0 0,0 1 0,-40-1 15,40 0-15,0 0 0,0 0 0,0 0 0,0 0 16,0 0-16,0 0 0,0 0 15,0 1-15,0-1 0,0 0 0,0 0 16,40 0-16,-40 0 16,0 0-16,41 0 0,-41 0 0,0 1 15,0-1-15,40-40 16,-40 40-16,0 0 0,0 0 0,0 0 16,0 0-16,0 0 0,0 0 15,0 0 1,0 1-16,0-1 0,0 0 15,0 0-15,0 0 16,0 0-16,0 0 16,0 0-1,0 0-15,0 1 0,0-1 16,0 0-16,0 0 16,0 0-16,0 0 0,0 0 0,0 0 15,0 0-15,0 0 0,0 1 0,0-1 16,0 0-16,0 40 15,0-40-15,0 0 0,0 0 0,0 0 0,-40 1 16,40-1-16,0 0 0,0 0 16,0 0-16,0 0 0,0 0 0,-41 0 15,41 0-15,0 0 16,0 1-16,0-1 0,0 0 0,0 0 16,0 0-16,0 40 0,0-40 0,0 0 0,0 1 15,0 39-15,0-40 0,0 0 16,0 40-16,0-40 0,0 40 0,0-39 0,0 39 15,0-40-15,0 40 16,0-40-16,0 40 0,-40-39 0,40 39 0,-40-40 16,40 0-16,-40 40 0,40-40 15,-40 0-15,40 0 0,-40 1 0,40-1 0,0 0 16,0 0-16,-40 0 16,40 0-16,0 0 0,0 0 0,0 0 0,0 1 15,-40-1-15,40 0 0,0 0 16,0 0-16,0 0 15,-41 0-15,41 0 0,0 0 0,-40 0 16,40 1 0,0-1-16,-40-40 0,40 40 0,0 0 15,-40 0-15,40 0 16,0 0-16,-40-40 0,40 40 0,0 0 0,0 1 16,0-1-16,0 0 0,-40 0 0,40 0 0,0 0 15,0 0-15,0 0 16,0 0-16,0 0 0,0 1 0,0-1 0,0 0 15,0 0-15,0 40 0,0-40 16,40 0-16,-40 0 0,0 1 0,0-1 16,0 0-1,0 0-15,0 0 16,0 0 0,0 0-16,0 0 0,0 0 15,0 0-15,0 1 0,0-1 16,0 0-1,0 0-15,0 0 0,0 0 16,0 0-16,0 0 16,0 0-16,0 1 0,0-1 31,0 0-31,0 0 16,0 0-16,0 0 15,0 0-15,-40 0 16,40 0-16,0 0 0,-40 1 15,40-1-15,0 0 16,0 0-16,0 0 0,0 0 0,0 0 16,0 0-16,0 0 0,0 1 15,0-1-15,0 0 16,40-40 0,-80 0 30,0 0-14,-1 0-32,1 0 0,40 40 0,-40-40 0,0 0 15,0 40-15,0-40 16,0 0-16,0 0 0,-1 40 0,1-40 0,0 0 16,0 0-16,0 40 0,0-40 0,-40 0 0</inkml:trace>
  <inkml:trace contextRef="#ctx0" brushRef="#br0" timeOffset="239262.2558">7464 15560 0,'0'-40'16,"0"80"46,0 0-46,-41 0-16,41 1 0,-40-1 15,40 0-15,0 0 16,-40 0-16,0 0 0,40 0 0,-40 0 0,40 41 16,-40-41-16,40 40 0,0-40 0,-40 40 0,40-40 15,0 0-15,0 0 0,0 1 16,0-1-16,0 0 0,0 0 0,0 0 15,0 0 1,-41-40 15,1 0-31,0-40 0,0 40 16,40-40 0,0 0-16,-40 40 0,40-40 0,0 0 15,40 40 1,0 0-1,0 0-15,0 0 0,1 40 16,-1-40 0,-40 40-16,40-40 0,-40 40 0,40 0 15,-40 0 1,0 0-16,0 0 0,0 0 0,0 1 16,0-1-16,0 0 0,0 0 0,0 0 0,-40 0 15,40 0-15,0 0 16,0 0-16,0 0 0,0 1 0,0 39 0,0-40 15,0 0-15,0 0 0,40 0 16,-40 0-16,0 0 0,40 1 0,-40-1 16,40-40-16,0 40 15,1 0-15,-1-40 0,-40 40 16,0 0-16,40-40 16,-40 40-16,40-40 15,-40 40-15,40-40 94,-40-40-94,40 40 16,0 0-1,-40-40-15</inkml:trace>
  <inkml:trace contextRef="#ctx0" brushRef="#br0" timeOffset="240182.2021">9510 15801 0,'-40'0'31,"40"-40"16,-40 40 15,40 40-46,0 0-16,0 0 16,0 0-16,0 0 0,0 0 0,0 1 0,0-1 15,0 0-15,0 0 0,0 0 0,0 0 0,0 0 16,0 0-16,0 0 15,0 0-15,0 1 0,0-1 0,0 0 0,0 0 16,0 0 0</inkml:trace>
  <inkml:trace contextRef="#ctx0" brushRef="#br0" timeOffset="240422.1874">9951 16523 0,'0'0'15,"0"80"17,-40-80-32,0 80 15,40-40-15,0 0 0,-40-40 0,40 41 16,-40-41-16,40 40 0,-40-40 15,40 40-15,-40 0 0</inkml:trace>
  <inkml:trace contextRef="#ctx0" brushRef="#br0" timeOffset="240922.1234">10714 15961 0,'0'-40'15,"0"0"-15,40 40 16,0-40 0,0 40-16,0 0 0,0 0 15,1 0-15,-1 0 16,0 0-16,0 0 0,-40 40 0,40-40 16,-40 40-16,0 0 0,0 0 0,0 41 15,-40-41-15,40 0 16,-40 0-16,40 0 0,-80 0 0,80 0 0,-41-40 15,1 40-15,40 0 16,-40-40-16,0 41 0,40-1 0,-40-40 16,80 0 15,-40-40-15,80 40-16,-40 0 0,1 0 0,-1 0 0,0 0 15,0 0-15,0 0 0,0 0 0,0 0 0,0 0 16,1 40-16,-1-40 15,-40 40-15,40-40 0</inkml:trace>
  <inkml:trace contextRef="#ctx0" brushRef="#br0" timeOffset="241152.0869">11918 16563 0,'0'0'15,"-41"0"1,1 0 0,40 40-1,0 40-15,0 0 16,0-39-16,-40 159 16,-80 1-1,120-161-15</inkml:trace>
  <inkml:trace contextRef="#ctx0" brushRef="#br0" timeOffset="241832.1032">12800 16082 0,'-40'0'0,"40"-40"31,0-1-16,40 41 1,41 0-16,-41-40 16,0 40-1,0 0-15,0 0 0,0 0 0,0 0 16,-40 40-16,40-40 0,-40 81 0,41-81 0,-41 40 16,0 0-16,0 0 0,0 0 15,0 0-15,-41 0 0,41 0 0,-80 0 0,80 1 16,0-1-16,-80 0 15,40-40-15,0 40 0,40 0 0,-40 0 0,-1-40 16,41 40-16,-40-40 16,40 40-16,40-40 15,41 0 1,-41 0-16,0 0 0,0 0 0,40 0 16,-40 0-16,1 0 0,-1-40 0,0 40 0,40 0 15,-40 0-15,0 0 0,0 0 16,1 0-16,-1 0 0,0 0 31,-80 0 0,40-40-31,-40 40 0</inkml:trace>
  <inkml:trace contextRef="#ctx0" brushRef="#br0" timeOffset="242082.0891">14124 16964 0,'0'0'16,"-40"0"-16,0 0 0,40 40 0,0 0 16,0 0-1,0 0-15,0 0 16,0 1-16,0-1 0,0 0 0,-80 0 0,80 0 15,-40 0-15,40 0 0,-40 0 16,40 0-16,-40-40 0,-1 41 0,41-1 0,-40-40 16,0 40-16,0-40 15</inkml:trace>
  <inkml:trace contextRef="#ctx0" brushRef="#br0" timeOffset="242692.0117">15489 16282 0,'0'-40'16,"-40"40"-16,0 0 31,-1 0-15,41 40-16,-40-40 0,40 40 15,-40-40-15,40 40 0,-40-40 16,0 40-16,40 1 0,-40-41 0,40 40 16,-40-40-1,40 40-15,40-40 16,40 0 0,-40 0-16,0 0 15,0 0-15,1 0 0,39 0 0,-40 0 0,0 0 16,40 0-16,-40 0 15,1 0-15,39 0 0,-40 0 0,0 0 0,0 0 16,0 0-16,0 0 16,-40 40-16</inkml:trace>
  <inkml:trace contextRef="#ctx0" brushRef="#br0" timeOffset="242972.0185">15609 16162 0,'-40'0'0,"80"0"0,-120 0 16,120 0 15,0 40-15,-40 0-16,40-40 0,-40 40 15,0 0-15,0 0 0,0 0 0,0 1 0,0 39 16,0-40-16,0 0 16,0 0-16,-40 40 0,40-40 0,0 1 0,-40-1 15,40 0-15,0 0 0,0 0 16,0 0-16</inkml:trace>
  <inkml:trace contextRef="#ctx0" brushRef="#br0" timeOffset="243272.0175">16893 16924 0,'0'0'16,"0"40"0,0 0-1,-80 80 1,0 81 0,40-121-1,-1-40-15,-79 40 16,80-80-16</inkml:trace>
  <inkml:trace contextRef="#ctx0" brushRef="#br0" timeOffset="244221.923">17816 16242 0,'40'-40'16,"0"40"-1,0 0 16,1 0 188,-41 40-219,0 0 0,40-40 16,-40 80-16,0-40 15,40 1-15,-40 39 0,0-40 0,0 0 16,0 0-16,0 40 0,0-40 16,0 1-16,0-1 0,0 0 0,0 0 0,0 0 15,0 0-15,0 0 16,0 0-16,40-40 0</inkml:trace>
  <inkml:trace contextRef="#ctx0" brushRef="#br0" timeOffset="244461.95">18819 17124 0,'0'40'16,"0"1"-16,0-1 15,0 0-15,0 0 16,-40 0-16,-80 0 16,80 0-16,-81-40 15</inkml:trace>
  <inkml:trace contextRef="#ctx0" brushRef="#br0" timeOffset="244961.8622">19501 16483 0,'41'0'31,"-1"0"-31,0 0 16,0 0-16,0 0 0,0 0 0,0 0 15,0 0-15,1 40 16,-1-40-16,-40 40 0,40 0 0,-40 0 16,40 0-16,-40 0 0,0 0 15,0 1-15,0-1 0,0 0 0,-40 0 16,40 0-16,-40 0 0,-41 0 0,41 0 16,0-40-1,40 40-15,-40-40 0,40 40 16,80-40-1,-40 0-15,1 0 0,-1 0 0,0 0 16,0 0-16,0-40 16,40 40-16,-40 0 0,1-40 0,-1 40 15,0 0-15,-40-40 0,40 40 16,-40-40-16</inkml:trace>
  <inkml:trace contextRef="#ctx0" brushRef="#br0" timeOffset="245181.8643">20745 17205 0,'0'40'16,"0"0"0,0 0-16,-40 0 15,40 0-15,-40 0 0,40 0 16,-40 0-16,40 1 15,-40-41-15,40 40 0,-40 0 0,40 0 16,-40-40-16,40 40 16</inkml:trace>
  <inkml:trace contextRef="#ctx0" brushRef="#br0" timeOffset="245851.7925">21909 16362 0,'-40'40'15,"0"-40"-15,0 0 16,-1 0 0,-39 81-1,40-41-15,0 80 31,40-80-31,0 0 0,0 0 0,201 161 32,-1-161-17,-119-40 1,-41 0-16,80-80 16,-80 0-16,-40-41 15,0 41-15,0 0 16,-80 40-16,0-121 15,40 121 1,40 0-16,-81 40 16,41 40-16,0 0 15,40 41-15,0-41 16</inkml:trace>
  <inkml:trace contextRef="#ctx0" brushRef="#br0" timeOffset="246941.7273">23354 15801 0,'40'0'47,"-40"40"-47,40-40 0,0 0 16,0 40-16,0-40 0,0 0 16,0 40-16,1-40 15,-41 40-15,0 0 0,40-40 0,-40 41 16,0-1-16,0 0 15,-81 0-15,81 0 0,-40 0 0,40 0 0,-40 0 16,40 0-16,-40 0 0,40 1 16,0-1-16,0 0 0,0 0 15,40-40 1,40 0-16,-39 0 16,-1 0-16,0 0 0,0 0 0,0 0 15,-40 40 48,-40-40-63,40 80 0,0-40 15,0 0-15,0 1 0,-40-1 0,40 0 16,-40 0-16,40 0 0,0 0 0,-40 40 0,40-40 16,-41 0-16,1 1 15,40-1-15,-40 0 0,40 40 0,-40-40 0,0 0 16,0 0-16,0 0 15,0 1-15,-1-1 0,1-40 0,0 40 0,0-40 16,0 0-16,-40 40 16,40-40-16,-41 0 0</inkml:trace>
  <inkml:trace contextRef="#ctx0" brushRef="#br0" timeOffset="248021.6646">5858 16443 0,'0'40'31,"41"-40"32,-1 0-47,0 0-16,0 0 0,0 0 0,0 0 15,0 0 1,0 0-16,1 0 0</inkml:trace>
  <inkml:trace contextRef="#ctx0" brushRef="#br0" timeOffset="248211.7269">5778 16964 0,'0'0'16,"80"0"0,1 0-16,119-80 31,-160 80-31</inkml:trace>
  <inkml:trace contextRef="#ctx0" brushRef="#br0" timeOffset="249901.5539">642 16804 0,'0'-41'0,"-40"41"15,40-40 1,0 0 15,40 0-31,0 40 16,-40-40-16,40 40 31,-40-40-31,40 40 0,1 0 16,-1 0-16,0 0 15,-40-40-15,40 40 0,0 0 0,0 0 16,0 0 0,-40 40-16,40 40 15,-40-40-15,0 0 16,0 41-16,0-41 0,0 0 0,-40 40 0,40-40 16,-80 40-16,80-40 0,-40 41 0,40-41 0,-40 0 15,40 0-15,-40-40 16,40 40-16,-40 0 0,-1 0 0,1 0 15,40-80 17,40 0-17,-40 0-15,0 0 0,41 0 0,-1 0 16,0 0-16,-40-1 0,40 1 0,0 0 16,-40 0-16,40 0 0,0 40 15,-40-40-15,40 0 0,1 0 0,-1 0 16,0 40-16,-40-40 15,0-1-15,40 41 0,-40-40 0,40 40 0,-40-40 16,0 0-16,40 40 0,-40-40 16,0 0-16,40 40 31,-120 0 0,40 0-15,40 40-16,-40-40 0,40 80 0,-40-80 0,40 40 15,-40-40 1,-1 40-16,41 1 0,0-1 16,-40-40-16,40 40 15,0 0-15,0 0 0,0 0 0,0 0 16,0 0-16,0 0 0,0 0 0,0 1 16,0-1-16,40 0 15,-40 0-15,41-40 0,-1 40 0,0-40 16,0 0-16,0 0 15,0 0-15</inkml:trace>
  <inkml:trace contextRef="#ctx0" brushRef="#br0" timeOffset="250121.6161">1525 17245 0,'-40'0'16,"40"40"-16,0 0 15,-81 40 1,81-40-16,0 81 31,-40-81-31,40 0 0,0 40 16,0 0 0,-40-80-16</inkml:trace>
  <inkml:trace contextRef="#ctx0" brushRef="#br0" timeOffset="250461.5933">1886 16523 0,'-40'0'31,"0"0"-31,40 40 16,-40 40 15,40-40-31,0 40 0,0-39 0,0 199 31,0-160-31,0-40 0,80 121 32,-80-121-32,40-40 0,0 40 15,0-40-15</inkml:trace>
  <inkml:trace contextRef="#ctx0" brushRef="#br0" timeOffset="250891.5679">2207 16683 0,'0'40'62,"40"0"-62,-40 1 0,0-1 16,40-40-16,-40 40 15,0 0-15,0 0 0,0 0 0,0 0 16,-80-40 0,80 40-16,0-80 31,80 0-31,-40 0 16,-40 0-16,40 0 0,-40 0 0,41 40 0,-41-40 15,40 40-15,0 0 16,0 0-16,-40-41 0,40 41 15,-40 41 1,40-41-16,-40 40 0,0 40 16,0-40-16,0 0 15,0 0-15,0 0 0,-40-40 16,40 40-16,0 0 0,-40-40 0,40 41 0,-40-1 16,40 0-1,-40-40-15</inkml:trace>
  <inkml:trace contextRef="#ctx0" brushRef="#br0" timeOffset="251191.5088">2809 16443 0,'40'0'47,"-40"40"-47,0 0 0,0 0 16,40-40-16,-40 40 0,0 0 15,0 0-15,0 0 0,0 0 0,0 1 0,0-1 16,0 0-16,0 0 15,0 0-15,0 0 0,-40 0 0,40 0 0,-40 0 16,40 0-16,-40 1 0,0-1 16,40 0-16</inkml:trace>
  <inkml:trace contextRef="#ctx0" brushRef="#br0" timeOffset="252681.3943">3411 16483 0,'0'0'16,"0"-40"-16,-40 40 31,40-41-31,-41 41 15,41 41 1,0-1-16,0 40 16,0-40-1,0 0-15,0 0 0,0 0 0,0 0 0,0 41 16,0-41-16,0 0 0,0 0 0,0 0 0,0 0 16,0 0-16,0 0 0,0 0 15,0 1-15,0-1 31,0-80-15,41 40 0,-41-41-16,40 1 0,-40 0 0,40 0 0,0 0 15,0 0 1,0 0-16,0 0 0,1 0 0,-1 0 16,-40-1-16,40 1 0,0 0 0,-40 0 0,40 0 15,0 0-15,0 0 16,0 0-16,1 0 15,-41-1 1,40 41-16,-40-40 0,40 40 16,-80 0 15,40 40-31,-40-40 16,40 41-1,-41-41-15,1 0 16,40 40-1,-40-40-15,0 0 0,0 0 16,0 0 0,0 0-16,0 0 0,-1 0 15,41 40-15,-40-40 0,0 0 16,40 40-16,-40-40 0,0 0 16,0 0-16,0 40 0,-1-40 15,1 0 1,40 40-16,-40-40 0,0 0 0,40 40 15,-40-40 1,40-40 15,40 40-15,0 0-16,-40-40 16,40 40-16,0 0 15,1 0-15,-1-40 0,0 40 31,-40 40-15,40-40-16,-40 40 16,0 0-16,0 0 0,40-40 0,-40 40 15,40 1 1,0-1-16,-40 0 0,41-40 16,-41 40-16,40 0 0,0-40 15,0 40 1,0-40-16,0 0 0,0 0 15,0 0 1,1 0 0,-1 40-1,0-40 1,-40-40 46,0 0-62,0 0 16,0 0 0,-40 0-1,40 0 1,-40 40-16,40-41 0,-41 1 16,1 0-16,0 0 15,0 40 1,40-40-16,-40 40 0,0-40 0,0 40 15,40-40-15,-40 40 16,-1-40-16,1 40 0,40-40 0,-40 40 16,40-41-16,-40 41 15,40-40-15,-40 40 0,40-40 0,-40 40 0,40-40 16,-40 40-16,40-40 0,-41 40 16,82 40 30,-41 0-30</inkml:trace>
  <inkml:trace contextRef="#ctx0" brushRef="#br0" timeOffset="253441.4168">4093 16242 0,'0'-40'16,"40"0"15,80 40-16,-39 0 1,-41 0-16,40 80 31,-80-40-31,0 0 0,0 81 16,-40-1-16,40-80 16,-40 0-16,0 80 15,40-79-15,-40-41 0,40 40 31,-41-40-31,41-40 16,41-41 0,-1 41-1,40 0-15,-40 0 0,80-40 32,-120 40-32,41 40 0,-1-40 0,40-41 31,-40 1-16,-40 40 1,0 0 0,-40 40-16,0 0 15,0 80 1,0 0 0,-1 81-1,41-1 16,121-39-15,-81-41 0</inkml:trace>
  <inkml:trace contextRef="#ctx0" brushRef="#br0" timeOffset="253811.3951">4855 16723 0,'0'-40'16,"0"80"-16,0-120 15,40 80 1,1 0-16,-41 40 16,40 40-1,-40-39-15,0 39 31,-40-40-31,40 0 0,-41 0 32,41 0-32,0-80 15,41 40 17,-1-40-32,0 40 0,0-40 31,40 40-16,-40 0 1,0 0 0</inkml:trace>
  <inkml:trace contextRef="#ctx0" brushRef="#br0" timeOffset="254201.2971">5257 16082 0,'-41'0'16,"41"40"-1,-40 0 1,40 0-16,-40-40 16,40 40-16,0 0 0,-40-40 15,40 40-15,0 0 0,0 0 0,0 1 16,0-1-16,0 0 15,40 0-15,-40 0 0,40 0 16,0-40-16,-40 40 16,41-40-16,-1 0 0</inkml:trace>
  <inkml:trace contextRef="#ctx0" brushRef="#br0" timeOffset="254631.3467">5457 16162 0,'-40'0'0,"40"40"47,0 0-32,40 0-15,-40 0 16,0 0-16,0 0 15,0 1-15,0-82 47,0 1-31,40 0-16,0 40 16,-40-40-16,41 40 0,-41-40 0,40 40 15,0-40 1,0 40-16,0 0 15,-40-40-15,40 40 16,-40 80 0,0-40-1,0 0-15,0 0 0,-40-40 16,40 40-16,0 1 0,-40-41 0,40 40 16,-40-40-16,40 40 0,-40-40 15</inkml:trace>
  <inkml:trace contextRef="#ctx0" brushRef="#br0" timeOffset="254861.336">5899 16001 0,'0'-40'16,"40"40"-16,0 0 31,0 81-15,-40-41-16,-80 120 15,80-80-15,0-40 0,-81 121 16,41-81-16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7-31T07:24:56.5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4093 802 0,'40'0'0,"-40"-41"16,0 1 0,0 0-16,0 80 156,0 0-140,0 1-16,0-1 0,0 0 15,0 0-15,0 0 0,0 40 0,0-40 0,0 40 16,0 1-16,0-1 0,0 0 15,0 0-15,0 1 0,0-1 0,0-40 0,0 40 16,0 0-16,0-40 16,0 0-16,0 1 0,80-1 0,-80 0 0,0 0 15,0 0-15,81-40 0,-81 40 16</inkml:trace>
  <inkml:trace contextRef="#ctx0" brushRef="#br0" timeOffset="679.9635">3692 842 0,'40'0'0,"0"0"31,0 0-15,0 0-16,0 0 15,0 0-15,1 0 0,-1-40 0,0 40 16,0 0-16,0-41 0,0 41 15,0 0-15,0 0 0,1 0 0,-1 0 0,0 0 16,0 0-16,0 41 16,0-41-16,0 40 0,0-40 0,-40 40 0,41 0 15,-1-40-15,0 40 0,-40 0 16,40 0-16,-40 0 0,40 0 0,-40 0 0,0 1 16,40 39-16,-40-40 0,0 0 0,0 0 0,40 0 15,-40 0-15,0 0 16,0 1-16,0-1 0,0 40 0,0-40 0,0 0 15,0 0-15,0 0 0,0 0 16,-40 0-16,40 41 0,-40-41 0,40 0 0,-40 0 16,40 0-16,-40 0 15,0 0-15,0 0 0,-1 1 0,1-1 0,-40 0 16,40-40-16,0 40 0,-40-40 16,-1 40-16,41-40 0,-40 40 0,40-40 0,0 0 15,0 0-15,-1 0 0,1 0 0,0 0 0,0 0 16,40-40-1,0 0-15,0 0 0</inkml:trace>
  <inkml:trace contextRef="#ctx0" brushRef="#br0" timeOffset="1210.0039">5818 1002 0,'0'0'0,"0"-40"31,0 0-15,40 40 15,-40 40-31,0 0 0,0 0 16,0 0-16,0 0 0,0 0 16,0 41-16,0-41 0,0 0 0,41 40 0,-41-40 15,0 40-15,0-39 0,40 39 0,-40-40 0,0 0 16,0 0-16,0 0 15,0 0-15,0 0 0,0 0 0,0 1 0,0-1 16</inkml:trace>
  <inkml:trace contextRef="#ctx0" brushRef="#br0" timeOffset="1599.9813">5778 922 0,'0'-40'32,"40"40"-32,0-40 31,41-41-15,-1 41-16,80 0 31,-39 0-16,39 40 1,-39 0 15</inkml:trace>
  <inkml:trace contextRef="#ctx0" brushRef="#br0" timeOffset="1999.8897">5899 1483 0,'0'0'16,"0"40"-1,-41-40-15,41-40 63,81 40-48,-41-40-15,0 40 16,0 0-16,0 0 16,40-40-16,-39 40 0,-1 0 0,40-40 0,-40 40 15,0 0-15,0 0 0,0 0 16,1-40-16,-1 40 0,0 0 0,0 0 0,0-40 16</inkml:trace>
  <inkml:trace contextRef="#ctx0" brushRef="#br0" timeOffset="2389.877">7383 1162 0,'0'41'16,"40"-41"15,1 0-15,-1 0-16,0-41 0,0 41 0,0 0 15,0-40-15,0 40 16,41-40-16,-41 40 0,0 0 0,0 0 0,40-40 16,-40 40-16,0 0 0,41 0 15,-41 0-15,0 0 0,0 0 0,40-40 0,-40 40 16,1 0-16,39 0 16,-40 0-16,0 0 0,0 0 0,0-40 0,0 40 15</inkml:trace>
  <inkml:trace contextRef="#ctx0" brushRef="#br0" timeOffset="2709.9165">8226 1082 0,'0'40'15,"-40"-40"17,40 40-17,0 1-15,0-1 0,0 0 0,0 0 16,0 0-16,0 40 15,0 0-15,40-39 0,-40 39 0,0 0 0,0 0 16,0 0-16,40-40 0,-40 41 16,0-1-16,0 0 0,40-40 0</inkml:trace>
  <inkml:trace contextRef="#ctx0" brushRef="#br0" timeOffset="3529.8686">9791 1764 0,'0'40'16,"-40"-40"-1,40 40-15,40-40 31,-40-40-31,40 40 0,0 0 0,-40-40 16,40 40-16,0-40 16,0 40-16,1-40 0,-1 40 0,0 0 0,0 0 15,0 0-15,40-40 16,-40 40-16,1 0 0,-1 0 0,0 0 0,40 0 16,-40 0-16,0 0 0,41 0 0,-41 0 0,0 0 15,0 0-15,0 0 16</inkml:trace>
  <inkml:trace contextRef="#ctx0" brushRef="#br0" timeOffset="3879.7765">10714 1323 0,'0'0'0,"40"0"47,0 0-47,-40 40 15,40 0 1,0-40-16,-40 40 0,40 0 0,1 0 15,-1 1 1,-40-1-16,40-40 0,-40 40 0,40 0 0,-40 0 16,40 0-16,-40 0 15,0 0-15,-80 0 0,40 0 16,0-40-16,-1 0 0,1 0 16</inkml:trace>
  <inkml:trace contextRef="#ctx0" brushRef="#br0" timeOffset="4939.7486">12600 1283 0,'-40'0'0,"40"40"32,0 0-17,0 0 1,0 0-16,0 0 0,0 0 0,40 1 0,-40-1 16,0 0-16,0 40 0,40-40 15,-40 0-15,0 40 0,0-40 0,0 1 0,0 39 16,0-40-16,40 0 15,-40 0-15,0 40 0,0-40 0,0 1 0,40-1 16</inkml:trace>
  <inkml:trace contextRef="#ctx0" brushRef="#br0" timeOffset="5319.7715">12519 1363 0,'0'-40'15,"0"80"-15,-40-120 0,40-81 16,0 121-16,40 0 0,41-40 16,79 40-1,41 80 16,-41 160-15,-79 81 0,-81 0 15,-161-121-15,41-39-1,-41-41 1,41-80 15,40 0-31</inkml:trace>
  <inkml:trace contextRef="#ctx0" brushRef="#br0" timeOffset="5599.7508">13643 1564 0,'40'0'15,"-80"0"-15,80 40 32,-40 0-32,0 40 31,40 120-16,0 1 1,-40-121 15</inkml:trace>
  <inkml:trace contextRef="#ctx0" brushRef="#br0" timeOffset="5789.679">13683 1443 0,'-80'0'31,"80"-40"-31,-40 40 0,40-40 16,0 0-1,40 40-15</inkml:trace>
  <inkml:trace contextRef="#ctx0" brushRef="#br0" timeOffset="6129.7172">14445 1363 0,'-80'80'15,"40"-80"17,40 40-32,-40 0 15,40 1 1,-40-41-16,40 40 0,0 0 0,0 0 16,0 0-16,0 0 0,40 0 15,-40 0-15,40-40 0,0 40 16,-40 0-16,40-40 0,-40 41 0,40-1 15,-40 0 1,0 0-16,-40-40 16,40 40-16,-40-40 15,40 40-15,-40-40 0,0 0 0,0 40 0,0-40 16,0 0-16,-1 0 0,1 0 16</inkml:trace>
  <inkml:trace contextRef="#ctx0" brushRef="#br0" timeOffset="6469.6956">15007 1523 0,'-40'0'16,"80"0"-16,-120 41 0,-40 39 15,80-80-15,40 80 16,0-40-16,0 0 16,0 40-1,40 1-15,0-1 16,160 40-1,1-80 17,-161-40-32</inkml:trace>
  <inkml:trace contextRef="#ctx0" brushRef="#br0" timeOffset="6769.6785">15529 1443 0,'40'80'16,"0"-80"-16,0 81 0,0-1 31,41 0-31,-41-40 16,0 121 0,-40-81-1,-40-80 16,0-40-15,0-81 0,80-39 15,0 120-15,160-40-16</inkml:trace>
  <inkml:trace contextRef="#ctx0" brushRef="#br0" timeOffset="7109.6618">16532 1644 0,'0'0'0,"40"0"16,0 0 15,81 0-15,-81-80-1,-40 39 17,0 1-17,-80 40 1,-41 40 0,41 121 15,80-41-16,80 0 1,0-79 15,41-41-31</inkml:trace>
  <inkml:trace contextRef="#ctx0" brushRef="#br0" timeOffset="7419.5688">17214 1042 0,'0'40'47,"0"0"-32,0 0-15,0 1 0,40-1 0,-40 40 0,40-40 16,-40 0-16,0 0 0,0 40 0,0-39 0,41-1 16,-41 0-16,40 0 0,-40 0 15,0 0-15,40 0 0,-40 0 0,0 0 0,0 0 16,40-40-1</inkml:trace>
  <inkml:trace contextRef="#ctx0" brushRef="#br0" timeOffset="7769.6207">17455 1884 0,'40'0'15,"40"0"-15,41-80 16,-81 80-16,120-120 31,-120 120-31,41-40 0,-1 0 16,0-81 0,-120 81-1,-40 80 16,-81 121-15,121-41 0,80-80 15,201-40-15,-40-40-16</inkml:trace>
  <inkml:trace contextRef="#ctx0" brushRef="#br0" timeOffset="8449.5798">19943 1243 0,'0'0'15,"-40"0"1,40 40 0,40 80-1,40 121 16,0-41-15,-80-39 0,40-41 15,-40-160-15,0-80-1,-80-121 1,-40-120 15,80 120-15,40 81-1,40 80 1,0 80-16,40 0 31,41 0-15,39 0-1,-120 0 1</inkml:trace>
  <inkml:trace contextRef="#ctx0" brushRef="#br0" timeOffset="8669.5672">20063 1604 0,'-40'40'16,"80"-80"-16,0 80 31,0-40-31,121-40 16,40 0 0,-81-1-1,-80 41-15</inkml:trace>
  <inkml:trace contextRef="#ctx0" brushRef="#br0" timeOffset="8929.553">21026 1483 0,'40'0'0,"-80"0"0,120 40 31,-80 1-31,41-1 16,-41 80-1,0-40 1,-121 0 15,-39-80-15,-1-80-1,161 0 1,40 0 15,121 0-15,-41-1-1</inkml:trace>
  <inkml:trace contextRef="#ctx0" brushRef="#br0" timeOffset="9299.4564">21187 1483 0,'0'0'0,"0"40"0,0 1 31,0-1-15,120 80-1,41 40 1,-41-79 15,-40-81-15,0-121 0,-80-39-1,0 80 16,0 40-15,0 80 0,0 40 15,0 40-15,41 41-1,39-81 1</inkml:trace>
  <inkml:trace contextRef="#ctx0" brushRef="#br0" timeOffset="9649.5101">22110 1483 0,'0'40'16,"40"-40"-1,0 0-15,80 161 32,1-41-17,-81 0 1,-40-39 0,-40-81 15,40-81-16,-40-79 1,80 40 15,120 40-15,1-41 0,-41 81-1</inkml:trace>
  <inkml:trace contextRef="#ctx0" brushRef="#br0" timeOffset="9829.4998">22992 1443 0,'0'40'16,"0"0"-1,0 1 1,0-1 0,41 80-1,-41-80-15,0 120 16,0-119-16,0 79 31</inkml:trace>
  <inkml:trace contextRef="#ctx0" brushRef="#br0" timeOffset="10009.4903">23073 1243 0,'0'0'16,"-81"-40"-1,81-41 1</inkml:trace>
  <inkml:trace contextRef="#ctx0" brushRef="#br0" timeOffset="10369.4674">23554 1764 0,'40'0'16,"-80"0"-16,161-40 15,-81 40-15,0-40 31,40-40-15,-80 40 0,-40 40 15,0 40-15,-40 40-1,39 40 1,41 41 15,41-81-15,39-40-1,0 0 1</inkml:trace>
  <inkml:trace contextRef="#ctx0" brushRef="#br0" timeOffset="10869.4381">24036 1684 0,'0'-40'0,"40"40"16,0 0-1,0 0 1,80 120 0,41 40-1,-81-39 16,-80-81-15,-40 0 0,0-40 15,40-160-15,40-41-1,40 81 1,1 80 15,39 0-15,-40-1-1</inkml:trace>
  <inkml:trace contextRef="#ctx0" brushRef="#br0" timeOffset="11619.3213">25962 962 0,'0'40'15,"40"-40"48,0 0-63,40 0 0,-40-40 15,1 40-15,39 0 16,-40 0-16,40 0 0,-40 0 0,41-40 0,-41 40 16,40 0-16,-40 0 0,40 0 15,-40 0-15,1 0 0,-1 0 0,0 0 0,0-40 16,0 40-16,0 0 0</inkml:trace>
  <inkml:trace contextRef="#ctx0" brushRef="#br0" timeOffset="11929.3768">26724 922 0,'0'0'15,"-40"0"1,40 40-1,0 0 1,0 120 0,-40 41-1,40 40 1,40-1 15,0-79-15,-40-121-16</inkml:trace>
  <inkml:trace contextRef="#ctx0" brushRef="#br0" timeOffset="12299.2791">27045 1644 0,'0'-40'31,"40"40"-31,0 0 16,1 0-16,-41 40 15,40-40-15,0 40 0,-40 0 0,40 0 0,0-40 16,0 40-16,-40 0 0,0 0 0,0 0 0,40-40 16,-40 41-16,0-1 15,0 0-15,0 0 0,-40-40 16,40 40-1,-40-40-15,40-40 32,0-40-32,0 40 0,0-1 15,0 1-15,0 0 0,40 0 16,0 0-16,-40 0 0,40 40 0,-40-40 16,41 40-16,-1-40 0,0 40 0,0-40 15,0 40 1,0 0-16,0 0 0,0 0 0,1 0 15</inkml:trace>
  <inkml:trace contextRef="#ctx0" brushRef="#br0" timeOffset="12709.3305">28249 1483 0,'0'0'16,"-80"40"-1,-1 81 17,1 39-17,80-40 1,40-79 0,0-41 15,1-121-16,-41-39 1,0 120 15,0 80-15,0 0 0,40 40-1,80 40 16,-80 1-15,0-81 0</inkml:trace>
  <inkml:trace contextRef="#ctx0" brushRef="#br0" timeOffset="13049.3105">28650 1564 0,'0'40'31,"0"0"-31,0 40 16,40 80-1,0-39 1,-40-81 15,0-80 0,0 0-31,81-1 32,-41 1-17,0 40 1,0 40 0,0 81 15,0-41-31</inkml:trace>
  <inkml:trace contextRef="#ctx0" brushRef="#br0" timeOffset="13349.2969">29413 1764 0,'0'0'0,"-40"0"16,-1 0-1,-79 40 1,120 121 0,40-41 15,81 0-15,-41-80-1,-80 0 1,-80 1 15,-1-1-15,41-40-16</inkml:trace>
  <inkml:trace contextRef="#ctx0" brushRef="#br0" timeOffset="13669.2747">29934 1764 0,'0'0'0,"-40"0"0,40 40 31,-40 80-16,80 41 1,-40-1 15,0 121-15,-120 0 0,-1 40-1,81-201 1</inkml:trace>
  <inkml:trace contextRef="#ctx0" brushRef="#br0" timeOffset="13889.2144">29533 2686 0,'0'0'0,"40"0"15,40 0 1,41-160 0,79 80-1,1-40 1,-121 39 0</inkml:trace>
  <inkml:trace contextRef="#ctx0" brushRef="#br0" timeOffset="14809.2078">30616 2045 0,'0'40'15,"0"-80"-15,0 120 16,41-80 0,-41 40-16,0 0 31,-81 40-16,1 1 1,0-81 15,80-81-15,0-39 0,120 40-1,1 0 16,-41 40-15,0 40 0,-40 40-1,0 80 17,0-40-17,-40 0 1,0-39 15,-40-41-15,40-121-1,81 1 1,-41 80-16,0-40 31,0 80-31,40-41 31,41 1-15,-81 40 0,0 0-1,-40 81-15,0-1 32,0-40-32,0 80 31,0-80-16,40-40 1,40-160 15,0 160-31,-39-40 16,-1 80 15,-40 0-31,0 80 31,0-80-15,80-80 0,0 0-1,0-40 1,-39 80 0,-1 0-1,0 160 1,-161 41-1</inkml:trace>
  <inkml:trace contextRef="#ctx0" brushRef="#br0" timeOffset="61606.4666">8427 3248 0,'40'0'31,"-40"40"1,0 0-17,0 0 1,0 0-16,0 0 0,0 1 0,0-1 15,0 0-15,40 0 0,-40 0 0,40 0 16,-40 0-16,40-40 16,-40 40-16,40-40 0,-40 40 0</inkml:trace>
  <inkml:trace contextRef="#ctx0" brushRef="#br0" timeOffset="61906.4098">8266 3288 0,'0'-40'16,"-40"40"-16,40-40 31,80 40-15,-80-40-16,80 40 15,-39-40 1,-1 40-16,0 0 0,0-40 0,40 40 0,-40-41 16,0 41-16,41 0 15,-41 0-15,0-40 0,0 40 0,0 0 16</inkml:trace>
  <inkml:trace contextRef="#ctx0" brushRef="#br0" timeOffset="62146.4346">8386 3930 0,'0'0'0,"0"40"16,41-40 31,-41-40-47,40 40 0,0-40 16,0 40-16,0 0 0,0 0 15,0 0-15,-40-40 0,40 40 0</inkml:trace>
  <inkml:trace contextRef="#ctx0" brushRef="#br0" timeOffset="62476.3432">9349 2887 0,'0'-40'15,"0"80"-15,-40-80 16,40 80 15,0 0-31,0 0 16,0 40-16,0-39 0,-40 39 0,40 0 0,0-40 15,-40 40-15,40 0 0,-40 1 16,40-41-16,0 40 0,0 0 0,-40-40 0,40 0 16,0 41-16,0-41 15,0 0-15,-40 0 0,40 0 0,0 0 0</inkml:trace>
  <inkml:trace contextRef="#ctx0" brushRef="#br0" timeOffset="62916.3134">9711 3489 0,'0'-41'16,"0"82"15,0 39-31,0-40 16,0 0-16,0 0 0,0 0 0,0 40 0,0-39 16,0-1-16,0 40 15,0-40-15,0 0 0,0 0 0,0 0 0,0 0 16,0 0-16,0 1 0</inkml:trace>
  <inkml:trace contextRef="#ctx0" brushRef="#br0" timeOffset="63216.3719">9711 3809 0,'0'-80'15,"0"160"-15,0-200 0,0 80 0,40-40 32,80-41-17,-40 121 1,-40 0-16,1 41 31,-1 119-15,-80-120-16,-41 0 0,41 40 15,0-39-15,-80 39 16,80-80-16</inkml:trace>
  <inkml:trace contextRef="#ctx0" brushRef="#br0" timeOffset="63776.3416">11396 3890 0,'0'40'15,"40"-40"1,0 0 0,-40-40-1,40 40-15,0-40 0,1-1 0,-1 1 16,0 0-16,-40 0 16,40 40-16,-40-40 0,0 0 0,0 0 0,0 0 15,0 0-15,0-41 16,0 41-16,-40 0 0,40 0 0,0-40 0,-40 40 15,40 0-15,-40 0 0,40-1 0,0 1 0,-41 0 16,1 40 0,40 40-16,-40 0 15,40 41 1,0-41-16,0 0 0,0 0 0,0 0 16,0 0-16,40 0 0,-40 0 15,40 0-15,-40 1 0,81-1 0,-41 0 16,0 0-16,0-40 0,-40 40 0,40-40 0,-40 40 15,40-40-15,-40 40 16,40 0-16,-40 0 16,-40-40-1,40 41-15,-80-41 0,80 40 0,-40-40 0,0 40 16,0-40-16,0 0 16,-1 40-16,1-40 0,0 0 0,0 0 15</inkml:trace>
  <inkml:trace contextRef="#ctx0" brushRef="#br0" timeOffset="64206.3136">12720 3328 0,'120'0'32,"-240"0"-32,401 40 15,-241 0-15,-40 0 16,40 81-1,-40-81-15,-80 80 16,40-80-16,0 0 0,-81 1 16,81-41-16,-40 0 15,40 0-15,-81-121 16,81 41 0,40 40-16,-40 0 15,40 0-15,0 0 0,40-41 16,81 41 15,-81 40-31,0 0 0</inkml:trace>
  <inkml:trace contextRef="#ctx0" brushRef="#br0" timeOffset="64486.2231">13683 2967 0,'0'0'16,"-40"0"-16,0 0 0,40 40 0,0 0 31,0 41-31,0 159 16,0-119-1,0-81-15,-40 200 16,40-159-16,0-1 0,-81 80 31,81-80-31,-80 121 0</inkml:trace>
  <inkml:trace contextRef="#ctx0" brushRef="#br0" timeOffset="64686.211">14084 3729 0,'-40'0'16,"0"80"-16,0-39 16,40-1-16,0 80 15,0-40-15,0-40 0,0 81 16,0-81-16,0 40 15</inkml:trace>
  <inkml:trace contextRef="#ctx0" brushRef="#br0" timeOffset="64976.2302">13964 4010 0,'0'-160'15,"0"320"-15,0-361 0,40 81 32,-40 80-32,40 40 0,0-40 15,81 40 1,-41 80 15,-80 81-15,-120-1-1,79-120-15,-119 40 16,120-40-16,0-40 0,0 0 16,-41 0-1</inkml:trace>
  <inkml:trace contextRef="#ctx0" brushRef="#br0" timeOffset="65616.1596">16492 3649 0,'0'-40'16,"0"80"-16,0-160 31,-40 120-31,0 0 15,40 40 17,-40 0-32,40 0 15,-81 0-15,81 0 0,0 0 16,0 0-16,-40 1 0,40-1 16,0 0-1,0 0-15,40-40 16,0 0-16,1-40 15,-41-40 1,0 39-16,0 1 0,0 0 0,0 0 16,0 0-1,0 0-15,0 80 63,40 0-63,0 0 15,-40 0-15,40 0 0,-40 1 0,40-1 16,0 0-16,-40 0 0,40-40 16,-40 40-16,40-40 0,-40 40 0,41-40 0,-41 40 15,40-40 1</inkml:trace>
  <inkml:trace contextRef="#ctx0" brushRef="#br0" timeOffset="65896.1397">16813 3609 0,'40'-40'16,"0"40"-16,0 0 31,-40 40-31,40 0 16,-40 0 0,41 0-16,-41 0 0,0 0 0,0 1 15,0-1-15,0 0 16,0 0-16,-41-40 0,1 0 15,40-40 1,0 0 0,0 0-16,0-1 0,0 1 0,0 0 0,40-40 15,-40 40-15,41 0 0,-1 0 16,0 0-16,0-1 0,0 1 0,0 0 0,0 40 16,-40-40-16,40 40 15,1 0-15,-1 0 0</inkml:trace>
  <inkml:trace contextRef="#ctx0" brushRef="#br0" timeOffset="66236.1199">17816 3769 0,'40'0'16,"0"0"-16,-40-40 16,121-40-1,-1-40 1,-40 80-1,-80-1 17,-40 41-32,0 0 15,-120 41 1,79 79 15,81-40-31,0 81 16,81-41 15,-1-80-31,121-40 31,-121 0-31</inkml:trace>
  <inkml:trace contextRef="#ctx0" brushRef="#br0" timeOffset="67196.0647">20505 3529 0,'0'0'0,"-41"0"0,-39 0 16,40 0-16,-80 40 15,-1 120 1,81 41 15,80-41-15,41-120 0,39-80 15,-40-160-16,-80-41 1,0 0 0,-40 41 15,40 160-31,0 80 31,0 0-15,0 0-16,0 161 31,0-81-31,40 121 31,0-201-31,41 80 16,-41-80-16,0-40 16,0 0-16,0 0 0,-40-40 15,40 40 1,-40-40-16,40 0 0,-40 0 0,40 0 15,-40-1-15,0 1 0,41 0 0,-41 0 16,0 0-16,0 80 47,0 0-31,0 0-1,0 0-15,0 1 0,0-1 0,0 0 16,0 0-16,40-40 0,-40 40 0,0 0 15,40 0-15,0-40 16,-40 40-16</inkml:trace>
  <inkml:trace contextRef="#ctx0" brushRef="#br0" timeOffset="67356.1303">20745 3529 0,'-80'-40'32,"160"80"-32,-200-80 0,80-1 15,120 41 1</inkml:trace>
  <inkml:trace contextRef="#ctx0" brushRef="#br0" timeOffset="67706.1082">21789 3529 0,'0'0'16,"-81"-40"0,-39-1-1,40 122 1,40 119-1,40-120 1,120 41 0,0-1 15,-80-80-15,-40 0-1,-200-40 1,79 0 15,81 0-31</inkml:trace>
  <inkml:trace contextRef="#ctx0" brushRef="#br0" timeOffset="68006.0899">22350 3489 0,'-80'40'31,"40"-40"-31,40 40 0,-80 0 16,40 80-1,0 1 1,80-41 15,-40-40-31,120-40 16,-80 0-16,0 0 0</inkml:trace>
  <inkml:trace contextRef="#ctx0" brushRef="#br0" timeOffset="68306.0729">22591 3609 0,'-40'0'16,"80"0"-16,-40 0 31,40 40-15,81 80-1,-81-39 1,0 39-1,-40-40 1,-40-80 15,0-160-15,80-41 0,0 161-1,120-40 1,-79 80-1</inkml:trace>
  <inkml:trace contextRef="#ctx0" brushRef="#br0" timeOffset="68585.9818">23273 3809 0,'40'0'15,"-40"-40"-15,41 40 0,-1 0 0,0 0 16,0-40-16,0 40 0,0-40 0,0 40 0,0-40 15,1 40-15,-1-40 16,-80 40 15,40 40-15,-41-40-16,1 40 16,0-40-16,40 40 0,0 0 0,-40-40 15,0 40-15,40 1 0,0-1 16,40 0-1,0-40-15,0 0 16,-40 40-16,40-40 16,1 0-16,-1 0 0,0 0 0</inkml:trace>
  <inkml:trace contextRef="#ctx0" brushRef="#br0" timeOffset="68855.9691">24156 3208 0,'0'0'16,"-40"40"-1,40 0 1,0 0-16,0 0 0,0 0 15,0 0-15,0 1 0,0-1 0,0 40 0,0-40 16,0 0-16,40 0 16,-40 0-16,0 0 0,40 1 0,-40-1 0,0 0 15,0 0-15,0 0 0,0 0 16,40-40-16</inkml:trace>
  <inkml:trace contextRef="#ctx0" brushRef="#br0" timeOffset="69255.9589">24116 3809 0,'0'-40'16,"40"40"0,121-40-1,-81 0-15,80 40 31,-120 0-31,1 0 0,-1 0 16,0-40 0,-80 40 31,0 0-32,40 40-15,-41-40 16,41 40-16,0 0 31,0 0-31,41-40 16,-41 41-1,40-41-15,0 40 0,0-40 16,0 0 0</inkml:trace>
  <inkml:trace contextRef="#ctx0" brushRef="#br0" timeOffset="69436.01">25400 4090 0,'0'-40'31</inkml:trace>
  <inkml:trace contextRef="#ctx0" brushRef="#br0" timeOffset="73955.7096">3973 7459 0,'-41'0'421,"41"-40"-264</inkml:trace>
  <inkml:trace contextRef="#ctx0" brushRef="#br0" timeOffset="75765.64">3732 3408 0,'0'40'15,"-40"-40"32,80 0 62,-40 41-93,40-41-16,0 0 16,0 0-16,0 0 15,0 0-15,1 0 0,-1 0 0,0 0 0,0 0 16,0 0-16,0-41 16,0 41-16,0 0 0,-40-40 0,41 40 0,-1 0 15,0 0-15,0 0 0,0 0 16,0 0-1,0 0-15,0-40 0,1 40 16,-1 0 0,0 0-16,0 0 0,0-40 0,0 40 15,0 0-15,0-40 0,1 40 16,-1 0-16,0-40 0,0 40 0,0 0 16,0 0-16,0 0 15,0 0-15,1 0 16,-1 0-16,0 0 31,0 0-31,0 0 0,0 0 16,0-40-16,0 40 15,1 0-15,39 0 0,-40-40 0,0 40 0,0 0 16,0 0-16,0-40 0,1 40 16,-1 0-16,0 0 0,0 0 15,-40-40 1,40 40-1,40 0 1,-40-41-16,1 41 16,-1-40-16,0 40 0,0 0 0,0 0 15,0 0-15,40 0 16,-39 0-16,-1-40 0,0 40 0,0 0 16,0 0-16,0 0 15,0 0 1,0 0-1,-40-40 1,41 40-16,-1 0 0,0 0 16,0 0-1,-40-40-15,40 40 0,0 0 0,0 0 32,0 0-32,1 0 31,-1 0-16,0 0-15,0 0 16,0 0 0,0 0-16,0 0 15,1 0-15,-1 0 16,-40-40-16,40 40 16,0-40-1,0 40-15,0-40 16,0 40-16,0 0 15,1 0 1,-1 0 0,0 0-1,0 0-15,0 0 16,0 0 0,0 0-16,0 0 0,1 0 0,-1 0 15</inkml:trace>
  <inkml:trace contextRef="#ctx0" brushRef="#br0" timeOffset="82605.1606">5698 7820 0,'0'40'234,"0"0"-218,40-40-16,-40 40 0,40 0 0,0-40 16,-40 40-16,40 1 0,1-41 15,-1 40-15,0 0 0,0 0 0,40 0 0,-40 0 16,0 0-16,41 0 16,-41 0-16,40 1 0,-40-41 0,0 40 0,41 0 15,-41 0-15,0 0 0,0 0 0,0 0 0,0-40 16,0 40-16,0 0 0,1 0 15,-1-40-15,-40 41 0,40-41 0,-40 40 16,40-40-16,0 40 16,0-40-16,-40 40 0,40 0 15</inkml:trace>
  <inkml:trace contextRef="#ctx0" brushRef="#br0" timeOffset="83425.1884">7263 7740 0,'0'0'0,"0"-40"15,-40 40 63,0 40-46,40 0-17,0 0 1,-41-40-16,1 40 0,40 0 0,-40-40 0,0 40 16,0 0-16,0 41 0,0-41 0,-41 0 0,41 0 15,0 0-15,-40 40 16,40-40-16,0 0 0,-41 1 0,41 39 0,0-40 15,0 0-15,0 0 0,-40 0 16,40 0-16,-1 0 0,1 0 0,0 1 0,-40 39 16,40-40-16,0 0 15,-41 0-15,41 0 0,0 0 0,0 0 0,0 1 16,0-1-16,0-40 16,40 40-16,0-80 46,40 40-30,-40-40 15</inkml:trace>
  <inkml:trace contextRef="#ctx0" brushRef="#br0" timeOffset="85125.0899">8587 7419 0,'-40'0'63,"40"40"-48,-40-40-15,0 40 16,0 0-16,-1-40 0,41 40 0,-40 0 15,40 1-15,-40-1 16,0 40-16,40-40 0,-40 0 0,40 40 0,-40-40 16,40 0-16,0 1 0,-40 39 15,40-40-15,0 0 0,0 0 0,0 0 0,0 0 16,0 0-16,0 1 16,0-1-16,0 0 0,40 0 0,-40 0 0,0 0 15,40 0-15,-40 0 0,40 0 0,-40 0 16,40 1-16,-40-1 15,40 0-15,-40 0 0,40-40 0,1 40 0,-1 0 32,0-40-32,0 0 15,0 0 1,-40-40 0</inkml:trace>
  <inkml:trace contextRef="#ctx0" brushRef="#br0" timeOffset="85545.0634">9349 7860 0,'0'0'16,"0"40"0,0 0-1,0 0 1,0 41-1,0 119 1,0-39 15,0 39-15,0-120 0,41 0-1,-41-39-15,40-41 16</inkml:trace>
  <inkml:trace contextRef="#ctx0" brushRef="#br0" timeOffset="86065.0324">10112 7900 0,'0'-40'16,"0"80"-16,40-80 31,-80 40-31,0 0 16,0 80 0,-1-40-1,-79 81 1,-81-1-1,1 0 17,120-80-17,80 1 1,0-82 31,40 41-47,0 0 15,0 0 1,-40-40-16,40 40 0,0 0 16,0 0-16,0 0 15,1 0-15,-1 0 0,-40 40 0,40-40 16,0 0-16,-40 41 16,40-41-16,0 0 0,0 40 0,0 0 15,1-40-15,-1 40 0,0-40 16,0 0-16,0 40 15,0-40-15,0 0 16</inkml:trace>
  <inkml:trace contextRef="#ctx0" brushRef="#br0" timeOffset="86445.0116">10874 7459 0,'40'0'32,"-40"40"-32,81-40 15,39 120 1,-120-79-16,120 159 16,-79 1-1,-122 160 1,-200 160 15,41-280-31</inkml:trace>
  <inkml:trace contextRef="#ctx0" brushRef="#br0" timeOffset="92674.6457">9711 9665 0,'0'0'0,"0"40"125,0 0-110,0 0-15,0 0 0,0 0 16,0 0-16,0 1 15,-41-1-15,41 0 0,-40 0 16,40 0-16,0 0 16,0 0-16,0 0 0,0 0 15,0 0-15,0 1 16,0-1-16,0 0 16,0 0-1,0 0 1</inkml:trace>
  <inkml:trace contextRef="#ctx0" brushRef="#br0" timeOffset="93174.6182">9590 9785 0,'-40'0'16,"40"40"-1,-40-40 1,40 40-16,0 0 0,-40-40 15,40 41-15,-40-41 16,40 40-16,-40-40 16,40-40 15,0-1-15,40 1-1,-40 0-15,40 40 0,-40-40 16,0 0-16,40 40 15,-40-40-15,40 0 0,0 80 63,0 0-63,0-40 16,-40 40-16,41-40 0,-41 40 15,40-40-15,0 0 16,-40 40-16,40 0 0</inkml:trace>
  <inkml:trace contextRef="#ctx0" brushRef="#br0" timeOffset="94484.4647">5939 12111 0,'-81'0'16,"41"0"-16,0 0 15,-40 0 1,40 40 15,40 0-31,0 41 16,0-41-16,-40 0 0,40 0 15,0 0-15,0 40 16,40-40-16,0 0 0,0-40 31,40 41-31,-40-41 31,1-121-15,-41 81 0,0 0-16,0-80 15,0 40-15,0-41 16,0 81-16,0-40 16,0 40-16,-41-81 15,41 81 1,0-40-1,0 40 1,0 0 15,-40 40-31,40 40 94,0 0-78,0 0-16,0 0 15,0 0-15,40 1 16,-40-1-16,0 0 0,0 0 16,0 0-16,41-40 0,-41 40 0,0 0 0,40 0 15,-40 0-15,40-40 16,-40 41-16,40-1 0,-40 0 0,0 0 15,40 0-15,-40 0 16,0 0-16,40 0 0,-40 0 16,40-40-16,-40 40 15,40-40-15,-40 41 0</inkml:trace>
  <inkml:trace contextRef="#ctx0" brushRef="#br0" timeOffset="94754.5264">6420 11991 0,'0'0'16,"40"0"15,0 0-31,1 80 15,-1-40-15,-40 0 16,40 0-16,-40 41 31,0-41-31,0 0 0,0 0 0,0 0 16,0 0 0</inkml:trace>
  <inkml:trace contextRef="#ctx0" brushRef="#br0" timeOffset="94934.5122">6661 11871 0,'-40'-41'15,"80"82"-15,-160-122 16</inkml:trace>
  <inkml:trace contextRef="#ctx0" brushRef="#br0" timeOffset="95324.4171">7223 11710 0,'-40'40'31,"-1"0"-31,1 0 16,40 1-16,-40-1 15,40 0 1,0 0-16,0 0 15,40-40 1,-40 40-16,40-40 0,-40 40 0,41 0 16,-1-40-1,-40 40-15,40 1 16,-40-1-16,0 0 16,-40 0-1,0 0 1,-1-40-1,41 40-15,-40-40 0,0 0 16,0 0-16</inkml:trace>
  <inkml:trace contextRef="#ctx0" brushRef="#br0" timeOffset="95664.4691">7865 11670 0,'-40'40'0,"80"-80"0,-120 120 31,80-40-31,-81 41 16,81-41 0,0 0-16,0 40 15,0-40-15,0 0 16,40 40 0,81-80-1,-81 0-15</inkml:trace>
  <inkml:trace contextRef="#ctx0" brushRef="#br0" timeOffset="95994.4534">8106 11790 0,'80'0'16,"-40"0"-16,0 0 15,80 40 17,-79 41-17,-1 39 1,-80-40 0,-41-80 15,41-40-16,40-40 1,0 40 0,0 0-16,80 0 15,-39-1-15,-1 41 0,0-40 16</inkml:trace>
  <inkml:trace contextRef="#ctx0" brushRef="#br0" timeOffset="96354.4293">8948 11670 0,'40'0'32,"0"0"-32,1 0 0,-1 0 15,0 0 1,-40-40-1,-40 40 32,0 40-31,-1-40-16,41 40 16,-40 0-16,40 0 15,0 0-15,-40-40 0,40 41 16,0-1-1,40 0-15,0-40 16,1 40 0,-1-40-16,0 0 0,0 0 15,0 0 1,0 0-16</inkml:trace>
  <inkml:trace contextRef="#ctx0" brushRef="#br0" timeOffset="96604.4145">9510 11349 0,'0'40'47,"40"0"-31,-40 1-16,0-1 15,0 0-15,0 0 0,0 0 0,0 0 0,40 0 16,-40 0-16,0 0 16,0 0-16,0 1 0,0-1 15,0 0-15,0 0 16</inkml:trace>
  <inkml:trace contextRef="#ctx0" brushRef="#br0" timeOffset="97004.3206">9550 11710 0,'40'0'0,"0"-40"0,0 40 16,1 0-16,-1 0 15,0-40-15,0 40 0,0 0 0,0 0 0,-40-40 16,40 40-16,0 0 15,1 0-15,-41-40 0,40 40 0,0-40 16,-40 0 0,40 40-16,-40-41 15,-40 41 17,-40 41-17,39-1-15,1-40 16,40 40-16,0 0 0,-40-40 0,40 40 15,0 0 1,0 0-16,40-40 0,-40 40 0,81-40 16,-41 40-16,0-40 0,0 0 15,0 0-15,0 0 0,0 0 0,0 0 0,1 0 16,39 0-16,-40 0 0,0 0 0,0 0 0,0 0 16</inkml:trace>
  <inkml:trace contextRef="#ctx0" brushRef="#br0" timeOffset="97804.3458">5979 13715 0,'0'0'0,"0"41"16,0-1 0,40-40-1,-40 40-15,40 0 0,-40 0 0,40 0 0,-40 0 16,40 0-16,-40 0 0,0 0 15,0 1-15,40-1 0,-40 0 0,41-40 16,-41 40-16,0 0 16,40-40-1,-80-40 17,-1 0-32,1 0 0,40 0 15,-40-1-15,40 1 16,-40 0-16,40 0 0,-40 40 0,40-40 0,0 0 15,-40 0-15,40 0 0,0 0 16,0 0-16,0-1 0,0 1 0,0 0 16,0 0-1,0 0-15,0 0 0,0 0 0,0 0 0,0 0 16,0-1-16,0 1 0,0 0 0,40 0 16,0 0-1,0 40-15,0 0 0,0 0 16,1 40-1,-41 0-15,40 0 0</inkml:trace>
  <inkml:trace contextRef="#ctx0" brushRef="#br0" timeOffset="98334.2384">5899 14116 0,'-41'0'16,"41"-40"-1,41 40-15,119-40 16,-120 0-16,0 0 16,0 40-16,41-40 15,-1-40 16,-40 0-15,0 39 0,40 41 15,1 161-15,39-41-1,-80-40 1,-40 1 15,-40-81-15,-80-81-1,80-119 1,120 80 15,-40 79-31,-40 1 0,120-40 31,-80 80-31,1 0 0,-1 0 16,0 0-16</inkml:trace>
  <inkml:trace contextRef="#ctx0" brushRef="#br0" timeOffset="98654.295">7223 13715 0,'40'0'15,"-40"-40"-15,40 40 16,0-40-16,0 40 0,0-40 0,1 40 16,-1-40-16,0 0 15,-40 0 1,0 0-16,-40 40 16,0 0-1,-1 0-15,1 0 16,40 40-16,-40-40 0,0 0 15,0 40-15,40 0 0,-40 0 16,40 0 0,-40-40-16,40 40 0,0 0 0,0 1 15,40-41-15,0 40 0,0-40 16,40 40 0,-40-40-16,1 0 0,-1 0 0,0 0 15,0-80 1,0 80-16</inkml:trace>
  <inkml:trace contextRef="#ctx0" brushRef="#br0" timeOffset="99334.2556">8025 13354 0,'-80'81'31,"160"-162"-31,-200 242 16,120-121-1,0 0-15,40-40 16,0 0 0,0 0-1,-40-40 1,40 0-16,-40 0 16,0 0-16,0 0 15,0-1 1,0 82 31,0-1-32,0 0-15,0 0 0,0 0 16,0 0-16,0 0 0,0 0 0,0 0 0,0 1 16,0-1-16,0 40 15,0-40-15,0 0 0,0 0 0,0 0 0,0 0 16,0 0-16,0 1 0,0-1 15,0 0-15,0 0 0,0 0 16,0 0 0,0-80 46,0 0-46,41 0-16,-41 0 0,0 0 15,80-1-15,-80 1 16,40 40-16,-40-40 0,40 0 0,-40 0 0,40 40 16,-40-40-1,40 40-15,-40-40 0,40 40 16</inkml:trace>
  <inkml:trace contextRef="#ctx0" brushRef="#br0" timeOffset="99704.1773">9109 13074 0,'0'0'0,"0"40"0,-40-40 0,-1 40 16,1-40 0,40 40-16,-40-40 0,40 40 0,0 0 15,-40-40-15,40 40 0,0 0 0,-40-40 0,40 41 16,0-1-16,0 0 16,0 0-16,0 0 0,40-40 15,-40 40-15,40-40 16,0 40-16,0-40 0,1 40 15,-1-40-15,0 0 16,0 0-16,0 0 0,0 0 16</inkml:trace>
  <inkml:trace contextRef="#ctx0" brushRef="#br0" timeOffset="100074.2119">9630 13274 0,'0'0'0,"40"-40"16,1 0 0,39 40-1,-40 40 17,-40 0-32,40 40 15,-40-39-15,0-1 0,-80 0 16,40 40 15,0-80-31,-41 0 16,41 0-16,0 0 15,40-80 1,0 40-16,0-41 31,40 41-15,0 0-16,0 40 15,-40-40-15,41 40 0,-1 0 16</inkml:trace>
  <inkml:trace contextRef="#ctx0" brushRef="#br0" timeOffset="100724.1738">10152 13034 0,'0'40'31,"40"-40"-31,0 80 31,81 80-15,-121-120-16,0 1 0,0-1 0,0 40 31,0-40-15,-41-40-1,41-80 17,0-41-17,41 81-15,-1 40 0,0-40 32,0 40-32,0 0 0,-40 40 15,40 41 1,0-81-16,0 120 31,-40-80-31,0 0 0,-40-40 31,40-40-15,0 0-16,0 0 16,40-121-1,41 41 16,-41 80-31,0 0 32,0 40-32,0 0 15,0 0-15,1 40 0,-41 0 16,0 0 0,0 0-16,0 0 15,0 0-15,0 41 16,0-41 15,40 0 0</inkml:trace>
  <inkml:trace contextRef="#ctx0" brushRef="#br0" timeOffset="100994.1579">11356 13194 0,'-40'0'15,"40"40"-15,0 0 32,0 0-32,0 81 15,0-81-15,40 80 16,0 81 15,-40-81-15,0-40-1</inkml:trace>
  <inkml:trace contextRef="#ctx0" brushRef="#br0" timeOffset="101314.0637">11276 13395 0,'0'-41'0,"0"82"0,0-122 15,0 41-15,40-80 16,0 40 0,120 40-1,-79 0 1,-1 120 15,-80 40-15,-40 0-1,0-120 1,-1 40-16,1 1 16,-80-41-1,80 0-15,0-81 31,40 41-31,0 0 0</inkml:trace>
  <inkml:trace contextRef="#ctx0" brushRef="#br0" timeOffset="101684.0434">11797 13074 0,'80'0'31,"-80"40"-31,41-40 0,-1 0 16,0 40-1,0-40-15,-40 40 0,0 0 0,40 0 16,-40 0-16,0 0 16,-40 1-1,0-41 1,0 0-1,0 0-15,-1 0 0,1 0 16,40-41 0,-40 41-16,40-40 0,-40 0 0,40 0 15,0 0-15,0 0 0,0 0 16,0 0-16,40 40 16,-40-40-16,40 0 0,0 40 15,1 0 1,-1 0-16,0 0 0,0 0 15</inkml:trace>
  <inkml:trace contextRef="#ctx0" brushRef="#br0" timeOffset="102064.0951">12078 12994 0,'0'-41'15,"40"41"16,0 0-31,-40 41 0,40-41 0,1 80 16,-1-80-16,-40 40 16,0 0-16,40 0 0,0-40 0,-40 40 0,0 0 15,0 0 1,0-80 15,0 0-15,0-40-16,0 40 15,40 0-15,-40 0 16,40 40-16,0 0 16,0 0-1,-40 40-15,0 0 16,41-40-16,-41 40 0,0 0 0,40 0 31,-40 0-31,0 0 16,0 0-1,0 1 1</inkml:trace>
  <inkml:trace contextRef="#ctx0" brushRef="#br0" timeOffset="102384.0045">12881 13234 0,'0'0'31,"0"-120"-15,120 0-1,-80-1 1,-40 81 0,-40 40-1,40 40 1,-80 40-1,80-39 1,0 79 0,40 40-1,0-80 1,0-80-16,-40 41 16</inkml:trace>
  <inkml:trace contextRef="#ctx0" brushRef="#br0" timeOffset="102744.0552">13161 12873 0,'0'0'0,"41"0"16,-1 40 0,0 0-1,40 81 16,-80-81-15,0-80 0,0 0-1,40-41 1,0 41 0,41 40 15,-81 121-16,0-41 1,-41 0 0,41 0-1,0-40 1</inkml:trace>
  <inkml:trace contextRef="#ctx0" brushRef="#br0" timeOffset="102994.0419">13964 12472 0,'0'0'15,"-40"0"-15,0-40 32,80 40-17,0 40 1,40 201-1,-40-1 1,-40-79 15,0-81-15</inkml:trace>
  <inkml:trace contextRef="#ctx0" brushRef="#br0" timeOffset="103154.0333">13964 12913 0,'0'40'0,"0"-80"0,-40 80 15,40-80 1,40 40-16,-40-40 0,40 0 16,0 0-16,0 0 0,0 0 0,1 40 15,-41-40-15,40 40 16</inkml:trace>
  <inkml:trace contextRef="#ctx0" brushRef="#br0" timeOffset="104153.9734">13081 8020 0,'-40'0'16,"40"-40"-16,0 0 31,40 40-31,-40-40 16,80 40-16,-39 0 0,-1-40 0,0 40 0,40 0 15,-40-40-15,0 40 0,41 0 0,-41 0 0,0 0 16,0 0-16,0 0 0,0 0 16,0 0-16,0 0 0,1 40 15,-1-40-15,0 0 16</inkml:trace>
  <inkml:trace contextRef="#ctx0" brushRef="#br0" timeOffset="104393.959">13402 8341 0,'-120'40'16,"240"-80"-16,-280 80 16,200-40-16,40-40 15,-40 40-15,40 0 0,-39-40 0,-1 40 0,40 0 16,-40 0-16,40-40 16,1 40-16,-41-40 0,40 40 0,0 0 0,-40-40 15</inkml:trace>
  <inkml:trace contextRef="#ctx0" brushRef="#br0" timeOffset="106243.8535">19662 6697 0,'0'-40'16,"0"0"46,-40 40-62,0 0 16,0-40-16,-1 40 15,1 0-15,0 0 16,0 0-16,0 0 0,-40 0 0,40 0 0,-41 0 16,41 40-16,-40-40 15,40 0-15,-40 40 0,39-40 0,-39 40 0,0-40 16,40 40-16,-40-40 0,-1 0 0,41 40 0,-40-40 16,40 0-16,-40 0 0,39 40 15,1-40-15,0 0 0,0 0 0,0 40 0,0-40 16,0 0-16,-1 0 15,1 0-15,0 0 0,0 41 0,0-41 16,0 0 0,80 0 46,0 0-62,0 0 16,0 40-16,0-40 0,1 0 0,-1 40 15,0-40-15,40 0 0,-40 0 16,0 0-16,41 40 0,-41-40 0,0 0 0,0 40 16,0-40-16,0 40 0,0-40 15,-40 40-15,41-40 0,-1 40 0,0-40 16,0 40-16,0-40 0,0 0 0,-40 40 16,40-40-16,0 0 15,-40 41 1,0-1-1,0 0-15,-80-40 16,80 40-16,0 0 16,-40-40-16,0 40 0,0 0 0,0 0 15,0 0-15,-1-40 0,1 41 16,40-1-16,-40-40 16,0 40-16,0 0 0,0-40 0,0 40 0,0 0 0,-1 0 15,1-40-15,0 40 16,0 0-16,0 0 0,0 1 0,0-41 15,-1 40-15,1 0 0,0-40 16,0 40-16,0-40 0,40 40 16,-40-40-16,0 40 15,0 0-15,-1-40 0,41 40 16,-40-40-16,0 40 0,0-40 16,40 41-1,-40-41-15,80 0 110,0 0-110,0 0 15,0 0-15,1 0 16,-1 0-16,0 0 15,0 0-15,0 0 16,0 0-16,0 0 0,0 0 0,1 0 0,-1 0 16,0 0-16,0 0 15,0 0-15,40 0 0,-39 0 0,39 0 0,-40 0 0,40 0 16,-40 0-16,41 0 0,-41 0 0,40 0 0,-40 0 16,40 0-16,1 0 15,-41 0-15,40 0 0,-40 0 0,40 0 0,1 0 16,-41 0-16,40 0 0,-40 0 15,40 0-15,-40-41 0,41 41 0,-41 0 0,0 0 16,40 0-16,-40 0 16,0 0-16,1-40 0,-1 40 0,0 0 0,0 0 15,0 0-15,0-40 0,0 40 0,0 0 0,1 0 16,-1 0-16,0 0 0,0 0 16,0 0-16,0 0 15,-40 40 63,0 0-62,-40-40-16</inkml:trace>
  <inkml:trace contextRef="#ctx0" brushRef="#br0" timeOffset="106733.7564">17776 9184 0,'0'0'0,"0"-41"31,80 41-15,-80 41 15,0-1-31,-40 160 32,40 81-17,40 0 1,-40-241-1,40 80 1,0-120 15</inkml:trace>
  <inkml:trace contextRef="#ctx0" brushRef="#br0" timeOffset="107193.7959">18378 9344 0,'0'-40'16,"-40"40"-16,40-40 15,-80 80 1,80 0 0,-121 80-1,1 1 1,-81-41 15,81-40-15,39-40-1,41 0 1,80-40 15,41 40-15,39 0-1,41 80 17,-81 40-17,-40-80-15,0 81 32,0-81-17,41-40 1,-41 0-1,0 0-15</inkml:trace>
  <inkml:trace contextRef="#ctx0" brushRef="#br0" timeOffset="107423.7063">18739 9665 0,'0'-40'16,"0"0"0,40 40-1,0 0-15,0 0 0,1-41 16,-1 41-16,0 0 16,0 0-16,0 0 0,0 0 0,0 0 15,0 0-15,1 0 0,-1 0 16,0 0-16,0 0 15</inkml:trace>
  <inkml:trace contextRef="#ctx0" brushRef="#br0" timeOffset="107653.768">18980 9865 0,'0'0'16,"-40"0"-16,0 0 15,80 0 17,0 0-17,0 0-15,0 0 0,0 0 16,0 0-16,0 0 16,1 0-16,-1 0 0,0 0 0,0 0 15,0 0-15,0-40 0,0 40 16</inkml:trace>
  <inkml:trace contextRef="#ctx0" brushRef="#br0" timeOffset="108033.7452">20184 9504 0,'0'0'16,"-121"-40"-1,1 40 16,80 121-15,40-1 0,40-40-1,80-40 17,41-40-17,-41-80 1,-120-40 15,-40-1-15,0 41-1,-81 80 1,81 0 15</inkml:trace>
  <inkml:trace contextRef="#ctx0" brushRef="#br0" timeOffset="108743.6303">18017 5855 0,'0'40'0,"-40"-40"32,40 40-17,0 0 1,0 0-16,0 0 0,0 0 15,0 1-15,0-1 16,0 0-16,0 0 0,0 0 16,0 0-16,-41 0 15,41 0-15,-40-40 16</inkml:trace>
  <inkml:trace contextRef="#ctx0" brushRef="#br0" timeOffset="109033.6178">18057 5895 0,'0'40'47,"0"0"-32,0 0 1,0 0-16,40 0 0,0 1 16,0-1-16,0 0 0,1 0 15,-1 0 1,0-40-16,0 0 0,0 0 16,0 0-1,-40-40-15,40 40 0</inkml:trace>
  <inkml:trace contextRef="#ctx0" brushRef="#br0" timeOffset="109293.6715">18739 5775 0,'-40'0'16,"80"0"-16,-80-41 15,0 41-15,40 41 16,0-1 15,0 80-15,-40 0 0,-41 41-1,81-81 1</inkml:trace>
  <inkml:trace contextRef="#ctx0" brushRef="#br0" timeOffset="109593.6539">19020 6095 0,'0'-40'16,"-40"40"15,120 0-15,-40 0-1,0-40-15,0 40 0,41 0 16,-41 0 0,0 0-16,0-40 0,0 40 0,0-40 15</inkml:trace>
  <inkml:trace contextRef="#ctx0" brushRef="#br0" timeOffset="109823.5687">19822 5494 0,'0'0'16,"0"40"0,0 40-1,0-40-15,0 0 0,0 41 0,0-1 0,0-40 16,0 40-16,0 0 0,0 1 15,0-41-15,0 40 0,0-40 0,0 40 0,0-40 16,0 0-16,0 41 16,0-41-16</inkml:trace>
  <inkml:trace contextRef="#ctx0" brushRef="#br0" timeOffset="111503.4732">20986 7018 0,'-40'-40'31,"40"0"-31,40 40 16,40 0-16,-40 0 15,1 0-15,-1 40 0,0-40 16,-40 40-16,40 0 15,0 0-15,-40 0 0,0 0 0,40 0 0,-40 0 16,0 1-16,0-1 0,0 0 16,0 0-16,0 0 0,0 0 0,0 0 0,0 0 15,-40 0-15,40 1 0,-40-41 0,40 40 0,-40 0 16,0-40 0,40 40-16,-40-40 0,-1 0 15,41-40 16,0 0-15,0 0-16,41 40 0,-41-41 0,40 1 16,40 0-16,-80 0 0,40 0 0,0 40 15,0-40-15,0 0 0,-40 0 16,41 0-16,-1-1 0,0 41 0,0-40 0,0 0 16,0 0-1,0 0-15,-40 0 0,40 40 0,-40-40 16,0 0-16,-40 40 62,0 0-46,40 80-16,-40-40 16,0 0-16,40 0 0,-40 0 0,40 0 15,-40 1 1,40-1-16,0 0 0,0 40 0,0-40 0,-40 0 15,40 0-15,0 0 0,0 1 16,0-1-16,0 0 0,80-40 16,-80 40-16,40-40 0,0 0 0,0 0 15,0 0-15,0 0 16,1 0-16,-1 0 0,0 0 0,0 0 0,0 0 16,0 0-16</inkml:trace>
  <inkml:trace contextRef="#ctx0" brushRef="#br0" timeOffset="111873.5204">22511 6857 0,'-40'-40'0,"80"80"0,-120-120 16,40 80-1,40 40 1,-81 161 0,41 39-1,40 1 16,80-80-15,41-1 0,-1-120-1,1-40 1</inkml:trace>
  <inkml:trace contextRef="#ctx0" brushRef="#br0" timeOffset="112313.4974">22832 7058 0,'0'-40'15,"0"80"-15,40-80 16,-40 80-16,80 0 31,1 161-15,-41-1-1,-40-39 17,0-121-17,0-121 1,40-119 0,80-1 15,-80 81-16,41 120 1,-1 80 0,40 121 15,1-1-15,-81-39-1,-121-81 16,41-80-31</inkml:trace>
  <inkml:trace contextRef="#ctx0" brushRef="#br0" timeOffset="112573.4798">24116 6817 0,'0'-40'16,"0"80"-16,80-120 16,-40 80-16,41 0 15,79 241 1,-120 80 15,-80-1-15,-161-79-1,1-121 1</inkml:trace>
  <inkml:trace contextRef="#ctx0" brushRef="#br0" timeOffset="113393.4313">25400 7419 0,'0'0'0,"-40"0"31,40-40-15,120 0-1,-39 40 17,-1-40-17,0-1 1,-40-39 0,-40-40 15,-80 40-16,-121 80 1,41 80 0,39 80 15,41 1-15,80 79-1,80-79 16,81-81-15,-1-40 0,-39-40-1,-1 0 17,-80 0-32</inkml:trace>
  <inkml:trace contextRef="#ctx0" brushRef="#br0" timeOffset="114473.3688">26162 6336 0,'-40'0'15,"0"0"1,0 0 62,80 0-31,0 0-31,0 0-16,1 0 0,-1 0 15,0 0-15,0-40 16,0 40-16,0 0 0,0 0 0,0 0 15,1 0 1,-1-40-16,0 40 16,0 0-16,0 0 15,-40-40 1,-40 40 15,0 0-15,40 40-1,-40-40 64,0 0-1</inkml:trace>
  <inkml:trace contextRef="#ctx0" brushRef="#br0" timeOffset="115333.2484">27166 6136 0,'0'40'16,"40"-40"78,-40-40-94,40 40 15,-40-41-15,40 41 16,0-40-16,-40 0 16,40 40-16,-40-40 0,0 0 31,0 0-31,0 0 16,-40 0-16,40 0 15,0-1-15,-40 41 31,40 41 16,0 39-31,0-40 0,0 0-16,0 0 0,0 0 15,0 0-15,40-40 0,-40 40 16,0 1-16,0-1 0,40 0 0,-40 0 15,0 0-15,0 0 16,0 0-16,0 0 0,0 0 16,0 0-16,0 1 0,0-1 15,0 0 1,-40-40-16,0 0 16,0 0-1,40 40-15,-40-40 0,0 0 16,-1 0-1,1 0-15,0 0 16,0 0 0</inkml:trace>
  <inkml:trace contextRef="#ctx0" brushRef="#br0" timeOffset="115613.3011">27246 5574 0,'-40'0'15,"40"-40"-15</inkml:trace>
  <inkml:trace contextRef="#ctx0" brushRef="#br0" timeOffset="116443.2393">28048 5734 0,'0'-40'32,"40"40"-17,1 0 1,-41-40-16,40 40 0,0 0 0,0 0 15,-40 40 1,40 41-16,-40-41 0,40 0 16,-40 0-16,0 0 0,0 0 0,0 0 15,0 0-15,0 0 16,-40-40-16,40 41 0,-40-41 0,0 40 16,0-40-1,40 40-15,-40-40 0,-1 0 0,1 0 16,40-40-1,-40 40-15,40-40 0,0-1 16,40 41 15,0 0-31,1 0 16,-1 0-16,-40 41 16,40-41-16,-40 40 0,40-40 0,0 40 31,-40 0-31,40-40 0,0 40 15,-40 0 1,40-40-16,-40 40 0</inkml:trace>
  <inkml:trace contextRef="#ctx0" brushRef="#br0" timeOffset="116943.2233">28771 5855 0,'-41'0'32,"1"40"-32,40 40 15,0 81 1,0-1 0,0-120 15,-40 0-16,40-120 1,0 0 0,40-81-1,41-39 1,-41 39 15,0 81-15,-40 120 15,0 0-15,0 0-16,40 1 0,-40-1 0,0 0 15,0 0-15,40 0 0,-40 0 0,0 0 16,0 0-16,0 0 16,40-40-16,-40 41 0,40-41 31,-40 40-31,41-40 31</inkml:trace>
  <inkml:trace contextRef="#ctx0" brushRef="#br0" timeOffset="117213.2083">28730 5574 0,'41'0'32,"-41"-40"-32,40 40 15,0-40-15,0 40 16,0 0-16,0 0 0,0 0 0,-40-40 15,41 40 1</inkml:trace>
  <inkml:trace contextRef="#ctx0" brushRef="#br0" timeOffset="117663.1799">28289 6737 0,'0'-40'15,"40"40"1,-40-40 0,40 0-1,0 40-15,1 0 0,-1-40 16,0 40-1,0 0-15,0 0 0,0 0 0,0 0 16,0-40-16,1 40 0,-1 0 16,0 0-16,0-41 0,0 41 0,0 0 15,0 0-15,1 0 0,-1-40 0,0 40 16,0 0 0</inkml:trace>
  <inkml:trace contextRef="#ctx0" brushRef="#br0" timeOffset="118063.1581">28369 7058 0,'0'0'0,"0"-40"31,0 80 16,0 0-47,0 0 15,0 0-15,0 0 16,0 0-16,0 1 0,0-1 16,0 0-16,-40-40 0,40 40 15,0 0-15,0 0 0,0 0 31</inkml:trace>
  <inkml:trace contextRef="#ctx0" brushRef="#br0" timeOffset="118343.1412">28409 6938 0,'0'-40'16,"0"80"15,41 0-15,-1 0-16,0-40 16,-40 40-16,0 0 15,40-40-15,-40 40 0,40-40 0,-40 40 0,40-40 16,-40 40-16,40-40 0,-40 40 15,40-40-15,1 0 16,-41 41 0</inkml:trace>
  <inkml:trace contextRef="#ctx0" brushRef="#br0" timeOffset="118573.1279">28931 6978 0,'0'-40'0,"0"80"0,-40-120 16,40 39-1,0 82 1,0 39 0,0-40-1,0 0-15,0 0 0,0 0 0,0 0 16,-40 0-16,40 0 15,0 1-15,0-1 0,0 0 16,0 0 0</inkml:trace>
  <inkml:trace contextRef="#ctx0" brushRef="#br0" timeOffset="119463.0784">29653 6015 0,'0'-40'0,"0"0"31,0 80 32,0 0-63,0 0 16,0 0-16,0 1 0,0-1 0,0 0 15,0 0 1,0 0-16,0 0 0,0 0 0,0 0 15,0 0-15,0 0 16,0 1-16,0-1 16,41-40-16</inkml:trace>
  <inkml:trace contextRef="#ctx0" brushRef="#br0" timeOffset="119982.9724">30055 6015 0,'0'0'15,"-40"0"-15,-1 0 47,41 40-47,-40-40 16,40 40-16,-40-40 0,40 41 0,-40-41 0,40 40 15,-40-40 1,40 40-16,-40-40 0,0 40 16,0-40-1,-1 0 17,1 0-1,40-40 16,40 40-32,1 0 17,-1 0-32,0 40 15,-40 0 1,40-40-16,-40 40 0,40-40 0,-40 40 15,40-40-15,-40 40 16,40-40-16,-40 40 0,40-40 0,1 0 16,-41 40-16,40-40 15</inkml:trace>
  <inkml:trace contextRef="#ctx0" brushRef="#br0" timeOffset="120683.004">30376 6055 0,'40'0'63,"0"0"-48,0 40 1,-40 1-16,0-1 0,0 0 16,40-40-16,-40 40 0,0 0 15,0 0 1,-40-40-16,0 0 16,40-40 30,0 0-46,40 0 0,0 0 16,0 0 0,0-1-16,1 41 15,-41-40-15,40 40 0,0 0 16,0 0 0,-40 40 15,0 1-16,0-1 1,0 0-16,0 0 16,40-40-16,-40 40 0,40 0 31,0-40-31,-40 40 16,40-40-1,1 0 1,-1 0-1,-40-40-15,40 40 0,-40-40 16,0 0 0,40 40-1,-80 0 79</inkml:trace>
  <inkml:trace contextRef="#ctx0" brushRef="#br0" timeOffset="123762.8243">25761 9986 0,'0'-40'16,"-40"40"-16,40-41 16,0 1-1,80 40 1,-40 0 15,1 0-31,-1 0 16,0 0-16,0 0 15,0 40 1,0-40-16,-40 41 16,0-1-16,0 0 15,0 0-15,-40 0 16,0 0-1,0 0-15,0-40 0,0 40 16,-1-40-16,1 40 0,0-40 16,40 40-1,-40-40-15,80 0 47,-40-40-47,40 40 16,0 0-16,1 0 15,-1 0 1,0 0-16,0 0 16,0 0-16,0 40 15,0-40 1,-40 41-16,40-41 0,1 40 16,-1-40-16,0 0 15</inkml:trace>
  <inkml:trace contextRef="#ctx0" brushRef="#br0" timeOffset="124282.7937">26564 9986 0,'0'0'15,"0"40"1,0 0-1,0 0-15,-40 40 16,40-40-16,-41 0 16,41 0-1,0-80 32,0 0-47,41 40 16,-41-40-16,0 0 15,0 0-15,40 0 0,-40 0 16,0 0-16,40 40 0,-40-40 16,40 40-1,-40-41-15,40 41 32,0 0-17,-40 41 1,0-1-1,40-40-15,-40 40 16,0 0-16,0 0 0,40 0 16,-40 0-16,0 0 15,0 0 1</inkml:trace>
  <inkml:trace contextRef="#ctx0" brushRef="#br0" timeOffset="124532.7079">26604 9865 0,'0'-40'15,"40"0"-15,0 40 16,121-40 0,-41 40 15,-80 0-31,0 40 31,0-40-31</inkml:trace>
  <inkml:trace contextRef="#ctx0" brushRef="#br0" timeOffset="124982.7522">25922 10708 0,'0'0'0,"-40"0"16,120 0 15,-40 0-16,0 0 1,0 0-16,0 0 0,0 0 0,1 0 16,-1-41-1,0 41-15,0 0 0,0 0 0,40 0 0,-40 0 16,1-40-16,-1 40 0,40 0 16,-40 0-16,0 0 0,0 0 0,41 0 0,-41-40 15,0 40-15,0 0 16,0 0-16,-80 0 31,0 0-15,40 40 15,-40-40-31</inkml:trace>
  <inkml:trace contextRef="#ctx0" brushRef="#br0" timeOffset="125262.7361">26122 11109 0,'0'40'47,"0"0"-47,0 0 16,0 0-16,0 0 0,-40 0 0,40 0 15,0 0 1,0 1-16,0-1 16</inkml:trace>
  <inkml:trace contextRef="#ctx0" brushRef="#br0" timeOffset="125672.7152">26122 11149 0,'40'0'31,"1"0"-15,-1 0-1,0 0 1,0 40 0,0-40-1,-40 40-15,40-40 0,-40 40 0,40 0 16,-40 0-1,40-40-15,-40 40 0,0 0 16,41-40-16,-41 41 0,40-41 16,0 0-16,0 0 15,0 0-15,0 0 32,-40-41-32,0 1 31</inkml:trace>
  <inkml:trace contextRef="#ctx0" brushRef="#br0" timeOffset="125982.6223">26804 11068 0,'0'0'15,"0"-40"-15,0 0 16,0 0 15,0 80 1,0 0-32,0 0 15,0 1 1,0-1-16,0 0 0,0 0 15,0 0-15,0 0 16,0 0-16,0 0 0,-40-40 16,40 40-16,0 1 15</inkml:trace>
  <inkml:trace contextRef="#ctx0" brushRef="#br0" timeOffset="126442.6686">27848 10347 0,'-40'0'0,"40"-41"31,40 1-15,0 40-16,0 0 16,0 0-16,0 0 0,0 0 15,0 0 1,1 0-16,-1 0 0,0 0 15,0 0 1,0 0-16</inkml:trace>
  <inkml:trace contextRef="#ctx0" brushRef="#br0" timeOffset="126642.6552">27848 10627 0,'0'0'16,"40"0"-1,0 0 1,120 0 0,-119 0-1</inkml:trace>
  <inkml:trace contextRef="#ctx0" brushRef="#br0" timeOffset="130582.3682">29413 9905 0,'-40'0'0,"-1"0"31,1 0-31,40 41 79,0-1-64,-40-40-15,40 40 0,0 0 16,0 0-1,0 0-15,-40 0 0,40 0 16,0 0-16,0 0 0,0 1 0,0-1 16,0 0-16,0 0 15,40-40-15,-40 40 0,40 0 0,-40 0 32,40-40-32,1 0 0,-1 0 0,0 0 15,0 0 1,0-40-16,-40 0 0,40 40 15,0-40 1,-40 0-16,0 0 0,0 0 16,0-1 15,0 82 16,0-1-32,0 0 1,40-40-16,1 0 16,-41 40-1,40-40-15,0 0 0,0 0 32,-40-40-32,0 0 15,0 0 1,40 40-16,-40-41 0,0 1 0,40 0 15,-40 0-15,0 0 0,0 0 0,0 0 16,0 0-16,0 0 16,-40 40-16,40-40 0,0-1 15,-40 41-15,40-40 16,0 0 0,-40 40-1,0 0 16,40 40-15</inkml:trace>
  <inkml:trace contextRef="#ctx0" brushRef="#br0" timeOffset="133062.279">29453 10507 0,'0'40'16,"80"-40"46,-40 0-30,-40-40-32,0 0 15,40 40 95,0 0-79,-40-40 78,0 0-93,0 0 31,0-1-32,0 1 48,-40 40 15,40-40-78,-40 40 78,40 40 94,40-40 0,-40 40-172,0 1 16,0-1-1,40-40-15,-40 40 0,41-40 16,-41 40-1,40-40-15,-40 40 0</inkml:trace>
  <inkml:trace contextRef="#ctx0" brushRef="#br0" timeOffset="135072.1629">16331 13194 0,'41'0'219,"-1"0"-219,40 0 0,-40 0 16,0 0-16,0 0 0,0 0 15,1 0-15,-1 0 0,0 0 0,0 0 16,0 0-16,-40-40 15,40 40-15,0 0 0,0 0 0,1 0 16</inkml:trace>
  <inkml:trace contextRef="#ctx0" brushRef="#br0" timeOffset="135402.1423">16372 13956 0,'-41'40'16,"82"-80"-16,-122 160 15,121-120 16,1-40-15,-1 40-16,0 0 16,0 0-16,-40-40 15,40 40-15,0-40 0,0 40 0,0 0 0,1-40 16,-1 40-16,0 0 16,0-40-16,0 40 0,0 0 0,0 0 15,0 0-15,1-40 16,-1 40-16</inkml:trace>
  <inkml:trace contextRef="#ctx0" brushRef="#br0" timeOffset="136702.0661">20505 12151 0,'-41'0'0,"1"-40"31,0 40-31,0 0 16,0 0 0,0 0-16,0 0 15,0 0-15,-1 0 16,1 0-16,0 0 0,0 0 0,0 0 15,0 0-15,0 0 0,0 0 0,-1 0 0,-39 40 16,40-40-16,0 40 0,-40-40 16,40 41-16,-1-41 0,-39 0 0,40 40 0,0-40 15,0 40-15,0-40 16,0 0-16,-1 40 0,1-40 0,0 0 0,40 40 16,-40-40-16,0 40 15,40 0 1,-40-40-1,40 40 1,0 0-16,40-40 16,-40 40-16,80-40 15,-80 41-15,40-41 0,0 0 0,1 0 0,-1 0 16,0 0 0,0 0-16,0 0 0,0 40 0,0-40 15,0 0-15,-40 40 16,0 0-1,0 0 1,0 0-16,0 0 16,-40-40-16,40 40 0,-40 0 0,40 1 15,-40-41-15,40 40 0,-40 0 16,0 0-16,0 0 0,0 0 16,-1 0-16,1 0 15,0-40-15,40 40 0,-40-40 0,40 40 16,-40-40-16,0 41 15,40-1-15,-40-40 0,40 40 16,-40-40-16,40 40 0,-41-40 0,41 40 16,-40-40-1,40 40-15,0 0 16,0 0 0,40-40 15,1 0-16,-1 0-15,0 0 0,0 0 16,0 0-16,0 0 16,0 0-16,0-40 0,1 40 0,-1 0 0,0-40 15,0 40-15,0 0 16,0 0-16,0-40 0,0 40 0,1 0 0,-1-40 16,0 40-16,0 0 0,0 0 15,0 0-15,0-40 0,0 40 0,1 0 0,-1 0 16,0 0-1,0 0-15,0 0 0,0 0 0,0 0 16,0 0-16,1 0 0,-1 0 0,0 0 0,0 0 16,0 0-16,0 0 15,0 0-15,0 0 32,1 0-32,-1 0 31,-40-40-16,-81 40 17</inkml:trace>
  <inkml:trace contextRef="#ctx0" brushRef="#br0" timeOffset="137102.0424">18980 13916 0,'-40'0'16,"80"0"-16,-80 40 47,40 0-47,0 0 0,0 0 16,0 0-16,-40 1 15,40-1-15,0 0 0,0 0 0,0 0 16,0 0-16,0 0 15,0 0-15,0 0 0,0 1 0,0-1 16,0 0-16,0 0 0,0 0 16</inkml:trace>
  <inkml:trace contextRef="#ctx0" brushRef="#br0" timeOffset="137572.0147">19381 14116 0,'0'0'16,"0"-40"15,-40 80-31,-40 41 31,-41-1-15,41-40-16,-40 0 31,120-80-15,40 40 78,0 0-94,0 0 0,-40 40 0,40-40 15,0 0 1,0 0-16,1 0 0,-1 0 0,-40 40 16,40-40-16,0 0 15,0 0-15,-40 40 0,40-40 16,-40 40-1,40-40-15</inkml:trace>
  <inkml:trace contextRef="#ctx0" brushRef="#br0" timeOffset="137841.9993">19702 14197 0,'0'0'0,"-40"0"15,120 0 17,-40 0-17,0 0 1,1 0-16,-1 0 15,0 0-15,0 0 16,40-40 0</inkml:trace>
  <inkml:trace contextRef="#ctx0" brushRef="#br0" timeOffset="138061.9889">19822 14437 0,'0'0'16,"-40"0"-16,0 0 31,120 0-15,1-40-1,-1 40 16,40 0-31</inkml:trace>
  <inkml:trace contextRef="#ctx0" brushRef="#br0" timeOffset="138511.9593">20705 14157 0,'-40'0'15,"40"40"1,-40 0 0,40 40-1,0 0 16,0-40-31,80 0 16,-40-40 15,41-80-15,-81 40 0,0 0-16,0 0 15,0 0 1,-41 0-1,-39 0 17,0-1-17,40 1 1,0 40-16</inkml:trace>
  <inkml:trace contextRef="#ctx0" brushRef="#br0" timeOffset="139811.8087">18819 11510 0,'0'40'15,"0"0"17,0 0-1,0 0-31,-40 0 0,40 0 0,0 0 16,0 0-1,0 1-15,0-1 0,0 0 0,0 0 0,0 0 16,0 0-1,0 0-15,0-80 47,0 0-47,0 0 16,0 0-16,0 0 16,0 0-16,0-1 0,0 1 0,0 0 15,0 0 1,0 0-16,0 0 0,0 0 0,-80 0 15,80 0-15,40 0 32,0 40-32,0 0 31,0 40-31,-40 0 16,41-40-16,-41 40 0,0 0 15,40 0-15,-40 0 0,0 0 16,0 0-1,40 0 1,0-40-16,0 41 16,0-41-1,0 0 1,0 0 0,-40-41-16,41 41 15,-1 0 1,-40-40-16,0 0 15,0 0-15,0 0 16,0 0 0,0 0-16,0 0 0,0 0 0,0 0 15,0-1 1,0 82 62,40-41-78</inkml:trace>
  <inkml:trace contextRef="#ctx0" brushRef="#br0" timeOffset="140081.7933">19702 11550 0,'0'-40'31,"40"40"-15,0 0-16,-40-40 15,40 40-15,1 0 0,-1-41 0,0 1 16,0 40-1,0 0 1</inkml:trace>
  <inkml:trace contextRef="#ctx0" brushRef="#br0" timeOffset="140351.7767">20344 11229 0,'0'0'15,"-40"0"-15,40 40 78,0 0-78,0 0 0,0 0 16,0 0-16,0 1 0,0-1 0,0 0 0,0 0 0,0 0 16,-40 0-16,40 0 15,0 0-15,0 0 0,0 0 0,0 1 0</inkml:trace>
  <inkml:trace contextRef="#ctx0" brushRef="#br0" timeOffset="142201.7441">21628 12793 0,'0'-40'47,"40"40"-31,-40 40-1,40-40-15,-40 40 0,0 0 16,40 0 0,-40 0-16,0 1 0,0-1 15,-80 0 1,80 0-16,0 0 15,0-80 17,0 0-17,40 40-15,-40-40 0,40 40 16,-40-40-16,41-1 0,-1 41 0,-40-40 16,40 40-16,-40-40 15,40 40-15,0 0 0,-40-40 0,40 40 0,0 0 16,-40-40-1,41 40-15,-1 0 0,-40-40 0,40 40 16,0 0-16,0-40 0,-40 0 31,40 40-31,0 0 110,-40-40-79,0-1 188,-40 41-188,0 41 0,0-41-31,40 40 0,-40-40 0,0 0 16,40 40-16,0 0 0,-40-40 0,40 40 15,-41-40-15,41 40 16,0 0-16,0 0 16,41-40-1,-41 40-15,40-40 0,-40 41 16,40-41-16,0 0 0,-40 40 16,40-40-16,0 40 0,0-40 15,0 0 1,-40 40-16,41-40 0,-1 0 15,-40 40 1,40-40 0</inkml:trace>
  <inkml:trace contextRef="#ctx0" brushRef="#br0" timeOffset="142581.7216">23193 12432 0,'-80'0'15,"40"0"-15,0 0 16,-1 80 0,1 41 15,40-1-31,40-40 16,41 121-1,39-81 1,-40-40 15</inkml:trace>
  <inkml:trace contextRef="#ctx0" brushRef="#br0" timeOffset="143021.6959">23394 12753 0,'0'-40'0,"0"80"0,80-120 32,-40 80-32,0 0 0,0 40 15,-40 120 1,0 1 15,0-81-15,0-120-1,40 0 1,41-121 15,-1 81-15,0 40 0,-40 40 15,0 80-16,-40 81 1,41 39 0,-1-80 15,-40-80-15,40-40-1</inkml:trace>
  <inkml:trace contextRef="#ctx0" brushRef="#br0" timeOffset="143261.6063">24437 12633 0,'0'0'16,"40"0"-1,40 80 1,-40 80-1,-40 41 17,-80-1-17,-80-39 1,-41-41 0</inkml:trace>
  <inkml:trace contextRef="#ctx0" brushRef="#br0" timeOffset="144021.6374">25561 13154 0,'-41'0'15,"82"0"-15,-41 0 16,40 0-1,40 0 1,-40 0 0,80 0-1,-39-40 1,-41-40 15,-40-41-15,0 41-1,-80 40 1,-41 40 15,41 120-15,0 41 0,40 39 15,40-79-16,40-41 1,80-40 0,0-40 15,-39-40-15,-41 0-1</inkml:trace>
  <inkml:trace contextRef="#ctx0" brushRef="#br0" timeOffset="144561.6057">26323 12392 0,'-40'0'16,"80"0"46,-40-40-46,40 40-16,0 0 0,0 0 15,0 0-15,1 0 16,-1 0 0,0 0 46</inkml:trace>
  <inkml:trace contextRef="#ctx0" brushRef="#br0" timeOffset="145161.5717">26885 12312 0,'40'0'31,"0"0"-15,-40-40-1,40 40-15,0-40 16,-40-1-16,40 41 15,-40-40 1,0 0 0,0 0-1,0 80 95,0 0-110,0 0 15,0 1 1,0-1-16,0 0 0,0 0 0,0 0 16,0 0-1,0 0-15,0 0 0,0 0 0,0 0 16,0 1-16,-40-41 15,40 40-15,-40-40 16,40 40-16,-40-40 16,0 0-1,0 0 1,0 0 0,40-40 15,-41 40-31</inkml:trace>
  <inkml:trace contextRef="#ctx0" brushRef="#br0" timeOffset="145381.4826">27005 12031 0,'-40'-40'16,"80"80"-16,-80-120 31,40 40-31,40 80 32</inkml:trace>
  <inkml:trace contextRef="#ctx0" brushRef="#br0" timeOffset="146351.4251">27366 12111 0,'0'40'16,"0"0"109,0 1-125,0-1 15,0 0-15,0 0 0,40-40 16,-40 40 0,40 0-16,1-40 15,-1 0 1,-40-40 15,40 40-31,-40-40 0,0 0 16,0 0-16,40 40 0,-40-40 0,0-1 31,0 82 0,0-1-31,0 0 16,40-40 0,-40 40-16,0 0 0,40-80 46,0 0-30,-40 0 0,40 0-16,-40-1 15,0 1-15,41 0 16,-41 0-16,0 0 16,0 0-1,-41 40-15,1 0 16,0 0-1,40 40 1,0 0 15</inkml:trace>
  <inkml:trace contextRef="#ctx0" brushRef="#br0" timeOffset="146751.4021">28249 11991 0,'0'0'15,"40"0"32,-40 40-31,0 0-16,0 0 0,0 0 15,0 0-15,0 1 0,0-1 16,0 0-16,0 0 16,0 0-1</inkml:trace>
  <inkml:trace contextRef="#ctx0" brushRef="#br0" timeOffset="147321.4436">28570 12111 0,'0'-40'0,"0"80"31,-40-40-16,40 40-15,-40-40 0,0 0 32,-1 0-1,1 0-15,40 40-1,-40 1-15,40-1 31,0-80 48,40 40-64,0 0 79,1 0-94,-41 40 16,40-40-16,0 0 15,0 0 1,0 40-16,0-40 31,0 0-31</inkml:trace>
  <inkml:trace contextRef="#ctx0" brushRef="#br0" timeOffset="148091.3253">28851 12031 0,'0'0'0,"0"-40"31,40 40-15,0 0-1,-40 40 1,40 40 15,-40 0-15,0 1-1,-40-41 17,40-80-1,0 0-31,40-1 15,0 1 1,1 0 0,-1 0-1,0 0 1,0 40 15,-40 40-15,0 0-1,0 0 1,0 0-16,0 1 31,0-1-15,40-40 15,0 0-15,0 0-1,0 0 1,-40-40 0,41 40 15,-1-41-15,0 1-1,-80 40 48,0 0-48,-1 0-15</inkml:trace>
  <inkml:trace contextRef="#ctx0" brushRef="#br0" timeOffset="152641.1329">9791 16001 0,'0'-40'63,"40"40"108,-40-40-171,40 40 110,-40 40 140,40-40 594,0-40-829</inkml:trace>
  <inkml:trace contextRef="#ctx0" brushRef="#br0" timeOffset="155270.978">2688 16042 0,'41'0'47,"-1"0"187,0 0-218,0 0-1,-80-41 63,40 82 250,0-1-328,0 0 16,0 0-16,0 0 16,0 0-16,0 0 0,0 0 0,0 0 15,0 0-15,0 1 0,0-1 16,0 0-16,0 0 0,0 0 16,40-40-16,-40 40 15,0 0-15,0 0 0,0 0 16,40-40-16,-40 41 0,0-1 15,40-40 1,-40 40-16,40-40 16,-40 40-1,40-40-15,1 0 32,-41-40-17,40 40-15,-40-40 0,40 0 0,-40-1 16,40 41-1,-40-40-15,0 0 0,40 40 0,-40-40 0,0 0 16,40 0 0,-40 0-16,40 0 0,-40 0 15,0-1 1,40 41-16,-40-40 0,0 0 16,0 0-1,41 40 1,-41-40-1,0 80 32,0 0-47,40-40 0,-40 40 0,0 0 16,40 1-16,0-1 16,-40 0-16,0 0 0,40-40 15,-40 40-15,0 0 0,40-40 0,-40 40 16,0 0-1,40-40-15,1 0 32,-1 0-17,-40-40 1,40 0-16,-40 0 0,40 40 16,0-40-1,0 0-15,-40 0 16,0 0-16,0-1 15,0 1 1,0 0-16,0 0 0,0 0 0,0 0 16,0 0-1,0 0-15,0 0 16,0 0 0,0-1-16,0 1 15,0 0 1,0 80 46,0 0-46,0 1-16,0-1 16,0 0-1,0 0-15</inkml:trace>
  <inkml:trace contextRef="#ctx0" brushRef="#br0" timeOffset="155570.9613">4093 16523 0,'0'40'31,"-40"-40"-31,40 40 15,0 0-15,0 0 16,0 0 0,0 0-16,0 1 0,0-1 15,0 0 1,0 0-16,40 0 0,0 0 31,-40 0-31,0 0 16,0-80 15</inkml:trace>
  <inkml:trace contextRef="#ctx0" brushRef="#br0" timeOffset="155890.9413">4173 16603 0,'0'-40'16,"0"80"-16,0-40 62,40 0-62,-40 40 0,40-40 0,-40 40 16,41-40-16,-41 40 0,40 0 0,0 1 15,-40-1-15,40 0 16,0-40-16,-40 40 0,40 0 0,0 0 16,0 0-16,-40 0 15,41-40-15,-41-40 32,40 40-32,-40-40 15,0 0-15</inkml:trace>
  <inkml:trace contextRef="#ctx0" brushRef="#br0" timeOffset="156130.8529">4655 16603 0,'0'-40'0,"-40"80"63,40 0-63,0 0 15,0 0-15,-41 0 16,41 1-16,0-1 0,0 0 0,0 0 16,0 0-1,0 0-15,0 0 0,0 0 0,0 0 16,0 0 0</inkml:trace>
  <inkml:trace contextRef="#ctx0" brushRef="#br0" timeOffset="156490.8322">5257 16443 0,'0'0'0,"-41"0"0,1 0 0,40-41 31,81 41-31,-41-40 15,0 40-15,0-40 0,0 40 0,0-40 0,0 0 16,0 40 0,1 0-16,-1-40 0,0 40 15,0-40 1</inkml:trace>
  <inkml:trace contextRef="#ctx0" brushRef="#br0" timeOffset="156740.8922">5377 16723 0,'-40'40'0,"80"-80"0,-120 80 15,120-40 16,0-40-31,0 40 0,0 0 16,0 0-16,0 0 0,1-40 16,-1 40-16,0-40 0,0 40 0,0 0 15,0 0 1,-40-40-16,40 40 0</inkml:trace>
  <inkml:trace contextRef="#ctx0" brushRef="#br0" timeOffset="157230.792">6581 16563 0,'0'-40'16,"40"40"0,-40-40-16,40 40 15,0 0-15,0 0 0,0-40 16,0 40-16,1 0 15,-1 0-15,0 0 0,-40-41 0,40 41 16,0-40 0,0 0-16,0 40 15,-40-40-15,40 40 0,-40-40 16,0 0-16,0 0 16,-40 40-1,40-40-15,-40 40 0,-40 0 0,40 0 16,0 0-16,0 0 15,-1 0-15,1 40 16,0 0-16,0 0 16,40 0-16,-40 0 15,40 0-15,0 0 0,0 1 16,0-1-16,0 0 0,0 0 16,0 0-16,40-40 0,-40 40 0,0 0 15,40 0-15,-40 0 0,40-40 0,-40 41 0,0-1 16,40 0-1,1-40-15,-1 0 16,0 0 0,-40-40-16,40 40 0,-40-40 0,40 40 0,-40-41 15,40 1-15,0 0 16</inkml:trace>
  <inkml:trace contextRef="#ctx0" brushRef="#br0" timeOffset="157740.8339">7423 15640 0,'0'0'0,"41"0"63,-1 0-63,0 0 15,0 0-15,0 0 0,0 0 16,-40-40-1,40 40-15,0 0 0,-40-40 0,41 40 16,-1 0 0,0 0-1</inkml:trace>
  <inkml:trace contextRef="#ctx0" brushRef="#br0" timeOffset="158320.7996">8106 15400 0,'0'40'15,"80"-40"-15,-40 0 32,0-40-17,-40 0 1,0-40 15,0 39-15,0 1-1,0 0-15,-40 40 32,40 40-1,40-40-31,-40 40 16,0 1-16,40-41 0,-40 40 15,0 0-15,0 0 0,0 0 16,0 0-1,0 0-15,0 0 0,0 0 0,0 0 16,0 1-16,-40-41 16,40 40-16,0 0 0,-40 0 15,40 0 1,-40-40-16,40 40 16,-40-40-1,40 40 1</inkml:trace>
  <inkml:trace contextRef="#ctx0" brushRef="#br0" timeOffset="158550.7855">8106 14999 0,'0'-80'16,"0"160"-16,0-241 16,0 201 15,0 1-31,40-41 0,-40 40 0</inkml:trace>
  <inkml:trace contextRef="#ctx0" brushRef="#br0" timeOffset="159060.755">8667 15159 0,'0'0'0,"0"-40"16,0-40-1,40 80-15,41-80 16,-41 80-16,0 0 31,0 0-31,0 80 16,-40 0-16,40 0 15,-40-40-15,0 81 32,-40-41-32,-40 0 15,40-80 1,0 0-16,0 0 15,40-40-15,0 0 32,40 40-17,0 0 1,0 0-16,0 40 16,0-40-1,-40 40-15,40-40 0,0 40 16,1-40-16,-41 40 15,40-40 1</inkml:trace>
  <inkml:trace contextRef="#ctx0" brushRef="#br0" timeOffset="159580.7256">9309 15039 0,'0'40'32,"0"0"-17,40 121 1,-40-1 15,0-80-15,-40-80-16,40-40 31,0 0-15,0 0-16,0-40 15,0 40-15,0-41 16,0 41-16,0-40 16,0 40-1,40-40 1,1 80-1,-1 0 1,0 40 0,-40 0-1,40 80 1,0-40 0,-40-39-1,0-1-15,40 40 16,0-40-16,-40 0 0,40-40 15</inkml:trace>
  <inkml:trace contextRef="#ctx0" brushRef="#br0" timeOffset="159890.7094">9430 14959 0,'-40'0'16,"80"0"-16,-80-40 0,40-1 0,0 1 31,0 0-15,40 40-16,0-40 15,80 0 1,-40 40 15,1 0-31,-1 0 32</inkml:trace>
  <inkml:trace contextRef="#ctx0" brushRef="#br0" timeOffset="160370.6788">8908 15961 0,'0'0'0,"40"0"47,-40-40-31,40 40-16,0 0 0,1-40 16,-1 0-1,0 40-15,0 0 16,0-40-16,0 40 0,0 0 15,0-40 1,1 40-16,-1 0 0,0 0 16,0 0-16,0 0 15,0 0-15,0 0 16,0 0-16</inkml:trace>
  <inkml:trace contextRef="#ctx0" brushRef="#br0" timeOffset="161640.6047">9069 16202 0,'0'40'31,"0"0"-31,-41-40 0,41 40 16,0 0-16,0 0 16,0 1-16,0-1 15,-40 0 1,40 0 0,-40-40 15,40-40 0,0 0-31,-40 40 16,40-40-16,0-1 0,0 1 15,0 0-15,0 0 32,40 40-32,-40-40 15,40 40-15,0-40 31,1 40 16,-1 40-15,0 0 30,0-40-46,0 0-1,-40 40-15,40-40 16,-40 40 0,40-40-16,0 0 15,1 0 16,-41 40-31,40-40 16,0 41 0,0-41 15,0 0 0,0 0 0,-40-41-15,40 41 0,-40-40-1,0 0 1,0 0 0,0 0-1,0 0 1,40 0-1,-40 0-15,0 0 16,0 0 0,41-1-16,-41 1 0,40 40 31,-40 40 16,-40-40-32</inkml:trace>
  <inkml:trace contextRef="#ctx0" brushRef="#br0" timeOffset="166590.3141">1043 17726 0,'0'40'31,"40"-40"-31,-40 40 78,0 0-62,-40-40-16,40 80 0,0-39 0,0-1 15,0 0-15,0 40 0,0-40 0,0 0 0,0 0 16,0 0-16,0 41 0,0-41 15,0 0-15,40 0 0,-40 0 0,41 0 16,-41 0-16,0 0 16,0 0-16,40-40 0,-40 41 0,40-41 15,-40 40-15,40-40 16,-40 40-16,40-40 16,0 0-16,0-40 15,0 0 1,1-1-16,-1 1 15,-40 0-15,0 0 16,0 0-16,0 0 16</inkml:trace>
  <inkml:trace contextRef="#ctx0" brushRef="#br0" timeOffset="166940.2375">883 18368 0,'-40'0'15,"80"0"48,0 0-47,0 0-1,0 0-15,-40-40 0,40 40 16,0 0-16,1 0 15,-1 0-15,0 0 0,0 0 0,0-41 16,0 41-16</inkml:trace>
  <inkml:trace contextRef="#ctx0" brushRef="#br0" timeOffset="167600.2558">1605 18167 0,'0'40'47,"0"0"-31,0 0-1,0 1-15,0-1 0,0 0 16,0 0 0,40-40-16,-40 40 0,40 0 15,0-40 1,1 0 0,-1 0-16,0 0 15,-40-40 1,0 0-1,0 0 1,40 40-16,-40-40 0,40 80 78,-40 0-78,40-40 16,0 0-16,0 40 15,1-40 1,-1 0 0,0 0-16,0 0 31,-40-40-15,0 0-16,0 0 0,0 0 15,0-1 1,-40 1-16,40 0 15,0 0 1</inkml:trace>
  <inkml:trace contextRef="#ctx0" brushRef="#br0" timeOffset="167870.2424">2568 18007 0,'0'40'16,"0"0"-1,0 0-15,0 40 16,0-40-16,0 0 15,0 81 1,80-41 15,-80-40-15</inkml:trace>
  <inkml:trace contextRef="#ctx0" brushRef="#br0" timeOffset="168060.1718">2528 17846 0,'0'0'16,"0"-40"-16,40 40 46,-40 40-46</inkml:trace>
  <inkml:trace contextRef="#ctx0" brushRef="#br0" timeOffset="168760.1151">3290 18287 0,'0'0'0,"-40"0"47,0 0-31,0 0 0,40 41-16,-40-1 0,40 0 15,0 0-15,-40-40 0,40 40 16,0 0-1,0 0 1,40-40-16,0 0 16,0 40-16,0-40 15,0 0-15,0 0 16,-40-80-16,41 80 0,-41-40 0,40 0 16,-40 0-16,0 0 15,0 0-15,0-1 16,0 1-16,-40 0 0,40 0 0,-41-40 15,41 40-15,-40 0 0,40 0 16,-40-1-16,40 1 0,-40 40 0,40-40 0,-40 0 16,40 0 15,0 80 0,0 0-15,40 0-1,-40 0-15,0 1 0,40-1 0,-40 0 16,40 0-16,-40 0 0,40 0 16,-40 0-16,41 0 0,-1 0 0,-40 1 15,40-1-15,-40 0 16,40 0-16,-40 0 0,40-40 0,-40 40 16,40-40-16</inkml:trace>
  <inkml:trace contextRef="#ctx0" brushRef="#br0" timeOffset="169320.0793">3892 18287 0,'0'0'15,"-40"0"-15,-40 0 16,40 0-16,40 41 15,-40 39 1,40 0 0,0-40-1,40 0 1,40-40 0,-40 0-1,0-80 1,0-40 15,-40 39-31,-40-119 31,-40-1-15,40 161 0,40 0-1,0 80 48,0 0-48,80-40-15,-80 40 16,0 1-16,0-1 0,0 0 0,0 0 0,40 0 16,-40 0-16,40 0 0,-40 0 0,0 0 15,0 1-15,41-1 0,-41 0 16,0 0-16,0 0 0,40-40 15,-40 40-15</inkml:trace>
  <inkml:trace contextRef="#ctx0" brushRef="#br0" timeOffset="169750.1306">4253 17726 0,'0'0'0,"0"40"0,0 0 16,0 0-1,41 0-15,-41 0 0,40-40 16,-40 41-16,0-1 15,40-40-15,-40 40 0,40 0 16,-40 0-16,40-40 16,-40 40-16,0 0 0,40 0 0,-40 0 15,0 1 1,0-1-16,0 0 0,0 0 0,40-40 16</inkml:trace>
  <inkml:trace contextRef="#ctx0" brushRef="#br0" timeOffset="170140.1064">4735 18287 0,'40'0'16,"40"0"-1,81-40 1,-121 0-16,40 40 15,-40-40-15,81-40 16,-41 0 0,-80 40-1,0-41 1,-40 81 0,0 81 15,-81 39-16,121 0 1,40-40 15,-40-39-31,41 39 32,-1-40-32</inkml:trace>
  <inkml:trace contextRef="#ctx0" brushRef="#br0" timeOffset="170560.0069">6179 17726 0,'0'-40'0,"-40"40"0,0 0 15,40 40 1,0 0-1,0 0-15,0 0 0,40 0 16,-40 0-16,0 1 16,40-41-16,-40 40 0,41 0 0,-41 40 0,0-40 15,40 0-15,-40 0 16,40 0-16,-40 1 0,0-1 0,40 0 0,-40 0 16,0 0-16,0 0 0,0 40 0,0-40 15,0 41-15,-40-81 16,40 40-16,-40 0 0,40 0 0,-40 0 0,40 0 15,-41-40-15,1 0 0</inkml:trace>
  <inkml:trace contextRef="#ctx0" brushRef="#br0" timeOffset="170770.07">6019 18568 0,'0'-40'15,"40"40"1,0 0-16,0-40 16,0 40-16,1 0 0,-1 0 15,0 0 1,0 0-16,0 0 0,-40-40 0,40 40 0,0 0 16,0-40-16,1 40 0,-1-40 0,0 40 0,-40-40 15,40 40-15</inkml:trace>
  <inkml:trace contextRef="#ctx0" brushRef="#br0" timeOffset="171240.0431">6902 17967 0,'0'0'0,"-40"0"15,-1 0-15,1 80 31,40 0-15,0 40 0,0-80-1,40 41 1,41-81 0,-41-40-1,-40-81 1,0 41 15,0 40-31,0 0 31,0 0-15,40 40 0,-40 40-1,80 40 1,0 0-1,-39-40 1,-1 41 0,0-41-1,-40 0-15</inkml:trace>
  <inkml:trace contextRef="#ctx0" brushRef="#br0" timeOffset="171510.025">7504 17926 0,'0'0'15,"-40"-40"-15,-1 0 32,41 80-17,0 0-15,0 1 0,0-1 0,0 0 16,0 0-16,0 0 15,0 0-15,0 0 0,0 0 16,0 0 0,41-40-16,-41 41 0,40-41 15,0 40 1,0-40-16,-40-40 16</inkml:trace>
  <inkml:trace contextRef="#ctx0" brushRef="#br0" timeOffset="171790.0097">7744 17485 0,'0'-40'16,"0"0"-16,0 0 15,41 40-15,-1 0 31,0 120-15,-40-39 0,40 119-1,40-40 1,-40-39 0,-40-81-1,40 0-15</inkml:trace>
  <inkml:trace contextRef="#ctx0" brushRef="#br0" timeOffset="172099.9184">7945 18007 0,'-40'-40'16,"40"-1"-16,0 1 16,0 0-16,80 0 15,-80 0 1,0 0-16,40 40 0,0 0 15,1 0 1,-1 0-16,0 0 0,0 0 16,0 0-1,0 0-15</inkml:trace>
  <inkml:trace contextRef="#ctx0" brushRef="#br0" timeOffset="172459.9701">8547 17566 0,'40'40'15,"-40"0"1,40 0-16,-40 0 16,40-40-16,-40 40 0,0 0 0,0 0 15,0 0-15,0 0 16,0 1-16,-40-41 0,0 40 31,0-40-31,0 0 0,0 0 16,0 0-16,40-40 15,-41 40-15,41-41 0,-40 41 0,40-40 16,0 0-16,-40 0 16,40 0-16,0 0 0,0 0 15,0 0-15,0 0 16,40 40-1,0 0-15,1 0 0,-1-40 0,0 40 16,0 0 0,0 0-16</inkml:trace>
  <inkml:trace contextRef="#ctx0" brushRef="#br0" timeOffset="172879.8723">8988 17525 0,'0'41'47,"0"-1"-47,40 0 16,-40 0-16,41 0 0,-41 0 15,0 0-15,0 0 0,40-40 0,-40 40 0,0 0 16,40-40-1,-40 41-15,-40-41 63,40-41-63,0 1 0,0 0 16,0 0-16,0 0 15,0 0-15,40 40 16,-40-40-16,40 40 0,-40-40 0,40 0 0,0 40 15,0-40 1,0-1-16,1 41 0,-1-40 16,0 40-1,0 0-15</inkml:trace>
  <inkml:trace contextRef="#ctx0" brushRef="#br0" timeOffset="175289.8049">17294 15961 0,'-40'0'31,"40"40"0,0 1 32,0-1-63,0 0 15,81 0-15,-41 0 0,0 0 0,0 40 16,0-40-16,40 0 16,-40 1-16,41-41 0,-41 40 0,40 0 0,-40 0 0,0 0 15,0 0-15,1-40 16,-1 40-16,0-40 0,0 0 0,0 40 0,0-40 16,0 0-16,1 0 0,-1 0 15,0 0 1</inkml:trace>
  <inkml:trace contextRef="#ctx0" brushRef="#br0" timeOffset="175659.7881">18217 16001 0,'0'0'15,"-40"0"1,-40 0 0,40 0-16,40 41 15,-80 119 1,39-120-1,-119 161 1,-41-1 15,1-39-15,-1-1 0,161-120-1,40 0-15</inkml:trace>
  <inkml:trace contextRef="#ctx0" brushRef="#br0" timeOffset="176249.7481">18980 15961 0,'0'0'0,"-40"81"31,-41-1-15,1 40 0,40 81-1,80-1 16,81 1-15,-41-161 0,120 40-1,-79-80 1,-81 0-16</inkml:trace>
  <inkml:trace contextRef="#ctx0" brushRef="#br0" timeOffset="176549.734">19822 16162 0,'0'0'0,"-40"-40"0,0 40 15,40-40-15,-40 40 31,40 120-15,-40-80 0,40 161-1,0-41 1,40-80 0,-40-40-16,40 81 31,-40-81-31</inkml:trace>
  <inkml:trace contextRef="#ctx0" brushRef="#br0" timeOffset="177049.7041">20384 15881 0,'-40'40'0,"0"0"31,-80 81-15,-1-1-1,-39 0 1,-1-40 15,41-39-15,80-41-1,40 40 1,40-40 0,80 0-1,-80 0 1,41 0-1,39 80 17,-40 40-17,0-40 1,-39-39 0,39-41 15,40-41-31</inkml:trace>
  <inkml:trace contextRef="#ctx0" brushRef="#br0" timeOffset="177429.6046">20625 16001 0,'40'0'16,"0"0"-1,40 81 1,81 119 15,-121 1-15,-80-41-1,-80 1 1,79-121-16,1 0 0,-40 80 31,0 81-15,40-161-16</inkml:trace>
  <inkml:trace contextRef="#ctx0" brushRef="#br0" timeOffset="177729.6263">22110 16242 0,'0'0'16,"40"-40"-16,0 0 15,-40 0-15,120 0 31,1 40-15,-41 40 0</inkml:trace>
  <inkml:trace contextRef="#ctx0" brushRef="#br0" timeOffset="177959.5758">21949 16804 0,'-40'0'15,"40"-41"1,40 41-16,0-40 16,0 40-16,1 0 0,-1 0 15,0-40-15,0 40 0,0 0 0,0-40 16,0 40-16,0 0 15,1 0-15,-1 0 0,-40-40 0,40 40 0,0 0 16,0 0-16,-40-40 0,40 40 16,0 0-16</inkml:trace>
  <inkml:trace contextRef="#ctx0" brushRef="#br0" timeOffset="178659.5319">22310 16001 0,'0'41'15,"40"-41"-15,1 0 16,-41 40-1,40-40 1,0 0-16,0 0 31,0-40-15,0 40 0,0 0-1,-40-41-15,40 41 0,-40-40 0,41 40 0,-1 0 16</inkml:trace>
  <inkml:trace contextRef="#ctx0" brushRef="#br0" timeOffset="179619.4759">24597 15320 0,'0'0'15,"-40"0"1,0 0 15,-120 0-15,-81 80 0,40 0-1,41 0 16,80 0-15,80 1 0,40-1 15,80 0-15,81-40-1,-81-40 1,-40 0 15,-80 40-15,-40 41-1,-80 119 1,80-160-16,0 0 0,-1 81 31,-39 39-15,0-80-1,80-120 32,0 0-31,40 40-16,0 0 16,-40-40-16,40 40 0,0 0 0,1 0 0,-1 0 15,0-40-15,0 40 0,0 0 16,0 0-16,0 0 0,0-40 0,41 40 0,-41 0 15,0 0-15,40 0 16,-40 0-16,0 0 0,41-40 0,-41 40 0,0 0 16,0 0-16,0 0 0,0 0 15,0 0-15</inkml:trace>
  <inkml:trace contextRef="#ctx0" brushRef="#br0" timeOffset="179969.5306">24116 17084 0,'-40'0'16,"40"-40"-1,0 80 1,0 0 0,0 0-1,-40 81 1,0-1-1,-1-40 17,41 41-32</inkml:trace>
  <inkml:trace contextRef="#ctx0" brushRef="#br0" timeOffset="180449.5067">24597 16964 0,'0'0'16,"-40"0"-16,-40 80 15,80-40-15,-80 40 31,0 41-15,-1-121 0,1 0 15,0 0-15,40 0-1,0-40 1,80 40 15,80 0-15,-40 40-1,1 40 1,-41-80 0,0 40-1,0-40 1,40 40-1,-40-40-15</inkml:trace>
  <inkml:trace contextRef="#ctx0" brushRef="#br0" timeOffset="180709.4859">24878 17285 0,'0'-40'15,"40"40"1,41-81 0,79 1-1,-39 40 16,-81 40-15</inkml:trace>
  <inkml:trace contextRef="#ctx0" brushRef="#br0" timeOffset="180929.4001">24959 17445 0,'-41'0'16,"41"-40"15,41 40-31,-1 0 0,0-40 16,0 40-1,0 0-15,0 0 0,0 0 0,0 0 16,1 0-16,-41-40 15,40 40-15,0 0 0,0 0 0</inkml:trace>
  <inkml:trace contextRef="#ctx0" brushRef="#br0" timeOffset="181349.4509">25882 16964 0,'0'0'0,"-41"0"0,-39 40 31,40 0-31,40 40 16,0 1 0,-40-1-1,40-40 16,80-40-15,41-40 0,-41-81 15,-40 81-15,-80-40-1,-121 80 1,81 0 15,40 0-15</inkml:trace>
  <inkml:trace contextRef="#ctx0" brushRef="#br0" timeOffset="182589.3778">23755 14397 0,'0'0'16,"0"40"62,0 0-78,0 1 0,0-1 16,0 0-16,0 0 0,40 0 15,-40 0 16,0-80 32,0 0-47,0 0-1,0 0-15,0 0 0,-40-1 16,40 1-16,0 0 15,0 0-15,0 0 32,40 40-32,0 0 31,0 0-15,0 0-16,-40 40 15,40 0 1,-40 0-16,41 0 15,-41 1 1,40-41-16,-40 40 0,40 0 31,0-40-31,-40 40 16,40-40-16,-40-40 47,40 40-32,-40-40-15,0 0 0,40-1 16,-40 1 0,0 0-16,0 0 0,-40 0 15,40 0 1,-40 0-16,80 40 109</inkml:trace>
  <inkml:trace contextRef="#ctx0" brushRef="#br0" timeOffset="182849.3613">24477 14357 0,'40'0'15,"0"0"1,-40-40 0,121-40-1,-1 40 1,-80 40 15,0 0-15</inkml:trace>
  <inkml:trace contextRef="#ctx0" brushRef="#br0" timeOffset="183079.2738">24999 14036 0,'0'-40'16,"0"80"-16,-40-120 16,40 160 31,0-40-47,40 0 15,-40 1-15,0-1 16,0 0-16,0 0 0,0 0 0,0 0 0,0 0 15,0 0 1,0 0-16,0 1 0,0-1 0,0 0 16</inkml:trace>
  <inkml:trace contextRef="#ctx0" brushRef="#br0" timeOffset="184609.2603">24999 15600 0,'-40'0'16,"40"-40"0,-41 40-1,41-40-15,41 40 16,-1 0 0,40 0-1,-40 40-15,0-40 0,-40 40 16,40-40-16,0 0 0,1 40 15,-1-40-15,-40 41 0,40-41 0,-40 40 16,40 0 0,-40 0-16,0 0 0,0 0 0,0 0 15,0 0-15,-40 0 16,-40-40 0,80 41-16,-41-41 0,1 0 15,40-41 1,0 1-1,40 0 1,1 40-16,-41-40 0,40 0 16,0 40-1,-40-40-15,40 0 0,0 0 0,0 0 16,0-1-16,1 1 0,-41 0 16,40 40-16,0-40 0,-40 0 15,40 40-15,-40-40 0,40 40 16,-40-40-1,-40 40-15,-40 0 32,40 0-17,40 40-15,-41-40 0,41 40 16,-40-40-16,40 40 16,0 0-16,0 0 0,0 0 0,0 1 15,0-1-15,0 0 0,40 0 16,-40 0-16,0 0 0,41 0 15,-1 0 1,0 0-16,0-40 0,-40 41 16,40-41-16,0 0 0,0 0 15,0 0-15,1 0 16</inkml:trace>
  <inkml:trace contextRef="#ctx0" brushRef="#br0" timeOffset="184969.2379">26363 15360 0,'0'0'16,"-80"0"0,40 0-1,0 40-15,40 120 16,0 1 15,80-1-15,0-120-1,0 0 1,-40-40 0</inkml:trace>
  <inkml:trace contextRef="#ctx0" brushRef="#br0" timeOffset="185379.1421">26644 15480 0,'40'40'31,"0"0"-31,-40 0 0,40 0 16,-40 1-16,40-41 0,-40 40 0,0 0 0,0 0 16,0 0-16,0 0 15,0 0-15,0 0 16,0-80 15,0 0-15,41 40-16,-41-80 0,40 40 15,-40 0-15,0 0 0,40-1 16,0 41 0,0 41 15,-40-1-31,0 0 15,40-40-15,-40 40 16,0 0-16,0 0 16,0 0-1,0 0 1,0 0-16,0 1 16</inkml:trace>
  <inkml:trace contextRef="#ctx0" brushRef="#br0" timeOffset="185709.1936">27326 15360 0,'0'-40'15,"80"40"1,1 40 15,-41 80-15,0 40 0,-40 1-1,-121-41 16,-39 1-15</inkml:trace>
  <inkml:trace contextRef="#ctx0" brushRef="#br0" timeOffset="186849.1279">28249 15159 0,'0'0'16,"0"-40"0,0 0-1,0 80 32,0 0-31,0 0-16,0 0 0,0 1 0,0-1 15,0 0-15,0 0 16,0 0-16,0 0 0,0 0 0,0 0 0,0 0 16,0 0-16,0 1 15,0-1-15,0 0 0,0 0 16,0 0-16,0-80 47,40 40-47,-40-40 15,0 0-15,40 40 0,-40-40 0,40-1 16,-40 1-16,0 0 16,0 0-16,40 40 0,-40-40 0,0 0 15,0 0-15,0 0 16,41 40 0,-41 40 15,40-40-31,-40 40 0,40 0 15,-40 0-15,40 0 16,-40 0-16,40 0 0,-40 1 16,40-1-16,-40 0 15,40-40 1,0 0 0,1 0-1,-41-40-15,40 40 0,-40-40 16,0-1-16,40 41 15,-40-40-15,0 0 0,0 0 0,0 0 16,0 0-16,0 0 16,0 0-16,0 0 0,0 0 0,0-1 0,0 1 15,0 0-15,-40 0 16,40 0 31,0 80 0,0 0-32,0 0-15</inkml:trace>
  <inkml:trace contextRef="#ctx0" brushRef="#br0" timeOffset="187219.032">29212 15640 0,'-40'-40'16,"0"40"0,40 40-1,0 1 1,0-1-16,0 0 0,0 0 0,0 0 16,0 0-16,0 0 15,0 0-15,-40 0 0,40 1 16,0-1-16,0 0 15,0 0-15,-40-40 16,40 40 0</inkml:trace>
  <inkml:trace contextRef="#ctx0" brushRef="#br0" timeOffset="187489.0154">29212 15841 0,'0'-40'16,"0"0"-1,40 40 1,-40 40 15,40-40-31,-40 40 0,0 0 0,40-40 16,-40 80-16,41-40 15,-41 1-15,40-41 16,-40 40-16,40-40 16,-40 40-16,40-40 15,0 0-15,0 0 16</inkml:trace>
  <inkml:trace contextRef="#ctx0" brushRef="#br0" timeOffset="187779.0174">29573 15801 0,'0'-80'16,"0"160"-16,0-200 31,40 120-15,-40 40-1,0 0-15,0 0 0,0 0 16,0 0 0,0 0-16,0 0 0,0 0 15,0 1-15,0-1 16,0 0 0,0 0-16</inkml:trace>
  <inkml:trace contextRef="#ctx0" brushRef="#br0" timeOffset="188969.0052">29573 14116 0,'0'41'47,"-40"-41"-47,40 40 31,0 0 16,0 0-31,0 0-16,0 0 15,0 0-15,-40 0 0,40 0 0,0 1 0,0-1 16,0 0-16,0 0 15,0 0-15,0 0 0,0 0 0,0 0 16,0 0-16,0 0 16</inkml:trace>
  <inkml:trace contextRef="#ctx0" brushRef="#br0" timeOffset="189498.9733">29774 14437 0,'0'0'16,"40"0"-16,-40 40 62,0 1-62,-40-41 16,0 0 0,0 0-16,-1 0 15,1 0-15,0 0 16,0 0 0,40 40 15,40-40 47,0 0-62,0 0-1,1 0-15,-1 40 31,0-40-31,-40 40 16,40 0-16,-40 0 16,0 0-16,0 0 15,40-40 1</inkml:trace>
  <inkml:trace contextRef="#ctx0" brushRef="#br0" timeOffset="190358.9203">30055 14357 0,'0'-40'15,"40"40"1,-40 40 46,40-40-62,0 0 16,-40 40 0,40-40-16,-40 40 15,0 0-15,0 1 16,0-1-16,0 0 16,0 0-1,-40-40 1,40-40 31,40 0-47,-40 0 15,40-1-15,-40 1 0,40 40 16,-40-40-16,41 40 16,-41-40-16,40 40 0,0-40 15,0 40 1,0 0 15,-40 40-31,40 0 31,-40 0-15,0 0-16,0 1 31,0-1-31,0 0 31,40-40 1,0 0-17,1 0 1,-41-40 0,40 40-16,-40-40 0,0-1 31</inkml:trace>
  <inkml:trace contextRef="#ctx0" brushRef="#br0" timeOffset="252075.2502">1404 6136 0,'0'40'63,"-40"0"-48,40 0-15,0 0 16,0 0 0,0 0-16,0 0 0,40 0 0,-40 0 0,0 1 15,41-1-15,-41 0 0,0 0 0,40 0 16,-40 0-16,0 0 15,40 0-15,-40 0 16,0 1 0,-80-41-16</inkml:trace>
  <inkml:trace contextRef="#ctx0" brushRef="#br0" timeOffset="252385.2874">1485 6256 0,'0'0'31,"40"0"1,0 40-17,0-40-15,0 40 0,0 0 16,-40 0-1,40-40-15,1 40 0,-1-40 0,-40 40 0,40-40 16,0 41-16,0-41 0,0 40 16,0-40-16,0 0 0,1 0 15,-1 0 1,0 0-16,0 0 0,0 0 16,-40-40-16</inkml:trace>
  <inkml:trace contextRef="#ctx0" brushRef="#br0" timeOffset="252665.2731">2207 6015 0,'-40'0'15,"80"0"32,-40 40-31,0 0-16,40-40 0,-40 41 0,0-1 15,0 0-15,40-40 0,-40 40 16,0 0-16,0 0 0,40 0 0,-40 0 16,0 0-16,0 0 0,0 1 0,0-1 15,0 0-15,0 0 16,-40 0-16</inkml:trace>
  <inkml:trace contextRef="#ctx0" brushRef="#br0" timeOffset="253075.2467">2729 6336 0,'40'0'47,"0"0"-47,0 0 0,0 0 16,0 0-16,0 0 15,0-40-15,1 40 0,-1 0 16,-40-40 0,40 40-16</inkml:trace>
  <inkml:trace contextRef="#ctx0" brushRef="#br0" timeOffset="253655.1381">3451 6015 0,'0'0'0,"40"0"32,-40 40-32,0 0 15,0 1-15,40-1 0,-40 0 0,0 0 16,0 0-16,0 0 15,0 0-15,0 0 0,0 0 0,0 0 16,40 1-16,-40-1 16,0 0-16,0 0 0,0 0 31,0-80 0,0 0-31,0 0 16,0 0-16,0-1 0,0 1 15,-40 0-15,40 0 16,0 0-16,0 0 0,0 0 0,0 0 16,0 0-1,0 0-15,0-1 0,40 1 16,-40 0 0,40 40-16,-40-40 0,41 40 0,-41-40 0,40 40 15,-40-40-15,40 40 0,0 0 16,0 40-1,0 0-15,-40 0 16,0 0-16,0 0 16,0 1-16,-40-1 0,0 0 15,40 0-15,-40-40 0,0 40 16,0 0-16,40 0 16,-41-40-16</inkml:trace>
  <inkml:trace contextRef="#ctx0" brushRef="#br0" timeOffset="254035.1951">4294 5935 0,'0'0'16,"40"0"-16,-40-40 15,40 40-15,0 0 16,-40 40 0,0 40-1,0 41 1,-80-1 0,-41-40 15,81-80-31,40-40 31,0 0-31,0-80 31,40-1-15,-40 81 0,40 40-1,1 0-15,-41 40 0</inkml:trace>
  <inkml:trace contextRef="#ctx0" brushRef="#br0" timeOffset="254295.1775">4775 5815 0,'0'0'0,"40"0"15,-40 40 1,0 40 15,0 80-15,0 1 0,0-81-1,0 40 1</inkml:trace>
  <inkml:trace contextRef="#ctx0" brushRef="#br0" timeOffset="254485.0896">4655 5815 0,'-40'-40'16,"80"80"-16,-121-121 16,122 81-1</inkml:trace>
  <inkml:trace contextRef="#ctx0" brushRef="#br0" timeOffset="254975.1359">5297 5815 0,'0'40'31,"0"40"-15,0-40-16,40 0 16,-40 0-1,0 0-15,0 1 0,0-1 16,0 0-16,0 0 16,0-80 15,0 0-16,0 0-15,0-1 0,0 1 0,40 40 16,-40-40-16,0 0 16,40 40-16,-40-40 0,40 40 0,0 0 15,0 0 1,1 0 0,-41 40-16,40-40 0,-40 40 0,0 0 31,0 0-31,0 1 0,0-1 0,0 0 15,0 0 1,-40-40-16,40 40 0,0 0 16,40-40-1</inkml:trace>
  <inkml:trace contextRef="#ctx0" brushRef="#br0" timeOffset="255235.1206">6179 5534 0,'-40'0'15,"40"40"1,0 0 0,0 0-16,0 0 0,0 0 15,0 1-15,0-1 16,0 0-16,0 0 0,0 0 0,0 0 15,0 0-15,0 0 0,0 0 16,0 1-16,0-1 0,0 0 16,0 0-1,81-40 1</inkml:trace>
  <inkml:trace contextRef="#ctx0" brushRef="#br0" timeOffset="255455.0327">6099 5975 0,'-40'40'0,"80"-80"0,-120 80 0,160-80 31,-40 0-31,41 0 16,-41 40-16,0-40 0,0 40 0,0 0 15,0 0-15,-40-40 16,40 40-16,0 0 0,1 0 0,-41-40 0,40 40 16</inkml:trace>
  <inkml:trace contextRef="#ctx0" brushRef="#br0" timeOffset="256125.0671">7102 6015 0,'0'0'0,"40"0"31,1 0-15,-1-40 0,0 40-16,0 0 0,0 0 15,-40-40-15,40 40 0,0 0 16,1-40-16,-1 40 16</inkml:trace>
  <inkml:trace contextRef="#ctx0" brushRef="#br0" timeOffset="256435.0543">7905 5574 0,'0'-40'0,"-40"40"16,40 80 15,0-40-15,0 0-16,-40 161 16,40-41 15,0-79-31,0-41 15</inkml:trace>
  <inkml:trace contextRef="#ctx0" brushRef="#br0" timeOffset="256835.0268">7744 5574 0,'41'-40'16,"-82"80"-16,122-160 0,-41 120 0,-40-40 16,80 40-1,40 40 1,-39 0-1,-41 40 1,0 40-16,-40 41 31,-40-1-15,-121-39 0,121-81-1,-80 40 1,-1-40-1,81-40 1,0-40 0</inkml:trace>
  <inkml:trace contextRef="#ctx0" brushRef="#br0" timeOffset="257144.9548">8828 5534 0,'-40'0'16,"40"40"-1,-40-40-15,40 40 16,0 0 0,0 0-16,0 0 0,0 1 0,0-1 0,0 0 15,0 0-15,0 0 0,0 0 16,-41 0-16,41 0 0,0 0 0,-40 1 16,40-1-16,0 0 0,0 0 15</inkml:trace>
  <inkml:trace contextRef="#ctx0" brushRef="#br0" timeOffset="257434.9919">8707 5694 0,'-40'-40'15,"80"80"-15,-80-160 16,40 80-16,0 0 16,81 0-1,-1 0 1,0 40 0,-40 0-16,40-40 15,41-1 1,-81 41-1</inkml:trace>
  <inkml:trace contextRef="#ctx0" brushRef="#br0" timeOffset="257704.9129">8748 5855 0,'0'0'0,"-41"0"15,82-40 17,-1 40-32,0-40 15,0 40 1,0 0-16,0 0 0,0 0 15,-40-41-15,40 41 16,1 0-16,-1-40 0,0 40 0,0-40 16</inkml:trace>
  <inkml:trace contextRef="#ctx0" brushRef="#br0" timeOffset="257964.9612">9550 5614 0,'0'0'0,"40"-40"31,0 0-31,81 0 16,39 0 15,-39 0-31,-41 40 15,80-40 1,-79 40 0</inkml:trace>
  <inkml:trace contextRef="#ctx0" brushRef="#br0" timeOffset="258204.8839">10032 5534 0,'0'40'62,"0"40"-46,0-40-16,0 0 0,0 1 0,0-1 15,0 0-15,0 0 0,0 0 16,0 40-16,0-40 0,0 0 0,0 1 0,0-1 16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00:40.2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4374 922 0,'-40'0'140,"0"0"-124,40 40-1,-41-40-15,1 0 16,40 40-16,-40-40 0,40 40 0,-40-40 16,0 0-1,0 40-15,0 0 16,0 0 0,-1 1-16,1-1 0,0 0 15,40 0-15,0 0 16,-40 0-16,40 0 0,0 0 0,0 0 0,0 1 15,0-1-15,0 0 0,0 0 0,0 0 16,0 0 0,40-40-16,-40 40 0,40-40 0,-40 40 0,40-40 15,1 0-15,-1 0 16,0 0-16,0 0 0,0 0 0,0 0 0,0 0 16,0 0-16,1 0 15,-1-40-15,0 40 0,0 0 0,0 0 16,0 0-16,0 0 15,0-40-15</inkml:trace>
  <inkml:trace contextRef="#ctx0" brushRef="#br0" timeOffset="339.9228">5136 1162 0,'0'41'31,"0"-1"-15,0 40-1,40 161 1,-40-161 0,0-40-16,0 80 15,0-80-15,-40 0 0,40 0 32,-40-40-32</inkml:trace>
  <inkml:trace contextRef="#ctx0" brushRef="#br0" timeOffset="519.9693">5056 1002 0,'-40'-40'31,"80"80"-31,-80-120 0,0 80 0,40-40 0,80 40 16</inkml:trace>
  <inkml:trace contextRef="#ctx0" brushRef="#br0" timeOffset="949.8683">5457 1082 0,'40'0'31,"0"0"-31,41 0 0,-41 0 16,0 0-16,0 0 15,0 40-15,0-40 0,-40 40 0,40 1 16,-40-1-16,41 0 15,-41 0-15,0 0 0,0 0 0,0 0 0,0 0 16,0 0-16,0 1 0,0-1 0,0 0 16,-41-40-16,41 40 0,-40 0 15,40-80 17,0-40-32,0 40 15,0-1-15,0 1 0,40 0 16,-40 0-16,41 0 0,-41 0 0,0 0 0,0 0 15,80 40-15,-80-40 0,40-1 0,-40 1 0,40 40 16,-40-40-16,40 40 16,0-40-16,0 0 0,1 40 15,-1-40-15,0 40 16</inkml:trace>
  <inkml:trace contextRef="#ctx0" brushRef="#br0" timeOffset="1279.9242">7022 1082 0,'-40'0'0,"40"40"0,-40-40 0,0 0 16,40 40 0,-40 1-16,-1-1 0,41 0 15,-40 0 1,0 0-16,40 0 0,-40 0 16,40 0-16,0 0 15,0 1-15,40-1 16,40-40-1,-80 40-15,41-40 0,-1 0 16,0 0-16,0 0 0,0 0 16</inkml:trace>
  <inkml:trace contextRef="#ctx0" brushRef="#br0" timeOffset="2489.7796">7343 1162 0,'-40'0'16,"40"41"0,0-1-1,0 0-15,0 0 16,0 0-16,0 0 0,0 0 16,40 0-1,-40 0-15,40-40 0,-40 41 0,40-41 31,1 0-15,-41-41-16,40 41 0,-40-40 0,40 0 16,-40 0-1,0 0-15,40 40 0,-40-40 16,0 80 31,0 0-47,0 0 15,0 0-15,0 0 16,0 1-16,40-1 16,0-40 15,0 0-31,0 0 16,-40-40-16,0-1 15,41 1-15,-1 0 16,-40 0-16,40 0 15,-40 0-15,0 0 0,40 40 0,-40-40 0,40 0 16,-40-1-16,40 1 0,-40 0 0,40 40 0,-40-40 16,0 0-16,0 0 15,-40 0-15,40 0 32,0 0-32,0 0 15,-40 40 1,40 40 31,0 0-32,0 0-15,0 0 0,0 0 16,0 0-16,0 0 0,0 0 0,0 0 16,40 1-16,-40-1 15,0 0-15,0 0 0,0 0 0,0 0 0,0 0 16,0 0-16,40 0 15,-40 1-15,40-41 0,-40 40 0,0 0 16,41-40-16,-1 0 0,0 0 16,0 0-1,0 0-15,0-40 0,0 0 16,0 40-16,-40-41 0,41 41 16,-1-40-16,0 0 0,0 40 0,0-40 15,0 40 1,-40-40-16,40 40 0,-40-40 0,40 0 15,-40 0-15,0 0 0,0-1 16,41 41-16,-41-40 16,0 0-1,-41 40 1,1 0 0,0 40-16,0 0 15,0 1-15,40-1 0,0 0 16,-40-40-16,40 40 15,0 0-15,0 0 0,0 0 16,40-40-16,0 0 16,0 0-1,-40-40-15,40 40 0,-40-40 0,40 40 16,-40-40-16,0 0 16,0 0-16,41 40 0,-41-40 15,0-1 1,0 82-1,0-1 1,0 0 0,0 0-16,0 0 15,40-40-15,-40 40 0,0 0 16,0 0-16,0 0 0,40-40 16,-40 41-16,40-41 15,-40 40-15,40 0 0,0-40 16,0 0-1</inkml:trace>
  <inkml:trace contextRef="#ctx0" brushRef="#br0" timeOffset="2859.7621">9109 1162 0,'0'0'16,"0"-40"-16,0 0 31,40 40-31,40 0 15,-40 0-15,0 80 16,0-39-16,1-1 16,-41 0-16,40 80 15,0 0 1,0-79 0,-40-82 15,0 1-16,0-40-15,40-80 16,80-1 15,-39 81-15,-41 40 0,0 40-16,0 0 15,0-40-15,0 40 16,0 0-16</inkml:trace>
  <inkml:trace contextRef="#ctx0" brushRef="#br0" timeOffset="3299.8059">11677 641 0,'-80'0'15,"160"0"-15,-281 0 32,161 0-32,-40 40 15,40 121 1,40-81 0,0-40-16,40 120 15,-40-79-15,40-41 0,0 40 31,40 0-31,1-40 16,-41-40 0,0-40-16,-40 0 0</inkml:trace>
  <inkml:trace contextRef="#ctx0" brushRef="#br0" timeOffset="3589.7133">12038 922 0,'0'0'16,"40"0"-1,0 0-15,0 120 32,-40 41-17,0-121-15,-80 80 16,40-80-16,40 0 16,-80-40-1,40 0 1,-41-120-1,41 120-15,40-80 16,0 40-16,0-81 16,80 1-1,81 40 17,-81 40-32</inkml:trace>
  <inkml:trace contextRef="#ctx0" brushRef="#br0" timeOffset="3939.6928">12479 761 0,'0'41'0,"0"-1"15,-40 40 1,40 0 15,0 0-31,0-40 0,0 41 31,0-41-31,40-40 16,0 0-16,-40-40 0,41 40 16,-1-41-16,0 41 0,0-80 15,0 40-15,0 0 0,0 0 16,0 40 0,-40-40-16,41 40 0,-1 0 15,-40 40 1,40-40-16,-40 40 0,0 0 15,40 0-15,-40 0 0,0 0 0,0 1 16,0-1 0,0 0-16,0 0 0,0 0 15,-40-40-15,40 40 0</inkml:trace>
  <inkml:trace contextRef="#ctx0" brushRef="#br0" timeOffset="4349.6716">13683 922 0,'0'-40'16,"0"80"-16,0-40 15,0 40 1,40 0 0,0 40-16,-40-40 0,81 121 31,-81-121-31,0 0 0,40 40 16,-40-40-1,80-80 16,-40-80-15,0 80-16,40-121 16,-39 121-16,-41 0 0,40-40 15,-40 40-15,40 0 32,-40 0-32,40 40 0,0 0 15</inkml:trace>
  <inkml:trace contextRef="#ctx0" brushRef="#br0" timeOffset="4649.6492">14767 842 0,'0'0'15,"0"40"1,40 0 0,-40 80-1,0-80 1,0 0-16,0 41 15,0-41-15,0 0 16,-40-40-16,40 40 0,-81-40 31,41 40-31,0-40 0,0 0 0,40-80 16,-40 80 0,40-121-1,0 41 1,40 0-1,0 40-15,40 0 16,-40 0-16,1 40 0</inkml:trace>
  <inkml:trace contextRef="#ctx0" brushRef="#br0" timeOffset="4909.7108">15449 601 0,'-81'0'16,"162"0"-16,-162-40 0,41 80 16,40 40-1,-40 81 17,40-121-32,40 120 15,-40-120-15,40 0 0,-40 0 16,41 121-1,-1-121 1</inkml:trace>
  <inkml:trace contextRef="#ctx0" brushRef="#br0" timeOffset="5469.6011">15850 882 0,'-40'0'0,"0"0"0,40 40 16,40 0 15,0 40-31,40 81 32,0-121-17,-39-40 1,-1-40-1,-40-1-15,80-79 16,-80 80-16,40 40 0,-40-40 16,40 40-1,-40 40 1,40 40 0,0-80-16,41 80 15,-41-80-15,0 41 0,40-41 31,41-81-31,-1-39 16,-120 40 0,0 40-16,0-81 15,0 81-15,0 0 0,0-40 32,0 40-32,0 0 0,0 0 31,0 120-16,0-40-15,0 0 0,0 0 0,0 0 16,0 0-16,0 1 16,0-1-16,0 0 0,0 0 0,0 0 0,0 0 15,0 0-15,0 0 0,0 0 16,40 0-16,-40 1 0,40-1 0,-40 0 0,40-40 16,-40 40-16,40-40 15</inkml:trace>
  <inkml:trace contextRef="#ctx0" brushRef="#br0" timeOffset="5789.5819">16853 1002 0,'-40'0'16,"80"0"-16,0-40 15,0 40-15,81-40 16,-81 40-1,0 0-15,80-40 16,-80 40-16,1 0 0,-1 0 16,0 0-1,0 0 1,-40 40 0,0 0-1,40 120 1,-40-39-1,40-41 1</inkml:trace>
  <inkml:trace contextRef="#ctx0" brushRef="#br0" timeOffset="5949.6489">17335 641 0,'-41'0'16,"82"0"-16,-82-40 0,1 40 0,40-40 0,0 0 31,40 40-31</inkml:trace>
  <inkml:trace contextRef="#ctx0" brushRef="#br0" timeOffset="6509.5432">18017 802 0,'40'40'15,"-40"0"-15,40 0 32,-40 80-17,-40-80 1,0 40-16,-41-39 15,41-41 17,40-121-17,0 1 1,121 80 15,39 0-15,-39 40-1,-1 40 1,-80-40 0,-40 40-16,40 80 15,0-80-15,-40 0 0,0 1 32,41-82-1,-41 1-31,80 40 15,-40-80 1,40 40 0,41 40 15,-81 120-15,0 1-1,0-1 16,-80-40-15</inkml:trace>
  <inkml:trace contextRef="#ctx0" brushRef="#br0" timeOffset="7709.4712">20304 802 0,'-40'0'15,"0"0"1,40 40-16,-40-40 0,-1 0 16,41 40-16,-40 0 15,40 0-15,0 0 0,0 0 0,0 0 16,81 40-16,-81-39 0,40-1 16,-40 0-16,40 0 0,0 0 0,-40 0 0,40 0 15,0-40-15,-40 40 16,40-40-16,0 40 0,1-40 15,-1-40-15,-40-40 0,40 40 16,-40 0-16,40 0 16,-40 0-16,40 0 0,-40-1 0,40 1 0,-40 0 0,40 0 15,-40 0-15,40 40 32,-40 40-32,0 0 15,0 0-15,41 0 0,-41 1 0,40-41 16,-40 40-16,40 0 0,0 0 0,0-40 0,0 0 15,-40 40-15,40-40 16,0 0-16,1 0 0,-1-80 16,0 80-16,-40-40 0,40 0 15,-40-1-15,40 1 0,-40-40 0,0 40 16,0 0-16,0 0 0,40 0 16,-40 0-16,0 0 0,0-1 15,0 122 1,0-41-1,0 0-15,0 0 0,0 0 0,40 0 0,-40 0 16,40 0-16,1 0 16,-41 1-16,40-1 0,0 0 0,0 0 0,-40 0 15,40 0-15,-40 0 16,0 0-16,0 0 0,-40 1 16,0-41-1,0 0-15,0 0 16,-1 0-16,41-41 0,0 1 15,0 0-15,81 0 16,-81 0-16,40 0 0,0 0 16,0 0-16,0 0 15,0-1-15,0 1 0,-40 0 0,41 0 0,-41 0 16,40 0-16,-40 0 16,0 0-16,40 40 0,-40-40 0,0 0 31,0 120-16,0-40 1,0 0-16,0 0 16,0 0-16,0 0 0,0 0 0,0 0 0,0 1 0,0-1 15,0 0-15,0 0 16,0 0-16,0 0 0,0 0 0,0 0 16,0 0-1</inkml:trace>
  <inkml:trace contextRef="#ctx0" brushRef="#br0" timeOffset="7869.4596">21829 681 0,'0'0'0,"-40"0"0,-41-40 15,41 40-15,0 0 16,0 0-16,40-40 0,-40 40 0,40-40 0</inkml:trace>
  <inkml:trace contextRef="#ctx0" brushRef="#br0" timeOffset="8669.4489">22190 761 0,'0'0'15,"0"41"-15,0-1 0,0 0 0,0 40 16,0 0-1,0 81 1,0-81 15,40-120-31,0 0 16,0-1 0,0-39-16,121-40 31,-81 80-16,-40 40-15,0 120 16,-40-80-16,41 0 0,-1 0 16,40 81-1,-40-121 1,0 0-16,0 0 16,41-161-1,-81 41 1,0 80 15,-41 40-31,41 40 16,0 0-16,0 0 15,0 0-15,41-80 32,-41 0-17,80-40 1,-80 40-16,40 40 15,0 80 17,0 161-17,0 39 1,-40 81 15,0-80-15,-40-80-1,40-161 1,-80-40 0,-40-121-1,79 41 1,-79-120 0,120-1 15,80 81-16,-40 120-15,121-40 16,-121 0-16,0 40 0,0 0 16,41-40-16</inkml:trace>
  <inkml:trace contextRef="#ctx0" brushRef="#br0" timeOffset="8919.4727">24276 842 0,'-40'0'0,"80"0"0,-80 40 32,40 0-17,0 80 1,40 161-1,1-161-15,-1 81 32,-40-121-32</inkml:trace>
  <inkml:trace contextRef="#ctx0" brushRef="#br0" timeOffset="9259.4522">23915 882 0,'-120'-40'31,"120"0"-31,0-1 0,40 41 16,161-80 0,39 160 15,-39 81-16,-161-81-15,81 121 16,-121-121-16,40-40 0,-40 120 16,-121 41 15,41-161-31,0-40 16,-121 40-1,81-80 1,120-80-1</inkml:trace>
  <inkml:trace contextRef="#ctx0" brushRef="#br0" timeOffset="9489.3828">25199 721 0,'0'0'16,"0"81"0,0 39 15,0 0-31,0-80 0,40 201 31,1-201-31,-41 0 0,40 40 16,-40-40-16</inkml:trace>
  <inkml:trace contextRef="#ctx0" brushRef="#br0" timeOffset="9719.4254">25239 962 0,'-40'-80'16,"80"160"-16,-80-200 15,40 80-15,0-1 0,40 1 16,1 0 0,-1 40-16,120-40 31,-39 40-15,-81 0-16</inkml:trace>
  <inkml:trace contextRef="#ctx0" brushRef="#br0" timeOffset="9899.416">25159 1203 0,'-40'0'15,"80"0"-15,-80 40 0,80-40 16,0 0-16,41-40 15,-1 40-15,80-81 16</inkml:trace>
  <inkml:trace contextRef="#ctx0" brushRef="#br0" timeOffset="10119.4032">25962 1042 0,'0'-40'16,"0"80"-16,0-120 15,40 80-15,80-80 32,1 80-32,79 0 31,-39 0-31</inkml:trace>
  <inkml:trace contextRef="#ctx0" brushRef="#br0" timeOffset="10329.3136">26203 882 0,'-41'0'0,"1"0"31,40 40-15,0 0-16,0 0 0,0 0 0,0 0 0,0 0 16,40 41-16,-40-1 15,0-40-15,0 40 0,0-40 0,0 40 0,0-39 16,0 39-16,0-40 0,0 0 16,-40 0-16,40 0 0,0 0 0</inkml:trace>
  <inkml:trace contextRef="#ctx0" brushRef="#br0" timeOffset="12689.175">27166 1644 0,'0'40'31,"40"-40"-15,0 0 0,0 0-16,0 0 15,-40-40-15,40 40 16,0-40-16,0 0 0,1 40 0,-41-41 15,40 41-15,-40-40 0,40 0 0,-40 0 0,40 0 16,-40 0-16,0 0 0,40 0 16,-40 0-16,0-1 0,0 1 0,40 0 0,-40 0 15,0 0 1,0 0-16,0 0 16,-40 40-16,0 0 15,0 0 1,0 0-16,0 40 0,-1 0 15,1 0 1,40 0-16,0 0 0,0 0 0,0 1 16,40-1-16,-40 0 0,81 0 15,-81 0-15,40 0 0,0-40 0,0 40 0,0-40 16,0 40-16,0 0 16,1-40-16,-41 41 0,40-41 0,0 0 15,-40 40-15,0 0 16,-40-40-1,-41 40-15,41-40 0,0 0 16,-40 40 0,40-40-16,0 0 0,0 0 0,-1 0 15,1 0-15,0-40 16</inkml:trace>
  <inkml:trace contextRef="#ctx0" brushRef="#br0" timeOffset="12999.2317">28409 842 0,'41'0'16,"-82"0"-16,82 40 15,-1 40 17,-40 120-17,0 41 1,-121-80 15,41-41-15,80-80-16</inkml:trace>
  <inkml:trace contextRef="#ctx0" brushRef="#br0" timeOffset="13279.2153">28369 922 0,'40'-40'31,"-40"0"-31,41 40 0,-1 0 31,0 0-15,0 0-16,40 0 31,-80 40-31</inkml:trace>
  <inkml:trace contextRef="#ctx0" brushRef="#br0" timeOffset="13519.2013">28409 1644 0,'-40'40'32,"80"-80"-32,-80 120 15,40-40-15,0 0 16,121-40 15,-1 0-15,0-80-1,-120 40-15</inkml:trace>
  <inkml:trace contextRef="#ctx0" brushRef="#br0" timeOffset="13779.1855">29373 882 0,'0'0'16,"-41"0"0,41 80 15,0-40-31,0 0 16,0 0-16,0 0 15,0 0-15,0 1 0,0-1 0,0 40 0,0-40 16,0 0-16,0 0 0,0 0 0,0 0 0,0 1 15,0-1-15,0 0 16,0 0-16</inkml:trace>
  <inkml:trace contextRef="#ctx0" brushRef="#br0" timeOffset="14109.0916">29172 962 0,'0'0'0,"-40"0"0,40-40 0,0 0 15,40 0 1,0 40-16,0 0 16,0 0-16,0 0 15,1 0-15,-1 40 0,0-40 0,0 40 0,0 0 16,0 0-16,0 0 0,-40 0 0,0 0 15,40 0-15,-40 1 16,0-1-16,0 0 0,0 0 0,0 0 0,0 0 16,-40 0-16,40 0 0,-40 0 15,40 1-15,-40-41 0,0 40 0,40 0 0,-40-40 16,0 40-16,0 0 16,-1-40-16,1 0 0,40 40 0,-40-40 0,0 0 15,0 0-15,0 0 16,0-40-16,0 0 0</inkml:trace>
  <inkml:trace contextRef="#ctx0" brushRef="#br0" timeOffset="14529.0657">29934 882 0,'0'40'63,"0"0"-63,0 0 0,0 0 16,0 0-16,0 0 0,0 0 15,0 41-15,0-41 0,0 0 0,0 0 0,0 40 16,0-40-16,0 0 0,0 1 0,0-1 15,0 0-15,0 0 16,0 0-16</inkml:trace>
  <inkml:trace contextRef="#ctx0" brushRef="#br0" timeOffset="14779.1262">29894 922 0,'-40'-40'31,"80"80"-31,-80-160 16,80 120-16,0-41 15,121 1 1,-1 40 15,-79 0-31</inkml:trace>
  <inkml:trace contextRef="#ctx0" brushRef="#br0" timeOffset="14979.1145">30055 1323 0,'0'0'0,"-40"0"32,80-40-17,160-40 1,-39-1 15,-121 81-31</inkml:trace>
  <inkml:trace contextRef="#ctx0" brushRef="#br0" timeOffset="15279.0971">30697 882 0,'0'0'16,"40"0"15,0-40-15,161 40 0,-1 0-1,41 0 1,-121 40 15</inkml:trace>
  <inkml:trace contextRef="#ctx0" brushRef="#br0" timeOffset="15479.0847">31218 842 0,'-40'0'15,"80"0"-15,-120 0 0,0 0 16,40 0-1,40 40-15,-40 120 32,40 81-17,0 40 1,0-81 15,0-160-31</inkml:trace>
  <inkml:trace contextRef="#ctx0" brushRef="#br0" timeOffset="16048.9798">28851 1443 0,'40'0'16,"0"-40"-1</inkml:trace>
  <inkml:trace contextRef="#ctx0" brushRef="#br0" timeOffset="18668.84">4173 2847 0,'40'0'47,"0"0"-32,41 0-15,-41 0 32,-40-40-32,40 40 0,0 0 15,0 0 1,0 0-1,0 0-15,1 0 16,-1 0 0,0 0-16,0 40 0,0-40 15,0 0-15,0 0 16,0 0-16,1 0 0,-1 0 0,0 0 16,0-40-16,40 40 15,-40 0-15,0 0 0,1-40 0,39 40 0,-40 0 16,0 0-16,40 0 0,-40 0 0,1 0 0,39 0 15,-40 0-15,40 0 0,-40 0 16,0 0-16,1 0 0,39 0 0,-40 0 0,0 0 16,40 0-16,-40 0 15,1 0-15,39 0 0,-40 0 0,0 40 0,0-40 16,40 0-16,-39 0 0,-1 0 16,0 0-16,40 0 0,-40 0 0,0 0 0,41 0 15,-41 0-15,0 0 0,40 0 0,-40 0 0,40-40 16,-39 40-16,-1 0 15,40 0-15,-40 0 0,0 0 0,0 0 0,41 0 16,-41 0-16,0 0 0,40 0 16,-40 0-16,41 0 0,-41 0 0,0 0 0,40-40 15,-40 40-15,40 0 16,-39 0-16,-1 0 0,0 0 0,40 0 0,-40 0 16,40 0-16,-39 0 0,-1 0 15,40 0-15,-40-41 0,40 41 0,-40 0 0,1 0 16,-1 0-16,40 0 0,-40 0 0,40 0 0,-40 0 15,41 41-15,-1-41 16,0 0-16,-40 0 0,41 0 0,-1 0 0,0 0 16,-40 0-16,40 0 0,1 0 15,-41 0-15,40 0 0,-40 0 0,40-41 0,-39 41 16,-1 0-16,0 0 16,0 0-16,0 0 0,0 0 15,0 0-15,0 0 16,1 0-16,-1 0 15,0 0-15,0 0 0,0 0 0,40 0 0,-40 0 16,41 0-16,-41-40 16,0 40-16,40 0 0,-40 0 0,1 0 0,-1 0 15,40 0-15,-40 0 0,0 0 16,0 0-16,0 0 0,1 0 0,-1 0 0,0 0 16,0 0-16,40 0 15,-40 0-15,0 0 0,1-40 0,-1 40 0,0 0 16,0 0-16,40 0 0,-40 0 0,0 0 0,41 0 15,-41 0-15,0 0 0,40 0 16,-40 0-16,41 0 0,-41 0 0,0 0 0,0 0 16,40 40-16,-40-40 15,41 0-15,-41 40 0,40-40 0,0 0 0,-40 0 16,41 0-16,-41 0 0,40 0 16,0 0-16,-40 0 0,41 0 0,-41 0 0,40 0 15,-40 0-15,40 0 0,-40 0 0,41 0 0,-41 0 16,40 0-16,-40 0 15,40 0-15,-39 0 0,39-40 0,-40 40 0,40 0 16,-40 0-16,0 0 0,41 0 16,-41 0-16,40 0 0,-40 0 0,40 0 0,-39 0 15,39-40-15,0 40 16,-40 0-16,41 0 0,-1 0 0,0-40 0,0 40 16,-40 0-16,41 0 0,-1 0 15,0 0-15,0 0 0,-39 0 0,39 0 0,0 0 16,0 0-16,1 0 0,-41 0 0,40 0 0,0 0 15,41 0-15,-41 0 16,0 0-16,0 0 0,41 0 0,-41 0 0,0 0 16,0 0-16,1 0 0,-1 0 15,0 0-15,0 0 0,-39 0 0,39 0 0,0 0 16,0 0-16,1 0 16,-41 0-16,40 0 0,0 0 0,0 0 0,-39 0 15,39 0-15,-40 0 0,40 0 0,0 0 0,-39 0 16,39 0-16,-40 0 0,40 0 15,1 0-15,-41 0 0,0 0 0,40 0 0,-40 0 16,0 0-16,41 0 16,-41-40-16,0 40 0,0 0 0,40 0 0,-40 0 15,0 0-15</inkml:trace>
  <inkml:trace contextRef="#ctx0" brushRef="#br0" timeOffset="20508.7887">18859 2566 0,'0'40'31,"81"-40"47,-41 0-78,0 0 16,0 0 0,0 0-16,0 0 0,41 0 0,-41 0 15,0 0-15,40 0 0,-40 0 16,0 0-16,41 0 0,-41 0 0,40 0 0,-40 0 16,40 0-16,-40 0 15,1 0-15,-1 0 0,40 0 0,-40 0 0,0 0 16,40 0-16,-39 0 0,39 0 0,-40-40 0,0 40 15,40 0-15,-40 0 0,41-40 16,-41 40-16,40 0 0,-40 0 0,40 0 0,1 0 16,-41 0-16,40 0 15,0 0-15,-40 0 0,41 0 0,-1 0 0,0 0 16,-40 0-16,41 0 0,-41 0 16,40 0-16,-40 0 0,40 0 0,-40 0 0,1 0 15,39 0-15,0 0 0,-40 0 0,41 0 0,-1 0 16,-40 0-16,40 0 15,0 0-15,-39 0 0,39 0 0,-40 0 0,40 0 16,-40 0-16,0 0 0,41 0 16,-1 0-16,-40 0 0,40 40 0,1-40 0,-1 0 15,0 0-15,0 0 16,1 0-16,-1 0 0,0 0 0,0 0 0,-40 0 16,41 0-16,-1 0 0,0 0 15,0 0-15,-39 0 0,39-40 0,0 40 0,-40 0 16,40 0-16,1 0 0,-41 0 0,40 0 0,0 0 15,-40 0-15,41 0 16,-41 0-16,40 0 0,0 0 0,-40 0 0,41 0 16,-1 40-16,0-40 0,0 0 15,1 0-15,-1 0 0,0 0 0,1 40 0,-1-40 16,-40 0-16,40 0 16,0 0-16,1 0 0,-41 0 0,40 0 0,0 40 15,-40-40-15,41 0 0,-41 0 0,40 0 0,-40 0 16,0 0-16,41 0 0,-41 0 15,40 0-15,-40 0 0,40-40 0,-40 40 0,41 0 16,-1 0-16,0 0 16,-40 0-16,41 0 0,-1 0 0,0 0 0,0 0 15,-40 0-15,41 0 0,-1 0 16,-40 0-16,40 0 0,-40 0 0,1 0 0,39 0 16,-40 0-16,40 0 15,-40 0-15,41 0 0,-41 0 0,40 0 0,0 0 16,-40 0-16,41 0 0,-41 0 0,40 0 0,-40 0 15,40 0-15,-40 0 0,1 0 16,-1 0-16,40 0 0,-40 0 0,0 40 0,0-40 16,41 0-16,-41 0 15,0 0-15,0 0 0,40 0 0,-40 0 0,1 0 16,39 40-16,-40-40 0,40 0 16,-40 0-16,0 0 0,41 0 0,-41 0 0,0 0 15,0 0-15,40 0 0,-40 0 0,1 0 0,-1 0 16,0 0-16,0 41 15,0-41-15,0 0 0,0 0 0,0 0 0,1 0 16,-1 0-16,0 0 16,0 0-16,0 0 0,-40 40 15,40-40 1,0 0-16,0 0 16,1 0-1,-82 0 16,41 40-31,-40-40 16</inkml:trace>
  <inkml:trace contextRef="#ctx0" brushRef="#br0" timeOffset="32708.021">3732 4291 0,'-40'0'0,"40"-40"47,0-1 0,0 1-31,80 40-16,-40 0 0,0-40 0,0 40 15,0 0-15,1-40 0,-1 40 16,40 0-16,-40 0 0,0 0 0,0 0 0,0 40 16,1-40-16,-41 40 0,40-40 0,-40 40 15,0 1-15,0-1 16,40 0-16,-40 0 0,0 0 0,0 0 15,0 0-15,0 0 0,-40 0 16,40 1-16,-40-1 0,40 0 0,-81 0 0,41 0 16,40 0-16,-40 0 15,0-40-15,40 40 0,-40-40 0,0 40 0,0-40 16,40 40-16,-41-40 16,41-40-1,0 0 1,0 0-1,41 0-15,-41 0 0,80 0 0,-40 0 16,0 0-16,0 0 0,0-1 16,41 1-16,-41 0 0,0 0 0,40 40 0,-40-40 15,0 0-15,0 0 16,1 40-16,-1-40 0,0 40 0,0-40 0,0 40 16,0-41-16,0 41 0,-40-40 0,40 40 31,-80 40 31,-40-40-46,80 41-16,-40-1 16,0 0-16,0-40 0,40 40 0,-40 0 15,-1 0-15,41 0 0,-40-40 0,40 40 16,0 0-16,-40 1 15,40-1-15,0 0 0,40 0 16,0-40 0,-40 40-16,81-40 0,-41 40 0,0-40 15,0 0-15,0 0 16,0 0-16,0 0 0,1 0 0,-1 0 16,0-40-16,0 40 0</inkml:trace>
  <inkml:trace contextRef="#ctx0" brushRef="#br0" timeOffset="32908.0544">5297 4612 0,'-40'0'31,"40"40"-15,0 0-1,0 0-15,0 0 0,0 0 16,0 0-16,0 0 15,0 0-15,40 0 0,-40 1 16,0-1-16,0 0 16,0 0-16</inkml:trace>
  <inkml:trace contextRef="#ctx0" brushRef="#br0" timeOffset="33248.0341">5899 4010 0,'-41'0'0,"41"40"31,-40-40-15,40 40-16,0 0 16,-40 0-16,40 0 0,0 1 0,-40-1 0,40 0 15,0 40-15,0-40 0,0 0 16,0 0-16,0 0 0,0 1 0,0-1 0,0 0 16,0 0-16,40 0 15,0 0 1,0-40-16</inkml:trace>
  <inkml:trace contextRef="#ctx0" brushRef="#br0" timeOffset="33637.9356">6099 4251 0,'40'0'15,"-80"0"-15,120 0 31,-39 0-31,-1 80 16,0-80-16,-40 40 16,40 80-1,-40-40 1,0-120 15,40 0-15,0 0-16,0 0 0,-40 0 15,40 40 1,1-40-16,-1 40 0,0 0 16,0 0-1,0 0-15,-40 40 0,40-40 0,-40 40 16,40-40-16,-40 40 16,0 0-16,40-40 0,-40 40 0,0 0 0,0 1 15,0-1-15,0 0 0,-40 0 16,40 0-16,-40-40 15,0 0-15,40 40 0,-40-40 0</inkml:trace>
  <inkml:trace contextRef="#ctx0" brushRef="#br0" timeOffset="33917.9388">7504 3970 0,'0'0'15,"0"-40"-15,40 80 32,0 160-17,0-119-15,-40-1 0,0 80 31,-40-80-31,40-39 0,-80-1 0,-81 160 32,1-80-32</inkml:trace>
  <inkml:trace contextRef="#ctx0" brushRef="#br0" timeOffset="34447.9632">9189 4170 0,'0'0'0,"0"40"16,-40-40-16,40 41 15,-40-1 1,0 0-16,-1 0 0,1 0 0,0 0 15,0-40-15,0 40 0,0 0 16,0-40-16,-41 40 0,41-40 0,0 41 0,0-41 16,40 40-16,-40-40 15,40-40 17,40 40-17,0 0-15,0 0 16,0 40-16,1-40 15,-41 40-15,40-40 0,0 40 0,0 0 0,0-40 16,0 40-16,0 0 16,0-40-16,-40 40 0,41-40 0,-41 40 0,40 0 15,-40 1 1,40-41-16,-40 40 0</inkml:trace>
  <inkml:trace contextRef="#ctx0" brushRef="#br0" timeOffset="34897.9366">9028 4652 0,'-40'0'0,"80"0"0,-160-40 31,160 40 16,0 0-47,-40 40 16,40-40-16,1 0 0,-1 0 0,40 40 0,-40-40 16,40 0-16,-40 0 0,41 0 0,-1 0 0,0 0 15,0 0-15,1 0 16,-1 0-16,0-40 0,41 40 0,-41 0 0,40-40 15,1 40-15,-1 0 0,0 0 16,1 0-16,-1-41 0,1 41 0,-41 0 0,40 0 16,-40 0-16,1 0 15,-1 0-15,-40 0 0,40 0 0,-40 0 0,1 41 16,-1-41-16,0 0 16,-80 0 30</inkml:trace>
  <inkml:trace contextRef="#ctx0" brushRef="#br0" timeOffset="35257.8396">11436 4291 0,'-40'0'0,"80"40"63,0 0-48,0-40-15,41 0 0,-41 40 0,0-40 16,0 40-16,0-40 16,0 0-16,0 0 0,0 40 0,1-40 0,-1 0 15,0 40-15,0 0 16,-40 1-16,40-41 0,-40 40 16,0 0-16,-40-40 0,40 40 0,-80-40 15,40 40-15,40 0 16,-41-40-16,1 0 0,0 40 0,0-40 0,-40 0 15,80 40-15,-80-40 0</inkml:trace>
  <inkml:trace contextRef="#ctx0" brushRef="#br0" timeOffset="35867.8805">12720 3970 0,'-40'0'0,"40"40"78,40 0-78,-40 0 0,40-40 16,0 40-16,41 0 15,-41 0-15,0 1 0,40-1 0,-40 0 0,40 0 16,-39 0-16,39 0 0,-40 0 16,0 0-16,0 0 0,40 1 0,-39-1 0,-41 0 15,40 0-15,0-40 0,-40 40 0,40-40 0,0 40 31</inkml:trace>
  <inkml:trace contextRef="#ctx0" brushRef="#br0" timeOffset="36147.789">13563 4090 0,'-40'0'15,"80"0"-15,-121 0 16,81 40 15,-40 40-31,0 1 32,0-41-32,-40 160 15,40-160-15,0 1 0,-41 119 16,41-120-16,-40 40 15,80-40-15,-80 41 16</inkml:trace>
  <inkml:trace contextRef="#ctx0" brushRef="#br0" timeOffset="36397.7734">14044 4411 0,'0'40'15,"0"0"1,0 0 0,0 0-16,0 1 15,0-1-15,0 0 0,0 0 0,0 0 16,0 0-1,0 0-15</inkml:trace>
  <inkml:trace contextRef="#ctx0" brushRef="#br0" timeOffset="36797.7522">14967 3769 0,'-40'0'16,"40"40"15,-40 1-15,40-1-16,-40 0 0,40 0 0,-40 0 16,40 0-16,0 0 0,0 0 0,0 40 0,0-39 15,0-1-15,0 0 16,0 0-16,0 40 0,40-40 0,-40 0 0,0 0 15,40 1-15,-40-1 16,40-40-16,0 40 0,0-40 0,0 0 16,1 0-1,-1 0-15,0 0 0,0 0 0</inkml:trace>
  <inkml:trace contextRef="#ctx0" brushRef="#br0" timeOffset="37037.7385">15409 4291 0,'-41'-40'31,"41"-1"-31,0 122 16,0-41-1,41 0-15,-41 0 16,0 0-16,0 0 0,40 0 15,-40 0-15,0 1 16,0-1-16,0 0 0,0 0 16</inkml:trace>
  <inkml:trace contextRef="#ctx0" brushRef="#br0" timeOffset="37477.7272">16051 4170 0,'-41'0'16,"1"0"0,40 40-16,-40-40 15,0 0 1,0 41-16,0-1 0,40 0 0,-40 0 15,0-40-15,40 40 0,-41-40 16,1 40-16,0 0 0,0-40 0,40 40 0,-40-40 16,0 0-16,40 40 15,-40-40-15,0 0 0,40-40 32,40 40-1,0 0 0,0 40-31,0 1 16,0-1-16,0 0 0,0 0 15,1-40-15,-41 40 16,40 0-16,0-40 0,0 0 0,0 40 0,0-40 16,0 0-16,0 0 0,1 0 15</inkml:trace>
  <inkml:trace contextRef="#ctx0" brushRef="#br0" timeOffset="37837.7008">16492 3850 0,'0'0'0,"-40"0"0,40 40 16,40-40-1,40 120 1,-40-40-1,0-40-15,1 161 16,-41-121-16,0-40 0,0 121 31,-41-121-31,-39 80 0,40-80 0,-80 40 32,-1-40-32</inkml:trace>
  <inkml:trace contextRef="#ctx0" brushRef="#br0" timeOffset="38407.7302">17936 3850 0,'-40'0'0,"40"-41"31</inkml:trace>
  <inkml:trace contextRef="#ctx0" brushRef="#br0" timeOffset="38597.7178">18057 4852 0,'0'40'16,"0"-80"-16,-40 120 0,-41 41 16,41-121-16,40 40 0,-80 80 15,0-40 1,-121 41 0,121-81-1</inkml:trace>
  <inkml:trace contextRef="#ctx0" brushRef="#br0" timeOffset="41827.5269">19622 3970 0,'40'0'94,"0"0"-79,0 0 1,-40 40-16,0 0 16,40-40-16,-40 40 0,0 0 0,0 0 15,0 0-15,0 1 0,0-1 16,0 40-16,-40-40 0,40 0 0,-40 0 0,40 0 15,-40 0-15,40 1 16,0-1-16,-40 0 0,80-80 47,0 0-47,-40-1 16,40 1-16,-40 0 0,40 0 15,0 0-15,-40 0 0,41 0 0,-1 0 0,-40 0 16,40 40-16,0-41 0,-40 1 15,40 40-15,-40-40 0,40 40 0,-40-40 0,40 40 16,-40-40 0,-40 40 15,40 40-15,0 0-1,-40-40-15,40 40 16,-40 0-16,40 1 0,-40-1 15,40 0 1,0 0-16,0 0 0,0 0 0,0 0 16,0 0-16,0 0 15,40-40-15,-40 41 0,40-1 0,0 0 16,-40 0-16,40-40 0,-40 40 0,40-40 16</inkml:trace>
  <inkml:trace contextRef="#ctx0" brushRef="#br0" timeOffset="42157.4393">20424 4531 0,'0'40'32,"0"1"-17,40-41 1,1 40-16,-41 0 0,0 0 0,40-40 15,-40 40-15,0 0 16,0 0-16,0 0 0,0-80 47,0 0-31,40 40-1,-40-40-15,40 40 0,-40-40 0,40 40 16,0 0-16,0 0 15,0 0-15,-40-40 0,41 40 0,-1 0 16,0 0 0,0 0-16,0 0 0</inkml:trace>
  <inkml:trace contextRef="#ctx0" brushRef="#br0" timeOffset="42657.4044">21468 3850 0,'0'0'0,"0"40"31,-81-40-15,41 0-1,0 40-15,0-40 0,40 40 16,-40 0-16,0-40 0,40 40 0,-40 0 0,40 0 16,-41 0-16,41 41 0,0-41 15,0 0-15,0 0 0,0 0 0,0 0 0,0 0 16,0 40-16,41-80 15,-41 41-15,40-1 0,-40 0 0,80-40 0,-40 40 16,0-40-16,0 40 16,0-40-16,1 0 0,-1 0 0,0 0 0</inkml:trace>
  <inkml:trace contextRef="#ctx0" brushRef="#br0" timeOffset="43027.4562">21829 4170 0,'0'0'0,"0"40"31,0 1-31,40 39 16,0 80 15,-40-80-31,40-39 31,-40-1-15,40-201 0,0 121 15,41 0-15,-41 120-1,0 41 1,-40-81-16,0 40 31,-40-80-15</inkml:trace>
  <inkml:trace contextRef="#ctx0" brushRef="#br0" timeOffset="43237.3684">22350 4170 0,'41'0'15,"-1"0"1,0 0 0,-40 40-16,40-40 0,0 41 0,-40-1 15,40 0-15,0 0 16,-40 0-16,0 0 0,0 40 0,40-40 0,-40 1 16,0-1-16,0 40 0,-40-40 0,40 0 0,-80 0 15,80 0-15,-40 0 0,0 0 16,0 1-16,40-1 0</inkml:trace>
  <inkml:trace contextRef="#ctx0" brushRef="#br0" timeOffset="44087.318">24036 4090 0,'-40'0'0,"-1"0"31,41 40-31,-40 0 16,0 0-1,40 1-15,-40-1 0,0-40 0,0 40 0,0 0 16,0 0-16,-1 0 16,1-40-16,40 40 0,-40 0 0,0-40 0,0 40 15,40-80 17,40 0-32,-40 0 0,0 0 31,40 40-31,0 0 15,-40 40-15,40-40 16,-40 80-16,41-80 0,-1 40 0,0 1 0,0-1 16,0 0-16,-40 0 0,40 0 15,0-40-15,0 40 0,1-40 0,-41 40 16,40-40-16,-40 40 0,40-40 0,0 0 16</inkml:trace>
  <inkml:trace contextRef="#ctx0" brushRef="#br0" timeOffset="44517.2923">23955 4531 0,'0'40'16,"0"-80"-16,-40 80 0,80-40 31,1-40-16,159 40 1,81 0 15,80 0-15,121 0 0,39 0-1,121-40 16,-521 40-31,320-40 16,-361 40-16,1 0 0,-41 0 16,80 0-16,-40 0 31,-120 0 31,40-40-46</inkml:trace>
  <inkml:trace contextRef="#ctx0" brushRef="#br0" timeOffset="44797.2783">27246 4210 0,'-40'0'0,"40"-40"32,80 40-1,-80 40-31,40-40 0,0 0 0,0 41 16,0-41-16,1 40 0,-1-40 0,-40 40 0,40 0 15,0-40-15,-40 40 0,40 0 16,-40 0-16,0 0 15,0 0-15,-40-40 16,40 41-16,-80-1 0,40 0 0,-41-40 0,41 40 16,-40-40-16,40 40 0,-40-40 15,39 0-15,-39 0 0,40 0 0</inkml:trace>
  <inkml:trace contextRef="#ctx0" brushRef="#br0" timeOffset="45567.3089">24798 3809 0,'0'0'0,"0"41"16,0-1-1,-40 0 1,40 40-16,0 0 16,0 121-1,0-121 1</inkml:trace>
  <inkml:trace contextRef="#ctx0" brushRef="#br0" timeOffset="45897.2109">24678 3809 0,'0'0'0,"0"-40"31,40 40-31,0 0 15,0 0 1,0 0-16,0 40 0,0-40 16,1 41-16,-1-41 0,-40 40 15,40 0-15,-40 0 0,40 0 0,-40 0 0,0 0 16,0 0-16,0 0 0,0 0 0,-40 1 0,40-1 16,-40 0-16,-41 0 15,81 0-15,-40 0 0,0-40 0,0 40 16,0-40-16,0 40 15,0-40-15,0 0 0,40-80 16,-41 80 0</inkml:trace>
  <inkml:trace contextRef="#ctx0" brushRef="#br0" timeOffset="46167.2697">25360 3649 0,'0'40'15,"0"0"1,0 81 15,0 39-15,40-40-1,-40-40 17,0-39-32</inkml:trace>
  <inkml:trace contextRef="#ctx0" brushRef="#br0" timeOffset="46407.257">25400 3809 0,'-80'-80'31,"80"40"-31,-40 40 16,40-40 0,40 0-1,40 40 16,0 0-15</inkml:trace>
  <inkml:trace contextRef="#ctx0" brushRef="#br0" timeOffset="46567.2472">25280 3930 0,'40'-40'31,"0"40"-15,40-40-1,81-41 1</inkml:trace>
  <inkml:trace contextRef="#ctx0" brushRef="#br0" timeOffset="46757.172">25761 3809 0,'40'0'31,"-40"-40"-31,40 40 16,1 0-16,-41-40 0,40 40 0,0 0 0,0 0 15,-40-40-15,40 40 0,0 0 16,0 0-16,0 0 15</inkml:trace>
  <inkml:trace contextRef="#ctx0" brushRef="#br0" timeOffset="46957.148">26042 3689 0,'0'0'0,"-40"0"0,0 40 16,40 0-1,0 0-15,0 1 16,0-1 0,0 0-16,0 0 0,0 0 15,0 0-15,0 0 0,0 0 16,0 0-16,0 0 0,-40 1 0,40-1 16,-40-40-16,40 40 0</inkml:trace>
  <inkml:trace contextRef="#ctx0" brushRef="#br0" timeOffset="48087.1032">9711 3729 0,'0'0'15,"0"40"1,-41 41 15,41 79-15,0-120-16,0 120 15,81 1 1,-41-121 0</inkml:trace>
  <inkml:trace contextRef="#ctx0" brushRef="#br0" timeOffset="48437.0608">9510 3970 0,'0'0'0,"-40"-40"15,40 0 1,0 0-1,40 40 1,0 0-16,40-41 0,-40 41 16,1 0-16,-1 0 15,0 0-15,0 0 0,0 41 0,0-41 16,-40 40-16,40-40 0,0 40 0,-40 0 0,0 0 16,41-40-16,-41 40 15,0 0-15,0 0 0,0 0 0,0 0 16,0 1-16,-41-1 15,41 0-15,-40-40 0,40 40 0,-40-40 0,40 40 16,-40-40-16,0 40 16,0-40-16,0 40 15,0-40 1</inkml:trace>
  <inkml:trace contextRef="#ctx0" brushRef="#br0" timeOffset="48707.1245">10272 3729 0,'0'0'15,"-40"0"-15,40 80 16,0-39-16,0-1 15,0 120 17,40 0-17,0-79 1,-80-41 0</inkml:trace>
  <inkml:trace contextRef="#ctx0" brushRef="#br0" timeOffset="48907.0527">10272 3769 0,'0'0'16,"0"-40"15,40 40-31,1-40 15,-1 40-15,0 0 16,0 0 0,0 0-16,-40-40 0,40 40 0</inkml:trace>
  <inkml:trace contextRef="#ctx0" brushRef="#br0" timeOffset="49117.0231">10232 4130 0,'0'0'0,"40"0"47,0 0-32,-40-40-15,41 40 0,-1 0 0,0-40 16,0 40-1,0-40-15</inkml:trace>
  <inkml:trace contextRef="#ctx0" brushRef="#br0" timeOffset="49297.015">10794 3930 0,'-80'40'15,"160"-40"16,-40 0-15,-40-40-16,80 40 0,-39 0 16,-1 0-16,-40-40 15,40 40-15</inkml:trace>
  <inkml:trace contextRef="#ctx0" brushRef="#br0" timeOffset="49517.0018">10955 3930 0,'-41'0'0,"41"40"31,0 0-15,0 0-1,0 0-15,0 0 16,0 0-16,0 0 0,0 1 15,0-1-15,0 0 16,-40-40-16,40 40 0</inkml:trace>
  <inkml:trace contextRef="#ctx0" brushRef="#br0" timeOffset="50656.9461">28530 4090 0,'40'0'62,"-40"40"-62,40-40 16,0 0-16,0 40 0,0 0 0,1 1 16,-1-1-16,0-40 0,0 40 15,0 0-15,0 0 0,0 0 0,1 0 0,-1 40 16,0-39-16,0-1 15,-40 0-15,40 0 0,0-40 0,-40 40 0,0 0 16,40-40-16,-40 40 0,0 0 16</inkml:trace>
  <inkml:trace contextRef="#ctx0" brushRef="#br0" timeOffset="50966.9857">29413 4170 0,'0'0'15,"-40"0"-15,-1-40 16,41 0-16,-40 40 0,40 40 47,-40-40-47,40 80 15,-40-80-15,40 41 0,-40-1 0,0 0 0,40 0 16,-40 0-16,0 40 16,40-40-16,-41 0 0,1 1 0,0 39 0,0-40 15,0 40-15,0-40 0,0 40 0,40-40 0,-41 1 16,1-1-16,40 0 0,-40 0 16,40 0-16,-40 0 0</inkml:trace>
  <inkml:trace contextRef="#ctx0" brushRef="#br0" timeOffset="51396.9076">29453 4652 0,'40'-40'15,"0"40"-15,40-41 32,81 41-17,-81 81 1,-80 79 0,-80-40 15,-41-39-16,81-41 1,80-40 15,-40-40-15,121 40-16,79 0 31,-79 0-31,120 40 31,-161 0-31,-40-40 0</inkml:trace>
  <inkml:trace contextRef="#ctx0" brushRef="#br0" timeOffset="51726.9435">30616 4090 0,'0'0'16,"-40"0"15,0 40-15,0 40-1,0 121 17,40 40-17,120-81 1,-39-80 0,39-120-1</inkml:trace>
  <inkml:trace contextRef="#ctx0" brushRef="#br0" timeOffset="51966.9278">31138 4210 0,'-40'0'15,"80"0"-15,-120 0 0,80 41 31,0-1-31,0 120 32,40-120-32,-40 81 15,40-41-15,0 0 32,0 0-32</inkml:trace>
  <inkml:trace contextRef="#ctx0" brushRef="#br0" timeOffset="52416.8988">31700 4170 0,'0'0'15,"-40"0"-15,40 40 31,0 1-15,-81-1-16,81 0 16,0 0-16,-40-40 0,0 40 0,0-40 15,40 40-15,-40-40 0,0 40 0,0-40 16,0 0 0,80 0 93,-40 40-109,40 0 31,0-40-31,-40 41 0,40-41 0,0 40 0,0-40 16,0 40-16,1-40 15,-41 40-15,40-40 0,0 40 0,0-40 16,0 40-16,0-40 16,0 0-16,0 0 0,1 0 15</inkml:trace>
  <inkml:trace contextRef="#ctx0" brushRef="#br0" timeOffset="52696.8895">32262 4010 0,'0'0'0,"0"-40"0,40 40 16,40 80-1,0 161 16,-80 39-15,-241 1 0,-39 0-1,239-241-15</inkml:trace>
  <inkml:trace contextRef="#ctx0" brushRef="#br0" timeOffset="54526.7765">15689 6817 0,'-40'0'16,"80"0"62,-40 40-78,41 1 0,-41-1 0,40 0 15,-40 0-15,40 0 0,0 0 0,-40 0 0,40 40 16,0-40-16,-40 1 0,40-1 16,0 0-16,1 0 0,-1 0 0,0 0 15,0 0 1,-40 0-16,40-40 0,0 40 0,-40 1 15,40-41-15,-40 40 16,40-40-16</inkml:trace>
  <inkml:trace contextRef="#ctx0" brushRef="#br0" timeOffset="54816.7591">16291 6898 0,'0'-41'15,"0"82"-15,-40-122 32,0 81-32,40 40 15,0 1-15,-40-1 16,40 0-16,0 0 0,-40 0 0,40 0 0,-40 0 15,40 0-15,-40 0 16,40 0-16,-41 1 0,1 39 0,0-40 0,0 0 16,40 0-16,-40 0 0,0 0 15,0 0-15,0 1 0,-1-1 0,1 0 16,0-40-16,0 40 0</inkml:trace>
  <inkml:trace contextRef="#ctx0" brushRef="#br0" timeOffset="55176.7378">16532 7339 0,'0'0'15,"0"40"1,0 0 0,-40 0-1,40 0-15,0 0 0,0 0 0,0 0 16,0 1-16,0-1 15,0 0-15,0 0 0,0 0 0,0 0 16,0 0-16,0 0 16,0 0-16</inkml:trace>
  <inkml:trace contextRef="#ctx0" brushRef="#br0" timeOffset="55616.7121">17214 6737 0,'-40'-40'31,"0"40"-31,-40 0 15,40 80 1,-41 81 0,81 119-1,121-39 1,-81-121 0,120-39-1,-39-41 1</inkml:trace>
  <inkml:trace contextRef="#ctx0" brushRef="#br0" timeOffset="55856.6969">17816 6978 0,'-40'-40'16,"80"80"-16,-80-120 31,40 120-31,0 40 16,0-40-16,0 0 15,0 0-15,40 0 0,-40 0 0,0 0 0,0 41 16,0-41-16,0 0 0,0 0 0,0 0 0,0 0 16,0 0-1,0 0-15,0 1 0</inkml:trace>
  <inkml:trace contextRef="#ctx0" brushRef="#br0" timeOffset="56246.6747">18378 6777 0,'0'0'16,"-40"40"-1,40 0 1,-40 1-16,-81 119 31,81-160-31,-40 80 16,40-40-16,-41-40 31,41 0-15,40-40-1,0 80 17,40 40-17,41 81 1,-1-41 0,-40-80 15,81-40-31</inkml:trace>
  <inkml:trace contextRef="#ctx0" brushRef="#br0" timeOffset="56526.6586">18779 6777 0,'0'-40'32,"40"40"-32,0 40 15,1 40-15,-1 121 32,0 80-17,-80-41 1,-81-79 15,41-161-31</inkml:trace>
  <inkml:trace contextRef="#ctx0" brushRef="#br0" timeOffset="56996.5577">19822 6777 0,'0'0'0,"0"40"47,41-40-47,-41 40 15,40 1-15,0-1 0,0 0 0,0 0 16,0 40-16,0-40 0,0 0 16,1 0-16,-1 0 0,0 41 0,0-41 0,-40 0 15,40 0-15,0 0 16,0 0-16,-40 0 0,40-40 15,-40 40-15</inkml:trace>
  <inkml:trace contextRef="#ctx0" brushRef="#br0" timeOffset="57246.615">20505 6898 0,'-81'-41'31,"162"82"-31,-242-82 0,121 41 0,0 41 32,0 79-32,-41 120 15,1 41 17,80-201-32,-80 121 31,80-161-31</inkml:trace>
  <inkml:trace contextRef="#ctx0" brushRef="#br0" timeOffset="57666.5905">20826 7379 0,'0'0'0,"0"-40"32,120 40-17,0 120 1,-80 40 0,-40-119-1,-40 79 1,-120-40 15,120-80-31,0 40 31,80-40-15,0 0 0,120 0-1,-39 0 16,-41 0-31,0 0 32,-40 0-32</inkml:trace>
  <inkml:trace contextRef="#ctx0" brushRef="#br0" timeOffset="58026.497">22029 6737 0,'-40'0'15,"80"0"-15,-160 0 32,80 80-32,0 1 15,-41 79 1,81 81 0,161-41 15,-41-80-16,41-120 1,-121 0-16</inkml:trace>
  <inkml:trace contextRef="#ctx0" brushRef="#br0" timeOffset="58256.5558">22511 6898 0,'0'0'0,"-40"0"32,40 40-32,0 0 15,0 80-15,0 121 32,40-41-17,0-120 1,0-39-16</inkml:trace>
  <inkml:trace contextRef="#ctx0" brushRef="#br0" timeOffset="58686.4581">23233 6938 0,'0'0'0,"-40"0"32,-80 40-17,-41 80 1,1-40 0,39-40 15,81-40-16,80 0 48,0 0-47,-40 40-16,41-40 0,-41 41 15,40-1-15,0 0 16,-40 0-1,40-40-15,0 40 0,0 0 0,0-40 16,-40 40-16,40-40 0,-40 40 16,41-40-16,-41 40 0,40-40 0,0 0 15,0 0-15,0 0 0,0 0 16</inkml:trace>
  <inkml:trace contextRef="#ctx0" brushRef="#br0" timeOffset="58966.5133">23675 6697 0,'0'0'0,"40"0"0,0 0 16,-40 40-1,80 121 1,-40 39 0,-80 81-1,-161-41 1,161-199-16,-80 39 16,80-40-16,0-40 0</inkml:trace>
  <inkml:trace contextRef="#ctx0" brushRef="#br0" timeOffset="60046.4499">9269 7218 0,'0'0'0,"0"-40"0,-40 40 16,0 0 15,40 40-31,-40-40 16,40 40-16,-40-40 0,0 41 0,-1-1 0,41 0 15,-40-40-15,0 40 0,0-40 16,0 40-16,0 0 0,0 0 0,-41-40 0,41 40 16,-40 0-16,40 1 15,0-1-15,-40-40 0,39 40 0,-39 0 0,40-40 16,0 40-16,0-40 15,0 0-15,40-40 32,40 40-32,-40-40 0,80 0 0,-40 40 15,0 0-15,-40-40 0,40 40 16,1 0-16,-1 0 16,0 0-16,0 40 0,40-40 0,-40 40 0,0 0 15,41 0-15,-41 0 16,0 0-16,40-40 0,-40 40 0,0 0 0,1 0 15,-1-40-15,-40 41 0,40-41 16,-40 40-16,40 0 0,0 0 16,0-40-1</inkml:trace>
  <inkml:trace contextRef="#ctx0" brushRef="#br0" timeOffset="60686.4118">9149 7820 0,'0'0'16,"-40"0"-16,0 0 16,40-40-16,-41 40 31,1-40-16,80 40 32,1 0-47,-1 0 16,-40 40-16,40-40 0,0 0 0,0 0 0,0 0 16,40 0-16,-39 0 15,-1 0-15,40 0 0,-40 0 0,0 0 0,40 0 16,-39 0-16,39 0 0,-40-40 15,40 40-15,0 0 0,1 0 0,-1 0 0,0 0 16,41 0-16,-1 0 16,0 0-16,1 0 0,39 0 0,-39 0 0,-1 0 15,0 0-15,1 0 0,-1 0 0,1 0 0,-41 0 16,40 0-16,-40 0 0,41 0 16,-41 0-16,0 0 0,1 0 0,-1 0 0,0 0 15,0 0-15,-40 0 16,41 0-16,-41 0 0,40 0 0,-40 0 0,40 0 15,-39 0-15,39 0 0,-40 40 16,0-40-16,0 0 0,40 0 0,-39 0 0,-1 0 16,0 0-16,0 0 0,0 0 0,0 40 0,0-40 15,0 0 1</inkml:trace>
  <inkml:trace contextRef="#ctx0" brushRef="#br0" timeOffset="61126.3114">13242 7459 0,'0'0'16,"-40"0"-1,-1 0-15,82 0 79,-41 40-64,40-40-15,-40 40 16,40-40-16,0 0 0,0 40 0,0-40 15,0 40-15,0-40 16,1 0-16,-1 0 0,0 41 0,0-41 16,0 0-16,-40 40 0,40-40 0,0 0 15,-40 40-15,0 0 16,0 0-16,-40 0 16,40 0-16,-80-40 15,40 40-15,0 0 0,0-40 0,-1 40 0,-39-40 16,40 41-16,0-41 15,-40 40-15,40-40 0,-41 0 0,41 0 0</inkml:trace>
  <inkml:trace contextRef="#ctx0" brushRef="#br0" timeOffset="63966.1423">883 7700 0,'-40'0'0,"40"-40"125,40 40-109,0 0-16,-40-41 0,40 41 15,0 0 1,0 0-16,-40 41 15,40-41-15,-40 80 0,0-40 16,0 0-16,41 0 0,-41 0 0,0 0 0,0 0 16,0 0-16,0 1 0,-41-1 0,41 0 0,-40 40 15,40-40-15,-40 0 16,40 0-16,-40-40 0,0 40 0,0 1 0,0-41 16,0 40-16,-1-40 15,41-40 16,0-1-31,41 1 0,-41 0 16,40 0-16,0 0 16,0 0-16,0 0 0,0 40 0,0-40 0,-40 0 15,40-1-15,1 41 0,-1-40 0,0 40 0,-40-40 16,40 0-16,0 40 16,0-40-16,0 0 0,0 0 0,1 0 15,-1 0 1,-40 0-16,40 40 0,-40-41 0,40 1 15,-40 0 1,0 80 62,-40 0-78,40 1 0,-80-1 16,80 0-16,-41 0 0,41 0 15,0 0-15,0 0 0,-40 0 0,40 0 16,0 0-16,0 1 16,0-1-16,0 0 0,0 0 0,40-40 15,-40 40-15,41 0 0,-1-40 16,0 0-16,0 0 16,0 0-16,0-40 0,0 40 15,-40-40-15</inkml:trace>
  <inkml:trace contextRef="#ctx0" brushRef="#br0" timeOffset="64166.2073">2046 8020 0,'0'41'15,"-40"-41"-15,40 40 16,-40 0-16,0 0 16,0 0-1,40 0-15,0 0 0,-40-40 16,40 40-16,0 0 15,0 1-15,0-1 0,0 0 0,-40 0 16,40 0-16,0 0 16,-40-40-16,40 40 0</inkml:trace>
  <inkml:trace contextRef="#ctx0" brushRef="#br0" timeOffset="64546.1843">2448 7499 0,'-81'0'32,"162"0"-32,-162 40 0,1 0 15,40 0-15,40 41 16,-40-81-16,40 80 16,0-40-16,0 0 0,80 80 31,0-39-16,-80-41-15,81-40 16,-81 40-16,40-40 16</inkml:trace>
  <inkml:trace contextRef="#ctx0" brushRef="#br0" timeOffset="64936.0996">2528 7820 0,'0'-40'15,"0"80"-15,0-120 16,40 80 0,-40 40-1,40-40-15,0 40 0,-40 0 16,40-40 0,-40 40-16,41 0 0,-41 0 15,0 0 1,0 1-16,0-82 47,0 1-47,0 0 0,40 40 15,-40-40-15,40 40 0,0-40 16,-40 0-16,40 40 0,0 0 16,0 0-1,0 0-15,-40 40 0,41-40 16,-41 40-16,40 0 15,-40 0-15,0 0 0,0 1 16,0-1 0,-40 0-16,-1-40 15</inkml:trace>
  <inkml:trace contextRef="#ctx0" brushRef="#br0" timeOffset="65196.1452">3491 7379 0,'40'0'16,"-80"0"-16,201 0 15,-121 40-15,0 40 31,-40-40-31,0 121 16,0-121-16,0 0 0,-40 120 16,0-120-16,-121 121 15,121-121-15,0-40 0,-41 40 16</inkml:trace>
  <inkml:trace contextRef="#ctx0" brushRef="#br0" timeOffset="65626.0457">4454 7539 0,'0'40'32,"-40"-40"-32,40 40 0,0 1 15,0-1-15,0 0 16,0 0-16,0 0 0,0 0 0,0 0 16,0 0-16,0 0 0,0 0 15,0 1-15,0-1 0,-40-40 0,40 40 16,0 0-1,-40-40-15</inkml:trace>
  <inkml:trace contextRef="#ctx0" brushRef="#br0" timeOffset="65906.0344">4454 7619 0,'0'41'47,"40"-41"-47,-40 40 16,0 0-16,40 0 0,-40 0 16,40 0-16,1 0 15,-41 0-15,40 0 0,0 0 16,0-40-1,0 0-15,0 0 0,0 0 16,0 0 0</inkml:trace>
  <inkml:trace contextRef="#ctx0" brushRef="#br0" timeOffset="66156.0886">4976 7660 0,'-40'0'16,"-1"0"-16,41 40 31,0 0-15,0 0-16,0 0 15,0 0-15,0 0 0,0 0 0,0 0 16,0 0-1,0 1-15,-40-41 0,40 40 16,-40-40 0</inkml:trace>
  <inkml:trace contextRef="#ctx0" brushRef="#br0" timeOffset="67496.0095">4895 7218 0,'-40'0'16,"0"0"-1,0 0 1,40-40 0,-40 40-16,0 0 31,40-40-31,-40 40 16,0 0-1,-1 0 16,41 40-31,-40-40 0,0 0 16,40 40-16,-40-40 16,0 40-16,0-40 15,40 41-15,-40-41 0,40 40 16,-40-40-16,40 40 16,-41-40-16,41 40 0,-40 0 0,0 0 15,40 0-15,-40-40 0,40 40 16,-40-40-16,40 40 0,-40 1 0,40-1 15,-40-40 1,40 40-16,0 0 16,0 0-1,40-40-15,-40 40 16,0 0-16,40-40 0,-40 40 0,0 0 16,40-40-1,-40 40-15,40 1 0,-40-1 16,40-40-16,-40 40 15,0 0-15,40 0 16,-40 0 0,41-40-16,-1 40 15,0-40-15,0 40 16,0-40 0,-40 40-1,40-40-15,0 0 16,0 0-1,1 0 1,-1 0-16,0 0 16,0 0-16,0 0 31,0-40-31,0 40 31,0-40-31,1 40 31,-1-40-31,0 40 16,-40-40 0,40 40-16,-40-40 0,0 0 15,40 40-15,-40-40 16,0 0 0,40-1-16,-40 1 15,0 0-15,0 0 16,0 0-16,0 0 0,0 0 15,0 0 1,0 0-16,0 0 16,0-1-1,0 1 1,0 0-16,-40 40 0,40-40 0,0 0 16,-40 40-1,40-40-15,0 0 0,-40 40 0,40-40 16,0 0-16,-40-1 15,0 41 17,-1 0-1,1 0-15,0 0-16,0 0 15,0 0 1,0 0-1</inkml:trace>
  <inkml:trace contextRef="#ctx0" brushRef="#br0" timeOffset="68355.9599">5738 7459 0,'0'0'0,"40"0"47,-40 40-31,40-40-16,-40 40 0,0 0 0,40 0 15,-40 1-15,0-1 0,0 0 0,0 0 16,0 0-16,0 0 16,-40-40-16,40 40 0,-40-40 0,40 40 0,-40-40 15,40 40 1,0-80 15,40 40-31,-40-40 0,0 0 16,40 0-16,0 0 0,1 0 15,-1 40 1,-40-40-16,40 40 0,-40-40 0,40 40 16,-40-41-16,40 41 0,-40-40 15,40 40-15,0-40 0,0 40 16,-40-40-1,-40 40 64,-40 0-79,80 40 0,-40-40 15,40 40-15,0 0 16,-40 1-16,40-1 0,-40-40 15,40 40-15,0 0 16,0 0-16,0 0 16,0 0-16,0 0 0,40 0 15,0 0 1,0-40-16,0 0 16,0 0-1,0 0-15,1-40 16</inkml:trace>
  <inkml:trace contextRef="#ctx0" brushRef="#br0" timeOffset="68685.8748">6380 7860 0,'40'0'63,"-40"40"-63,0 0 0,0 0 15,0 0 1,0 1-16,-40-1 16,0 0-16,0 0 0,40 0 31,-40-40-31,80-40 31,40 40 0,-40 0-31,0 0 0,0 0 16,-40-40-16,41 40 16,-1 0-16,0 0 15</inkml:trace>
  <inkml:trace contextRef="#ctx0" brushRef="#br0" timeOffset="69085.8403">6982 7299 0,'0'0'0,"-40"0"16,0 0-16,0 0 16,-1 40-16,1 0 15,-40 80 1,80-80-1,-40 0-15,40 81 16,0-81-16,40 40 16,40-40-16,-80 0 0,40-40 15,1 80 1,39-80 0</inkml:trace>
  <inkml:trace contextRef="#ctx0" brushRef="#br0" timeOffset="69475.8183">7142 7539 0,'0'0'16,"0"40"15,0 0-15,41 41-1,-41-41 1,0 40 0,40-120 46,0 0-62,0 40 0,0-40 16,0 40-1,0 0 1,1 0 0,-1 40-16,-40 0 15,0 0-15,0 0 16,-40 0 0,-1 0-16,1-40 31</inkml:trace>
  <inkml:trace contextRef="#ctx0" brushRef="#br0" timeOffset="69725.8774">7744 7218 0,'0'40'15,"0"1"-15,0 79 32,41 80-17,-41 1 1,-161-1 0,81-159-1</inkml:trace>
  <inkml:trace contextRef="#ctx0" brushRef="#br0" timeOffset="78185.3046">4213 9825 0,'-40'0'31,"0"0"32,40-40 93,40 40-156,0-40 16,0 40-1,1 0-15,-1-40 0,0 40 16,0 0-16,0 0 0,0-40 15,0 40-15,0 0 16,1 0-16,-1 0 16,-40 40-1,40 0-15,-40 0 0,0 0 0,0 0 16,0 0 0,0 1-16,0-1 0,0 0 0,-40 0 0,40 0 15,-40 0-15,40 0 16,-41 0-16,1 0 0,40 0 0,-40 1 0,0-41 15,40 40-15,-40-40 16,0 0-16,40 40 0,-40-40 0,0 40 16,40-80 15,40 0-31,0-41 0,0 41 16,0 0-1,0 0-15,0 0 0,0 0 0,-40 0 16,41 40-16,-1-40 15,0 40-15,0-40 0,-40 0 0,40 40 0,0-41 16,0 41-16,0-40 0,1 0 0,-1 40 0,0 0 16,0-40-16,0 0 15,0 40-15,0 0 0,-40-40 0,40 40 32,-40-40 14,-40 40-30,0 0 0,0 0-16,40 40 15,-40-40-15,40 40 0,-40-40 16,0 80-16,40-40 16,-40 0-16,40 1 15,0-1-15,-41 0 0,41 0 0,0 0 16,0 0-16,0 0 15,0 0-15,0 0 0,0 0 16,41-40-16,-41 41 0,40-41 0,0 0 16,0 0-1,0 0-15,0-41 0,0 41 0,0-40 16</inkml:trace>
  <inkml:trace contextRef="#ctx0" brushRef="#br0" timeOffset="78395.3679">5417 10146 0,'0'0'0,"-40"0"47,40 40-47,0 0 16,0 0-16,0 0 15,0 1-15,0-1 0,0 0 16,-40 0-16,40 0 15,0 0-15,-40-40 16,40 40-16,-40-40 0</inkml:trace>
  <inkml:trace contextRef="#ctx0" brushRef="#br0" timeOffset="78755.3444">5979 9464 0,'0'0'0,"-40"0"16,0 0-1,-1 121 1,-39 79 0,0 1-1,80-41 17,0-40-17,40-80 1,80-40-1</inkml:trace>
  <inkml:trace contextRef="#ctx0" brushRef="#br0" timeOffset="79175.3187">6220 9865 0,'0'-40'31,"0"80"-31,0-120 0,40 80 16,40 0 0,0 120-1,-80 41 17,0-121-32,-40 80 31,80-120-16,0-80 1,121-80 0,-121 120-16,0-1 31,40 1-15,-40 121-1,-40 39 16,-40 40-15,0-80 0,0-39-1</inkml:trace>
  <inkml:trace contextRef="#ctx0" brushRef="#br0" timeOffset="79435.2284">7464 9745 0,'0'-40'15,"0"80"1,0 0-16,0 40 31,0 41-31,0-41 16,-81 80-1,-39 1 1,-1-81 15</inkml:trace>
  <inkml:trace contextRef="#ctx0" brushRef="#br0" timeOffset="79655.2922">8106 10106 0,'0'-40'16,"0"80"-16,-41-80 0,122 0 16,-41 0-16,80 40 15,81-40 16,-81-1-15,-80 41-16</inkml:trace>
  <inkml:trace contextRef="#ctx0" brushRef="#br0" timeOffset="79855.2031">8106 10347 0,'0'0'0,"-41"40"16,1-40 0,281-40-1,-80-1 1,-1 1 15,41 0-31</inkml:trace>
  <inkml:trace contextRef="#ctx0" brushRef="#br0" timeOffset="80535.1822">10152 9184 0,'-40'-41'16,"80"82"-16,-120-82 0,40 41 16,-1 0-1,41 41-15,-40 159 32,40-40-17,0 41 1,-40 0 15,-160-121-15,79-40-1,121-80 1,40-40 15,121-1-15,-1 81-1,-79 81 1,-1 39 15,-80 40-15,-40 1 0,40-81 15,40-40-16,120-40 1,1-40 0</inkml:trace>
  <inkml:trace contextRef="#ctx0" brushRef="#br0" timeOffset="80815.1645">10955 9745 0,'0'0'0,"0"-40"0,-41 40 32,41 40-32,0 40 15,0 0 1,0 81-1,-40-81-15,0 121 32,40-81-17</inkml:trace>
  <inkml:trace contextRef="#ctx0" brushRef="#br0" timeOffset="81005.1388">11597 10507 0,'-41'0'16,"1"0"-16,0 0 31,40 40-15,0 0-16,0 0 15,0 0-15,0 1 16,0-1-16,-40-40 0,40 40 0,0 0 15,-40-40-15</inkml:trace>
  <inkml:trace contextRef="#ctx0" brushRef="#br0" timeOffset="87653.3636">12038 9665 0,'0'0'0,"-40"0"0,40-40 16,40 0-1,0 40 1,0-41-16,0 41 15,0 0-15,1 0 16,-1 0-16,0 0 0,0 0 16,0 0-16,0 0 15,-40 41 1,0-1 0,0 0-16,0 0 0,0 0 0,0 0 15,-40 0-15,40 0 0,-40-40 0,0 40 0,0 1 16,0-1-16,-1-40 0,1 40 15,0 0-15,0-40 0,40 40 0,-40-40 16,40 40 0,-40-40-16,80 0 31,0 0-31,0 0 16,0 0-16,0 0 15,1 0-15,-1 40 0,0-40 0,0 0 16,0 0-16,0 0 0,0 0 15,0 0 1,1 0-16,-1 0 0,0 0 16</inkml:trace>
  <inkml:trace contextRef="#ctx0" brushRef="#br0" timeOffset="87893.3491">13161 10066 0,'-40'0'0,"0"40"31,40 0-31,-80 80 16,80-80-1,-40 41 1,-40-1 15</inkml:trace>
  <inkml:trace contextRef="#ctx0" brushRef="#br0" timeOffset="88553.308">14245 9665 0,'0'0'16,"-40"-40"-1,0 0 17,40 80 155,0 0-187,0 0 0,0 0 0,0 0 16,0 0-16,0 0 15,0 0-15,0 1 0,0-1 0,0 0 0,-41 0 16,41 0 0,0 0-16,0 0 0,0 0 0,0 0 31</inkml:trace>
  <inkml:trace contextRef="#ctx0" brushRef="#br0" timeOffset="88863.2914">14767 10347 0,'-41'0'31,"41"40"-15,0 0 0,-40-40-16,40 40 0,0 0 0,-40 0 15,40 0 1,-40 0-16,0 0 0,0 1 16,0-1-16,-1-40 0,1 40 15,0-40 1</inkml:trace>
  <inkml:trace contextRef="#ctx0" brushRef="#br0" timeOffset="89383.2589">15689 9625 0,'-40'0'31,"80"0"-31,-120-40 0,160 40 15,-39-41 1,119 41 0,1 121-1,-121-41 1,0-80-16,0 160 16,-40-119-16,-80-1 0,40 40 15,-161 40 16,161-120-31,-40 40 0,39-40 0,1 40 32,80-40-1,1 0-31,39 0 0,-40 0 16,0 40-16,0-40 0,0 0 0,0 0 15,1 0-15,-1 0 16,0 0-16,0 0 0,0 0 0,0 0 0,0 0 15,0 0-15,1 0 0,-1 0 16,0-40-16</inkml:trace>
  <inkml:trace contextRef="#ctx0" brushRef="#br0" timeOffset="90363.2009">17254 9424 0,'0'-40'16,"0"0"0,40 40-16,1 0 15,-1 0-15,0 0 0,0 0 31,0 0-31,-40 40 0,40 0 16,-40 0 0,0 0-16,0 0 0,0 1 0,0-1 15,-40 0 1,40 0-16,0 0 0,-40 0 0,40 0 0,0 0 16,0 0-16,0 1 0,0-1 15,40 0-15,0-40 16,0 0-16,0 0 0,1 0 15,-1 0 1,0 0-16,-40-40 0,40 40 16,-40-40-1,-40 40 32,40 40-47,0 0 0,0 0 16,0 0-1,0 0-15,-40-40 0,40 40 0,0 0 16,-40 0-16,40 0 16,0 1-16,-41-1 0,41 0 0,0 0 15,-40 0-15,40 0 0,-40 0 16,0 0-16,40 0 0,-40-40 0,0 0 16,0 41-16,0-41 0,-1 40 0,1-40 15,0 0-15,0 0 16,0 0-16</inkml:trace>
  <inkml:trace contextRef="#ctx0" brushRef="#br0" timeOffset="126032.5014">2327 11189 0,'0'-40'47,"-40"40"-16,40 40-31,-40-40 16,40 40-16,-40-40 15,0 0-15,40 40 0,-40-40 0,0 40 0,-1 0 16,1-40 0,40 40-16,-40 0 0,0-40 0,40 41 0,-40-1 15,0 0 1,40 0-16,-40-40 16,40 40-16,40-40 46,-40-40-30,40 40 0,0 0-1,-40-40-15,80 40 0,-40 0 16,1-40-16,-1 40 0,0 0 0,0 0 0,0-40 16,0 40-16,0 0 0,0 0 15,1 0-15,-1 0 0,0 0 0,0 0 0,0 0 16,0 0-1,0 0-15,0 0 0,1 0 0,-1 0 16,0 0-16,0 0 16</inkml:trace>
  <inkml:trace contextRef="#ctx0" brushRef="#br0" timeOffset="126372.4849">2408 11309 0,'0'0'16,"-81"-40"0,1-40-1,40 80 1,40 40-1,0 0 1,0 40 0,40 121-1,0-1 1,-40-120 0,0 81-1,0-81 1,40-80-16</inkml:trace>
  <inkml:trace contextRef="#ctx0" brushRef="#br0" timeOffset="126732.4603">3250 11189 0,'0'0'0,"0"40"15,0 0 16,0 0-15,0 80 0,40-39-1,0 119 1,1-80-16,-41 81 31,0-161-31</inkml:trace>
  <inkml:trace contextRef="#ctx0" brushRef="#br0" timeOffset="127092.441">3330 11309 0,'0'-40'15,"0"80"-15,41-281 16,-1 201-16,0 0 31,-40 0-31,160 40 16,-119 40-16,-1 40 16,0 121-1,0-121 1,-40 41-1,-80-1 1,80-80-16,-81 0 16,41-40-16,0-40 31,0 40-31,40-80 16,0 40-16,0 0 0,0-1 0</inkml:trace>
  <inkml:trace contextRef="#ctx0" brushRef="#br0" timeOffset="127442.4198">4253 11189 0,'41'0'15,"-82"0"-15,122 0 16,-41 0-16,-40 40 0,40 40 15,-40 40 17,0-79-32,-40 79 15,40-80-15,-40-40 16,0 40-16,-81-40 16,81-80 15,0 0-31,40-41 15,80 41-15,-40 40 16,81 0 15,-81 40-31,0 40 16</inkml:trace>
  <inkml:trace contextRef="#ctx0" brushRef="#br0" timeOffset="127652.4061">4775 11189 0,'0'0'15,"0"40"17,0 0-32,0 0 0,0 0 15,40 0-15,-40 0 0,0 1 16,0-1-16,0 0 0,0 0 0,0 0 0,0 0 15,0 0-15,0 0 16,-40 0-16,40 0 0,0 1 16</inkml:trace>
  <inkml:trace contextRef="#ctx0" brushRef="#br0" timeOffset="127832.3946">4815 11109 0,'0'-41'15,"0"82"-15,-40-122 16</inkml:trace>
  <inkml:trace contextRef="#ctx0" brushRef="#br0" timeOffset="128212.3761">5056 11309 0,'0'0'0,"0"40"31,40 0-15,-40 0-1,40 41 1,-40-41-16,40 80 16,0-120 15,1-40-31,-1 0 16,0 0-16,-40 0 0,40 0 15,0-1-15,0 41 16,0 0-16,0 0 15,-40 41 1,41-41-16,-41 40 0,0 0 0,0 0 16,0 0-16,0 0 15,0 0-15,0 0 0,0 0 0,0 0 16,0 1-16,0-1 16</inkml:trace>
  <inkml:trace contextRef="#ctx0" brushRef="#br0" timeOffset="128472.361">6179 11189 0,'-40'0'0,"80"0"0,-120 0 31,80 40-31,0 0 15,0 0-15,40 0 16,-40 0-16,0 0 0,40 1 0,-40-1 0,0 0 16,0 0-16,0 0 15,0 0-15,41-40 0,-41 40 0,0 0 0,0 0 16,0 0-16,0 1 0,0-1 16,40-40-16,0 0 15,40 0-15</inkml:trace>
  <inkml:trace contextRef="#ctx0" brushRef="#br0" timeOffset="128662.3477">6300 11670 0,'-40'0'15,"80"0"-15,0-40 16,-40 0-16,40 40 0,161-40 31,-41 0-15,-80 40-16</inkml:trace>
  <inkml:trace contextRef="#ctx0" brushRef="#br0" timeOffset="128962.3498">7825 11229 0,'0'0'0,"-40"-40"31,40 120-16,0-40 1,0 40-16,40-40 0,0 121 31,-40-81-31,0 0 16,0-40-16,0 0 0,0 1 0,0-1 16</inkml:trace>
  <inkml:trace contextRef="#ctx0" brushRef="#br0" timeOffset="129272.3148">7825 11309 0,'0'0'0,"0"-40"15,120 0 1,-120 0-16,161 40 31,-161 40-31,40-40 0,40 120 16,-40-80-16,-40 41 15,40-41-15,-40 0 0,0 0 0,-80 120 16,80-120-16,-80 0 0,80 1 16,-161 119-1,81-120 16,40-40-31,40-40 0</inkml:trace>
  <inkml:trace contextRef="#ctx0" brushRef="#br0" timeOffset="129562.3144">9149 11309 0,'-80'40'16,"80"0"-1,0 0-15,0 41 31,40-41-31,-40 120 16,0-80-16,0 41 16,0-41 15,0-40-31</inkml:trace>
  <inkml:trace contextRef="#ctx0" brushRef="#br0" timeOffset="129812.2764">9028 11429 0,'0'-40'31,"0"80"-31,81-160 16,-81 80-16,40 40 0,0-40 15,80 40 1,1 0 0,-41 0-1,-40 0-15</inkml:trace>
  <inkml:trace contextRef="#ctx0" brushRef="#br0" timeOffset="130032.2658">9229 11710 0,'0'0'0,"40"-40"31,-40 0-31,40 40 0,41-40 31,-41 40-31,0 0 0,0-40 16,40 40 0</inkml:trace>
  <inkml:trace contextRef="#ctx0" brushRef="#br0" timeOffset="130292.2715">10032 11510 0,'0'0'0,"-41"0"16,82-40 0,79-1-1,121 1 16,-41 0-15,-160 40 0,1 0-16,39 0 15,-80-40-15,40 40 0</inkml:trace>
  <inkml:trace contextRef="#ctx0" brushRef="#br0" timeOffset="130512.2381">10393 11429 0,'-40'0'0,"80"0"0,-80 41 47,40-1-47,0 0 16,0 0-16,0 0 15,0 0-15,0 0 0,0 0 0,0 0 16,0 0-16,0 1 15,0-1-15,0 0 0,0 0 0,0 0 0,0 0 16,0 0-16,0 0 0</inkml:trace>
  <inkml:trace contextRef="#ctx0" brushRef="#br0" timeOffset="135859.8771">14365 11349 0,'0'-40'63,"0"80"-1,0 0-62,0 0 16,40 1-16,0-1 0,1 0 0,39 0 16,-40 0-16,0 0 15,40 0-15,-39 0 0,-1 0 0,0-40 16,0 40-16,-40 1 16,40-41-16,0 40 0,0 0 0,0 0 15,1 0 1</inkml:trace>
  <inkml:trace contextRef="#ctx0" brushRef="#br0" timeOffset="136199.8512">15168 11269 0,'0'-40'15,"-40"40"1,40 40 15,-40-40-31,40 40 16,-41 0-16,41 0 0,-40 0 0,0 1 15,0-1-15,0 0 0,0 0 0,0 0 16,0 40-16,-1-40 0,1 0 16,0 0-16,0 41 0,0-41 0,0 0 0,0 0 15,40 0-15,-41 0 16,1 0-16,40 0 0</inkml:trace>
  <inkml:trace contextRef="#ctx0" brushRef="#br0" timeOffset="136539.8896">15489 11871 0,'-40'0'31,"40"40"-31,0 0 16,0 0-1,0 0-15,0 0 16,0 0-1,0 0-15,0 0 0,40 1 0,-40-1 16,0 0-16,0 0 0,0 0 16,0 0-1</inkml:trace>
  <inkml:trace contextRef="#ctx0" brushRef="#br0" timeOffset="136979.8633">16372 11269 0,'0'-40'16,"-41"40"-16,1 0 0,0 0 15,0 40 1,0 0-16,0 0 0,40 0 15,0 0-15,-40 1 0,40-1 0,0 0 0,0 40 16,0-40-16,0 0 16,0 0-16,0 0 0,0 41 0,0-41 0,0 0 15,40-40-15,-40 40 0,40 0 16,0 0-16,-40 0 0,40-40 0,0 0 16,0 0-1,1 0-15,-1 0 0,0 0 0,0-40 16</inkml:trace>
  <inkml:trace contextRef="#ctx0" brushRef="#br0" timeOffset="137219.7912">16733 11590 0,'0'-40'15,"0"80"17,40-40-32,-40 80 0,0-40 0,40 0 0,-40 0 15,0 0-15,0 1 16,0-1-16,0 0 0,0 0 0,0 0 0,0 0 16,-40 0-16,40 0 0,0 0 15,0 1-15</inkml:trace>
  <inkml:trace contextRef="#ctx0" brushRef="#br0" timeOffset="137639.8243">17535 11429 0,'0'0'0,"-40"0"32,0 41-32,40-1 0,-40-40 0,-81 120 31,41-80-31,40 0 0,-161 40 31,161-80-31,0 40 0,-40-40 16,40 41-16,80-41 62,0 0-62,0 0 0,0 0 16,0 0-16,1 40 16,-1-40-16,-40 40 0,40-40 0,0 40 0,0 0 15,0 0 1,0-40-16,-40 40 0,40-40 15,-40 40-15,41-40 0</inkml:trace>
  <inkml:trace contextRef="#ctx0" brushRef="#br0" timeOffset="137979.8039">17977 11229 0,'-41'-40'31,"82"80"-31,-82-40 15,162 160 1,-1 81 0,-120-161-1,0 0-15,40 81 16,-40-121-16,-40-40 0,-40 120 31,40-80-31,-121 0 0</inkml:trace>
  <inkml:trace contextRef="#ctx0" brushRef="#br0" timeOffset="138309.7849">18900 11590 0,'-41'0'31,"82"0"-31,-41 0 0,160-40 31,-120 40-31,201-40 16,-201 40-16,0 0 0,121 0 16,-121 0-16,0 0 15,0-40-15,0 40 0</inkml:trace>
  <inkml:trace contextRef="#ctx0" brushRef="#br0" timeOffset="138489.6983">19060 12111 0,'-40'0'31,"80"0"-31,80-40 16,-39 40-1,-41 0-15,120-80 16,-120 80-16,1 0 0</inkml:trace>
  <inkml:trace contextRef="#ctx0" brushRef="#br0" timeOffset="140159.6768">22150 10667 0,'-40'0'62,"0"0"-46,-1 0 0,1 0-16,0 0 15,0 0-15,0 0 16,0 0-16,0 0 0,-1 0 0,1 0 0,0 0 15,-40 41-15,40-41 0,-40 0 0,39 40 0,-39-40 16,40 0-16,-40 40 16,40 0-16,0-40 0,-1 40 0,1-40 0,0 40 15,40 0-15,-40-40 0,0 0 16,40 40-16,-40-40 0,0 40 16,80-40 46,0 0-62,0 0 16,0 40-16,0-40 15,0 0-15,1 0 0,-1 0 0,0 0 0,40 0 16,-40 0-16,0 0 0,41 41 16,-41-41-16,0 0 0,0 0 0,0 40 0,0-40 15,-40 40 1,40 0-16,-40 0 15,0 0-15,0 0 0,-40 0 16,0 0-16,40 1 16,-80-41-16,80 40 0,-40 0 0,0-40 0,-1 40 15,1 0-15,0-40 16,0 40-16,0 0 0,0-40 0,0 40 0,0 0 16,-1-40-16,41 40 15,-40-40-15,40 41 0,-40-1 0,0 0 16,0-40-1,40 40-15,-40-40 0,40 40 16,-40-40-16,40 40 0,40-40 63,0 0-48,0 0 1,0 0-16,-40-40 15,40 40-15,0 0 0,1 0 32,-1 0-32,0-40 0,0 40 0,0 0 15,0 0-15,40 0 0,-39 0 16,39 0-16,-40 0 0,40 0 0,-40 0 0,41 0 16,-41 0-16,40 0 15,-40 0-15,40 0 0,-39 0 0,39 0 0,-40 0 16,0 0-16,0 0 0,40 0 15,-39 0-15,-1 0 0,0 0 0,0 0 16,0 0-16,0 0 0,0 0 16,-40-40-1,40 40-15,-40-40 94,-40 40-78</inkml:trace>
  <inkml:trace contextRef="#ctx0" brushRef="#br0" timeOffset="141569.5172">20826 12673 0,'0'0'0,"40"0"79,0 0-64,0 0-15,0 0 16,0 0-1,0 0-15,0 0 16,-40 40-16,0 0 16,0 0-16,0 0 0,0 0 15,0 0-15,-40 0 0,40 1 0,0-1 0,-40-40 16,40 40-16,-40 0 16,40 0-16,0 0 0,-40-40 15,40-40 1,40 0-1,-40 0-15,40 40 0,-40-40 0,40 0 16,-40-1-16,40 1 16,1 0-16,-41 0 0,40 40 0,-40-40 0,40 0 15,0 40-15,-40-40 16,40 40-16,0 0 0,-40-40 0,0 120 31,0-40-31,0 0 16,0 0-16,0 0 0,0 0 0,0 1 15,0-1-15,0 0 16,0 0-16,0 0 0,0 0 16,0 0-1,40-40 1</inkml:trace>
  <inkml:trace contextRef="#ctx0" brushRef="#br0" timeOffset="141799.5054">21748 12873 0,'0'0'0,"-40"-40"16,40 0-1,40 0 1,1 40-16,39 0 0,-40-40 15,0 40 1,0 0-16,0 0 0,1 0 16,-1 0-1</inkml:trace>
  <inkml:trace contextRef="#ctx0" brushRef="#br0" timeOffset="142009.4989">21748 13154 0,'41'-40'31,"-1"40"-15,40-40-1,0 0 1,-40 40-1</inkml:trace>
  <inkml:trace contextRef="#ctx0" brushRef="#br0" timeOffset="142479.5423">22631 12673 0,'0'0'0,"0"-40"0,-40 40 15,0 0 1,0 0 15,0 80-15,-40 0-1,80 40 1,0-80 0,80 1-1,40-1 17,-80-40-32,41 0 0,-41-40 0,0 40 15,-40-41-15,120-39 16,-120 40-16,0 0 0,0 0 15,0-40 17,-40 80-32,-40 0 0,40 0 0,-41 0 31,-39 0-15,80 40-1</inkml:trace>
  <inkml:trace contextRef="#ctx0" brushRef="#br0" timeOffset="148109.133">21106 9946 0,'0'0'0,"81"0"32,-81-41-17,40 41 1,0 0-1,-40-40 17,40 40-32,0 0 0,0 0 15,0 0 1,1 0-16,-1 0 0,0 0 31,-40 40-31,0 1 16,40-41-16,-40 40 0,0 0 15,0 0 1,-40 0-16,0 0 16,0-40-1,40 40-15,-41-40 0,41 40 0,-40-40 0,0 0 16,40 40-16,-40-40 16,80 0 30,-40-40-46,40 40 0,-40-40 16,40 40 0,1 0-16,-1-40 0,0 40 0,0 0 15,0 0 1,0 0-16,-40 40 0,0 0 16,40 0-1,-40 0-15,0 1 0,0-1 16,-40-40-16,40 40 0,-40-40 15,40 40-15,-40-40 16,40 40-16,-40-40 0,0 0 0,40 40 0,-40-40 16,-1 0-16,1 0 15,0 0-15,0 0 0,0 0 16,40-40-16,-40 40 16,0 0-16,0 0 0,-1 0 0,1-40 15,0 40-15,0 0 16,0 0-16,0-40 0</inkml:trace>
  <inkml:trace contextRef="#ctx0" brushRef="#br0" timeOffset="150209.0103">22912 11109 0,'40'0'16,"0"0"-1,1 0-15,-41 40 16,40-40-16,0 40 0,0 0 16,-40 0-16,0 0 15,0 0-15,0 0 0,0 0 0,-40 1 16,0-1-16,40 0 16,-40 0-16,-1 0 0,1 0 15,0-40 1,80-40 15,0 0-31,1 40 16,-1-40-16,-40 0 0,40 40 0,0-40 0,0-1 15,-40 1-15,40 40 16,0-40-16,0 0 0,1 40 0,-41-40 0,40 40 16,-40-40-16,40 40 0,-40-40 15,40 40-15,-40-40 0,40 40 0,-40-40 16,0-1-16,0 1 31,-40 40 16,0 40-31,0 1-16,0-1 0,-1 0 15,41 0 1,0 0-16,-40 0 0,40 0 0,0 0 15,0 0-15,0 1 0,0-1 16,0 0 0,0 0-16,40-40 0,-40 40 0,41-40 15,-41 40-15,40-40 16,0 0-16,0 0 0,0 0 16,0 0-1</inkml:trace>
  <inkml:trace contextRef="#ctx0" brushRef="#br0" timeOffset="150408.9943">23715 11470 0,'0'-41'16,"0"82"-16,0-122 15,0 121 17,40 1-17,-40-1 1,0 0-16,40 0 0,-40 0 0,0 0 15,0 0-15,0 0 0,0 0 0,-40-40 16,40 40-16,0 1 0,-40-41 16,40 40-16</inkml:trace>
  <inkml:trace contextRef="#ctx0" brushRef="#br0" timeOffset="150858.9683">24437 10948 0,'-40'0'16,"0"0"0,0 0 15,40 40-31,-41-40 0,-39 161 31,80-121-31,0 0 0,-40 80 16,80 41-1,40-41 17,81-80-17,-81-40-15</inkml:trace>
  <inkml:trace contextRef="#ctx0" brushRef="#br0" timeOffset="151298.9416">24758 11189 0,'-40'-40'15,"80"80"-15,-80-201 16,80 161-16,-40-40 0,40 40 0,0 0 15,0 40 1,0 201 15,-40-201-31,0 121 16,-80-41 0,80-160 15,40 0-16,41-41-15,-41 1 16,80 0 0,-40 40 15,-40 120-15,1 40-1,-41 1 1,-81-1 15,1-80-15</inkml:trace>
  <inkml:trace contextRef="#ctx0" brushRef="#br0" timeOffset="151579.0005">25721 10948 0,'0'40'32,"0"0"-17,0 121 1,40 79-1,-120 1 1,-81-81 15,81-79-15,40-81-16</inkml:trace>
  <inkml:trace contextRef="#ctx0" brushRef="#br0" timeOffset="152178.9674">26443 11309 0,'-40'0'16,"80"0"-16,-40 0 31,40 0-15,41 0-16,-41 0 15,80-80 1,-80 0 15,-40-41-15,-80 81-1,-40 80 1,-41 81 15,161-81-31,-80 80 16,80 0 0,0-79-16,40 79 15,121-40 16,39-40-15,-79-40 0,-81-40-1</inkml:trace>
  <inkml:trace contextRef="#ctx0" brushRef="#br0" timeOffset="152628.8836">26845 10547 0,'0'40'16,"0"-80"-16,-41 80 15,82-40 32,39 0-47,-40 0 16,0 0-16,40 0 16,-40 0-16,1 0 0,-1 0 0,0 0 15,0 0-15,0 0 0,0 0 16,0 0-1</inkml:trace>
  <inkml:trace contextRef="#ctx0" brushRef="#br0" timeOffset="153238.9027">27687 10306 0,'-80'0'16,"160"0"-16,-120 0 31,80 0-15,0 0-16,41 0 15,-41 0 1,0-80 15,0 40-15,-120-40-1,40 80 17,40 40-17,0 40 1,0 41 0,40 39-1,-40-40 1,0-39-1,0 79 1,-40 0 0,-41-120 15,41-40-31,-40-40 31,80 0-31,0-80 16</inkml:trace>
  <inkml:trace contextRef="#ctx0" brushRef="#br0" timeOffset="153438.8921">27808 9986 0,'0'-40'32,"-41"40"-32</inkml:trace>
  <inkml:trace contextRef="#ctx0" brushRef="#br0" timeOffset="154188.8503">28369 9905 0,'0'0'16,"0"-40"-1,40 0 1,1 0 0,-1 40-1,40 40 1,-40 121 15,-40-1-15,-201 0-1,41-79 1,80-81 15,80-40-31,0-1 16,120-39 0,-40 40-1,41 120 1,-41-40-1,0 81 17,-80-81-32,40 0 15</inkml:trace>
  <inkml:trace contextRef="#ctx0" brushRef="#br0" timeOffset="154628.8262">29011 9986 0,'0'0'15,"-80"40"1,80 80 0,-40 40-1,0-39 16,0-81-15,40-80 0,80-81 15,0-79-15,1 80-1,-41 80 1,0 40 15,-40 120-15,0 0-1,0 0 17,0 1-17,0-81 1,40-40-16</inkml:trace>
  <inkml:trace contextRef="#ctx0" brushRef="#br0" timeOffset="154918.8043">28891 9905 0,'-40'-40'31,"80"80"-31,-120-80 16,80 80 15,40-40-15,40 0-1,-40 0-15,0 0 0,1 0 0,-1-40 16,0 40-16,0 0 0,0-40 16,0 40-16,0 0 0,0 0 15,-40-40-15</inkml:trace>
  <inkml:trace contextRef="#ctx0" brushRef="#br0" timeOffset="155828.7523">28570 10667 0,'-40'0'0,"0"0"63,0 0-48,-1 0 1,1 0 0,0 0-1,40 41 32,80-41-16,-39 0-15,-1 0-16,0 0 16,0 0-16,0 0 0,0 0 15,0 0-15,0 0 0,1 0 16,-1 0-16,0 0 0,0 0 15,0 0-15,0 0 0,0 0 0,1 0 16,-1 0-16,0 0 16,0 0-16,0 0 0,0 0 0,0-41 15,0 41-15,1 0 0,-1 0 16,0 0-16,0 0 0,0 0 31,-120 0 63,40 0-78,0 0-16</inkml:trace>
  <inkml:trace contextRef="#ctx0" brushRef="#br0" timeOffset="157738.6365">28931 10908 0,'0'40'0,"-40"-40"578,40 40-563,-40-40 1,0 0-16,0 0 0,40 40 16,-41-40-16,41 40 0,-40-40 15,40 41-15,-40-41 0,0 40 16,40 0-16,-40-40 0,40 40 31,-40-40-15,80 0 31,0 0-32,0 0 1,0 0-1,0 0-15,1 0 0,-1 0 16,0 0 0,0 0-16,0 0 0,0 0 15,0 0 1,1 0-16,-1 0 0,0 0 16,-40-40-1,40 40-15</inkml:trace>
  <inkml:trace contextRef="#ctx0" brushRef="#br0" timeOffset="158108.6155">28931 10988 0,'-40'0'31,"40"40"16,0 0-31,40-40-1,-40 41-15,0-1 0,0 0 0,0 0 0,0 0 16,0 0 0,0 0-16,40-40 0,-40 40 0,0 0 15,0 1-15</inkml:trace>
  <inkml:trace contextRef="#ctx0" brushRef="#br0" timeOffset="159628.5243">27085 7940 0,'0'0'0,"0"-40"31,-40 40 16,40 40-31,40 0-1,-40 0-15,0 1 16,0-1 0,40 0-16,-40 0 0,0 0 0,0 0 15,0 0-15,0 0 0,0 0 16,-40 1-16</inkml:trace>
  <inkml:trace contextRef="#ctx0" brushRef="#br0" timeOffset="159888.5101">27125 7940 0,'-40'0'15,"80"0"-15,-120-40 16,120 40 0,-40 40-1,161 81 1,-121-41 0,161 0-1,-81-80 1,-40 0-1</inkml:trace>
  <inkml:trace contextRef="#ctx0" brushRef="#br0" timeOffset="160088.4969">27687 7860 0,'0'0'0,"-40"0"0,0 0 16,40 40 15,0 0-15,0 0-16,0 0 15,0 1-15,0-1 0,40-40 0,-40 40 0,0 0 16,0 0-16,0 0 16,0 0-16,0 0 0,0 0 15</inkml:trace>
  <inkml:trace contextRef="#ctx0" brushRef="#br0" timeOffset="160348.4093">28129 7940 0,'0'0'0,"0"-40"16,120-40 15,81 80-15,-41 0 0,-120 40-1</inkml:trace>
  <inkml:trace contextRef="#ctx0" brushRef="#br0" timeOffset="160528.4163">28088 8261 0,'0'0'15,"41"0"-15,79-40 16,81 0 15,-161 40-31,120-40 16</inkml:trace>
  <inkml:trace contextRef="#ctx0" brushRef="#br0" timeOffset="161258.3713">29533 7579 0,'-40'0'0,"40"40"32,-40-40-32,40 41 0,-40-41 0,0 40 15,-1 0-15,1 0 0,0 0 16,0-40-16,40 40 0,-40 0 15,0 0-15,40 0 0,0 0 32,40 1-32,0-41 15,0 0 1,0 0-16,0 0 0,1 0 0,-1 0 16,40 0-16,-40 0 15,0-41-15,0 41 0,0 0 0,1-40 0,-1 40 16,0 0-16,0 0 0,0 0 15,-40-40-15,40 40 0</inkml:trace>
  <inkml:trace contextRef="#ctx0" brushRef="#br0" timeOffset="161508.4143">29613 7780 0,'-40'-40'0,"80"80"0,-80-40 63,40 40-63,0 0 0,0 0 16,0 0-16,0 0 0,0 41 0,-40-41 0,40 0 15,0 0-15,0 0 16,0 0-16,0 0 0,0 0 0,0 0 15</inkml:trace>
  <inkml:trace contextRef="#ctx0" brushRef="#br0" timeOffset="162138.3339">26965 8702 0,'-40'0'31,"120"0"0,-80-40-31,40 40 16,0 0-16,0 0 0,1 0 15,-1 0 1,0 0-16,0 0 0,40 0 0,-40 0 16,41 0-16,-41 0 0,40 0 15,-40 0-15,40-40 0,1 40 0,-1 0 0,-40-40 16,80 40-16,-39-40 16,-1 40-16,40 0 0,-40 0 0,41 0 0,-1-40 15,1 40-15,-1 0 0,0 0 0,-39-40 0,39 40 16,-40-40-16,41 40 0,-41-41 15,40 41-15,1 0 0,-41-40 0,40 40 0,-39-40 16,39 40-16</inkml:trace>
  <inkml:trace contextRef="#ctx0" brushRef="#br0" timeOffset="165168.1988">29453 10306 0,'40'0'78,"-40"41"344,40-1-406,-40 0-16,0 0 16,40-40-16,-40 40 0,0 0 15,0 0-15,0 0 16,40 0-1</inkml:trace>
  <inkml:trace contextRef="#ctx0" brushRef="#br0" timeOffset="165798.1593">30015 10266 0,'-41'0'31,"41"40"-15,-40-40-16,0 0 15,0 41-15,0-41 16,40 40-16,-40-40 0,40 40 15,-40-40 1,40 40-16,-40-40 0,40 40 16,-41-40-16,1 0 15,40 40-15,40-40 141,1 0-125,-1 0-16,-40 40 0,40-40 15,0 40 1,-40 0-16,40-40 15,-40 41-15,40-41 16,0 0-16</inkml:trace>
  <inkml:trace contextRef="#ctx0" brushRef="#br0" timeOffset="166458.1212">30135 10387 0,'40'0'31,"0"0"-16,-40 40 110,40-40-125,-40 40 16,0 0 0,0 0-16,0 0 15,0-80 48,0 0-48,40 0-15,1 40 16,-41-40-16,40 40 16,-40-40-1,40 40-15,0 0 0,0 0 32,0 0-17,-40 40-15,0 0 16,0 0-1,0 0-15,0 0 16,0 0-16,40-40 16,-40 40-16,40-40 31</inkml:trace>
  <inkml:trace contextRef="#ctx0" brushRef="#br0" timeOffset="167278.0724">29653 10427 0,'0'40'234,"0"40"-218,0-40-16,0 0 15,0 0 1,0 1-16,0-1 0,0 0 15,0 0 1</inkml:trace>
  <inkml:trace contextRef="#ctx0" brushRef="#br0" timeOffset="170977.8539">1164 13836 0,'-40'0'0,"80"0"63,-40 40-32,40 0-31,-40 0 16,40-40-1,-40 40-15,40 0 0,0-40 0,-40 40 0,40 0 16,0-40-16,-40 41 0,41-1 16,-1 0-16,0 0 0,0 0 0,0 0 15,0 0 1,0 0-16,-40 0 0,40-40 16,-40 41-16,41-41 0,-41 40 0,40-40 15</inkml:trace>
  <inkml:trace contextRef="#ctx0" brushRef="#br0" timeOffset="171357.7567">2006 13876 0,'0'0'15,"-40"0"-15,40-40 16,0 80 31,-40 0-32,40 0 1,-40 0-16,0 0 0,40 0 0,-40 0 16,0-40-16,-1 41 15,1-1-15,0 0 0,0 0 0,40 0 0,-40 0 16,0-40-16,0 40 0,0 0 16,-1 0-16,1 1 0,0-41 0,0 40 0,0-40 15,0 40-15,0-40 16</inkml:trace>
  <inkml:trace contextRef="#ctx0" brushRef="#br0" timeOffset="171777.7326">2167 14277 0,'0'0'16,"-40"0"0,40 40 15,0 0-31,0 0 16,40 0-16,-40 0 0,0 1 15,0-1 1,0 0-16,0 0 15,0 0 1,0 0-16,0 0 0</inkml:trace>
  <inkml:trace contextRef="#ctx0" brushRef="#br0" timeOffset="172257.7798">2969 13876 0,'0'0'0,"-40"0"32,0 40-32,0 0 15,0-40 1,40 40-16,-80 40 15,80-40-15,-41-40 0,1 121 32,40-41-32,0 0 15,40 41 1,-40-81-16,81 0 16,-41-40-16,-40 40 0,80-40 31,-40 0-31,0 0 0</inkml:trace>
  <inkml:trace contextRef="#ctx0" brushRef="#br0" timeOffset="172497.6883">3210 14157 0,'0'0'0,"0"-41"16,0 82 31,0-1-47,40 0 15,-40 0 1,0 0-16,0 0 0,0 0 16,0 0-16,0 0 0,0 1 0,0-1 15,0 0-15,0 0 16,0 0-16,0 0 0</inkml:trace>
  <inkml:trace contextRef="#ctx0" brushRef="#br0" timeOffset="172917.6729">3852 13996 0,'-40'0'15,"40"40"1,0 0-16,-40-40 0,0 40 0,40 1 16,-40-41-16,40 40 0,-40-40 0,40 40 15,-41-40-15,1 40 16,0-40-16,0 40 0,0-40 15,40 40-15,-40-40 0,40 40 94,0 0-94,40-40 16,0 40-1,0-40-15,0 0 16,-40 41-16,40-41 0,1 0 16,-41 40-16,40-40 0</inkml:trace>
  <inkml:trace contextRef="#ctx0" brushRef="#br0" timeOffset="173307.7185">4334 13836 0,'-40'0'16,"40"40"-1,0 0 1,0 0-16,80 40 16,-80-40-16,40 0 0,-40 1 15,40 119 1,-40 0 15,-40-119-31,0-1 0,-40 0 16,39 0-16,-79 0 15,80-40-15</inkml:trace>
  <inkml:trace contextRef="#ctx0" brushRef="#br0" timeOffset="173757.6325">5578 14197 0,'0'0'0,"-41"0"0,1 0 16,121 0 15,-1 0-15,-40 0-16,0 0 0,0 0 0,40 0 15,-39 0-15,-1 0 16,0 0-16,40 0 0,-40 0 0,0 0 0,0 0 15,1 0-15,-1 0 16</inkml:trace>
  <inkml:trace contextRef="#ctx0" brushRef="#br0" timeOffset="173927.6236">5778 14638 0,'0'0'0,"-40"40"0,80-40 15,0 0 1,0 0-16,1 0 16,39 0-16,-40 0 0,0-40 0,40 40 0,-40 0 15,1 0-15,-1 0 16,0 0-16</inkml:trace>
  <inkml:trace contextRef="#ctx0" brushRef="#br0" timeOffset="195186.3499">7303 13876 0,'0'40'109,"0"-80"79,40 40-188,-40-40 16,40 40-16,0 0 15,-40-40-15,41 40 0,-1 0 16,0 0-1,-40-40-15,40 40 0,0 0 16,0 0 0,-40 40-1,40 0-15,-40 0 16,40-40-16,-40 40 16,0 0-16,0 0 0,41 0 0,-41 0 15,0 0-15,0 1 16,-81-1-16,81 0 0,-40 0 0,40 0 15,-40-40-15,40 40 16,-40 0-16,0-40 0,40 40 0,-40 0 0,0-40 16,-1 41-16,1-41 0,40 40 0,-40-40 15,40 40 1,0-80 0,40 0-1,-40-1-15,40 41 0,-40-40 0,41 0 16,-1 0-16,0 40 0,0-40 15,0 0-15,0 40 0,-40-40 0,40 0 0,0 40 16,1-40-16,-1-1 16,0 41-16,-40-40 0,40 40 0,0 0 15,-40-40-15,40 40 0,0-40 0,0 40 16,-40-40-16,41 40 16,-41-40-16,0 0 15,40 40-15,0 0 16,-40-40-1,-40 40 1,0 0 0,-1 0-16,41 80 0,-40-80 0,40 40 15,-40 0 1,0 0-16,40 0 0,-40-40 0,40 40 16,0 1-16,0-1 0,-40-40 15,40 40-15,0 0 0,0 0 0,0 0 0,0 0 16,0 0-1,0 0-15,40-40 0,-40 41 0,0-1 16,40-40-16,-40 40 16,40-40-1,0 0-15,0 0 16</inkml:trace>
  <inkml:trace contextRef="#ctx0" brushRef="#br0" timeOffset="195416.3344">8386 14317 0,'-80'0'15,"160"0"-15,-160 40 32,80 0-17,0 40 1,0 41-1,-40 39 17,40-120-32,-40 40 15</inkml:trace>
  <inkml:trace contextRef="#ctx0" brushRef="#br0" timeOffset="195816.3129">8988 13756 0,'-40'-41'16,"40"82"31,0-1-47,-40 0 0,40 0 15,0 0-15,-40 0 0,0 0 16,40 40-16,-40-40 0,40 1 0,0-1 0,-40 0 15,40 0-15,0 0 16,0 0-16,0 0 0,0 0 0,0 0 16,0 1-16,40-41 0,-40 40 0,40-40 15,0 0-15,0 0 16,0 0-16,0-40 0,0 40 0</inkml:trace>
  <inkml:trace contextRef="#ctx0" brushRef="#br0" timeOffset="196216.2886">9430 13996 0,'0'0'15,"40"0"1,-40-40-16,80 40 31,0 80-15,-80 0-16,0 41 31,-40-121-31,-40 80 16,40-40-16,0 0 15,0-40 1,-1-80-1,41-40 17,0 80-32,41 40 0,-41-41 15,0 1-15,40 40 32</inkml:trace>
  <inkml:trace contextRef="#ctx0" brushRef="#br0" timeOffset="196916.2465">10032 13675 0,'40'0'31,"0"0"-15,-40-40-16,40 40 15,-40 40 1,40 41 0,-40-41-1,0 0-15,40 0 0,-40 0 0,0 0 0,0 0 16,0 0-16,0 0 0,0 0 15,0 1-15,0-1 0,0 0 16,0 0-16,0 0 16,-40 0-16,0 0 0,40 0 0,-40 0 15,0-40-15,40 41 0</inkml:trace>
  <inkml:trace contextRef="#ctx0" brushRef="#br0" timeOffset="198466.165">10874 14036 0,'0'40'16,"40"-40"31,1 40-32,-1-40 16,0 0-31,0 0 0,0 0 16,0 0-16,0 0 16,0-40-16,1 40 0,-1 0 0,0-40 15,-40 0-15,0 0 32,-40 0-32,0 40 31,-1 0-31,1 0 0,0 0 0,0 0 15,0 0 1,0 0-16,0 40 0,0-40 0,-1 0 16,1 0-16,0 40 0,0 0 15,0 0-15,40 0 16,-40-40-16,40 41 0,0-1 16,0 0-1,0 0-15,40-40 16,-40 40-16,0 0 15,40-40-15,-40 40 0,40-40 0,0 40 16,0-40 0,1 0-16,-1 0 15,0 0-15,0 0 0,0 0 16,0 0-16,-40-40 0,40 40 16,0 0-16,1 0 0,-41-40 15,40 40-15</inkml:trace>
  <inkml:trace contextRef="#ctx0" brushRef="#br0" timeOffset="199156.1902">11476 13435 0,'-40'40'0,"0"-40"16,40 40-1,40-40 79,0 0-78,0 0-16,0 0 0,1 0 15,-1 0-15,0 0 0,0 0 0,0 0 16,0 0-1,0 0-15,0 0 16,-40-40 0</inkml:trace>
  <inkml:trace contextRef="#ctx0" brushRef="#br0" timeOffset="199666.1574">12198 13274 0,'41'0'47,"-1"0"-32,-40-40-15,0 0 16,0 0 0,0 0-1,0 0 17,0 120-1,-40-40-16,40 0-15,0 0 16,0 0-16,0 0 0,0 1 16,0-1-16,0 0 0,0 0 15,40-40-15,-40 40 16,0 0-16,0 0 0,40 0 16,-40 0-16,0 1 15,-80-1-15,39-40 16,41 40-16,-80-40 15,80 40-15,-40-40 0,0 0 16,0 0 0,0 0-16,40-40 15</inkml:trace>
  <inkml:trace contextRef="#ctx0" brushRef="#br0" timeOffset="199876.1449">12198 12873 0,'0'0'15,"-40"0"-15,40 40 31</inkml:trace>
  <inkml:trace contextRef="#ctx0" brushRef="#br0" timeOffset="200486.0331">12840 12994 0,'-40'0'0,"40"-41"16,40 1 0,1 40-1,-1 0-15,0 0 16,0 0-16,-40 40 0,40-40 15,-40 41-15,0-1 16,40 0-16,-40 0 0,0 0 0,0 0 16,0 0-16,-80 0 0,80 0 0,-40 0 0,40 1 15,-40-41-15,40 40 0,-40 0 16,-1-40-16,41 40 0,-40-40 0,0 0 31,40-40-31,40 40 16,-40-40-1,40 40-15,-40-40 0,41 40 0,-41-41 0,40 41 32,0 0-32,-40 41 15,40-41-15,-40 40 0,0 0 0,40 0 16,-40 0 0,0 0-16,40-40 0,0 0 31</inkml:trace>
  <inkml:trace contextRef="#ctx0" brushRef="#br0" timeOffset="200936.0065">13402 12994 0,'0'0'0,"-40"0"63</inkml:trace>
  <inkml:trace contextRef="#ctx0" brushRef="#br0" timeOffset="202135.9393">12881 12953 0,'40'0'125,"0"0"-109,-40 41 15,0-1 156,0 40-171,0-40-16,0 0 16,0 0-16,0 0 0,-40 0 0,40 0 15,0 1-15,-40-1 16,40 0-16,0 0 0,-41 0 0,41 0 16,-40-40-16,40 40 15,0 0-15,-40-40 0,40 40 0,0 1 31,0-82 16,0 1-47,0 0 32,0 0-32,0 0 15,0 0-15,0 0 16,40 40-16,-40-40 0,40 0 0,-40-1 0,0 1 15,41 0 1,-41 0-16,40 0 0,-40 0 16,0 0-16,40 40 15,-40-40 1,40 40 0,0 0 77,-40 40-93,40 0 16,-40 0-16,40 0 16,-40 0-16,0 0 15,40-40-15,-40 40 16,0 1-16,0-1 0,0 0 15,0 0-15,0 0 16,0 0-16,0 0 16,0 0-16,0 0 15,0 1 1,41-41 31,-41-41-32,40 1-15,-40 0 16</inkml:trace>
  <inkml:trace contextRef="#ctx0" brushRef="#br0" timeOffset="202575.9853">12640 12913 0,'-40'0'15,"0"0"1,40-40-1,40 40 17,0 0-17,0 0-15,0 0 16,0 0-16,40 0 0,-39 0 16,-1 0-16,40 0 0,-40 0 0,40 0 0,-40 0 15,1-40-15,-1 40 16,40-40-16,-40 40 0,0-40 0,0 40 15,-40-40-15,40 40 16,-40 40 0,-40-40-16,0 40 15,0-40 1,40 40-16,-40-40 0,0 0 16,40 40-16</inkml:trace>
  <inkml:trace contextRef="#ctx0" brushRef="#br0" timeOffset="203115.9533">12720 14076 0,'0'0'0,"-40"0"15,80 0 79,0 0-94,0 0 16,0 0-16,1-40 0,-1 40 15,0 0-15,0 0 16,0 0-16,0 0 0,0-40 0,0 40 0,1 0 16,-1-40-16,0 40 15,0 0-15,-40-40 16</inkml:trace>
  <inkml:trace contextRef="#ctx0" brushRef="#br0" timeOffset="203705.8435">12800 14277 0,'0'0'16,"40"0"15,1 0-15,-1 0-1,40 0 1,0 0 0,-80 80-1,0-40 17,0 0-32,-80-40 31,0 0-16,120 0 17,0 0-32,0-40 15,0 40 1,0 0-16,0 0 0,1 0 16,-1 0-16,0 0 15,0 0-15,-80 0 94,40-40-78</inkml:trace>
  <inkml:trace contextRef="#ctx0" brushRef="#br0" timeOffset="204405.8039">13763 13395 0,'-40'40'62,"40"0"-46,-40 0-16,0 0 16,40 0-1,-40-40-15,40 40 0,0 0 16,0 0-1,0 1-15,40-1 16,0 0 0,0-40-16,-40 40 15,40-40-15,0 0 0,1 0 32,-1 0-32,0-40 15,0 40 1,-40-40-16,0 0 15,40 40-15,-40-41 16,0 1-16,0 0 16,0 0-16,-40 0 15,40 0 1,-40 40-16,0 0 31,0 0-15,40 40-1,-41-40-15,1 0 0,0 40 16,0-40-16,40 40 0</inkml:trace>
  <inkml:trace contextRef="#ctx0" brushRef="#br0" timeOffset="205675.8049">13282 13836 0,'-40'0'125,"80"0"-78,0 0-31,0 0-1,0 0-15,0 0 16,-40 40-1,0 0 1,-40-40-16,0 0 16,0 0-1</inkml:trace>
  <inkml:trace contextRef="#ctx0" brushRef="#br0" timeOffset="207525.6172">14405 13475 0,'0'40'31,"0"0"-15,-40-40-16,40 40 266,0-80-204</inkml:trace>
  <inkml:trace contextRef="#ctx0" brushRef="#br0" timeOffset="207835.6747">14686 13354 0,'0'41'78,"0"-1"-62,0 0-16,0 0 0,0 0 16,0 0-16,0 0 0,0 0 0,0 0 15,0 1-15,0-1 16,0 0-16</inkml:trace>
  <inkml:trace contextRef="#ctx0" brushRef="#br0" timeOffset="208235.6533">15088 13435 0,'0'0'0,"-81"0"46,81 40-46,0 0 16,-40-40-16,0 40 0,0-40 0,0 0 16,0 40-16,0-40 0,40 40 0,-41-40 15,1 0 1,40 40-16,-40-40 0,0 0 16,80-40 30,0 40-30,0 0-16,1 0 0,-1 0 16,-40 40-16,0 0 15,40-40-15,-40 41 0,40-41 16,-40 40-16,40-40 16,0 40-16,0-40 0,0 0 15,1 40-15,-1-40 16,0 0-16</inkml:trace>
  <inkml:trace contextRef="#ctx0" brushRef="#br0" timeOffset="208965.5313">15128 14598 0,'-40'0'0,"-1"0"31,41-40-31,-40 40 0,0 0 16,80 0 46,41 0-31,-41 0-31,0 0 0,0 0 0,0 0 16,0 0-16,40 0 0,-39 0 0,-1 0 0,40 0 16,-40 0-16,0 0 15,0 40-15,41-40 0,-41 0 0,-40 40 0,40-40 16,0 0-16,0 0 0,0 40 16,0-40-16</inkml:trace>
  <inkml:trace contextRef="#ctx0" brushRef="#br0" timeOffset="209295.5127">15609 14437 0,'-40'0'0,"0"0"16,40 40 62,0 1-78,0-1 16,0 0-16,40 0 0,-40 0 0,0 0 0,0 0 15,40 0-15,-40 0 16,0 41-16,0-41 0,0 0 0,0 0 0,0 0 16,0 0-16,0 0 0,0 0 15</inkml:trace>
  <inkml:trace contextRef="#ctx0" brushRef="#br0" timeOffset="210525.5164">16171 14116 0,'0'41'0,"0"-1"31,0-80 110,40 40-126,0 0-15,-40-41 32,40 41-1,0 0-15,1 0-1,-1 0-15,0 0 16,0 0-16,0 0 15,-40 41-15,40-41 16,-40 40 0,0 0-1,0 0 1,0 0-16,0 0 16,0 0-1,0 0-15,0 0 16,0 1-16,-40-41 0,40 40 15,-40-40-15,40 40 0,-40-40 16,40 40-16,-40-40 0,0 0 16,40 40-16,-41-40 0,1 0 15,0 0 1,0-40 0,40 0-1,40 0 1,0 0-16,0 40 0,1-41 0,-1 1 15,0 40-15,0-40 16,0 40-16,0-40 0,0 40 0,0-40 0,1 40 16,-1-40-16,0 40 0,-40-40 0,40 40 0,0 0 15,0-40-15,0 0 16,0 40-16,-40-41 0,41 41 0,-41-40 16,0 0-1,-41 40 16,1 0-31,0 0 16,0 0-16,40 40 0,-40-40 16,40 40-16,0 1 15,-40-41-15,40 40 0,0 0 0,-40 0 0,40 0 16,0 0-16,0 0 16,0 0-16,0 0 0,0 1 15,0-1-15,0 0 16,40 0-16,-40 0 0,40-40 15,-40 40-15,40-40 16,0 0-16,0 0 16</inkml:trace>
  <inkml:trace contextRef="#ctx0" brushRef="#br0" timeOffset="210745.4467">17294 14477 0,'0'0'0,"0"41"32,0-1-17,0 0-15,0 0 16,0 0 0,0 0-16,0 0 0,0 0 15,0 0 1,0 0-16,-40-40 0</inkml:trace>
  <inkml:trace contextRef="#ctx0" brushRef="#br0" timeOffset="211145.4063">17816 13876 0,'-40'40'16,"80"-80"-16,-120 80 31,80 0-31,0 0 16,-80 121-1,80-121-15,0 0 16,0 160 0,40-119-1,40 39 1,0-80-1,0-40 1</inkml:trace>
  <inkml:trace contextRef="#ctx0" brushRef="#br0" timeOffset="211405.4644">18298 14277 0,'0'0'16,"-40"0"-16,-1-40 16,41 80 15,0 80-15,41 41-1,-1-121 1,-40 40-1,40 0 1</inkml:trace>
  <inkml:trace contextRef="#ctx0" brushRef="#br0" timeOffset="211705.3754">18699 14076 0,'0'0'16,"0"40"-1,0 1 1,120 79-1,-80-40 1,41 121 0,-81-121-1,-81 80 1,-79-39 0</inkml:trace>
  <inkml:trace contextRef="#ctx0" brushRef="#br0" timeOffset="212535.3203">19261 14437 0,'0'0'16,"0"40"-16,40-40 46,0 0-30,0 0-16,0 0 16,0 0-16,0-40 31,-40 0-31,0 0 0,0 0 16,0 0-1,-40 40-15,40-40 0,-40 40 16,0 0-1,-40 0-15,40 0 0,0 40 16,-1 0-16,1-40 16,0 40-16,40 0 0,-40-40 15,40 40-15,-40 0 0,40 1 0,0-1 16,0 0 0,40 0-16,-40 0 0,80-40 15,-80 40-15,40-40 0,1 40 16,-1-40-16,0 0 0,40 40 0,-40-40 0,0 0 15,0 0-15,1 0 0,-1 0 16,0 0-16,0 0 0,0-40 0,0 40 0,-40-40 16,40 40-16,0-40 0</inkml:trace>
  <inkml:trace contextRef="#ctx0" brushRef="#br0" timeOffset="212995.3694">19863 14116 0,'-41'0'31,"82"0"31,-1 0-62,0 0 0,0 0 0,0 0 16,0 0-16,0 0 0,0 0 0,1 0 0,-1 0 0,0 0 16,0 0-16,0 0 15,-80 0 17,0 0-17</inkml:trace>
  <inkml:trace contextRef="#ctx0" brushRef="#br0" timeOffset="213605.2577">20585 13916 0,'0'40'0,"40"-40"47,-40-40-32,40 40 1,0 0-1,-40-40-15,0 0 0,0 0 16,0 0-16,0-1 31,0 82 1,0-1-17,0 40 1,0-40-16,0 0 0,0 0 0,0 0 15,0 0 1,40 0-16,-40 1 0,0-1 0,0 0 16,0 0-16,0 0 0,-40 0 15,40 0 1,-40-40-16,40 40 0,-40-40 16,0 0-1,0 0-15,40-40 16</inkml:trace>
  <inkml:trace contextRef="#ctx0" brushRef="#br0" timeOffset="213795.3223">20545 13595 0,'0'0'16,"-40"0"-16</inkml:trace>
  <inkml:trace contextRef="#ctx0" brushRef="#br0" timeOffset="215015.251">21227 13715 0,'0'41'63,"0"-1"-48,0 0 1,-40-40-16,40 40 0,0 0 0,-40-40 0,40 40 15,0 0-15,0 0 0,0 0 16,0 0-16,0 1 0,-41-41 16,41 40-16,0-80 47,0-1-47,41 1 15,-41 0-15,0 0 0,40 40 0,-40-40 0,40 0 16,-40 0-16,40 40 15,-40-40-15,40 0 0,-40 0 16,0 80 31,0 0-31,0 0-16,0 0 0,40 0 15,-40 0-15,0 0 16,40 0-16,-40 0 0,40-40 15,-40 41-15</inkml:trace>
  <inkml:trace contextRef="#ctx0" brushRef="#br0" timeOffset="215235.2401">21106 13756 0,'0'0'16,"-40"-81"15,121 81-31,79-40 32,41 40-17,-121 0 1</inkml:trace>
  <inkml:trace contextRef="#ctx0" brushRef="#br0" timeOffset="215515.1636">21106 14357 0,'0'40'0,"0"-80"0,0 120 31,81-80-15,-1 0 0,80-40 15,-39 0-16</inkml:trace>
  <inkml:trace contextRef="#ctx0" brushRef="#br0" timeOffset="216065.1124">21106 14558 0,'0'0'16,"41"0"31,-1 0-47,0 0 15,0 0 1,0 0-16,0 0 15,0 0-15,0 0 16,-40 40 0,0 0-16,-40 0 15,0 0 1,0-40-16,40 40 0,-40-40 0,40 40 31,40-40 16,0 0-31,0-40-16,0 40 15,1 0-15,-1-40 0,0 40 16,0 0 0,0 0-16,0 0 0,0 0 0,-80 0 62,0 0-46,0 0-16,0 0 0,40-40 31</inkml:trace>
  <inkml:trace contextRef="#ctx0" brushRef="#br0" timeOffset="217605.0209">21789 13916 0,'0'40'15,"40"-40"-15,-40 40 125,40 0-125,-40 0 16,0 0 0,0 1-16,0-1 0,40-40 0,-40 40 15,0 0-15,40-40 16,-40 40-16,40-40 31,-40 40-31</inkml:trace>
  <inkml:trace contextRef="#ctx0" brushRef="#br0" timeOffset="218144.9897">22230 13956 0,'-40'40'63,"0"0"-63,0-40 15,0 0-15,40 40 16,-41-40-16,1 40 0,0-40 16,0 0-1,40 41 1,40-41 15,0 0-15,0 0-1,1 0 17,-1 40 108,0-40-140,0 40 0,0-40 0,0 0 16,0 40-1,0-40-15</inkml:trace>
  <inkml:trace contextRef="#ctx0" brushRef="#br0" timeOffset="219964.8859">22832 14477 0,'40'0'78,"-40"41"-31,40-41 62,0 0-109,0 0 16,1 0-16,-1 0 15,0 0-15,0 0 0,0 0 16,0-41-16,0 41 0,0 0 0,1 0 16,-1 0-16,0 0 15,0 0-15,0 0 16,-40-40 0,40 40-16,0 0 15</inkml:trace>
  <inkml:trace contextRef="#ctx0" brushRef="#br0" timeOffset="220414.9306">23073 14197 0,'40'0'31,"-40"40"32,40-40-47,-40 40-1,0 0-15,0 0 0,0 0 0,40-40 16,-40 40-16,0 0 15,0 1-15,0-1 0,0 0 0,0 0 0,0 0 16,0 0-16,0 0 0,0 0 16,40 0-16,-40 0 15</inkml:trace>
  <inkml:trace contextRef="#ctx0" brushRef="#br0" timeOffset="221684.7942">23955 14076 0,'0'40'15,"41"-40"157,-1 0-172,0 0 16,0 0 0,0 0-16,-40 41 15,40-41-15,-40 40 16,0 40-16,0-40 0,0 0 15,0 0-15,0 0 0,-40 0 0,40 1 16,-40-1-16,40 0 16,-40-40-16,40 40 0,-40-40 0,0 40 0,-1-40 31,41 40-31,-40-40 16,40-40-1,0 0-15,40 0 16,-40 0-16,41 0 15,-41-1-15,80 1 0,-40 0 0,0 0 16,-40 0-16,40 40 0,-40-40 0,40 0 0,0 0 16,1 40-1,-41-40-15,40 40 0,-40-41 16,40 41 0,-40-40-16,-40 40 78,40 40-78,-40-40 0,40 41 15,0-1-15,-41 0 0,1 0 16,40 0-16,-40 0 0,40 0 16,0 0-1,0 0-15,0 1 0,0-1 16,40-40-1,-40 40-15,40-40 0,1 0 0,39 0 16,-40 0-16,0 0 0,0 0 16,0 0-1,-40-40-15,40 40 0</inkml:trace>
  <inkml:trace contextRef="#ctx0" brushRef="#br0" timeOffset="222144.7723">24718 14477 0,'0'41'79,"0"-1"-64,0 0 1,40-40-16,-40 40 15,0 0-15,0 0 16,-40-40-16,40 40 16,-40-40-16,0 0 15,40 40 1,40-40 15,0-40-31,0 40 16,0 0-16,0-40 0,0 40 15,0 0-15,1 0 0,-1 0 0,0 0 16,0 0 0,0 0-16,0 0 15,-80 0 79</inkml:trace>
  <inkml:trace contextRef="#ctx0" brushRef="#br0" timeOffset="222754.7927">25440 13956 0,'0'-40'15,"0"0"1,-40 40 31,0 0-32,0 40-15,0 0 16,-1 0-16,41 0 0,-40-40 0,40 40 16,0 0-16,0 1 15,0-1-15,0 0 0,0 0 16,40 0-16,-40 0 16,41-40-16,-41 40 0,40-40 0,0 40 15,0-40 1,-40 40-16,40-40 0,0 0 15</inkml:trace>
  <inkml:trace contextRef="#ctx0" brushRef="#br0" timeOffset="223484.7596">25601 13956 0,'40'0'79,"0"0"-64,0 0 1,40 0-16,-40 0 15,1 0-15,-41 40 16,0 0-16,0 0 0,0 0 16,0 1-16,0-1 0,-41 0 15,1 0 1,40 0-16,-40 0 0,0 0 0,0 0 16,80-40 46,-40-40-62,40 40 0,0 0 16,-40-40-16,40 40 0,1 0 15,-1 0-15,0 0 0,0 0 16,0 0 0,0 0-16,0 0 0,0 0 15,1 0-15,-1 0 16</inkml:trace>
  <inkml:trace contextRef="#ctx0" brushRef="#br0" timeOffset="224904.6647">24758 14558 0,'0'40'16,"40"-40"46,-40 40-46,0 0-16,0 0 0,0 0 0,0 0 15,40-40-15,-40 40 16,0 0-16,0 1 0,40-41 0,-40 40 0,0 0 16,40-40-16,-80-40 62,40 0-62,0-1 16,-40 1-16,40 0 0,0 0 15,0 0-15,0 0 0,0 0 0,0 0 16,0 0 0,-40 40-16,40-40 0,0 80 31,0 40-16,0-40-15,0 0 0,0 0 0,-40 0 16,40 0-16,0 0 16,0 1-16,0-1 0,0 0 15,0-80 32,-40 0-47,40-1 16,0 1-16,0 0 0,0 0 15,0 0-15,0 0 0,0 0 0,0 0 16,0 80 15,0 0-31,0 0 16,0 0-16,0 0 16,0 0-16,0 0 0,0 1 0,0-1 15,0 0 1,0 0-16,0-80 31,0 0-31,0 0 16,0-1-16,0 1 0,0 0 0,0 0 15,0 0 1,0 80 15,0 0-31,0 0 0,0 0 16,0 1-1,0-1-15,0 0 0,0 0 16,40-40-16,0 0 16</inkml:trace>
  <inkml:trace contextRef="#ctx0" brushRef="#br0" timeOffset="225754.6257">26323 13836 0,'-40'0'0,"80"40"110,0-40-95,0 0-15,-40 40 0,40-40 0,0 40 16,1 0-16,-1-40 0,-40 40 16,40-40-16,-40 40 15,40 0-15,-40 1 0,40-1 0,-40 0 16,0 0-16,0 0 16,0 0-16,0 0 0,-40 0 0,40 0 15,-80-40 1,80 41-16,0-1 0,-81-40 0,81 40 15,-40-40-15,0 0 0,0 0 0</inkml:trace>
  <inkml:trace contextRef="#ctx0" brushRef="#br0" timeOffset="226824.5517">26965 14116 0,'-40'0'0,"80"0"78,0 0-63,0 0 1,0 0-16,0 0 16,1 0-1,-41-40-15,40 40 16,-40-40-16,0 0 15,-40 40 1,-1 0-16,1 0 16,0 0-1,0 0-15,40 40 0,-40-40 0,0 40 16,0 0 0,40 1-16,-40-41 0,40 40 0,0 0 15,0 0 1,0 0-16,0 0 0,40-40 15,-40 40-15,40-40 0,0 0 0,-40 40 16,40-40-16,0 0 0,0 0 16,0 0-16,1 0 15,-1 0 1,0 0-16</inkml:trace>
  <inkml:trace contextRef="#ctx0" brushRef="#br0" timeOffset="227154.4934">27246 13715 0,'-40'41'0,"0"-41"16,120 0 15,-40 0-31,-40-41 0,40 41 15,0 0-15,0 0 16,0 0-16,1 0 0,-1 0 16</inkml:trace>
  <inkml:trace contextRef="#ctx0" brushRef="#br0" timeOffset="227604.5082">27687 13635 0,'0'0'0,"-40"0"31,160 0-15,-79 0-1,-1-80 1,-40 40-1,0 0 1,-40 40 0,40 40 31,0 0-32,0 0-15,0 0 16,0 0-16,0 0 0,0 1 15,0-1-15,0 0 0,0 0 0,0 0 16,0 0 0,0 0-16,0 0 15,-41-40-15,41 40 16,-40-40-16,0 0 0,40 40 0,-40-40 16,0 0-1,40-40 1,0 0-16</inkml:trace>
  <inkml:trace contextRef="#ctx0" brushRef="#br0" timeOffset="227824.4297">27808 13274 0,'0'0'0,"-81"-80"16,41 80 15</inkml:trace>
  <inkml:trace contextRef="#ctx0" brushRef="#br0" timeOffset="228504.4521">28169 13194 0,'0'40'31,"0"0"-15,0 0-16,0 0 0,-40 1 15,40-1 1,0 0-16,0 0 0,0 0 0,-41-40 15,41 40-15,0 0 0,0 0 0,-40-40 16,40 40-16,0-80 47,0 0-47,40 0 16,-40 0-16,0 0 0,41 0 15,-1 0-15,-40 0 0,0-1 0,0 1 16,40 40-16,-40-40 0,40 0 15,-40 80 32,0 0-47,40 41 16,-40-41 0,0 0-16,40 0 0,-40 0 0,0 0 15,0 0-15,0 0 16,40-40-16,-40 40 0,40-40 15</inkml:trace>
  <inkml:trace contextRef="#ctx0" brushRef="#br0" timeOffset="228734.4401">28088 13274 0,'-40'-40'16,"40"0"-16,40 0 16,81 40-1,79 0 17,-79 0-17,-81 0 1</inkml:trace>
  <inkml:trace contextRef="#ctx0" brushRef="#br0" timeOffset="229004.4243">27968 13956 0,'40'0'47,"0"0"-31,0 0-16,1 0 15,-1 0-15,0 0 16,0 0-16,0 0 0,-40-40 15,40 40-15,0 0 0</inkml:trace>
  <inkml:trace contextRef="#ctx0" brushRef="#br0" timeOffset="229484.3539">28088 14116 0,'0'0'0,"41"0"47,-1 0-32,0 0 1,-40 41-16,40-41 0,0 0 16,-40 40-16,0 0 31,-40-40-15,40 40-1,-40-40-15,0 0 0,80 0 63,0 0-48,0 0-15,0 0 0,0 0 16,0 0 0,1 0-16,-1 0 15,-40-40-15,40 40 0,0 0 16,-40-40-16</inkml:trace>
  <inkml:trace contextRef="#ctx0" brushRef="#br0" timeOffset="230004.3632">28730 13555 0,'0'0'0,"41"0"47,-1 0-47,-40 40 15,40-40 1,-40 40-16,0 0 0,0 0 16,0 1-16,-40-1 15,0 0-15,-1 0 16,1-40-16,0 0 31,80 0 0,0 0 1,1 0-32,-1 0 15,0 0-15,0 0 16,0 0-16,0 0 15</inkml:trace>
  <inkml:trace contextRef="#ctx0" brushRef="#br0" timeOffset="230244.3033">29132 13475 0,'-40'40'0,"40"0"16,0 0-1,0 0-15,-40-40 0,40 40 0,0 0 16,0 1 0,0-1-16,0 0 0,0 0 15</inkml:trace>
  <inkml:trace contextRef="#ctx0" brushRef="#br0" timeOffset="230624.327">29332 13595 0,'-40'0'16,"80"0"-16,-80 40 16,0-40-16,40 40 0,-40-40 15,0 0-15,-40 81 32,40-81-32,40 40 15,40-40 32,0 0-31,0 0-1,0 0-15,0 0 16,-40 40-16,40-40 0,0 40 0,1-40 16,-1 0-1,-40 40-15</inkml:trace>
  <inkml:trace contextRef="#ctx0" brushRef="#br0" timeOffset="231704.2662">28931 14598 0,'40'0'110,"0"0"-95,1 0-15,-1 0 0,0 0 16,40 0-16,-40 0 0,0 0 0,0 0 16,1 0-16,-1 0 15,0 0-15,0 0 0,0 0 16,0 0-16,0 0 16</inkml:trace>
  <inkml:trace contextRef="#ctx0" brushRef="#br0" timeOffset="232044.1866">29252 14477 0,'0'0'0,"-40"0"31,40 41 47,0-1-78,0 0 16,0 0-16,0 0 0,0 0 15,0 0-15,0 0 0,40 0 0,-40 0 16,0 1-16,40-1 16,-40 0-16</inkml:trace>
  <inkml:trace contextRef="#ctx0" brushRef="#br0" timeOffset="233684.1473">29934 14357 0,'-40'0'0,"0"0"15,0 0 1,40-40 62,80 40 0,-40 0-62,-40 40-16,40 0 15,-40 0 1,0 0-16,0 1 16,0-1-16,0 0 15,-40 0-15,0 0 0,40 0 16,-80 0-16,80 0 0,-40-40 15,40 40 1,-40-40-16,40-40 31,80 0-31,-80 0 0,40 0 16,-40 0-16,40 40 16,0-40-16,-40 0 0,40 40 0,1-40 0,-1-1 15,0 41-15,-40-40 0,40 40 16,-40-40-16,40 40 0,-40-40 0,40 40 0,-40-40 15,-40 40 48,40 40-63,-40-40 16,40 40-16,-40-40 15,40 40-15,-40 0 0,40 1 0,-40-1 16,40 0-16,-41-40 0,41 40 0,0 0 15,0 0-15,0 0 16,0 0-16,41-40 0,-41 40 16,40-40-16,0 0 15,0 0 1</inkml:trace>
  <inkml:trace contextRef="#ctx0" brushRef="#br0" timeOffset="233894.0776">30215 14758 0,'0'0'0,"0"40"32,-40 0-17,40 0 1,0 41 0,0-1-1,0 40 1,0-40-1</inkml:trace>
  <inkml:trace contextRef="#ctx0" brushRef="#br0" timeOffset="234234.0754">30496 14157 0,'-40'0'0,"80"0"0,-80 40 16,0 0-1,-40 40 1,80-40-16,0 40 16,-41-40-16,41 1 15,41 79 1,-41-80-16,80 40 16,-80-40-16,40-40 0,-40 40 15,80-40 1</inkml:trace>
  <inkml:trace contextRef="#ctx0" brushRef="#br0" timeOffset="234674.0116">30576 14477 0,'0'0'16,"0"-40"-1,0 0 1,40 40 0,1 0-16,-1 0 15,0 0-15,-40 80 16,40 1 0,-80-41 15,-40 0-16,80 0-15,40-40 47,0 0-31,0 0-16,-40 40 16,0 0-1,0 0-15,0 0 16,0 0-16,-40-40 0,40 41 0,-40-41 15,40 40-15,-40-40 0,-1 0 16,1 40-16,0-40 0,0 0 31,40-40-31,-40 40 0,40-40 0</inkml:trace>
  <inkml:trace contextRef="#ctx0" brushRef="#br0" timeOffset="234964.0706">30937 14277 0,'0'40'31,"0"0"-31,41 0 16,-41 0-16,40-40 0,-40 40 0,40 1 15,-40-1 1,0 0-16,0 0 0,40-40 0,-40 40 0,0 0 16,0 0-16,0 0 15,-80 0-15,80 0 0,-40-40 0,40 41 16,-41-1 0,1-40-16,0 0 15</inkml:trace>
  <inkml:trace contextRef="#ctx0" brushRef="#br0" timeOffset="235393.9701">31419 14558 0,'40'0'31,"0"0"-31,0 0 0,-40-40 16,0-1-16,40 41 16,-40-40-16,0 0 0,0 0 15,-40 40 1,0 0-1,-40 0-15,40 40 0,0-40 16,40 40-16,-40-40 16,40 40-16,-41-40 0,41 41 0,0-1 15,0 0-15,0 0 16,0 0-16,0 0 0,41 0 16,-41 0-1,80-40-15,-80 40 0,40-40 0,0 0 16,0 0-16,0 0 0,0 0 15,1 0 1,-41-40-16</inkml:trace>
  <inkml:trace contextRef="#ctx0" brushRef="#br0" timeOffset="235804.0207">31299 13996 0,'-41'40'0,"82"-40"31,-1 0-16,40 0-15,-40 0 0,0 0 16,0 0 0,0 0-16,-40-40 15</inkml:trace>
  <inkml:trace contextRef="#ctx0" brushRef="#br0" timeOffset="236353.9881">31660 13836 0,'-40'40'0,"80"-40"47,0 0-31,0 0-16,0 0 16,-40-40-16,0 0 15,40 40-15,-40-40 0,40 40 0,-40-41 16,40 41-16,-40-40 0,0 0 31,0 80 16,-40-40-47,40 40 16,0 1-16,0-1 15,0 0 1,0 0-16,0 0 0,0 0 15,0 0-15,0 0 16,0 0-16,0 0 16,-40 1-16,40-1 0,-80-40 15,80 40-15,-40 0 16,0-40-16,0 0 31,-1-40-31,41 0 16</inkml:trace>
  <inkml:trace contextRef="#ctx0" brushRef="#br0" timeOffset="236563.9762">31780 13435 0,'0'0'16,"0"-40"0</inkml:trace>
  <inkml:trace contextRef="#ctx0" brushRef="#br0" timeOffset="237313.8559">32141 13555 0,'0'40'109,"0"0"-93,0 0-1,0 0-15,0 1 16,0-1 0,0 0-16,0 0 0,-40-40 15,40 40-15,-40-40 16,40 40-16,0-80 47,0 0-47,0 0 0,0 0 15,40 0-15,-40-1 16,0 1-16,0 0 16,0 0-1,0 0-15,80 40 47,-80 40-47,0 40 31,0-40-31,40-40 0,-40 41 0,0-1 16,0 0 0,41 0-16,-1 0 0,-40 0 31</inkml:trace>
  <inkml:trace contextRef="#ctx0" brushRef="#br0" timeOffset="237523.9217">32101 13515 0,'0'0'32,"0"-40"-17,40 40-15,40 0 16,1 0-1,-41 0-15,0 0 16</inkml:trace>
  <inkml:trace contextRef="#ctx0" brushRef="#br0" timeOffset="237823.9034">31900 14197 0,'0'0'16,"41"0"-16,-1 0 15,0 0 16,-40-40-15,40 40 0,80 0-1,-80-41 1,41 1-16</inkml:trace>
  <inkml:trace contextRef="#ctx0" brushRef="#br0" timeOffset="238233.8222">31981 14357 0,'0'0'0,"40"0"63,0 0-63,0 0 15,0 0 1,0 40-16,-40 0 16,0 0-1,0 1 1,0-1-16,-80-40 0,80 40 15,-40-40 1,80 0 15,0 0-15,0-40-16,0 40 16,1 0-16,-41-40 0,40 40 15,0 0-15,0 0 0,0-41 16</inkml:trace>
  <inkml:trace contextRef="#ctx0" brushRef="#br0" timeOffset="238943.7804">32623 13916 0,'40'0'94,"0"0"-94,0 0 16,0 0-1,0 0-15,1 0 16,-41 40 0,0 0-16,-41 0 15,41 0-15,-40-40 0,0 40 31,80-40 32,0 0-47,-40 41-16,41-41 15,-41 40-15,0 0 16,0 0-16,-41-40 15,1 40 1,0-40-16,0 0 16,0 0-16,0 0 0,0 0 15,-1 0-15,41-40 0,0 0 32</inkml:trace>
  <inkml:trace contextRef="#ctx0" brushRef="#br0" timeOffset="239253.8188">33104 13876 0,'-40'0'0,"40"40"16,-40-40-16,40 40 15,-40-40-15,40 40 16,0 0 0,0 0-16,0 0 15,0 1-15,0-1 16,-40-40-16,40 40 15</inkml:trace>
  <inkml:trace contextRef="#ctx0" brushRef="#br0" timeOffset="239653.7172">33185 13956 0,'-41'0'0,"41"40"0,0 0 32,-40 0-17,0-40-15,40 40 16,-40-40-1,40 41 48,40-41-32,-40 40-31,40-40 16,0 40-16,1-40 15,-1 0 1,-40 40-16,40-40 0,0 0 0</inkml:trace>
  <inkml:trace contextRef="#ctx0" brushRef="#br0" timeOffset="272321.8616">5578 15761 0,'0'0'0,"-41"0"0,1 0 16,80 0 93,41 0-93,-81-40-16,40 40 15,0 0-15,0 0 0,0 0 0,40-40 0,-39 40 16,-1-41-16,40 41 16,-40 0-16,0 0 0,40-40 0,-39 40 0,-1 0 15,0 0-15,0 0 0,0 0 0,0 0 16,-40 40 0</inkml:trace>
  <inkml:trace contextRef="#ctx0" brushRef="#br0" timeOffset="272571.847">5858 16122 0,'-40'40'16,"80"-80"-16,-120 80 0,40 0 16,80-40 15,0 0-16,41-40 1,-41 40-16,40 0 16,-40 0-16,121 0 15,-81-40-15,-40 40 0,80 0 32,-80 0-32</inkml:trace>
  <inkml:trace contextRef="#ctx0" brushRef="#br0" timeOffset="277311.5662">7945 15640 0,'0'-40'63,"0"0"-48,0 80 95,0 0-110,0 1 15,0-1-15,0 0 0,0 0 0,0 0 16,0 0-16,0 0 0,0 0 0,0 0 0,0 1 16,0-1-1,0 0-15,0 0 0,0 0 0,0 0 16,0 0-16,0 0 15,40-40 48</inkml:trace>
  <inkml:trace contextRef="#ctx0" brushRef="#br0" timeOffset="277971.5305">9149 16082 0,'-40'0'31,"0"0"0,-1 0 0,82 0 48,-1 0-79,0 0 0,0 0 15,0 0-15,0 0 16,0 0-16,0 0 0,1 0 0,-1 0 0,0 40 15,0-40-15,0 0 0,0 0 16,0 0-16,0 40 0,1-40 0,-1 0 0,0 0 16,0 0-16,0 0 0,0 0 15,0 0 1,0 0-16,1 0 0,-1 0 16</inkml:trace>
  <inkml:trace contextRef="#ctx0" brushRef="#br0" timeOffset="278461.4227">9711 15841 0,'-41'0'15,"1"0"1,40-40-16,0 80 172,0 0-157,40 0 1,-40 0-16,0 0 0,0 1 16,0-1-1,0 0-15,0 0 0,0 0 0,0 0 0,0 0 16,-40 0-16,40 0 0,0 0 0,-40 1 0,40-1 16,0 0-16,0 0 15</inkml:trace>
  <inkml:trace contextRef="#ctx0" brushRef="#br0" timeOffset="282401.1902">10513 15881 0,'0'-40'250,"80"0"-219,-40 40 250,-80 0-234</inkml:trace>
  <inkml:trace contextRef="#ctx0" brushRef="#br0" timeOffset="290590.7397">10593 15801 0,'0'-40'16,"0"0"-16,0 0 16,40 40 62,1 0-63,39 0-15,-40 0 16,0 0-16,0 0 0,0 40 0,1-40 16,-41 40-16,0 0 15,0 0-15,0 0 16,0 0 0,-41 0-16,41 0 0,-40 1 0,40-1 0,-40 0 15,0-40-15,40 40 0,-40 0 16,0 0-16,40 0 0,-40-40 0,-1 40 0,41 0 15,-40-40 1,40 40-16,-40-40 16,40-40-1,0 0 1,0 0-16,0 0 31,40 40-31,0 40 31,1-40-31,-41 40 0,40-40 0,-40 40 0,40 0 16,0 1-16,-40-1 0,40-40 16,-40 40-16,40 0 15,-40 0-15,40 0 16,1-40 0,-41 40-16,40-40 0,0 0 0,0 0 15</inkml:trace>
  <inkml:trace contextRef="#ctx0" brushRef="#br0" timeOffset="291080.7571">11396 16282 0,'0'40'16,"0"-80"-16,40 80 15,0-40-15,0 0 16,41-40-16,39 0 16,0-40-1,-39 40 17,-81-40-17,-41 39 1,-119 41 15,120 0-31,-40 81 16,39-41-1,1 40 1,40 0 15,40-40-15,1 0-1,159 0 1,-160-40-16,81 0 31,-121-40-31,40 40 16,0 0-16</inkml:trace>
  <inkml:trace contextRef="#ctx0" brushRef="#br0" timeOffset="291370.736">12239 15801 0,'-41'0'0,"82"0"47,-1 0-31,0 0 0,0 0-16,0 0 0,0 0 15,0 0-15,0 0 16,-40 40-16,41-40 0</inkml:trace>
  <inkml:trace contextRef="#ctx0" brushRef="#br0" timeOffset="291940.7201">12760 15721 0,'-40'0'0,"40"40"16,40-40 15,0-40-15,0 40 0,1 0-16,-41-40 0,40 40 0,0-41 15,0 41 1,-40-40-16,40 40 0,-40-40 15,40 40-15,-40-40 16,0 0-16,-40 40 16,0 0 15,40 40 0,0 0 0,0 0-31,0 0 16,40 1-16,-40-1 16,0 0-1,0 0-15,40-40 0,-40 40 16,0 0 0,0 0-16,0 0 15,0 0-15,-40-40 16,40 41-16,-40-41 0,0 40 15,0-40 1,0 0-16,-1 0 16,1-40-16,0-1 15,40 1 1,0 0-16</inkml:trace>
  <inkml:trace contextRef="#ctx0" brushRef="#br0" timeOffset="292160.6893">13041 15400 0,'0'0'0,"-80"0"16,0 0-1,39 0 1,82-40 0</inkml:trace>
  <inkml:trace contextRef="#ctx0" brushRef="#br0" timeOffset="292760.6543">13683 15320 0,'0'0'0,"0"40"47,0 0-47,0 0 16,0 0-16,0 0 15,0 0-15,-40 0 0,40 0 16,0 1-16,-40-1 15,0-40 1,40 40-16,0-120 31,0 39-31,0 1 16,0 0-16,40 0 16,-40 0-16,40 0 0,-40 0 15,0 0 1,40 40-16,0 40 47,0-40-47,-40 80 0,0-40 15,0 0 1,40 0-16,-40 0 0,0 1 16,0-1-16,0 0 15,41-40-15,-41 40 16,40-40 15</inkml:trace>
  <inkml:trace contextRef="#ctx0" brushRef="#br0" timeOffset="293010.641">13482 15400 0,'-40'-40'16,"80"80"-16,-80-120 0,0 40 15,40-1-15,80 1 16,81 0 15,-41 80-15,-80 0-1,1 1-15</inkml:trace>
  <inkml:trace contextRef="#ctx0" brushRef="#br0" timeOffset="293340.6362">13603 16001 0,'0'0'0,"-40"0"31,80 0 16,0 0-31,0-40-1,0 40-15,0 0 0,0 0 0,1 0 16,-1 0 0,0-40-16,0 40 0,0 0 15</inkml:trace>
  <inkml:trace contextRef="#ctx0" brushRef="#br0" timeOffset="293900.5493">13563 16202 0,'0'0'0,"0"-40"31,0 0-16,40 40 1,0 0-16,0 0 0,-40-40 16,40 40-16,0 0 15,-40 40-15,0 0 16,0 0-16,0 0 16,0 0-16,-40-40 15,40 40-15,-40-40 0,40 40 0,-40-40 0,0 0 16,40 40-16,-40-40 15,0 0-15,40-40 32,0 0-32,40 40 15,-40-40-15,40 40 0,0 0 16,0 0 0,-40-40-16,40 40 0,0 0 0,0 0 15,1 40 1,-1 0-16,0-40 15,-40 40 1,40-40-16</inkml:trace>
  <inkml:trace contextRef="#ctx0" brushRef="#br0" timeOffset="294270.5284">14365 15600 0,'0'40'16,"0"1"31,-40-41-47,40 40 0,0 0 16,0 0-1,0 0-15,0 0 0,0 0 0,40 0 16,-40 0-1,40-40-15,-40 41 0,0-1 16,40-40-16</inkml:trace>
  <inkml:trace contextRef="#ctx0" brushRef="#br0" timeOffset="294660.5414">14767 15721 0,'-41'0'15,"1"0"1,0 40 15,0-40-31,0 40 0,0-40 16,0 0-16,40 40 15,-41-40-15,82 40 79,-1-40-48,-40 40-31,40-40 0,0 0 15,-40 40-15,40-40 0,-40 40 16,40-40-16,0 0 0,-40 41 16,41-41-16,-1 40 0</inkml:trace>
  <inkml:trace contextRef="#ctx0" brushRef="#br0" timeOffset="295210.4734">15890 16402 0,'-40'-40'16,"0"40"-1,80 0 16,0 0-31,40 0 16,-40 0-16,-40 40 0,81-40 0,-41 0 16,0 0-16,0 0 0,0 0 0,40 0 0,-39 0 15,-1 0-15,0 0 16,0 41-16,0-41 0,0 0 0,0 0 0,0 0 16,1 0-16,-1 0 0,0 0 15</inkml:trace>
  <inkml:trace contextRef="#ctx0" brushRef="#br0" timeOffset="295560.4891">16291 16162 0,'0'0'15,"-40"-40"1,40 80 15,0 0-15,0 0-1,40 120 1,-40 81 0,0-121-1,0 1-15</inkml:trace>
  <inkml:trace contextRef="#ctx0" brushRef="#br0" timeOffset="299410.1842">17495 16202 0,'0'40'0,"-40"-40"16,0 0-1,40 40-15,-40-40 16,80 0 109,0 0-109,-40 40-16,40-40 0,0 0 15,0 0 1,0 0-16,1 0 0,-1 0 0,0 0 15,-40-40-15,40 40 0,-40-40 0,40 40 16,-40-40-16,40 0 16,-40 0-16,0 0 15,0 0 1,-40 40 0,0 0-1,0 0-15,0 0 0,0 0 16,-1 0-16,41 40 15,-40-40-15,0 0 0,0 0 0,40 40 16,-40-40-16,0 40 0,40 0 16,-40-40-16,40 40 0,0 0 15,0 0-15,0 0 16,0 0 0,40-40-16,-40 41 0,40-41 0,-40 40 15,40-40-15,0 40 16,0 0-16,0-40 0,1 0 15,-1 0-15,0 0 0,0 0 16,0 0 0,-40-40-16,40 40 0,0-40 0</inkml:trace>
  <inkml:trace contextRef="#ctx0" brushRef="#br0" timeOffset="299860.1986">18097 15801 0,'40'0'78,"0"0"-62,0 0-16,1 0 16,-1 0-16,0 0 0,0-40 0,0 40 15,0 0-15,-40-40 16,40 40-16,0 0 0</inkml:trace>
  <inkml:trace contextRef="#ctx0" brushRef="#br0" timeOffset="300370.1459">18699 15600 0,'40'0'32,"0"0"-17,0 0-15,0 0 32,1 0-32,-41-40 15,0 0 1,0 0-1,0 0 17,0 80 30,0 0-62,0 0 16,0 0-1,0 0-15,0 1 0,0-1 16,0 0-16,0 0 0,0 0 16,-41 0-1,41 0-15,-40-40 0,40 40 0,-40-40 16,40 40 0,-40-40-16,0 0 15,40-40 1,-40 40-16,40-40 15</inkml:trace>
  <inkml:trace contextRef="#ctx0" brushRef="#br0" timeOffset="300580.1912">18819 15320 0,'0'-40'16,"-40"40"-1,40 40 17</inkml:trace>
  <inkml:trace contextRef="#ctx0" brushRef="#br0" timeOffset="301830.1166">19341 15520 0,'0'0'0,"-40"0"47,0 40-16,40 0-15,-40 0-16,40 1 15,-41-1-15,41 0 0,0 0 0,-40-40 16,40 40-16,0 0 0,-40-40 0,40 40 0,-40 0 16,40 0-1,-40-40-15,40-40 47,0 0-31,0 0-16,0 0 0,0 0 15,0 0-15,80 40 0,-80-40 0,40 0 0,0-1 16,1 1 0,-1 40-16,0 0 0,-40-40 15,40 40 1,0 0-16,-40-40 16,40 40-1,-40 40 1,0 0-1,0 0-15,0 1 16,0-1-16,0 0 0,40-40 0,-40 40 16,0 0-16,0 0 15,40-40-15,-40 40 16,41-40 0,-1 0-16</inkml:trace>
  <inkml:trace contextRef="#ctx0" brushRef="#br0" timeOffset="302110.0536">19180 15560 0,'0'0'0,"0"-40"16,0 0-16,41 0 31,-1 40-31,0 0 16,0 40 0,80 40-1,-80-80-15</inkml:trace>
  <inkml:trace contextRef="#ctx0" brushRef="#br0" timeOffset="302500.0776">19943 15600 0,'-40'0'15,"40"-40"-15,-40 40 32,40-40-32,0 80 78,0 0-78,40-40 15,-40 40-15,0 1 0,0-1 16,0 0-16,0 0 0,0 0 16,0 0-1,0 0-15,0 0 16,40-40-16</inkml:trace>
  <inkml:trace contextRef="#ctx0" brushRef="#br0" timeOffset="302950.0516">20344 15520 0,'-40'0'15,"0"0"17,40 40-32,-40 0 15,40 0-15,-40-40 0,-1 41 16,1-41-1,40 40-15,-40-40 0,0 0 16,0 40-16,0-40 16,80 0 46,0 0-46,0 0-16,0 0 15,0 40-15,1-40 16,-1 0 0,0 40-16,0-40 0,0 0 15,0 0-15,-40 40 0,40-40 16,0 40-16,1-40 16,-1 40-16</inkml:trace>
  <inkml:trace contextRef="#ctx0" brushRef="#br0" timeOffset="303740.0041">21026 16563 0,'-40'0'16,"0"0"-16,40-40 16,-80 40 15,120 0 16,0 40-47,0-40 15,0 0-15,0 0 16,0 0-16,1 0 0,-1 0 0,40 0 0,-40 0 16,0 0-16,0 0 0,41 0 15,-41 0-15,0 0 0,0 0 0,0 0 0,0 0 16,0 0-16,0 0 15</inkml:trace>
  <inkml:trace contextRef="#ctx0" brushRef="#br0" timeOffset="304069.912">21387 16282 0,'-40'0'15,"80"0"-15,-120-40 16,80 80 15,0 0-15,0 0-16,0 0 15,0 1-15,0-1 0,0 0 0,0 0 16,0 0-16,0 0 0,0 0 16,0 0-16,40 0 15,-40 1-15,0-1 0,0 0 16,40-40-16</inkml:trace>
  <inkml:trace contextRef="#ctx0" brushRef="#br0" timeOffset="307209.7986">23233 16402 0,'-40'0'31,"0"0"125,40-40 94</inkml:trace>
  <inkml:trace contextRef="#ctx0" brushRef="#br0" timeOffset="316449.1826">21909 16122 0,'0'0'0,"0"-40"62,40 40-15,0 0-31,0 0 0,1 0-16,-1 0 31,-40-40-31,40 40 219,0 0-204,-40 40-15,0 0 16,40-40-16,-40 40 0,0 0 15,0 0-15,0 0 16,0 0-16,0 0 16,-40 0-16,40 1 0,-40-1 15,0 0 1,0-40-16,-1 40 0,1-40 16,0 0-1,0 0 1,40-40 31,40 40 0,0 0-32,-40 40-15,40-40 16,-40 40-16,41-40 0,-41 40 0,40-40 0,-40 40 15,0 0-15,40-40 0,-40 40 0,40 1 0,-40-1 16,40-40-16,-40 40 16,40-40-16,0 0 0,-40 40 0,40-40 15,1 0 1,-41-40-16,40 40 16</inkml:trace>
  <inkml:trace contextRef="#ctx0" brushRef="#br0" timeOffset="317289.1272">22952 16443 0,'0'0'0,"40"0"31,-80 0 110,80 0-63,1 0-47,-1 0-31,0 0 16,0 0-16,0 0 15,0 0-15,0 0 16,-40-41-16,0 1 15,0 0 1,0 0 0,0 0-1,-40 40 1,40-40 0,-40 40-16,0 0 15,0-40-15,0 40 16,0 0-16,-1 0 0,1 0 15,40 40-15,-40-40 0,0 40 16,40 0 0,-40-40-16,40 40 0,-40-40 0,40 40 15,-40-40-15,40 40 16,0 1-16,0-1 0,0 0 0,0 0 16,0 0-1,40 0-15,0 0 0,0 0 16,0 0-16,0-40 15,0 0-15,1 0 16,-1 0-16,0 0 0,0 0 16,-40-40-1,40 0-15</inkml:trace>
  <inkml:trace contextRef="#ctx0" brushRef="#br0" timeOffset="323158.8562">22712 16402 0,'40'0'16,"-40"-80"47,40 80-48,0 0 79,0 0-78,0 0 30,0 0-14,0 0-32</inkml:trace>
  <inkml:trace contextRef="#ctx0" brushRef="#br0" timeOffset="324728.7675">23594 15961 0,'-40'0'93,"0"0"-15,80 0 79,0 0-142,0 0-15,1 0 16,-1 0 0,0 0-16,0 0 0,0 0 0,0 0 15,0 0-15,0 0 16,1 0-1,-1 0-15</inkml:trace>
  <inkml:trace contextRef="#ctx0" brushRef="#br0" timeOffset="325358.7268">24317 15801 0,'-41'0'0,"82"0"62,-1 0-46,-40-40-16,40 40 15,-40-40 1,0 0 0,0-1 15,-40 41 0,40 41-15,0-1-1,-40-40-15,40 40 32,40-40-17,-40 40-15,40-40 16,-40 40-16,0 0 16,40-40-1,-40 40-15,0 0 16,0 0-1,-40-40 1,40 41-16,-40-41 0,40 40 16,-40-40-16,-1 0 15,41 40-15,-40-40 0,40 40 0,-40-40 0,0 40 16,0-40 0</inkml:trace>
  <inkml:trace contextRef="#ctx0" brushRef="#br0" timeOffset="325638.7106">24317 15520 0,'0'-40'16,"0"80"-16,-41-80 15,41 0-15,41 40 31</inkml:trace>
  <inkml:trace contextRef="#ctx0" brushRef="#br0" timeOffset="326408.6066">24878 15640 0,'0'-40'16,"40"0"46,1 40-46,-1 0 0,-40 40-1,0 0-15,0 1 31,-40-41-31,40 40 16,-41-40 0,82 0 46,-41 40-46,40-40-16,-40 40 0,40-40 15,-40 40 1,40-40-16,-40 40 31,-40-40-15,0 0 0,40 40-16,-40-40 0,-1 0 0,1 0 15,0 0-15,0 0 31,0 0 1</inkml:trace>
  <inkml:trace contextRef="#ctx0" brushRef="#br0" timeOffset="327018.6276">25400 15600 0,'-40'0'15,"40"40"1,-40-40 0,0 81-1,40-41 1,0 0 0,0 0-1,0 0 1,-41-40-1,41-40 1,41 0 15,-41-40-31,40-1 32,40 41-17,-80 0 1,40 40-1,-40 40 17,40-40-32,-40 40 15,0 1 1,0-1-16,0 0 0,0 0 16,0 0-1,0 0 1</inkml:trace>
  <inkml:trace contextRef="#ctx0" brushRef="#br0" timeOffset="327308.5532">25239 15600 0,'0'-40'16,"0"80"-16,0-120 31,41 80-31,-1 0 0,80-40 16,-40 40-1,1 0 1,-41 40 15</inkml:trace>
  <inkml:trace contextRef="#ctx0" brushRef="#br0" timeOffset="327708.537">24959 16122 0,'0'0'0,"-41"40"32,82-40-1,-1 0-16,0 0-15,0-40 16,0 40 0,0 0-16,-40-40 0,40 40 0,0 0 0,1 0 15,-41-40-15,40 40 0,0-41 16,0 41-16,0 0 0,0 0 16,0 0-1</inkml:trace>
  <inkml:trace contextRef="#ctx0" brushRef="#br0" timeOffset="328218.5571">25039 16322 0,'0'0'16,"40"-40"-1,0 40 1,0-40 15,40 40-15,-80 40-1,41 40 1,-122-40 15,81 1-31,-40-41 0,40-41 47,80 41-31,-80-40-1,41 40-15,-1 0 0,-40-40 16,40 40-16,0 0 16,0 0-1,-40 40 1,40-40-16</inkml:trace>
  <inkml:trace contextRef="#ctx0" brushRef="#br0" timeOffset="328698.5286">25962 15721 0,'0'0'16,"0"40"62,0 0-78,0 0 16,0 0-1,0 0-15,0 0 16,0 0 0,0 1-16,-40-41 0,40 40 15,0 0 1,0 0 0</inkml:trace>
  <inkml:trace contextRef="#ctx0" brushRef="#br0" timeOffset="329688.4697">26323 15721 0,'0'40'79,"-40"-40"14,80 0 126,-80 0-141,40 40-78,-40-40 16,40 40-16,-40-40 15,-1 0-15,41 40 0,-40-40 0,0 0 16,0 40-16,0-40 16,0 40-16,0-40 15,0 0 1,80-40 62,0 40-78,0 0 16,0 0-1,0 0 1,0 0 0,0 0-1,1 0-15,-41 40 16,40-40-16,-40 40 15,40-40-15,-40 41 0,40-41 16,0 40 0,0-40-16,0 0 0,0 0 15,1 0 1,-41-40-16</inkml:trace>
  <inkml:trace contextRef="#ctx0" brushRef="#br0" timeOffset="352427.0526">1886 17405 0,'40'0'16,"0"-40"0,-40 0-1,-40 40 17,40 40 77,-40 0-109,40 0 0,0 0 0,0 0 16,0 1-16,0-1 15,0 0-15,0 0 0,0 0 0,40 0 16,-40 0-16,0 0 0,40 0 15,-40 0-15,0 1 0,40-41 16,-40 40 0,0 0-16,0 0 15</inkml:trace>
  <inkml:trace contextRef="#ctx0" brushRef="#br0" timeOffset="353327.0731">2809 17205 0,'0'40'32,"0"0"-17,-40 40 1,0-40 0,-1-40 30,1 0-30,0 40-16,0-40 0,0 0 16,0 40-16,0 0 15,0-40-15,-1 41 0,1-41 0,40 40 16,-40-40-16,0 0 0,40 40 0,-40-40 0,0 40 31,0-40-31,0 0 31,-1 0-15,1 0 0,0 0-1,0 0-15,0 0 32,80 0 61,-40-40-93,80 40 16,-40-40-16,1 40 31,-1 0-15,0 0 15,-40 40-15,40-40-1,0 40-15,0-40 16,-40 40 0,40-40-16,0 40 0,1-40 15,-41 40-15,40-40 16,0 40-16,0-40 0,0 40 15,0-40-15,0 0 16,-40 40-16,40-40 0,1 0 0,-1 0 16,-40 41-16,40-41 0,0 0 15,0 0-15,0 40 0,0-40 16,0 0-16,1 0 16</inkml:trace>
  <inkml:trace contextRef="#ctx0" brushRef="#br0" timeOffset="354116.95">3772 17646 0,'0'40'16,"-40"-40"-16,40-40 46,40 40 1,40 0-47,-40 0 0,0 0 0,41-40 16,-41 40-16,40 0 0,-40 0 0,0 0 0,0 0 16,1 0-16,39-40 0,-40 40 15,0 0-15,0 0 0,0 0 0,0 0 16</inkml:trace>
  <inkml:trace contextRef="#ctx0" brushRef="#br0" timeOffset="354367.0125">3892 18127 0,'-80'0'16,"160"0"-16,-200 0 0,160 0 31,0 0-15,81 0 0,39 0-1,1 0 1</inkml:trace>
  <inkml:trace contextRef="#ctx0" brushRef="#br0" timeOffset="355086.9671">5658 17405 0,'-40'0'15,"0"0"1,-1 0 15,-39 40-15,0 0-16,80 81 16,-80 79-1,80-39 16,80-81-15,40-80 0,41-80-1,-41-41 17,-80-39-17,-80 40 1,-40 79 15,-40 1-15,79 40-1,1 0 1,40 40 0,0 1-1</inkml:trace>
  <inkml:trace contextRef="#ctx0" brushRef="#br0" timeOffset="355366.9516">6260 17967 0,'0'40'31,"0"0"-31,-81 40 31,-39 40-15,0 1 0,39-41-1,41-80-15</inkml:trace>
  <inkml:trace contextRef="#ctx0" brushRef="#br0" timeOffset="355696.8564">6982 17405 0,'0'0'0,"-40"0"31,40 40-31,0 0 16,0 0-1,0 1-15,-40-1 0,40 0 0,0 0 16,0 0-16,0 0 16,0 0-16,0 0 0,0 0 0,40 0 15,-40 1-15,0-1 0,0 0 16,0 0 0</inkml:trace>
  <inkml:trace contextRef="#ctx0" brushRef="#br0" timeOffset="355986.9151">7825 18167 0,'0'0'15,"-40"-40"-15,40 0 31,0 80-15,0 0 0,-41 121-1,-39-41 17,0-80-17</inkml:trace>
  <inkml:trace contextRef="#ctx0" brushRef="#br0" timeOffset="356346.8939">8226 17686 0,'0'0'0,"40"-40"15,121-40 17,-41 120-17,-120 160 1,-80 1 0,-41-81 15,41-40-16,160-120 1,-40 40 15,121 0-15,-81 0 0,-40 0-1</inkml:trace>
  <inkml:trace contextRef="#ctx0" brushRef="#br0" timeOffset="356526.8506">9349 18167 0,'0'-40'15,"0"80"-15,41-120 16,-1 80-16,0 0 31</inkml:trace>
  <inkml:trace contextRef="#ctx0" brushRef="#br0" timeOffset="356706.815">9991 18127 0,'0'-40'32,"0"80"-32,41-120 15,-1 80 1,0 0 0</inkml:trace>
  <inkml:trace contextRef="#ctx0" brushRef="#br0" timeOffset="356836.7892">10272 18087 0,'40'-40'47</inkml:trace>
  <inkml:trace contextRef="#ctx0" brushRef="#br0" timeOffset="357146.8464">11115 17646 0,'0'-40'15,"-40"80"1,40 0-16,-40 80 31,0 81-15,0-41-1,-1-120 1</inkml:trace>
  <inkml:trace contextRef="#ctx0" brushRef="#br0" timeOffset="357406.831">10995 17766 0,'0'0'0,"0"40"31,40 0-15,40 0-16,-40 0 16,81 81-1,-41-41 16,0-80-15,0 0 0</inkml:trace>
  <inkml:trace contextRef="#ctx0" brushRef="#br0" timeOffset="357666.7785">11677 17846 0,'-40'-120'32,"80"240"-32,-80-280 15,40 200 1,0 0 0,0 0-16,0 0 0,0 0 15,0 0-15,0 1 0,0-1 0,0 0 16,0 0-1,0 0-15,0 0 0,0 0 0,0 0 16,0 0 0,0 1-16</inkml:trace>
  <inkml:trace contextRef="#ctx0" brushRef="#br0" timeOffset="357946.7989">12158 18127 0,'0'0'0,"0"-40"16,40 0-1,1 40 16,79 0-15,0 0 0,1 0-1,-41 0 1</inkml:trace>
  <inkml:trace contextRef="#ctx0" brushRef="#br0" timeOffset="358416.701">13041 17606 0,'0'40'31,"0"0"-15,0 0-1,0 0-15,0 0 16,0 0-16,0 0 15,0 0-15,-40 1 0,40-1 0,0 0 16,-40 0-16,40 0 16,0 0-16,-40 0 0,40 0 0,-40 0 15</inkml:trace>
  <inkml:trace contextRef="#ctx0" brushRef="#br0" timeOffset="360666.6399">14486 17926 0,'-41'41'0,"1"-41"31,121 0 16,-41 0-31,0 0-16,0 0 15,0 0-15,0 0 0,0 0 0,1 0 0,-1 0 16,40 0-16,-40 0 0,0 0 16,0 0-16,0 0 0,1 0 15</inkml:trace>
  <inkml:trace contextRef="#ctx0" brushRef="#br0" timeOffset="360926.6237">14566 18247 0,'0'0'16,"-40"0"-16,0 0 16,40-40-1,40 40-15,0 0 31,161 0-15,-81 0 0,40 0-1,-79 0-15</inkml:trace>
  <inkml:trace contextRef="#ctx0" brushRef="#br0" timeOffset="361656.5229">16532 17766 0,'0'0'0,"-40"0"15,40-40-15,-40 40 0,0 0 16,0 0-16,-1 0 15,1 0-15,0 0 0,0 0 16,40 40-16,-40-40 16,40 40-16,-40-40 0,40 40 0,-40-40 0,40 40 15,-40 0-15,40 1 0,0-1 0,-41 0 16,41 0-16,0 0 0,0 0 16,41 0-16,-41 0 0,80-40 0,-80 40 15,40-40-15,0 0 16,0 0-16,40 41 0,-39-41 0,-1 0 0,0 0 15,0 0-15,0-81 0,0 81 16,0 0-16,0-40 0,1-40 16,-41 40-1,40 0-15,-40 0 0,0 0 0,0-1 16,-81 1-16,81 0 0,0 0 0,-40 40 16,40-40-16,-80 40 0,40 0 15,0 0-15,0 0 16,0 0-1,40 40-15,-41-40 0,41 40 16,0 0 0,0 0-16</inkml:trace>
  <inkml:trace contextRef="#ctx0" brushRef="#br0" timeOffset="361906.5297">17375 18287 0,'40'0'0,"-40"41"16,0-1 0,-40-40-1,0 80-15,-81 0 31,1 40-15,40-80 0</inkml:trace>
  <inkml:trace contextRef="#ctx0" brushRef="#br0" timeOffset="362336.5406">18017 17766 0,'0'0'32,"40"-80"-17,0 80 1,0 0-16,0 40 31,-40 40-31,0 81 31,0-41-31,-40 40 16,40-120 0</inkml:trace>
  <inkml:trace contextRef="#ctx0" brushRef="#br0" timeOffset="362566.5258">18859 18207 0,'0'0'0,"0"40"31,0 0-16,-40 1-15,40-1 16,-40-40-16,40 40 0,0 0 0,0 0 0,-40-40 16,40 40-16,-40-40 15,40 40-15,-40-40 0,40 40 16,-40-40-16</inkml:trace>
  <inkml:trace contextRef="#ctx0" brushRef="#br0" timeOffset="362966.4294">19582 17806 0,'40'0'16,"-80"0"-16,200-40 16,-120 40-16,0 0 15,41 120 1,-81 81 15,-121-121-15,81-40-1,40 0-15,40-40 32,0 0-32,41-40 15,79 0 1,-39 40 0</inkml:trace>
  <inkml:trace contextRef="#ctx0" brushRef="#br0" timeOffset="363176.4897">20424 18247 0,'-40'40'31,"80"-80"-31,-80 121 0,40-41 16,-40 40-1,40 0 1,-40-40 0</inkml:trace>
  <inkml:trace contextRef="#ctx0" brushRef="#br0" timeOffset="363766.4556">21187 18007 0,'0'0'16,"0"-40"0,120-41-1,41 41 1,-41 40 15,-40 0-15,-80 80-1,-80 41 1,0-41 15,40 0-15,40-40-1,80-40 17,-80 81-17,0-41-15,-40 40 32,-161-40-17,121 0 1,-81-40-1,121 0-15</inkml:trace>
  <inkml:trace contextRef="#ctx0" brushRef="#br0" timeOffset="787688.3268">27567 16763 0,'0'0'0,"-40"0"15,0 0-15,-1 0 16,41-40-16,-40 40 15,0 0 1,80 0 31,41 0-31,-41 0-16,0 0 0,40 0 0,0 0 0,-40 0 15,41 0-15,-1-40 0,0 40 0,0-40 0,1 40 16,-1 0-16,0 0 0,-40-40 15,41 40-15,-41 0 0,40 0 0,-40-40 0,0 40 16,0 0-16,0 0 16,1 0-16,-1 0 0,0 0 15,0 0 1</inkml:trace>
  <inkml:trace contextRef="#ctx0" brushRef="#br0" timeOffset="788068.2298">29613 16202 0,'0'0'15,"-40"-40"1,40 0 0,0 0-1,0 80 17,0 0-32,0 160 31,-40 1-16,40-41 1,0-39 0,-40-81-16,40 0 15</inkml:trace>
  <inkml:trace contextRef="#ctx0" brushRef="#br0" timeOffset="788918.2142">29774 15961 0,'0'0'0,"0"-40"16,-80 0-1,-1 40 17,41 0-32,-40 40 15,40 0 1,0 0-1,40 1 17,-40 39-17,-1 0 1,1 80 0,0 1-1,40-121 1,0 40-16,40 81 31,0-81-15,41 0-1,-41-80 1,40 40 0,40-40-1,-39-40 16,-41 40-31,80-120 32,-80 80-32,81-41 31,-41 1-31,0 0 16,-80 0 15,40-1-16,-40 41 1,-40-80 0,-40 0-1,-40 40 17,79 39-32,1 1 15,0 40 1,0-40-1,-40 40 17</inkml:trace>
  <inkml:trace contextRef="#ctx0" brushRef="#br0" timeOffset="790228.1749">1966 15560 0,'0'-40'62,"40"40"-62,-40 40 47,40 0-31,1 0-16,-1 1 15,0-41-15,-40 40 0,40-40 0,0 40 16,0-40-16,-40 40 16,40 0-16,0-40 0,1 40 0,-1-40 0,0 40 15,0-40-15,0 40 0,0 0 16,0-40-16,0 41 0,1-1 16,-1 0-16,-40 0 0,40-40 15</inkml:trace>
  <inkml:trace contextRef="#ctx0" brushRef="#br0" timeOffset="790528.1618">2809 15600 0,'0'0'0,"-40"0"32,0 0-17,-1 81 1,-79 79 0,0 0-1,120-119-15,-81 39 16,81-40-16,-40 40 0,0-40 15,0 40 1</inkml:trace>
  <inkml:trace contextRef="#ctx0" brushRef="#br0" timeOffset="790828.1429">3210 16001 0,'-40'41'15,"0"-41"-15,40 40 16,-40-40-16,0 80 31,40 40-15,40 41-1,-40-41 17,0-80-32</inkml:trace>
  <inkml:trace contextRef="#ctx0" brushRef="#br0" timeOffset="791268.0434">3611 15520 0,'0'0'0,"0"40"15,-40-40-15,0 40 16,0-40-1,40 40-15,-40-40 0,40 41 0,-40-41 16,40 40 0,-40 0-16,40 0 15,0 0-15,0 0 16,0 0-16,0 0 0,0 0 0,0 1 16,0-1-16,40 0 0,-40 0 0,40-40 15,-40 40-15,40-40 16,-40 40-16,40-40 0,-40 40 0,40-40 0,-40 40 15,40-40-15,1 0 16,-1 0-16</inkml:trace>
  <inkml:trace contextRef="#ctx0" brushRef="#br0" timeOffset="791518.0284">3932 15721 0,'-40'0'31,"80"0"-31,-80 80 16,40-40-16,0 40 16,0 121-1,0-121 1,0 80-1,40-120 1</inkml:trace>
  <inkml:trace contextRef="#ctx0" brushRef="#br0" timeOffset="791938.0015">4334 15761 0,'0'0'16,"0"80"31,-40-80-47,40 40 0,-41-40 16,41 40-16,-80-40 0,80 40 0,-40-40 0,40 40 15,-40-40-15,0 41 16,0-41-16,0 0 0,40 40 15,-41-40-15,82 0 63,-1 0-32,0 0-31,0 0 0,0 0 16,-40 40-1,40-40-15,0 0 0,0 0 16,1 0 0,-41 40-16,40-40 0,0 0 0,0 0 15,0 0 1,0 0-16,-40-40 0,40 40 0</inkml:trace>
  <inkml:trace contextRef="#ctx0" brushRef="#br0" timeOffset="792247.9818">4615 15440 0,'0'40'16,"0"40"-1,0-40 1,0 0-16,0 1 0,0-1 16,0 0-16,40 0 0,-40 0 0,0 40 0,0-40 15,0 0-15,0 41 16,0-41-16,0 40 0,-81 0 0,81-40 0,-80 40 15,40 1-15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08:34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4173 1443 0,'-40'40'0,"0"-40"15,40 40 1,-40-40-16,40-40 31,-40 40-31,40-40 16,0 80 15,40-40-15,-40 40-16,0 1 0,0-1 0,0 0 0,40 0 15,0 0-15,-40 0 0,40 0 0,0 0 0,0 0 16,-40 0-16,41 1 0,-1-1 16,0 0-16,0 0 0,0 0 0,0-40 0,-40 40 15,40-40-15,0 40 16,1-40-16,-41 40 0,40-40 0,0 0 16,-40 40-16,40-40 0</inkml:trace>
  <inkml:trace contextRef="#ctx0" brushRef="#br0" timeOffset="309.9799">4815 1483 0,'0'0'15,"0"-40"-15,-40 40 32,40 40-17,-40 41 1,-80 159 0,-81 81-1,121-241 1,40 0-16,-121 41 15,121-81-15,40 0 0,-40 0 16</inkml:trace>
  <inkml:trace contextRef="#ctx0" brushRef="#br0" timeOffset="599.9624">5257 2005 0,'0'40'15,"0"0"1,0 0-1,0 0-15,0 0 0,0 0 0,0 0 16,0 1-16,0-1 0,0 0 0,0 0 16,0 0-16,0 0 15,0 0-15,0 0 0,0 0 16</inkml:trace>
  <inkml:trace contextRef="#ctx0" brushRef="#br0" timeOffset="939.9454">6059 1443 0,'0'0'16,"-40"0"-16,0 0 0,-40 80 31,39-39-31,41-1 0,-40 80 16,40-80-16,-40 201 16,40-201-16,0 0 0,0 40 15,40 81 1,81-81-1,-41-80 1</inkml:trace>
  <inkml:trace contextRef="#ctx0" brushRef="#br0" timeOffset="1229.9476">6701 1764 0,'40'0'15,"-40"40"-15,40 0 16,0 81 15,-80 39-15,0-120 0,-80-40 15,80-120-16,40-1 1,80 1 0,-40 80 15,0 0-31</inkml:trace>
  <inkml:trace contextRef="#ctx0" brushRef="#br0" timeOffset="1489.9209">7142 1363 0,'41'0'32,"-41"40"-32,40-40 15,40 120 1,-80-39-1,40-41-15,0 80 16,-40-80-16,40 0 0,-40 81 16,0-81-16,-120 80 31,80-80-31,0 0 0</inkml:trace>
  <inkml:trace contextRef="#ctx0" brushRef="#br0" timeOffset="1729.9718">8106 1804 0,'0'0'15,"0"-40"1,120-40-1,121 40 1,-1 40 0,-79 0 15</inkml:trace>
  <inkml:trace contextRef="#ctx0" brushRef="#br0" timeOffset="1889.8863">8427 2245 0,'-41'0'16,"82"-40"-1,-1 40 1,0-40-16,0 40 0,0 0 16,-40-40-16,40 40 0,0-40 0,0 40 0,1 0 15,-1 0 1,0 0-16</inkml:trace>
  <inkml:trace contextRef="#ctx0" brushRef="#br0" timeOffset="82895.0967">10353 1283 0,'-81'0'47,"41"0"15,40 40-62,0 0 0,0 0 0,0 0 16,0 40-16,0-39 16,0-1-16,0 0 0,0 0 0,0 0 0,0 0 15,0 40-15,0-40 0,0 0 16,0 1-16,0-1 0,0 0 0,0 0 16,0 0-1,0 0-15</inkml:trace>
  <inkml:trace contextRef="#ctx0" brushRef="#br0" timeOffset="83215.0799">10874 1684 0,'-40'0'0,"40"40"16,40-40 31,0 0-47,1 0 15,-1 0-15,0 0 0,0-40 0,0 40 0,0 0 16,0 0-16,41 0 15,-41 0-15,0 0 0,0 0 0,0 0 0,40-40 16,-40 40-16,1 0 0,-1 0 0,0 0 0,0 0 16,0-40-16,0 40 0,0 0 15,-40-40-15,40 40 0</inkml:trace>
  <inkml:trace contextRef="#ctx0" brushRef="#br0" timeOffset="83515.0621">11436 1403 0,'0'0'16,"-40"-40"-16,0 40 15,40-40-15,0 80 47,0 0-31,0 0-16,40-40 15,-40 40-15,0 0 0,0 41 0,0-41 0,0 0 16,40 40-16,-40-40 0,0 0 16,0 40-16,0-39 0,0-1 0,0 40 0,0-40 15,0 0-15,0 0 16,0 0-16</inkml:trace>
  <inkml:trace contextRef="#ctx0" brushRef="#br0" timeOffset="98014.2216">12439 1122 0,'0'-40'0,"40"40"16,0 0 0,1 0-16,-1 0 0,0 0 0,0 0 15,0 40-15,0 0 16,0-40-16,0 41 0,1-1 0,-1 0 0,0 0 15,0-40-15,-40 40 0,40 0 16,-40 0 0,0 0-16,0 0 0,0 1 15,-80-1-15,80 0 0,-40 0 16,0 0-16,-1-40 0,1 40 0,0 0 16,0-40-1,40 40-15,-40-40 0,0 0 16,80 40 31,0-40-32,-40 40-15,80-40 0,-40 41 0,1-41 16,-1 40-16,0-40 0,0 40 16,0-40-16,0 40 0,0-40 0,0 0 0,41 40 15,-41-40-15,0 0 16,0 0-16</inkml:trace>
  <inkml:trace contextRef="#ctx0" brushRef="#br0" timeOffset="98284.2619">13964 1684 0,'0'0'0,"-80"40"16,80 0-16,40-40 31,0 0-15,0 0-16,161-40 15,-81 0-15,-40 40 16,121-80 0,-40 40 15,-81 40-31</inkml:trace>
  <inkml:trace contextRef="#ctx0" brushRef="#br0" timeOffset="98534.1902">14486 1122 0,'0'0'0,"-41"0"0,1-40 0,0 40 0,0 0 15,0 0-15,40 40 32,0 41-17,0-41-15,0 40 0,0-40 0,0 40 16,0 0-16,0-39 0,0 39 16,0 0-16,0-40 0,0 0 0,40 40 0,-40-40 15,0 1-15,0-1 16,0 0-16,0 0 0,0 0 0,0 0 15,40-40-15</inkml:trace>
  <inkml:trace contextRef="#ctx0" brushRef="#br0" timeOffset="98824.1545">15288 1203 0,'0'-41'16,"0"122"15,0-41-15,0 0-16,0 0 0,0 40 0,0-40 0,0 41 15,0-41-15,40 40 0,-40-40 0,0 40 0,0-40 16,0 40-16,0-39 16,0-1-16,0 0 0,0 0 0,0 0 0</inkml:trace>
  <inkml:trace contextRef="#ctx0" brushRef="#br0" timeOffset="99164.2122">16211 1884 0,'0'40'16,"0"-80"-16,-40 121 15,0-81-15,80 0 16,40 0 0,-40 0-16,201-41 15,-201 41-15,0 0 0,121 0 16,-121-40-16,0 40 0</inkml:trace>
  <inkml:trace contextRef="#ctx0" brushRef="#br0" timeOffset="99564.1234">16612 1564 0,'0'0'16,"-40"-41"0,0 41 15,40 41-15,0-1-16,0 0 15,0 0 1,0 0-16,0 40 0,0-40 0,0 0 0,0 0 15,0 41-15,0-41 0,0 40 0,0-40 0,0 0 16,-40 0-16,40 0 0,0 1 16</inkml:trace>
  <inkml:trace contextRef="#ctx0" brushRef="#br0" timeOffset="102543.9374">17535 1644 0,'0'0'0,"-40"0"16,40-40 15,0 0-31,40 40 0,-40-41 0,40 1 16,0 0-16,-40 0 15,81 40-15,-41-40 0,0 40 16,0 0-16,0 0 16,0 0-16,0 40 0,1 0 15,-41 0-15,40 0 16,-40 1-16,0-1 0,0 0 0,0 0 0,0 40 16,-40-40-16,40 0 15,-81 40-15,41-39 0,0 39 0,40-40 0,-40 0 16,0 0-16,0-40 0,0 40 0,40 0 15,-41-40-15,82 0 47,-1 0-47,0 0 16,0 0-16,0 0 0,0 0 16,0 0-16,-40 40 0,81-40 0,-81 41 0,40-41 15,0 40-15,0-40 0,0 0 0,0 0 0,0 0 16,1 40-16,-1-40 15,0 0-15,0 0 0,0 0 0</inkml:trace>
  <inkml:trace contextRef="#ctx0" brushRef="#br0" timeOffset="102813.9584">18940 1844 0,'-40'0'15,"40"-40"-15,40 0 32,0 40-17,0-40-15,80 40 0,-80-40 0,241 0 31,-40 0-15,-161 0 0,-40 40-16,1 0 0</inkml:trace>
  <inkml:trace contextRef="#ctx0" brushRef="#br0" timeOffset="103013.9831">19582 2205 0,'-40'40'16,"80"-80"-16,-40 80 16,80-80-1,-40 40-15,241-40 16,-201 0-16,0 40 0,121-40 16,-161 40-16,161-40 15</inkml:trace>
  <inkml:trace contextRef="#ctx0" brushRef="#br0" timeOffset="104913.8711">22230 1203 0,'-40'0'78,"0"0"-62,40 40-1,-40 0-15,40 0 16,-40 40-16,-1-40 0,1 0 0,40 41 0,-40-1 16,40-40-16,-40 40 0,40-40 15,0 0-15,0 40 0,0-39 0,0-1 0,0 0 16,0 0-16,40 0 16,-40 0-16,40 0 0,0-40 15,1 0-15,-1 0 0,0 0 0,0 0 16,0 0-16,0 0 0,-40-40 15,40 40-15,0-40 0,-40 0 0,0 0 16,41 40-16,-41-40 16,0 0-16,-41 40 0,1 0 15,0 0 1,-40 0-16,40 0 0,0 40 16,0-40-1,40 40-15,-41-40 0,41 40 16,-40-40-16,40 40 0</inkml:trace>
  <inkml:trace contextRef="#ctx0" brushRef="#br0" timeOffset="106123.7266">25280 681 0,'0'40'78,"-41"-40"-78,41 40 32,-40 1-32,0-1 15,0 0-15,40 0 0,0 0 0,-40 40 0,0-40 16,40 81-16,-40-41 15,40 0-15,-40 40 0,40-39 0,0-1 0,0 0 16,-41 0-16,41 0 0,0 1 16,0-1-16,0-40 0,81 0 0,-81 40 0,40-40 15,0 0-15,0 1 16,40-41-16,-40 40 0,1-40 0,-1 40 0,0-40 16,40 0-16,-40 0 0,0 0 15</inkml:trace>
  <inkml:trace contextRef="#ctx0" brushRef="#br0" timeOffset="106883.681">26283 1443 0,'0'40'47,"40"-40"-47,0 0 16,40 40-16,-40-40 0,1 0 15,-1 0-15,0 0 16,-40-40-16,40 40 0,-40-40 16,0 0-1,0 0-15,-40 40 16,0 0 0,0 0-16,-1 0 0,1 40 15,0-40-15,40 40 0,-40 0 0,0 0 0,40 1 16,-40-1-16,0-40 0,40 40 15,0 0-15,-40 0 0,40 0 0,0 0 0,0 0 16,0 0-16,0 0 16,80 1-16,-80-1 0,40-40 0,-40 40 15,40-40-15,-40 40 0,40-40 16,0 0-16,0 0 0,1 0 0,-1 0 16,0-40-1,0 0-15</inkml:trace>
  <inkml:trace contextRef="#ctx0" brushRef="#br0" timeOffset="107273.6833">27045 842 0,'40'-81'15,"0"81"17,1 0-32,-1 41 0,0-1 15,0 0 1,-40 0-16,40-40 0,-40 40 0,0 0 16,0 0-16,0 0 0,0 0 15,-40 0-15,40 1 0,-80-41 0,40 40 16,-1-40-16,41 40 0,-40-40 0,0 0 0,0 0 15,0 0-15,0 0 16,40-40-16,-40 40 0,40-40 0,-40-1 16,40 1-16,0 0 15,0 0-15,0 0 0,40 0 16,0 0 0,0 0-16,0 40 0,0 0 15,0-40-15,0 40 0,1 0 16</inkml:trace>
  <inkml:trace contextRef="#ctx0" brushRef="#br0" timeOffset="107593.7121">27727 1724 0,'-40'40'16,"120"-80"-1,-39 40-15,-1-40 0,0 40 0,40-40 16,-40 40-16,40-40 15,-39 40-15,39 0 0,0 0 0,-40 0 0,0 0 16,41 0-16,-41 0 0,0 0 16,0 0-16,0 0 0,0 0 0</inkml:trace>
  <inkml:trace contextRef="#ctx0" brushRef="#br0" timeOffset="107803.6247">28048 2045 0,'-40'0'15,"80"0"-15,-120 40 16,120-40 0,-40-40-16,80 40 0,-39 0 0,-1 0 15,0-40-15,0 40 0,0 0 0,0 0 0,0 0 16,0 0-16,1 0 0,-1 0 15,0 0-15,-40-40 0,40 40 0,0 0 16</inkml:trace>
  <inkml:trace contextRef="#ctx0" brushRef="#br0" timeOffset="108533.6586">29453 1604 0,'0'0'15,"40"0"1,0-40-1,-40-1-15,40 41 0,-40-40 0,40 0 16,0 40-16,-40-40 0,0 0 16,0 0-16,41 40 0,-41-40 0,0 0 0,0 0 15,0-1-15,0 1 16,0 0-16,-41 40 0,41 40 47,0 0-47,0 1 0,0-1 15,0 0 1,-40 0-16,40 0 0,0 0 0,0 40 0,0 1 16,0-41-16,0 0 15,0 0-15,0 0 0,0 0 0,0 0 0,0 0 16,0 40-16,40-80 16,-40 41-16,0-1 0,0 0 0,41 0 0,-41 0 15,0 0-15,0 0 0,0 0 16,-41-40 15,1 0-15,40 40-16,-40-40 15,0 0 1,0 0-16,0 0 16,0 0-1,80 0 63,0 0-78,0 0 0,0 0 16,0-40-16,0 40 0,1 0 16,-1-40-16,0 40 0,0 0 15,0 0-15,-40-40 0,40 40 0,0-40 16</inkml:trace>
  <inkml:trace contextRef="#ctx0" brushRef="#br0" timeOffset="109013.5713">30857 761 0,'40'41'31,"0"-1"-31,1-40 16,-1 40-16,0 0 15,0 0-15,-40 0 0,40 40 0,0 0 0,-40-39 16,40 39-16,-40 0 0,0 0 16,0 0-16,0 1 0,-40-1 0,40 0 0,-80 0 15,40-40-15,-40 41 0</inkml:trace>
  <inkml:trace contextRef="#ctx0" brushRef="#br0" timeOffset="109953.5736">25079 1363 0,'0'-40'31,"-40"40"-31,80 0 78,-40 40-78,40 0 0,-40 0 16,0 0 0,0 0-16,0 1 0,0-1 15,0 0-15,0 0 16,-40-40-16,40 40 15,-40-40-15,0 0 16,0 0 0,-1 0-1,41-40 1,0 0 0,0 0-1,0 0-15,41-1 16,-1 1-1,-40 0 32</inkml:trace>
  <inkml:trace contextRef="#ctx0" brushRef="#br0" timeOffset="110533.538">25561 1243 0,'40'0'16,"0"0"-1,0 0-15,0 0 32,-40 40-32,40-40 15,0 40 1,-40 0-16,0 0 0,0 0 16,0 0-1,0 0-15,0 1 0,-40-41 0,40 40 16,-40-40-16,0 0 0,0 40 15,0-40 1,40-40-16,-40 40 16,40-40-16,0-1 15,0 1-15,0 0 0,0 0 0,0 0 16,40 40-16,-40-40 0,40 0 16,0 40-1,-40 40 1</inkml:trace>
  <inkml:trace contextRef="#ctx0" brushRef="#br0" timeOffset="110963.4414">25400 2085 0,'40'0'47,"0"0"-31,0 0-1,-40 40 1,41-40 0,-41 40-16,0 0 31,-41-40-31,1 0 0,0 0 16,0 0-16,0 0 0,40-40 15,-40 40 1,40-40-16,0 0 0,0 0 15,40 40 1,-40-40-16,40 40 0,0 0 0,-40-40 0,40 40 16,0 0-1,-40 40-15</inkml:trace>
  <inkml:trace contextRef="#ctx0" brushRef="#br0" timeOffset="112943.323">4133 4531 0,'40'0'47,"-40"-40"-47,40 40 15,0 0-15,1 0 16,-1 0-16,0 0 0,0 0 0,0 0 0,0 40 15,0-40-15,0 0 16,1 0-16,-1 0 0,40 0 0,-40 0 0,0-40 16,0 40-16,0-40 15,1 0-15,-41 0 0,0 0 16,0 0 0,-41 0-16,41-1 0,-40 41 15,40-40-15,-40 40 0,0 0 0,0 0 16,0 0-16,0 0 15,0 0-15,40 40 0,-41-40 0,1 0 0,0 81 16,0-41 0,40 0-16,-40-40 0,40 40 0,-40 0 15,40 0 1,0 0-16,-40-40 0,40 40 0,0 1 0,0-1 16,0 0-16,0 0 0,0 0 15,0 0-15,40 0 0,0 0 16,-40 0-16,80-40 0,-80 40 0,40-40 15,0 41-15,1-41 16,-1 0-16,0 40 0,0-40 0,40 0 0,-40 0 0,0 0 16,1 0-16</inkml:trace>
  <inkml:trace contextRef="#ctx0" brushRef="#br0" timeOffset="113843.3423">5337 3970 0,'0'0'0,"-40"0"16,80 0 203,0 0-204,0 0 1,0 0-16,0 0 0,0 0 0,1 0 0,-1 0 16,0 0-16,0-40 0,0 40 15,0 0-15,0 0 0,0 0 16,1 0-16,-1 0 16,-80 0 30,-1 0-14,1 0-17</inkml:trace>
  <inkml:trace contextRef="#ctx0" brushRef="#br0" timeOffset="117793.109">6420 3809 0,'40'0'62,"-40"-40"-46,40 40-16,1 0 31,-41-40-31,40 0 16,-40 0-1,0 0-15,40 0 0,-40 0 16,0 0 0,0 80 62,0 0-78,0 0 15,0 0 1,0 0-16,-40 0 0,40 0 0,0 0 16,0 1-16,0-1 0,0 0 15,0 0-15,0 0 16,0 0-16,0 0 0,-40 0 15,40 0-15,0 0 16,0 1-16,-41-41 0,41 40 16,-40-40-1,40 40-15,-40-40 16,40 40-16,-40-40 16,0 0-16,0 0 15,0-40-15,0 0 16,40 0-1,-41-1-15,41 1 0,0 0 0</inkml:trace>
  <inkml:trace contextRef="#ctx0" brushRef="#br0" timeOffset="118013.0959">6500 3328 0,'-40'0'31,"40"-40"-31,-40 40 16,80 0 15</inkml:trace>
  <inkml:trace contextRef="#ctx0" brushRef="#br0" timeOffset="118593.0657">7102 3529 0,'-40'0'16,"40"40"15,0 0-15,0 0-16,0 0 15,0 0-15,0 0 16,0 0-16,0 1 15,0-1-15,-40-40 0,40 40 0,0 0 16,0-80 31,0 0-47,0 0 16,0-1-16,0 1 0,0 0 0,40 0 15,-40 0-15,40 0 0,-40 0 16,0 0-16,40 0 0,-40-1 0,0 1 31,41 40-31,-41-40 0,0 80 63,40-40-63,-40 40 0,0 1 0,40-1 15,-40 0-15,0 0 0,40-40 0,-40 40 16,0 0-16,0 0 15,0 0-15,0 0 0,0 1 16,0-1-16,0 0 16,0 0-16</inkml:trace>
  <inkml:trace contextRef="#ctx0" brushRef="#br0" timeOffset="118853.0253">7223 3208 0,'0'0'16,"0"-40"-16,-40 40 15,40-40 1,40 40 15,40 0-15,40 0-1,-79 0 1,-41 40-16</inkml:trace>
  <inkml:trace contextRef="#ctx0" brushRef="#br0" timeOffset="119212.9674">6982 4210 0,'0'0'16,"-40"0"0,80 0 31,0 0-32,0 0 1,0 0-16,-40-40 0,40 40 15,1 0-15,-1 0 0,-40-40 16,40 40-16,0 0 0,0-40 0,0 40 16,0 0-1,-40-40-15,41 40 0</inkml:trace>
  <inkml:trace contextRef="#ctx0" brushRef="#br0" timeOffset="119692.9964">7102 4411 0,'-40'0'16,"80"0"-16,-80-40 31,80 40-31,41-40 31,-1 40-15,0 40 0,-80 0-1,0 40 16,-40-40-15,0 0 0,120-40 15,-40-40-15,0 40-1,41-40 1,39 0 15,-80 40-31</inkml:trace>
  <inkml:trace contextRef="#ctx0" brushRef="#br0" timeOffset="120452.8923">8427 4371 0,'0'0'0,"-41"0"31,82 0-15,-1 0-1,0 0 1,0 0-16,0-40 0,0 40 15,0 0-15,0 0 16,1 0-16,-1 0 0,0 0 0,0 0 16,0 0-16,0 0 15</inkml:trace>
  <inkml:trace contextRef="#ctx0" brushRef="#br0" timeOffset="120662.8679">8427 4852 0,'0'0'0,"-41"40"0,-39-40 31,160 0-15,-39 0-16,-1 0 0,0 0 0,40 0 15,-40 0-15,40 0 16,-39 0-16,39 0 0,-40 0 0,0 0 0,0 0 15,0-40-15</inkml:trace>
  <inkml:trace contextRef="#ctx0" brushRef="#br0" timeOffset="124862.6909">10232 4090 0,'0'-40'0,"40"40"0,-80 0 62,40 40-46,-40-40-1,40 40 1,-40-40-16,40 40 0,-40-40 0,40 40 16,0 1-16,-40-1 0,40 0 15,-40 0-15,40 0 0,-41 0 0,41 0 0,0 0 16,-40 0-16,40 1 15,0-1-15,0 0 0,0 0 0,0 0 16,0 0-16,40-40 0,-40 40 16,41-40-16,-41 40 0,40-40 0,0 0 15,0 0 1,0-40-16,0 40 0,-40-40 16</inkml:trace>
  <inkml:trace contextRef="#ctx0" brushRef="#br0" timeOffset="125182.6734">10754 4291 0,'0'0'15,"40"0"-15,0 0 16,0 40 0,41 40-1,-41 0 16,-80 0-15,-41-39 0,-79-41-1,79-81 1,1 1 0,80 0 15,80 0-16,121 40 1</inkml:trace>
  <inkml:trace contextRef="#ctx0" brushRef="#br0" timeOffset="125532.6544">11556 4090 0,'0'0'0,"-80"80"16,40-40 15,0 81-15,40-81-16,40 40 31,40 0-16,1 1 1,-81-1 15,-81-40-15,1-40-16,40 0 16,-40-80-1,80 40-15</inkml:trace>
  <inkml:trace contextRef="#ctx0" brushRef="#br0" timeOffset="126002.5669">12439 4170 0,'-40'0'16,"40"40"15,0 1-31,0-1 0,0 0 16,0 0-16,0 0 0,0 0 0,0 0 16,0 0-16,0 0 0,0 1 15,0-1-15,0 0 0,-80-40 31,80-80-15,0 39 0,0 1-16,0 0 0,0 0 0,40 0 15,-40 0-15,0 0 16,0 0-16,40 0 0,-40-1 0,0 1 0,40 40 16,-40-40-16,0 80 46,40-40-46,-40 40 16,40 1-16,-40-1 0,41-40 0,-41 40 16,0 0-16,0 0 0,40-40 15,-40 40-15,0 0 0,0 0 0,0 0 16,40-40-16,-40 41 16</inkml:trace>
  <inkml:trace contextRef="#ctx0" brushRef="#br0" timeOffset="126232.6098">12279 4251 0,'-40'0'0,"-1"-41"0,1 1 31,40 0-31,40 40 15,-40-40-15,81 40 16,-41-40-16,0 40 0,0 0 0,0-40 16,0 40-16,0 0 15,1 0-15,-1 0 0,0 0 0,0 0 0,0 0 16,0 0-16</inkml:trace>
  <inkml:trace contextRef="#ctx0" brushRef="#br0" timeOffset="126532.5917">12158 4972 0,'-40'0'16,"80"0"-16,-80 41 0,80-41 31,0 0-31,81-41 31,39-39-31,-79 40 16,39 0 0,-40 40-1</inkml:trace>
  <inkml:trace contextRef="#ctx0" brushRef="#br0" timeOffset="127052.5618">12399 5374 0,'-40'0'0,"80"0"0,-80-41 15,40 1-15,0 0 16,80 0 0,161 0-1,-121 40 1,-39 40-16,-41 0 16,-40 121-1,-81-41 16,-79-40-15,120-40 0,-81 40-1,81-80-15,80 0 32,1 0-17,-1-40-15,0 40 16,0 0-16,0-40 0,0 40 0,0 0 15,0 0 1,1-40-16,-1 40 0,0 0 16,0 0-1,-80 0 32,0 0-31,40-40-1,40 40 1</inkml:trace>
  <inkml:trace contextRef="#ctx0" brushRef="#br0" timeOffset="130322.3678">14165 4491 0,'-41'0'62,"82"0"63,-1 0-109,0 0-16,0 0 15,0 0-15,0 0 0,0 0 0,0 0 0,1 0 16,-1 0 0,0 0-16,0 0 0,0 0 0,0 0 0,0 0 15,1 0-15,-1 0 16,0 0-16,-80 0 62,0 0-46,-1 0-16,1 0 16,0 0-1,0 0-15,0 0 0,0 0 0,0 0 16,-1 40-16,1-40 0,0 0 0,0 0 16,0 0-16,0 0 0,0 0 15,0 0-15,-1 0 0,1 0 0,0 0 0,0 0 16,0 0-1,0 40-15,80-40 79,-40-40-79,40 40 0,0 0 0,0 0 15,0-40-15,1 40 0,-1 0 16,0 0-16,0 0 0,0 0 0,0 0 0,0 0 15,41 0-15,-41 0 16,0 0-16,0 0 0,0 0 16,0 0-1,0 0-15,-80 0 47,0 40-31,0-40-16,0 0 15,0 40-15,0-40 0,-1 0 0,1 0 16,0 0-16,0 41 16,0-41-16,0 0 0,0 0 15,0 0-15,80 0 47,0 0-31,0-41-16,0 41 0,0 0 0,0 0 15,0 0-15,1 0 0,-1-40 16,0 40-16,0 0 0,0 0 0,0 0 16,0 0-1,1-40-15,-1 40 0,-80 0 32,-1 40-17,1-40-15,0 0 0,0 0 16,0 40-16,0-40 15,0 0-15,-1 0 16</inkml:trace>
  <inkml:trace contextRef="#ctx0" brushRef="#br0" timeOffset="131262.2559">15328 4491 0,'40'0'63,"1"0"-32,-1 0-31,0 0 16,0 0-16,0 0 15,-40-40-15,40 0 16,-40 0-16,40 40 0,-40-40 0,0 0 15,0 0 1,40 40-16,-40-41 0,0 1 16,0 0-1,-40 40 17,40 40 14,0 0-30,0 1 0,0-1-16,0 0 0,0 0 15,0 0-15,0 0 0,0 0 0,0 0 16,0 0-16,0 1 0,0-1 16,0 0-16,0 0 0,0 0 0,0 0 0,0 0 15,0 0 1,0 0-16,0 0 0,0 1 0,0-1 15,0 0 1,0 0-16,-40-40 16,0 40-1,0-40-15,0 0 16,0 0-16,0 0 0,-1 0 0,1 0 16,0-40-16,0 0 15,40 0-15,-40 0 0</inkml:trace>
  <inkml:trace contextRef="#ctx0" brushRef="#br0" timeOffset="131472.3002">15730 3970 0,'0'0'0,"-41"0"15,41-40 1,-40 0 15</inkml:trace>
  <inkml:trace contextRef="#ctx0" brushRef="#br0" timeOffset="132362.2478">17054 3809 0,'0'0'16,"-40"0"77,-1 0-93,41 41 16,-40-41-16,40 40 16,-80 0-16,80 0 0,0 0 0,-40-40 15,40 40-15,0 0 0,0 0 16,0 0-16,0 0 0,40 1 15,0-1 1,0 0-16,0 0 0,1 0 16,-1 0-1,0 0-15,-40 0 16,40-40-16,-40 40 0,0 1 16,-80-41-1,80 40-15,-40-40 0,-41 0 0,41 0 16,0 0-16,0 0 15,0 0-15,40-40 0,-40 40 16,40-41 0,0 1-16,0 0 0,0 0 15,40 40-15,0-40 16,40 40-16,-40-40 0,0 40 16,1 0-16,-1-40 0,0 40 0,0 0 15,0-40-15,0 40 16,0 0-16,0-40 0,1 40 0,-1-41 15,0 41-15,0 0 16,-40-40-16,0 0 16,40 40-1,-40 40 32,-40-40-47,40 40 0,-40 1 16,40-1-1,0 0-15,0 0 0,0 0 0,-40 0 16,40 0-16,0 0 16,0 0-16,0 1 0,0-1 15,0 0-15</inkml:trace>
  <inkml:trace contextRef="#ctx0" brushRef="#br0" timeOffset="132542.2376">17294 3970 0,'-80'0'0,"160"0"0,-200-80 31,120 40-31,0-1 16,40 41-1</inkml:trace>
  <inkml:trace contextRef="#ctx0" brushRef="#br0" timeOffset="132922.1583">17575 4050 0,'0'0'15,"0"40"-15,0 0 31,0 0-15,40 0 0,-40 1-1,41-41 1,-41 40-16,40-40 31,-40-40-15,40 40-16,-40-41 15,40 41-15,-40-40 0,40 40 0,0 0 16,0 0 0,-40 40-1,0 1 1,0-1-16,40 0 16,-40 0-16,0 0 15,0 0 1,-40-40-1,40 40-15,-40-40 16</inkml:trace>
  <inkml:trace contextRef="#ctx0" brushRef="#br0" timeOffset="133422.1843">18458 3729 0,'0'0'16,"0"40"-1,0 121 1,-40 39 15,40-79-15,-40-81-1,40-80 1,0-81 15,40 41-31,-40 40 0,80-80 31,-80 80-31,0-1 0,40 41 16,-40-40-16,41 40 31,-41 40-31,40-40 0,-40 81 0,40-41 16,-40 0 0,0 0-16,40 0 0,-40 0 0,0 0 0,0 0 15,40 0-15,-40 1 0,0-1 16,0 0-16,0 0 0,0 0 31</inkml:trace>
  <inkml:trace contextRef="#ctx0" brushRef="#br0" timeOffset="133692.1684">18418 3970 0,'-120'-40'16,"240"80"-16,-240-120 0,120 40 15,0-1-15,40 1 16,40 40 0,40-40-1,41 40 1,-1 40 15,-119-40-31</inkml:trace>
  <inkml:trace contextRef="#ctx0" brushRef="#br0" timeOffset="133952.0943">18418 4812 0,'-40'0'15,"40"-40"17,80 40-32,81-40 31,-81 40-31,-40 0 0,80 0 31,-79 0-31,-1 0 0,0-40 16,0 40-16,0 0 0</inkml:trace>
  <inkml:trace contextRef="#ctx0" brushRef="#br0" timeOffset="134352.0724">18619 4932 0,'0'0'16,"40"0"-1,40 0 1,-40 0-16,40 0 16,-39 0-16,-1 81 15,0 39 1,-80 40 15,-121-39-15,121-81-1,80-40 1,0 0 0,121-40-1,-121 40-15,120-40 31,-119 40-31,39 0 0,40 0 16,-80 0-16,41 0 16,-41 0-16,0-81 15</inkml:trace>
  <inkml:trace contextRef="#ctx0" brushRef="#br0" timeOffset="135422.0663">5537 4612 0</inkml:trace>
  <inkml:trace contextRef="#ctx0" brushRef="#br0" timeOffset="139501.7683">20585 4251 0,'80'0'203,"-40"0"-203,0 0 16,0 0-16,1 0 0,-1 0 15,0 0-15,40 0 0,-40 0 0,0 0 0,0 0 16,1 0-16,39 0 0,-40 0 0,0-41 16,0 41-16,0 0 15</inkml:trace>
  <inkml:trace contextRef="#ctx0" brushRef="#br0" timeOffset="139751.7371">20705 4692 0,'-40'40'0,"80"-80"0,-40 80 31,40-40-15,-40-40-16,81 40 15,-41 0-15,0 0 0,40 0 0,-40 0 0,0 0 16,0 0-16,1-40 0,-1 40 0,0 0 0,0 0 16,0 0-16,0-40 0,0 40 15</inkml:trace>
  <inkml:trace contextRef="#ctx0" brushRef="#br0" timeOffset="149521.1575">22631 4050 0,'-40'0'172,"0"40"-157,0-40 16,40 40-31,-40-40 0,40 40 16,-40-40 0,40 40-16,-40 1 0,40-1 15,0 0-15,0 0 16,0 0 0,0 0-1,0 0 1,40-40-16,0 0 31,-40 40-31,40-40 0,0 0 16,0 0-16,0 0 15,0 0 1,1 0-16,-1 0 31,-40-40-31,40 40 0,-40-40 16,40 40-16,-40-40 15,40 40-15,-40-40 0,0 0 32,40 0-32,-40 0 15,0-1-15,0 1 16,0 0 0,0 0 15,-40 40-31,0-40 15,0 40 1,0 0-16,0 0 16,-1 0-16,1 0 15,40-40-15,-40 40 16,0 0-16,0 0 31</inkml:trace>
  <inkml:trace contextRef="#ctx0" brushRef="#br0" timeOffset="150311.1106">23474 4291 0,'-40'0'16,"0"0"46,80 0 63,0 0-125,0 0 16,0 0-16,0 0 0,0 0 15,1 0-15,-1 0 0,0 0 0,0-40 16,0 40 0,0 0-16,0 0 0,0 0 15,1 0-15,-1 0 16,0 0-16,0 0 15,-80 0 48,0 0-47,0 0-1,-1 0-15,1 0 0,0 0 0,0 0 0,0 0 16,0 0-16,0 0 0,0 0 15,-1 0-15,1 0 0,0 0 0,0 0 16,40 40 0</inkml:trace>
  <inkml:trace contextRef="#ctx0" brushRef="#br0" timeOffset="151721.1029">24437 4170 0,'0'40'0,"-40"-40"15,80 0 48,0-40-48,0 0 1,0 40 0,-40-40-16,0 0 0,0 0 15,40 40-15,-40-40 16,0 0 0,-40 40 155,40 40-139,0 0-32,0 0 15,0 0 1,0 0-16,0 0 16,0 0-1,0 1-15,0-1 0,40-40 16,-40 40-16,0 0 15,0 0-15,0 0 16,0 0-16,0 0 16,0 0-16,0 1 0,0-1 15,0 0-15,-40-40 16,40 40-16,-40-40 16,40 40-16,-40-40 0,40 40 15,-40-40-15,0 0 16,0 0-16,0 0 15,-1 0 1,41-40-16,-40 40 0,40-40 16,-40 40-16,0-40 15,40 0-15,0 0 16</inkml:trace>
  <inkml:trace contextRef="#ctx0" brushRef="#br0" timeOffset="152151.0024">24597 3729 0,'-40'-40'16,"0"40"46,40 40-46</inkml:trace>
  <inkml:trace contextRef="#ctx0" brushRef="#br0" timeOffset="153290.935">25199 3729 0,'40'0'109,"-80"0"-46,40 40 202,-40 0-249,40 1-16,-40-1 0,40 0 0,0 0 15,-40 0-15,40 40 16,0-40-16,0 0 0,-40 0 0,40 1 0,-40-41 16,40 40-16,0 0 0,0 0 0,0 0 15,0 0 1,40-40-16,-40 40 0,40 0 0,0 0 16,0-40-1,0 41-15,0-41 0,1 0 16,-1 0-1</inkml:trace>
  <inkml:trace contextRef="#ctx0" brushRef="#br0" timeOffset="153600.9196">25601 4050 0,'0'-40'15,"0"80"-15,0-40 47,0 40-47,0 0 16,40-40-16,-40 40 15,0 0-15,0 1 0,0-1 0,0 0 16,0 0-16,0 0 0,0 0 16,0 0-1,0 0-15</inkml:trace>
  <inkml:trace contextRef="#ctx0" brushRef="#br0" timeOffset="153970.8939">26082 3769 0,'0'0'0,"0"40"32,0 1-17,40-41-15,-40 40 16,40 0-16,-40 0 0,41 0 0,-41 0 0,0 0 15,0 0-15,0 0 0,40 0 16,-40 1-16,0-1 0,0 0 0,0 0 0,-81-40 16,81 40-16,-40 0 0,0 0 0,0-40 0,0 40 15,-40 0-15,40-40 16,-41 41-16</inkml:trace>
  <inkml:trace contextRef="#ctx0" brushRef="#br0" timeOffset="155310.8313">22150 3890 0,'0'40'15,"-40"-40"48,40 40-48,0 0 1,-40 0-16,40 0 0,-41 0 16,41 0-16,0 0 0,0 1 0,0-1 15,-40 0-15,40 0 0,0 0 16,0 0-16,0 0 0,0 0 0,0 0 16,0 1-16,0-1 15,40-40-15,-40 40 0,41-40 0,-41 40 16,40-40-16,0 40 15,0-40-15,-40 40 0,40-40 16,0 0-16</inkml:trace>
  <inkml:trace contextRef="#ctx0" brushRef="#br0" timeOffset="155780.8103">22912 3850 0,'0'0'16,"80"40"46,-39 0-46,-41 0-16,40 0 0,0 0 16,-40 0-16,40 0 0,-40 0 0,40 0 15,-40 1-15,0-1 0,0 0 16,0 0-16,0 0 0,0 0 0,0 0 16,-40 0-16,40 0 15,-40 1-15,40-1 0,-40 0 0,0 0 0,-1-40 16,1 40-16,0 0 0,0-40 15</inkml:trace>
  <inkml:trace contextRef="#ctx0" brushRef="#br0" timeOffset="156640.8093">27487 4210 0,'-41'0'31,"82"0"-31,-82-40 0,41 0 16,41 40-1,-1 0-15,120-40 16,41 40 15,40 0-15,-121 0 0,-80 0-16,0 0 0</inkml:trace>
  <inkml:trace contextRef="#ctx0" brushRef="#br0" timeOffset="156980.7918">27567 4571 0,'-80'41'15,"160"-82"-15,-160 122 0,39-81 31,122 0-15,-41 0 15,0 0-31,0 40 0,0-40 0,0 0 16,41 0-16,-41 0 0,40 0 16,-40 0-16,40 0 0,-40 0 0,41 0 0,-41 0 15,0 0-15,0-40 16,0 40-16,0 0 0,0 0 0,-40-40 0,41 40 15,-82 0 32</inkml:trace>
  <inkml:trace contextRef="#ctx0" brushRef="#br0" timeOffset="158070.733">29332 4371 0,'-40'0'0,"0"0"31,0 0 63,80 0-16,0 0-62,0 0-16,1 0 0,-1 0 15,0 0-15,0 0 16,0 0-16,0 0 0,0 0 0,0 0 0,1 0 16,-1 0-16,0 0 15,-80 0 32,0 0-16</inkml:trace>
  <inkml:trace contextRef="#ctx0" brushRef="#br0" timeOffset="158710.6931">30175 4371 0,'0'0'15,"40"0"1,0 0 15,0-40-31,1 40 16,-1-40-1,0 0 1,-40-41 15,0 41-15,-40 0 0,40 80 62,0 0-78,0 0 15,0 1 1,0-1-16,0 0 0,0 0 16,0 0-1,0 0-15,0 0 0,0 0 0,0 0 16,40-40-16,-40 41 15,0-1-15,0 0 0,0 0 0,0 0 16,0 0-16,0 0 0,0 0 16,0 0-16,0 0 15,-40-40-15,40 41 0,0-1 16,-40-40-16,-1 0 16,1 0-1,0 0 1,0 0-16,0 0 0,0 0 15,0 0 1,0 0-16,-1 0 0,1-40 16,40-1-1,0 1-15</inkml:trace>
  <inkml:trace contextRef="#ctx0" brushRef="#br0" timeOffset="159240.6582">30255 3649 0,'0'0'0,"0"-40"16,0 0-1,0 80 17,0 0-17,0 0 16,40-40 48,-40 40-79,41-40 15,-41 40 1,-41-40 15,1 0-15</inkml:trace>
  <inkml:trace contextRef="#ctx0" brushRef="#br0" timeOffset="161780.4708">4133 6416 0,'0'40'78,"40"-40"-63,-40 40-15,40-40 0,0 41 16,1-41-16,-1 0 16,0 0-16,0 0 0,0 0 15,0 0-15,0-41 16,0 41-16,1 0 0,-1-40 0,0 40 15,-40-40-15,40 40 16,-40-40-16,40 40 16,-40-40-16,0 0 15,0 0 1,-40 40-16,0-40 16,0 40-1,0 0-15,-1 0 16,1 0-1,0 40-15,0-40 0,0 40 16,0-40-16,0 0 0,40 40 0,-40-40 0,-1 40 16,1 0-16,0 0 15,0 0-15,0-40 16,40 41-16,0-1 16,-40-40-16,40 40 0,0 0 15,0 0-15,0 0 16,0 0-16,40-40 15,0 0 1,0 0-16,0 40 16,0-40-16,1 0 0,-1 0 15,0 0-15,0 0 0,0 0 16,0 0-16,0 0 0,0 0 31,1 0-31,-1 0 16,0 0-16,0 0 15</inkml:trace>
  <inkml:trace contextRef="#ctx0" brushRef="#br0" timeOffset="162210.4069">5176 6055 0,'0'0'15,"0"-40"1,-40 40-1,80 0 64,41 0-79,-41 0 15,0 0-15,0 0 16,40 0-16,-40 0 0,0 0 0,1 0 15,-1 0-15,0 0 16,0 0-16,-40-40 0,40 40 16,-40-40-16</inkml:trace>
  <inkml:trace contextRef="#ctx0" brushRef="#br0" timeOffset="162780.4487">5899 5935 0,'-41'0'15,"82"0"16,-41-40-31,80 40 16,-40 0 0,-40-40-16,0 0 31,40 40-31,-40-40 16,0-1-1,-40 41 16,40 41 16,0-1-47,0 0 0,0 0 16,-40 0 0,40 0-16,0 0 0,0 0 0,0 0 15,0 1-15,0-1 16,0 0-16,0 0 0,-40 0 15,40 0 1,-40-40-16,40 40 0,0 0 16,-41-40-1,41 40-15,-40-40 16,0 0 15,0-40-31,0 0 16,40 0-1</inkml:trace>
  <inkml:trace contextRef="#ctx0" brushRef="#br0" timeOffset="163010.4355">6139 5454 0,'0'40'0,"0"-80"0,0 80 62</inkml:trace>
  <inkml:trace contextRef="#ctx0" brushRef="#br0" timeOffset="164260.3626">6581 5855 0,'-40'0'94,"40"40"-94,0 0 16,-41-40-16,41 40 0,0 0 0,0 0 0,-40 0 15,0 1 1,40-1-16,-40 0 0,40 0 0,-40 0 16,40 0-1,-40-40-15,120-40 31,-80 0-31,0 0 0,40 0 16,0 0-16,0-1 0,-40 1 0,0 0 16,41 40-16,-41-40 0,40 40 15,-40-40-15,0 0 0,40 40 16,-40 40 31,0 0-47,0 0 15,0 0-15,40 0 32,-40 1-32,0-1 0,40 0 15,-40 0 1,40 0-16,-40 0 31,40-40-31</inkml:trace>
  <inkml:trace contextRef="#ctx0" brushRef="#br0" timeOffset="164570.2962">6581 5815 0,'-40'40'16,"80"-80"-16,-121 80 0,41-40 16,80 0 15,1 0-16,39 0-15,-40 0 16,0 0-16,0 0 0,0 0 0,0 0 0,1 0 16,-1 0-16</inkml:trace>
  <inkml:trace contextRef="#ctx0" brushRef="#br0" timeOffset="165330.3003">7744 6737 0,'-40'0'16,"80"0"-16,-80-40 47,80 40-16,1 0-31,-1 0 15,0 0-15,0 0 0,0-40 0,0 40 0,0 0 16,0 0-16,1 0 0,-1 0 0,0 0 16,0 0-16,0 0 15,0 0-15,0 0 0</inkml:trace>
  <inkml:trace contextRef="#ctx0" brushRef="#br0" timeOffset="165800.2719">7825 7018 0,'0'0'0,"-40"0"15,-1 0 63,41 40-46,41-40-32,-41 40 0,40-40 15,0 0-15,0 0 16,0 0-16,0 0 0,0 0 0,41 40 0,-41-40 15,0 0-15,0 0 0,0 0 0,0 0 0,0 0 16,0 0-16,1 0 16,-1 0-16,-80 0 62</inkml:trace>
  <inkml:trace contextRef="#ctx0" brushRef="#br0" timeOffset="167160.1163">10714 6176 0,'0'40'0,"-40"-40"15,-1 0 1,1 0 0,40 40-16,-40-40 15,0 0-15,40 40 16,-40-40-1,0 0-15,40 40 0,-40-40 0,40 40 0,-40 0 16,-1 0-16,41 0 0,0 1 16,0-1-16,0 0 15,0 0-15,0 0 0,41-40 0,-41 40 16,40-40-16,0 40 16,0 0-16,0-40 0,-40 40 15,40-40-15,0 0 0,0 41 16,1-41-16,-1 0 0,0 0 0,0 0 0,0 0 15,0 0-15</inkml:trace>
  <inkml:trace contextRef="#ctx0" brushRef="#br0" timeOffset="167510.1705">11396 6496 0,'0'0'15,"40"0"1,-40 41-16,0-1 31,0 40-15,-80-40 0,40-40-16,0 0 31,-1 0-31,1-40 15,40 0-15,-40 0 32,40 0-17,40 40 1,0 0 0,41-41-1,-41 41-15</inkml:trace>
  <inkml:trace contextRef="#ctx0" brushRef="#br0" timeOffset="167930.1449">12038 6416 0,'0'0'16,"-40"-40"-1,0 40 17,40 40-17,0 0-15,0 0 0,0 1 16,0-1-1,0 0-15,0 0 0,40-40 16,-40 40-16,40 0 0,0-40 31,-40 40-31,0 0 16,-40-40-16,0 0 16,0 0-16,0 0 15,-1 0-15,1 0 16,0 0-16,40-40 15,-40 40-15</inkml:trace>
  <inkml:trace contextRef="#ctx0" brushRef="#br0" timeOffset="168780.0963">13121 6496 0,'0'-40'15,"-40"40"1,40 40 15,-40 1-15,0-1-16,40 0 15,0 0-15,-40 0 16,40 0-16,-40 0 0,40 0 0,0 0 0,0 1 16,-40-1-16,40 0 15,0 0-15,0 0 0,-41-40 16,41-40 15,0-40-15,0 40-16,41 40 0,-41-41 15,0 1-15,40 0 0,-40 0 0,40-40 0,0 40 16,-40 0 0,0 0-16,40 40 0,-40-41 15,40 41 1,-40 41 15,40-41-15,-40 40-16,0 0 0,40-40 0,-40 40 0,0 0 15,41-40-15,-41 40 0,0 0 16,0 0-16,40 0 0,-40 1 0,0-1 16,0 0-1,0 0-15,0 0 16</inkml:trace>
  <inkml:trace contextRef="#ctx0" brushRef="#br0" timeOffset="169050.02">12881 6496 0,'-41'0'0,"41"-40"15,-40 40-15,80 0 47,41 0-47,-41 0 0,0 0 16,40 0-16,-40 0 15,41 0-15,-41 0 0,0 0 0,0 0 0,0 0 16,0 0-16,0 0 0</inkml:trace>
  <inkml:trace contextRef="#ctx0" brushRef="#br0" timeOffset="169399.9843">13924 6817 0,'0'0'0,"-40"0"31,120 0-15,0 0 0,0 0-1,-39 0-15,119 0 16,-120 0-16,0 0 0,0 0 16,1-40-1</inkml:trace>
  <inkml:trace contextRef="#ctx0" brushRef="#br0" timeOffset="169909.9799">15208 6857 0,'0'0'16,"0"-40"0,40 40-1,121-80 1,-121 80 0,-40-40-16,40 0 0,0 0 0,-40 0 31,0 0-16,-40 40 17,40 40-1,-40-40-31,40 40 0,0 40 16,0-40-1,0 0-15,0 0 0,0 0 0,0 1 0,0 39 16,0-40-16,0 0 0,0 0 15,0 40-15,0-40 0,0 0 0,0 1 0,0-1 16,0 0-16,0 0 0,0 0 0,0 0 0,-40-40 16,40 40-16,-41 0 15,1 0-15,0-40 0,40 41 16,-40-41-16,0 0 0,0 0 16,0 0-16,0 0 0,-1-41 15,1 1 1,0 0-16,40 0 0,0 0 0,0 0 15</inkml:trace>
  <inkml:trace contextRef="#ctx0" brushRef="#br0" timeOffset="170130.0143">15609 6376 0,'0'0'0,"0"-40"16,-40 40-1,40-40 17</inkml:trace>
  <inkml:trace contextRef="#ctx0" brushRef="#br0" timeOffset="170729.9787">16171 6537 0,'0'0'15,"-40"-41"-15,0 41 0,0 41 16,40-1-16,-41 40 0,41-40 31,0 0-31,0 121 16,0-121-16,41 0 0,-41 0 16,0 0-16,0 0 0,0 80 31,0-80-31,0 1 0,-41-1 15,1-40-15,-40 0 16,40-40-16,40-1 16,0-79-1,40 0 1,161 80 15,-121 0-31,-40 40 0,40-40 31,-40 40-31,1 0 0,-1-41 0,40 1 16,0-40 15,-80 40-31,0 80 63,0 0-63,0 40 0,0-39 15,0-1-15,0 0 0,0 0 0,0 0 16,0 0 0,0 0-16,0 0 0,0 0 15</inkml:trace>
  <inkml:trace contextRef="#ctx0" brushRef="#br0" timeOffset="170909.9682">16652 6416 0,'-40'-40'0,"80"80"0,-120-120 31,80 40-31</inkml:trace>
  <inkml:trace contextRef="#ctx0" brushRef="#br0" timeOffset="171269.8713">16973 6577 0,'0'80'16,"0"-40"-1,0 0-15,0 0 16,0 0 15,41-40 1,-1 0-32,0-40 0,0 40 15,0-40-15,0 40 16,0-40-16,0 40 0,1 0 0,-1 0 15,0 0-15,0 40 32,-40 0-32,40 0 15,-40 0 1,0 1-16,0-1 0,-40 0 16,0 0-1,0-40-15,0 0 16</inkml:trace>
  <inkml:trace contextRef="#ctx0" brushRef="#br0" timeOffset="171739.9193">18137 6697 0,'-40'0'0,"40"40"0,0 0 32,-80 81-17,40 79 1,40-160 0,-41 0-1,41-120 16,41 0-15,-1 40-16,0-40 0,0 39 0,40-159 31,1 120-15,-41 40 0,0 40-1,-40 40 1,80 120-1,-80 1 1,40-1 0,-40-80-1,0-40 1</inkml:trace>
  <inkml:trace contextRef="#ctx0" brushRef="#br0" timeOffset="172059.9">18097 6537 0,'0'0'16,"-40"-41"-1,40 1 1,40 40-16,40 0 16,-40 0-16,161 0 15,-40 40 1,-121-40 0,0 0-16,-80 0 46,0 0-30</inkml:trace>
  <inkml:trace contextRef="#ctx0" brushRef="#br0" timeOffset="172409.8039">19742 6657 0,'0'0'0,"-40"0"31,0 0-15,80 0 0,0 0-1,121 0 1,-121 0-16,120 0 16,-120 0-16,1 0 0,39 0 31,-40-40-31,0 40 15</inkml:trace>
  <inkml:trace contextRef="#ctx0" brushRef="#br0" timeOffset="172729.8607">19702 7058 0,'-40'40'31,"80"-80"-31,-120 80 0,120-40 16,40 0-16,121-40 31,80 40-15,-201 0 0,-40 0-16,0 0 0,0 0 0,0 0 15,1 0 1,-82 0-1,41-40 1,-40 40 0,-40 0-1,40 0-15</inkml:trace>
  <inkml:trace contextRef="#ctx0" brushRef="#br0" timeOffset="174689.6872">21869 6577 0,'40'0'93,"0"0"-77,0 0-16,0 0 0,1 0 16,-1 0-16,0 0 0,40 0 15,-40 0-15,0 0 0,41 0 0,-41 0 0,0-40 16,0 40-16,0 0 16,0 0-16,0 0 0,0 0 0,1 0 15,-82 0 32</inkml:trace>
  <inkml:trace contextRef="#ctx0" brushRef="#br0" timeOffset="175379.6285">23073 6055 0,'0'40'94,"0"1"-78,0-1 15,0 0-31,0 0 16,0 0-1,0 0-15,40 0 0,-40 0 16,0 0 0,40 0-16,-40 1 0,0-1 0,0 0 15,0 0-15,40 0 16,-40 0-16,0 0 15,40 0 17,-40-80 30,0 0 32,0 0-78</inkml:trace>
  <inkml:trace contextRef="#ctx0" brushRef="#br0" timeOffset="176309.6494">24317 6376 0,'-41'0'16,"1"0"-1,0 0 17,80 0 93,0 0-110,1 0-15,-1 0 0,0 0 0,40 0 16,-40 0-16,0 0 16,0 0-16,1 0 0,-1 0 0,0 0 0,0 0 15,0 0-15,0 0 16,0 0-16,0 0 47,-40-40-16,-40 40 0,0 0-31,0 0 16,0 0-16,0 0 15,40 40 1,-40-40-16</inkml:trace>
  <inkml:trace contextRef="#ctx0" brushRef="#br0" timeOffset="177259.5171">25520 6256 0,'0'40'16,"0"-80"77,41 40-93,-41-40 16,40 0-16,0 0 16,-40-1-16,0 1 15,0 0 1,0 0-1,-40 40 17,40 40 30,0 0-46,0 0-16,0 1 0,0-1 15,0 0-15,0 0 16,0 0-16,0 0 0,0 0 0,40 0 16,-40 0-16,0 0 15,0 1-15,40-1 0,-40 0 0,0 0 0,0 0 16,0 0 0,0 0-16,0 0 0,0 0 0,0 1 15,0-1-15,-40 0 16,0 0-16,0 0 15,-1-40-15,41 40 16,-40-40-16,0 0 16,0 0-16,0 0 15,0 0-15,0-40 16,-1 40-16,41-40 0,-40 40 0,0-40 16,40 0-16,0 0 15,0-1-15</inkml:trace>
  <inkml:trace contextRef="#ctx0" brushRef="#br0" timeOffset="177479.5048">25721 5775 0,'-40'-41'15,"80"82"-15,-120-122 16,40 81 0,80 0 15</inkml:trace>
  <inkml:trace contextRef="#ctx0" brushRef="#br0" timeOffset="178049.4718">26403 5935 0,'-40'0'31,"0"0"16,40 40-32,-40 0-15,0 0 0,40 0 16,-40 1-16,40-1 0,0 0 16,-41 0-16,41 0 0,0 0 0,0 0 0,0 0 15,0 0-15,0 0 16,0 1-16,0-1 0,41 0 0,-41 0 16,40 0-16,0-40 15,-40 40-15,40-40 0,0 40 16,0-40-16,0 0 0,0 0 15</inkml:trace>
  <inkml:trace contextRef="#ctx0" brushRef="#br0" timeOffset="178429.5243">26885 6296 0,'-40'-40'16,"-1"40"-16,1 0 16,-40 0-1,40 40 1,40 80 15,0-80-31,40 41 16,-40-41-16,40-40 0,0 40 15,0-40-15,1 0 16,-1 0-16,0 0 0,-40-40 31,40 0-31,-40-81 32,-80 1-17,40 80 1,-1 0-1</inkml:trace>
  <inkml:trace contextRef="#ctx0" brushRef="#br0" timeOffset="178839.4263">27125 5935 0,'0'40'62,"41"-40"-46,-1 40-16,0 0 0,0 0 16,0 1-16,-40-1 15,40 0-15,-40 0 0,40-40 0,-40 40 0,0 0 16,0 0-16,0 0 0,0 0 0,0 0 0,-40 1 15,40-1-15,-40 0 0,40 0 16,-40 0-16,0-40 0,0 40 0,0-40 0,-1 40 16,1-40-16,0 0 15,0 40-15,0-40 0,0 0 0</inkml:trace>
  <inkml:trace contextRef="#ctx0" brushRef="#br0" timeOffset="179449.3909">27968 6216 0,'-40'0'31,"40"40"-31,40-40 47,0 0-31,40 0-16,-39 0 0,-1 0 15,0 0-15,40 0 16,-40 0-16,0 0 0,0 0 0,1 0 0,-1-40 15,0 40-15,0 0 0,0 0 0,0-40 16,0 40-16,0 0 16</inkml:trace>
  <inkml:trace contextRef="#ctx0" brushRef="#br0" timeOffset="179749.4456">28169 6577 0,'0'0'0,"-40"40"16,-1-40-1,122 0-15,-41 0 32,0 0-32,161 0 15,-121 0-15,-40 0 0,0 0 16,121-40-1,-121 40 1,-80 0 31,40-40-31,-41 40-1</inkml:trace>
  <inkml:trace contextRef="#ctx0" brushRef="#br0" timeOffset="187448.9912">29373 6376 0,'-41'0'0,"82"0"203,-1 0-187,0 0-16,0 0 0,0 0 0,0 0 0,0 0 15,0-40-15,1 40 16,-1 0-16,0 0 0,0 0 0,0 0 16,0 0-1,0 0-15</inkml:trace>
  <inkml:trace contextRef="#ctx0" brushRef="#br0" timeOffset="188278.8702">30255 6015 0,'0'40'218,"0"0"-202,0 1 0,0-1-16,0 0 0,0 0 0,0 0 0,-40-40 15,40 40-15,0 0 0,0 0 16,0 0-16,-40 0 0,40 1 0,0-1 0,0 0 16,0 0-1,-40 0-15,40 0 0,0-80 47,0 0-31,40 0-16,-40 0 15,0 0-15,0-1 0,0 1 0,0 0 16,40 0-16,-40 0 0,0 0 16,0 0-16,0 0 0,40 0 0,-40 0 15,0-1-15,0 82 78,0-1-62,0 0-16,0 0 0,0 0 16,0 0-16,0 0 0,0 0 15,0 0-15,-40-40 0,40 40 0,0 1 16,0-1-16</inkml:trace>
  <inkml:trace contextRef="#ctx0" brushRef="#br0" timeOffset="190398.7404">3692 8301 0,'0'40'16,"0"0"62,0 1-62,40-41-1,40 0-15,-40 0 16,0 0-16,0 0 0,1 0 15,-1 0-15,0-41 0,0 41 16,0 0-16,-40-40 0,40 40 16,-40-40-1,0 0 1,0 0 0,-40 40-16,0 0 15,40-40-15,-40 40 0,0 0 16,0 0-1,-1 0-15,1 0 0,0 0 16,0 0 0,40 40-16,-40-40 0,40 40 0,-40-40 15,40 40-15,-40 0 16,40 0-16,0 1 16,-40-1-16,40 0 15,0 0-15,0 0 0,0 0 16,0 0-16,0 0 15,40-40 1,-40 40-16,40-40 16,0 0-1,0 40-15,0-40 0,0 0 16,0 0 0,1 0-16,-1 0 0,0 0 15,0 0-15,0 0 16</inkml:trace>
  <inkml:trace contextRef="#ctx0" brushRef="#br0" timeOffset="190918.7697">4494 7980 0,'0'40'16,"0"-80"-16,-80 121 15,40-81 1,80 0 78,0 0-94,0 0 15,0 0-15,0 0 16,1 0-16,-41-41 0,40 41 0,0 0 0,0 0 16,-40-40-16,40 40 0,0 0 15,-80 0 63</inkml:trace>
  <inkml:trace contextRef="#ctx0" brushRef="#br0" timeOffset="191438.7607">4936 7940 0,'40'0'31,"0"0"-31,-40-40 16,40 40 0,0 0-16,-40-40 15,40 0 1,-40 0-1,0 0 1,-40 0 0,0 40 15,40-40-31,0 80 31,0 0-15,0 0-16,0 0 0,40 0 15,-40 0-15,0 0 16,0 0-16,40-40 0,-40 40 0,0 1 16,0-1-16,0 0 0,0 0 15,0 0-15,0 0 0,0 0 16,0 0-16,-40-40 16,40 40-16,0 1 0,-40-41 15,40 40-15,0-80 31,-40 40-31,40-41 0,0-39 16,0 40 0</inkml:trace>
  <inkml:trace contextRef="#ctx0" brushRef="#br0" timeOffset="191628.7437">5056 7539 0,'-40'0'32</inkml:trace>
  <inkml:trace contextRef="#ctx0" brushRef="#br0" timeOffset="192258.7133">5618 7579 0,'-40'0'0,"40"-40"16,0 0 31,40 40-47,40 0 15,-40 0-15,0 0 16,0 0-16,0 0 0,1 40 0,-41 0 16,0 0-1,0 1-15,0-1 0,0 0 16,0 0-16,-41 0 0,41 0 0,-40-40 15,40 40-15,-40-40 16,40-40 15,40 40-15,0-40 0,1 40-1,-1 0-15,0 40 31,-40 0-31,0 0 16,-40-40-16,40 40 16,-40-40-16,40 40 0,-41-40 0,1 41 15,0-41 1,40 40-16,-40-40 0,0 0 0,0 0 31,40-40-31</inkml:trace>
  <inkml:trace contextRef="#ctx0" brushRef="#br0" timeOffset="192758.6795">6220 7539 0,'0'0'0,"0"40"32,0 0-17,0 81 1,0 39 15,0-120-31,0 0 16,0-80 15,0 0-31,0-40 16,0 40-1,0 0-15,40 0 0,-40 0 0,0-1 16,0 1-16,0 0 16,40 40-16,0 40 46,0-40-30,-40 40-16,0 1 0,40-1 16,-40 0-16,0 0 0,0 0 15,0 0-15,0 0 16,0 0-16,0 0 16</inkml:trace>
  <inkml:trace contextRef="#ctx0" brushRef="#br0" timeOffset="192998.5863">6099 7539 0,'0'0'31,"0"-40"-15,80 0 0,1 40-16,79-40 31,-39 40-31,-81-40 0</inkml:trace>
  <inkml:trace contextRef="#ctx0" brushRef="#br0" timeOffset="193368.5843">5858 8341 0,'0'0'16,"41"0"46,-41-40-62,40 40 16,0 0-16,0 0 0,0 0 15,-40-40-15,40 40 0,0 0 0,0-40 0,1 40 16,-1 0-16,-40-40 16,40 40-16,0 0 0,-40-40 0,40 40 0</inkml:trace>
  <inkml:trace contextRef="#ctx0" brushRef="#br0" timeOffset="193868.6106">6019 8502 0,'0'0'0,"-40"0"32,80-40-17,80 40 1,-39 0-1,-41 40 1,-40 0 0,0 40-1,-81 0 1,1-40 15,80 0-15,40-80-1,0 40 1,1 0-16,-1 0 0,0 0 16,0 0-1,0 0-15,0 0 0,0 0 0,0-40 16,1 40-16,-1 0 16,0 0-16,0-40 0,0 40 0,40 0 0</inkml:trace>
  <inkml:trace contextRef="#ctx0" brushRef="#br0" timeOffset="194428.5781">8065 8662 0,'0'0'0,"-40"0"31,121 0 1,-41 0-32,0-40 0,0 40 15,0 0-15,40 0 0,-40 0 0,1-40 0,-1 40 16,0-40-16,0 40 0,0 0 15,0 0-15,0 0 0,0 0 16</inkml:trace>
  <inkml:trace contextRef="#ctx0" brushRef="#br0" timeOffset="194638.5662">8146 9184 0,'0'0'16,"0"40"-16,-40-40 0,80 0 31,0 0-31,-40-40 0,80 40 16,-40 0-16,0 0 16,0-41-16,1 41 0,-1-40 0,0 40 0,0 0 15,0-40-15</inkml:trace>
  <inkml:trace contextRef="#ctx0" brushRef="#br0" timeOffset="195458.5167">9951 8422 0,'-40'0'16,"0"0"0,40 40-1,-40 0-15,40 0 16,-40-40-16,40 40 16,0 0-16,-40 0 0,40 0 0,0 0 15,0 0-15,0 1 0,0-1 0,0 0 16,0 0-16,40-40 0,-40 40 15,40 0-15,0-40 0,-40 40 0,40-40 16,0 0-16,-40 40 16,40-40-16,1 0 0,-1 0 15</inkml:trace>
  <inkml:trace contextRef="#ctx0" brushRef="#br0" timeOffset="195758.5002">10433 8622 0,'40'0'31,"-80"0"-31,120 0 0,-40 40 31,0 0-31,-40 0 32,-40 81-17,0-41-15,-40-80 31,40 0-31,-41-120 32,81-1-17,81 41 1,39 80 0,-80-40-16</inkml:trace>
  <inkml:trace contextRef="#ctx0" brushRef="#br0" timeOffset="196078.4803">11436 8542 0,'-120'0'15,"240"0"-15,-280 0 16,119 0-16,1 40 15,40 40 17,81 40-17,-1 1 1,-80-81 0,0 80-1,-80-40 1,-1-80-1,1-40 1,40 0 0</inkml:trace>
  <inkml:trace contextRef="#ctx0" brushRef="#br0" timeOffset="196608.3737">11597 8381 0,'0'0'0,"40"0"32,-40-40-17,40 40-15,0 0 0,0 0 0,0 0 16,0 0 0,-40 40-16,40-40 0,-40 41 15,0-1-15,0 0 0,0 0 16,-40 0-16,0-40 15,40 40-15,0 0 16,-40-40-16,80 0 47,0 0-47,0 0 16,1 0-16,-1 0 15,-40 40-15,0 0 16,0 0-1,0 1-15,0-1 0,-40-40 16,40 40-16,-41-40 0,41 40 0,-40-40 0,0 40 16,0 0-1,0-40-15,0 0 0,0 0 16,40-40 0</inkml:trace>
  <inkml:trace contextRef="#ctx0" brushRef="#br0" timeOffset="197068.4215">12720 8381 0,'-40'41'31,"80"-82"-31,-120 82 0,80 39 15,0-40-15,0 0 16,0 0-16,0 80 31,0-160 1,0 0-17,-80 0-15,80 0 0,0 0 16,80 0-16,-80 0 0,40 0 15,-40-1-15,40 1 0,-40 0 0,40 40 0,-40-40 16,40 40 0,-40-40-16,40 40 0,1 40 31,-41 0-31,40-40 0,-40 80 0,40-80 16,-40 41-16,0-1 0,40-40 0,-40 40 0,0 0 15,0 0-15,40-40 16,-40 40-16,0 0 0,0 0 15,40 0 1</inkml:trace>
  <inkml:trace contextRef="#ctx0" brushRef="#br0" timeOffset="197308.4071">12560 8301 0,'-41'0'0,"82"0"0,-122-40 31,81 0-31,121 40 16,119-40-1,-159 40 1,79 0-16,-80 0 15</inkml:trace>
  <inkml:trace contextRef="#ctx0" brushRef="#br0" timeOffset="197628.3909">12158 9264 0,'0'0'31,"-40"0"-31,80 0 47,0 0-47,1 0 0,-1-40 15,0 40-15,0 0 16,0 0-16,0 0 0,40-40 0,-39 40 0,-1-41 16,0 41-16,40 0 15,-40-40-15,0 40 0,0 0 0,1 0 0,-1 0 16,0 0-16,0-40 0,0 40 16</inkml:trace>
  <inkml:trace contextRef="#ctx0" brushRef="#br0" timeOffset="198058.3629">12479 9464 0,'40'0'0,"-80"0"0,0 0 16,0 0-16,40-40 15,120 40 1,-39-40 0,79 80-1,-120 0-15,0 40 32,-40 41-17,-120-81 1,40 0-1,80-80 17,40 40-17,0 0 1,121 0 0,39-40-1,-79 40 1,39 0-1,-120 0-15,81-40 16</inkml:trace>
  <inkml:trace contextRef="#ctx0" brushRef="#br0" timeOffset="198408.2851">14486 8863 0,'-81'0'31,"162"0"-31,-202 0 0,161-40 31,41 40-31,-41-41 16,0 41 0,0 0-16,0 0 0,0 0 0,0 0 0,1 0 15,-1 0-15,0 0 0,0 0 0,0 0 16,0 0-16,0 0 15</inkml:trace>
  <inkml:trace contextRef="#ctx0" brushRef="#br0" timeOffset="198808.2714">15529 8823 0,'-40'0'16,"80"0"-1,-40-41-15,40 41 0,-40-40 16,40 40-16,0-40 0,0 0 16,-40 0-1,0 0-15,0 0 0,0 0 0,0 0 16,0 0-16,-40 40 16,40-41-16,0 1 0,-40 40 0,40 40 31,0 1-16,0 39-15,0-40 0,0 0 16,0 0-16,0 0 0,0 0 16,40-40-16,-40 40 0,0 0 0,40 1 0,-40-1 15,0 0-15,0 0 16,0 40-16,0-40 0,0 0 0,0 0 0,0 1 16,0-1-16,0 0 0,-40 0 0,0 0 15,0 0-15,0-40 0,0 40 16,0-40-16,40 40 0,-40-40 0,-1 0 0,1 0 15,0 0-15,0 0 16,0 0-16,40-40 0,-40 40 0</inkml:trace>
  <inkml:trace contextRef="#ctx0" brushRef="#br0" timeOffset="198978.3103">15489 8261 0,'-40'0'0,"80"0"0,-80-40 31</inkml:trace>
  <inkml:trace contextRef="#ctx0" brushRef="#br0" timeOffset="199708.2661">16251 8542 0,'-40'0'15,"40"40"17,0 0-17,0 0 1,0 0-16,0 0 0,0 0 15,0 1-15,0-1 16,0 0-16,0 0 0,0 0 16,0 0-16,0 0 15,-40 0-15,40 0 0,-40-40 16,0 0 0,40 41-16,-40-41 0,-1 0 15,41-41-15,0 1 16,0 0-16,0 0 15,81 40-15,-81-40 0,40 40 0,0 0 16,0-40 0,0 40-16,0 0 0,0 0 15,-40-40-15,41 40 0,-1 0 16,0 0-16,-40-40 0,40 40 0,-40-40 16,40 40-16,0-41 0,-40 1 15,40 40 1,-40-40-16,0 0 15,0 0 1,0 80 47,0 0-48,0 0-15,0 0 16,0 1-16,0-1 15,0 0-15,0 0 0,0 0 16,0 0-16,0 0 16,0 0-16</inkml:trace>
  <inkml:trace contextRef="#ctx0" brushRef="#br0" timeOffset="199888.256">16733 8381 0,'-40'0'0,"40"-40"16</inkml:trace>
  <inkml:trace contextRef="#ctx0" brushRef="#br0" timeOffset="200288.1555">16933 8542 0,'0'40'31,"0"0"-15,40 0-16,-40 0 15,41 0-15,-41 0 16,40-40-16,-40 41 0,0-1 0,0 0 31,0-80 1,40 40-32,-40-40 15,40 40-15,-40-81 0,40 81 0,-40-40 0,40 40 16,-40-40-1,40 40-15,0 0 0,1 0 16,-1 0 0,0 0-16,-40 40 0,40-40 15,0 40 1,-40 0-16,40-40 16,-40 41-16,0-1 15,0 0 1,40-40-16,-40 40 15</inkml:trace>
  <inkml:trace contextRef="#ctx0" brushRef="#br0" timeOffset="200748.1283">17977 8341 0,'0'0'0,"0"-40"16,40 40-1,80-40 1,1 40 0,-81 0-16,0 40 15,-40 0-15,0 41 16,-40-1-1,40-40-15,-81 0 16,41 0-16,0 0 0,40 0 31,40-40-15,0 0 0,81 0-1,-41 40 1,-80 41-1,-160 39 17,-41-80-17,40-80 1,121 0 0</inkml:trace>
  <inkml:trace contextRef="#ctx0" brushRef="#br0" timeOffset="201188.1778">18538 8422 0,'0'0'0,"0"40"0,0 0 15,0 0-15,41 0 0,-41 0 16,0 0-16,40-40 15,-40 40-15,0 0 0,0 0 32,0-80-1,0 0-15,0 0-16,40 0 0,-40 0 0,40 0 0,0-40 15,-40 40 1,40-1-16,-40 1 0,0 0 0,40 0 15,-40 0 1,40 40 0,-40 40-1,41-40-15,-41 40 0,40-40 16,-40 40-16,0 0 0,0 1 16,0-1-16,40 0 0,-40 0 15,0 0-15,0 0 0,0 0 0,0 0 16,0 0-1,40 0-15,-40 1 16</inkml:trace>
  <inkml:trace contextRef="#ctx0" brushRef="#br0" timeOffset="201408.1652">18659 8341 0,'-40'-40'16,"40"0"-1,40 40-15,-40-40 0,200 0 32,-159 0-32,79 40 15,-80 0-15,40 0 0,-40 40 0,41 0 16</inkml:trace>
  <inkml:trace contextRef="#ctx0" brushRef="#br0" timeOffset="201708.1475">18338 9103 0,'0'0'16,"40"0"15,0 0-15,40 0-1,161 0 1,-161 0-1,-40 0-15,41 0 0,-81-40 0,120 0 32,-80 0-32</inkml:trace>
  <inkml:trace contextRef="#ctx0" brushRef="#br0" timeOffset="202168.1206">18498 9344 0,'0'0'15,"-40"0"-15,40 40 0,40-40 32,41 0-17,-1 0-15,0-40 0,-40 40 0,81 40 31,-81 40-15,-40-40 0,-81 0-16,1 41 15,40-81-15,-40 40 0,40-40 16,40 40 0,40-40 46,-40-40-62,40 40 0,0 0 0,0 0 16,0-40-16,0 40 15,1 0-15,-1 0 0,0 0 0,0 0 16,0 0 0,0 0-16,0 0 0,0 0 15</inkml:trace>
  <inkml:trace contextRef="#ctx0" brushRef="#br0" timeOffset="203488.0424">19782 8823 0,'40'0'63,"1"0"-17,-1 0-46,0 0 0,0-41 16,0 41-16,0 0 16,0 0-16,0 0 0,1-40 0,-1 40 15,0 0-15,0 0 16</inkml:trace>
  <inkml:trace contextRef="#ctx0" brushRef="#br0" timeOffset="203697.9559">19903 9224 0,'0'0'16,"0"40"-16,40-40 46,0 0-46,0-40 0,0 40 16,0 0-16,0-40 0,1 40 16,-41-41-16,40 41 0,0 0 0,0-40 0</inkml:trace>
  <inkml:trace contextRef="#ctx0" brushRef="#br0" timeOffset="209117.6519">22431 8181 0,'-40'-40'0,"-1"40"32,1 0 15,40 40-32,-40-40 1,0 0-16,40 40 0,-40 0 0,0-40 15,0 40 1,0 0-16,-1-40 0,41 40 0,-40-40 16,40 41-16,-40-1 15,40 0-15,0 0 0,0 0 16,0 0-16,0 0 0,40 0 16,0 0-1,1-40-15,-41 40 0,40-40 0,0 41 16,0-41-16,0 0 15,0 0-15,0 0 0,0 0 16,1-41 0,-1 41-16,-40-40 0,40 40 0,-40-40 0,40 40 15,-40-40-15,40 0 16,-40 0-16,0 0 0,0 0 0,0 0 16,-40 0-16,40-1 15,-40 41-15,40-40 16,-40 40-16,0 0 0,40-40 0,-41 40 15,1 0-15,0 0 16,0 0-16,0 0 0,0 0 0,0 0 16,0 0-1,40 40-15,-41-40 0,82 0 32</inkml:trace>
  <inkml:trace contextRef="#ctx0" brushRef="#br0" timeOffset="210417.6324">23554 8462 0,'-40'0'156,"0"0"-109,80 0 62,0 0-93,0 0-16,0 0 16,1 0-16,-1 0 0,0 0 0,0 0 0,40-40 15,-40 40-15,0 0 16,1 0-16,-1-41 0,0 41 0,0 0 0,0 0 16,0 0-16,0 0 0,0 0 15,-80 0 32,0 0-31,-40 0-16,0 41 15,40-41-15,-1 0 0,1 0 0,0 40 16,-40-40-16,40 0 0,0 0 0,0 0 0,-1 40 16,1-40-1,0 0-15,80 0 31</inkml:trace>
  <inkml:trace contextRef="#ctx0" brushRef="#br0" timeOffset="211257.5838">24718 8462 0,'-40'0'16,"120"0"15,-40 0-31,0-40 16,0 40-16,0-41 15,1 41-15,-41-40 0,40 40 16,-40-40-16,0 0 16,0 0-16,0 0 15,-40 40 1,40-40-16,-41 40 16,41 40 30,0 0-30,0 0-16,0 0 0,0 0 16,0 0-1,0 1-15,0-1 0,0 0 0,0 0 16,0 0-16,0 0 0,0 0 0,0 0 0,0 0 16,0 0-16,0 1 15,0-1-15,0 0 0,-40 0 0,40 0 0,-40 0 16,40 0-1,0 0-15,-40-40 0,0 40 16,0-40 0,0 0-1,0-40 1,-1 40-16,41-40 0,-40 0 16,40 0-16,0 0 0,-40 40 0,40-40 0,0 0 15,0 0-15</inkml:trace>
  <inkml:trace contextRef="#ctx0" brushRef="#br0" timeOffset="211557.5667">25079 7820 0,'-40'0'0</inkml:trace>
  <inkml:trace contextRef="#ctx0" brushRef="#br0" timeOffset="225886.7236">25801 7940 0,'-40'0'16,"40"40"78,0 0-79,-40-40-15,40 41 0,-40-41 16,40 40-16,-40-40 0,40 40 16,-40 0-16,40 0 0,-40 0 15,40 0-15,-41 0 16,41 0-16,0 1 0,0-1 0,0 0 15,0 0 1,0 0-16,41 0 0,-41 0 16,40 0-16,0-40 15,-40 40-15,40-40 0,0 0 16,0 0-16,0 40 0,0-40 16,1 0-1</inkml:trace>
  <inkml:trace contextRef="#ctx0" brushRef="#br0" timeOffset="226116.6572">26002 8502 0,'0'0'16,"40"0"15,0 0-31,0 0 0,0 0 16,-40-40-16,41 40 0,-1 0 15,0 0-15,0 0 0,0 0 16,0 0-16,0 0 0,-40-40 0,40 40 16</inkml:trace>
  <inkml:trace contextRef="#ctx0" brushRef="#br0" timeOffset="226406.6949">26885 7980 0,'0'0'16,"0"40"15,0 1-31,-40 79 31,40 40-15,0-39 0,0-81-1,0 0 1</inkml:trace>
  <inkml:trace contextRef="#ctx0" brushRef="#br0" timeOffset="226766.6672">27286 7820 0,'0'0'31,"40"80"-15,0-40-1,0 121 1,0-41 0,-40 81-1,-120-41 1,-121 0 0,121-120-1</inkml:trace>
  <inkml:trace contextRef="#ctx0" brushRef="#br0" timeOffset="227426.5513">28249 8181 0,'-40'0'15,"80"0"48,0 0-63,0 0 0,0 0 0,0 0 16,1 0-16,-1 0 0,0 0 15,0 0-15,0 0 0,0 0 0,0 0 16,0 0-16,1 0 15,-1 0-15,0 0 0</inkml:trace>
  <inkml:trace contextRef="#ctx0" brushRef="#br0" timeOffset="227706.6105">28369 8662 0,'-40'0'15,"80"0"-15,-160 40 16,160-40 15,0 0-31,40 0 16,-39 0-16,-1 0 15,0 0-15,0 0 0,0 0 0,0 0 16,0 0 0,0 0-16,1 0 0,-1 0 0,-40-40 15,40 40-15</inkml:trace>
  <inkml:trace contextRef="#ctx0" brushRef="#br0" timeOffset="228586.4825">29653 8341 0,'0'40'0,"41"-40"47,-1 0-32,0-40 1,0 40-16,-40-40 0,40 40 0,-40-40 15,40 40-15,-40-40 0,0 0 16,0 0-16,0 0 16,0 0-16,0-1 15,-40 41 1,40 41 31,-40-1-32,40 0-15,0 0 0,0 0 0,0 0 16,0 0-16,0 0 16,0 0-16,0 1 0,40-1 0,-40 0 0,0 0 15,0 0-15,40 0 0,-40 0 0,0 0 0,0 0 16,0 0 0,0 1-16,0-1 0,0 0 0,-40 0 0,40 0 15,-40 0-15,40 0 16,-40 0-16,0-40 0,0 40 0,-1-40 15,1 41-15,0-41 16,0 0-16,0 0 0,0 0 0,0 0 16,40-41-16,0-39 0,-40 40 15</inkml:trace>
  <inkml:trace contextRef="#ctx0" brushRef="#br0" timeOffset="228806.4721">29854 7860 0,'-80'-40'16,"160"80"-16,-160-40 31</inkml:trace>
  <inkml:trace contextRef="#ctx0" brushRef="#br0" timeOffset="230836.3508">26082 9103 0,'-40'0'0,"0"0"15,80 0 63,0 0-62,0 0-16,0 0 0,1 0 0,-1 0 16,0 0-16,40 0 0,-40 0 0,0 0 0,0 0 15,1 0-15,-1 0 0,0 0 16,0 0-16,0 0 0,0 0 0,0 0 16,0 0-16,1 0 15,-1 0-15,0 0 31,-80 0 1,0 0-17,-1 0-15,1 0 0,0 0 16,0 0-16,0 0 16,0 0-16,0 0 0,0 0 15,-1 0 1,1 0-1,80 0 17,1 0-17</inkml:trace>
  <inkml:trace contextRef="#ctx0" brushRef="#br0" timeOffset="248452.3214">3531 10587 0,'0'-40'0,"0"0"46,0 80 1,-40 0-31,40 0-16,-40 0 0,0 1 16,40-1-16,0 0 0,0 0 0,0 0 15,0 0-15,0 0 0,0 0 16,0 0-16,0 0 0,0 1 0,40-1 0,-40 0 15,0 0-15,40-40 16,-40 40-16,40-40 0,-40 40 0,80-40 16,-39 0-1,-41-40-15</inkml:trace>
  <inkml:trace contextRef="#ctx0" brushRef="#br0" timeOffset="248922.25">4173 10427 0,'0'0'0,"0"40"15,-40-40 17,40 40-32,-40 0 15,0-40 1,0 0-16,0 40 0,-1 0 0,1-40 15,0 0-15,0 0 16,0 40-16,0-40 0,0 0 16,0 0-1,-1 0-15,1 0 0,0 0 16,0 41-16,40-1 31,40-40 0,0 0-15,0 0 0,1 0-1,-1 0 1,0 0-16,0 0 16,-40 40-16,40-40 0,0 40 15,0-40-15,0 40 16,1 0-16,-1-40 0,0 0 0,0 40 15,0-40 1</inkml:trace>
  <inkml:trace contextRef="#ctx0" brushRef="#br0" timeOffset="249212.2033">4574 10627 0,'41'0'47,"-41"-40"-31,40 40-16,0 0 0,0-40 0,0 40 15,0 0-15,0 0 16,0-40-16,1 40 0,-1 0 0,0 0 16,0 0-16,0 0 15,0 0-15</inkml:trace>
  <inkml:trace contextRef="#ctx0" brushRef="#br0" timeOffset="249432.186">4895 10868 0,'-40'40'0,"80"-80"0,-120 80 15,120-40 17,41 0-17,-41 0-15,0 0 16,0 0-16,0 0 0,0 0 0,0 0 0,0 0 15,1-40-15,-1 40 16,0-40-16,0 40 0,0 0 0</inkml:trace>
  <inkml:trace contextRef="#ctx0" brushRef="#br0" timeOffset="249732.1752">6019 10306 0,'0'-40'16,"0"80"-16,-40-40 47,40 41-32,0-1-15,0 0 16,0 0-16,0 0 0,0 0 0,0 0 0,0 0 16,0 0-16,0 1 15,0-1-15,0 0 0,-40 0 0,40 0 16,0 0-16</inkml:trace>
  <inkml:trace contextRef="#ctx0" brushRef="#br0" timeOffset="250692.1138">3611 10387 0,'0'40'125,"0"0"-109,0 0-16,0 0 15,0 0-15,0 0 16,0 0-16,0 1 0,0-1 0,0 0 16</inkml:trace>
  <inkml:trace contextRef="#ctx0" brushRef="#br0" timeOffset="251632.0759">7303 10347 0,'0'-41'32,"-40"41"-32,40 41 31,0-1-15,0 0-16,0 0 0,0 0 15</inkml:trace>
  <inkml:trace contextRef="#ctx0" brushRef="#br0" timeOffset="251812.0645">7223 11149 0,'-81'80'16,"162"-160"-16,-242 240 15,161-120-15,-40 0 16,40 0-1,0 1 1</inkml:trace>
  <inkml:trace contextRef="#ctx0" brushRef="#br0" timeOffset="252122.0461">8386 10667 0,'-40'0'15,"80"0"-15,-80 41 31,80-41-15,1 80-16,-1-80 16,0 80-16,40-40 0,0 0 0,-40 0 0,41 0 15,-41 0-15,40 1 0,-40-1 0,0-40 0,0 40 16,1 0-16,-1-40 0,0 40 16,0 0-16,0-40 0</inkml:trace>
  <inkml:trace contextRef="#ctx0" brushRef="#br0" timeOffset="252392.0889">9229 10788 0,'-40'-40'16,"80"80"-16,-160-120 15,80 120 1,-1 40 0,1-40-16,0 0 0,-80 161 15,80-161-15,0 0 0,-41 120 32,41-120-32,40 41 0,-40-81 0,40 40 15</inkml:trace>
  <inkml:trace contextRef="#ctx0" brushRef="#br0" timeOffset="252742.0663">9831 11149 0,'0'0'0,"0"40"46,0 0-30,0 0-16,0 0 0,0 0 16,0 0-16,0 0 15,0 1-15,0-1 0,0 0 0,0 0 16,0 0-16,0 0 0,0 0 0,0 0 16</inkml:trace>
  <inkml:trace contextRef="#ctx0" brushRef="#br0" timeOffset="253172.0406">10433 10467 0,'-80'40'16,"160"-80"-16,-241 120 15,121-80-15,0 40 32,40 0-32,0 41 0,0-41 0,40 160 15,81 41 17,79-121-17,-79-120 1,-81 0-16</inkml:trace>
  <inkml:trace contextRef="#ctx0" brushRef="#br0" timeOffset="253392.0282">10995 10788 0,'-40'0'16,"80"0"-16,-80 40 31,80 40-15,0-40-16,-40 0 0,0 161 15,0-161-15,0 0 0,0 0 16,0 121 0,0-121-16</inkml:trace>
  <inkml:trace contextRef="#ctx0" brushRef="#br0" timeOffset="253702.0097">11677 10507 0,'0'-40'0,"0"80"15,40 40 1,-40-40-16,0 0 16,40 1-16,-40 39 0,40-40 0,-40 40 0,0 0 15,0-40-15,40 41 16,-40-1-16,0-40 0,0 40 0,0 0 0,-80-40 15,80 1-15,0-1 0,0 40 16,-40-40-16,-40 0 0,80 0 0,-40-40 16,40 40-16,-41-40 15</inkml:trace>
  <inkml:trace contextRef="#ctx0" brushRef="#br0" timeOffset="254031.9893">12800 10908 0,'-80'0'15,"160"0"-15,-160 40 0,40-40 16,0 0-16,80 0 31,-40-40-31,80 40 0,-40 0 0,0 0 16,41 0-16,-41-40 0,40 40 0,-40-40 0,40 40 16,-39 0-16,-1-40 15,0 40-15,0 0 0,0 0 0,0 0 0,0 0 16</inkml:trace>
  <inkml:trace contextRef="#ctx0" brushRef="#br0" timeOffset="254221.9782">13282 11389 0,'-40'40'31,"80"-80"-31,-40 80 15,0-80 1,200 0 0,-119 0-1,-41 0-15,40 0 0</inkml:trace>
  <inkml:trace contextRef="#ctx0" brushRef="#br0" timeOffset="256781.7545">14927 10547 0,'0'-40'15,"0"80"16,0 40-15,0 1 15,0-41-31,0 0 0,0 0 0,0 0 16,40 40-16,-40-40 0,40 40 0,-40-39 0,0-1 16,0 40-16,0-40 0,0 0 15,0 0-15,40 0 0,-40 0 0,0 1 16,41-41-16</inkml:trace>
  <inkml:trace contextRef="#ctx0" brushRef="#br0" timeOffset="257021.8145">15609 10908 0,'0'0'15,"40"0"1,0 0 0,81 0-1,200-120 1,-40 80 0,-201 0-1,-40 40-15,40-41 16,-40 41-16</inkml:trace>
  <inkml:trace contextRef="#ctx0" brushRef="#br0" timeOffset="257321.7957">16211 10547 0,'0'0'0,"0"-40"0,-40 0 31,0 40-31,40 40 31,0 0-15,0 0-16,0 0 0,0 0 16,0 1-16,0-1 0,0 0 15,0 0-15,0 0 0,0 40 0,0-40 0,0 0 16,0 0-16,0 1 15,0-1-15,0 0 0,0 0 0,0 0 16,40 0-16,0-40 16</inkml:trace>
  <inkml:trace contextRef="#ctx0" brushRef="#br0" timeOffset="257771.7692">16933 10547 0,'40'-80'31,"1"80"-31,-1 0 0,40 0 16,0 0-1,0 200 1,-120 81 0,-80-201-1,80 1-15,-121 79 16,121-160-16,0 40 0,0-40 16,0-80 15,160-40-16,-40 120 1,41 0 0,-81 40-1,0 0-15,40 80 16,-40-80-16,1 0 0,-1 0 16,0 1-16,0-1 15,0-40-15</inkml:trace>
  <inkml:trace contextRef="#ctx0" brushRef="#br0" timeOffset="258161.6707">17936 11028 0,'0'0'0,"-40"81"31,161-81-16,79-41 1,-79-79 15,-121 40-15,-40-40 0,-81 120-1,81 40 1,0 0-16,0 0 15,0 0-15,-41 80 16,41 41 0,40-1-1,40-120 1,1 0-16,39 41 16,-80-41-16,40-40 0,0 0 31,0 0-31,41-40 0</inkml:trace>
  <inkml:trace contextRef="#ctx0" brushRef="#br0" timeOffset="258391.6586">18579 10547 0,'-41'0'0,"82"0"31,-1 0-15,0 0-16,0 0 0,0-40 0,0 40 15,0 0-15,0 0 0,1 0 16</inkml:trace>
  <inkml:trace contextRef="#ctx0" brushRef="#br0" timeOffset="258801.7092">19301 10427 0,'-40'0'31,"40"-40"1,40 40-32,-40-40 15,40-1-15,-40 1 0,0 0 16,40 40-16,-40-40 16,0 80 30,0 0-30,0 0-16,0 1 0,0-1 16,0 0-16,0 0 15,0 0-15,0 0 0,0 0 0,0 0 16,0 0-16,-40 1 0,40-1 0,-40 0 16,40 0-16,-40 0 0,0 0 15,40 0-15,0 0 0,-41-40 16,1 0-1,0-40-15,40 0 16</inkml:trace>
  <inkml:trace contextRef="#ctx0" brushRef="#br0" timeOffset="258971.6411">19381 9986 0,'0'0'0</inkml:trace>
  <inkml:trace contextRef="#ctx0" brushRef="#br0" timeOffset="259401.6727">20023 10106 0,'0'0'0,"0"40"15,0 0 1,-40 40-1,0 41 1,40-81-16,-40 0 31,40 0-31,0-80 16,40 0 0,-40 0-16,40 0 15,-40-1-15,40 1 0,-40 0 0,40 0 0,-40 0 16,40 0-16,0 0 15,1 40 17,-41 40-32,0 0 0,40-40 15,-40 40-15,0 0 0,40 0 0,-40 0 16,0 1-16,0-1 16,0 0-16,0 0 0,0 0 15,0 0 1</inkml:trace>
  <inkml:trace contextRef="#ctx0" brushRef="#br0" timeOffset="259611.6033">19983 10106 0,'0'0'15,"0"-40"-15,40 0 16,161-81 0,-1 121-1,-119 0 1</inkml:trace>
  <inkml:trace contextRef="#ctx0" brushRef="#br0" timeOffset="259861.5886">19943 10948 0,'0'0'0,"40"0"31,80-40-15,-120 0-16,40 40 16,1-40-16,-1 0 0,40 40 15,-40-40-15</inkml:trace>
  <inkml:trace contextRef="#ctx0" brushRef="#br0" timeOffset="260191.5528">20184 10948 0,'0'-40'16,"40"40"-16,0 0 16,0 0-1,0 0-15,-40 40 16,0 40-1,0-40-15,0 1 0,-40-1 0,40 0 16,-40-40-16,40 40 16,-40 0-16,0 0 0,-1 0 15,1-40-15,121 0 32,-41-40-32,0 0 0,40 0 15,-40 40 1,0-40-16,0 40 15,1 0-15,-1-40 16,0 40-16,0 0 0,0 0 0</inkml:trace>
  <inkml:trace contextRef="#ctx0" brushRef="#br0" timeOffset="261071.5039">21588 11269 0,'-40'0'0,"40"-40"109,40 40-93,0 0-1,0 0-15,0 0 16,0 0-16,41 0 0,-41 0 0,0 0 0,40 0 16,-40-40-16,1 40 15,39 0-15,-40-40 0,0 40 0,0 0 0,0 0 16,0 0-16,1 0 15,-122 0 17</inkml:trace>
  <inkml:trace contextRef="#ctx0" brushRef="#br0" timeOffset="263401.4358">22029 10908 0,'0'-40'0,"-40"40"47,40 40 31,0 40-78,0-40 16,0 0-16,0 1 0,-40-1 0,40 0 0,0 0 15,0 0-15,-40 40 0,40-40 0,0 0 0,-40 1 16,40-1-16,0 0 16,0 0-16,0 0 0,-40-40 0,40 40 0,0 0 15,0 0 1</inkml:trace>
  <inkml:trace contextRef="#ctx0" brushRef="#br0" timeOffset="263871.3372">22872 11189 0,'40'0'31,"0"-40"-15,0 0-1,1-41 1,-1 41 15,-40-40-15,-81 80-1,-79 40 1,40 121 15,79-41-15,41-80-1,0 0-15,81 80 16,-41-120-16,40 41 16,-40-41-16,0 0 15,0 0-15,81-41 16,-41-39 0</inkml:trace>
  <inkml:trace contextRef="#ctx0" brushRef="#br0" timeOffset="264141.392">23434 10507 0,'-40'0'32,"80"0"-32,-40 0 15,40 0-15,40 0 16,81-40 0,-121 40-16,120-40 15</inkml:trace>
  <inkml:trace contextRef="#ctx0" brushRef="#br0" timeOffset="264551.2922">24437 10467 0,'0'-40'0,"0"0"0,0 0 31,0-1-31,0-39 16,40 80-16,-40-40 0,0 0 16,0 0-1,0 80 32,0 0-31,-40-40-16,40 40 0,0 0 0,0 0 0,0 1 15,0-1-15,0 0 16,0 0-16,0 0 0,0 0 0,0 0 0,0 0 16,40 0-16,-40 1 0,0-1 0,0 0 0,0 0 15,0 0-15,-40 0 0,40 0 16,-40 0-16,40 0 0,-40 0 0,0 1 0,-1-41 16,1 40-1,0-40-15,0 0 0,0 0 16,0-40-1,40-1-15,0-39 0,0 40 16</inkml:trace>
  <inkml:trace contextRef="#ctx0" brushRef="#br0" timeOffset="264731.3568">24437 9865 0,'-40'0'16,"80"0"-16,-80-40 0,0 40 0</inkml:trace>
  <inkml:trace contextRef="#ctx0" brushRef="#br0" timeOffset="265151.3325">25039 10306 0,'0'41'16,"0"-1"-1,-40 0 1,-41 120-1,81-80 1,0 1 0,0-121-1,41-1 1,79-159 15,-80 80-31,-40 39 16,40 81-16,-40-40 15,0 80 1,0 0 0,0 41-16,0-41 15,0 0-15,0 0 0,0 0 0,40 0 16,-40 0-16,0 0 16,40-40-16,-40 41 15</inkml:trace>
  <inkml:trace contextRef="#ctx0" brushRef="#br0" timeOffset="265341.323">25079 10186 0,'0'0'0,"-40"0"0,40-40 16,0 0-1,40 40-15,-40-40 16,80 40-16,-40 0 16,0 0-16,1 0 0,-1 0 0,0 0 15,0 0-15,0 0 0,0 0 0</inkml:trace>
  <inkml:trace contextRef="#ctx0" brushRef="#br0" timeOffset="266101.2208">25079 11309 0,'-40'0'15,"80"0"48,0 0-63,0 0 15,0 0-15,0 0 0,1 0 0,-1 0 16,40 0-16,-40 0 0,40-40 16,-39 40-16,-1 0 0,40-40 0,-40 40 0,40 0 15,-40 0-15,1-40 0,-1 40 0,0 0 0,0-40 16</inkml:trace>
  <inkml:trace contextRef="#ctx0" brushRef="#br0" timeOffset="266351.2636">25360 10988 0,'0'0'16,"0"-40"-16,-40 40 15,40 40 16,0 0-31,0 0 0,0 1 0,0-1 16,0 0-16,0 40 0,0-40 16,0 0-16,0 0 0,40 0 0,-40 41 15,0-41-15,40 0 0,-40 0 0,0 0 16</inkml:trace>
  <inkml:trace contextRef="#ctx0" brushRef="#br0" timeOffset="269890.9762">26684 10748 0,'-40'0'0,"40"40"16,0-80 0,40 40 31,0 0-32,0 0-15,0 0 16,1 40-16,-41 0 0,40-40 15,-40 40-15,40 0 16,-40 0-16,0 0 0,0 0 0,0 0 16,0 1-16,0-1 0,-40-40 0,40 40 0,-40-40 15,40 40-15,-41-40 0,41 40 16,-80-40-16,40 0 0,40-40 31,0 0-31,0 0 16,0 0-16,40 40 15,0 0 1,0 0-16,-40 40 0,41-40 0,-1 40 16,-40 0-16,40 0 15,-40 0-15,40 0 0,0 0 0,-40 0 16,40 1-16,-40-1 16,40-40-16,0 0 31</inkml:trace>
  <inkml:trace contextRef="#ctx0" brushRef="#br0" timeOffset="270281.0307">27366 11149 0,'0'0'15,"40"0"1,81 0-1,-41-81 17,-40 1-17,-40-40 1,-40 120 0,-80 80 15,39 40-16,41 1 1,40-1 0,80-80 15,41 0-15,-41-80-1,-40 40-15,0-40 16</inkml:trace>
  <inkml:trace contextRef="#ctx0" brushRef="#br0" timeOffset="270541.0139">28008 10507 0,'0'0'16,"0"-40"-1,40 40 17,0 0-17,1 0-15,39 0 16,0 0-1</inkml:trace>
  <inkml:trace contextRef="#ctx0" brushRef="#br0" timeOffset="270980.9875">28570 10507 0,'40'0'15,"0"0"1,0-40-16,0 0 16,-40 0-1,0 0 1,-40-1 15,40 82 32,0-1-48,0 0-15,0 0 0,0 0 16,0 0-16,40-40 16,-40 40-16,0 0 0,0 0 0,0 1 15,0-1-15,0 0 16,0 0-16,-40-40 0,40 40 0,0 0 0,-40 0 15,0 0-15,40 0 16,-40 0-16,0-40 16,0 0-16,0 0 15,40-40-15,0 0 16,0 0-16</inkml:trace>
  <inkml:trace contextRef="#ctx0" brushRef="#br0" timeOffset="271140.9784">28650 10106 0,'0'0'16,"-40"0"-16,0-40 16,40 0-1</inkml:trace>
  <inkml:trace contextRef="#ctx0" brushRef="#br0" timeOffset="271630.874">29132 9986 0,'-40'-40'15,"80"40"17,0 0-32,-40 40 15,40-40-15,0 40 16,0 0-16,-40 0 15,0 0-15,0 0 16,0 0-16,-40-40 0,40 40 0,-40 0 16,40 1-16,-40-41 0,40 40 0,-40-40 0,40 40 15,-40-40-15,120 0 32,-40 0-17,0 0-15,0 0 0,0 0 16,1 0-1,-1 0-15,-40 40 16,0 0-16,-81-40 0,81 40 0,-40-40 16,0 0-16,0 40 15,0-40-15,0 0 0,0 40 0,0-40 16,-1 0 0,41-40-16,0-40 15</inkml:trace>
  <inkml:trace contextRef="#ctx0" brushRef="#br0" timeOffset="272050.8482">29814 10066 0,'0'40'31,"-40"40"-15,-40 81 0,39-41-1,41-160 17,0 0-32,41 40 15,-41-40-15,0-1 16,40 1-16,-40 0 0,0 0 0,40 0 15,-40 0-15,40 40 0,-40-40 16,0 0-16,0 80 47,0 0-47,0 0 0,40-40 16,-40 40-16,0 0 0,40 0 15,-40 0-15,0 1 0,0-1 0,0 0 16,0 0-1,0 0-15</inkml:trace>
  <inkml:trace contextRef="#ctx0" brushRef="#br0" timeOffset="272260.837">29653 10106 0,'-40'0'16,"121"0"0,-41 0-16,-40-40 15,80 40 1,121-40 0,-81 40-1</inkml:trace>
  <inkml:trace contextRef="#ctx0" brushRef="#br0" timeOffset="272560.819">29413 10828 0,'0'40'16,"0"-80"-16,40 80 47,0-40-47,0-40 15,0 40-15,0 0 0,0-40 16,1 40-16,-1 0 15,0 0-15,-40-40 0,40 40 0,0-40 16,0 40-16</inkml:trace>
  <inkml:trace contextRef="#ctx0" brushRef="#br0" timeOffset="272980.8696">29613 11068 0,'0'0'16,"40"0"15,81 0-15,-81 0-1,0 81 1,-40-41-1,-80 80 1,-41-40 0,121-40-16,41-40 31,-1 0-15,120-80-1,121 80 1,-120-40 15,-202 40-15,1 0-1,-120 0 1</inkml:trace>
  <inkml:trace contextRef="#ctx0" brushRef="#br0" timeOffset="274910.6801">13081 12953 0,'-40'41'0,"0"-41"47,40-41-32,40 41 17,0 0-17,0 0-15,0 0 0,41 0 0,-41 0 0,0 0 16,40 0-16,-40-40 0,0 40 16,41 0-16,-41-40 0,0 40 0,0 0 0,0 0 15,0 0 1,-40-40-16,40 40 0,1 0 0,-1 0 15</inkml:trace>
  <inkml:trace contextRef="#ctx0" brushRef="#br0" timeOffset="275270.7298">13282 13274 0,'-40'0'15,"80"0"-15,-120 0 16,160 0 31,-40 0-31,0 0-16,0 0 0,0 0 0,41 0 15,-41 0-15,0 0 0,0 0 16,0 0-16,0-40 0,40 40 0,-39 0 0,-41-40 15,40 40-15,0 0 16,0 0-16,0 0 0,-40-40 16,-40 40-1,0 0 1,0 0-16</inkml:trace>
  <inkml:trace contextRef="#ctx0" brushRef="#br0" timeOffset="276310.6172">15208 12552 0,'0'0'0,"40"0"31,-80 0 0,0 0 63,40 40 46,0 1-124,0-1-16,-40 0 0,40 0 0,0 0 0,0 0 16,0 0-16,0 0 0,-40 41 0,40-41 0,0 0 15,0 0-15,0 0 0,0 0 16,-41 0-16,41 0 0,0 0 0,0 0 0,0 1 16,-40-41-1,40 40-15,40-40 31,-40-40-15,41 40-16,-41-41 0</inkml:trace>
  <inkml:trace contextRef="#ctx0" brushRef="#br0" timeOffset="278840.5234">16010 12873 0,'41'0'16,"-1"0"187,0 0-188,0 0-15,0 0 0,0 0 16,0 0-16,0 0 0,1 0 0,-1 0 0,0 0 16,0 0-16,0 0 15,0 0-15,0 0 0,0 0 0,1 0 0,-1 0 16,0 0-16,0 0 0,0 0 15,0 0-15,-120 0 47</inkml:trace>
  <inkml:trace contextRef="#ctx0" brushRef="#br0" timeOffset="279150.5043">16412 12633 0,'0'0'15,"-40"0"32,40 40-47,0 0 0,-41 0 16,41 0-16,0 0 0,0 40 15,0-40-15,-40 1 0,40-1 0,0 0 16,0 0-16,0 0 16,0 0-16,0 0 0,0 0 15,40-40 1,1 0-16</inkml:trace>
  <inkml:trace contextRef="#ctx0" brushRef="#br0" timeOffset="279660.3991">17335 12753 0,'0'0'0,"40"-40"31,0-40-15,120 80 0,-120 0-1,41 120 1,-81 80 15,-81-119-31,-39 79 16,-40-120 15,119-40-31,1 0 31,40-80-15,81 80-1,79 0 1,-80 80 0,-40-40-1,81 40 1,-121-39 0,40-41 15</inkml:trace>
  <inkml:trace contextRef="#ctx0" brushRef="#br0" timeOffset="279970.4565">18458 12512 0,'-40'0'16,"80"0"-16,-120-40 16,80 80-1,-80-40 1,80 40-16,-40-40 0,40 81 16,-41-41-16,41 0 0,-40 0 0,40 0 0,-40 0 15,40 0-15,0 0 16,0 0-16,0 1 0,0-1 0,0 0 0,0 0 15,0 0-15,0 0 0,0 0 16,40 0-16,-40 0 0,40-40 0,-40 40 16,41-40-16,-1 41 0,0-41 0,0 40 15,0-40 1,0 0-16</inkml:trace>
  <inkml:trace contextRef="#ctx0" brushRef="#br0" timeOffset="280190.4432">18739 13194 0,'0'0'0,"0"-40"16,40 40 15,0 0-15,0 0-16,41 0 31,-1 0-15</inkml:trace>
  <inkml:trace contextRef="#ctx0" brushRef="#br0" timeOffset="280680.3383">19461 13154 0,'0'0'0,"0"-40"16,0 0 0,0 0-1,40 40-15,-40-40 0,41 40 0,-1-41 16,0 1-16,-40 0 16,0 0-16,0 0 15,0 0 1,0 0-1,-40 80 48,40 0-63,-40 0 0,40 0 16,0 0-16,0 0 15,0 1-15,0-1 0,0 0 0,0 0 16,0 0-16,0 0 15,0 0-15,0 0 0,0 0 0,0 0 0,0 1 16,0-1-16,-41 0 0,41 0 0,-40 0 16,40 0-16,0 0 0,-40 0 15,0-40-15,40 40 0,-40 1 16,0-41 0,0 0-16,0 0 15,-1 0-15,1-41 16,0 1-16,40 0 15,-40 40-15,40-40 0,0 0 0,-40 0 16</inkml:trace>
  <inkml:trace contextRef="#ctx0" brushRef="#br0" timeOffset="280890.4035">19662 12392 0,'-40'0'0,"80"0"0,-120 0 0,40 0 16,-1 0 0,1 0-16,80 0 31</inkml:trace>
  <inkml:trace contextRef="#ctx0" brushRef="#br0" timeOffset="281250.3803">20224 12673 0,'-40'0'16,"40"40"15,40 0-31,-40 0 15,40 0-15,-40 0 0,0 0 0,0 0 0,0 1 16,0-1-16,0 0 16,0 0-16,0 0 0,0 0 0,0 0 0,-40 0 15,40 0-15,-40-40 0,-1 40 16,1 1-16,0-1 0,0-40 0,0 40 16,0-40-1,0 40-15</inkml:trace>
  <inkml:trace contextRef="#ctx0" brushRef="#br0" timeOffset="281810.2907">21267 13114 0,'-40'0'15,"80"0"-15,-40 0 47,40 0-47,0 0 16,0 0-16,0 0 0,1 0 0,-1 40 0,40-40 16,-40 0-16,0 40 15,0-40-15,41 0 0,-41 0 0,0 0 0,0 0 16,40 0-16,-40 0 0,1 0 15,-1 0-15,0 0 0,0 0 16,-40-40-16</inkml:trace>
  <inkml:trace contextRef="#ctx0" brushRef="#br0" timeOffset="282170.3259">21829 12793 0,'-81'-40'31,"81"0"-31,-40 40 16,40 40 15,0 40-31,0 0 16,40 81-1,-40 119 17,-40-39-17,0-121 1</inkml:trace>
  <inkml:trace contextRef="#ctx0" brushRef="#br0" timeOffset="284310.1264">22912 12512 0,'40'0'0,"-40"40"16,0 0 30,-40-40-46,40 41 0,-40-1 16,40 0-16,-40 0 16,40 0-16,-40 0 0,40 40 0,0-40 0,0 1 15,-40-1-15,40 40 0,0-40 16,0 0-16,0 0 0,0 0 0,0 0 0,0 0 16,0 1-16,40-41 15,-40 40-15,0 0 0,40-40 0,-40 40 16,40-40-16,0 0 15,0 0-15,0 0 0,1 0 0,-1 0 16,-40-40-16,40 40 0</inkml:trace>
  <inkml:trace contextRef="#ctx0" brushRef="#br0" timeOffset="284560.1116">23273 13114 0,'0'0'32,"-40"0"-17,80 0 1,41 0 0,-41-40-16,80 40 15,-80 0-15,161-40 16,-41 0-1,-79 40 1</inkml:trace>
  <inkml:trace contextRef="#ctx0" brushRef="#br0" timeOffset="284830.1694">24397 12633 0,'0'0'16,"0"-41"0,0 82 15,40-41-15,-40 80-16,0-40 15,0 0-15,0 40 0,0-40 0,-40 0 16,40 1-16,0-1 0,0 0 15,-40 0-15,40 0 0,0 0 0,0 0 0,-40-40 16,40 40-16,0 0 0</inkml:trace>
  <inkml:trace contextRef="#ctx0" brushRef="#br0" timeOffset="285160.0743">24999 12512 0,'-40'-40'16,"40"120"-1,0-40 1,0 1-16,40-1 0,-40 0 0,0 0 16,40 0-16,-40 0 0,40 0 15,-40 40-15,0-39 0,0 39 0,0-40 0,0 0 16,0 40-16,-80-40 16,80 0-16,-40 0 0,40 1 0,-41-1 0,1 0 15,0 0-15,0 0 16,0-40-16,0 0 15</inkml:trace>
  <inkml:trace contextRef="#ctx0" brushRef="#br0" timeOffset="285500.073">26082 13274 0,'-40'0'32,"80"0"-17,0 0 1,0 0-16,1 0 0,-1 0 0,40 0 15,-40 0-15,0 0 0,0 0 0,0 0 0,1 0 16,-1 0-16,0 0 0,0 0 16,0 0-16,0 0 0,0 0 15,0 0 1,1-40 0,-41 0-16</inkml:trace>
  <inkml:trace contextRef="#ctx0" brushRef="#br0" timeOffset="285790.055">26403 12913 0,'0'-80'16,"0"160"-16,0-120 47,0 120-47,0-39 15,0-1-15,0 0 0,0 0 16,0 0-16,0 0 0,0 40 0,0-40 0,0 0 16,0 1-16,0-1 15,0 0-15,0 0 0,0 0 0,-40-40 0,40 40 16,0 0-16,-40-40 0,40 40 15</inkml:trace>
  <inkml:trace contextRef="#ctx0" brushRef="#br0" timeOffset="286310.0076">27286 12913 0,'0'-80'31,"0"40"-31,40 0 16,40 40-1,1 0 1,-41 0-16,40 120 16,-80-80-16,40 0 0,-40 121 15,0-121-15,-40 120 32,40-120-32,-80-40 0,-1 81 15,41-41-15,0-40 16,0 40-16,0-40 0,40-40 15,0 0 17,40 0-32,40-1 15,-40 41-15,41 0 16,-41 0-16,80 81 31,-80-81-31,-40 40 0,81 0 16,-41-40-16,40 40 15,-40-40-15,0-40 16</inkml:trace>
  <inkml:trace contextRef="#ctx0" brushRef="#br0" timeOffset="287009.9758">28851 12512 0,'-40'0'0,"0"0"47,40-40-47,-41 40 32,1 40-32,40 0 15,-40 0-15,0 1 16,40-1-16,-40 0 0,40 0 0,0 0 0,-40 0 15,40 40-15,0-40 0,0 1 0,0 39 0,0-40 16,0 0-16,0 0 0,0 0 16,40 40-16,-40-40 0,40 1 0,-40-1 15,40 0-15,0 0 16,0 0-16,1-40 16,-1 0-1,0 0-15</inkml:trace>
  <inkml:trace contextRef="#ctx0" brushRef="#br0" timeOffset="288549.9486">29252 13034 0,'40'0'31,"0"0"-15,-40-40-16,41 40 0,-41-41 15,40 41-15,-40-40 0,40 40 0,-40-40 16,0 0-16,40 40 0,-40-40 0,0 0 16,0 0-1,0 80 48,0 40-63,0-40 15,0 0-15,0 0 0,0 1 0,0-1 0,0 0 16,0 0-16,0 0 16,0 0-16,0 0 0,0 0 0,-40 0 0,40 0 15,0 1 1,0-1-16,-40-40 0,40 40 0,0 0 0,-40-40 16,-1 40-16,1-40 15,0 0-15,0 0 0,0 0 16,0 0-1,0 0-15,0-40 0,-1 40 0,41-80 16,-40 40-16</inkml:trace>
  <inkml:trace contextRef="#ctx0" brushRef="#br0" timeOffset="288739.8633">29373 12552 0,'-41'0'16,"82"0"-16,-82-40 15</inkml:trace>
  <inkml:trace contextRef="#ctx0" brushRef="#br0" timeOffset="289059.844">30175 12512 0,'-40'0'16,"80"80"15,0-39-15,-40-1-16,40 0 0,-40 40 15,0-40-15,0 40 0,0-40 0,0 41 0,-40-41 16,40 40-16,-80-40 15,40 40-15,0-40 0,0 0 0,-1 1 0,-39-1 16,40 0-16,-40 0 0,40 0 0,-41-40 0</inkml:trace>
  <inkml:trace contextRef="#ctx0" brushRef="#br0" timeOffset="291229.7496">13362 14357 0,'40'0'110,"0"0"-95,0 0 1,1 0-16,-1 0 0,0 0 15,0 0-15,0 0 0,0 0 0,0 0 16,0 0-16,1 0 16,-1 0-16,0 0 0,0 0 0,0 0 0,0 0 15,-40-40-15,40 40 0,0 0 16,1 0-16</inkml:trace>
  <inkml:trace contextRef="#ctx0" brushRef="#br0" timeOffset="291469.7774">13803 14598 0,'-80'0'32,"160"0"-32,-160 40 0,40-40 15,80 0 16,0 0-15,0 0-16,1 40 16,-1-40-16,0 0 0,40 40 0,-40-40 0,40 0 15,-39 40-15,-1-40 16,40 0-16</inkml:trace>
  <inkml:trace contextRef="#ctx0" brushRef="#br0" timeOffset="294259.5413">15489 14237 0,'-40'40'109,"0"-40"-109,40 40 16,0 0-1,-41-40-15,1 0 0,40 40 0,-40-40 16,40 40-16,-40-40 16,40 40-16,0 1 15,0-1 1,0 0-1,40-40-15,0 0 16,0 40 0,1-40-16,-1 0 0,0 0 15,0 0 1,0 0-16,0 0 0,0 0 16,-40-40-1,40 40-15,-40-40 0,41 40 16,-41-40-16,0-1 31,40 41-31,-40-40 16,0 0-1,-40 40 17,40-40-32,-41 40 0,1-40 15,0 40 1,40-40-16,-40 40 0,0 0 62,0 0-46,0 40-16,0-40 16,-1 0-1,41 40-15,-40 0 0</inkml:trace>
  <inkml:trace contextRef="#ctx0" brushRef="#br0" timeOffset="299229.3176">1404 14598 0,'-40'0'0,"40"40"94,0 0-63,0 0-31,0 0 0,40 0 0,-40 0 0,0 0 0,0 1 15,0-1-15,0 0 0,0 0 0,0 0 16,0 40-16,0-40 16,0 0-16,0 1 0,0-1 0,0 0 15,0 0 1</inkml:trace>
  <inkml:trace contextRef="#ctx0" brushRef="#br0" timeOffset="299709.2169">1886 14638 0,'-40'0'31,"40"40"-16,-40-40-15,0 0 0,40 80 0,-41-80 0,41 40 16,-40-40-16,0 0 16,0 0-16,40 40 0,-40 0 0,0-40 0,40 41 15,-40-41-15,40 40 16,-40-40-16,-1 0 0,1 0 16,40 40-16,-40-40 15,80 0 32,0 0-16,1 40-15,-1-40 0,-40 40-16,40-40 0,-40 40 0,40-40 0,0 40 15,0 0 1,0-40-16,-40 40 0,40 1 15,1-41-15,-41 40 0,40 0 16,0 0 0,0-40-16,-40 40 0,40-40 15</inkml:trace>
  <inkml:trace contextRef="#ctx0" brushRef="#br0" timeOffset="299949.2749">2207 14999 0,'0'0'0,"0"-40"15,40 40 1,0-40 0,0 40-16,81-41 31,-81 41-31,0 0 0,40 0 15,-40 0-15,0 0 0,1 0 0,-1 0 16,0 0 0</inkml:trace>
  <inkml:trace contextRef="#ctx0" brushRef="#br0" timeOffset="300169.2634">2327 15360 0,'0'0'16,"40"0"31,1 0-47,-1 0 15,0 0 1,0 0-16,0 0 0,0 0 0,-40-40 0,40 40 15,0 0-15,1 0 0</inkml:trace>
  <inkml:trace contextRef="#ctx0" brushRef="#br0" timeOffset="300659.1571">3290 14798 0,'0'0'0,"40"0"32,1 0-32,-1 0 31,0 0-16,-40 80-15,40 81 32,-40-81-32,-80-80 0,80 120 31,-40-120-31,40 41 0,-81-1 16,41 0-1,40-80 1,0 0 15,40 40 0,0 0-31,1 0 0,-41 40 16,40-40-16,0 0 16,-40 40-16,40 0 0,-40 0 15,40-40-15,-40 40 16,40-40-16,-40 40 0</inkml:trace>
  <inkml:trace contextRef="#ctx0" brushRef="#br0" timeOffset="301719.0974">4895 14598 0,'0'0'0,"0"40"0,-40-40 16,0 0 0,40-40-1,-40 40 1,80 0 31,0 80-16</inkml:trace>
  <inkml:trace contextRef="#ctx0" brushRef="#br0" timeOffset="301909.0874">5056 15440 0,'-80'80'0,"160"-160"0,-200 240 16,79-160-16,1 40 15,40 1-15,-80 79 16,-40 0 0,120-80-16,-81 41 31,81-41-31</inkml:trace>
  <inkml:trace contextRef="#ctx0" brushRef="#br0" timeOffset="302699.0369">6982 15079 0,'-40'0'31,"40"40"0,40 0-15,0 0 0,-40 0-16,40 1 0,0-41 0,0 40 0,1 0 15,-41 0-15,40 0 0,0 0 0,0 0 0,0 0 16,0 0-1,0 0-15,-40 1 0,41-41 0,-41 40 0,40-40 16,-40 40-16,40-40 0,-40 40 16</inkml:trace>
  <inkml:trace contextRef="#ctx0" brushRef="#br0" timeOffset="302989.0952">7664 15159 0,'-40'0'0,"0"0"32,0 0-32,0 80 15,-81 41 16,-39 79-15,39 1 0,1-81 15,80-80-31</inkml:trace>
  <inkml:trace contextRef="#ctx0" brushRef="#br0" timeOffset="303289.0772">8065 15640 0,'-40'0'32,"40"41"-32,0-1 15,0 0 1,0 0-16,0 0 0,0 0 16,0 0-16,0 0 15,0 0-15,0 1 16,0-1-16,40-40 0,-40 40 15</inkml:trace>
  <inkml:trace contextRef="#ctx0" brushRef="#br0" timeOffset="303729.053">8788 14919 0,'0'0'0,"-40"40"16,-1-40-1,1 0-15,0 80 32,40-40-32,0 0 0,-40 80 15,40 121 1,40-81-1,0-39 17,81-81-17,-41-40 1</inkml:trace>
  <inkml:trace contextRef="#ctx0" brushRef="#br0" timeOffset="304098.9901">9109 15360 0,'0'0'0,"40"0"47,0 0-32,-40 40-15,40-40 0,-40 40 0,40-40 16,-40 40-16,40-40 0,-40 40 15,0 0-15,40 0 0,-40 0 16,0 1 0,-80-41-16,80 40 0,-40-40 15,0 0 1,0 0 0,40-40-1,40 40 1,0 0-1,0 40 1,0-40-16,0 40 0,1-40 16,-1 0-1,0 40-15,0-40 0,0 0 16</inkml:trace>
  <inkml:trace contextRef="#ctx0" brushRef="#br0" timeOffset="304408.9396">9991 15119 0,'0'0'16,"0"-40"-16,41 120 15,-1 0 1,0 1-16,40 119 31,-80-120-31,0 161 16,-40-40 0,-161-81-1,161-120 1</inkml:trace>
  <inkml:trace contextRef="#ctx0" brushRef="#br0" timeOffset="304898.9081">11396 15520 0,'-40'0'16,"0"0"-1,80 0 48,0 0-48,0 0-15,0 0 0,0 40 16,0-40-16,1 0 16,-1 0-16,0 0 0,0 0 0,0 0 0,0 0 15,0 0-15,0 0 0,1 0 0</inkml:trace>
  <inkml:trace contextRef="#ctx0" brushRef="#br0" timeOffset="305148.9655">11235 16122 0,'0'0'0,"-40"0"0,80 0 31,1 0-15,79 0-1,40 0 17,1 40-17,-121-40-15</inkml:trace>
  <inkml:trace contextRef="#ctx0" brushRef="#br0" timeOffset="324767.8076">13964 15761 0,'0'0'0,"0"-40"63,0 0-32,0-1 47,0 82 31,0-1-109,0 0 0,0 0 16,0 0-16,0 0 0,0 0 16,0 0-16,0 0 0,0 1 0,0-1 0,-40 0 15,40 0-15,0 0 16,0 0-16,0 0 0,0 0 0,0 0 16,0 0-16,40-40 31</inkml:trace>
  <inkml:trace contextRef="#ctx0" brushRef="#br0" timeOffset="325117.7398">14606 16042 0,'0'-41'47,"0"1"-47,40 40 16,40 0-16,-39 0 0,-1-40 0,0 40 15,40 0 1,-40 0-16,0 0 0,0 0 0,1 0 15,-1 0-15,0 0 0,0 0 16,0 0-16,0 0 0,0 0 0,0 0 16,1 0-1,-1 0-15,0 0 16,0 0-16,-40-40 0,40 40 0,-40-40 0,40 40 16</inkml:trace>
  <inkml:trace contextRef="#ctx0" brushRef="#br0" timeOffset="325397.7708">15208 15600 0,'-40'0'16,"80"0"-16,-80-40 0,40 80 46,0 0-30,0 1-16,0-1 0,0 0 0,0 0 16,0 0-16,0 0 0,0 0 15,0 0-15,0 0 0,0 1 0,0-1 0,0 0 16,0 0-16,0 0 0,0 0 0,0 0 16,0 0-16,0 0 15,40-40-15</inkml:trace>
  <inkml:trace contextRef="#ctx0" brushRef="#br0" timeOffset="325957.6614">16010 15560 0,'0'0'0,"0"-40"0,41 40 47,-1 0-31,0 0-16,40 0 15,-80 80-15,40-40 16,-40 1-16,0-1 0,0 0 16,0 0-16,0 0 0,0 0 0,-40 0 0,40 0 15,-40 0-15,0 1 0,0-1 16,0 0-16,-1 40 0,41-40 0,-40 0 0,0 0 15,0 0 1,0-40-16,40-40 16,0 0-1,40 40-15,-40-80 0,40 40 0,-40 0 0,40 40 16,-40-40-16,81 0 0,-41 40 16,0 0-16,0 0 15,-40 40-15,40-40 0,-40 40 16,40 0-16,-40 0 15,0 0-15,40-40 0,-40 40 0,0 0 0,0 0 16,40-40 0,1 0-1</inkml:trace>
  <inkml:trace contextRef="#ctx0" brushRef="#br0" timeOffset="326397.7113">16853 15961 0,'-40'0'16,"80"0"-16,0-40 15,0 40-15,0 0 0,41-40 31,-81 0-31,80 40 0,-40 0 0,0-40 32,-40 0-17,0 0 1,-40 40-16,0-40 16,0 40-16,0-41 0,0 41 15,-1 0 1,1 0-16,40 41 0,-40 39 31,0-40-31,40 0 0,0 40 16,0 0-1,120 41 1,-39-81 0,-41 0-1,40-80 1</inkml:trace>
  <inkml:trace contextRef="#ctx0" brushRef="#br0" timeOffset="326787.6895">17575 15360 0,'0'0'15,"-40"0"-15,80 0 63,0 0-47,1 0-16,-1 0 0,0 0 15,0 0-15,0 0 16,0 0-16,0 0 15</inkml:trace>
  <inkml:trace contextRef="#ctx0" brushRef="#br0" timeOffset="327247.587">18097 15239 0,'40'0'31,"0"0"-15,-40-40-16,0 0 16,0 0-1,0 80 79,0 0-94,0 0 0,0 1 16,0-1-16,0 0 15,0 0-15,0 0 0,0 0 16,0 0-16,0 0 15,-40 0-15,40 0 0,0 1 16,-40-41 0,40 40-16,-40-40 0,40-40 47,0-1-47,-40 41 0</inkml:trace>
  <inkml:trace contextRef="#ctx0" brushRef="#br0" timeOffset="327437.6505">18057 14919 0</inkml:trace>
  <inkml:trace contextRef="#ctx0" brushRef="#br0" timeOffset="328007.544">18659 15119 0,'40'0'47,"0"0"-47,-40 40 15,40-40 1,0 40-16,-40 41 0,0-41 16,0 0-16,0 0 15,0 0-15,-40-40 0,40 40 0,-40 0 0,40 0 16,-40-40-16,40 40 0,-40-40 0,40-40 31,0 0 0,0 0-31,40 0 0,0 40 32,0 0-32,0 0 15,-40 40-15,40-40 0,-40 40 16,41-40-16,-41 40 0,40-40 16</inkml:trace>
  <inkml:trace contextRef="#ctx0" brushRef="#br0" timeOffset="328407.5173">19140 15039 0,'0'0'16,"0"80"-1,0 0 1,0 41-1,0-41 17,-40-80-32,40-40 31,0 0-15,0 0-16,40-41 0,-40 41 0,40-80 31,41 80-16,-41 40 1,0 0 0,0 80-1,-40-40-15,0 80 16,0-79-16,0-1 16,0 40-1</inkml:trace>
  <inkml:trace contextRef="#ctx0" brushRef="#br0" timeOffset="328627.5033">19140 14959 0,'0'0'0,"40"0"31,41-40-15,79 40-1,-39 0 1</inkml:trace>
  <inkml:trace contextRef="#ctx0" brushRef="#br0" timeOffset="328877.5175">19180 15681 0,'41'0'31,"-41"-41"-15,40 41-16,0 0 15,0 0-15,0-40 16,0 40-16,0 0 16,0-40-1</inkml:trace>
  <inkml:trace contextRef="#ctx0" brushRef="#br0" timeOffset="329347.5376">19341 15721 0,'0'0'0,"0"40"15,40-40 32,0 0-31,0 0-1,0 0-15,1 0 16,-41 40 0,40 0-16,-40 0 15,0 0 1,-40-40-1,40 40-15,-81 0 0,81 1 16,-40-41-16,40-41 63,40 41-63,0 0 0,1 0 15,-1-40-15,0 40 16,0 0-1,0 0 1</inkml:trace>
  <inkml:trace contextRef="#ctx0" brushRef="#br0" timeOffset="329917.5042">21227 16122 0,'0'0'16,"-40"0"-16,0 0 31,80 0 0,40 0-31,80 0 16,-119 0-16,79 0 16,-80 0-16,121 0 15,-81 0 1,0-40-1</inkml:trace>
  <inkml:trace contextRef="#ctx0" brushRef="#br0" timeOffset="330137.4904">21628 15881 0,'0'0'0,"-40"0"0,40 40 47,0 0-47,40-40 16,-40 40-16,0 1 15,0-1-15,0 0 0,0 0 0,0 0 16,0 0-16,0 0 0,-40 0 16,40 0-16,0 0 15</inkml:trace>
  <inkml:trace contextRef="#ctx0" brushRef="#br0" timeOffset="330527.4079">22471 16042 0,'0'-41'0,"40"1"15,0 0 1,0 40 0,0-40-16,0 0 15,-40 0 1,-40 40-16,0 0 16,-40 0-1,0 40 1,-1 40-1,41 0 17,40-39-32,0 39 15,0-40-15,81-40 0,-81 40 16,80 0 0,40-40-1,-80 0 1</inkml:trace>
  <inkml:trace contextRef="#ctx0" brushRef="#br0" timeOffset="330787.4516">22992 15560 0,'0'0'32,"-40"0"-17,80 0 1,1 0 0,159 0-1,-120 0 1,-39-40-16</inkml:trace>
  <inkml:trace contextRef="#ctx0" brushRef="#br0" timeOffset="331187.3518">23634 15600 0,'0'0'0,"0"-40"31,41 40-31,39-40 16,0-80 0,-80 40 15,-40 80-15,40 40 15,0 0-16,0 0 1,0 0-16,0 0 16,0 0-16,0 0 15,0 0-15,0 1 0,0-1 16,0 0-16,0 0 0,0 0 16,-40 0-1,0 0-15,0 0 0,-1-40 16,41 40-1,-40-40-15,0 0 0,0 0 16,40-80-16,0 40 16</inkml:trace>
  <inkml:trace contextRef="#ctx0" brushRef="#br0" timeOffset="331377.4198">23795 15119 0,'-40'0'16,"40"-40"-16</inkml:trace>
  <inkml:trace contextRef="#ctx0" brushRef="#br0" timeOffset="332257.2938">24557 15280 0,'0'40'47,"0"0"-32,40 0-15,-40 0 0,0 0 16,0 0-1,-40 0-15,0-40 16,0 0 0,40-40 31,0 0-47,40 40 31,0 0-16,-40 40 1,40-40-16,-40 40 16,41-40 265,-1 0-265,0 0 30,0 0-46,-40 40 16,40 0 0,0-40-16,-40 41 0,40-41 0,0 0 31,-40 40-31,41-40 0,-1-40 16,-40-1-16,40 1 15</inkml:trace>
  <inkml:trace contextRef="#ctx0" brushRef="#br0" timeOffset="332727.2613">24437 15159 0,'0'40'16,"40"-40"46,0 0-62,0 40 16,0 1-1,1-41 1</inkml:trace>
  <inkml:trace contextRef="#ctx0" brushRef="#br0" timeOffset="333357.2269">25561 15199 0,'0'0'16,"-41"40"-16,41 1 31,0-1-15,-40 80-1,40 0 1,-40-80 0,40 41-1,-40-81-15,40-81 31,0 41-31,80 0 16,-80-80 0,121-81-1,-81 161 1,-40 80 15,0 0-15,0 1-16,0-1 0,40 0 0,-40 0 15,0 0-15,0 0 16,40 0-16,-40 0 0,0 0 16,40 0-1,0 1 1</inkml:trace>
  <inkml:trace contextRef="#ctx0" brushRef="#br0" timeOffset="333547.2151">25561 15199 0,'40'0'16,"40"0"-1,-40-40 1,0 40-16,0 0 0,0 0 0,1 0 0,-1-40 15,0 40 1</inkml:trace>
  <inkml:trace contextRef="#ctx0" brushRef="#br0" timeOffset="334157.1776">26845 16042 0,'-41'0'31,"82"0"16,-1 0-31,0 0-16,0 0 0,0 0 0,0 0 0,0 0 16,0 0-16,41 0 15,-41 0-15,0-41 0,40 41 0,-40 0 0,0 0 16,1 0-16,-1 0 0,-40-40 15,40 40-15</inkml:trace>
  <inkml:trace contextRef="#ctx0" brushRef="#br0" timeOffset="334417.2365">27246 15761 0,'-40'0'15,"80"0"-15,-80 40 47,40 0-47,0 0 0,40 0 16,-40 0-16,0 0 0,0 1 0,0-1 16,0 0-16,0 0 15,0 0-15,0 0 0,0 0 0,-40-40 16,40 40-1,0 0-15</inkml:trace>
  <inkml:trace contextRef="#ctx0" brushRef="#br0" timeOffset="334877.1593">28088 15520 0,'41'0'47,"-1"0"-47,0 0 15,0 0-15,0 40 0,0 40 16,-40-39-16,0-1 16,0 0-16,0 0 0,0 0 15,-40-40-15,40 40 0,-40-40 0,0 40 0,0-40 16,40 40-16,-40-40 0,-1 0 16,1 40-16,0-40 0,40-40 31,40 0-16,0 40-15,-40-40 16,81 40-16,-41 0 0,0 40 16,0 0-1,-40 0-15,40-40 0,-40 81 0,40-81 0,-40 40 16,40 0-16,1 0 0,-1-40 0,0 0 16,0 40-16,0-40 15,0 0-15</inkml:trace>
  <inkml:trace contextRef="#ctx0" brushRef="#br0" timeOffset="335237.1886">28931 15881 0,'0'0'0,"40"0"15,0 0 1,81-40-1,-81-40 1,-40 40 0,-40 40-1,-81 0 1,1 40 0,80 80-1,40 0 16,40-79-31,0-1 0,0 0 0,0 0 16,1-40 0,39 40-1,-40-40-15,40-40 16</inkml:trace>
  <inkml:trace contextRef="#ctx0" brushRef="#br0" timeOffset="335457.1192">29292 15520 0,'0'0'16,"-40"0"-1,80 0 1,0-40-1,161 0 17,-121 40-32</inkml:trace>
  <inkml:trace contextRef="#ctx0" brushRef="#br0" timeOffset="335857.0786">29894 15440 0,'40'-40'31,"0"40"-31,1-40 16,-41 0-16,40 40 0,-40-40 16,0-1-1,0 1-15,-40 40 16,40 40 46,0 1-62,0-1 0,0 0 16,0 0-16,0 0 16,0 0-16,40 0 0,-40 0 0,0 0 15,0 0-15,0 1 16,0-1-16,0 0 0,-40 0 15,-1 0-15,41 0 16,-40-40-16,0 40 0,0-40 0,0 0 16,0 0-1,40-40 1,-40 40-16,40-40 0</inkml:trace>
  <inkml:trace contextRef="#ctx0" brushRef="#br0" timeOffset="336037.1419">29934 15079 0,'-40'-40'16,"80"80"-16,-120-120 31,120 80-31</inkml:trace>
  <inkml:trace contextRef="#ctx0" brushRef="#br0" timeOffset="337217.0716">30536 15039 0,'-40'40'0,"40"-80"46,0 80 1,-40-40 203,80 0-140,0 0-110,0 0 15,0 0-15,1 0 0,-1 0 0,0 0 16,-40 40 0,40 0-16,-40 0 0,0 0 15,0 1-15,0-1 0,-40 0 16,40 0-16,0 0 0,-80-40 0,80 40 15,-41-40-15,41 40 16,-40-40-16,0 40 0,0-40 16,40-40-1,0 0 1,0 0 0,40 0-1,0 40-15,0 80 31,1-80-31,-1 40 0,0 0 16,0 0 0,0-40-16,0 0 15,0 0-15</inkml:trace>
  <inkml:trace contextRef="#ctx0" brushRef="#br0" timeOffset="337517.0537">31098 15440 0,'0'0'0,"0"40"62,0 0-15,0-80 0,40 40 0</inkml:trace>
  <inkml:trace contextRef="#ctx0" brushRef="#br0" timeOffset="338037.0233">31379 15039 0,'0'-40'15,"0"80"-15,40-120 32,0 80-32,40 0 15,-40 0 1,1 0-16,39 80 31,-80 0-15,0-40-16,0 0 15,-121 41 1,41-1 0,120-80 15,0 0-16,1 0-15,-1 0 16,0 0 0,-40 40-16,0 0 0,0 0 15,-40-40-15,40 40 16,-40-40-16,-1 0 16,41 40-16,-80-40 0,40 0 15,0 0-15,0 0 16,40-40-16,0 0 15</inkml:trace>
  <inkml:trace contextRef="#ctx0" brushRef="#br0" timeOffset="338456.925">32021 15039 0,'0'0'0,"-40"40"15,40 80 17,0-80-32,-40 81 15,40-81 17,-41-40-17,41-80 1,81-41 15,-81-39-15,40 120-1,-40 80 1,0 40 15,40 81-15,0-41-1,-40-40 17</inkml:trace>
  <inkml:trace contextRef="#ctx0" brushRef="#br0" timeOffset="338656.9111">31900 15079 0,'41'-40'31,"-41"0"-15,160 40 0,41 0-1,-161 0-15</inkml:trace>
  <inkml:trace contextRef="#ctx0" brushRef="#br0" timeOffset="338936.9699">31700 15761 0,'40'0'16,"0"-80"-1,121 39 1,-121 41 0,0-40-1,40 40 1,40 0-1,-39-40 1</inkml:trace>
  <inkml:trace contextRef="#ctx0" brushRef="#br0" timeOffset="339436.8846">31941 15761 0,'-41'40'31,"82"-80"-31,-41 80 31,80-40-31,-40 0 16,80 0 0,-80 80-1,-120 40 16,0-79-15,80-1 0,40-40-1,80-40 17,1 40-17,-41 0 1,0-41 15,-40 41-15,1 0-1,-82 0 63,1 0-62,0 0-16,0 0 16</inkml:trace>
  <inkml:trace contextRef="#ctx0" brushRef="#br0" timeOffset="340716.8647">10874 17084 0,'0'40'16,"40"-40"15,-40-40-15,81 40-16,-41-40 15,0 40-15,0 0 0,0 0 0,0-40 16,0 40-16,1 0 16,-1 0-16,0 0 0,-40-40 0,40 40 0,0 0 15,0 0-15</inkml:trace>
  <inkml:trace contextRef="#ctx0" brushRef="#br0" timeOffset="340946.7757">11035 17525 0,'40'0'47,"-40"-40"-47,40 40 0,0 0 16,0 0-16,0 0 15,1 0-15,-1 0 0,0 0 16,0 0-16,0 0 0,0 0 16,0 0-16,0 0 0</inkml:trace>
  <inkml:trace contextRef="#ctx0" brushRef="#br0" timeOffset="341266.7604">12640 16964 0,'0'0'16,"-40"0"-1,40 40 16,0 0-31,0 40 16,0 81 0,0 39-1,-40-79 17,40-81-17</inkml:trace>
  <inkml:trace contextRef="#ctx0" brushRef="#br0" timeOffset="341586.7438">13362 17365 0,'0'40'47,"40"-40"-47,0 40 0,0-40 15,1 0-15,-1 0 16,0 0-16,0 0 0,0 0 0,0 0 0,0 0 15,0-40-15,1 40 16,-1 0-16,-40-40 0,40 40 0,0 0 16,0 0-16,-40-40 0,40 40 15,-40-40-15,40 40 0</inkml:trace>
  <inkml:trace contextRef="#ctx0" brushRef="#br0" timeOffset="341866.7425">13603 17124 0,'-40'0'32,"40"40"-1,0 1-16,40-1-15,-40 0 16,0 0-16,0 0 0,0 0 0,0 0 0,0 0 16,0 0-16,-40 1 15,40-1-15,-40 0 0,40 0 0,-41 0 16,41 0-16</inkml:trace>
  <inkml:trace contextRef="#ctx0" brushRef="#br0" timeOffset="342406.6893">14566 17285 0,'40'0'31,"0"0"-15,0 0-1,0 0-15,1 40 0,-1-40 0,0 0 16,-40 40-16,40-40 16,-40 40-16,0 0 0,0 0 15,-40 0-15,-40 1 0,39-41 0,1 40 16,0-40-16,0 40 16,0-40-16,0-40 31,40 0-31,0-1 15,40 41 1,0 0-16,0 0 16,0 0-16,0 41 15,1-1-15,-1 0 16,0-40-16,-40 40 0,0 0 0,40-40 16,-40 40-16,40-40 15,-40 40-15,40-40 0,0 0 31</inkml:trace>
  <inkml:trace contextRef="#ctx0" brushRef="#br0" timeOffset="342836.7394">15449 17566 0,'-40'0'15,"80"0"-15,-40 0 32,40 0-17,120-41 1,-39 1 0,-81 40-1,-40-80 16,-40 40-31,0 40 16,-41-40 0,-39 80-1,40 80 17,40-39-17,40-1 1,40-40-16,80 40 31,-40-40-15,-40-40-1</inkml:trace>
  <inkml:trace contextRef="#ctx0" brushRef="#br0" timeOffset="343106.6478">16291 17405 0,'-40'0'16,"80"0"-16,-120 0 31,120 0 0,0 0-31,0 0 16,1 0-16,-1 0 15,0 0-15,0 0 0,0 0 0,0 0 16,0 0-16,0 0 0</inkml:trace>
  <inkml:trace contextRef="#ctx0" brushRef="#br0" timeOffset="343526.7014">16973 17365 0,'0'0'0,"0"-80"16,81 0 15,-81 39-31,80-39 31,-40 0-15,-80 80-1,40 40 1,0 0-16,0 0 16,0 0-1,0 1-15,0-1 0,0 0 16,0 0-1,40-40-15,-40 40 0,0 0 0,0 0 16,0 0 0,0 0-16,-40 1 0,0-1 15,0-40-15,40 40 0,-40-40 32,-1 0-32,1 0 0,0 0 15,40-40-15,-40 40 16,0-40-16</inkml:trace>
  <inkml:trace contextRef="#ctx0" brushRef="#br0" timeOffset="343716.6871">17014 16884 0,'0'0'0,"0"-40"16,-41 40 0,41-40-1</inkml:trace>
  <inkml:trace contextRef="#ctx0" brushRef="#br0" timeOffset="344286.5781">17816 16924 0,'0'0'0,"0"80"15,-40 0 17,0 81-17,0-121 1,40 40-16,-40 0 31,40-120-15,40 0-1,40-120 1,-80 79 0,40 1-1,0 40 1,-40 80-1,40 0 17,0 81-17,1-41-15,-41 0 16,0 0 0,0-40 15,0 0-31</inkml:trace>
  <inkml:trace contextRef="#ctx0" brushRef="#br0" timeOffset="344516.6054">17856 16964 0,'-40'0'15,"0"0"1,40-40 0,120 0-1,1 40-15,-41 0 16,81 0 0,-121 0-16</inkml:trace>
  <inkml:trace contextRef="#ctx0" brushRef="#br0" timeOffset="345456.5126">18859 17766 0,'-40'-40'32,"121"40"77,-41 0-109,0 0 0,0 0 0,0 0 0,0 40 16,40-40-16,1 0 0,-41 0 15,40 0-15,0 0 0,-40 0 0,1 0 0,39 0 16,-40 0-16,0 0 15,0 0-15,0 0 0,0 0 16,-40-40 0</inkml:trace>
  <inkml:trace contextRef="#ctx0" brushRef="#br0" timeOffset="345716.5135">19461 17485 0,'-40'0'15,"40"40"32,0 1-47,0-1 16,0 0-16,0 0 15,-40-40-15,40 40 0,0 0 0,0 0 0,-40-40 16,40 40-16,0 0 16,0 0-16,0 1 0,0-1 15,40-40-15</inkml:trace>
  <inkml:trace contextRef="#ctx0" brushRef="#br0" timeOffset="346166.4905">20384 17686 0,'-40'0'0,"40"-40"31,80 40-31,-80-40 16,81 40 0,-41 0-16,0-40 0,0 40 15,-40-41 1,0 1 0,-40 40-16,0 0 15,0 0 1,-1 0-16,1 0 0,0 0 15,40 40-15,-40-40 16,40 41-16,-40-1 0,40 0 16,0 0-16,0 0 0,0 0 15,0 0-15,40 0 16,0 0-16,0-40 16,-40 40-16,40-40 15,1 0-15,-1 0 0,0 41 0,0-41 16,0 0-16,0 0 0,0 0 15,0 0-15</inkml:trace>
  <inkml:trace contextRef="#ctx0" brushRef="#br0" timeOffset="346396.4935">21066 17485 0,'-40'0'16,"80"0"-16,-40-40 31,40 40-15,1 0-16,-1-40 15,0 40-15,0 0 0</inkml:trace>
  <inkml:trace contextRef="#ctx0" brushRef="#br0" timeOffset="346756.4511">21668 17405 0,'0'0'15,"0"-40"1,40-80-1,-40 39 1,-40 81 0,40 81 46,40-81-62,-40 40 0,0 0 0,0 0 16,40-40-16,-40 40 0,0 0 15,0 0-15,0 0 0,0 1 0,0-1 16,0 0 0,-40 0-16,40 0 0,-40-40 15,0 40-15,0-40 16,0 0-16,0 0 16,0 0-16,40-40 0,-41 40 15,41-40-15</inkml:trace>
  <inkml:trace contextRef="#ctx0" brushRef="#br0" timeOffset="346926.4988">21748 16964 0,'-40'0'0,"80"0"0,-120 0 0,40-40 31</inkml:trace>
  <inkml:trace contextRef="#ctx0" brushRef="#br0" timeOffset="347316.4752">22230 17205 0,'120'-41'15,"-120"1"-15,161 40 16,-121 0 0,40 40-1,-80 81 1,-80 39-1,-40-80 17,80-80-32,-1 41 15,82-41 17,-1 0-32,40 0 31,40 0-16,1 0 1</inkml:trace>
  <inkml:trace contextRef="#ctx0" brushRef="#br0" timeOffset="347696.4543">23073 17164 0,'-81'201'63,"81"-161"-63,-40 40 15,0-40-15,40 1 32,0-82-32,40 1 31,0-80-31,81-81 31,-41 81-15,-80 80-16,0 80 31,40 40-31,-40-40 16,40 81-1,0 79 16,-40-119-31,41-41 32</inkml:trace>
  <inkml:trace contextRef="#ctx0" brushRef="#br0" timeOffset="347896.4416">23073 17084 0,'0'0'0,"-40"0"16,80 0-1,0-40 1,160 40 0,-119-40-1,-1 40-15</inkml:trace>
  <inkml:trace contextRef="#ctx0" brushRef="#br0" timeOffset="348426.3595">23955 17846 0,'0'0'15,"41"0"48,-1 0-63,0 0 0,0 0 15,0 0-15,0 0 16,40 0-16,-39 0 0,-1 0 0,0 0 0,0 0 16,0 0-16,0 0 0,0 0 15,0 0-15,1 0 0,-1 0 0,0 0 0,0 0 16,0 0-1,-40-40-15,0 0 16</inkml:trace>
  <inkml:trace contextRef="#ctx0" brushRef="#br0" timeOffset="348686.3961">24397 17525 0,'-40'0'0,"80"0"0,-120 0 16,39 0-16,41 41 15,0-1 1,41 40 0,39 120-1,-80-119 1,0 79-1,0-120 1,40 0 0</inkml:trace>
  <inkml:trace contextRef="#ctx0" brushRef="#br0" timeOffset="349306.2894">25480 17285 0,'-40'0'16,"120"0"31,-39-40-47,-1 40 15,0 0 1,0 0-16,0 0 0,-40 40 16,40-40-16,-40 40 0,40-40 0,0 40 0,-40 0 15,41-40-15,-41 40 0,40 0 16,-40 0-16,0 1 0,0-1 0,0 0 16,-40 0-1,-41 0-15,41-40 0,0 40 0,0-40 16,0 0-16,0 40 15,0-40-15,40-40 32,40 0-17,0 40-15,0 0 16,0 0 0,-40 40-16,40-40 0,-40 40 0,40-40 15,-40 40-15,40-40 16,1 0-16,-1 40 0,0 0 15,0-40-15,0 0 16,0 0-16</inkml:trace>
  <inkml:trace contextRef="#ctx0" brushRef="#br0" timeOffset="349686.3378">26443 17726 0,'0'0'16,"40"0"0,41 0-1,-1-40-15,0-40 32,-80 40-32,-40-1 31,0 41-31,-121 41 31,81 39-15,40-40-16,40 80 31,40-40-15,0 1-1,121-81 16,-121-41-31,0 41 0</inkml:trace>
  <inkml:trace contextRef="#ctx0" brushRef="#br0" timeOffset="350136.3076">27085 17365 0,'0'0'0,"-40"0"0,80 0 62,0 0-46,1 0-16,-1 0 0,0 0 15,0 0-15,0 0 0,0-40 16,0 40-16,0 0 0,1 0 31</inkml:trace>
  <inkml:trace contextRef="#ctx0" brushRef="#br0" timeOffset="350586.2242">27647 17245 0,'0'-40'15,"0"-1"1,40 41-16,-40-40 16,40 40-16,-40-40 0,0 0 31,0 80 63,0 0-79,0 0-15,40 1 0,-40-1 16,0 0 0,41 0-16,-41 0 0,0 0 0,0 0 0,0 0 15,0 0-15,0 1 16,0-1-16,-41 0 0,1-40 15,40 40-15,-40-40 16,0 0-16,0 0 0,0 0 16,40-40-16,-40 40 0,0-40 0,-1 0 15</inkml:trace>
  <inkml:trace contextRef="#ctx0" brushRef="#br0" timeOffset="350786.2686">27687 16964 0,'-40'0'16,"80"0"-16,-80-40 0</inkml:trace>
  <inkml:trace contextRef="#ctx0" brushRef="#br0" timeOffset="351426.2311">28169 16924 0,'0'0'16,"40"0"15,0 0-31,0 0 16,0 0-16,0 0 15,0 0-15,1 0 0,-1 40 32,-40 0-32,0 0 0,0 0 15,0 0-15,-40 0 0,-1 1 16,1-1-16,0-40 16,0 40-16,80-40 46,0 0-46,0 0 16,1 0 0,-41 40-16,0 0 15,0 0 1,-41 0-16,1-40 0,0 40 16,0-40-16,0 0 0,0 0 15,0 40-15,0-40 0,-1 0 0,1 0 16,0 0-1,0 0-15,40-40 16,0 0-16</inkml:trace>
  <inkml:trace contextRef="#ctx0" brushRef="#br0" timeOffset="351946.2041">28851 17084 0,'40'0'15,"-40"40"-15,0 0 16,0 1 0,0-1-1,-40 0 1,0 0-16,40 0 15,-40 0 1,40-80 15,0 0-31,40 40 0,-40-40 0,40 0 16,-40 0-16,40 40 16,-40-41-16,40 1 0,-40 0 0,40 0 15,-40 0-15,0 0 16,40 0-16,-40 80 47,41-40-47,-41 80 15,0-40 1,0 0-16,40 0 0,-40 1 16,0-1-16,0 0 15,0 0-15,0 0 0,0 0 0,0 0 16,-40-40-1,40 40-15,0 0 0,-41-40 16</inkml:trace>
  <inkml:trace contextRef="#ctx0" brushRef="#br0" timeOffset="352146.1892">28931 16924 0,'0'0'0,"80"0"16,-39-40-1,159 40 1,-160-40-16,41 40 16,-41 0-16,0 0 15,40-40-15</inkml:trace>
  <inkml:trace contextRef="#ctx0" brushRef="#br0" timeOffset="355445.9516">3411 17967 0,'40'0'235,"0"0"-220,0 0-15,0 0 0,0 0 16,1 0-16,-1 0 15,0 0-15,0 0 0,40 0 0,-40 0 16,0 0-16,1 0 0,-1 0 0,0 0 16,0 0-16</inkml:trace>
  <inkml:trace contextRef="#ctx0" brushRef="#br0" timeOffset="355705.9028">3411 18287 0,'0'0'0,"40"0"47,0 0-47,0 0 15,0 0-15,0 0 0,1 0 0,39 0 0,-40 0 16,0 0-16,0 0 0,0 0 0,0 0 0,41 0 16,-41 0-16,0 0 15</inkml:trace>
  <inkml:trace contextRef="#ctx0" brushRef="#br0" timeOffset="356995.8262">5056 17646 0,'0'40'140,"0"0"-140,0 0 31,-40 0-31,0 0 0,40 0 0,-40 0 16,40 1-16,0-1 0,-41 0 0,41 0 0,0 0 16,-40 0-16,40 0 0,0 0 15,-40-40-15,40 40 0,0 1 0,-40-1 0,40 0 16,0 0 0</inkml:trace>
  <inkml:trace contextRef="#ctx0" brushRef="#br0" timeOffset="357495.8765">5216 18047 0,'41'0'110,"-1"0"-95,0 0-15,0 0 0,0 0 0,0 0 0,0 0 16,41 0-16,-41 40 0,0-40 0,0 0 0,0 0 16,0 40-16,0-40 0,0 0 15,1 0-15,-41 40 0,40-40 16</inkml:trace>
  <inkml:trace contextRef="#ctx0" brushRef="#br0" timeOffset="357795.7829">5778 17886 0,'-40'0'0,"40"40"63,0 1-47,0-1-16,0 0 0,0 0 15,0 0-15,0 0 16,0 0-16,0 0 0,-40 0 0,40 1 0,0-1 15,0 0-15,0 0 0,-40-40 16,40 40-16</inkml:trace>
  <inkml:trace contextRef="#ctx0" brushRef="#br0" timeOffset="358785.7964">6260 17886 0,'-40'0'16,"40"40"281,-41-40-297,41 41 16,-40-41-16,40 40 15,0 0 141,-40-40-31</inkml:trace>
  <inkml:trace contextRef="#ctx0" brushRef="#br0" timeOffset="361375.5676">6300 18007 0,'40'0'16,"-80"0"93,0 0-109,0 0 16,-1 0-1,1 0 1,80 0 62,-40-40-62,41 40-16,-1-41 15,0 41 1,0-40-16,0 40 0,0 0 31,0 0-31,0 0 16,-40 40-16,0 1 0,0-1 15,0 0-15,0 0 16,0 0-16,-40-40 0,40 40 0,-40 0 16,40 0-1,-40-40-15,0 40 0,0-40 16,0 0-1,0 0 1,-1 0 0,82 0 62,39 0-78,-40 0 0,0 0 15,0 41-15,0-41 16,0 0-16,1 0 0,-1 0 0,0 40 0,0-40 16,0 0-16,-40 40 0,40-40 15</inkml:trace>
  <inkml:trace contextRef="#ctx0" brushRef="#br0" timeOffset="361975.5325">7504 17726 0,'-40'0'94,"-1"0"-78,1 40-16,0 0 15,40 0-15,-40-40 16,40 40-16,-40 0 0,40 1 0,0-1 0,-40 0 16,40 0-16,0 0 0,0 0 15,0 0-15,0 0 0,0 0 0,0 1 16,0-1-1,0 0-15,40 0 0,-40 0 0,0 0 16,40-40-16,0 40 16,0-40-16,0 0 15,1 0-15,-1 0 0</inkml:trace>
  <inkml:trace contextRef="#ctx0" brushRef="#br0" timeOffset="365745.3872">7905 18047 0,'-40'0'0,"0"0"78,40 40-62,-40 0-16,-1-40 15,41 40 1,-40-40-1,40-40 48,40 40-32,1 0-15,-1 0-16,0 0 15,0 0-15,0 0 0,0 0 0,0 0 16,0 0-16,1 0 16,-1 0-16,0 0 15,0 0-15,0 0 0,0 0 0,0 0 16,0 0 0,1-40-16</inkml:trace>
  <inkml:trace contextRef="#ctx0" brushRef="#br0" timeOffset="366195.2826">8788 17886 0,'-40'0'0,"-1"0"94,41 40-94,-40 1 15,40-1 1,0 0-16,-40 0 0,0 0 16,40 0-16,0 0 15,-40-40-15,40 40 0,0 0 0,0 1 16,-40-1-16,40 0 15,0 0-15,0 0 16,40-40-16</inkml:trace>
  <inkml:trace contextRef="#ctx0" brushRef="#br0" timeOffset="366555.2622">9149 17886 0,'40'0'32,"0"0"-17,-40 40-15,40-40 0,-40 41 0,40-1 16,0 0 0,-40 0-16,0 0 0,0 0 0,0 0 0,0 0 15,-40 0-15,40 1 0,-80-1 16,40 0-16,0 0 0,0 0 0,0 0 15,-1-40-15,1 0 0,0 40 0,0 0 16,0-40-16</inkml:trace>
  <inkml:trace contextRef="#ctx0" brushRef="#br0" timeOffset="368535.1466">31258 6216 0,'0'0'0,"-40"0"16,40 40 15,0 0 16,0 0-32,0 0 1,0 0 0,-40-40-16,40 40 15,0 0-15,0 1 31,40-41-31,0 0 16,1 0-16,-1 0 16,0 0-1,0 0-15,40 0 0,-40-41 0,0 41 0,1 0 16,-1-40-16,40 40 16,-40-40-16,0 40 0,0 0 0,0-40 0,1 0 15,-1 40-15,-40-40 16,40 40-16,-40-40 0,40 40 0,0 0 15,-40-40-15,40 40 0,0 0 0,0 0 16,1 0-16,-1 0 16,0 0-16,0 0 0,0 0 0,0 40 15,0-40-15,0 0 16,-40 40-16,41-40 0,-1 0 0,0 0 16,0 0 15,-40-40-16,-40 40 32,40 40-31,-40-40 0,40 40-1,-40-40 1</inkml:trace>
  <inkml:trace contextRef="#ctx0" brushRef="#br0" timeOffset="386804.1394">9951 18368 0,'-40'0'31,"80"0"78,0 0-109,1 0 0,-1 40 16,0-40 0,0 0-16,0 0 0,0 0 0,0 0 15,0 0 1,1 0-16,-1 0 0,0 0 15</inkml:trace>
  <inkml:trace contextRef="#ctx0" brushRef="#br0" timeOffset="387234.1176">10192 18207 0,'0'0'0,"0"40"140,0 0-140,0 1 0,0-1 16,-40-40-16,40 40 0,0 0 15,0 0 1,-40-40-16,40 40 0,0 0 16,0 0-1</inkml:trace>
  <inkml:trace contextRef="#ctx0" brushRef="#br0" timeOffset="387834.0211">10874 18087 0,'-40'0'16,"40"40"46,-40 0-46,0-40-16,40 40 16,-40-40-16,40 40 15,0 0-15,-40-40 0,40 41 0,0-1 32,0 0-32,0 0 0,0 0 15,0 0-15,40-40 16,0 0-1,-40 40-15,40-40 0,0 0 16,0 0 0,0 0-16</inkml:trace>
  <inkml:trace contextRef="#ctx0" brushRef="#br0" timeOffset="388223.9984">11356 18167 0,'-40'0'31,"40"40"-31,0 0 16,0 0-1,0 41 1,0-41-1,0 40 1,-40-40 15</inkml:trace>
  <inkml:trace contextRef="#ctx0" brushRef="#br0" timeOffset="388803.9526">11958 18127 0,'-40'0'0,"-1"0"16,82 0 30,-41 40-46,40-40 16,-40 40-16,40-40 0,0 40 16,-40 0-1,40-40-15,-40 41 0,0-1 0,0 0 16,0 0 0,0 0-16,-40-40 0,40 40 0,-40 0 15,40 0-15,-80-40 0,39 40 0,1 0 0,0 1 16,0-1-16,0-40 15,0 40-15,0-40 0,0 40 0,-1 0 16</inkml:trace>
  <inkml:trace contextRef="#ctx0" brushRef="#br0" timeOffset="390523.8626">12881 18287 0,'-41'0'0,"41"41"15,-40-41-15,80 0 94,1 0-78,-1 0-1,0 0-15,0 0 0,0 0 16,0 0-16,0 0 16,0 0-16,1 0 15</inkml:trace>
  <inkml:trace contextRef="#ctx0" brushRef="#br0" timeOffset="390973.8959">13081 18207 0,'-40'0'32,"40"40"46,0 0-63,0 1 1,0-1-16,0 0 0,0 0 16,0 0-16,0 0 15,0 0-15,0 0 16</inkml:trace>
  <inkml:trace contextRef="#ctx0" brushRef="#br0" timeOffset="417622.2607">13723 18328 0,'40'0'172,"-40"-41"-157,40 41-15,1 0 16,-1 0-16,0 0 16,-40 41-1,40-41-15,-40 40 0,40-40 16,-40 40-1,0 0 1,0 0 0,-40-40-16,40 40 0,-40-40 0,40 40 15,-40-40-15,40 40 16,-40-40-16,-1 40 0,1 0 16,40 1-16,-40-41 15,80 0 79,0-41-63,1 41-15,-1-40-16,0 40 15,0 0-15,-40 40 0,40-40 16,0 41 0,0-1-16,0-40 15,-40 40-15,41-40 16,-1 0-16,-40 40 16,40-40-16</inkml:trace>
  <inkml:trace contextRef="#ctx0" brushRef="#br0" timeOffset="422931.9476">14927 18207 0,'-40'40'109,"40"0"-109,-40-40 16,40 41-16,0-1 0,-80 0 16,80 0-16,-41 0 0,41 0 0,0 0 0,-40 0 15,0 0-15,40 0 0,0 1 0,-40-1 0,40 40 16,0-40 0,0 0-16,0 0 0,0 0 0,0 0 0,40 41 31,0-81-31,41 0 0,-81 40 0,40-40 15,0 0 1,0 0-16,0-80 0</inkml:trace>
  <inkml:trace contextRef="#ctx0" brushRef="#br0" timeOffset="423341.9224">15529 18528 0,'0'-40'15,"-40"40"-15,0 0 16,40-40 15,-40 40 16,-1 0-47,41 40 16,-40-40-1,40 40-15,-40 0 0,40 0 16,-40 0-16,40 0 15,0 1-15,0-1 16,40 0-16,-40 0 16,40-40-16,0 40 0,1-40 15</inkml:trace>
  <inkml:trace contextRef="#ctx0" brushRef="#br0" timeOffset="423701.958">15810 18528 0,'0'0'0,"80"0"16,0 0 15,-40 0-31,1 0 31,-41 80-15,-41 0 0,1-80-1,0 0 1,0 0-16,0 0 16,0 0-16,40-40 31,0 0-16,40 0 1,0 40-16,-40-40 0,40 40 16,0 0-1</inkml:trace>
  <inkml:trace contextRef="#ctx0" brushRef="#br0" timeOffset="424071.8786">16452 18488 0,'-40'0'16,"0"0"-1,40 40 1,0 0 15,40-40-31,-40 40 16,40-40-16,0 40 15,0 0 1,-40 1 15,0-1-15,-40-40-16,0 0 15,40 40-15,-40-40 0,0 0 0,-1 0 16,1 0 0</inkml:trace>
  <inkml:trace contextRef="#ctx0" brushRef="#br0" timeOffset="424591.9053">17014 18368 0,'40'0'0,"0"40"32,0-40-17,-40 40 17,-40 0-17,0-40 1,40 40-16,-40-40 0,-1 0 15,82 0 17,39 0-17,-40 0-15,0 0 16,-40 40 15,-40-40-15,0 40-1,0 0-15,0-40 0,-1 0 16,41 40-16,-40-40 16,0 0-16,0 0 0,40 41 15,-40-41-15</inkml:trace>
  <inkml:trace contextRef="#ctx0" brushRef="#br0" timeOffset="425131.8201">17535 18368 0,'0'40'16,"0"0"0,-40-40-16,40 40 15,0 0 17,-40-40-32,0 40 15,0 0 1,40 0 15,40-120 0,-40 40-31,40 40 0,-40-40 16,40 40-16,-40-40 0,0 0 0,40 40 16,0 0-1,-40-40-15,40 40 31,1 40-15,-41 0 0,40-40-16,-40 40 15,0 0-15</inkml:trace>
  <inkml:trace contextRef="#ctx0" brushRef="#br0" timeOffset="425371.8016">17495 18287 0,'0'0'0,"-40"0"16,120 0-1,-40 0 1,-40-40-16,121 0 16,-81 40-16,0 0 0,40-40 15,-40 40 1,0 0-16</inkml:trace>
  <inkml:trace contextRef="#ctx0" brushRef="#br0" timeOffset="425701.841">18298 18648 0,'0'-40'15,"40"40"1,0 0 0,0 0-1,80 0 1,-79 0-1,-1 0-15,40 0 16,-40 0-16</inkml:trace>
  <inkml:trace contextRef="#ctx0" brushRef="#br0" timeOffset="426211.7359">19180 18568 0,'0'0'15,"41"0"32,-1 0-16,-40-40-31,40 40 16,-40-40 15,0 80 47,0 40-62,0-40 0,-40-40-16,40 40 0,0 1 0,0-1 0,-40 0 15,40 0 1,-41-40-16,41 40 0,0 0 0,-40 0 15,0 0-15,0-40 16,40 40-16,-80-40 31,40 0-31</inkml:trace>
  <inkml:trace contextRef="#ctx0" brushRef="#br0" timeOffset="426401.7562">19341 18408 0,'-40'0'16,"80"0"-16,-120-40 31,120 40-31,0 0 0</inkml:trace>
  <inkml:trace contextRef="#ctx0" brushRef="#br0" timeOffset="427111.69">19983 18528 0,'-40'0'16,"0"0"-1,0 0 48,40 40-48,0 0-15,0 0 16,0 0-16,0 1 16,0-1-1,0 0-15,0 0 16,-41-40-1,1 0-15,40 40 0,-40-40 0,40-40 32,0 0-17,40 40-15,-40-40 0,40 40 16,1 0 0,-1-40-16,0 40 0,0 0 15,0 0 1,-40-41-16,40 41 0,0 0 0,0 0 15,1 0 1,-1-40-16,0 0 16,0 40-1,-40-40-15,0 0 32,0 80 14,0 0-30,-40 0 0,40 0-16,0 1 0,-40-41 15,40 40-15,0 0 16</inkml:trace>
  <inkml:trace contextRef="#ctx0" brushRef="#br0" timeOffset="427301.7112">20264 18408 0,'0'0'0,"-40"0"15,40-40-15,0 0 16,40 40-1</inkml:trace>
  <inkml:trace contextRef="#ctx0" brushRef="#br0" timeOffset="427791.716">20505 18528 0,'0'0'0,"40"0"16,0 0-1,-40 40 1,40-40-16,-40 40 31,0 0-15,0 0 15,-40-40-31,40-40 47,40 40-31,0-80-16,-40 40 31,40 40-31,-40 40 62,40 0-46,-40 0-16,40-40 0,-40 40 0,0 1 16,0-1-1,0 0-15,0 0 16</inkml:trace>
  <inkml:trace contextRef="#ctx0" brushRef="#br0" timeOffset="428391.6067">21227 18328 0,'-40'0'0,"80"0"31,0 0 1,0 0-17,0 0-15,0 0 16,0 0 0,1 0-16,-1 0 0,0 0 31,-40 40-16,0 0 1,0 0-16,-40-40 16,40 40-16,-81-40 15,41 0-15,40 40 0,-40-40 0,0 0 16,80 0 15,0 0-31,0 0 16,1 0-1,-41 80 1,-41-40 15,1-40-31,0 0 16,0 0 0,0 0-16,0 0 0,0 0 15</inkml:trace>
  <inkml:trace contextRef="#ctx0" brushRef="#br0" timeOffset="428941.6479">21789 18408 0,'0'40'31,"40"-40"-31,-40 40 32,-40 40-17,-1-80 1,41 40-16,-40 0 15,0-40-15,40 40 16,0-80 15,0 0-15,0 0-16,40 40 0,-40-40 16,40 40-16,-40-40 0,41 40 15,-41-40-15,40 40 0,0 0 31,0 0-15,0 0 15,-40 40-31,0 0 32,0 0-32,0 0 0,-40 0 15,40 0-15,-40-40 16,40 41-16,0-1 15</inkml:trace>
  <inkml:trace contextRef="#ctx0" brushRef="#br0" timeOffset="429611.5369">21708 18287 0,'40'0'31,"1"0"-15,-1 0 0,0 41-16,0-41 0,0 0 15,0 0-15,0 0 0,1 0 16,-1-41-16</inkml:trace>
  <inkml:trace contextRef="#ctx0" brushRef="#br0" timeOffset="430121.5196">22511 18167 0,'80'40'31,"-40"0"-31,0 0 16,-40 1 0,41-41-16,-41 40 0,0 0 0,0 0 0,0 0 15,0 0-15,0 40 0,-41-40 0,41 0 0,-40 1 16,40-1-16,-40 40 0,0-40 16,0 0-16,0 0 0,0 0 0</inkml:trace>
  <inkml:trace contextRef="#ctx0" brushRef="#br0" timeOffset="431581.4937">23273 18528 0,'40'0'94,"1"0"-78,-1 0-16,0 0 0,0 0 15,0 0-15,0 0 0,0 0 16,0 0 0,1 0-16,-1 0 0,0 0 15</inkml:trace>
  <inkml:trace contextRef="#ctx0" brushRef="#br0" timeOffset="431791.4158">23273 18809 0,'-40'0'31,"80"0"-31,0 0 16,41 0-1,-41 0-15,0 0 0,0-40 0,0 40 0,0 0 16,0 0-16,1 0 15,-1 0-15,0 0 0,-40-40 0,40 40 0</inkml:trace>
  <inkml:trace contextRef="#ctx0" brushRef="#br0" timeOffset="463969.5777">24357 18408 0,'-40'0'0,"40"40"0,40-40 47,-40-40 187,-40 40-78</inkml:trace>
  <inkml:trace contextRef="#ctx0" brushRef="#br0" timeOffset="467449.3721">24437 18368 0,'-40'0'16,"40"40"249,0 0-249,-40-40-16,40 40 15,-40 0 1,40 0 0,0 0-1,0 0-15,0 0 16,0 1 0,0-1-16,40-40 31,-40 40-31,0 0 15,0 0 1,-40 0-16,-1 0 16,41 0-16,-40-40 0</inkml:trace>
  <inkml:trace contextRef="#ctx0" brushRef="#br0" timeOffset="468939.286">24999 18608 0,'-40'0'0,"-1"0"46,1 0 17,40 40-63,-40-40 16,80 0 93,-40-40-93,40 40-16,1 0 93,-1 0-77,0 0-16,0 0 0,0 0 16,0 0-1,0 0-15,0 0 0,1 0 16,-1 0-16,0 0 0,-40-40 15,40 40-15,0 0 16,-40-40-16,40 40 16,-40 40 31,-40-40-32</inkml:trace>
  <inkml:trace contextRef="#ctx0" brushRef="#br0" timeOffset="470269.2046">25721 18408 0,'0'-40'31,"40"40"0,0 0-15,0 0-1,1-40 1,-1 40-16,0 0 16,-40-41-16,40 41 15,0 0 1,0 0 0,-40 41-16,40-41 15,-40 40-15,0 0 16,0 0-16,-40-40 0,0 0 15,40 40-15,-40-40 0,0 40 16,0-40 0,0 0-16,-1 0 15,1 40-15,80-40 78,1 0-62,-1 0-16,0 0 0,0 0 16,0 0-1,0 0-15,0 0 0,0 0 16,1 40-16,-1-40 16,0 0-16,0 0 0,0 0 0,-40 40 15,40-40-15,0 0 16,0 0-16,-80 0 47,0 0-32</inkml:trace>
  <inkml:trace contextRef="#ctx0" brushRef="#br0" timeOffset="470829.1749">26885 18448 0,'0'0'0,"-40"0"16,80 0 93,0 0-93,0 0 0,0 0-16,0 0 0,0 0 0,0 0 15,1 0-15,-1 0 0,0 0 16,0 0-16,0 0 0,0 0 16,0 0-16,0 0 0,1 0 15,-1 0-15,0 0 0,0 0 16,-40-40-16,-40 40 62</inkml:trace>
  <inkml:trace contextRef="#ctx0" brushRef="#br0" timeOffset="471559.0539">27045 18207 0,'40'40'16,"-40"0"109,0 1-78,0-1-32,0 0 1,0 0-16,0 0 16,0 0-1,40 0-15,-40 0 16,0 0-16,0 0 15,0 1 1</inkml:trace>
  <inkml:trace contextRef="#ctx0" brushRef="#br0" timeOffset="472439.0379">27888 18247 0,'-40'0'31,"40"-40"-15,0 80 234,0 0-235,0 1 17,0-1-17,0 0-15,0 0 32,0 0-32,0 0 15,0 0-15,0 0 0,0 0 16,40 0-1,-40 1 1,40-41 0</inkml:trace>
  <inkml:trace contextRef="#ctx0" brushRef="#br0" timeOffset="475788.879">28329 18247 0,'-40'0'46,"0"0"-30,40 40 0,-40-40-1,80-40 110,0 40-93,0 0-32,0 0 15,0 0-15,1 0 16,-41 40-1,0 1 1,40-41 0,-40 40-1,0 0 1,-40-40-16,-1 0 31,41 40-31,-40-40 0,0 0 0,40 40 16,-40-40-16,0 0 15,80 0 64,0 0-64,0 0 1,0 0-1,1 0 1,-1 0 0,0 0-16,0 0 15,0 40 1,0-40 0,-40 40-16,40 0 15</inkml:trace>
  <inkml:trace contextRef="#ctx0" brushRef="#br0" timeOffset="476598.7563">29011 18087 0,'-40'0'156,"40"40"-156,-40-40 0,40 40 31,-40-40-31,40 40 0,-40 0 16,40 0 0,0 1-16,0-1 0,0 0 15,0 0 1,40 0-16,0-40 31,-40 40-31,40-40 16,-40 40-16,40-40 0,1 0 31,-41 40-31,40-40 31</inkml:trace>
  <inkml:trace contextRef="#ctx0" brushRef="#br0" timeOffset="482478.4302">28129 18568 0,'-41'0'32,"41"40"155,41-40-156,-1 0 1,0 0-32,0 0 31</inkml:trace>
  <inkml:trace contextRef="#ctx0" brushRef="#br0" timeOffset="483578.4179">28129 18528 0,'0'40'109,"0"-80"94,0 0 47,0 80-172,0 0-62,0 0 0,-41-40-1,41 40 1,0 0-1,0 1 1</inkml:trace>
  <inkml:trace contextRef="#ctx0" brushRef="#br0" timeOffset="484178.3827">28008 18608 0,'40'0'0,"0"0"15,41 0 95,-41 0-95,0 0-15,0 0 16</inkml:trace>
  <inkml:trace contextRef="#ctx0" brushRef="#br0" timeOffset="485078.3314">29252 18408 0,'0'40'78,"40"-40"-63,0 0-15,1 0 16,-1 0-16,0 0 0,0 0 16,0 0-1</inkml:trace>
  <inkml:trace contextRef="#ctx0" brushRef="#br0" timeOffset="485418.2339">29734 18207 0,'0'0'15,"0"40"32,0 0-31,0 1 0,0-1-16,0 0 15,0 0-15,0 0 16,0 0-1</inkml:trace>
  <inkml:trace contextRef="#ctx0" brushRef="#br0" timeOffset="485878.2821">29894 18127 0,'0'0'15,"40"0"1,41 0 0,-1 0-1,40 40 1,-120 80 15,-40 1-15,0-121-16,0 80 15,0 0 17</inkml:trace>
  <inkml:trace contextRef="#ctx0" brushRef="#br0" timeOffset="486348.2563">30576 18247 0,'40'0'47,"1"0"-47,-1 0 15,0 0 1,0 0-16,0 0 16,0 0-1</inkml:trace>
  <inkml:trace contextRef="#ctx0" brushRef="#br0" timeOffset="486548.2419">30616 18488 0,'-40'0'32,"80"0"-32,-40 0 0,41 0 0,79-40 31,-40 40-31</inkml:trace>
  <inkml:trace contextRef="#ctx0" brushRef="#br0" timeOffset="490448.0119">31419 18368 0,'40'0'125,"0"0"-109,0 0-16,0 0 0,1 0 15,-1 0-15,0 0 0,0 0 16,0 0-16,0 0 15,-40-40-15,40 40 0,-40-41 32</inkml:trace>
  <inkml:trace contextRef="#ctx0" brushRef="#br0" timeOffset="491117.8972">31981 18087 0,'0'0'16,"-40"0"-16,80 0 47,0 0-47,-40-40 15,40 40-15,0 0 16,0 0 0,0 0-1,-40 40 1,0 0-16,0 0 15,0 0 1,0 0 0,0 0-1,0 1-15,-80-41 16,80 40 0,-40-40-1,80 0 48,0 0-48,0 0 1,-40 40-16,40-40 0,1 0 16,-1 0-16,0 0 0,0 0 15,0 0 1,0 0-16,0 0 0,0 0 15,1 0-15,-1 0 16,0 0-16,0 0 0,0 0 31,-40-40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17:07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2287 1564 0,'40'0'16,"-40"-41"-1,0 82 32,-40-41-47,40 80 16,0-40 0,0 0-16,-40 0 0,40 0 15,0 0-15,0 0 0,0 0 16,0 1-16,0-1 0,0 0 0,0 0 0,0 0 15,0 0-15,0 0 16,0 0-16,0 0 0,0 1 0,0-1 0,0 0 16,0 0-16,0 0 15,40-40 1</inkml:trace>
  <inkml:trace contextRef="#ctx0" brushRef="#br0" timeOffset="470.0153">2809 1764 0,'40'0'16,"-80"0"-16,80 40 31,-120 80-15,-41-39-16,-79 39 31,-1 0-15,41-80-1,119 1 1,82-41 15,-1 0-15,40-41-1,40 41 1,1 41 0,39-1 15,1 0-16,-1-40 1,-39 0 0</inkml:trace>
  <inkml:trace contextRef="#ctx0" brushRef="#br0" timeOffset="679.992">3330 2085 0,'-40'0'0,"80"-40"47,41 40-31,-41 0-16,0-40 0,0 0 16,0 40-16,41-41 0,-41 41 0,0 0 0,0-40 15,0 40-15,0 0 16,0-40-16,0 40 0,1 0 0</inkml:trace>
  <inkml:trace contextRef="#ctx0" brushRef="#br0" timeOffset="879.9203">3451 2326 0,'0'0'0,"-40"40"0,0-40 16,40 40-16,-41-40 15,122 0 17,-1-40-32,-40 40 0,0 0 0,0-40 15,41 40-15,-41 0 0,0-41 0,0 41 0,0-40 16,40 40-16,-39-40 16,-1 40-16</inkml:trace>
  <inkml:trace contextRef="#ctx0" brushRef="#br0" timeOffset="1309.8931">4414 1644 0,'0'0'15,"80"-121"1,161 81-1,-121 0 17,-39 80-17,-81 121 1,-121-1 0,81-40 15,40-39-16,80-41 1,1 0 0,-81 0 15,-121 80-15,-120 1-1,1 39 16,159-120-31</inkml:trace>
  <inkml:trace contextRef="#ctx0" brushRef="#br0" timeOffset="59716.3455">5858 1724 0,'0'-40'0,"0"0"0,-40 40 16,40-40-16,0 0 16,0 80 30,0 0-30,0 0 0,0 0-16,0 0 0</inkml:trace>
  <inkml:trace contextRef="#ctx0" brushRef="#br0" timeOffset="59926.372">5818 2486 0,'-80'80'31,"40"-40"-31,40 0 16,-80 81 0,40-1-1,-1-120 1</inkml:trace>
  <inkml:trace contextRef="#ctx0" brushRef="#br0" timeOffset="60206.2838">6701 1684 0,'0'0'16,"40"-40"-1,-40 80 1,40 0 0,0 0-16,121 120 15,-121-119-15,40-1 0,41 80 16,39 40-1,-39-79 1</inkml:trace>
  <inkml:trace contextRef="#ctx0" brushRef="#br0" timeOffset="60446.2858">7504 1684 0,'-40'-40'0,"-1"40"0,1 0 16,0 40-1,40 40-15,-40-40 16,40 0-16,0 0 16,-40 0-16,40 41 0,-40-41 0,40 0 0,-40 40 15,40-40-15,-41 40 0,1-39 0,40-1 0,-40 0 16,0 0-16,40 40 0,-40-40 15,0 0-15,0 0 0,40 0 0,-40-40 0,40 41 16</inkml:trace>
  <inkml:trace contextRef="#ctx0" brushRef="#br0" timeOffset="60706.2543">7584 2285 0,'-40'81'32,"40"-41"-32,0 0 0,0 0 15,0 120 1,0 1-1,0-41 1</inkml:trace>
  <inkml:trace contextRef="#ctx0" brushRef="#br0" timeOffset="61036.2329">8386 1564 0,'-40'-41'0,"0"41"0,0 0 16,0 41-16,0-41 15,40 80-15,-40-40 0,40 0 0,-40 0 0,40 0 16,0 0-16,-41 40 16,41-39-16,0 39 0,0-40 0,0 0 0,0 40 15,81-40-15,-81 0 0,0 1 16,40-1-16,-40 0 0,0 0 0,40 0 0,0 0 16,-40 0-16,40-40 0,0 40 0,0 0 15,1-40-15,-1 0 16</inkml:trace>
  <inkml:trace contextRef="#ctx0" brushRef="#br0" timeOffset="61446.2836">9109 1884 0,'0'-40'15,"0"80"-15,0-120 0,40 0 16,0 80-16,40 0 15,121 80 17,-161 0-32,-40-40 15,0 121 1,-80-81 0,80-40-16,0 0 31,0 0-31,40-40 15,0 0 1,0 41-16,0 39 31,-80 0-15,-80 0 0,-41-40-1,121-40 16,0-80-31</inkml:trace>
  <inkml:trace contextRef="#ctx0" brushRef="#br0" timeOffset="61706.2046">9871 1764 0,'0'0'0,"0"-40"0,80 40 31,-40 80-31,41-40 16,-1 201-1,0 0 17,-120 39-17,-161-79 1,81-161-1</inkml:trace>
  <inkml:trace contextRef="#ctx0" brushRef="#br0" timeOffset="61906.1834">10794 1965 0,'0'0'15,"40"-41"-15,121 1 16,-121 40-16,0-40 0,120 0 31,41 40-15,-81 0 0,-79 0-16</inkml:trace>
  <inkml:trace contextRef="#ctx0" brushRef="#br0" timeOffset="62066.2473">11155 2406 0,'0'40'16,"0"-80"-16,40 80 16,41-80-16,-41 40 0,80-80 15,81-1 1,-161 81-16,0 0 0</inkml:trace>
  <inkml:trace contextRef="#ctx0" brushRef="#br0" timeOffset="66355.92">14365 1243 0,'-40'0'16,"40"40"31,0 40-47,0-40 0,0 0 15,0 0-15,0 41 0,0-1 16,0-40-16,0 40 0,0 0 0,0-40 0,0 41 15,-40-41-15,40 40 16,0-40-16,0 0 0,0 0 0,0 0 0,0 0 16,0 1-16,0-1 0,-40 0 15</inkml:trace>
  <inkml:trace contextRef="#ctx0" brushRef="#br0" timeOffset="66595.9621">14646 1884 0,'-40'0'15,"120"-40"1,-40 40 0,1 0-16,39-40 0,-40 40 0,40 0 15,0 0-15,1 0 16,-1 0-16,0 0 0,0 0 0,1 0 0,-1 0 15,-40 0-15,40 0 0,-40 0 16,1 0-16,-1 0 0,0 0 0,0 0 0,0 0 16,0 0-1</inkml:trace>
  <inkml:trace contextRef="#ctx0" brushRef="#br0" timeOffset="66855.8876">15288 1363 0,'0'0'0,"0"-40"0,-40 40 31,40 80-15,0-40-16,0 0 0,0 0 15,0 1-15,0 39 0,0-40 16,0 0-16,0 40 0,0-40 0,0 40 0,0-39 15,0 39-15,0-40 16,0 40-16,0-40 0,0 0 0,0 0 0,0 41 16,0-41-16,0 0 0,0 0 15,0 0-15,0 0 0</inkml:trace>
  <inkml:trace contextRef="#ctx0" brushRef="#br0" timeOffset="67275.9414">16331 1403 0,'81'-80'16,"-162"160"-16,322-240 16,-201 160-16,81 80 31,-1 161-16,-120-121 1,-40 40-16,-121 81 31,-39-121-15,120-80 0,-1-120-1,81 0 1,40 40-1,121 0 1,-1 200 0,1-40 15,-41 1-15,-80-121-16,41 0 15</inkml:trace>
  <inkml:trace contextRef="#ctx0" brushRef="#br0" timeOffset="67655.8592">17495 1965 0,'0'0'0,"40"0"16,121-41-1,39-39 17,-119 80-32,-41-80 31,-80 40-15,-81 40-16,-39 80 31,79-40-31,41 40 15,0 41 1,80 39 15,0-120-31,81 41 16,39-81 0,-39-41-1</inkml:trace>
  <inkml:trace contextRef="#ctx0" brushRef="#br0" timeOffset="67885.9019">18338 1323 0,'0'0'15,"-40"0"-15,80 0 32,40 0-17,-40-40-15,0 40 0,0 0 0,1 0 0,-1-40 16,0 40-16,40 0 0,-40 0 0,0-40 0,0 40 16,1 0-16</inkml:trace>
  <inkml:trace contextRef="#ctx0" brushRef="#br0" timeOffset="68255.8079">19100 1082 0,'40'0'0,"-40"-40"0,40 40 15,-40-40-15,41 40 16,-1 0-16,0-40 0,0 0 0,0 0 15,-40 0 1,0 0 15,-40 40-15,40 40 0,-40 0-16,40 0 15,0 0-15,0 0 0,-40 0 0,40 0 16,0 0-16,0 41 15,0-41-15,0 0 0,0 40 0,0-40 0,0 0 16,0 0-16,0 0 0,0 1 16,0-1-16,0 0 0,-40 0 0,40 0 0,0 0 15,-41 0-15,1-40 16,40 40-16,-40-40 0,0 0 0,0 0 16,0 0-16,0 0 0</inkml:trace>
  <inkml:trace contextRef="#ctx0" brushRef="#br0" timeOffset="68445.8701">19301 441 0,'0'0'15,"-40"0"1,0 0-1</inkml:trace>
  <inkml:trace contextRef="#ctx0" brushRef="#br0" timeOffset="72855.5324">19983 721 0,'-40'0'16,"40"-40"15,40 40-31,0 0 15,40 0-15,-80-40 16,40 40-16,1 0 0,-1 0 0,0 0 16,0 0-1,0 40-15,-40 0 16,0 0-16,0 1 0,0-1 0,0 0 16,-40 0-16,0 0 15,40 0-15,0 0 0,-40 0 16,40 0-16,-40-40 15,40 40-15,40-40 47,0 0-47,0 0 0,0 0 16,0 0 0,-40 41-16,0-1 15,0 0-15,0 0 16,-40 0-16,0 0 0,-40 0 15,40-40-15,40 40 16,-41-40-16,1 0 0,0 0 0,0 0 0,0 0 16,0 0-16,0 0 15,0-40-15,40 0 0</inkml:trace>
  <inkml:trace contextRef="#ctx0" brushRef="#br0" timeOffset="73275.5848">20745 721 0,'0'0'0,"0"121"32,-40-41-32,0 80 31,0 1-16,40-121 1,0 0 0,40-160-1,0-1 1,40-79 0,-39 120-1,-41 39-15,40 41 16,-40-40-16,40 40 15,-40 121 17,0-1-32,40-40 15,0 81 1,0-81 0</inkml:trace>
  <inkml:trace contextRef="#ctx0" brushRef="#br0" timeOffset="73475.5724">20665 641 0,'40'40'0,"-80"-80"0,0 0 31,40 0-31,40 0 16,0 40-1,201 0 1,-40 40 0,-161-40-1</inkml:trace>
  <inkml:trace contextRef="#ctx0" brushRef="#br0" timeOffset="73755.4984">20344 1684 0,'0'40'16,"0"-80"-16,40 80 15,-40-80 1,121 0-1,-41 0-15,201-41 32,-81 1-17,-160 80-15,1 0 0,-1-40 16</inkml:trace>
  <inkml:trace contextRef="#ctx0" brushRef="#br0" timeOffset="74105.4629">20705 1724 0,'-40'0'16,"80"0"-16,-80 40 16,80-80-1,40 40-15,-39 0 16,39 40-1,-40 40 17,-40-40-32,0 0 0,-80 1 0,-1 39 15,41-40 17,80-40-17,1 0 1,79-40-1,-80 40-15,40-40 16,-40 40-16,41 0 16,-1-40-1</inkml:trace>
  <inkml:trace contextRef="#ctx0" brushRef="#br0" timeOffset="74415.5156">21789 2005 0,'-41'40'16,"82"-80"-16,-41 80 31,80-40-31,40 0 16,1 0-1,119 0 1,-39-80 0,-40 80-1,-121-41-15</inkml:trace>
  <inkml:trace contextRef="#ctx0" brushRef="#br0" timeOffset="74675.5004">22391 1604 0,'-41'-40'15,"82"80"-15,-122-80 32,81 80-17,0 0-15,0 0 16,0 0-16,0 0 0,0 0 0,-40 40 0,40-40 16,0 1-16,0 39 0,0-40 15,0 0-15,0 40 0,0-40 0,0 0 0,0 1 16,0-1-1</inkml:trace>
  <inkml:trace contextRef="#ctx0" brushRef="#br0" timeOffset="78995.1697">23354 1523 0,'0'0'0,"40"0"62,40 0-62,0 0 16,-40 0-16,0 0 0,1 0 15,-1 0-15,0 0 0,0 0 0,0 0 16,0 0 0,0 0-16,-40-40 31,-40-40-31,0 40 15,0 0 1,0 0-16,0 40 0,0 0 16,-1 0-16,1 0 15,0 0-15,0 0 0,0 40 16,0-40-16,40 40 0,-40-40 16,40 40-16,0 0 15,0 0-15,0 0 0,0 1 0,0-1 16,0 0-16,0 0 0,40 0 15,-40 0-15,0 0 0,40 0 0,0 0 16,-40 0 0,40-40-16,-40 41 0,40-41 0,0 0 15,1 0-15,-1 0 16</inkml:trace>
  <inkml:trace contextRef="#ctx0" brushRef="#br0" timeOffset="79255.1546">24236 1283 0,'0'0'15,"40"0"16,1 0-15,-1 0-16,0 0 0,0 40 16,0-40-16,0 0 0,0 0 15,0 0-15,1 0 0,-1-40 0,0 0 16,0 0 0</inkml:trace>
  <inkml:trace contextRef="#ctx0" brushRef="#br0" timeOffset="79695.2058">25039 1042 0,'0'0'16,"40"0"30,0 0-46,0 0 0,0 0 16,0-40 0,1 40-16,-1-40 0,-40 0 15,0 0 1,-40 80 46,40 0-46,0 0-16,0 0 0,0 0 0,0 0 0,0 0 16,0 1-16,0-1 15,0 0-15,0 0 0,0 0 0,0 0 0,0 0 16,-41 0-16,41 0 0,0 1 0,-40-1 0,40 0 16,0 0-16,-40 0 15,0-40-15,0 40 0,0-40 0,0 0 16,0 0-1,-1 0-15,41-40 0,0 0 16</inkml:trace>
  <inkml:trace contextRef="#ctx0" brushRef="#br0" timeOffset="79865.1932">25239 601 0,'0'0'16,"-40"0"-1</inkml:trace>
  <inkml:trace contextRef="#ctx0" brushRef="#br0" timeOffset="95364.2054">25882 761 0,'0'0'0,"0"41"31,40-82 78,40 41-109,-80-40 0,40 40 16,0 0 0,-40-40-16,40 40 0,0 0 15,-40 40 32,0 0-47,0 1 16,-40-1-1,40 0 1,-40-40-16,40 40 0,40-40 62,-40 40-46,40-40-16,1 40 31,-41 0-15,0 0 0,-41 0-16,1-40 15,40 40 1,-40-40-16,0 41 0,0-41 0,0 0 15,0 0-15,0 0 16,-1 0-16,1 0 16,0 0-16,0 0 0,40-41 15</inkml:trace>
  <inkml:trace contextRef="#ctx0" brushRef="#br0" timeOffset="95874.247">26363 681 0,'40'0'16,"-80"0"-16,80 40 16,-40 0-1,0 1 1,-40-1-16,40 0 0,-40 0 15,40 0-15,0 0 16,0 0-16,0 0 0,0 0 16,0-80 46,0 0-62,0 0 16,0 0-16,0 0 15,40 0-15,-40 0 0,40 40 16,-40-40-16,40-1 16,0 41 15,1 0-15,-41 41-16,0-1 31,40-40-31,-40 40 0,0 0 15,0 0 1,0 0-16,0 0 0,0 0 16,0 0-16,0 0 31</inkml:trace>
  <inkml:trace contextRef="#ctx0" brushRef="#br0" timeOffset="96114.2365">26363 761 0,'-40'0'0,"80"0"0,-40 0 31,40 0-16,81-40 1,-81 40-16,80 0 16,-80 0-16,40 0 15</inkml:trace>
  <inkml:trace contextRef="#ctx0" brushRef="#br0" timeOffset="97244.0904">27446 1965 0,'-40'0'0,"80"0"0,-120 0 16,160 0 31,-39 0-32,-1 0 1,0 0-16,0 0 15,0 0-15,0 0 0,40 0 0,-39 40 0,-1-40 16,0 0-16,0 0 0,0 0 0,0 0 0,0 0 16,0 0-16,1 0 15,-1 0-15,0 0 16</inkml:trace>
  <inkml:trace contextRef="#ctx0" brushRef="#br0" timeOffset="97604.0697">27968 1604 0,'-40'0'15,"80"0"-15,-120-40 16,80 80 47,0 0-63,0 0 15,0 0-15,-40 0 16,40 0-16,0 0 0,0 0 0,0 0 15,0 1-15,-40-1 16,40 0-16,0 0 0,0 0 0,0 0 16,0 0-16,0 0 0,40 0 15</inkml:trace>
  <inkml:trace contextRef="#ctx0" brushRef="#br0" timeOffset="101823.8985">29292 1483 0,'0'-40'78,"0"0"-62,40 40 0,1 0-16,-1 0 0,0 0 15,0 0-15,0 0 16,0 40-16,0-40 0,0 80 15,1-39 1,-41-1-16,0 0 0,-41 0 16,41 0-16,-40 0 0,0 0 0,0-40 0,0 40 15,0 0-15,0-40 0,0 40 16,-1 1-16,1-41 0,40 40 0,-40-40 0,0 0 16,0 40-1,0-40-15,40-40 31,-40 0-31,40-1 16,40 41 0,0 0-1,40 0-15,-40 0 0,0 41 16,1-41-16,-41 40 0,40 0 16,0 0-16,-40 0 0,40-40 0,0 40 0,0 0 15,-40 0 1,40-40-16,-40 40 0,40-40 0,1 0 15,-41 41-15,40-41 16,0 0-16</inkml:trace>
  <inkml:trace contextRef="#ctx0" brushRef="#br0" timeOffset="102203.8161">30015 1884 0,'40'0'16,"40"0"-16,-40-40 16,0 40-16,0 0 15,0-40-15,1 40 0,-1 0 0,0-40 16,0 0 0,-40 0-1,-40 40-15,0 0 16,40-40-16,-81 40 0,41 0 15,-40 0 1,80 40-16,-40-40 0,0 40 0,0 0 16,0 0-16,-1 0 0,41 0 0,-40-40 15,40 40-15,0 1 0,-40-41 16,40 40-16,0 0 0,0 0 0,0 0 16,0 0-1,80-40-15,-80 40 0,81-40 16,-41 40-16,0-40 15,0 0-15,0 0 0,0 0 0,0-40 16,1 40-16,-41-40 0,40 40 0</inkml:trace>
  <inkml:trace contextRef="#ctx0" brushRef="#br0" timeOffset="102483.8563">30376 1363 0,'-40'0'31,"120"-40"0,-40 40-31,0-40 0,0 40 0,0 0 16,41 0-16,-41 0 0,0 0 0,0 0 0,0 0 16,0 0-16,0 0 15,0 0-15,1-40 0</inkml:trace>
  <inkml:trace contextRef="#ctx0" brushRef="#br0" timeOffset="102893.8342">31098 1162 0,'-40'0'15,"80"0"-15,0-40 32,0 0-17,0 40-15,0 0 0,-40-80 0,41 80 16,-41-40-1,40 40-15,-40-40 0,0 80 47,0 0-31,0 0 0,0 0-16,0 0 0,0 0 0,0 1 15,0-1-15,0 0 16,0 0-16,0 0 0,-40 0 0,40 0 0,0 0 15,0 0-15,0 1 0,0-1 16,-41-40-16,41 40 0,0 0 0,-40-40 0,40 40 16,-40-40-16,40 40 0,-40 0 0,0-40 15,0 0 1,0 0-16,0-40 16,40 0-1,0 0-15</inkml:trace>
  <inkml:trace contextRef="#ctx0" brushRef="#br0" timeOffset="103073.8217">31339 561 0,'-40'0'62,"-1"0"-62</inkml:trace>
  <inkml:trace contextRef="#ctx0" brushRef="#br0" timeOffset="107593.5174">32181 882 0,'-40'0'31,"0"0"16,0 0-47,0 40 16,0-40 0,0 40-16,40 0 0,-41-40 15,41 40 1,0 0-1,0 0-15,41-40 16,-1 0 0,0 0-16,-40-40 0,40 40 0,-40-40 15,40 40-15,-40-40 16,0 0-16,0 0 0,0 0 0,0 0 16,0 0-1,0 80 16,0 0-31,0 0 16,-40 0-16,40 0 0,0 0 0,0 0 16,0 0-16,0 0 0,0 1 15,0-1-15,0 0 0,0 0 0,-40 0 16,40 0 0,-40-40-16,40 40 0,-40-40 0,40 40 15,-41-40-15,1 0 0,40 40 16,-40-40-16,0 0 0,0 0 0,0 0 15,0 0-15,40-40 16,-40 40 0,40-40-16</inkml:trace>
  <inkml:trace contextRef="#ctx0" brushRef="#br0" timeOffset="108063.5261">32462 1042 0,'-40'0'15,"0"0"1,40 40 0,0 0-16,-40-40 0,40 40 0,0 1 15,-40-1 1,40 0-16,0 0 0,0 0 15,0 0 1,0-80 15,0 0-15,0-40-16,0 40 16,0-1-16,40 1 0,-40 0 15,0 0-15,0 0 0,0 0 0,40 40 0,-40-40 31,40 40-31,-40 40 32,0 0-17,40 0-15,-40 0 0,0 0 0,0 0 16,0 1-16,0-1 16,0 0-16,0 0 0,0 0 0,0 0 15,0 0 1,0 0-16</inkml:trace>
  <inkml:trace contextRef="#ctx0" brushRef="#br0" timeOffset="108253.4659">32462 962 0,'-80'0'31,"160"0"-31,-200-40 16,160 40 0,40 0-1,-40 0-15,0-40 0,1 40 16,-1 0-16,0 0 0</inkml:trace>
  <inkml:trace contextRef="#ctx0" brushRef="#br0" timeOffset="108593.4947">32021 1764 0,'0'40'0,"-40"-40"15,80 0 32,-40-40-47,80 40 16,-40 0-16,0 0 0,0 0 0,1-40 0,-1 40 15,0 0-15,0-40 0,0 40 0,0 0 0,0 0 16,0 0-16,-40-40 16,41 40-16,-1 0 0</inkml:trace>
  <inkml:trace contextRef="#ctx0" brushRef="#br0" timeOffset="109003.4422">32021 1884 0,'0'0'16,"-40"0"-16,120 0 47,-40 0-47,0 0 31,0 0-31,-40 40 15,40-40-15,-40 41 0,0-1 0,0 0 16,0 0 0,-40 0-1,0-40 1,0 0-16,80 0 62,0 0-46,41 0-16,-41 0 0,0 0 16,0 0-16,0 0 15,0 0-15,0 0 0,0 0 16,1-40 0</inkml:trace>
  <inkml:trace contextRef="#ctx0" brushRef="#br0" timeOffset="126432.3649">3411 5494 0,'0'40'16,"40"-40"46,0 40-62,40-40 16,-40 0-16,1 0 15,-1 0-15,0 0 0,40-40 16,-40 40-16,0-40 0,0 40 16,41 0-16,-41 0 0,40-40 0,-40 0 0,0 40 15,0-40-15,1 40 16,-41-41-16,40 41 0,-40-40 16,0 0-1,-40 0-15,-1 0 0,-39 40 16,40-40-16,0 40 0,0 0 15,0 0-15,0 0 16,-1 0-16,1 40 0,0-40 0,0 40 16,0 0-1,40 0-15,-40-40 0,40 40 0,0 1 32,-40-41-32,40 40 0,0 0 0,0 0 15,0 0-15,0 0 16,0 0-16,0 0 15,0 0-15,0 0 16,0 1 0,0-1-16,40 0 15,0-40-15,0 40 16,0-40-16,0 0 0,0 0 0,1 0 0,-1 0 16,0 0-16,0 0 15,0 0-15,0 0 0,0-40 0,0 40 0,1 0 16,-1-40-16,0 40 0,-40-40 0,40 40 15</inkml:trace>
  <inkml:trace contextRef="#ctx0" brushRef="#br0" timeOffset="126722.3662">4615 4852 0,'0'0'0,"0"-40"31,40 40-15,40 0-16,-40 0 15,0 0-15,0 0 16,0 0-16,1 0 0,-1 0 0,0 0 16,0 0-16,0 0 15</inkml:trace>
  <inkml:trace contextRef="#ctx0" brushRef="#br0" timeOffset="127192.3199">5377 4652 0,'80'0'31,"-80"-40"-15,40 40-16,0 0 15,1-41-15,-1 41 0,-40-40 16,0 0-1,0 0 1,-40 40 0,-1 0-1,41 40 32,0 0-47,0 0 31,41-40-31,-41 41 0,0-1 16,0 0-16,0 0 16,0 0-16,0 0 0,0 0 15,0 0 1,0 0-16,0 0 0,-41 1 16,-39-1-16,40 0 15,0-40-15,0 40 16,0-40-16,40-40 15</inkml:trace>
  <inkml:trace contextRef="#ctx0" brushRef="#br0" timeOffset="127402.3834">5497 4411 0,'-40'0'31,"0"0"-15,0 0-16</inkml:trace>
  <inkml:trace contextRef="#ctx0" brushRef="#br0" timeOffset="127952.2746">6139 4371 0,'0'0'0,"0"-40"0,0 0 16,40 40-1,1 0 1,39-40-1,-40 40-15,80 80 16,-80-80-16,-40 40 0,41 40 31,-41-40-31,-41 40 16,-39 1 0,120-81 30,0 0-30,-40-40 0,41 40-16,-1 0 0,0 0 15,-40 40 1,0 0-16,0 0 16,-80-40-16,80 40 15,-41-40-15,1 40 0,0-40 0,0 0 0,0 0 16,0 0-16,0 0 0,0 0 0,-1 0 15,1 0 1</inkml:trace>
  <inkml:trace contextRef="#ctx0" brushRef="#br0" timeOffset="128392.2493">6862 4291 0,'0'40'15,"0"0"-15,0 0 16,0 0-16,0 0 31,0 40-31,0-39 16,0-1-1,0 0-15,0-80 47,0 0-47,0-1 0,40 1 16,-40 0 0,0 0-16,40 40 0,-40-40 0,0 0 15,40 40 1,0 0-1,-40 40-15,40-40 16,-40 40 0,40-40-16,-40 40 0,0 0 0,40 0 15,-40 1 1,0-1-16,0 0 16</inkml:trace>
  <inkml:trace contextRef="#ctx0" brushRef="#br0" timeOffset="128612.2361">6821 4331 0,'-40'0'16,"80"0"-16,-80-40 15,80 0-15,1 40 16,39-41 0,-40 41-16,161-40 15,-161 40-15,0 0 16</inkml:trace>
  <inkml:trace contextRef="#ctx0" brushRef="#br0" timeOffset="128922.2356">6541 5213 0,'0'0'15,"0"40"-15,-41-40 16,41-40 0,81 40-16,-1-120 31,-40 120-31,121-121 16,-121 81-16,120-40 15,-39 40 1</inkml:trace>
  <inkml:trace contextRef="#ctx0" brushRef="#br0" timeOffset="129322.2119">6621 5374 0,'0'0'0,"40"-41"32,80-39-17,-80 80-15,81 0 16,-81 0-16,0 80 31,0 1-15,-40-1-16,0-40 31,-40 0-31,40-80 31,40 40-15,0-40 0,81 0-1,-41 0 16,-40 40-31</inkml:trace>
  <inkml:trace contextRef="#ctx0" brushRef="#br0" timeOffset="129602.2534">8346 5374 0,'40'0'16,"-80"0"-16,121 0 0,39-41 15,-80 41-15,0 0 0,81-40 32,39 40-17</inkml:trace>
  <inkml:trace contextRef="#ctx0" brushRef="#br0" timeOffset="129802.1655">8788 5895 0,'0'0'0,"-40"0"16,80 0 15,40-40-31,-40 40 0,40 0 16</inkml:trace>
  <inkml:trace contextRef="#ctx0" brushRef="#br0" timeOffset="130062.2276">9871 4932 0,'0'0'15,"-120"81"1,80-41 0,-41 160-1,121 41 17,41-81-17,39-120 1,0-40-1</inkml:trace>
  <inkml:trace contextRef="#ctx0" brushRef="#br0" timeOffset="130292.136">10232 5253 0,'0'-40'0,"0"80"0,40-80 31,0 40-31,1 40 16,-41 0-16,40 81 15,-40-81-15,-40 0 16,-1 40-16,1-80 0,-80 40 31,120-80-31,-40 40 0,40-80 0,0 40 16,0 0-16,0 0 16,0-1-16,0 1 0,0 0 0,0 0 0,40 0 15,-40 0-15,0 0 0,40 0 0,-40 0 0,80 40 16,-80-41-16,40 41 0</inkml:trace>
  <inkml:trace contextRef="#ctx0" brushRef="#br0" timeOffset="130582.1945">11035 5093 0,'-80'-40'16,"160"80"-16,-201-80 31,121 80-31,0 0 16,121 80-1,-121-80-15,80 81 32,-80-81-32,0 0 0,0 40 15,-201 40 1,81-80-1,80-80 1</inkml:trace>
  <inkml:trace contextRef="#ctx0" brushRef="#br0" timeOffset="130962.1723">11516 4772 0,'0'0'15,"0"-40"-15,40 40 0,1-40 16,119 40 0,-40 40-1,-79 120 16,-122 1-15,41-1 0,80-80 15,0 41-15,-40-81-1,-120 0 1,-40 0 15,79-80-31</inkml:trace>
  <inkml:trace contextRef="#ctx0" brushRef="#br0" timeOffset="131362.1511">12600 4932 0,'0'0'0,"0"40"32,-40 121-17,40-121-15,-81 80 16,81-80-16,0 1 0,-40 39 31,0-40-15,80-201-1,40-159 1,-39 279-16,39-119 31,-80 120-31,40 40 16,0 40 0,-40 0-16,80 121 15,-40-121-15,-40 0 0,41 120 31,-41 1-15,0-121 0</inkml:trace>
  <inkml:trace contextRef="#ctx0" brushRef="#br0" timeOffset="131542.0629">12600 4772 0,'0'-40'16,"40"40"-16,120-120 15,-79 120-15,119-41 32,-160 1-32,121 0 15,-121 40-15</inkml:trace>
  <inkml:trace contextRef="#ctx0" brushRef="#br0" timeOffset="131782.1243">12038 5935 0,'-40'0'15,"80"0"-15,40-40 16,0 40-16,-39 0 0,119-120 31,-120 120-31,161-81 16,-1 41 0,-119 40-1</inkml:trace>
  <inkml:trace contextRef="#ctx0" brushRef="#br0" timeOffset="132122.0452">12560 6015 0,'-41'40'15,"82"-80"-15,-122 80 0,121-80 16,81 40 15,79 40-15,-159 81-1,-82-1 17,-79-80-17,120 0 1,40-40-1,0 0 1,0 0-16,1 0 16,-1 0-16,0 0 0,0 0 15,0 0-15,0 0 16,0 0-16,0 0 0,1-40 0</inkml:trace>
  <inkml:trace contextRef="#ctx0" brushRef="#br0" timeOffset="132342.0913">14084 5534 0,'0'0'0,"-40"0"0,80-40 31,0 40-16,81-40 1,-41 0 0,-40 40-16</inkml:trace>
  <inkml:trace contextRef="#ctx0" brushRef="#br0" timeOffset="132702.0693">15288 5333 0,'-40'0'16,"40"-40"-16,80-80 15,-80 80-15,81-80 32,-81 79-32,0 1 0,0 0 15,0-40 1,0 120 15,0 40-15,0 41-1,40 119 1,0 41 15,-120-80-15,-161-41-1,161-160-15</inkml:trace>
  <inkml:trace contextRef="#ctx0" brushRef="#br0" timeOffset="132851.9889">15328 4612 0,'-40'-41'15,"80"82"-15,-120-82 0,40 1 16,0 40 0</inkml:trace>
  <inkml:trace contextRef="#ctx0" brushRef="#br0" timeOffset="133551.9653">16051 4852 0,'0'0'16,"-41"0"-16,1 0 15,40 40 1,0 0 0,0 0-16,40 1 15,-40-1-15,0 0 0,41 0 0,-41 0 0,0 40 16,0-40-16,40 0 16,-40 1-16,40-1 0,-40 0 0,0 0 0,0 0 15,0 0-15,0 0 0,-40-40 0,40 40 16,-40-40-16,40 40 15,-41-40-15,41-40 16,0-40 0,0 40-16,81 40 0,-81-40 0,40 0 15,0 0-15,0 0 0,0-1 16,0 1-16,0 0 0,1 40 0,-1-40 16,0 40-1,0-40-15,0 0 0,0 40 16,0-40-16,0 40 15,-40-40 1,41 40-16,-41 40 31,0 0-31,0 0 16,40-40-16,-40 40 0,0 0 16,0 0-16,0 0 0,0 1 15,0-1-15,0 0 0,0 0 16,0 0-1</inkml:trace>
  <inkml:trace contextRef="#ctx0" brushRef="#br0" timeOffset="133742.0081">16733 4732 0,'-40'-40'15,"80"80"-15,-121-80 0,41-81 16,0 81-16,40 0 31,80 80-15</inkml:trace>
  <inkml:trace contextRef="#ctx0" brushRef="#br0" timeOffset="134081.9878">17094 4932 0,'0'40'16,"0"1"-16,0-1 31,40 80-15,0-40-1,-40-40 1,40-80 15,81-40-15,-1 0-1,-40 160 17,-40 40-17,-40 41 1,-40-121-1</inkml:trace>
  <inkml:trace contextRef="#ctx0" brushRef="#br0" timeOffset="134431.9309">18177 4732 0,'0'-40'15,"0"80"-15,0-120 0,81 40 16,-81-1-16,40 41 16,0 0-1,-40 41-15,40-1 16,-40 80 0,0-40-1,40 0 16,-40 41-15,0-41 0,0-40-16,-80 80 31,-41-39-15,81-81-1,40-41 1,0 1-1</inkml:trace>
  <inkml:trace contextRef="#ctx0" brushRef="#br0" timeOffset="135151.8724">19100 4451 0,'-40'0'0,"0"0"31,40 40-31,0 0 16,0 0-16,0 1 0,80-41 0,-80 40 0,0 0 15,0 0-15,0 0 0,0 0 16,0 0-16,0 0 0,-80-40 0,80 40 16,0 0-1,0-80 1,0 0 0,0 0-16,0 0 0,0 0 0,80 0 15,-80 0-15,40 0 0,0 0 0,-40-1 16,41 41-16,-41-40 15,40 40 1,-40 40 0,40 1-16,-40-1 0,0 0 0,40 0 15,-40 0 1,0 0-16,40 0 0,-40 0 0,0 0 0,0 0 16,0 1-16,0-1 0,0 0 0,0 0 0,0 0 15</inkml:trace>
  <inkml:trace contextRef="#ctx0" brushRef="#br0" timeOffset="135371.8713">19100 4531 0,'0'-40'16,"0"80"-16,161-160 15,-121 120-15,160-40 32,1 40-17,-161 0-15</inkml:trace>
  <inkml:trace contextRef="#ctx0" brushRef="#br0" timeOffset="135631.8389">18859 5494 0,'-80'40'15,"160"-80"-15,-200 80 0,160-40 31,40-40-15,-39 40-16,-1 0 16,0 0-16,0-40 0,0 40 0,40-40 0,-40 40 15,41 0-15,-41-40 16,0 40-16,40-41 0,-40 41 0,0 0 0,1-40 16,-1 40-16</inkml:trace>
  <inkml:trace contextRef="#ctx0" brushRef="#br0" timeOffset="135991.8809">18940 5815 0,'0'0'15,"0"-40"1,160-41-1,1 121 17,-81 41-17,-120 79 1,-40-40 15,-1-39-15,162-81-1,159-81 1,81 1 15,-80 0-15</inkml:trace>
  <inkml:trace contextRef="#ctx0" brushRef="#br0" timeOffset="136271.7942">20826 4932 0,'-41'-40'31,"82"80"-31,-122-120 16,121 80-1,41 0-15,-41 0 16,0 0-16,0 0 16,40 0-16,-40 0 0,1 0 0,-1 0 0,0 0 15,0 0-15,0 0 0</inkml:trace>
  <inkml:trace contextRef="#ctx0" brushRef="#br0" timeOffset="136471.7963">21187 5293 0,'-81'40'16,"162"-80"-16,-121 80 46,80-80-30,0 40-16,0 0 0,0 0 0,40 0 0,-40 0 16,1 0-16,-1 0 15,0-40-15,0 0 0</inkml:trace>
  <inkml:trace contextRef="#ctx0" brushRef="#br0" timeOffset="137261.8001">24718 5173 0,'0'0'0,"0"-40"15,-40 0 1,0 0-16,40 0 16,-41 40-1,1-41-15,0 41 32,0 0-32</inkml:trace>
  <inkml:trace contextRef="#ctx0" brushRef="#br0" timeOffset="138361.7351">24437 4972 0,'-40'0'16,"0"0"187,40 41 94,-40-41-297,-1 0 15,41 40 1,-40-40-16,40 40 0,-40-40 15,40 40 1,0 0-16,0 0 16,0 0-1,0 0-15,0 0 0,0 1 16,0-1 0,0 0-16,0 0 0,40 0 15,0-40-15,-40 40 0,41-40 16,-1 0-1,-40 40-15,40-40 0,0 0 16,0 0-16,0 0 16,0-40-16,0 40 15,1-40-15,-41 0 16,40 40-16,0-40 0,0 40 16,-40-40-16,40 40 0,-40-40 15,0-1 1,0 1-16,0 0 0,40 40 15,-40-40-15,0 0 16,0 0-16,0 0 16,-40 40-16,40-40 15,-40 40-15,40-40 16,-40 40-16,0-41 16,0 41-16,40-40 0,-41 0 15,1 40-15,40-40 0,-40 0 16,0 40-1,0 0 17,40 40-17</inkml:trace>
  <inkml:trace contextRef="#ctx0" brushRef="#br0" timeOffset="151230.9739">25480 5093 0,'40'0'125,"-40"-40"-125,41 40 16,-41-40-16,80 40 0,-40-41 0,0 41 0,0-40 15,0 40-15,41 0 0,-41 0 16,0-40-16,0 40 0,0 0 0,0-40 15,0 40 1,0 0-16,1 0 16</inkml:trace>
  <inkml:trace contextRef="#ctx0" brushRef="#br0" timeOffset="151780.8693">26203 4812 0,'0'40'0,"0"-80"0,0 120 15,40-80-15,0 0 16,0 0-1,0 0-15,80-40 16,-79 0-16,-1 40 16,0-80-1,-40 40 1,-40-40 15,0 39-15,40 82 31,0-1-32,0 0 1,0 0-16,0 0 0,40 0 16,-40 0-16,40 0 0,-40 0 0,0 0 15,0 1-15,0-1 0,0 0 16,0 0-16,0 40 0,0-40 0,0 0 0,0 0 15,-40 1-15,40-1 16,0 0-16,-40 0 0,-1 0 0,41 0 16,-40 0-16,0-40 0,40 40 15,-40-40-15,0 40 0,0-40 0,0 40 16,0-40-16,40-80 31,0 40-31,0 0 0</inkml:trace>
  <inkml:trace contextRef="#ctx0" brushRef="#br0" timeOffset="152010.9278">26604 4331 0,'0'-40'16,"0"80"-16,-40-80 0</inkml:trace>
  <inkml:trace contextRef="#ctx0" brushRef="#br0" timeOffset="152730.8279">27647 4251 0,'-40'0'15,"0"0"1,40 40 46,-40-40-62,40 40 32,-40 0-32,-1 0 31,41 0-31,-40 0 0,40 0 16,0 0-16,-40 1 0,40-1 0,0 0 0,0 40 15,0-40-15,0 0 0,0 0 16,0 0-16,40 0 0,-40 41 0,81-41 0,-41-40 15,-40 40-15,40 0 16,0-40-16,0 40 0,0-40 0,0 0 0,0 0 16,1 0-16,-1 0 0,-40-40 15,40 40-15,0-40 0</inkml:trace>
  <inkml:trace contextRef="#ctx0" brushRef="#br0" timeOffset="153720.826">28249 4612 0,'0'0'0,"0"40"0,-40-40 0,0 0 31,0 0-15,-1 0 0,41 40-1,81-40 16,-41 0-31,0 0 0,0 0 16,0 0-16,0 0 0,41 0 16,-41 0-16,0 0 0,0 0 0,0 0 0,0 0 15,0 0-15,0 0 16,1 0-16,-1 0 16,-80 0 15,-1 0-31,1 0 15,0 0 1</inkml:trace>
  <inkml:trace contextRef="#ctx0" brushRef="#br0" timeOffset="154500.7051">29292 4251 0,'0'-41'0,"-80"41"187,80 41-124,0-1-63,0 0 15,0 0-15,0 0 16,40 0-16,-40 0 0,0 0 0,0 0 0,40 1 15,-40-1-15,0 0 0,40 0 16,-40 0-16,0 0 0,41 0 0,-41 0 16,0 0-1,0 0-15,0 1 0</inkml:trace>
  <inkml:trace contextRef="#ctx0" brushRef="#br0" timeOffset="154960.6778">29774 4130 0,'0'40'16,"80"-40"15,-80 40-31,40 1 0,0-1 16,0 0-16,1 0 0,-1 0 0,0 40 0,0-40 15,-40 41-15,0-41 16,0 40-16,0-40 0,0 40 0,-80 0 0,40-40 15,-1 41-15,-39-41 0,0 40 16,0 0-16,-1-40 0,1 41 0,0-41 0</inkml:trace>
  <inkml:trace contextRef="#ctx0" brushRef="#br0" timeOffset="156520.6043">31178 4612 0,'-40'0'32,"80"0"30,40 0-62,-39 0 0,-1 0 16,0 0-16,0-41 15,40 41-15,-40 0 0,0 0 0,41 0 0,-1 0 16,-40 0-16,0 0 16</inkml:trace>
  <inkml:trace contextRef="#ctx0" brushRef="#br0" timeOffset="156730.6489">31218 5053 0,'-40'40'16,"80"-80"-16,-80 40 31,201 0-16,79-40 1,-159-1 0,-41 41-16,40 0 0</inkml:trace>
  <inkml:trace contextRef="#ctx0" brushRef="#br0" timeOffset="157210.5637">32302 4772 0,'0'-40'16,"40"40"-1,0-80 1,0-1 15,-40-39-15,0 40-1,0 120 17,0 0-17,0 0-15,0 0 0,0 0 16,0 1-16,0-1 15,0 0-15,0 0 0,0 0 0,0 0 0,0 0 16,0 0-16,0 0 0,0 0 16,0 1-16,0-1 0,0 0 0,0 0 0,0 0 15,0 0-15,0 0 0,0 0 0,0 0 0,-40 1 16,40-1-16,-40 0 16,0 0-16,0-40 0,40 40 0,-41-40 15,41 40-15,-40-40 0,0 0 16,0 40-16,0-40 0,0 0 0,0 0 15,0 0-15,-1 0 16,1 0-16,40-40 0,0 0 16,0 0-16</inkml:trace>
  <inkml:trace contextRef="#ctx0" brushRef="#br0" timeOffset="157430.608">32542 3970 0,'-40'0'16,"80"0"-16,-120 0 16,40 0-16,0 0 31,0 0-31</inkml:trace>
  <inkml:trace contextRef="#ctx0" brushRef="#br0" timeOffset="165690.0716">2729 7940 0,'0'40'16,"-41"-40"15,82 0 16,-1 0-47,0 40 15,0-40-15,0 0 0,0 0 0,0 0 0,0 0 16,1 0-16,-1 0 16,40 0-16,-40 0 0,0 0 0,-40-40 0,40 40 15,0 0-15,1 0 16,-41-40-16,40 40 0,-40-40 0,0 0 31,-40 0-31,-1 40 16,1-40-16,0 40 0,0 0 15,0 0-15,0 0 0,0 0 0,0 0 16,-1 0-16,1 0 0,0 0 0,0 0 16,0 0-16,0 0 15,40 40-15,-40-40 0,0 0 0,-1 40 16,1 0-1,40 0 1,-40 0 0,40 0-16,0 1 15,0-1-15,40-40 0,-40 40 0,0 0 0,81-40 16,-81 40-16,40 0 0,0 0 16,-40 0-16,40-40 0,0 40 0,0 1 15,0-41 1,0 0-16,1 0 0,-1 0 0,0 0 15,0 0-15,0-41 0,0 41 16,0-40-16</inkml:trace>
  <inkml:trace contextRef="#ctx0" brushRef="#br0" timeOffset="166050.0979">3611 7499 0,'0'0'16,"-40"0"-1,0 0 1,80 0 15,0 0-15,81 0 0,79-40-1,-159 40-15</inkml:trace>
  <inkml:trace contextRef="#ctx0" brushRef="#br0" timeOffset="166489.9962">4173 7339 0,'0'40'0,"0"-80"0,40 80 31,0-40-31,41-80 16,-41-1-1,-40 41 1,0 0 15,-40 0-15,0 40-1,40 120 17,0 41-17,0-1 1,0 1 0,0-41 15,0-40-16,-41-80-15,1 0 16,0 0-16,0-80 31,0 0-31</inkml:trace>
  <inkml:trace contextRef="#ctx0" brushRef="#br0" timeOffset="166690.0602">4253 6697 0,'0'0'15,"0"40"16</inkml:trace>
  <inkml:trace contextRef="#ctx0" brushRef="#br0" timeOffset="167210.0293">4735 7178 0,'0'0'16,"0"-40"-16,-40 0 16,40 0-16,0 0 31,120 0-16,1 0 1,-81 120 15,0 80-15,-40-39 0,-40-1-1,40-80 16,80-40-15,40 80 0,-80-40-1,-120 81 17,-120-41-17,39-40 1,161-80 15,0 0-31</inkml:trace>
  <inkml:trace contextRef="#ctx0" brushRef="#br0" timeOffset="167579.9529">5537 7098 0,'0'0'0,"0"80"32,0 41-17,0-81-15,0 40 16,0-40-16,0 0 16,0 0 15,0-80-16,41-160 1,-41 159-16,40-39 16,-40 40-16,40 40 15,-40 40 1,0 81 0,40 39-1,0 0 16,0-119-15</inkml:trace>
  <inkml:trace contextRef="#ctx0" brushRef="#br0" timeOffset="167789.9956">5497 6978 0,'0'-40'16,"0"80"-16,0-161 15,40 121-15,-40-40 0,121 40 16,-1 40 15,1 1-31</inkml:trace>
  <inkml:trace contextRef="#ctx0" brushRef="#br0" timeOffset="168209.9718">6982 8061 0,'0'0'0,"-80"-41"16,40 1-1,40 0 17,200 40-17,41-40 1,0 0 15,-201 40-31</inkml:trace>
  <inkml:trace contextRef="#ctx0" brushRef="#br0" timeOffset="168379.9187">7303 8462 0,'0'0'16,"-40"0"-16,0 40 15,80-40 1,40-40-16,-40 40 16,0-40-16,1 40 0,-1 0 0,0-41 0,40 41 15,-40 0-15,0 0 0,0 0 0,41-40 0,-41 40 16,0 0-16,0 0 16,0 0-16</inkml:trace>
  <inkml:trace contextRef="#ctx0" brushRef="#br0" timeOffset="169029.9215">9149 7780 0,'-80'40'31,"160"-80"-31,-201 80 0,1 40 15,80-40-15,0 0 0,0 41 16,80 79 0,160-40 15,41-80-15,-80-160-1</inkml:trace>
  <inkml:trace contextRef="#ctx0" brushRef="#br0" timeOffset="169279.9109">9871 7860 0,'0'0'0,"40"-40"0,40 40 15,1 80 17,-41 81-17,-80-81 1,-121-40-1,1-80 1,120-81 0,80-39 15,120 80-15,-39 40-1</inkml:trace>
  <inkml:trace contextRef="#ctx0" brushRef="#br0" timeOffset="169559.8939">10834 7619 0,'0'0'0,"-40"0"32,-121 0-17,121 121 1,40-41-1,161 40 1,-81 1 0,-40-81-1,-160 80 1,-81-80 15,41 0-15</inkml:trace>
  <inkml:trace contextRef="#ctx0" brushRef="#br0" timeOffset="170049.7875">11316 7740 0,'0'-40'16,"0"0"15,40 40-31,0 0 0,0 0 16,0 40-1,-40 0-15,40-40 0,-40 40 0,0 0 16,0 0-16,0 0 16,0 0-16,0 0 0,-40 0 0,40 1 15,-40-41-15,40 40 0,0 0 32,40-40-17,0 0 1,0 0-16,1 0 0,-41 40 15,40-40 1,-40 40-16,0 0 16,-40 0-16,-1 0 0,-39 0 15,40-40-15,0 0 16,0 41-16,0-41 0,0 0 0,-1 0 16,1 0-1,0 0-15,0 0 0,40-41 16,0 1-16</inkml:trace>
  <inkml:trace contextRef="#ctx0" brushRef="#br0" timeOffset="170489.7598">12158 7780 0,'40'40'15,"-40"0"-15,0 40 16,-80 121 0,0-41 15,40-120-15,40-80-1,80-80 16,-40 40-31,81-161 32,-41 161-32,-40 40 15,0 160 17,-40 81-17,0-81 1,0-80-1,0 80 1,0-80 0</inkml:trace>
  <inkml:trace contextRef="#ctx0" brushRef="#br0" timeOffset="170689.8233">12158 7780 0,'0'0'15,"0"-40"1,121 0 0,79 40 15,-119 0-31,-41 0 0</inkml:trace>
  <inkml:trace contextRef="#ctx0" brushRef="#br0" timeOffset="170909.8105">13523 8141 0,'-81'0'15,"162"0"-15,-122-40 16,82 40 0,119-81-1,41 81 1,-81 0 0</inkml:trace>
  <inkml:trace contextRef="#ctx0" brushRef="#br0" timeOffset="171309.787">14445 8101 0,'41'0'16,"-82"0"-16,162-40 15,-81-1-15,-40 1 31,40-40-15,-40 40 0,0 0-1,-40 40 1,40 40 0,0 0-16,0 121 31,0 79-16,40 1 1,-40-41 0,-40-160-1,-80 81 1,-81-121 15,0-80-15,161-1-16</inkml:trace>
  <inkml:trace contextRef="#ctx0" brushRef="#br0" timeOffset="171479.7775">14486 7499 0,'0'0'0,"-41"0"31,41-40-15,-40 40-16</inkml:trace>
  <inkml:trace contextRef="#ctx0" brushRef="#br0" timeOffset="172029.7476">15449 7780 0,'-40'0'16,"80"0"-16,-121 40 16,81 0-16,0 40 15,0 41 1,81 39-1,-41-120 1,-40 80 0,-161-39-1,121-81-15,0 40 16,0-120 0,160-41-1,1 41 16,-41 40-31,40 0 32,1 0-17,-81 40-15,40-81 32,0 41-17,-80 80 32,0 1-47,0-1 0,0 0 16,0 0-16,0 0 0,0 0 15,0 0-15,0 0 16,40-40-16,-40 40 0,0 1 0,41-41 16</inkml:trace>
  <inkml:trace contextRef="#ctx0" brushRef="#br0" timeOffset="172219.6761">15930 7740 0,'0'0'15,"-40"-40"1,40-41-1,0 41 1,40 40 0</inkml:trace>
  <inkml:trace contextRef="#ctx0" brushRef="#br0" timeOffset="172639.708">16251 7980 0,'80'0'31,"-160"0"-31,160 40 0,-39-40 0,-41 41 32,40-41-32,-40 80 15,0-40 17,80-120-17,80 40 1,-119-1-1,39 41 1,-40 81 0,0 39 15,0-80-31,0-40 47,-40-40-47,0 0 15,0 0 1,40 40 0,1 40-1</inkml:trace>
  <inkml:trace contextRef="#ctx0" brushRef="#br0" timeOffset="173249.672">17615 7619 0,'-40'0'16,"80"0"-16,-80-40 16,40 0-16,40 40 15,121 0 1,-81 40 0,0 121-1,-39-41 16,-122 0-15,41-80 0,80 1-1,41-1 17,-81 0-32,40 40 31,-161 40-16,41-120 1,-121 40 0,81-40-1,120-80 1</inkml:trace>
  <inkml:trace contextRef="#ctx0" brushRef="#br0" timeOffset="173679.6468">18458 7940 0,'0'0'0,"0"40"32,0 81-17,-40-81 1,0 80-1,40-80 1,0-80 0,40 0-1,-40 0-15,0 0 16,40 0-16,-40 0 0,40-1 0,-40 1 16,40 0-1,1 0-15,-41 0 0,40 0 0,0 40 31,-40 40 1,40 0-32,-40 0 0,0 0 15,40-40-15,-40 40 0,0 1 0,0-1 0,40 0 16,-40 0-16,0 0 16,0 0-16,0 0 0,40 0 15,-40 0 1</inkml:trace>
  <inkml:trace contextRef="#ctx0" brushRef="#br0" timeOffset="173869.56">18538 7860 0,'0'0'0,"-40"0"15,40-40-15,40 0 16,41 40 0,-41-40-16,0 40 0,0 0 0,-40-40 0,40 40 15,40 0-15,-39-40 0,-1 40 0,40 0 0,-40 0 16,40-41-16</inkml:trace>
  <inkml:trace contextRef="#ctx0" brushRef="#br0" timeOffset="174659.5337">20344 7980 0,'0'40'16,"40"-40"31,-40-40-47,40 40 0,0 0 0,1-40 15,-1 40-15,0 0 0,0 0 0,40 0 16,-40-40-16,0 40 0,41 0 16,-41 0-16,0 0 0,0 0 0,0 0 0,0 0 15,0 0-15,1 0 16,-1 0-16</inkml:trace>
  <inkml:trace contextRef="#ctx0" brushRef="#br0" timeOffset="174849.5212">20545 8301 0,'0'0'15,"0"40"-15,-40-40 0,80 0 31,40 0-31,-40 0 0,0 0 16,40 0-16,-39-40 0,39 40 16,0-40-16,0 40 0,-40-40 0,1 40 0,39 0 15</inkml:trace>
  <inkml:trace contextRef="#ctx0" brushRef="#br0" timeOffset="180859.2229">22431 8101 0,'-40'0'16,"80"0"125,0 0-126,0 0 1,0 0-16,0 0 0,0 0 0,0 0 0,1 0 16,-1 0-16,0 0 0,0 0 15,0 0-15,0 0 0,0 0 0,0 0 0,1 0 16,-1 0-16,0 0 15,0 0-15,-40-40 32,40 40-17,-40-41-15</inkml:trace>
  <inkml:trace contextRef="#ctx0" brushRef="#br0" timeOffset="181399.1906">23715 7700 0,'0'40'140,"-40"-40"-124,40 40-16,0 0 0,0 0 16,0 0-16,0 0 0,0 0 15,0 0-15,0 1 0,-41-1 0,41 0 0,0 0 16,0 0-16,0 0 16,0 0-16,-40 0 0,40 0 0,0 1 0,-40-41 15,40 40-15</inkml:trace>
  <inkml:trace contextRef="#ctx0" brushRef="#br0" timeOffset="184229.0231">3090 10026 0,'-40'40'15,"80"-40"189,0 40-189,0-40 1,0 0-16,0 0 15,0 0 1,0 0 0,-40-40 15,41 40-31,-41-40 16,0 0 15,-41 40 0,41-40-31,-40 40 16,0 0-1,0 0 1,0 0 0,0 0-1,0 0 1,0 0-1,-1 0 1,1 0 0,40 40-16,-40-40 15,40 40-15,-40-40 16,40 40-16,0 0 31,-40-40-31,40 40 0,0 0 16,0 0-1,-40-40-15,40 40 0,0 0 16,0 1-16,0-1 31,0 0 1,40-40-32,-40 40 0,40-40 15,-40 40 1,40-40-16,0 0 0,0 0 31,-40 40-31,41-40 0,-1 0 16,0 0-16,0 0 15</inkml:trace>
  <inkml:trace contextRef="#ctx0" brushRef="#br0" timeOffset="185298.9063">4253 9865 0,'-40'0'31,"0"0"-31,80 0 125,0 0-109,1 0-16,-1 0 0,0 0 0,0 0 15,0 0 1,0 0-16,0 0 31,-40 40-31</inkml:trace>
  <inkml:trace contextRef="#ctx0" brushRef="#br0" timeOffset="185838.9277">4615 9825 0,'0'40'0,"40"-40"47,0 0-32,0 0-15,-40-40 16,40 0-1,-40 0-15,0 0 16,0 0-16,0 0 31,0 80 47,0 40-62,0-40 0,0 0-16,0 0 0,0 0 0,-40-40 15,40 41-15,0-1 16,0 0-16,-40 0 0,40 0 16,-40 0-16,40 0 15,0 0 16,-40-40-31,-1 0 16,41-40-16,-40 0 0,40 0 16</inkml:trace>
  <inkml:trace contextRef="#ctx0" brushRef="#br0" timeOffset="186038.9186">4775 9424 0,'0'0'16,"-40"0"-16,40-40 16</inkml:trace>
  <inkml:trace contextRef="#ctx0" brushRef="#br0" timeOffset="186668.8033">5658 9344 0,'-40'0'15,"80"0"-15,-120 0 16,80-40-16,0 80 31,-41 0-15,41 0 0,0 0-16,0 0 15,41-40 1,-1-80-1,0 80 1,0-80 0,-40 40-16,40 0 15,-40 80 17,0 40-17,0-40-15,0 0 0,0 0 16,0 0-16,0 1 0,0-1 15,-40 0-15,40 0 0,0 0 0,-40 0 16,0 0-16,40 0 0,-40-40 0,40 40 16,-41-40-16,1 41 15,40-1-15,-40-40 0,0 0 16,0 40 0,0-40-16,0 0 15,40-40 1</inkml:trace>
  <inkml:trace contextRef="#ctx0" brushRef="#br0" timeOffset="187158.8503">6260 9504 0,'-40'0'16,"-1"0"-1,41 40 1,0 1 0,-40 39-1,40-40-15,-80 80 16,40-80-16,0-40 15,0 81 1,120-122 0,-40 1 15,0-80-31,81-40 31,-81 119-31,0-39 16,-40 40-16,40 40 0,-40 40 31,0 0-31,0 0 0,0 1 16,0-1-16,0 0 15,0 0-15,0 0 0,0 0 16,0 0-16,0 0 16,0 0-16,-40-40 0,40 41 15</inkml:trace>
  <inkml:trace contextRef="#ctx0" brushRef="#br0" timeOffset="187358.8381">6099 9544 0,'0'0'0,"-40"0"0,40-40 16,40 0-16,81 0 15,159-40 1,-199 80 0,-41 0-16,80 0 15</inkml:trace>
  <inkml:trace contextRef="#ctx0" brushRef="#br0" timeOffset="187628.8239">5818 10186 0,'0'0'0,"0"40"16,40-40-1,41-40 1,-41 40-16,80-40 31,-80 40-31,0 0 0,1-40 16,-1 40-16</inkml:trace>
  <inkml:trace contextRef="#ctx0" brushRef="#br0" timeOffset="188028.7983">6059 10266 0,'80'0'0,"-40"0"31,1 0-15,39 0 0,-80 40-1,-40 1 17,40-1-32,-40-40 0,-1 40 0,41 0 31,-40 0-16,121-40 1,39-40 0,40 0 15,-79 0-15,-41 40-16</inkml:trace>
  <inkml:trace contextRef="#ctx0" brushRef="#br0" timeOffset="188328.7391">7825 10306 0,'0'-40'16,"0"80"-16,120-120 15,-80 80-15,40 0 0,81 0 31,-121 0-31,121 0 16,-121 0-16,0 0 0</inkml:trace>
  <inkml:trace contextRef="#ctx0" brushRef="#br0" timeOffset="188518.6952">8025 10948 0,'0'0'16,"40"0"0,81-40-1,-81 40-15,281-40 16,-241 40-16,0 0 0,121-40 16</inkml:trace>
  <inkml:trace contextRef="#ctx0" brushRef="#br0" timeOffset="188798.7527">9831 10226 0,'-40'0'16,"80"0"-16,-80-40 0,-81 0 15,81 40-15,0 0 0,0 40 16,40 0-16,-40 121 16,40-121-16,0 0 0,40 80 31,-40-80-31,80 41 16,-40-81-16,1 0 0,-1 0 15,0 0-15,0-81 0</inkml:trace>
  <inkml:trace contextRef="#ctx0" brushRef="#br0" timeOffset="189048.7384">10112 10306 0,'40'-40'0,"-80"80"0,80-120 0,80 0 31,-80 80-31,1 40 32,-1 0-32,0 0 15,-40 0-15,0 121 16,0-121-16,-40 0 0,0 0 15,40 0-15,-81-40 16,41 0-16,-120 0 16,120-40-1,-1 0-15,41-80 16,0 80-16,121-41 31,-41 41-31,40 0 16</inkml:trace>
  <inkml:trace contextRef="#ctx0" brushRef="#br0" timeOffset="189358.7199">10995 10226 0,'-40'0'15,"-1"0"1,41 40-1,0 0 1,0 41 0,41-81-16,-41 40 0,0 0 0,40 0 0,-40 0 15,0 0 1,40 0-16,-40 0 0,0 1 16,-40-41-1,0 40-15,-1-40 0,1 0 16,0 0-16,0 0 15,0 0-15,0 0 0,0 0 0,-1 0 16,1 0-16,40-40 16</inkml:trace>
  <inkml:trace contextRef="#ctx0" brushRef="#br0" timeOffset="190058.6812">12279 9986 0,'0'0'0,"-81"-40"16,1-1 15,40 41-31,0 0 0,-40 81 31,80-41-31,-40-40 0,40 120 16,80-40-16,0 0 31,-40-80-31,-40-40 32,0-40-17,40 40 1,0 0-1,-40 120 1,41 81 0,-41 39 15,-161-80-15,-40-120-1,41 0 16,120-40-31</inkml:trace>
  <inkml:trace contextRef="#ctx0" brushRef="#br0" timeOffset="190448.6557">12800 10266 0,'-40'0'0,"40"40"15,0 1 1,-40-1 0,40 0-16,0 0 15,0 0 1,0-80 15,0 0-15,0 0-1,40 0-15,-40-1 0,40 1 0,-40 0 0,40 40 16,-40-40-16,41 0 0,-41 0 0,40 40 16,-40 40-1,0 0 1,40-40 0,-40 80-16,0-40 0,0 1 0,0-1 15,0 0-15,0 0 0,40 0 16,-40 0-16,0 0 0,0 0 15,0 0-15</inkml:trace>
  <inkml:trace contextRef="#ctx0" brushRef="#br0" timeOffset="190628.5687">12961 10146 0,'-40'0'15,"40"-40"-15,-40 0 16,80 0-16,160 40 31,-160 0-31,81 0 0,-81 0 0,40 40 16</inkml:trace>
  <inkml:trace contextRef="#ctx0" brushRef="#br0" timeOffset="190898.6309">12198 11149 0,'-40'0'31,"80"0"-31,-80 40 0,121-40 16,-41 0-16,0 0 0,0-40 0,80 40 31,41 0-15,-1 0 0</inkml:trace>
  <inkml:trace contextRef="#ctx0" brushRef="#br0" timeOffset="191228.6105">12479 11309 0,'0'0'0,"-40"0"0,120 0 31,1-40-31,159 40 31,-79 80-15,-161 0 0,-241 41-1,41-41 17,240-80-17,80 0 1,0 0-1,-79 0-15,159-80 16,-160 80-16,0-40 0,81 0 16,-81 40-16,0-41 0</inkml:trace>
  <inkml:trace contextRef="#ctx0" brushRef="#br0" timeOffset="191468.5239">14245 10748 0,'0'0'16,"0"-40"0,120-1-1,-80 41-15,161 0 16,-161 0-16,0 0 0,0 0 15,81 0 1,-81 0 0</inkml:trace>
  <inkml:trace contextRef="#ctx0" brushRef="#br0" timeOffset="191878.5749">15730 10467 0,'80'-40'32,"-160"80"-32,160-120 0,0-1 15,-40 41-15,-40 0 16,0-40-1,0 40 1,0 80 31,40-40-47,-40 80 16,0-40-16,0 41 15,0-41-15,40 0 0,-40 0 0,41 0 16,-41 40-16,0-40 0,0 0 15,0 41-15,0-41 0,0 0 0,-41 0 0,41 0 16,-40 0-16,40 0 0,-40 0 0,-40 0 16,80 1-16,-40-41 15,0 0-15,40 40 0,-40-40 0,-1 0 16,1 0 0</inkml:trace>
  <inkml:trace contextRef="#ctx0" brushRef="#br0" timeOffset="192068.4833">16010 9986 0,'-40'-81'31,"0"41"-31,40 0 16</inkml:trace>
  <inkml:trace contextRef="#ctx0" brushRef="#br0" timeOffset="192618.4523">16612 10266 0,'0'0'0,"-40"0"16,80 40 15,-40 41-15,40-41-16,1 80 16,-41-80-16,0 0 0,0 41 15,0-41-15,-41 40 31,1-80-31,40 40 0,-40-40 16,0 0-16,40-80 31,-40 40-31,40-41 32,40 41-32,40-40 15,-40 80-15,1-40 0,39 40 16,-40-40-16,0 40 15,0 0-15,40-40 16,1-40 0,-41-1 15,-40 41-31,0 80 31,0 0-15,0 1-16,0-1 15,-40 0-15,40 0 0,0 0 0,0 0 0,0 0 16,0 0-16,0 0 0,0 1 0,0-1 16,0 0-1</inkml:trace>
  <inkml:trace contextRef="#ctx0" brushRef="#br0" timeOffset="192788.4441">17134 9905 0,'-40'-40'16,"80"80"-16,-120-80 0,120 40 16,0 0-1,-40 40-15</inkml:trace>
  <inkml:trace contextRef="#ctx0" brushRef="#br0" timeOffset="193098.4512">17495 10146 0,'0'40'0,"0"0"32,40 0-17,-40 0-15,0 1 16,0-1-16,40-80 47,41-1-47,-41 41 15,-40-40-15,40 40 16,0 0-16,0 0 0,0 0 0,-40-40 0,40 40 16,0 0-16,1 80 15,-41-39-15,40-1 16,-40 0-1,0 0-15,0 0 0,0 0 0,0 0 16,-40 0-16,-1 0 16</inkml:trace>
  <inkml:trace contextRef="#ctx0" brushRef="#br0" timeOffset="193588.4703">18699 10266 0,'0'0'0,"-40"-40"16,40-80 0,-80 80-1,80 0-15,-41 40 31,41 40-31,0 0 16,0 0-16,41-40 0,-41 40 16,40-40-16,0 0 15,0 0-15,-40-40 32,0 0-17,40 40 1,-40-40-16,0 80 31,0 0-15,40 40-16,-40-40 0,0 0 15,40-40-15,-40 41 0,0-1 16,0 0-16,0 0 0,0 0 16,0 0-16,-40 0 15,0 0-15,0-40 16,0 40-16,0-40 15,0 0-15,-1 0 0,1 0 0,0-40 16,0 40-16,40-40 0,-40 40 0,40-40 0,-40 0 16</inkml:trace>
  <inkml:trace contextRef="#ctx0" brushRef="#br0" timeOffset="194018.3707">19381 10146 0,'40'0'0,"-40"40"15,40-40 1,-40 120 0,0-79-16,-40 39 15,0-80-15,0 40 16,40-80 15,80 40-15,-80-80-1,40 80-15,-40-41 0,40 1 0,-40 0 0,41 0 0,-1 0 16,0 0-16,-40 0 16,40 40-16,-40-40 0,40 40 0,-40-40 15,0 80 16,0 40-31,0-40 0,0 0 16,0 0-16,0 0 0,0 0 16,0 1-16,0-1 0,0 0 0,0 0 0,0 0 15,0 0-15,-40 0 16,40 0-16,0 0 0,0 1 16</inkml:trace>
  <inkml:trace contextRef="#ctx0" brushRef="#br0" timeOffset="194218.386">19582 10066 0,'-40'-40'16,"80"80"-16,-121-80 0,81 0 16,41 40-16,-1 0 0,0 0 15,80 0 1,-40 0-16,161 0 15,-201 40-15,0-40 0,1 0 16</inkml:trace>
  <inkml:trace contextRef="#ctx0" brushRef="#br0" timeOffset="194478.417">18739 10908 0,'-40'0'15,"0"0"-15,80 40 16,40-40 0,-40 0-16,241 0 15,-241 0-15,41 0 0,119 0 16,-79 0-1,39-40 1,-120 40 0,40-40-16</inkml:trace>
  <inkml:trace contextRef="#ctx0" brushRef="#br0" timeOffset="194888.3169">19261 11068 0,'80'0'31,"-40"0"-31,80 0 32,-39 41-32,-41 79 31,-40-80-31,-80 40 15,80-40-15,-81-40 0,-39 81 16,40-41 0,40 0-1,80-40 1,80 0 0,-80 0-16,161-40 15,-161 40-15,40 0 0,41-40 31,-81 40-31,120 0 16,-120 0-16,0 0 0,-80 0 47,40-41-31,-40 41-16,40-40 0,0 0 0</inkml:trace>
  <inkml:trace contextRef="#ctx0" brushRef="#br0" timeOffset="195228.3343">21387 10587 0,'-40'0'16,"80"0"-16,-40 0 16,121 0 15,79 0-16,-160-40-15,121 0 16,-121 40-16,0 0 0,41 0 16,-41-40-16,0 40 15,0 0-15</inkml:trace>
  <inkml:trace contextRef="#ctx0" brushRef="#br0" timeOffset="195418.2872">21227 11109 0,'0'40'15,"0"-80"-15,241 80 32,-161-40-32,0 0 0,161-40 15,-201 40-15,161-81 16</inkml:trace>
  <inkml:trace contextRef="#ctx0" brushRef="#br0" timeOffset="209187.5491">23795 10146 0,'-40'0'109,"0"0"-78,0 40-15,-1-40-16,41 40 16,-40-40-16,0 0 0,0 40 0,0-40 15,0 40-15,0 1 16,0-1-16,40 0 0,-41-40 0,41 40 15,-40 0-15,40 0 0,0 0 16,0 0-16,0 0 16,40-40-16,1 41 15,39-41 1,-40 0-16,0 0 0,0 0 16,0 0-16,0-41 0,1 41 15,-41-40-15,40 40 0,0-40 0,0 0 16,-40 0-16,40 40 0,-40-40 0,40 0 15,-40 0 1,40 0-16,-40-1 0,0 1 0,40 40 0,-40-40 16,0 0-16,0 0 0,0 0 15,0 0-15,-40 0 16,0 40 0,0 0-16,0 0 0,0 0 15,0 40-15,0-40 0,40 40 0,-41-40 0,1 40 16,0 0-16,40 0 0,-40-40 15,40 40-15,-40-40 0,40 40 0</inkml:trace>
  <inkml:trace contextRef="#ctx0" brushRef="#br0" timeOffset="212037.3793">24959 10347 0,'-41'0'109,"41"40"-62,41-40-47,39 0 0,-40 0 16,0 0-16,0 0 0,0 0 16,41 0-16,-41 0 0,0 0 0,0-40 0,0 40 15,0 0-15,0-41 0,1 41 16,-82 0 62,1 0-62,0 0-1</inkml:trace>
  <inkml:trace contextRef="#ctx0" brushRef="#br0" timeOffset="212737.3376">25922 10226 0,'0'-40'78,"0"0"-62,0 0 0,0 0-16,40 0 15,-40 0-15,0 0 0,0-1 16,0 1-1,0 80 79,0 1-94,0-1 16,0 0-16,0 0 0,0 0 15,0 0-15,0 0 16,0 0-16,-40 0 0,40 0 16,0 1-16,0-1 15,0 0-15,0 0 0,0 0 0,0 0 16,0 0 0,-40-40-16,40 40 0,-41 0 0,41 1 15,-40-41-15,40 40 0,-40-40 0,0 40 16,40 0-16,-40-40 0,40 40 15,-40-40-15,0 40 0,0 0 0,-1-40 16,41 40 0,-40-40-16,40-40 31</inkml:trace>
  <inkml:trace contextRef="#ctx0" brushRef="#br0" timeOffset="212977.3229">25882 9865 0,'-41'-80'15,"1"40"1,40 0-1,-40 40-15,40 40 32</inkml:trace>
  <inkml:trace contextRef="#ctx0" brushRef="#br0" timeOffset="214317.1713">26845 9705 0,'0'-40'16,"0"80"93,-41-40-93,41 40-16,-40 0 0,40 0 15,-40-40-15,40 40 0,-40 0 0,40 41 0,-40-41 16,40 0-16,-40 0 0,40 0 15,-40 0-15,40 0 0,-40 0 0,40 41 0,0-41 16,0 0-16,0 0 16,0 40-16,0-40 0,0 0 0,40 41 15,40-41-15,-40 0 16,0 0-16,0 0 0,0 0 0,1-40 0,-1 40 16,0-40-16,-40 40 15,40-40-15,0 0 0,0 0 0,0 0 16,0 0-16</inkml:trace>
  <inkml:trace contextRef="#ctx0" brushRef="#br0" timeOffset="214947.2076">27005 10347 0,'0'0'0,"-40"0"31,80 0 16,0 0-47,0 0 16,0 0-16,41 0 0,-41 0 0,0 0 0,0 0 15,0-41-15,0 41 0,0 0 0,1 0 0,-1 0 16,-40-40-16,40 40 15,-40-40-15</inkml:trace>
  <inkml:trace contextRef="#ctx0" brushRef="#br0" timeOffset="215277.1308">27888 9865 0,'0'40'46,"-40"-40"-46,40 41 0,0-1 0,-40 0 0,40 0 16,0 0 0,0 0-16,0 0 0,0 0 0,0 0 15,0 0-15,0 1 16,0-1-16,0 0 0,0 0 0,0 0 16,80-40-16,-80 40 15,0 0-15,0 0 0</inkml:trace>
  <inkml:trace contextRef="#ctx0" brushRef="#br0" timeOffset="215687.164">28289 9745 0,'0'0'15,"40"0"1,0 0-16,0 0 15,1 0-15,79 120 16,-40 81 15,-40-121-31,-40-40 0,-80 161 32,80-161-32,-40 0 0,0 0 0,-201 161 15,40-81 16,161-120-31,0 40 0</inkml:trace>
  <inkml:trace contextRef="#ctx0" brushRef="#br0" timeOffset="216017.0881">29292 10066 0,'40'0'31,"-80"0"-31,121-40 0,-41 40 0,80-40 32,41 40-17,-1-40 1,-80 40-16</inkml:trace>
  <inkml:trace contextRef="#ctx0" brushRef="#br0" timeOffset="216197.1334">29332 10507 0,'-40'0'32,"80"0"-32,-80-40 0,121 0 0,119 0 15,81 0 16,-120-1-31</inkml:trace>
  <inkml:trace contextRef="#ctx0" brushRef="#br0" timeOffset="216707.1029">30456 10106 0,'-40'0'15,"80"0"-15,-80-40 0,80 40 32,40-40-17,-40 0-15,41-41 31,-41-39-15,-40 80-16,0-40 16,0 40-16,-40 40 47,40 40-47,0 0 15,-41-40-15,41 40 0,0 0 16,0 0-16,-40 0 0,40 0 0,0 1 15,0-1-15,0 0 16,-40 0-16,40 40 0,0-40 0,0 0 0,0 0 16,-40 41-16,40-41 0,0 0 15,0 0-15,-40 40 0,40-40 0,0 0 0,-40 0 16,40 1-16,-40-1 16,0 0-16,40 0 0,-41-40 0,41 40 15,-40-40-15,40 40 0,-40-40 0,40 40 0,-40-40 16,0 0-16,0 0 15,0 0-15,0-40 16,-1 0 0,41 0-16</inkml:trace>
  <inkml:trace contextRef="#ctx0" brushRef="#br0" timeOffset="216897.0155">30978 9264 0,'-81'-121'31,"162"242"-31,-202-362 16,121 201-16,-40 40 0,40 40 16</inkml:trace>
  <inkml:trace contextRef="#ctx0" brushRef="#br0" timeOffset="218646.988">3330 12633 0,'0'-41'47,"0"1"-31,41 80 15,-1 1-15,-40-1-16,40-40 0,0 40 0,0 0 0,0 40 15,0-40-15,1 0 16,-1 0-16,0 1 0,40 39 0,-40-40 0,0 0 16,0-40-16,1 40 0,-1 0 15,0 0-15,0 0 0,0-40 0,-40 40 0,40-40 16,-40 41-16,40-41 16,-40 40-16,40-40 0</inkml:trace>
  <inkml:trace contextRef="#ctx0" brushRef="#br0" timeOffset="218976.9716">4494 12673 0,'0'0'0,"-40"0"15,0-40 1,0-1 15,0 41-31,-81 201 32,-119 80-17,119-161-15,81-80 0,-120 201 31,119-201-31,1 0 0,0 40 0,-120 41 32,119-81-32</inkml:trace>
  <inkml:trace contextRef="#ctx0" brushRef="#br0" timeOffset="219346.8894">4735 13354 0,'0'41'78,"40"-41"-78,-40 40 0,0 0 0,0 0 0,0 0 16,0 0-16,-40 0 0,40 0 0,0 0 15,-40 1-15,0-1 16,40 0-16,0 0 0,0 0 0,-40-40 0,40 40 16,-41-40-16,41 40 15</inkml:trace>
  <inkml:trace contextRef="#ctx0" brushRef="#br0" timeOffset="219716.8513">5417 12753 0,'0'0'15,"-40"0"1,0-40 0,40 120-16,-80 40 15,80-80-15,-41 1 0,1 79 32,40-80-32,0 160 15,0-159-15,0-1 0,81 80 16,-81-80-16,40 0 15,0-40-15,0 80 16,0-80 0</inkml:trace>
  <inkml:trace contextRef="#ctx0" brushRef="#br0" timeOffset="220206.8979">5778 13034 0,'40'-81'31,"-80"162"-31,80-202 0,0 81 16,-40 0-16,41 40 0,-1 0 16,0-40-16,0 40 15,80 40 1,-80 80-1,-120 1 17,-40 39-17,40-80 1,80-40 0,40-40-1,0 0 1,0 0-1,40 0 1,-40 81 15,-40-41-31,-40 80 32,0-120-32,-80 80 15,120-40-15,-40-40 0,-1 41 16,1-41-16,0 0 15,0 0-15,0-41 16,0 41 0,40-40-16</inkml:trace>
  <inkml:trace contextRef="#ctx0" brushRef="#br0" timeOffset="220556.8031">6781 12633 0,'0'0'0,"40"0"15,-40 40 1,41-40-1,-41 40-15,80 80 16,-80-80-16,0 40 0,0 81 16,0-121-16,0 80 15,-80-80-15,-1 161 16,1-121 0,80-40-16,-160 121 15,119-121-15,1 0 0,0-40 16</inkml:trace>
  <inkml:trace contextRef="#ctx0" brushRef="#br0" timeOffset="220826.8608">7423 13034 0,'0'-40'0,"0"-1"15,81 1 1,159 0 0,1-40-1,-201 80 1,0 0-1,-40 40 1</inkml:trace>
  <inkml:trace contextRef="#ctx0" brushRef="#br0" timeOffset="221076.8475">7664 13475 0,'0'0'0,"-160"40"31,120-40-31,120 0 16,-40 0 0,361 0-1,-80-80 1,-241 40 0,-120 40 15,0 0-16,0 0-15</inkml:trace>
  <inkml:trace contextRef="#ctx0" brushRef="#br0" timeOffset="223066.7265">10152 12833 0,'0'-40'0,"-40"40"93,40 40-30,0 0-63,0 0 15,0 0 1,0 1-16,0-1 31,0 0-31,0 0 0,0 0 16,0 0-16,0 40 0,0-40 16,0 41-16,0-41 0,0 40 0,0-40 0,0 40 15,-40-40-15,40 0 0,0 41 0,0-41 0,0 0 16,0 0-1,0 0-15,0 0 0,0 0 0,0 0 16,0-80 47,0 0-63,0 0 62</inkml:trace>
  <inkml:trace contextRef="#ctx0" brushRef="#br0" timeOffset="224186.6619">11075 13675 0,'-40'0'15,"0"0"1,0 0 15,-1 0 0,1 40-15,80-40 31,41 0-47,-41 0 0,0 0 16,0 0-16,40 0 0,-40 0 0,41 0 0,-41 0 15,40 0-15,-40 0 0,40 0 16,1 0-16,-41 0 0,0 0 0,40 0 0,-40 0 15,0 0-15,1-40 16,-1 40-16,0 0 0,0 0 16,-80 40 46,0-40-46,0 0-1</inkml:trace>
  <inkml:trace contextRef="#ctx0" brushRef="#br0" timeOffset="224896.5431">11516 13354 0,'-40'0'0,"80"0"0,-80 41 296,40-1-280,0 0 0,0 0-16,0 0 0,0 0 15,0 0-15,0 0 0,0 0 16,0 1-16,0-1 0,0 0 0,0 0 16,0 0-16,0 0 0,0 0 0,0 0 15,0 0 1,0 0-16,0 1 0,0-1 0,0 0 15,0 0 1,0 0-16,40-40 16,0-40 15,1 0-15,-41 0-16,0 0 0</inkml:trace>
  <inkml:trace contextRef="#ctx0" brushRef="#br0" timeOffset="226246.5411">12479 13395 0,'0'-41'16,"0"1"-1,40 0-15,1 0 16,-1 0 0,0 40-16,0 0 0,0-40 0,0 40 0,0 0 15,0 0 1,1 0-16,-1 0 0,0 0 0,0 40 16,-40 0-16,40 0 0,-40 0 0,0 0 15,0 1-15,0-1 0,0 0 16,-80 0-16,80 40 0,-40-40 0,40 0 0,-40 0 15,-1-40-15,41 41 16,-40-1-16,0 0 0,0-40 0,0 40 0,0-40 16,0 40-16,0-40 15,-1 40-15,41-80 32,41 0-32,-1 0 15,0 0-15,0 40 0,0 0 0,0 0 16,0 0-16,0 0 15,1 0-15,-41 40 0,40-40 16,0 40-16,-40 0 0,40-40 16,-40 40-16,0 0 0,40-40 0,-40 40 15,40-40-15,-40 40 16,40-40-16</inkml:trace>
  <inkml:trace contextRef="#ctx0" brushRef="#br0" timeOffset="226736.4466">13723 13595 0,'0'0'0,"-40"-40"0,40 0 15,0 0-15,40 0 31,0 40-31,41-81 16,-41 81 0,-40-40-16,-40 40 31,-1 0-15,41 40-16,0 1 15,-40-1 1,40 0-1,0 0-15,0 0 16,0 0-16,0 0 0,0 0 16,0 0-16,0 1 15,0-1-15,0 0 0,0 0 0,0 0 0,-40 0 0,40 0 16,0 0-16,0 0 16,-40 0-16,40 1 0,-40-1 0,40 0 0,-40 0 15,0 0-15,40 0 0,-40-40 16,40 40-16,-41-40 15,1 0 1,0-40 0,40 0-16,-40 0 0,40 0 15,0 0 1,-40 0-16,40-1 0</inkml:trace>
  <inkml:trace contextRef="#ctx0" brushRef="#br0" timeOffset="226966.4981">13964 12873 0,'0'-80'15,"0"160"-15,-40-200 0,0 120 0,40-40 31,0 80-15,0 40 0</inkml:trace>
  <inkml:trace contextRef="#ctx0" brushRef="#br0" timeOffset="227756.3799">15368 13675 0,'-40'0'16,"0"0"15,0 0-15,80 0 15,0 0-16,0 0-15,1 0 16,-1 0-16,0 0 0,0-40 0,40 40 0,-40 0 16,41 0-16,-1 0 0,-40 0 15,40 0-15,-40-40 0,41 40 0,-1 0 0,-40 0 16,0 0-16,40 0 16,-40 0-16,1 0 0,-1 0 0,0 0 15,0 0-15,-80 0 31,0 40 1,0-40-32,-1 40 15,1-40 1</inkml:trace>
  <inkml:trace contextRef="#ctx0" brushRef="#br0" timeOffset="228856.3093">15770 13194 0,'-40'0'16,"40"40"203,0 0-204,0 0 1,0 0-1,0 1-15,0-1 47,40-40-47,-40 40 141,0 40-125,0-40-16,0 0 0,0 0 15,-40 0-15,40 1 0,0-1 0,0 0 16,0 0-16,-41 0 15,41 0-15,0 0 0,0 0 0,0 0 16,0 0-16,0 1 16,0-1 15,0-80 78,41 40-109</inkml:trace>
  <inkml:trace contextRef="#ctx0" brushRef="#br0" timeOffset="230676.201">17294 13234 0,'0'40'93,"-40"-40"-93,0 80 16,40-39-16,-40-1 0,0 0 0,0 0 16,40 0-16,-40 0 15,40 0-15,0 0 0,0 0 0,-40 1 0,40-1 16,0 0-16,0 0 0,0 0 0,0 0 0,0 0 16,40 0-16,-40 0 15,40-40-15,-40 40 0,40-40 0,40 0 16,-40 0-1</inkml:trace>
  <inkml:trace contextRef="#ctx0" brushRef="#br0" timeOffset="230876.2084">17856 13756 0,'-40'-81'15,"80"81"-15,40-40 16,1 40-16,-41 0 0,161-40 31,-161 40-31,0 0 0,0-80 16,0 80-16</inkml:trace>
  <inkml:trace contextRef="#ctx0" brushRef="#br0" timeOffset="231066.1783">18579 13274 0,'0'0'32,"0"40"-32,0 0 15,0 1 1,0 79 0,40 80-1,0-79 1,-40-81-1</inkml:trace>
  <inkml:trace contextRef="#ctx0" brushRef="#br0" timeOffset="231376.1631">18900 13154 0,'0'0'15,"40"0"17,-40 40-32,80-40 15,-80 40-15,40-40 0,0 40 16,-40 0-16,40 0 0,-40 1 0,0-1 0,40 40 15,-40-40-15,0 0 16,0 0-16,0 0 0,0 0 0,-40 1 0,40-1 16,-80 0-16,80 0 0,-40 0 15,0 0-15,0 0 0,0-40 0,40 40 16,-41-40-16</inkml:trace>
  <inkml:trace contextRef="#ctx0" brushRef="#br0" timeOffset="232036.1222">19903 13675 0,'-40'0'31,"80"0"0,-40-40-31,80 40 94,-40 0-78,0 0-16,0 0 0,0 0 0,1 0 15,-1 0-15,0 0 16,40 0-16,-40 0 0,0 0 0,0-40 0,1 40 16,-1 0-16,0 0 0,0 0 15,0 0-15,0 0 0,-40-40 16,40 40-16,-40 40 156,-40-40-140</inkml:trace>
  <inkml:trace contextRef="#ctx0" brushRef="#br0" timeOffset="232326.1793">20424 13234 0,'0'0'0,"-40"0"16,40 40 15,0 0-15,-40 0-16,40 41 0,0-41 0,0 0 16,-40 0-16,40 40 0,0-40 0,0 41 0,0-41 15,-40 0-15,40 0 0,0 0 16,0 0-16,0 0 0,-40 0 0,40 0 0,0 0 15,0 1-15,-40-1 16</inkml:trace>
  <inkml:trace contextRef="#ctx0" brushRef="#br0" timeOffset="233076.0612">21628 13395 0,'-40'0'15,"80"0"-15,-40 0 31,40 0-15,0-41 0,0 41-16,41 0 0,-41 0 15,0 0 1,0 0-16,-40 41 0,40-41 0,-40 40 16,40 0-16,-40 0 0,0 0 0,41 0 0,-41 0 15,0 0-15,0 0 0,0 1 16,-81-1-16,81 0 0,-40 0 0,40 0 0,-40-40 15,0 40-15,0 0 16,0-40-16,-1 40 0,1-40 0,0 0 0,0 0 16,0 0-16,0 40 15,80-80 1,0 40 0,-40-40-16,40 40 15,0 0-15,0 0 0,1 0 0,-1 0 16,0 0-16,0 0 15,0 0-15,0 40 0,0-40 0,1 40 0,-1-40 16,-40 40-16,40-40 16,0 0-16,0 0 0,0 41 0,0-1 15,0-40-15,1 0 16,-82 0 31,1 0-32,0-40 1</inkml:trace>
  <inkml:trace contextRef="#ctx0" brushRef="#br0" timeOffset="233606.1035">23634 13114 0,'-40'-40'16,"80"80"-16,-120-80 31,40 40-31,0 40 16,-80 160 0,-1 41-1,81 40 16,40-81-15,80-79 0,-40-81 15,1-40-31,39 0 16,-40 0-16,-40-40 78,0-1-63</inkml:trace>
  <inkml:trace contextRef="#ctx0" brushRef="#br0" timeOffset="235326.0017">24477 13635 0,'-40'0'0,"80"0"63,-40 40-32,40-40-31,0 0 16,0 0 15,1 0 16,-41-40-16,40 40-31,0-40 31,-40 0-31,40 40 16,-40-40 0,40 40-16,-40-40 0,40 40 0,-40-40 15,40 0-15,-40-1 16,40 41-16,-40-40 0,0 0 16,0 0-16,0 80 109,0 0-109,0 0 16,0 1-1,0-1-15,0 0 0,0 0 0,0 0 16,0 0-16,0 0 15,0 0-15,0 0 0,0 1 0,0-1 16,0 0-16,-40 0 0,40 0 16,0 0-16,-40 0 0,40 0 15,-40-40-15,40 40 16,-40 0-16,0 1 0,0-1 16,0-40-16,-1 40 15,1-40 1,0 0-16,0 0 0,0-40 15,0 0 1,0-1-16,40 1 0</inkml:trace>
  <inkml:trace contextRef="#ctx0" brushRef="#br0" timeOffset="235525.9905">24918 12913 0,'0'0'0,"-40"-40"0,0 0 31,40 0-31,40 40 16,41 0-16</inkml:trace>
  <inkml:trace contextRef="#ctx0" brushRef="#br0" timeOffset="236025.9058">25721 13234 0,'0'0'0,"40"0"79,0 40-64,-40 0 1,40-40-1,-40 40-15,41 1 0,-1-1 0,-40 0 16,0 0-16,0 0 16,40 0-16,-40 0 0,0 0 0,0 0 0,0 1 15,-80-1-15,80 0 0,-41 0 16,1 0-16,0 0 0,-40 0 0,40 0 0,-40 0 16,-1 0-16,-39-40 0,40 41 0,-41-1 0,41-40 15</inkml:trace>
  <inkml:trace contextRef="#ctx0" brushRef="#br0" timeOffset="244275.4757">27326 10026 0,'-40'0'16,"80"0"31,-80 0 31,40 40-47,0 0 0,0 0-15,-40 0-16,0-40 16,40 40-16,-40 0 0,40 0 15,0 1-15,0-1 0,-41-40 16,41 40-16,0 0 16</inkml:trace>
  <inkml:trace contextRef="#ctx0" brushRef="#br0" timeOffset="245885.3773">27206 10226 0,'0'40'15,"-40"-40"126,40 40-125,-41-40-16,41 41 15,0-1-15,0 0 32,0 0-32,0 0 31,0 0 0</inkml:trace>
  <inkml:trace contextRef="#ctx0" brushRef="#br0" timeOffset="254324.8785">30015 10226 0,'0'40'15,"-41"-40"142,1 0-126,0 0-31,80 0 78,0 0-62,1 0-1,-1 0 79,-80 0 109,-1 0-203,1 0 16,0 0-16,0 0 15,40-40-15,-40 40 16,0 0 0,40-40 62,40 40-63,0 0-15,0 0 16,0 0-16,0-40 16,1 40-1,-1 0-15,0 0 0,0 0 16,-80 0 187,0 0-203,0 0 16,-1 0-16,-39 0 15,40 0-15,0 0 31,80 0 48,40 0-64,-40 0-15,1 0 16,-1 0-16,0 0 0,0 0 0,0 0 15,0 0 1,-80 0 31,0 0-31,0 0-1,0 0-15,0 0 0,-1 0 16,1 0-16,0 0 0,0 0 15,0 0-15,80 0 94,0 0-78,0 0-16,0 0 15,1 0 1,-1 0-16,0 0 0,-120 0 63,39 0-48,1 0-15,0 0 0,0 0 16,0 0-16,0 0 15,80 0 32,0 40-31,0-40 0,0 0-16,0 0 15,-120 0 32</inkml:trace>
  <inkml:trace contextRef="#ctx0" brushRef="#br0" timeOffset="257664.6093">23955 13515 0,'0'40'16,"0"0"31,-40-40-47,0 0 15,40 40-15,80-40 94,-39 0-94,-1-40 16,0 40-16,0 0 15,0-40-15,0 40 0,0 0 0,0 0 16,-40-40-16,-40 40 62,-40 40-62,40-40 16,0 0-16,40 40 16,-40-40-16,0 0 0,-1 0 0,1 40 15,0-40 1,0 0-16,80 0 47,0 0-32,0 0 1,1 0-16,-1 0 16,0 0-1</inkml:trace>
  <inkml:trace contextRef="#ctx0" brushRef="#br0" timeOffset="258594.6272">27366 13675 0,'0'40'0,"-40"-40"15,0 0 1,40 41-1,-40-41 1,0 0 0,0 0-16,-1 0 15,41-41 1,-40 41 0,121 0 62,-41 0-78,0 0 0,0 0 15,0 0-15,0 0 0,40 0 0,-39 0 0,-1 0 16,0 0-16,0 0 0,0 0 16,0 0-16,0 0 0,0 0 0,1 0 15,-1 0 1,0 0-16,0 0 15,0 0 1,0 0 0</inkml:trace>
  <inkml:trace contextRef="#ctx0" brushRef="#br0" timeOffset="258874.6114">27366 14076 0,'0'40'0,"40"-40"16,81 0 0,-1 0-1,-40 41-15,201-1 16,-201-40-16,-39 0 0,119 40 31,-120-40-31,-80 0 16,40-40-1,-40 40-15,0 0 0</inkml:trace>
  <inkml:trace contextRef="#ctx0" brushRef="#br0" timeOffset="259844.4771">23915 14598 0,'0'0'0,"0"-40"0,-40 40 16,0 0-16</inkml:trace>
  <inkml:trace contextRef="#ctx0" brushRef="#br0" timeOffset="260904.4154">12921 14477 0,'0'0'15,"0"-40"1,-40 40-16,-1 0 16,1 0-1</inkml:trace>
  <inkml:trace contextRef="#ctx0" brushRef="#br0" timeOffset="263314.2786">29613 13555 0,'-40'0'360,"40"40"-345,0 0 48,0 0-32,-40-40-15,40 40-1,-40-40-15,40 41 16,-40-1-16,40 0 16,0 0-16,0 0 0,0 0 15,0 0 1,0 0-16,0 0 16,0 0-1,40-40-15,-40 41 0,80-41 16,-80 40-1,40-40-15,0 0 0,1 0 0,-1 0 16,-40 40-16,40-40 0,0 0 0,0 0 16,0 0-1,0 0-15,0 0 16,1 0 0,-41-40-16,40 40 0,-40-40 15,40 40 1,0-41-16,0 1 31,-40 0-31,40 40 16,-40-40-16,40 40 0,-40-40 0,0 0 15,40 40 1,-40-40-16,0 0 0,0 0 31,0 0-31,-40-1 16,0 1-16,40 0 15,-40 0-15,0 40 0,0-40 16,0 40-16,0 0 0,40-40 0,-41 40 16,1 0-16,0 0 15,40-40-15,-40 40 0,0-40 0,0 40 16,0 0 0,40-40-16,-40 40 0,-1 0 31,1 0-31,0 40 0,0-40 15,40 40-15,-40-40 16</inkml:trace>
  <inkml:trace contextRef="#ctx0" brushRef="#br0" timeOffset="266034.1876">2006 15841 0,'40'0'31,"1"40"79,-1-40-79,-40 40 16,40-40-32,0 0 1,0 40-16,0-40 0,-40 40 16,40-40-16,0 41 0,1-41 15,-1 40-15,0-40 0,0 40 0,0 0 0,0 0 16,0-40-16,0 40 15,1 0-15,-1-40 0,0 40 0,0 0 0,0-40 16,-40 40-16,40-40 0,-40 41 0,40-41 0,-40 40 16,0 0-1,40-40-15,1 0 47,-1-40-31</inkml:trace>
  <inkml:trace contextRef="#ctx0" brushRef="#br0" timeOffset="266754.0712">2929 15761 0,'-40'0'156,"0"0"-124,40 40-17,-40-40 1,40 40 0,-40-40-16,40 40 0,-40 0 15,40 0-15,-41-40 16,41 40-16,-40 1 0,40-1 0,-40-40 0,40 40 15,-40 0-15,0 0 16,0 0-16,0 0 0,40 0 0,-40 0 0,-1 0 16,1 1-16,0-1 0,0 0 0,0 0 15,0-40 1,40 40-16,-40 0 16,40 0-1,0-80 63,-40 0-62</inkml:trace>
  <inkml:trace contextRef="#ctx0" brushRef="#br0" timeOffset="267894.0769">3692 16202 0,'0'40'93,"0"0"-77,0 0-16,0 0 0,0 41 16,0-41-16,0 0 0,0 40 0,0-40 0,0 0 15,0 0-15,0 0 16,0 1-16,0-1 0,0 0 0,0 0 0,0 0 16,0 0-1</inkml:trace>
  <inkml:trace contextRef="#ctx0" brushRef="#br0" timeOffset="268563.9613">4374 15761 0,'0'0'0,"-40"-40"31,0 40-15,40-40-1,0 80 32,-41-40-47,41 40 0,-40 0 0,0 0 16,40 0-16,0 0 15,-40 0-15,40 0 0,-40 1 0,40 39 0,0-40 16,0 0-16,-40 0 0,40 0 0,0 0 0,0 0 16,0 0-16,0 1 0,0-1 15,0 0-15,0 0 0,0 0 0,80 0 16,-40 0 0,-40 0-16,40-40 0,0 40 0,1-40 0,-41 41 15,40-41-15,0 0 0,0 40 16,0-40-16,0 0 0,0 0 15,-40-40 1,40 40-16</inkml:trace>
  <inkml:trace contextRef="#ctx0" brushRef="#br0" timeOffset="268813.9721">4815 16122 0,'0'0'16,"-40"-40"-16,0 40 16,40 40-1,0 0 1,40-40-16,-40 40 16,40 0-16,-40 0 0,40-40 0,-40 40 0,0 0 15,0 0-15,0 1 16,40-41-16,-40 40 0,0 0 0,0 0 15</inkml:trace>
  <inkml:trace contextRef="#ctx0" brushRef="#br0" timeOffset="269253.9974">5176 16082 0,'0'0'0,"0"-40"16,-40 40 15,0 0-15,-40 80 0,-81 40 15,1-40-16,-1 0 1,121-80 0,120 0 15,-80-40-15,161 40-1,-41 40 16,-39 41-15,-1-1 0,-40-40-1,0-40 1</inkml:trace>
  <inkml:trace contextRef="#ctx0" brushRef="#br0" timeOffset="270303.8836">4735 16042 0,'0'0'0,"0"-41"63,-40 41-32,40-40 47,40 40-62,-40-40 0,0 80 46,0 0-46,0 1-16,0-1 15,0 0 1,0 0-16,0 0 0,0 0 16,0 0-1,0 0-15,0 0 0,0 0 16,0 1-16,0-1 15,0 0-15,0 0 0,40-40 0,0 40 16,0 0 0,0-40-1</inkml:trace>
  <inkml:trace contextRef="#ctx0" brushRef="#br0" timeOffset="270713.9096">4976 16402 0,'40'0'32,"0"0"-17,-40 41 1,40-41-16,0 0 15,0 0 1,-40 40-16,40-40 0,1 40 16,-1-40-16,0 40 0,0-40 15,0 0-15,0 0 0,0 0 16,0 0-16,1 0 0,-1 0 0,0 0 16,0 0-16,0 0 15,0 0-15,-40 40 16</inkml:trace>
  <inkml:trace contextRef="#ctx0" brushRef="#br0" timeOffset="271283.8704">5899 15681 0,'40'0'78,"-40"40"-78,0 0 0,40-40 15,-40 40-15,40 0 0,-40 0 0,40 0 0,-40 0 16,40 0-16,-40 1 0,0-1 0,40 0 0,-40 0 16,0 0-16,0 0 15,0 0-15,0 0 0,-80 0 0,80 0 0,-40 1 16,40-1-16,-80 0 0,80 0 16,-40-40-16,40 40 0,-41 0 0,1 0 15,40 0-15,-40-40 16,40 40-16</inkml:trace>
  <inkml:trace contextRef="#ctx0" brushRef="#br0" timeOffset="271613.805">7303 16122 0,'-80'-40'32,"80"0"-32,40 40 15,281-41 1,-80 41 15,-81 0-15,-120 0-1,-40 41 1</inkml:trace>
  <inkml:trace contextRef="#ctx0" brushRef="#br0" timeOffset="271823.848">7303 16523 0,'0'40'0,"-40"-40"31,120 0-31,-40-40 16,161 0 0,-41 0 15,-79 40-16,-1 0 1</inkml:trace>
  <inkml:trace contextRef="#ctx0" brushRef="#br0" timeOffset="272553.7475">9269 15520 0,'0'0'16,"-40"-80"-1,-40 80 1,0 0 15,-41 120-15,1 41-1,40-41 1,39 40 15,41-79-15,81-1-1,-81 0 1,-81 0 15,-79-40-15,40 0 0,120-80 15,80 0-16,0 0 1,-40 40 0,0 0-16,-40 40 31,0 0-15,0 81-1,0 39 16,40-40-15,81 1 0,-1-1-1,1-80 17,39-40-17,41 0 1,-161 0-16</inkml:trace>
  <inkml:trace contextRef="#ctx0" brushRef="#br0" timeOffset="285462.9812">10192 15801 0,'0'0'0,"40"0"16,-40-40-16,40 0 16,0 0-16,1-1 0,-1 1 0,0 0 15,-40 0 1,40 40-16,-40 40 31,-40-40-31,0 0 16,40 40-1,-40-40-15,-1 0 63,1 40-63,40 1 0,-40-41 15,40 40-15,0 0 0,-40 0 16,0 0-16,40 0 0,-40-40 0,40 40 16,-40 0-16,40 0 15,0 1-15,0-1 0,0 0 16,0 0-16,40-40 0,-40 40 16,40 0-16,0 0 0,-40 0 15,40-40 1,0 0-16,0 40 0,1-40 15,-1 0-15,0 0 0,0 0 0,0-40 16,0 40-16,0-40 0,0 0 16,1 0-16,-41 0 15,-41 40 1,1 0 0,0 0-16,0 0 0,0 40 15,0-40-15,0 40 0,0-40 0,-1 40 0,-39-40 16,80 40-16,-40-40 0,0 0 0,40 40 15,-40-40-15,40 40 16,-40 1-16,40-1 0,0 0 16</inkml:trace>
  <inkml:trace contextRef="#ctx0" brushRef="#br0" timeOffset="285723.0232">11155 16202 0,'0'0'31,"0"40"-15,0 0-16,-40 121 15,0-81-15,40-40 0,-80 120 16,80-79-16,-121 159 16</inkml:trace>
  <inkml:trace contextRef="#ctx0" brushRef="#br0" timeOffset="292782.6064">12439 15721 0,'0'40'125,"-40"-40"-110,40 40-15,0 0 0,0 0 0,-40 0 16,0 0 0,40 0-16,0 1 0,-40-41 0,40 40 0,-40 0 15,40 0-15,0 0 16,40-40-1,-40 40-15,40-40 0,0 0 0,0 0 16,0 0 0,0 0-16,0 0 0,1-40 0,-1 40 0,-40-40 15,40 40-15,0-40 0,0 0 16,-40 0-16,40 40 0,-40-41 16,0 1-1,-40 0-15,40 0 16,-80 40-16,80-40 0,-40 40 0,0-40 0,-1 40 15,1-40-15,0 0 16,0 40 0,40 40 31,0 0-47,0 0 15</inkml:trace>
  <inkml:trace contextRef="#ctx0" brushRef="#br0" timeOffset="293112.5138">13482 16082 0,'0'40'16,"0"0"-1,0 80 1,0-40-1,-80 81 1,-80-1 0,79-80-16</inkml:trace>
  <inkml:trace contextRef="#ctx0" brushRef="#br0" timeOffset="297272.3039">14566 16082 0,'80'0'156,"-40"-40"-140,0 40-16,41 0 0,-41 0 0,0-41 15,40 41-15,-40-40 16,41 40-16,-41 0 0,0 0 0,40-40 0,-40 40 16,0 0-16,0 0 0,1 0 15,-1 0-15,-40-40 0,40 40 0,0 0 16,-80 0 31,0 0-32,0 40-15,-1-40 16</inkml:trace>
  <inkml:trace contextRef="#ctx0" brushRef="#br0" timeOffset="298362.2753">15850 15640 0,'0'0'0,"0"-40"15,40 40-15,0-80 32,0 80-32,0 0 0,-40-40 15,41 40 1,-1 0-1,40 0 1,-40 0 0,40 80-1,-40 0 1,-40 1 0,0-41-1,-40 0-15,0 40 16,0-40-16,40 0 0,-80 0 31,40 1-31,0-41 0,-1 40 31,41-80 16,0-1-31,41 41-16,-1 0 78,0 0 16,0 0 93,0 0-171,-40 41-16,40-41 15,-40 40-15,40-40 16,-40 40-16,40-40 0,1 40 16,-1-40-16,0 40 15,0-40-15,0 40 0,0-40 16,0 0 0,0 0-16,-40 40 0,41-40 0,-1 0 15,0 0 1,0 0-1</inkml:trace>
  <inkml:trace contextRef="#ctx0" brushRef="#br0" timeOffset="298602.2608">17254 16122 0,'0'40'0,"-40"-40"0,0 0 15,40 40-15,0 0 16,0 0-16,0 0 15,0 0-15,0 0 0,0 1 0,0-1 16,0 0-16,0 0 16,0 0-16,0 0 0,-40 0 0,-40 0 15</inkml:trace>
  <inkml:trace contextRef="#ctx0" brushRef="#br0" timeOffset="306021.8222">18659 16042 0,'40'0'0,"-40"-41"16,40 41-16,-40-40 16,-40 40 124,40 40 157,-40-40-297,40 41 0,-80-1 16,80 0-16,-41-40 0,41 40 15,0 0-15,-40-40 0,40 40 0,0 0 16,0 0 0,0 0-16,0 0 0,40-40 15,-40 41-15,41-41 0,-41 40 0,40-40 16,0 0-16,0 40 15,0-40-15,0 0 0,0 0 0,0-40 16,1 40 0,-41-40-16,40 40 0,-40-41 0,40 41 0,-40-40 15,40 40-15,-40-40 16,0 0-16,0 0 16,0 0-16,0 0 0,-40 0 15,40 0 1,-40 40-16,40-40 0,0-1 15,-40 41 1,-1 0-16,1 0 16,0 0-16,0 0 15,0 0-15,40 41 0,-40-41 0,0 0 16,0 0-16,-1 0 16,41 40-16,-40-40 0</inkml:trace>
  <inkml:trace contextRef="#ctx0" brushRef="#br0" timeOffset="307151.7082">19542 15400 0,'0'40'15,"40"-40"1,-40-40 15,40 40-31,0 40 110,0-40-95,-40 40-15,0 0 0,40-40 16,-40 40-16,0 0 0,0 0 15,40-40-15,-40 41 0,0-1 0,0 0 0,0 0 16,0 0-16,0 0 16,0 0-16,0 0 0,0 0 15,0 1 1,40-41-16,1 0 16,-1 0-16,0 0 0,0 0 15,-40-41 1,40 41-16,0-40 0,0 40 15,-40-40-15,0 80 79,0 0-79,0 1 15,0-1-15,0 0 0,-40-40 0,40 40 0,0 0 16,-40 0-16,40 0 15,0 0-15,-40 0 0,40 0 0,0 1 0,0-1 16,0 0-16,-40 0 0,40 0 16,0 0-16,-40-40 0,40 40 0,0 0 0,-40 0 15,40 1-15,-41-1 16,41 0-16,-40 0 0,0 0 0,0 0 0,0 0 16,0 0-16,0-40 0,-41 40 0,41 0 0,-40-40 15,40 0-15,-40 41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22:50.6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3571 1684 0,'0'-40'0,"0"0"15,0 0-15,0-1 16,0 1-16,0 0 16,40 40-16,1 0 15,-1-40-15,0 40 0,40 0 0,-40 0 16,0 0-16,0 80 0,1-80 16,-1 40-16,0 1 0,0-1 0,0 40 0,-40-40 15,40 0-15,-40 40 16,0-40-16,0 41 0,-40-1 0,40-40 0,-80 40 15,40-40-15,-41 0 0,41 41 0,0-41 0,0 0 16,0 0-16,0-40 0,0 0 16,40 40-16,0-80 15,0-40 1,40 40-16,-40-1 0,40 1 0,0 0 0,0-40 16,40 40-16,-39 0 0,39-40 15,-40 39-15,40-39 0,0 40 0,-39 0 0,39-40 16,-40 40-16,40 0 0,-40 0 0,0-1 0,1 1 15,-1 0-15,0 0 16,-40 0-16,40 40 0,-40-40 0,40 40 0,-40-40 16,-40 40-1,-40 0 1,40 40 0,-1 0-16,41 0 0,-40 0 15,40 0-15,-40 0 0,40 1 16,-40-1-16,40 40 0,0-40 0,-40 0 0,40 0 15,0 0-15,0 40 0,0-39 0,0-1 0,0 0 16,0 0-16,40 0 16,-40 0-16,40-40 0,-40 40 0,40 0 0,0-40 15,1 40-15,-1-40 0,0 41 16,0-41-16,0 0 0</inkml:trace>
  <inkml:trace contextRef="#ctx0" brushRef="#br0" timeOffset="340.0455">5056 1924 0,'0'-40'0,"0"80"0,40-120 31,0 80-31,0 0 16,-40 40-16,40 0 16,1-40-16,39 161 15,-40-1 1,-80-39-1,0-81 1,0-40 0,40-40-1,40 0 1,-40-1-16,120-39 16,-80 80-16,81-40 15,-41 40 1,120 40-1,-119 40 1,-1-80 0</inkml:trace>
  <inkml:trace contextRef="#ctx0" brushRef="#br0" timeOffset="659.9535">6500 1283 0,'0'-40'15,"0"80"-15,-40-80 0,40 120 16,-80 80 15,40-39-31,40-41 0,0 80 31,0-120-31,0 0 0,40 41 16,0-41-16,40 0 16,-39-40-16,79 0 15,-80-40-15</inkml:trace>
  <inkml:trace contextRef="#ctx0" brushRef="#br0" timeOffset="990.007">7022 1323 0,'0'40'0,"0"80"31,0-39-31,0-41 0,0 160 16,0-160-16,0 0 0,0 0 15,40 41 1,0-81 0,0-121-1,1 81-15,-1-120 32,0 120-32,-40 0 0,40 0 15,-40-1-15,40 122 16,0-41-16,0 80 15,-40-80-15,0 40 16,0 1-16,0 39 16,-40-40-1</inkml:trace>
  <inkml:trace contextRef="#ctx0" brushRef="#br0" timeOffset="1209.9379">8106 1162 0,'0'81'16,"0"-162"-16,0 242 16,0-121-16,0 161 15,0 39 1,-41-120-1,41-79-15,-40 79 16,40-80-16,0 0 0,-40 0 16</inkml:trace>
  <inkml:trace contextRef="#ctx0" brushRef="#br0" timeOffset="1399.983">8587 1804 0,'40'0'0,"40"-40"31,81-40-15,-81 40 0,-40 40-16,41-40 0,-41 40 0,40 0 15</inkml:trace>
  <inkml:trace contextRef="#ctx0" brushRef="#br0" timeOffset="1569.9751">8988 2366 0,'0'0'0,"-40"40"16,120-80-1,121-41 1,40 1 15,-161 40-31,0 0 0</inkml:trace>
  <inkml:trace contextRef="#ctx0" brushRef="#br0" timeOffset="2039.9054">10955 1162 0,'0'0'16,"-41"0"-16,-39 0 16,40 0-16,-40 0 15,40 121 1,-1 79 15,122-79-31,-41-41 0,40 160 16,-80-199-16,40 39 0,-40 80 31,0-80-31,-200 1 31,119-162-15,41 1 0,40-40-1,80 120 1,1 0-1,39 160 1,-40 1 0,1-1 15,-41-120-31,-40 0 0,40 0 16,0-40-16,0 41 15,121-122 1</inkml:trace>
  <inkml:trace contextRef="#ctx0" brushRef="#br0" timeOffset="2279.9303">11757 1644 0,'0'0'15,"-40"0"1,40 40-16,0 0 16,0 0-16,0 161 15,-40 119 1,40-79 15,40-161-31,-40-40 0</inkml:trace>
  <inkml:trace contextRef="#ctx0" brushRef="#br0" timeOffset="2469.9188">12239 2446 0,'0'0'0,"-41"40"15,41 0-15,0 0 16,-40 40-1,-40 41 1,-80-1 0,119-120-16</inkml:trace>
  <inkml:trace contextRef="#ctx0" brushRef="#br0" timeOffset="2969.8895">13523 1724 0,'-81'0'16,"162"0"-16,-282 40 31,201 40-31,-40 81 16,40-81-16,0-40 0,80 120 31,-40-160-31,0 41 0,0-41 0,121 0 31,-1-161-15,-119 121 0,-1 0-16,-40-121 15,-40 121-15,40 0 0,-81-40 16,41 40-1,0 40-15,0 40 32,40 40-32</inkml:trace>
  <inkml:trace contextRef="#ctx0" brushRef="#br0" timeOffset="3169.8781">14526 2245 0,'-40'40'16,"80"-80"-16,-80 121 0,40-1 15,0-40-15,-41 120 32,-79 41-17,80-81 1,0-120-16</inkml:trace>
  <inkml:trace contextRef="#ctx0" brushRef="#br0" timeOffset="3519.8197">15328 1523 0,'0'41'0,"0"-1"15,0 80 1,0 121 0,0-121-1,0-80-15,0 120 16,0-119-16,0-1 0,0 80 31,0-80-31,0 0 0</inkml:trace>
  <inkml:trace contextRef="#ctx0" brushRef="#br0" timeOffset="3709.773">16091 2566 0,'-40'40'16,"-1"-40"-16,1 40 0,0 0 31,-80 81-16,80-121-15,-41 120 16,81-80-16,0 0 16</inkml:trace>
  <inkml:trace contextRef="#ctx0" brushRef="#br0" timeOffset="4069.8253">17294 1684 0,'0'0'16,"-40"0"0,-40 0-16,40 40 15,0 0-15,0 0 0,40 40 16,0 1-1,40-41-15,40-40 0,40 40 32,-79-40-32,-1 0 0,80-40 15,-80 40-15,0-81 16,-40 41-16,0 0 0,0 0 16,-120-40-1,-41 40 1,121 40 15</inkml:trace>
  <inkml:trace contextRef="#ctx0" brushRef="#br0" timeOffset="4509.727">18097 1363 0,'40'0'15,"0"0"1,0 0-16,1 0 0,-1 0 16,0 0-16,0 0 15,0 40-15,-40 0 0,0 0 0,0 0 16,0 1-16,0-1 0,0 0 0,-40 0 15,40 0 1,0 0-16,0 0 0,0 0 0,0 0 16,0 0-16,40-40 15,0 0 1,0 0 0,0 0-16,1 0 0,-1 0 0,-40 41 31,0-1-16,0 0-15,0 0 0,0 0 16,0 0-16,0 0 16,0 0-16,0 0 0,-40 1 0,40-1 0,-41 0 15,1 0-15,0 0 0,0 0 16,0 40-16,0-40 0,-40 0 0,-1 1 0,41-1 16,-40-40-16,0 40 15</inkml:trace>
  <inkml:trace contextRef="#ctx0" brushRef="#br0" timeOffset="57046.6477">2889 3850 0,'0'0'0,"-40"0"15,0 0-15,0 0 16,80 0 15,0 40-15,0-40-16,-40 40 15,40-40-15,-40 40 0,40-40 0,-40 40 0,40-40 16,-40 40-16,41 0 16,-1 40-16,-40-40 0,40 1 0,-40 39 0,40-40 15,0 0-15,-40 0 0,40 40 0,0-40 0,0 1 16,1-41-16,-1 80 0,0-40 16,0 0-16,0-40 0,0 0 0,-40 40 15,40-40-15,1 0 16,-1 0-16,0 0 0</inkml:trace>
  <inkml:trace contextRef="#ctx0" brushRef="#br0" timeOffset="57376.6162">3611 4090 0,'0'-40'0,"-40"40"0,0 0 15,40-40-15,-40 40 0,40 40 32,-40 0-17,40 0-15,0 0 0,-40 0 16,0 1-16,40-1 0,-41 0 0,1 0 15,0 40-15,0-40 16,0 0-16,40 0 0,-40 1 0,0 39 0,0-40 16,40 0-16,-41 0 0,41 0 0,-40 0 0,40 0 15,-40 0-15,40 1 0,-40-1 16,0 0-16,40 0 0,-40 0 16</inkml:trace>
  <inkml:trace contextRef="#ctx0" brushRef="#br0" timeOffset="57826.5963">3852 4531 0,'0'0'0,"80"-40"16,-39 40-16,39 0 31,-40 80-15,-40 81-1,-120-41 16,39 0-15,41-79 0,80-82-1,121-79 17,-1 80-17,41 40 1,-81 0 15,-80 40-31</inkml:trace>
  <inkml:trace contextRef="#ctx0" brushRef="#br0" timeOffset="58166.6272">5497 3930 0,'-40'-40'15,"80"80"-15,-120-80 0,40 40 16,-161 120 15,41 121-15,120-121-16,80 121 31,160-81-15,-119-120-1,119 0 1,-160-40-16</inkml:trace>
  <inkml:trace contextRef="#ctx0" brushRef="#br0" timeOffset="58386.6132">5858 4251 0,'0'0'0,"-40"-41"16,40 162 15,0 79-15,0 1-1,40-41 1,-80-80 0</inkml:trace>
  <inkml:trace contextRef="#ctx0" brushRef="#br0" timeOffset="59286.5608">6701 4170 0,'-40'0'15,"0"0"17,0 0-32,40 40 0,-40-40 15,-1 41-15,41-1 16,-40-40-16,0 40 0,0-40 0,0 40 0,0 0 15,-40-40-15,80 40 16,-41-40-16,1 40 0,0-40 0,0 0 0,0 40 16,0-40-16,0 0 0,0 0 15,80 0 63,0 0-62,0 40 0,0 1-16,0-1 0,0-40 0,0 40 15,1 0-15,-1-40 0,40 40 0,-40-40 0,0 40 16,0-40-16,0 0 16,1 40-16,39-40 0,-40 0 0,0 0 0,0 0 15,0 0-15,0 0 16,1 0-16,-1 0 0</inkml:trace>
  <inkml:trace contextRef="#ctx0" brushRef="#br0" timeOffset="59636.5402">7223 4010 0,'0'0'32,"40"0"-17,80 40 1,121 120-1,-80 41 1,-121-121 0,-80 121-1,-41-161-15,-119 80 16,-1-40 0</inkml:trace>
  <inkml:trace contextRef="#ctx0" brushRef="#br0" timeOffset="59926.465">8427 4531 0,'0'-40'16,"0"80"-16,0-120 0,40 40 16,120 0-1,161 0 1,-80 0 15,-121 40-15,-80 0-16</inkml:trace>
  <inkml:trace contextRef="#ctx0" brushRef="#br0" timeOffset="60106.5122">8587 4932 0,'-40'0'31,"80"0"-31,121-40 15,-121 40-15,281-40 16,40-40 0,-281 80-16</inkml:trace>
  <inkml:trace contextRef="#ctx0" brushRef="#br0" timeOffset="61006.4583">12359 3850 0,'-40'-41'0,"0"41"0,-41-40 32,-159 40-17,119 0-15,-39 40 16,-81 81 0,81-1 15,119-80-16,41 0 1,201 0 0,-161-40-16,241 40 31,-201-40-31,41 81 31,-242-1-15,-119 80-1,-1 41 17,40-81-17,81 0-15,40 1 32,80-81-17,40-40 1,120 0 15,201 0-15,161 0-1,-41-80 1,-160 40 15,-240-1-15,-41 41-1,-80 0 17,0 0-32,-1 0 15,1 41 1,0-1-16</inkml:trace>
  <inkml:trace contextRef="#ctx0" brushRef="#br0" timeOffset="61586.424">10914 5855 0,'0'0'16,"0"-40"-16,121 0 16,-81-1-16,80 1 31,-39 40-31,-41 0 15,40 81 1,-80 159 0,-80-79 15,40-121-31,-41 0 31,162-120-15,119-121-1,-39 121 17,-41 40-17,-40 80 1,-80 80 0,40 1 15,-40-41-16,0-40 1</inkml:trace>
  <inkml:trace contextRef="#ctx0" brushRef="#br0" timeOffset="61756.4142">12359 5975 0,'-80'-40'31,"80"0"-15,40 40-16,0 0 16,0 0-16,0-40 0,0 40 0,0 0 0,41 0 15,-41 0-15,0 0 0,0 0 16,0 0-16,0 0 16</inkml:trace>
  <inkml:trace contextRef="#ctx0" brushRef="#br0" timeOffset="61926.4041">12399 6136 0,'0'40'15,"40"-40"17,0 0-17,0 0-15,1 0 0,-1 0 0,0 0 16,0 0-16,0 0 0,0 0 15,0-40-15,0 40 0</inkml:trace>
  <inkml:trace contextRef="#ctx0" brushRef="#br0" timeOffset="62246.3315">13723 5855 0,'0'0'0,"-40"0"16,0 0-16,-121 40 31,121 40-15,40 0-16,81 1 31,-41-41-31,80-40 31,-40-81-15,-80-39-1,-80 40 1,-40 0 0,39 40-1,41 40-15</inkml:trace>
  <inkml:trace contextRef="#ctx0" brushRef="#br0" timeOffset="64506.2522">11195 3248 0,'40'0'156,"1"0"-140,-1 0-1,-40-40-15,40 40 16,0 0 0,0 40-1,0-40 16,-40 40-31,40-40 0,-40 40 16,0 0-16,0 0 16,-40-40-1,40 40-15,-40-40 16,40 41-16,-40-41 16,0 0-16,40 40 31,40-40 16,0 0-32,0 0 1,0 0-16,-40 40 16,0 0-1,0 0-15,0 0 16,-40 0-16,40 0 15,-40-40-15,40 40 0,-40-40 16,0 0-16,0 41 0,0-41 16,-1 40-1,1-40-15,0 0 0,0 0 0,0 0 16,0 0 0,40-40-16,-40 40 0,40-41 0</inkml:trace>
  <inkml:trace contextRef="#ctx0" brushRef="#br0" timeOffset="65816.1181">13723 4090 0,'-40'0'0,"80"0"62,0 0-62,0 0 0,1 0 16,-1 40-16,0-40 0,0 40 16,0 0-16,-40 1 15,0-1-15,0 0 16,0 0-16,-40 0 0,40 0 0,-40 0 15,40 0-15,-80-40 0,80 40 16,-41 1-16,41-82 31,41 1-15,-1 40-16,0-40 0,0 0 0,0 0 0,0 0 16,0 0-16,0 0 0,1 0 15,-1-41-15,0 41 0,40 0 0,-40 0 16,0 0-16,0 0 15,-80 40 1,0 40-16,0 0 16,0-40-16,40 40 15,-40 0-15,0 0 0,0 0 0,40 1 16,0-1-16,-41 0 16,41 0-16,0 0 0,0 0 15,81-40-15,-81 40 0,40-40 16,40 40-16,-40-40 0,0 0 0,0 40 15,1-40 1,-1 0-16</inkml:trace>
  <inkml:trace contextRef="#ctx0" brushRef="#br0" timeOffset="66106.158">14726 4371 0,'41'-40'16,"-1"40"-16,0 0 15,80 80 1,-120-40-16,40 40 31,-40-40-31,-40 1 16,0-41-16,0 40 16,120-40 15,-40 0-31,0 0 0,1-40 0,-1 40 15,0 0-15,0 0 0,0 0 16,0 0-16,0 0 0,0 0 0,1 0 0,-1 0 16,0 0-16,0 0 0,0 0 15,-40-41 1</inkml:trace>
  <inkml:trace contextRef="#ctx0" brushRef="#br0" timeOffset="66366.1445">16010 4010 0,'0'-40'0,"0"80"0,-40-120 16,0 80 0,0 0-1,0 40-15,0 160 16,0-160-16,40 1 15,80 159 1,-40-80 0,80-79 15,-79-41-31</inkml:trace>
  <inkml:trace contextRef="#ctx0" brushRef="#br0" timeOffset="66726.1205">16372 4090 0,'0'-40'16,"0"80"-1,0 0-15,0 0 0,0 0 16,0 1-16,0-1 0,0 0 16,40-40-16,-40 40 0,0 0 0,0 0 15,40-40-15,-40 40 16,40-80 15,0 0-31,0 0 16,0 0-16,0 0 0,1 40 0,-41-40 15,40 40-15,0-41 16,0 41 0,-40 41-16,40-1 15,-40 0-15,0 0 16,0 0-16,0 0 15,0 0-15,0 0 16,-40-40-16,40 40 0,-40 1 16</inkml:trace>
  <inkml:trace contextRef="#ctx0" brushRef="#br0" timeOffset="66986.1064">17335 4010 0,'0'0'31,"0"-40"-31,0 120 16,0-40-1,80 121 1,-80-1-1,0-120-15,-80 121 16,39-121-16,1 0 0,-40 0 31,40 0-31,0-40 0</inkml:trace>
  <inkml:trace contextRef="#ctx0" brushRef="#br0" timeOffset="67496.0174">18538 4251 0,'-40'0'16,"80"0"-16,-120 40 15,120-40 17,41 0-32,-41 0 0,0 0 15,0 0-15,0 0 0,0-40 16,0 40-16,0 0 0,1-41 0,-1 41 0,0-40 31,-40 0-31,0 0 16,-40 0-16,0 40 15,-1 0 1,1 0-16,0 40 0,0-40 16,40 40-16,-40-40 15,40 40-15,-40-40 0,40 40 0,-40 1 0,40-1 16,0 0-16,0 0 15,0 0-15,0 0 0,0 0 0,40 0 16,-40 0-16,40-40 0,0 41 16,0-41-16,-40 40 15,40-40-15,0 0 0,1 0 0,-1 0 16,0-40-16</inkml:trace>
  <inkml:trace contextRef="#ctx0" brushRef="#br0" timeOffset="67756.059">19341 3890 0,'0'0'15,"-40"0"-15,40-40 0,40 40 31,40-41-15,-40 41-16,161 0 16,-121 0-16,41 0 15,-81 0-15,0-40 16,0 40-16</inkml:trace>
  <inkml:trace contextRef="#ctx0" brushRef="#br0" timeOffset="68135.9616">20063 3689 0,'-40'0'0,"40"-40"0,0 0 31,0 0-31,40 0 0,0 0 31,-40-1-31,40 1 0,-40 0 16,0 0-16,0 80 62,0 0-62,0 0 16,0 1-16,0-1 0,0 0 16,0 0-16,0 0 0,0 0 0,0 0 0,0 0 15,0 0-15,0 1 16,0-1-16,0 0 0,41 0 0,-41 0 0,0 0 15,0 0-15,0 0 16,-41 0-16,1 0 0,0-40 16,40 41-16,-40-41 0,0 0 0,0 0 15,0 0 1,0 0-16,-1 0 0,41-41 16,-40 41-16,40-40 0</inkml:trace>
  <inkml:trace contextRef="#ctx0" brushRef="#br0" timeOffset="68325.9687">19822 3007 0,'0'-40'15,"0"80"-15,0-160 16,0 80-16,41 40 31</inkml:trace>
  <inkml:trace contextRef="#ctx0" brushRef="#br0" timeOffset="69245.9713">20826 3328 0,'-41'0'0,"41"-40"15,-40 40 1,0 80-1,40 0 1,0-39-16,0 39 16,0-40-16,0 0 15,0-80 48,40 40-63,-40-40 15,0 80 126,40-40-110,-80 0 16,40 40-47,0 0 16,0 0-1,-40-40 1,40 40-16,0-80 31,0-40-15,40 40 0,-40 0-16,40 0 0,-40 0 0,41-1 15,-41 1 1,40 0-16,-40 0 15,0 80 48,0 0-47,0 0-16,40-40 0,-40 41 15,0-1-15,40-40 0,-40 40 0,0 0 0,40-40 16,-40 40-16,0 0 15,0 0-15,40-40 0,-40 40 16,0 0-16,0 1 0,40-1 0,-40 0 16,0 0-1,40-40-15,-40 40 0</inkml:trace>
  <inkml:trace contextRef="#ctx0" brushRef="#br0" timeOffset="72245.7947">20665 3248 0,'0'40'157,"40"-40"-142,0 0 1,0 0-1,1 0-15,-1 0 0,0 0 0,0 0 16,0 0-16,0 0 0,0 0 0,0 0 16,1 0-1,-1 0-15</inkml:trace>
  <inkml:trace contextRef="#ctx0" brushRef="#br0" timeOffset="73135.741">20705 4170 0,'0'40'16,"40"-40"171,0 0-171,1 0-16,-1 0 16,0 0-16,0 0 0,0 0 0,0 41 0,0-41 15,41 0-15,-41 0 16,0 0-16,0 0 0,0 0 0,40 0 0,-40 0 15,1 0-15,-1 0 16,0 0-16,-80 0 47,0 0-31</inkml:trace>
  <inkml:trace contextRef="#ctx0" brushRef="#br0" timeOffset="73705.7096">20866 4451 0,'40'0'31,"-40"-40"-15,40 40-16,0 0 15,0 0-15,0 0 16,0 0-16,1 0 15,-1 40 1,0 0-16,-40 0 31,0 0-31,-80 1 0,39-1 16,41 0 0,-40-40-16,0 0 15,40 40 1,-40-40-16,40-40 31,40 40 16,0 0-31,0 0-16,1 0 0,-1 0 15,0 0-15,-40 40 0,40-40 0,0 0 0,0 0 16,0 0-16,0 0 15,1 0-15,-1 0 16,-40 40-16,40-40 16</inkml:trace>
  <inkml:trace contextRef="#ctx0" brushRef="#br0" timeOffset="74005.6897">22230 3809 0,'-40'-40'31,"40"0"-31,-40 40 16,40 40-1,0 81 1,0 39 0,0 41-1,0-161 1,40 0 0,0-40-16</inkml:trace>
  <inkml:trace contextRef="#ctx0" brushRef="#br0" timeOffset="74395.6667">22671 3769 0,'-40'0'15,"0"40"16,0 1-31,0-1 16,0-40-16,0 40 0,0 0 0,-1-40 0,1 40 16,0-40-16,0 0 0,40 40 15,-40-40-15,0 0 0,40 40 0,-40-40 16,80 0 15,-40-40-15,40 40-16,0 0 0,-40-40 0,40 40 15,0 0-15,0 0 0,1 0 16,-1 0-16,-40 40 16,40-40-16,0 0 0,-40 40 0,40-40 0,0 40 15,0 0-15,0-40 16,1 0-16,-41 40 0,40-40 0,-40 41 31,40-41-31</inkml:trace>
  <inkml:trace contextRef="#ctx0" brushRef="#br0" timeOffset="75005.6309">23153 3769 0,'-40'-40'0,"80"40"15,0 0 17,0 0-32,-40 40 0,0 0 15,40 1-15,-40-1 16,0 0-16,0 0 0,0 0 16,-40 0-16,40 0 15,-40-40-15,40 40 16,-40-40-16,40-40 31,80 40-31,-80-40 0,40 40 0,-40-40 0,40 0 16,-40 0-16,41 40 0,-1-40 15,0 40-15,-40-40 0,40 40 0,0 0 0,-40-41 16,40 41-16,0 0 16,0 0-16,-40 41 15,41-1 1,-41 0-16,0 0 0,40-40 15,-40 40-15,0 0 0,40-40 32,-40 40-32,40-40 0,0 0 15,0 0 1,0 0-16,0 0 0,1 0 16,-1 0-16,0 0 15,0-40-15,0 40 0,-40-40 16,0 0-1,0 0 48,0 0-47</inkml:trace>
  <inkml:trace contextRef="#ctx0" brushRef="#br0" timeOffset="76465.5441">8667 7700 0,'-40'0'32,"80"0"30,0 0-46,1 0-16,-1 0 15,0 0-15,40 0 0,-40 0 0,40 0 0,-39 0 16,39 0-16,-40 0 0,0 0 0,40 0 0,-40 0 16,1 0-1</inkml:trace>
  <inkml:trace contextRef="#ctx0" brushRef="#br0" timeOffset="76645.5339">8868 8221 0,'-120'0'16,"240"0"-16,-240 40 0,160-40 31,0 0-31,40 0 0,-40-40 0,0 40 0,41 0 16,-1 0-16,0 0 0,-40 0 15,40 0-15,-39 0 0,39-40 0</inkml:trace>
  <inkml:trace contextRef="#ctx0" brushRef="#br0" timeOffset="79245.3799">18779 5253 0,'0'0'0,"40"0"31,0 0-15,1 0-1,-1 0 1,0 0-1,0 0-15,0 0 16,0 0 0,0 0-16,0 0 0,1 0 15,-1 0 1,0 0-16,0 0 0,0 0 0,40 40 16,-40-40-16,41 0 15,-41 0-15,0 0 0,0 0 0,0 0 0,0 0 16,0 0-16,1 0 15,-1 0-15,0 0 0,40 0 0,-40 0 0,0 0 16,0 0-16,1 0 0,-1 0 0,0 0 0,0 0 16,0 0-16,0 0 0,0 0 15,0 0-15,1 0 0,-1 0 0,0 0 16,0 0 0,40 0-16,-40 0 0,0 0 0,41 0 0,-41 0 15,40 0-15,0 0 0,1 0 16,-41 0-16,40 0 0,0 0 0,-40 0 0,41 0 15,-1 0-15,-40 0 0,40 0 0,-40 0 0,0 0 16,1 40-16,-1-40 16,0 0-16,0 0 0,0 0 15,0 0-15,0 0 16,1 0-16,-1 0 0,0 0 0,0 0 0,0 0 16,0 0-16,40 0 15,-39 0-15,39 0 0,0 0 0,-40 0 0,40 0 16,1 0-16,-41 0 15,40 0-15,-40 0 0,0 41 0,0-41 0,1 0 0,-1 0 16,0 0-16,0 0 0,0 0 0,0 0 0,0 0 16,0 0-1,1 0-15,-1 0 0,0 0 16,0 0-16,0 0 16,0 0-16,0 0 15,0 0 1,1 0-16,-1 0 0,0 0 0,40 0 15,-40 40-15,0-40 0,0 0 0,41 0 0,-41 0 16,0 0-16,0 0 0,0 0 16,0 40-16,0-40 0,1 0 0,-1 0 31,0 0 0,-80 0 16,0 0-16,40 40-31,-41-40 16,1 0-16,0 0 16</inkml:trace>
  <inkml:trace contextRef="#ctx0" brushRef="#br0" timeOffset="96824.2839">10232 7459 0,'0'0'0,"0"-40"16,40 40-16,0-40 0,1 40 0,-1 0 16,40-40-16,-40 40 0,0 0 15,40 0-15,-39 0 0,-1 0 0,0 0 16,0 0-16,-40 40 0,0 0 0,40-40 15,-40 40-15,0 0 16,0 0-16,0 0 0,-40 0 0,40 1 0,-40-1 16,40 0-16,-40 0 0,40 0 15,-40 0-15,-1 0 0,1 0 0,0 0 16,0 0-16,0 1 16,0-41-16,40 40 0,-40-40 0,0 40 0,-1-40 15,41-40 1,41 40-16,-41-40 15,80-1-15,0 1 0,-40 0 0,40 0 0,-39 0 16,-1 0-16,40 0 16,-40 0-16,0 40 0,41-40 0,-81 0 0,40-1 15,0 41-15,0-40 0,0 40 16,-40-40-16,40 40 0,-40-40 0,40 40 16,-40-40-1,-40 80 48,0-40-48,0 40-15,40 0 16,-40 0-16,40 1 16,-40-1-16,40 0 0,0 0 0,-40-40 15,40 40-15,0 0 0,0 0 0,0 0 0,0 0 16,0 0-1,0 1-15,40-41 0,0 40 16,0-40 0,0 0-16</inkml:trace>
  <inkml:trace contextRef="#ctx0" brushRef="#br0" timeOffset="97164.2634">11356 7940 0,'80'0'31,"-40"0"-15,0 0-1,-40 40-15,0 0 0,0 1 16,0-1 0,0 0-16,-40 0 0,0 0 15,0 0-15,0 0 0,0-40 16,40 40-16,40-80 47,0 0-47,0 40 0,0 0 15,0 0-15,0-40 0,1 40 16,-1 0-16,0 0 0,0 0 0,0 0 16,0 0-16,0 0 15,0 0-15,1 0 0,-1 0 0,0 0 0,0 0 16,0 0-16,0 0 0,0-40 0</inkml:trace>
  <inkml:trace contextRef="#ctx0" brushRef="#br0" timeOffset="97604.295">12961 7018 0,'-40'0'16,"0"0"-16,-1 0 15,41 40 1,-80 160 0,0 81-1,160-80 16,41-121-31,39 0 32,-120-80-32,0 0 0,0 0 0</inkml:trace>
  <inkml:trace contextRef="#ctx0" brushRef="#br0" timeOffset="97874.2209">13723 7339 0,'80'0'15,"-39"0"-15,-1 80 16,0 40 15,-40-80-31,-121 121 16,81-121-16,0 0 16,-160 0-1,39-120 1,161-40-1,40 39 1,81 1 0,39 0 15,-120 40-31</inkml:trace>
  <inkml:trace contextRef="#ctx0" brushRef="#br0" timeOffset="98104.2141">14325 7098 0,'0'40'32,"0"0"-32,0 0 15,40-40-15,-40 40 0,40 1 0,-40-1 0,40 0 16,-40 0-16,0 0 0,41 0 15,-41 40-15,0-40 0,0 1 0,0-1 0,-41 0 16,-39 0 0,40 0-16,0 0 0,0 0 0,0-40 0,0 40 15,-41-40-15,41 40 0,0-40 16</inkml:trace>
  <inkml:trace contextRef="#ctx0" brushRef="#br0" timeOffset="98524.1843">15529 7499 0,'-40'0'16,"80"0"-16,-120 0 15,40 0-15,-1 0 0,82 0 16,79-40 15,-80 40-31,241 0 16,-201 0-16,0 0 0,1-40 15,240 0 1,-121 0 0,-160 40-16</inkml:trace>
  <inkml:trace contextRef="#ctx0" brushRef="#br0" timeOffset="98744.2274">16010 7018 0,'-120'-40'16,"240"80"-16,-280-120 15,160 160-15,0 40 16,40-40-1,-40-40-15,80 241 16,-40-201-16,-40 81 31,0-121-31,-40 120 16</inkml:trace>
  <inkml:trace contextRef="#ctx0" brushRef="#br0" timeOffset="99234.1993">17094 7178 0,'0'-80'16,"0"160"-16,120-280 15,-40 200-15,201 40 16,-80 160 15,-161-160-31,-40 161 16,-80-161-16,40 40 0,-121 1 15,121-41-15,-40 0 16,40-40-16,0 40 16,280-201-1,81-39 16,-80-1-15,-161 1 0,-39-1 15,-82 201-31,41-40 0,-160 80 31,120 41-31,0 79 16,-1-120-16,41 241 15,0-161-15,0-80 16,81 201 0,-1-161-1,-40-40 1,0-40-16</inkml:trace>
  <inkml:trace contextRef="#ctx0" brushRef="#br0" timeOffset="100114.147">18819 7459 0,'-80'0'16,"160"0"-16,-160 40 0,40 40 31,40-40-31,0 1 16,0-1-16,40 0 15,0-40-15,0 40 16,41-40-1,-41-40 1,-80 80 15,40 0-15,-41 0 0,-39 40-1,40-40 16,40 0-15,-40-40 0,40-40 15,0 0 47,40 40-62,-80 0 46,40 40-62,-40-40 31,40 40-31,-40-40 16,0 0-16,40 41 16,-41-41-16,1 0 0,40 40 0,-40-40 0,40 40 15,-40-40-15,0 40 16,40-80 62,40 40-78,0 0 31,0 0-31,0 0 16,1 0 0,-1 0-16,0 0 15,0 0-15,0 0 0,0 0 16,0 0-16,0 0 15,1 0-15,-1 0 0,0 0 16,0 40 0,0-40-16,0 0 15,0 0 1,0 0-16,1-40 0</inkml:trace>
  <inkml:trace contextRef="#ctx0" brushRef="#br0" timeOffset="100474.0677">19782 6777 0,'-40'-40'15,"80"80"-15,-200-80 16,120 120-16,0-80 16,-1 121-1,41-1-15,0-80 0,41 241 16,-41-201-16,80-40 0,0 121 31,-40-121-31,81 80 16,-81-120-16,0 0 0,0 0 15</inkml:trace>
  <inkml:trace contextRef="#ctx0" brushRef="#br0" timeOffset="100674.0376">20384 7018 0,'-40'0'32,"80"0"-32,-120 120 15,80-80-15,0 0 0,0 121 16,0-121-16,40 160 31,-40-159-31,40-1 0,-40 40 16,0-40-16,0 0 0</inkml:trace>
  <inkml:trace contextRef="#ctx0" brushRef="#br0" timeOffset="100924.0407">20986 6898 0,'-40'-41'31,"80"41"-31,0 81 16,0 79 0,0-120-16,-40 241 31,0-241-31,0 40 0,0-40 0,-120 201 31,-121-161-15,161-80-16</inkml:trace>
  <inkml:trace contextRef="#ctx0" brushRef="#br0" timeOffset="101654.0551">22150 7178 0,'-40'0'16,"80"0"-16,-120 40 16,39-40-16,122 0 31,-81 40-31,40-40 0,0 0 15,0 0-15,0 0 16,0 0-16,0 0 0,1 0 0,-1 0 0,0 0 16,0 0-16,0-40 0,0 40 15,0 0-15,-40-80 0,0 40 16,0 0 0,0 0-16,-40 0 0,0 40 15,40-40-15,-40 40 0,0 0 0,0 0 0,0 0 16,-1 0-16,1 40 0,0-40 15,0 40-15,0-40 0,40 80 0,-40-40 0,40 0 16,-40 0-16,40 0 16,0 1-16,0-1 0,0 0 0,0 0 15,40 0-15,40 0 16,-40 0-16,0-40 0,0 40 0,1-40 0,-1 40 16,0-40-16,0 0 15,0 0-15,0 0 0,0 0 0,0 0 0,1-40 16,-1 40-16</inkml:trace>
  <inkml:trace contextRef="#ctx0" brushRef="#br0" timeOffset="101873.9851">22912 6777 0,'-80'0'16,"160"0"-16,-160-40 16,120 40-16,40 0 0,41 0 31,-81-40-31,160 40 16</inkml:trace>
  <inkml:trace contextRef="#ctx0" brushRef="#br0" timeOffset="102234.0227">23634 6577 0,'0'-40'32,"0"80"-32,41-161 15,-1 81-15,-40 0 16,40 40-1,-40-40 1,0 80 0,-40 40 15,40 81-15,40 39-1,-40-39 1,-80-1 15,-81-80-15,121-80-1,0-80-15</inkml:trace>
  <inkml:trace contextRef="#ctx0" brushRef="#br0" timeOffset="102394.0126">23755 6296 0,'-80'0'16,"160"0"-16,-201-40 16,162 40-1</inkml:trace>
  <inkml:trace contextRef="#ctx0" brushRef="#br0" timeOffset="102853.9865">24156 6336 0,'0'40'32,"0"0"-32,0 0 0,0 0 15,0 1-15,0-1 16,0 0-16,0 0 0,0 0 0,0 0 16,-40-40-1,40 40-15,0-120 31,40 40-15,-40 0-16,0 0 0,40 0 0,0-1 16,-40 1-16,0 0 15,40 0-15,-40 0 0,0 0 16,41 40 0,-41 40-1,40 40-15,0 0 16,-40-39-1,0-1-15,0 0 0,0 0 16,40 0-16,-40 0 16,0 0-16,0 0 0,0 0 15</inkml:trace>
  <inkml:trace contextRef="#ctx0" brushRef="#br0" timeOffset="103073.9144">24116 6296 0,'0'0'16,"-40"0"-16,40-40 16,-40 0-1,120 40-15,80 0 16,-39-40-16,39 40 15,-120 0-15,81 0 16</inkml:trace>
  <inkml:trace contextRef="#ctx0" brushRef="#br0" timeOffset="103363.8785">24196 7018 0,'40'0'16,"0"0"-1,81-40 1,79 0-1,-79 0 17,-81-1-32,0 41 0,0-40 31</inkml:trace>
  <inkml:trace contextRef="#ctx0" brushRef="#br0" timeOffset="103833.8688">24477 7138 0,'-40'40'15,"80"-80"-15,-40 80 32,40-40-32,40-40 15,-39 40 1,-1 0-16,-40 40 15,40 40 1,-120 41 0,39-81-16,-79 0 31,40 0-15,40 0-1,80-40 1,40 0-16,40-40 31,-79 40-31,-1-40 0,40 40 31,-40 0-31,0 0 32,-40-40-17,0 0 32,0 0-31,0 0-16</inkml:trace>
  <inkml:trace contextRef="#ctx0" brushRef="#br0" timeOffset="104383.8934">25520 6496 0,'-40'-40'16,"80"80"30,-40 1-46,0-1 0,0 0 0,0 0 16,0 0-16,0 0 0,0 0 16,0 0-16,0 0 0,0 1 0,0-1 0,0 0 15,0 0 1,0 0-16,0 0 0,0 0 0</inkml:trace>
  <inkml:trace contextRef="#ctx0" brushRef="#br0" timeOffset="104693.8762">26002 6537 0,'-40'0'32,"0"0"-32,0 40 15,-1 0-15,-39 40 16,40-40-16,0 0 0,-80 0 15,39 0-15,41 1 16,0-41-16,-40 40 16,80-80-1,40 40 1,120-81 0,1 81-1,80 121 1,-81-1 15,-120-80-31,0 0 0</inkml:trace>
  <inkml:trace contextRef="#ctx0" brushRef="#br0" timeOffset="105003.8582">26604 7539 0,'-40'0'15,"80"0"-15,-40 0 16,80 0-16,40-40 31,-79 40-31,119-40 16,-120 40-16,0 0 0,0 0 15,121 0 1,-41 0 0</inkml:trace>
  <inkml:trace contextRef="#ctx0" brushRef="#br0" timeOffset="105303.7671">26925 7018 0,'-40'-40'15,"40"80"32,0 0-31,0 0-16,0 0 0,0 0 16,0 0-16,0 41 0,0-41 0,0 0 0,0 40 15,0-40-15,0 40 0,0-40 0,0 1 0,0 39 16,0-40-16,0 0 15,0 0-15,0 0 0</inkml:trace>
  <inkml:trace contextRef="#ctx0" brushRef="#br0" timeOffset="106663.6867">27647 7098 0,'0'-40'0,"0"0"16,0 0-1,0 0 1,40 40-16,0-40 15,0 40-15,1 0 16,-1 0-16,0 40 0,0-40 16,-40 80-16,40-80 0,0 40 0,-40 0 0,0 0 15,40 0-15,-40 0 16,0 0-16,0 1 0,0-1 0,-80 0 0,80 0 16,-40 0-16,40 0 0,-40 0 0,0 0 0,0 0 15,-1-40-15,1 0 0,0 41 16,0-41-16,40-41 31,0 1-31,40 0 0,-40 0 16,80 0-16,1 0 0,-41 0 15,0 0-15,40 0 0,-40-1 0,41 1 0,-41 0 16,0 40-16,0-40 16,0 0-16,0 0 0,-40 0 0,40 0 15,-40 0-15,-40 40 31,0 40-15,0 0 0,40 0-16,-40 0 0,0 0 0,40 40 0,0-40 15,-40 1-15,40-1 0,0 0 16,0 0-16,0 0 0,0 0 0,0 0 0,0 0 16,40-40-16,-40 40 0,40-40 0,-40 41 0,80-41 15,-40 0-15,-40 40 16,40-40-16,0 0 0,1 0 0</inkml:trace>
  <inkml:trace contextRef="#ctx0" brushRef="#br0" timeOffset="106943.6699">28610 7539 0,'40'0'47,"0"40"-47,0 0 16,-40 1-1,0-1-15,0 0 0,0 0 16,-40 0-16,0 0 16,-40-40-16,80 40 0,-40-40 15,120-40 17,0 40-32,-80-40 0,40 40 0,1 0 15,-1 0-15,0 0 0,0 0 16,0-40-16,0 40 0,0 0 15,1-40 1</inkml:trace>
  <inkml:trace contextRef="#ctx0" brushRef="#br0" timeOffset="107233.7273">29252 6777 0,'0'0'15,"-40"0"1,0 80 0,40-39-16,-40 79 31,0-80-31,40 160 15,0-119-15,0-41 0,40 0 16,80 120 0,1-120-1</inkml:trace>
  <inkml:trace contextRef="#ctx0" brushRef="#br0" timeOffset="107713.64">29493 7018 0,'0'-40'0,"0"0"32,40 40-32,-40-40 0,40 40 15,40 0-15,-39 80 16,-1-80-16,-40 40 15,40 0-15,0 0 0,-40 0 0,0 0 16,0 0-16,0 0 16,0 1-16,0-1 0,-40 0 15,-40 0-15,39 0 16,1-40-16,40 40 16,40-40-1,1 0 1,39 0-16,-40 0 15,0-40-15,0 40 0,0 0 16,0-40-16,1 40 0,-1 0 16,-40-40-16,40 40 15</inkml:trace>
  <inkml:trace contextRef="#ctx0" brushRef="#br0" timeOffset="108003.6798">30175 6737 0,'-40'0'0,"80"0"0,-40 0 16,80 40 15,41 81-16,-1 119 1,-120-39 15,-201-41-15,121-80 0,40-40-16,0-40 0,0 41 0</inkml:trace>
  <inkml:trace contextRef="#ctx0" brushRef="#br0" timeOffset="108473.6519">30857 7098 0,'0'40'16,"0"0"-1,40 0-15,0-40 16,41 0 0,-41 0-1,40-80 1,-80-40-1,-80 0 17,-81 120-17,41 80 1,80 0 0,40-40-16,0 40 0,-40-40 0,40 0 15,0 1-15,0 79 16,40-80-16,-40 0 0,80-40 15,40 120 1,-39-120 0,39 0-1</inkml:trace>
  <inkml:trace contextRef="#ctx0" brushRef="#br0" timeOffset="108823.5737">30897 6617 0,'-40'0'16,"80"0"15,41 0-31,-41 0 0,0 0 0,40 0 16,-40 0-16,40 0 15,1 0-15,-41 0 0,0 0 0,40 0 0,-40 0 16,0 0-16,-80 0 31,0 0-15,0 0-1</inkml:trace>
  <inkml:trace contextRef="#ctx0" brushRef="#br0" timeOffset="110173.4924">31579 6456 0,'-40'0'0,"40"-40"47,40 40-31,-40-40-16,41 40 15,-41-40-15,0 0 0,0 0 16,40 40-16,-40-40 0,0 0 31,0 0-31,0-1 31,0 82 16,0-1-47,0 0 0,0 0 16,0 0-16,0 0 15,0 0-15,40 0 0,-40 40 0,0-39 0,0-1 16,0 0-16,0 0 16,0 0-16,0 0 0,-80 0 0,80 0 0,0 0 15,0 1-15,-41-1 0,1 0 16,0 0-16,0-40 16,0 0-16,0-40 15,40 0 1,-40 40-16,40-40 0,0-1 0,0 1 15</inkml:trace>
  <inkml:trace contextRef="#ctx0" brushRef="#br0" timeOffset="110353.5424">31820 5935 0,'0'0'16,"0"-40"0,0 0-16</inkml:trace>
  <inkml:trace contextRef="#ctx0" brushRef="#br0" timeOffset="123702.6771">31981 6256 0,'40'0'125,"0"0"-109,0 0-1,0 0 17,0 0-32,-40 40 46,0 0-30,0 0-16,0 0 0,0 0 31,-40-40-31,40 40 0,0 1 16,-40-41 0,0 0-1,0 0-15,120 0 94,-40 0-78,0 0-16,-40 40 15,40-40-15,-40 40 0,41-40 16,-41 40-16,40-40 0,-40 40 15,40-40 1,0 0-16</inkml:trace>
  <inkml:trace contextRef="#ctx0" brushRef="#br0" timeOffset="124242.6899">32703 6296 0,'0'40'31,"0"0"-15,-40 0-16,40 0 15,0 0-15,0 1 16,0-1-16,0 0 31,-40-40-15,40-40 15,0 0-31,0-1 16,40 1-1,-40 0-15,40 0 0,-40 0 16,40 0 0,-40 0-16,40 40 31,-40 40 0,40 0-31,-40 0 16,0 0-16,41-40 0,-41 40 0,0 0 15,40 1 1,-40-1-16,0 0 0,0 0 16,40-40-16,-40 40 15,0 0-15</inkml:trace>
  <inkml:trace contextRef="#ctx0" brushRef="#br0" timeOffset="124512.7037">32703 6256 0,'0'0'15,"0"-40"1,80 0 15,1 40-15,39 0-1,-40 80 1,-40-80-16</inkml:trace>
  <inkml:trace contextRef="#ctx0" brushRef="#br0" timeOffset="124802.6879">32221 6938 0,'0'0'16,"41"0"15,-41-40-31,40 40 0,0 0 16,0 0-16,-40-41 0,40 41 15,0 0-15,0 0 0,0 0 0,1-40 0,-1 40 16,0 0-16,0 0 0,0 0 0,0 0 0,0 0 16,1 0-16,-1 0 15,0 0-15,0 0 0,0 0 16,0 0-16,0 0 15</inkml:trace>
  <inkml:trace contextRef="#ctx0" brushRef="#br0" timeOffset="125282.6618">32502 7058 0,'0'0'0,"-40"0"31,40-40-15,121 40 0,-41 0-1,-40 40 16,-40 40-15,-120 0 0,39-40 15,1 41-15,120-81 15,40 0-31,121-40 31,-80 40-15,-41 0-1,-120 0 32,40 40-47,-40-40 16</inkml:trace>
  <inkml:trace contextRef="#ctx0" brushRef="#br0" timeOffset="126462.5907">33225 6416 0,'-40'40'0,"40"0"79,0 1-79,40-41 15,-40 40-15,0 0 16,40 0-16,-40 0 0,0 0 15,0 0-15,0 0 16,0 0-16,0 1 0,-40-41 0,40 40 16,0 0-1,-40-40-15</inkml:trace>
  <inkml:trace contextRef="#ctx0" brushRef="#br0" timeOffset="126872.4896">33546 6496 0,'0'41'16,"-40"-1"-1,-1 0 1,1 0-1,0-40-15,0 40 16,0-40-16,40 40 0,-40-40 16,80 0 77,0 0-93,0 0 16,-40 40 0,40-40-16,0 0 0,-40 40 0,41-40 0,-1 0 15,0 0-15,0 40 0,0-40 0,-40 41 0,40-41 16,0 40-16,0-40 16</inkml:trace>
  <inkml:trace contextRef="#ctx0" brushRef="#br0" timeOffset="128062.4937">19782 9464 0,'0'0'0,"0"40"0,40-40 47,41 0-31,-41 0-16,0 0 0,0 0 0,0 0 16,40 0-16,-39 0 0,39 0 15,0 0-15,0 0 0,1-40 0,-1 40 0,0 0 16,-40-40-16,40 40 15,-39 0-15,39 0 0,-40-40 0,0 40 16</inkml:trace>
  <inkml:trace contextRef="#ctx0" brushRef="#br0" timeOffset="128352.4195">20585 9184 0,'-40'0'0,"40"-41"15,-40 82 32,40-1-47,0 0 16,-41 0-16,41 0 15,0 0-15,0 0 0,0 0 0,-40 40 0,40-39 16,0-1-16,0 0 16,0 0-16,0 0 0,0 0 0,0 0 0,0 0 15,0 0-15,0 1 0</inkml:trace>
  <inkml:trace contextRef="#ctx0" brushRef="#br0" timeOffset="128862.4484">21026 9264 0,'40'-40'16,"0"40"-16,81 40 31,79 120-15,-159-40-1,-41-79-15,-161 119 32,-40-40-17,161-120-15,0 0 16,120-80 0,121-80 15,-40 79-31,-1-39 31,-80 40-15,-80 40-1,-40 80 1,0 0 0,-40 80-1,40 41 1,40-41-1,160-40 17,1-40-17,-121-40-15</inkml:trace>
  <inkml:trace contextRef="#ctx0" brushRef="#br0" timeOffset="129152.3546">22070 9705 0,'-41'0'16,"41"40"15,0 0-31,41-40 0,-41 40 16,0 0-16,0 0 0,0 1 16,-41-41-1,41 40-15,-40 0 0,0-40 31,80 0-15,0 0-16,-40-40 16,81 40-16,-41 0 0,0 0 0,0 0 15,0 0-15,0 0 0,0 0 0,1 0 0,-41-40 16,40 40-16,0 0 16,0 0-16,0 0 0,0 0 15,-40-41-15,40 41 0</inkml:trace>
  <inkml:trace contextRef="#ctx0" brushRef="#br0" timeOffset="129582.3574">23233 8983 0,'-40'0'16,"80"0"-16,-120 0 16,40 0-1,0 40 1,40 0-16,-40 0 0,-1 0 0,41 1 0,-40-1 16,0 40-16,40-40 0,0 0 15,-40 40-15,40-40 0,0 0 0,0 1 0,0 39 16,0-40-16,40 0 15,-40 0-15,80-40 0,-39 40 0,-1 0 0,0-40 16,0 0-16,0 40 0,40-40 16,-40 0-16,1 0 0,-1 0 0</inkml:trace>
  <inkml:trace contextRef="#ctx0" brushRef="#br0" timeOffset="129982.3815">23795 9264 0,'-40'-40'16,"80"80"-16,-80-120 15,120 39-15,-40 41 16,121 41 0,-81 119-1,-80-80 1,-120 40-1,79-39 1,1-41 0,80 0-1,41 40 1,-1 0 0,-160-40-1,-41 1 1,-79-41 15,79 0-31,41-81 31,80 41-31</inkml:trace>
  <inkml:trace contextRef="#ctx0" brushRef="#br0" timeOffset="130202.3678">24437 9304 0,'80'40'15,"-80"0"-15,0 40 32,0 0-32,-40 121 31,-120-41-16,79-79 1,-39-1-16</inkml:trace>
  <inkml:trace contextRef="#ctx0" brushRef="#br0" timeOffset="130662.3401">25119 9544 0,'-80'0'31,"160"0"-31,-200 0 15,160 0-15,0 0 16,161 0 0,-41 0-1,41 0 1,-161-120 0,-160 40-1,79 40-15,-39 40 16,40 0-16,-121 40 15,1 120 17,80 1-17,80-121-15,80 40 0,121 0 32,39-40-17,-39-80 1</inkml:trace>
  <inkml:trace contextRef="#ctx0" brushRef="#br0" timeOffset="130862.3306">25882 9304 0,'-41'-40'0,"82"80"0,-41-120 32,80 80-32,0 0 15,81 0-15</inkml:trace>
  <inkml:trace contextRef="#ctx0" brushRef="#br0" timeOffset="131182.2524">26564 9103 0,'0'-40'16,"0"80"-16,40-240 16,0 200-16,0-80 15,0 39-15,-40 1 16,0 80-1,0 1 1,-40-41-16,40 40 16,0 0-16,-40 0 0,40 0 0,0 0 0,0 0 15,0 0-15,0 0 0,0 1 0,0 39 0,0-40 16,0 0-16,0 0 16,0 0-16,0 0 0,0 0 0,0 0 0,0 1 15,0-1-15,-40 0 16,0-40-16,0 0 15,-1 0 1,41-40-16</inkml:trace>
  <inkml:trace contextRef="#ctx0" brushRef="#br0" timeOffset="131352.2995">26564 8742 0,'-40'-40'15,"80"80"-15,-121-120 32,122 80-17,-1 0-15</inkml:trace>
  <inkml:trace contextRef="#ctx0" brushRef="#br0" timeOffset="132052.258">27406 8662 0,'-40'0'0,"40"-40"31,40 40-31,0 0 16,-40-40-1,41 40-15,-1 0 0,0 0 16,0 0-1,0 0-15,0 0 0,0 40 16,0-40-16,-40 40 16,41-40-16,-41 40 0,0 0 0,0 0 15,-41-40-15,1 41 0,0-1 16,-40 0-16,80 0 16,-40-40-16,40 40 15,40-40 16,0 0-31,-40 40 16,40-40-16,0 0 0,-40 40 0,40-40 0,-40 40 16,41-40-16,-41 40 15,0 1-15,0-1 0,-81-40 16,81 40-16,-40-40 0,40 40 0,-40-40 0,0 0 16,0 0-16,0 0 15,0 0-15,-1 0 0,1 0 0,0 0 16,40-40-1,0-40-15</inkml:trace>
  <inkml:trace contextRef="#ctx0" brushRef="#br0" timeOffset="132462.2336">28289 8742 0,'0'40'16,"0"1"-16,0 39 31,-40 40-15,40-80-16,-40 40 31,40-120 0,40 0-31,-40-40 0,40 40 16,0 0 0,-40 0-16,40 0 0,-40-1 0,40 41 0,-40-40 15,41 0-15,-41 80 32,0 0-17,0 1-15,0-1 16,0 0-16,0 0 0,40 0 0,-40 0 0,0 0 15,40 0-15,-40 0 0,0 1 16,40-1-16,-40 0 0,0 0 16,40-40-1</inkml:trace>
  <inkml:trace contextRef="#ctx0" brushRef="#br0" timeOffset="132652.2231">28450 8702 0,'-41'-40'16,"82"80"-16,-82-160 15,122 120-15,39-40 16,121 80 0,-161 80-1</inkml:trace>
  <inkml:trace contextRef="#ctx0" brushRef="#br0" timeOffset="132932.2055">27687 9745 0,'40'0'32,"41"0"-32,39-40 15,81-40 1,-161 80-16,200-40 16,-199 40-16,39 0 31,0 0-16</inkml:trace>
  <inkml:trace contextRef="#ctx0" brushRef="#br0" timeOffset="133262.1889">28289 9825 0,'80'0'15,"-40"0"1,41 0 0,-41 0-16,0 0 15,-40 40-15,40-40 0,-40 81 32,-40-41-32,-80 40 31,39-40-16,162-40 1,-81-40 0,40 40-16,80-40 15,-80 0-15,0 40 0,0 0 16,1-40-16,39-1 31</inkml:trace>
  <inkml:trace contextRef="#ctx0" brushRef="#br0" timeOffset="133982.1439">29533 9023 0,'0'40'78,"0"0"-78,0 0 0,0 1 0,0-1 15,0 0-15,0 0 0,0 0 16,0 40-16,0-40 0,0 0 0,0 0 0,0 1 16,0-1-16,0 0 15,0 0-15,0 0 0,0 0 0,40-40 16</inkml:trace>
  <inkml:trace contextRef="#ctx0" brushRef="#br0" timeOffset="134292.0501">30015 9143 0,'0'0'16,"-41"0"-16,1 0 31,0 41-31,0-1 0,-80 40 31,80-80-31,-1 40 16,1-40-16,40 40 15,40-40 1,1 40-16,-1-40 0,0 40 16,0-40-16,0 40 15,0-40-15,40 40 0,-39-40 0,39 41 0,-40-41 16,0 40-16,0-40 0,0 0 15,0 0-15</inkml:trace>
  <inkml:trace contextRef="#ctx0" brushRef="#br0" timeOffset="163910.3753">26243 13154 0,'0'40'0,"-81"-40"0,41 0 16,40 40-1,-80-40-15,40 0 0,0 0 0,-40 0 16,39 0-16,41 40 0,-80-40 31,160 0-31,-160-40 16,0 40 0,40 0-16,80 0 0,-120 0 0,40 0 15,80 0-15,40 0 16,-80 40-16,80-40 0,-160 0 15,40 0 1,-40 40-16,39-40 16,41 40-16,-80-40 15,80 41 1,80-41 0,-39 0-16,-41 40 15,-81-40-15,41 0 0,0 0 0,-80 0 31,200 0-31,-40 0 0,0 0 0,-120 0 16,40 0-16,-81 0 16,41 40 15,40-40-15,40 40-16,-80-40 31,40 0 0,-1 0 0,1 0 63,-40 0-63,40 0 16,40-40-47,0 0 47,-80 40-31,40 0-16,-1 0 15,41-81 1,-40 81-16,0-40 16,-40 40-1,40 40-15,0-40 16,0 0-16,40 41 15,0-1 32,-41-40-47,41 40 63,41-40-32,-41 40-15,-41-40 15,41 40 0,0 0-31,0 0 31,0 0-15,41-40 15,-41 40-15,0 1 15,0-82 63,-41 41 218,41-40-312,-40 40 16,0 0 15,40 40-15,-40-40 15,40-40 16,-80 40-47,80-40 16,-40 40-16,40 40 78,80 0-63,-80 1 95,0 39-1,0-40-31,0-80 32,-40 40 93,40 40-188,0 0 48,0-120-1,0 40-30,-40 40-32,-41 0 47,81-40 31,0 80-31,0-80 46,0 80 17,-40-40-48,121 0-31,-81-40 79,0 80-32,0 0 0,40-40-47,-40 40-31,-81-40 78,41 0-62,40 40 15,0 0-15,0 0 0,0-80 46,0 0-46,0 0-1,40 0 1,-40 0 0,0 80 30,0 0-46,0 0 32,-40-40-32,40 40 15,-40-40-15,0 0 16,40 40-16,-40-40 16,0 0-1,40-40 16,-80 40-15,-1 0 0,81-40-1,-40 40 17,40-40-17,40 40 32,41 0-16,-81-80-15,-81 80 15,81-40-15,-40 40-16,80 0 15,41 0 1,-122 0 62,1 0-62,80 0-1,-80-41 32,80 41-31,-40 41 31,41-41-47,-82 0 62,82 0-46,39 0 0,-160 0 109,160 0-94,-40 0 0,-120 0-31,80 40 47,40-40-31,-80 0 62,80 0-16,-80 0-31,80 0 16,-80 0-15,0 0 46,40 40-63,40-40 32,0 0 31,-80 0 32,80 40-79,0-40-15,-40 80-1,0-120 48,40 40 15,-80 0-31,40-40-47,-40 40 109,40 40-62,40 0-31,-40 0 30,0 0-14,80-40-32,-40 40 31,0-40 0,-120 0 0,80-40-31,0 0 16,80 40 0,-120 0 62,80 0 0,-80 0-78,0 0 16,80 0-1,-40-40 1,-40 40 31,80 0 0,-80 0-16,0 0 94,40-40-94,0 0-31,0 0 125,-80 40-109,80 40 31,80-40-32,-120 0 16,80 0-15,-40-40-16,40 40 16,-40-40-16,0 0 15,40 40-15,0-41 0,1 41 16,-41-40 0,40 40-16,0-40 0,0 40 15,-40-40 1,40 40-16</inkml:trace>
  <inkml:trace contextRef="#ctx0" brushRef="#br0" timeOffset="172899.7874">3732 10347 0,'0'40'0,"-40"-40"32,40-40 30,40 40 47,40 0-93,-40 0-16,0 0 0,0 0 0,1 0 0,39-41 16,-40 41-16,40 0 0,0 0 15,-39-40-15,39 40 0,0 0 0,0 0 0,-40 0 16,41 0-16,-41 0 16,0 0-16,0 0 0,0 0 0,0 0 15,-40 40-15</inkml:trace>
  <inkml:trace contextRef="#ctx0" brushRef="#br0" timeOffset="173149.8279">4133 10868 0,'-120'40'16,"240"-80"-16,-321 80 15,242-40 1,39 0 0,-40 0-1,0 0-15,40 0 0,1 0 0,-1 0 0,-40 0 16,40 0-16,0 0 0,-39 0 16,39 0-16,-40 0 0,0 0 0,0 0 0,0 0 15,0 0 1</inkml:trace>
  <inkml:trace contextRef="#ctx0" brushRef="#br0" timeOffset="178799.4209">7945 9865 0,'-40'0'15,"0"0"63,0 0 32,40 81-110,0-41 0,-40 0 15,-1 0-15,41 40 0,0-40 0,-40 0 16,40 40-16,-40-39 0,40 39 16,0-40-16,-40 40 0,40-40 0,0 40 0,0-39 15,-40 39-15,40-40 16,0 0-16,0 0 0,0 0 0,0 0 0,0 0 16,0 0-16,40-40 15,-40 41-15,40-41 0,0-41 16,0 1-16</inkml:trace>
  <inkml:trace contextRef="#ctx0" brushRef="#br0" timeOffset="179489.4529">8788 10708 0,'-40'0'0,"40"-41"31,-41 1-15,1 40-1,80 0 17,-40 40-32,41-40 15,-1 0-15,0 0 0,0 0 0,0 41 16,0-41-16,0 0 16,0 0-16,41 0 0,-41 0 0,40 0 0,-40 0 15,40 0-15,-39 0 0,39 0 0,0 0 0,-40 0 16,40 0-16,-39 0 0,-1 0 15,40 0-15,-40 0 0,0 0 0,0 0 16,-40 40 15,-40-40-15</inkml:trace>
  <inkml:trace contextRef="#ctx0" brushRef="#br0" timeOffset="179889.3731">9309 10347 0,'-40'0'15,"40"-41"-15,-40 41 32,40 41 30,0-1-46,0 0-16,0 0 0,0 0 0,0 0 15,0 0-15,0 0 16,40 0-16,-40 41 0,0-41 0,0 0 0,0 40 16,0-40-16,0 40 0,0-40 15,0 41-15,0-41 0,0 0 0,0 0 0,0 0 16,0 0-16,40-40 16,-40 40-16,40 0 0,1-40 15</inkml:trace>
  <inkml:trace contextRef="#ctx0" brushRef="#br0" timeOffset="184559.1194">11075 10748 0,'0'40'0,"40"0"93,0 0-77,0-40-16,0 0 0,1 0 16,-1 0-1,0 40-15,0-40 0,0 0 0,0 0 16,0 0-16,0-40 0,-40 0 15,41 40-15,-41-40 16,0 0-16,0 0 0,0-1 16,-41 1-1,1 0-15,0 0 0,-40 0 16,40 0 0,0 40-16,0 0 0,-1 0 15,1 0-15,0 40 0,0 0 16,0-40-16,40 40 0,-40 0 15,0-40-15,40 40 0,-40 1 0,-1-1 16,41 0 0,0 0-16,-40 0 0,40 0 0,0 0 15,81 0 1,-41 0-16,0-40 0,0 40 16,0-40-16,0 41 0,0-41 15,0 40-15,1-40 0,-1 0 0,40 0 0,-40 0 16,0 0-16,0 0 0,0 0 0,1 0 0,-1 0 15,0 0-15,0-40 16,0 40-16</inkml:trace>
  <inkml:trace contextRef="#ctx0" brushRef="#br0" timeOffset="184859.0977">12118 10186 0,'-40'0'15,"40"-40"16,40 40-31,40 0 16,-39 0-16,-1-40 0,0 40 0,0 0 16,0 0-1,0 40-15,0-40 0,0 40 16,1-40-16</inkml:trace>
  <inkml:trace contextRef="#ctx0" brushRef="#br0" timeOffset="185269.055">12840 10066 0,'0'0'0,"0"-40"16,0 0-1,0 0 1,81 40-1,-41-81 1,-40 41 15,0 80 1,0 0-17,0 1-15,0-1 0,0 0 16,0 0-16,0 0 15,0 0-15,0 0 0,0 0 0,0 0 16,0 0-16,0 1 16,0-1-16,0 0 0,-40 0 0,40 0 0,-40 0 15,-1 0-15,41 0 16,-40-40-16,0 40 0,0-40 16,0 0-1,0-40-15</inkml:trace>
  <inkml:trace contextRef="#ctx0" brushRef="#br0" timeOffset="185449.1013">12680 9665 0,'-40'-40'16,"80"80"-16,-120-120 15</inkml:trace>
  <inkml:trace contextRef="#ctx0" brushRef="#br0" timeOffset="185938.9993">13643 9865 0,'0'40'31,"-40"-40"-31,40 41 16,0-1 0,0 0-16,0 40 15,40-40-15,-40 0 16,0 0-1,0 0-15,0-80 32,0 0-17,0 0 1,0 0-16,0 0 0,40 40 0,-40-40 16,0 0-16,40 40 15,-40-40-15,40 40 0,-40-41 0,40 41 16,-40-40-1,41 40 1,-41 81-16,40-81 16,-40 80-1,40-40-15,-40 0 0,0 0 16,0 0-16,40 0 0,-40 0 16,0 0-16,0 1 0,0-1 15,0 0-15,40-40 16,0 0-1,0 0-15,0 0 16</inkml:trace>
  <inkml:trace contextRef="#ctx0" brushRef="#br0" timeOffset="186179.0169">13683 9865 0,'-40'0'0,"80"0"0,-120-40 31,120 40-15,0-40 0,40 40-16,-40 0 0,1 0 15,-1 0-15,0 0 0,0 0 0,0 0 0,0 0 16,0-40-16,0 40 0,1 0 15,-1 0-15,0 0 0</inkml:trace>
  <inkml:trace contextRef="#ctx0" brushRef="#br0" timeOffset="186438.9872">14405 9825 0,'0'40'15,"40"-40"17,1 0-17,-1 81-15,-40-41 16,0 0-16,0 0 16,0 0-16,0 0 0,0 0 0,0 0 15,0 0-15,0 0 0,0 1 0,0-1 16,40 0-1</inkml:trace>
  <inkml:trace contextRef="#ctx0" brushRef="#br0" timeOffset="186768.9493">14967 9745 0,'-40'40'31,"40"0"-15,-40-40-16,40 40 0,-40 0 15,0-40-15,40 41 0,-40-1 0,-1-40 0,1 40 16,0 0-16,0 0 16,0-40-16,40 40 0,-40-40 0,0 0 0,40 40 15,0-80 16,40 0-31,0 40 16,0 0 0,0 0-16,0 0 0,0 0 15,1 40-15,-1-40 0,0 40 16,0-40-16,0 40 0,0 0 0,0-40 0,0 40 16,1 1-16,-1-1 15,0 0-15</inkml:trace>
  <inkml:trace contextRef="#ctx0" brushRef="#br0" timeOffset="188528.9209">642 10347 0,'0'0'16,"40"0"-16,-40 40 15,40 0 16,-40 0-31,81 80 32,-41-80-32,80 121 15,-80-121-15,81 120 16,-1 1 15,-120-121-31</inkml:trace>
  <inkml:trace contextRef="#ctx0" brushRef="#br0" timeOffset="188788.9038">1244 10347 0,'0'0'0,"-40"0"31,40 80-15,-40-40-16,-41 80 16,81-80-16,-40 41 0,-40 79 31,-80 121-15,79-81-1,41-160 1</inkml:trace>
  <inkml:trace contextRef="#ctx0" brushRef="#br0" timeOffset="189128.8831">1485 10948 0,'40'-40'16,"-80"80"-16,120-80 0,0 40 15,-40 0-15,0 40 16,-40 0 0,41 121-1,-82-1 1,-39-80 15,40-40-15,0-40-1,120-40 1,41 0 15,79 40-15,41-80 0</inkml:trace>
  <inkml:trace contextRef="#ctx0" brushRef="#br0" timeOffset="189448.8639">2327 10306 0,'-40'0'16,"0"0"-1,0 41 1,0 39 0,40-40-16,-40 120 15,40-120-15,0 1 0,0 79 32,120 0-32,-40-40 15,81 1 1,-41-162-1,-80 81-15</inkml:trace>
  <inkml:trace contextRef="#ctx0" brushRef="#br0" timeOffset="189608.7979">2809 10427 0,'-80'0'0,"160"0"15,-160 40-15,80 0 16,-41 40-1,41 41 1,0 39 15,0-120-31,0 0 0</inkml:trace>
  <inkml:trace contextRef="#ctx0" brushRef="#br0" timeOffset="189928.8363">2969 10387 0,'-40'0'31,"40"40"-15,-40 80-1,-40 0 1,0-79 15,80-1-15,40-40-1,120 0 17,1 40-17,-1-40 1</inkml:trace>
  <inkml:trace contextRef="#ctx0" brushRef="#br0" timeOffset="190148.8213">3170 10347 0,'0'0'15,"0"40"17,40 40-17,40 161 1,-120 39 0,-120 41-1</inkml:trace>
  <inkml:trace contextRef="#ctx0" brushRef="#br0" timeOffset="190688.7928">1244 12472 0,'-40'0'0,"80"0"0,-80-40 0,40 80 31,0 40-15,0 81 0,0 200-1,-40-121 16,40-159-31</inkml:trace>
  <inkml:trace contextRef="#ctx0" brushRef="#br0" timeOffset="191028.7143">1525 12432 0,'0'0'0,"-40"40"31,-41 80-15,-79 81-1,-81-41 17,121-79-17,80-121 1,40-41-1,160 81 17,81 121-17,-40-1 1,-1 0 0,-160-120-16</inkml:trace>
  <inkml:trace contextRef="#ctx0" brushRef="#br0" timeOffset="191248.7585">1926 12753 0,'0'0'0,"0"-40"0,80 0 31,1 40-31,-41 0 0,40-40 16,121 40 0,-81 0 15,-80 0-31</inkml:trace>
  <inkml:trace contextRef="#ctx0" brushRef="#br0" timeOffset="191448.7465">2127 13114 0,'-40'40'0,"80"-80"0,-40 80 32,80-80-32,-40 40 15,161-40 1,-41 0-1,-120 40-15</inkml:trace>
  <inkml:trace contextRef="#ctx0" brushRef="#br0" timeOffset="191808.7248">3250 12432 0,'-80'40'31,"160"-80"-31,-200 120 0,40 0 16,39 1 0,82-41-1,79 0 1,40-40-1,-119 0 1,39-120 0,-80-1 15,-121 41-15,41 40-1,40 40 1,40 80-1</inkml:trace>
  <inkml:trace contextRef="#ctx0" brushRef="#br0" timeOffset="192148.7049">4093 12232 0,'-40'0'16,"0"0"15,40 40 1,0 0-17,0 0-15,40 0 0</inkml:trace>
  <inkml:trace contextRef="#ctx0" brushRef="#br0" timeOffset="192328.6942">4213 12953 0,'0'0'15,"-40"81"1,-40 39 0,0-40-1,40 40 1,-81-39 15,81-41-31</inkml:trace>
  <inkml:trace contextRef="#ctx0" brushRef="#br0" timeOffset="192998.6571">6701 12191 0,'-40'0'15,"80"0"-15,-80-40 0,40 0 32,-40 40-32,40 40 15,40-40 1,120 161-1,1-1 1,80 41 0,-81-81 15,-79-80-15</inkml:trace>
  <inkml:trace contextRef="#ctx0" brushRef="#br0" timeOffset="193258.6438">7263 12232 0,'-40'0'32,"80"0"-32,-120 0 15,39 40-15,1 40 16,-80 80-1,40 41 17,-1 80-17,41-121 1</inkml:trace>
  <inkml:trace contextRef="#ctx0" brushRef="#br0" timeOffset="193638.6201">7825 12713 0,'0'0'0,"120"-40"15,0 0 16,-79 200-15,-82-40 0,-39 1 15,40-81-15,40-80 15,40 40-31,0-40 31,41 40-15,-41 0-16,80 80 15,0-40 17,1 0-32</inkml:trace>
  <inkml:trace contextRef="#ctx0" brushRef="#br0" timeOffset="194058.5997">9069 12151 0,'0'0'0,"-41"0"15,1 0 16,0 0-31,0 0 32,0 40-32,0 201 31,40-40-15,160-41-1,1-40 1,-81-120-1</inkml:trace>
  <inkml:trace contextRef="#ctx0" brushRef="#br0" timeOffset="194348.5746">9751 12432 0,'40'0'15,"-80"0"-15,120 0 31,-80 40-31,0 0 16,0 40 0,-40-39-16,-121-1 31,41 0-15,80-201-1,40 81 1,80 0 15,0 80-15,-40 40-1</inkml:trace>
  <inkml:trace contextRef="#ctx0" brushRef="#br0" timeOffset="194578.563">10272 12151 0,'0'40'15,"0"1"-15,0-1 16,40 120 0,-40-80-16,0 201 31,-40-121-31,-120 41 31,-1-121-15</inkml:trace>
  <inkml:trace contextRef="#ctx0" brushRef="#br0" timeOffset="195368.4419">11797 12272 0,'80'0'46,"-39"0"-30,-1-40-16,0 40 0,40 0 0,-40 0 16,0 0-16,41 0 15,-41 0-15,0 0 0,40 0 0,-40 0 0,0 0 16,0 0-16,1 0 16</inkml:trace>
  <inkml:trace contextRef="#ctx0" brushRef="#br0" timeOffset="195588.5018">11998 12673 0,'0'0'0,"-40"0"16,80 0-1,40 0 1,201 0-1,-40 0 1,-121-40 0</inkml:trace>
  <inkml:trace contextRef="#ctx0" brushRef="#br0" timeOffset="195858.4301">13482 11951 0,'-40'0'16,"0"40"-1,40 0 1,0 0-16,0 0 0,0 0 0,0 0 15,0 1-15,0-1 0,0 0 16,0 0-16,40 40 0,-40-40 0,0 0 0,0 40 16,0-39-16,0-1 15,0 0-15,0 0 0,0 0 0,0 0 16,0 0-16</inkml:trace>
  <inkml:trace contextRef="#ctx0" brushRef="#br0" timeOffset="196288.4613">14044 12512 0,'-40'-40'15,"80"80"-15,-120-80 0,40 40 16,40-40 0,40 40 31,40 0-32,-40 0-15,0 0 0,1 0 0,39 0 0,0 40 16,-40-40-16,40 0 0,-39 0 15,39 0-15,0 0 0,-40 0 0,0 0 0,41 0 16,-41 0-16,0 0 16,0 0-16,-40-40 0,40 40 0,0 0 15,-80 0 17</inkml:trace>
  <inkml:trace contextRef="#ctx0" brushRef="#br0" timeOffset="196708.3783">14566 12031 0,'0'40'94,"0"0"-78,0 0-16,0 0 0,0 1 0,0-1 15,40 40-15,-40-40 0,0 0 0,0 0 0,40 40 16,-40-40-16,0 1 0,0-1 15,0 0-15,0 0 0,0 0 0,0 0 0,0 0 16,0 0-16,0 0 16,-40-40-16,40 41 0</inkml:trace>
  <inkml:trace contextRef="#ctx0" brushRef="#br0" timeOffset="198688.2426">15529 12191 0,'0'41'16,"40"-41"0,0 0-1,0 0-15,0 0 0,1 0 0,-1 0 16,0 0-1,0 0-15,0 0 0,0 0 0,0 0 16,0 0 31,-40-41-47,0 1 16,0 0-16,0 0 0,-40 0 15,-40 40 1,40 0-16,0 0 0,0 0 15,0 40 1,-1-40-16,1 40 0,0-40 0,40 40 16,-40-40-16,0 40 0,0-40 15,40 41-15,-40-1 0,40 0 16,0 0-16,0 0 16,0 0-16,40 0 0,0 0 15,40 0-15,-40 0 0,0-40 16,1 0-16,-1 0 0,-40 41 15,40-41-15,0 0 0,0 0 0,0-41 16,0 41-16</inkml:trace>
  <inkml:trace contextRef="#ctx0" brushRef="#br0" timeOffset="199048.2975">16412 11670 0,'0'0'16,"120"-40"-1,0 0 17,-79 40-32,-41 80 0,40 40 15,-40-80-15,-40 1 16,-121 79-1,-40-40 17,121-160-17,80-40 1,80-1 0,1 81 15,-1 40-31</inkml:trace>
  <inkml:trace contextRef="#ctx0" brushRef="#br0" timeOffset="199358.203">17174 12472 0,'-40'-40'16,"80"80"-16,40-160 15,-40 120-15,201-80 16,-80 40-1,39 40 1,-119 0 15,-41 0-15</inkml:trace>
  <inkml:trace contextRef="#ctx0" brushRef="#br0" timeOffset="199558.2678">17495 12793 0,'-40'40'15,"80"-80"-15,-120 80 0,160-40 16,40-40 0,161 0 15,-80-40-16,-121 80 1</inkml:trace>
  <inkml:trace contextRef="#ctx0" brushRef="#br0" timeOffset="200978.135">18980 12111 0,'-40'0'16,"0"0"-1,40-40 1,0 0-16,0 0 31,0 0-15,40 40-16,40 0 15,-80-40-15,40 40 0,0 0 16,0 0-16,0 0 141,-40 40-141,41-40 15,-1 40-15,0-40 16,0 0-16,0 40 0,-40 0 15,40 0 1,-40 0-16,0 0 0,0 1 0,-80-1 16,80 0-16,-40 0 0,0-40 15,0 40-15,-1 0 0,1 0 0,-40 0 0,40-40 16,40 40-16,-40 0 0,0-40 0,40 41 16,-40-41-1,80-41 16,0 41-15,0 0 0,0 0-16,0-40 0,0 40 0,0 0 15,1 0-15,-1 0 0,0 0 16,40 0-16,-40 0 0,0 0 0,41 0 0,-41 0 16,40 0-16,-40 0 0,40 0 0,-40 0 0,1 0 15,39 0-15,-40 0 16,0 0-16,0 0 0,0 0 0,0 0 0,1 0 15,-1 0-15,0 0 16,0 0-16,-80 0 156,40-40-156</inkml:trace>
  <inkml:trace contextRef="#ctx0" brushRef="#br0" timeOffset="202458.0198">883 14157 0,'0'-41'31,"40"41"-31,-40-40 16,0 80 15,0 1-31,0-1 16,0 0-16,0 0 15,0 0-15,0 0 0,0 0 0,0 0 0,0 0 16,0 1-1,0-1-15,40 0 0,-40 0 0,0 0 0,0 0 16,0 0-16,0 0 16,0 0-16</inkml:trace>
  <inkml:trace contextRef="#ctx0" brushRef="#br0" timeOffset="202848.0727">1485 14237 0,'0'0'0,"-40"0"0,40-40 16,-41 40-16,1 0 15,0 0 1,-80 160 0,-81-40-1,81-39 16,80-41-15,80-120 0,0 39 15,0 41-15,0 81-1,0-41 1,81 0-1,-81-40-15,80 80 16,-80-80-16,0 0 16,41 0-1</inkml:trace>
  <inkml:trace contextRef="#ctx0" brushRef="#br0" timeOffset="203048.0613">1766 14518 0,'-41'-41'16,"82"82"-16,-82-122 15,41 41-15,161 0 16,40 40 0,-121-40-1,-40 40-15,40 0 16,-40 0-16</inkml:trace>
  <inkml:trace contextRef="#ctx0" brushRef="#br0" timeOffset="203217.9743">1886 14718 0,'0'0'16,"-40"0"-16,120-40 31,-40 40-16,0 0-15,0 0 0,1 0 0,-1 0 16,0 0-16,0 0 16,0 0-16,-40-40 0,40 40 0,0 0 0,-40-40 15</inkml:trace>
  <inkml:trace contextRef="#ctx0" brushRef="#br0" timeOffset="203458.0369">2769 14197 0,'0'0'16,"0"-40"-16,-40 40 15,40 40 17,0 0-17,0 0-15,0 0 0,0 0 0,0 0 0,0 0 16,0 0-16,0 1 15,0-1-15,0 0 0,-41 0 0,41 0 16,0 0-16,0 0 16,-40 0-16</inkml:trace>
  <inkml:trace contextRef="#ctx0" brushRef="#br0" timeOffset="203858.0122">3451 14197 0,'-40'0'16,"40"-40"-16,0-1 0,0 1 31,0 0-31,0 80 31,0 0-15,0 41-1,0-41-15,0 0 16</inkml:trace>
  <inkml:trace contextRef="#ctx0" brushRef="#br0" timeOffset="204038.0031">3531 14598 0,'-40'40'32,"80"-80"-32,-80 120 0,0-40 15,0-40-15,40 40 0,0 0 16,-40 40 0,-1-39-16,1 39 0,40-40 0,-120 80 31,80-80-31</inkml:trace>
  <inkml:trace contextRef="#ctx0" brushRef="#br0" timeOffset="204797.9563">5618 14237 0,'0'0'0,"40"0"47,-40 40-47,80-40 15,-40 40-15,-40 0 0,80 0 16,-39 0-16,-1 0 0,0-40 0,0 41 0,0-1 16,0 0-16,40 0 0,-39 0 0,-1-40 15,0 40-15,0 0 16,0 0-16</inkml:trace>
  <inkml:trace contextRef="#ctx0" brushRef="#br0" timeOffset="205057.9413">6420 14317 0,'-40'-40'15,"80"80"-15,-120-80 32,40 40-32,40 40 31,-40-40-31,40 40 0,-40 0 0,40 0 0,0 0 16,-41 1-16,1-1 0,40 0 0,0 0 0,-40 0 15,0 0-15,40 0 0,-40 0 16,40 0-16,-40 0 0,40 1 0,-40-1 0,40 0 15,-40 0 1</inkml:trace>
  <inkml:trace contextRef="#ctx0" brushRef="#br0" timeOffset="205417.8454">6781 14718 0,'40'0'16,"-80"0"-16,121-40 0,-41 40 0,80 0 31,41 40-15,-161 120-1,-81 1 1,1-81 15,120-80 0,-40-40-31,40 40 0,0 0 0,1-40 16,-1 40-16,0 0 0,0-40 0,0 40 16,0 0-16,0 0 15,1-40-15,-1 40 0,0 0 16</inkml:trace>
  <inkml:trace contextRef="#ctx0" brushRef="#br0" timeOffset="205727.9025">8065 14116 0,'0'0'15,"-40"0"-15,0-40 0,-40 40 16,80 40-16,-80 81 31,80-41-31,0-40 0,40 80 16,-40-79-16,160 119 15,-120-120-15,1-40 0,79 120 32,0-80-17,-80-40-15</inkml:trace>
  <inkml:trace contextRef="#ctx0" brushRef="#br0" timeOffset="205947.8909">8667 14237 0,'-40'0'0,"80"0"0,-120 0 16,80 40-1,-40 0-15,40 80 16,40 41 15,0-1-15,40-40-1</inkml:trace>
  <inkml:trace contextRef="#ctx0" brushRef="#br0" timeOffset="206177.8751">9229 14197 0,'0'-40'15,"0"80"-15,0-121 16,40 81 0,81 41-1,-121-1-15,80 40 16,-40-40-16,0 120 16,-120 41-1,0-121 1,39-40-16,-119 81 15,120-81-15</inkml:trace>
  <inkml:trace contextRef="#ctx0" brushRef="#br0" timeOffset="206417.7853">10433 14477 0,'-40'-80'31,"80"160"-31,0-280 16,0 200-16,0-40 0,0 40 0,81-40 16,-81 40-16,201 0 15,-201 0-15,0 0 0,80 0 31,-80 40-31</inkml:trace>
  <inkml:trace contextRef="#ctx0" brushRef="#br0" timeOffset="206597.7936">10834 14678 0,'-80'0'15,"160"0"-15,-200 0 16,120-40-16,40 40 0,80-40 31,-39 40-31,159 0 16,-119 0-16,39-80 15</inkml:trace>
  <inkml:trace contextRef="#ctx0" brushRef="#br0" timeOffset="208077.7637">12560 14157 0,'40'0'31,"-40"-41"-31,40 1 31,-80 40 1,40 40-1,0 1-15,0-1-16,0 0 0,0 0 15,0 0-15,0 0 0,0 0 16,0 0-16,0 0 0,-40 1 0,40-1 0,0 0 15,0 0-15,-41-40 16,41 40-16,0 0 0,0 0 0,0 0 16</inkml:trace>
  <inkml:trace contextRef="#ctx0" brushRef="#br0" timeOffset="208397.7449">13362 14477 0,'0'-40'0,"0"80"0,-40-80 31,80 40-16,40 0-15,-40 0 16,1 0-16,39 0 0,-40 0 0,40 0 0,-40 0 16,41 0-16,-41 0 15,0 0-15,40 0 0,-40 0 0,0 0 0,0 0 16,1 0-16,-1 0 0,0 0 16,0 0-1</inkml:trace>
  <inkml:trace contextRef="#ctx0" brushRef="#br0" timeOffset="208687.6539">14004 14277 0,'-40'0'0,"40"-40"0,-40 0 31,0 40-16,40 80 32,0-40-47,0 0 0,0 0 16,0 0-16,0 0 0,0 1 0,0-1 16,0 0-16,0 0 15,0 0-15,0 0 0,0 0 16,0 0-1,40-40-15</inkml:trace>
  <inkml:trace contextRef="#ctx0" brushRef="#br0" timeOffset="209097.7029">14847 14357 0,'0'0'16,"-40"-40"-16,120 0 31,0 0-31,-40 40 0,161-40 16,-161 40 15,-40-40-15,-160 40-1,-41 0 17,161 40-32,0-40 0,-41 80 31,81-40-31,-40 0 0,40 0 0,0 0 16,0 0-16,40 81 15,1-121-15,-41 40 0,120 0 16,-80-40-16,121 40 31,-121-40-31,40 0 16,-40-40-16</inkml:trace>
  <inkml:trace contextRef="#ctx0" brushRef="#br0" timeOffset="209307.6158">15689 14076 0,'-40'-40'16,"40"0"0,40 40-1,1 0 1,-1 0-16,0 0 0,0 0 15,0 0-15,0 0 16</inkml:trace>
  <inkml:trace contextRef="#ctx0" brushRef="#br0" timeOffset="209687.5976">16211 13916 0,'-40'0'0,"40"-40"16,0 0 0,80 40-16,-80-40 0,80-41 31,-39 81-31,-41-40 0,-41 40 31,1 0-15,40 40-16,-40-40 0,40 41 15,0-1 1,0 0-16,0 0 0,0 0 0,0 0 16,40 0-16,-40 0 15,0 0-15,0 0 0,40 1 0,-40-1 16,0 0-16,0 0 0,-40 0 0,40 0 16,-40-40-16,40 40 15,-80-40-15,40 40 0,0-40 0,0 0 16,-1 0-16,1 0 15,0-40-15,0 40 0,40-40 0</inkml:trace>
  <inkml:trace contextRef="#ctx0" brushRef="#br0" timeOffset="209847.5827">16251 13475 0,'-80'0'16,"160"0"-16,-200-40 31,160 40-31</inkml:trace>
  <inkml:trace contextRef="#ctx0" brushRef="#br0" timeOffset="210277.6325">16893 13756 0,'0'40'16,"0"-80"-16,0 120 16,0-40-16,0 40 31,-80 80-16,40-79 1,40-162 15,40 81-31,-40-40 0,0 0 16,40 0-16,0 0 0,0 0 0,-40 0 16,40 0-16,1 0 15,-41 0-15,40-1 0,0 1 0,-40 80 47,0 1-31,0-1-16,0 0 0,0 0 0,0 0 15,0 0-15,0 0 16,0 0-16,0 0 0,0 0 0,0 1 16,0-1-16,0 0 15</inkml:trace>
  <inkml:trace contextRef="#ctx0" brushRef="#br0" timeOffset="210467.5832">16933 13715 0,'-120'0'15,"240"0"-15,-280 0 16,160-40-16,120 0 15,161 40 17,-80-40-32</inkml:trace>
  <inkml:trace contextRef="#ctx0" brushRef="#br0" timeOffset="211007.5138">18338 14437 0,'-40'0'16,"0"0"-16,-1 0 15,41-40 32,41 40-47,-1 0 16,0 0-16,40 0 0,-40 0 0,40-40 0,-39 40 15,39 0-15,-40 0 16,0 0-16,40-40 0,-40 40 0,1 0 16,-1 0-16</inkml:trace>
  <inkml:trace contextRef="#ctx0" brushRef="#br0" timeOffset="211197.5208">18378 14718 0,'0'0'16,"-40"0"-16,0 0 0,40 40 0,40-40 31,0 0-31,0 0 0,0 0 16,0 0-16,41-40 0,-1 40 15,-40 0-15,40-40 0,-40 40 0,0 0 0,1-40 16,-1 40-16,0 0 16</inkml:trace>
  <inkml:trace contextRef="#ctx0" brushRef="#br0" timeOffset="212157.5213">20304 14116 0,'0'-40'0,"-40"40"0,40-40 31,0 120 188,0-39-219,0-1 0,0 0 15,0 0-15,0 0 0,0 0 0,0 0 16,0 0-16,0 0 16,0 1-16,0-1 0,0 0 0,0 0 15,0 0-15,40 0 16,-40 0-16,40-40 15,-40 40 1,0-80 62,40 0-62</inkml:trace>
  <inkml:trace contextRef="#ctx0" brushRef="#br0" timeOffset="213157.4625">21227 14437 0,'0'40'0,"-80"-40"32,39 0-17,41-40-15,-40 40 47,0 0-31,40 40-1,-40-40-15,0 0 16,0 0 15,80 0 63,0 0-94,0 0 16,0 0-16,0 0 0,1 0 0,-1 41 0,0-41 15,0 0-15,0 0 0,40 0 0,-40 0 0,1 0 16,-1 0-16,40 0 16,-40 0-16,0 0 0,0 0 0,0 0 0,1 0 15,-1-41 1,-80 41 15,-1 0-15,1 0-16,0 0 15,80 0 32,0-40-47</inkml:trace>
  <inkml:trace contextRef="#ctx0" brushRef="#br0" timeOffset="214037.3521">22310 14157 0,'-40'0'15,"40"-41"32,-40 41 16,40 41 421,0 39-468,0-40-16,0 0 0,0 0 0,0 0 15,0 0-15,0 0 0,0 1 0,0-1 16,0 0-16,0 0 0,0 0 16,0 0-16,0 0 0,0 0 0,0 0 15,0 0-15,0 1 16</inkml:trace>
  <inkml:trace contextRef="#ctx0" brushRef="#br0" timeOffset="214647.3743">23033 14437 0,'-41'0'16,"1"0"-16,0 0 16,40-40-1,40 40 16,0 0-15,121 0 0,-121 0-16,80 0 15,-39 0-15,79-40 16,-39 40 0,-81 0-1</inkml:trace>
  <inkml:trace contextRef="#ctx0" brushRef="#br0" timeOffset="214977.3582">23033 14718 0,'-41'40'16,"82"-80"-16,-242 80 15,161-40-15,120 0 16,-40 0-1,241 0 1,-201 0-16,41 0 16,-41 0-16,121 0 15,-41 0 1,-120 0 0,-80 0 30,0 0-30</inkml:trace>
  <inkml:trace contextRef="#ctx0" brushRef="#br0" timeOffset="215747.2516">25159 14397 0,'0'-40'31,"40"40"-31,-40-40 16,0 0 93,-80 40-93,80-40-1,-40 40-15,0 0 32,0 0-32,0 0 0,-1 0 15,41 40-15,-40-40 0,40 40 16,0 0-16,-40-40 0,40 40 0,0 0 0,0 0 15,0 1-15,0-1 16,40 0-16,0 0 0,-40 0 16,81-40-16,-41 40 0,0-40 15,0 0-15,0 40 0,0-40 0,0 0 0,1 0 16,-1 0-16,0 0 0,0-40 16,0 40-16,-40-40 0,40 0 15,-40 0-15,0 0 0,0 0 16,0-1-16,0 1 0,0 0 15,0 0-15,-40 40 0,40-40 16,-40 40-16,0 0 16,0 0-16,0 0 0,-1 0 0,1 0 0,0 0 15,0 0-15,0 0 0,0 0 0,0 0 0,40 40 16,-40-40-16,-1 0 16</inkml:trace>
  <inkml:trace contextRef="#ctx0" brushRef="#br0" timeOffset="217027.1583">803 15600 0,'40'0'0,"-40"40"78,0 41-78,0-41 0,0 0 0,0 40 15,0-40-15,0 0 0,0 0 0,0 1 0,0 39 16,0-40-16,0 0 16,0 0-16,0 0 0,0 0 15,0 0 1</inkml:trace>
  <inkml:trace contextRef="#ctx0" brushRef="#br0" timeOffset="217417.1347">1565 15640 0,'-40'0'15,"0"0"16,-81 121-15,81-81 0,0 0-16,-80 80 15,80-120-15,-1 40 0,1 1 16,0-41 0,40-41 15,0 1-16,40 40 17,-40 40-17,121 1 1,39 79 0,-39-40-1,-81-80 1</inkml:trace>
  <inkml:trace contextRef="#ctx0" brushRef="#br0" timeOffset="217597.2005">1565 16122 0,'0'0'15,"0"-40"-15,0 0 16,40 40-16,-40-41 0,120 1 31,81 0-15,-161 40-16,81 0 15</inkml:trace>
  <inkml:trace contextRef="#ctx0" brushRef="#br0" timeOffset="217797.1878">2167 16282 0,'0'40'16,"0"-80"-16,-80 80 15,120-80-15,0 40 16,0-40 0,0 40-16,0 0 0,0 0 0,0 0 0,1 0 0,39 0 15,-40-40 1,0 40-16,0 0 0,0 0 0</inkml:trace>
  <inkml:trace contextRef="#ctx0" brushRef="#br0" timeOffset="218187.1751">3009 15921 0,'0'0'0,"0"-40"15,0-40 17,41 80-32,39 40 15,0 120 17,-80-79-32,-80 39 31,0-80-31,-1 40 31,121-80-15,1 0-1,79 0 1,40 0 0,-39 0-1,-81 0 1,0 0-1</inkml:trace>
  <inkml:trace contextRef="#ctx0" brushRef="#br0" timeOffset="218387.0899">4173 15841 0,'-40'0'15,"80"0"-15,-80-40 0,-80-40 16,80 80-16,40-40 31,-41 40-31,82 40 16</inkml:trace>
  <inkml:trace contextRef="#ctx0" brushRef="#br0" timeOffset="218547.0683">4053 16282 0,'0'0'0,"-40"40"0,40 0 31,0 0-15,0 1-1,-81-1 1,1 40-1</inkml:trace>
  <inkml:trace contextRef="#ctx0" brushRef="#br0" timeOffset="219057.0383">6541 15881 0,'-41'-80'31,"1"80"-31,40-40 16,0 80 0,121 80-1,119 81 17,1-41-17,-120-40 1,-81-120-1</inkml:trace>
  <inkml:trace contextRef="#ctx0" brushRef="#br0" timeOffset="219297.0993">7263 16001 0,'-40'0'16,"80"0"-16,-161-40 15,81 40-15,0 0 16,40 40 0,-80 41-1,40 39-15,-40-40 16,-41 81 0,41-1 15,80-80-31</inkml:trace>
  <inkml:trace contextRef="#ctx0" brushRef="#br0" timeOffset="219617.0076">7383 16322 0,'81'-40'31,"-162"80"-31,282-120 16,-161 80-16,40 40 16,-40 121-1,-80-41 17,-80-40-17,80-40 1,120-40 15,0-40-15,41 40-1,-81-40-15,40 40 16</inkml:trace>
  <inkml:trace contextRef="#ctx0" brushRef="#br0" timeOffset="219957.0605">8427 15881 0,'0'0'15,"-81"0"1,-79 40 15,80 121-15,80-121-16,-41 80 16,41-80-16,81 0 0,-1 81 15,80-41 16,41-40-15,-161-40-16</inkml:trace>
  <inkml:trace contextRef="#ctx0" brushRef="#br0" timeOffset="221096.9939">9109 16042 0,'-40'0'16,"40"-41"0,40 41-1,0 0 1,-40-40 93,-40 40-46,40-40 46,40 40-109,-40-40 0,40 40 16,-40-40-1,40 40 1,0 0 109,0 0-109,-40 40-16,40-40 15,1 0 63,-1 0-78,0 0 16,0 0-16,-40 40 0,40-40 0,0 40 31,-40 0-31,0 1 0,0-1 0,0 0 16,-40 0-16,0 0 15,40 0-15,-40-40 0,40 40 0,-80-40 16,80 40-16,-41 0 16,1-40-16,40 40 0,-40-40 0,0 41 0,0-41 15,40 40-15,40-80 32,0 40-17,0 0-15,0 0 16,1 0-16,-1 0 0,0 0 0,0 0 15,0-41-15,0 41 16,0 0-16,0 0 0,1 0 0,-1 0 16,0 0-16,0 0 15,0 0-15</inkml:trace>
  <inkml:trace contextRef="#ctx0" brushRef="#br0" timeOffset="221396.9777">9951 15881 0,'0'0'16,"40"-40"0,1 40 15,-41 40-31,80 40 15,-40-80-15,-40 40 0,40 41 16,-40 79 15,-80 0-15,0-39 0,39-81-16</inkml:trace>
  <inkml:trace contextRef="#ctx0" brushRef="#br0" timeOffset="221676.9589">10955 16202 0,'0'0'16,"-41"0"-16,41-40 16,161 0-1,80 0 1,-41 40 15,-119 0-15</inkml:trace>
  <inkml:trace contextRef="#ctx0" brushRef="#br0" timeOffset="221836.8814">11115 16443 0,'-80'0'16,"160"0"-16,-160 40 15,120-40 1,0 0-16,0 0 15,0 0-15,0 0 16,1 0-16,-1 0 0,0 0 0,0 0 0,0 0 16,0 0-16,0 0 0</inkml:trace>
  <inkml:trace contextRef="#ctx0" brushRef="#br0" timeOffset="222326.8503">13161 16001 0,'0'0'0,"0"-40"32,0 80-1,0 41-15,0-41-16,0 0 0,0 0 15,0 0-15,0 0 0,0 40 16,0-40-16,-40 1 0,40-1 0,0 0 15,0 0-15,0 0 16,0 0-16,0 0 0,0 0 0,0 0 16</inkml:trace>
  <inkml:trace contextRef="#ctx0" brushRef="#br0" timeOffset="222576.9067">13603 16523 0,'0'0'0,"0"-40"15,80 40-15,0 0 32,121 0-17,-41-40 1,-119 40 15,-1 0-31</inkml:trace>
  <inkml:trace contextRef="#ctx0" brushRef="#br0" timeOffset="222886.8117">13964 16282 0,'-40'-40'16,"40"80"31,0 0-47,0 0 15,0 0 1,0 1-16,0-1 0,0 0 0,0 0 16,0 0-16,0 0 0,0 0 0,0 0 15,0 0-15,0 1 0,0-1 16,0 0-16,40-40 0,-40 40 16</inkml:trace>
  <inkml:trace contextRef="#ctx0" brushRef="#br0" timeOffset="223276.8643">14726 16443 0,'0'0'16,"121"-41"15,79 1-15,-159-40-1,-82-40 1,-159 80 15,39 80-15,41 80-1,120 41 17,160-1-17,1-80 1,-1-80 0,-79-40-1</inkml:trace>
  <inkml:trace contextRef="#ctx0" brushRef="#br0" timeOffset="223456.8537">15248 16122 0,'0'-40'0,"0"80"0,40-120 31,0 39-31,81 41 16,-1-40 0</inkml:trace>
  <inkml:trace contextRef="#ctx0" brushRef="#br0" timeOffset="223816.7757">15850 15881 0,'-40'0'16,"40"-40"-16,40 0 15,-40-40 1,40 40 0,-40-1-1,0 1 1,0 80 15,0 1-15,0-1-1,0 40-15,0-40 16,0 120 0,-80-39 15,0-41-16,39-80 1</inkml:trace>
  <inkml:trace contextRef="#ctx0" brushRef="#br0" timeOffset="223976.8251">15810 15480 0,'0'0'15,"-40"-40"1,40 0 0,40 40-16</inkml:trace>
  <inkml:trace contextRef="#ctx0" brushRef="#br0" timeOffset="224416.7967">16412 15560 0,'0'0'0,"40"0"32,40 0-17,-40 121 1,-80 39 0,-120-40 15,119-120-31,1 40 15,121-40 1,-1 0 0,40 0 15,-40 0-31,-39 0 16,39 0-1</inkml:trace>
  <inkml:trace contextRef="#ctx0" brushRef="#br0" timeOffset="224776.7759">17134 15640 0,'-80'0'15,"40"0"-15,40 41 16,0 39 15,0 0-15,0-40-16,0-120 31,40 0-15,-40 40-1,80 40-15,-80-41 0,0 1 0,0 0 31,40 40-31,0 40 16,-40 0 0,0 1-16,40-1 15,-40 0-15,0 0 0,0 0 0,40 0 16,-40 0 0,0 0-16,41 0 15</inkml:trace>
  <inkml:trace contextRef="#ctx0" brushRef="#br0" timeOffset="224936.7268">17254 15640 0,'0'0'16,"-40"0"-16,40-40 15,40 0-15,121 0 31,80 0-31</inkml:trace>
  <inkml:trace contextRef="#ctx0" brushRef="#br0" timeOffset="235426.146">18137 16483 0,'-40'0'47,"40"40"109,40-40-140,0 0-1,0 0 1,1 0-16,-1 0 0,0 0 0,0 0 16,0 0-16,0 0 15,0 0-15,0 0 0,1 0 16,-1 0-1,0 0-15</inkml:trace>
  <inkml:trace contextRef="#ctx0" brushRef="#br0" timeOffset="235716.0538">18137 16924 0,'0'0'16,"0"40"-16,-40-40 0,80 0 62,0 0-46,0 0-16,1 0 15,-1 0-15,0 0 0,0-40 0,0 40 0,0 0 16,0 0-16,0 0 0,1 0 0,-1 0 16,0 0-16</inkml:trace>
  <inkml:trace contextRef="#ctx0" brushRef="#br0" timeOffset="237135.9695">19782 15961 0,'0'40'16,"-40"-40"47,40 41-1,0-1-62,0 0 0,0 0 0,-40 0 16,40 0-16,0 40 0,0-40 0,0 0 0,-40 41 15,40-41-15,0 0 16,0 0-16,0 40 0,0-40 0,0 0 0,0 1 16,0-1-16,0 0 0,40 0 15</inkml:trace>
  <inkml:trace contextRef="#ctx0" brushRef="#br0" timeOffset="239045.932">20665 16282 0,'0'40'157,"-40"-40"-157,0 0 78,40 40-31,-40-40-32,0 0 16,80 0 110,0 0-141,0 0 0,0 0 0,0 0 16,0 0-16,0 0 0,1 0 0,-1 0 0,0 0 15,40 0-15,-40 0 0,0 0 16,0 0-16,1 0 0,-1 0 0,0 0 0,0 0 16,0 0-1,0 0-15,0 0 0,-40-40 16,-40 40 15</inkml:trace>
  <inkml:trace contextRef="#ctx0" brushRef="#br0" timeOffset="249565.2349">21187 16122 0,'-40'0'219,"40"40"-203,0 0-1,0 0-15,0 0 0,0 0 0,0 0 0,0 0 16,0 1-16,0 39 0,0-40 16,0 0-16,0 0 0,0 0 0,0 40 0,0-39 15,0-1-15,0 0 16,-41 0-16,41 0 0,0 0 0,0 0 0,0 0 15,0 0-15,0 0 0</inkml:trace>
  <inkml:trace contextRef="#ctx0" brushRef="#br0" timeOffset="250265.1972">22110 15961 0,'0'-40'31,"-40"40"47,40 40-47,0 0-31,0 1 16,0-1-16,0 0 0,0 0 0,0 0 16,0 0-16,0 0 0,0 0 15,0 0-15,0 0 0,0 1 0,0-1 0,0 0 16,0 0 0,0 0-16,0 0 0,0 0 15</inkml:trace>
  <inkml:trace contextRef="#ctx0" brushRef="#br0" timeOffset="250975.1535">23273 16162 0,'-40'0'15,"0"0"1,0 0-1,80 0 79,0 0-94,40-40 16,-39 40-16,-1-40 0,0 40 15,0 0-15,40 0 0,-40-40 0,41 40 16,-41 0-16,0 0 0,40 0 0,-40 0 0,0-41 16,0 41-16,1 0 15,-1 0-15</inkml:trace>
  <inkml:trace contextRef="#ctx0" brushRef="#br0" timeOffset="251255.134">23474 16483 0,'-80'40'16,"160"-80"-16,-200 80 0,79-40 15,1 0-15,121 0 31,-41 0-31,0 0 16,40 0-16,-40 0 0,0-40 0,41 40 0,-41 0 16,40 0-16,-40-40 0,0 40 15,40 0-15,-39 0 0,-1 0 0,0-41 16,0 41-16,0 0 0,0 0 16</inkml:trace>
  <inkml:trace contextRef="#ctx0" brushRef="#br0" timeOffset="251925.095">24918 15801 0,'0'0'16,"0"-40"-16,0 0 15,81-41 16,-41 81-31,80-40 16,-80 40-16,0 0 0,81 81 16,-41 79-1,-80-120-15,-40 121 32,40-121-32,-40 0 0,-40 40 15,39-40 1,1 0-1,80-40 1,41-40 0,240-40-1,0 0 1,-40 80 15,-161 0-15,-40 0-16</inkml:trace>
  <inkml:trace contextRef="#ctx0" brushRef="#br0" timeOffset="253485.0787">1204 17325 0,'0'40'0,"-40"0"47,0-40-32,40 40-15,0 0 0,0 0 16,0 1-16,0-1 0,0 0 0,0 0 15,0 0-15,0 0 16,0 0-16,40 0 0,-40 0 0,0 0 0,0 1 16,0-1-16,40-40 0,-40 40 15,0 0-15,0 0 0</inkml:trace>
  <inkml:trace contextRef="#ctx0" brushRef="#br0" timeOffset="253885.0536">1525 17365 0,'0'40'0,"0"0"31,-40 0-31,40 0 16,-40 1-16,-1-1 0,41 0 0,-40 0 15,40 0-15,-40-40 0,0 40 16,40 0-16,-40-40 0,40 40 0,-40-40 0,0 0 31,0 0-15,40-40 15,40 40-15,0 0-16,0 0 15,0 0-15,0 40 0,0-40 16,0 40-16,1-40 16,-41 40-16,40-40 0,0 0 0,-40 41 0,40-41 15,-40 40-15,40-40 16,-40 40-16,40-40 0,0 0 0,0 40 16,1-40-16</inkml:trace>
  <inkml:trace contextRef="#ctx0" brushRef="#br0" timeOffset="254125.0403">1926 17646 0,'0'0'0,"40"0"15,0 0 1,0-40-1,1 0-15,119-41 16,-120 81-16,0-40 0,81 40 16,39-40 15</inkml:trace>
  <inkml:trace contextRef="#ctx0" brushRef="#br0" timeOffset="254284.955">2207 17967 0,'0'0'16,"40"-41"-1,40 1 1,-40 0 0,41 40-16,-41-80 0,0 80 0,0 0 0,0-40 15,0 40-15,41-40 16,-41 40-16,-40-40 0,40 40 0</inkml:trace>
  <inkml:trace contextRef="#ctx0" brushRef="#br0" timeOffset="254725.0051">3210 17285 0,'0'0'0,"0"-40"0,0 0 16,0-1-1,120 41 1,-79-40-16,79 40 31,-80 40-31,0 1 0,-40-1 16,40 80 0,-120 0 15,80-80-16,40-40 1,81 0 0,-81 0-16,0 41 31,0 79-15,-241 40-1,-39-39 1,39-81 15,121-80-15,160-1-16</inkml:trace>
  <inkml:trace contextRef="#ctx0" brushRef="#br0" timeOffset="254944.9916">4454 17124 0,'0'0'0,"0"-40"16,0 0-1,-80 0 1,40 120-1,40-40 1</inkml:trace>
  <inkml:trace contextRef="#ctx0" brushRef="#br0" timeOffset="255144.9798">4655 17646 0,'-121'80'0,"242"-160"0,-242 200 15,81-80-15,0-40 0,0 120 32,40-39-32,0 39 31,40 0-15,0-80-16</inkml:trace>
  <inkml:trace contextRef="#ctx0" brushRef="#br0" timeOffset="255594.8779">6821 17606 0,'0'0'16,"0"40"31,41-40-47,-41 40 0,80-40 0,-40 40 0,0 0 15,0 0-15,0-40 0,0 40 0,1 0 0,-1-40 16,0 40-16,0-40 16,40 41-16,-40-41 0,-40 40 0,41-40 0,-1 40 15,0-40-15</inkml:trace>
  <inkml:trace contextRef="#ctx0" brushRef="#br0" timeOffset="255864.8654">7383 17485 0,'-40'0'32,"0"40"-32,40 1 15,-80 79 1,-1 80-1,-39-79 17,40-1-17,80-80-15</inkml:trace>
  <inkml:trace contextRef="#ctx0" brushRef="#br0" timeOffset="256224.916">7704 17967 0,'81'-81'16,"-162"162"-16,202-202 31,-81 121-31,0 40 15,-40 81 1,-80-41 0,40-40-16,-1 40 31,82-120 0,-1 0-31,40 40 16,80 40 15,1 40-15,-1-40-1</inkml:trace>
  <inkml:trace contextRef="#ctx0" brushRef="#br0" timeOffset="256564.8243">8988 17325 0,'-40'0'15,"80"0"-15,-120-40 0,0 40 16,40 80-16,0-40 16,-1 40-1,41 201 1,121-80 0,79-81 15,-39-80-16,-121-80-15</inkml:trace>
  <inkml:trace contextRef="#ctx0" brushRef="#br0" timeOffset="256934.8043">9550 17566 0,'40'0'47,"0"0"-47,0 0 0,1 0 16,-41 40-1,0 0-15,0 0 0,0 0 16,-41 0 0,41 0-16,41-40 31,-41 40-16,40-40-15,0 0 0,0 40 16,-40 0-16,0 1 16,0-1-16,-40 0 0,0 0 15,0 0 1,-41 0-16,41 0 16,0-40-1,0 0 1,40-40-1,0 0 1</inkml:trace>
  <inkml:trace contextRef="#ctx0" brushRef="#br0" timeOffset="257264.7972">10072 17485 0,'0'40'15,"0"1"-15,0-1 16,40 120 15,-40 81-15,-80 39-1,-81-119 17,81-161-32</inkml:trace>
  <inkml:trace contextRef="#ctx0" brushRef="#br0" timeOffset="257584.8378">11476 17686 0,'-80'0'16,"160"0"-16,-160 40 0,40-40 16,80 0-16,80-40 31,121 0-16,-40 0 1,-161 40-16</inkml:trace>
  <inkml:trace contextRef="#ctx0" brushRef="#br0" timeOffset="257764.7681">11637 18127 0,'-40'40'15,"80"-80"-15,-40 80 16,40-40 0,201-80-1,-41 40 17,-39-40-32</inkml:trace>
  <inkml:trace contextRef="#ctx0" brushRef="#br0" timeOffset="258364.7183">13362 17566 0,'40'0'16,"-40"-41"-1,0 82 32,0-1-31,0 0-16,0 0 0,0 0 15,0 0-15,0 0 0,0 0 0,0 40 16,40-39-16,-40-1 0,0 0 16,40 0-16,-40 0 0,0 0 0,0 0 0,0 0 15,0 0 1,0 1-16,0-1 0</inkml:trace>
  <inkml:trace contextRef="#ctx0" brushRef="#br0" timeOffset="258834.6905">14165 17967 0,'-41'0'16,"1"0"15,80 40 16,1-40-31,-1 0-16,-40 40 0,40-40 0,0 0 15,40 0-15,-40 0 16,0 0-16,1 0 0,-1 0 0,0 0 0,0 0 15,0 0-15,0 0 0,0 0 16,1 0-16,-1 0 16</inkml:trace>
  <inkml:trace contextRef="#ctx0" brushRef="#br0" timeOffset="259124.7445">14606 17926 0,'0'0'15,"-40"-40"-15,40 0 16,-40 40-16,40 40 31,0 0-15,0 41-1,0 119 1,40-39 0,0-41 15,40-80-31</inkml:trace>
  <inkml:trace contextRef="#ctx0" brushRef="#br0" timeOffset="259544.7202">15529 18047 0,'40'0'16,"0"0"-16,0-40 15,81 0 17,-1-1-17,-80 1 1,-80 0 0,0 40-1,-121-40 1,41 160-1,40-39 1,40 39 15,120 0-15,40-80 0,-39-40-1,-41 0 1,80-80-16</inkml:trace>
  <inkml:trace contextRef="#ctx0" brushRef="#br0" timeOffset="259784.7066">16211 17606 0,'0'0'16,"-40"0"0,80-81-1,80 41 17,1 40-17,-81-40-15</inkml:trace>
  <inkml:trace contextRef="#ctx0" brushRef="#br0" timeOffset="260144.6846">16813 17325 0,'40'-40'15,"-80"80"-15,80-120 16,0 80-16,-40-121 15,0 41 1,-40 80 15,40 40-15,0 40 0,0 41 15,80 79-16,-80-39 1,-40-1 0,-40-120 15,-81-40-15,41-80-1</inkml:trace>
  <inkml:trace contextRef="#ctx0" brushRef="#br0" timeOffset="260314.6439">16733 17124 0,'-40'0'0,"40"-40"31</inkml:trace>
  <inkml:trace contextRef="#ctx0" brushRef="#br0" timeOffset="260804.6451">17455 17124 0,'0'0'0,"-40"0"16,40-40 0,40 40 15,-40 40-31,40-40 0,0 40 0,0 1 15,0-41 1,-40 40-16,0 0 16,-40 0-16,0-40 15,40 40-15,-40-40 16,40 40-16,40-40 47,0 0-47,0 40 15,-40 0 1,41-40-16,-41 40 16,0 1-1,-41-1-15,1-40 16,40 40-16,-80-40 0,40 40 16,0-40-16,0 0 0,0 40 0,-1-40 15,1 0 1,0 0-1,40-40-15,0 0 0</inkml:trace>
  <inkml:trace contextRef="#ctx0" brushRef="#br0" timeOffset="261244.6195">17816 17405 0,'0'40'16,"0"0"-16,0 0 15,0 1-15,0-1 16,0 0 0,-40 0-16,40 0 0,0 0 31,0-80-16,0 0-15,0 0 16,0 0 0,0 0-16,40-1 0,-40 1 0,40 40 15,-40-40-15,0 0 16,40 40-16,-40-40 0,40 40 16,-40 40-1,0 0 1,0 0-16,0 0 15,0 1-15,0-1 16,0 0-16,0 0 0,0 0 16,0 0-1,41-40 1</inkml:trace>
  <inkml:trace contextRef="#ctx0" brushRef="#br0" timeOffset="261434.6132">17776 17445 0,'0'0'15,"0"-40"1,40 40 0,40-40-1,1 0 1,-41 40-1,0 0 1</inkml:trace>
  <inkml:trace contextRef="#ctx0" brushRef="#br0" timeOffset="262274.5676">19060 18127 0,'0'-40'16,"0"0"-1,40 0 1,0 40 0,41 0-1,-41-40-15,0 40 0,0 0 0,0 0 0,0 0 16,40 0-16,-39 0 0,-1-41 16,0 41-16,0 0 0,0 0 0,0 0 15,0 0-15</inkml:trace>
  <inkml:trace contextRef="#ctx0" brushRef="#br0" timeOffset="262454.5118">19542 18448 0,'-41'0'16,"82"0"-16,-82 40 15,82-40 1,39 0-16,-40-40 0,0 40 15,0-40-15,0 40 16,41-40-16,-41 40 0,0-40 0,40 40 0,-40-41 16,0 41-16</inkml:trace>
  <inkml:trace contextRef="#ctx0" brushRef="#br0" timeOffset="265374.3776">21588 17886 0,'0'-40'31,"0"0"-15,0 0-1,40 40-15,-40-40 0,0 0 16,0 80 15,40 0-31,-40 0 16,0 0-16,40-40 15,-40 40-15,40 0 0,-40 1 0,41 39 0,-41-40 16,40 0-16,-40 0 0,0 0 16,0 0-16,0 0 0,0 1 0,0-1 0,0 0 15,0 0-15,-40-40 16,40 40-16,0 0 0,-41-40 0,41 40 16</inkml:trace>
  <inkml:trace contextRef="#ctx0" brushRef="#br0" timeOffset="266524.2322">22591 18047 0,'0'40'15,"40"-40"485,0 0-484,1 0-16,-1 0 16,0-40-16,0 40 0,40 0 0,-40-40 0,0 40 15,41 0-15,-41 0 16,0 0-16,0-40 0,0 40 0,0 0 0,0 0 16,1 0-16,-1-41 15,0 41-15,40 0 0,-40 0 0,0 0 0,0 0 16,1 0-16,-1 0 15,-80 0 32,-1 0-31,41-40 15</inkml:trace>
  <inkml:trace contextRef="#ctx0" brushRef="#br0" timeOffset="269014.088">24758 17445 0,'40'0'62,"-40"40"1329,0 0-1391,40 1 15,-40-1 1,0 0-16,0 0 0,40 0 0,-40 0 0,0 0 16,0 40-16,0-40 0,0 1 15,0-1-15,0 40 0,0-40 0,0 0 0,0 0 16,-40-40-16,40 40 16,0 0-16,0 1 0</inkml:trace>
  <inkml:trace contextRef="#ctx0" brushRef="#br0" timeOffset="269454.0886">26042 17646 0,'-40'40'15,"80"-80"-15,-120 80 16,80-80 0,40 0-16,40 0 15,-40-1-15,0 41 0,41-40 0,-41 0 16,40 40-16,-40-40 0,40 40 0,-39 0 0,39-40 15,-40 40-15,40-40 16,-40 40-16,0 0 0,41 0 0,-41 0 0</inkml:trace>
  <inkml:trace contextRef="#ctx0" brushRef="#br0" timeOffset="269694.1198">26564 17967 0,'0'0'0,"-81"40"32,81-80-17,161-1 1,-121 1-16,161 0 31,-161 40-31,40 0 0,40-40 16,-79 40-16,159-80 15,-160 80-15,0 0 0</inkml:trace>
  <inkml:trace contextRef="#ctx0" brushRef="#br0" timeOffset="270054.0626">28570 16884 0,'0'0'0,"-80"0"0,-81 0 32,81 80-32,40-40 0,-81 120 31,81-79-31,40 39 16,0-80-16,121 40 15,-41-40-15,121-40 16,-161 0-16,80 0 15,-80-40-15,0 40 16,0-40-16,81-120 16,-81 80-16,-40 39 15,-80-39-15,80 40 0,-81-40 16,41 80-16,-200-40 16,-81 120-1,240 0 1,41-40-16,-80 41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27:30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4936 1564 0,'0'0'0,"-41"0"0,1 0 0,0 0 0,0 0 15,0 0-15,0 0 16,0 0-16,0 0 16,120 40-1,-80 0-15,40 0 0,0 0 16,0 0-16,40 0 16,-39 0-16,39 0 0,-40 0 0,40 1 0,0-1 15,1 0-15,-41 0 0,40 0 0,0 0 0,-40 0 16,41 0-16,-41-40 0,0 40 15,0 1-15,0-1 0,0-40 0,0 40 0,1 0 16,-41 0 0</inkml:trace>
  <inkml:trace contextRef="#ctx0" brushRef="#br0" timeOffset="239.9897">5858 1684 0,'0'0'0,"-40"0"0,0 0 0,0 0 0,0 0 16,0 0-16,0 0 15,0 40-15,-1 0 0,1 0 16,0 0-16,40 40 0,-40-39 16,40-1-16,-40 40 0,40-40 0,-40 40 0,40 0 15,0-39-15,-40 39 0,40 0 0,-40-40 0,40 40 16,0-40-16,-41 0 15,41 1-15,-40-1 0,40 0 0,0 0 0,-40-40 16,40 40-16</inkml:trace>
  <inkml:trace contextRef="#ctx0" brushRef="#br0" timeOffset="579.8935">6099 2285 0,'40'-40'0,"0"0"16,1 40-16,-1-40 15,0 40-15,0 0 0,0 0 16,0 40 0,0-40-16,-40 80 0,0-39 0,0-1 15,0 40-15,0-40 0,-40 0 0,40 0 0,-40 0 16,-40 0-16,80 0 15,-40-40-15,80-40 32,0 0-32,0 40 0,0-40 15,0 40-15,0-40 0,1 40 16,-1 0-16,0 0 0,0 0 0,0 0 16,0 0-16,0 0 0,0 40 0,1-40 15,-1 40 1,0-40-16</inkml:trace>
  <inkml:trace contextRef="#ctx0" brushRef="#br0" timeOffset="949.869">7544 1082 0,'-80'0'15,"39"40"-15,-79 0 16,80 1-16,-40 79 15,39-80-15,-39 201 16,120 39 15,41-159-31,-41-81 0,120 80 32,-120-80-32,1-40 0,119 40 15,-120-40-15,40 0 0</inkml:trace>
  <inkml:trace contextRef="#ctx0" brushRef="#br0" timeOffset="1139.9336">7985 1483 0,'-40'0'16,"40"40"-16,0 1 0,0 119 31,0-120-31,40 161 15,0-161-15,-40 0 0,40 120 16,1-39 15,-1-81-31</inkml:trace>
  <inkml:trace contextRef="#ctx0" brushRef="#br0" timeOffset="1459.838">8988 1363 0,'-120'40'16,"80"-40"-16,-121 120 15,81-39 1,0-41-16,-81 80 16,121-80-16,0 0 0,0 40 15,0-80-15,0 41 16,0-41-1,40 40 32,40-40-47,0 0 16,0 40 0,0-40-16,0 40 0,0-40 0,0 40 0,1-40 15,39 0-15,-40 0 0,0 40 0,40-40 0,-40 0 16,1 0-16,39 0 0</inkml:trace>
  <inkml:trace contextRef="#ctx0" brushRef="#br0" timeOffset="1679.8282">9390 1604 0,'-41'0'31,"41"40"-31,0 0 15,121 80 1,-121-80-16,160 161 31,-160-161-31,40 0 0,-40 0 0,-40 201 32,-40-121-32</inkml:trace>
  <inkml:trace contextRef="#ctx0" brushRef="#br0" timeOffset="1869.8892">9991 1924 0,'0'0'16,"0"-40"0,121 0-1,-81 40-15,120-80 16,-79 80-16,-41 0 0,0 0 15,40 0 1,0 0-16</inkml:trace>
  <inkml:trace contextRef="#ctx0" brushRef="#br0" timeOffset="2049.8784">10232 2526 0,'-40'40'31,"80"-80"-31,40 40 16,-39-40-16,239-40 16,-159 80-1,-41-40-15,201-41 16,-201 81-16,1-40 0,-1 40 0</inkml:trace>
  <inkml:trace contextRef="#ctx0" brushRef="#br0" timeOffset="2529.7779">12640 761 0,'-80'-40'16,"160"80"-16,-281 41 15,201-41-15,0 160 32,80 161-17,41 0 1,-121-241 0,0-79-16,-80 39 0,39-40 0,41 0 15,-80-40-15,-80 80 16,120-80-16,-1-40 0,1-40 15,40 40 1,0 0-16,0-41 16,0 41-16,81 0 15,-1 40-15,0 40 32,-80 41-32,80-1 0,-80-40 0,121 160 15,-41-119 1,-40-41-16,121 120 15,-121-120-15,0 0 0,80 0 32,-80-40-32,161 41 15,-121-122-15,-40 81 0,0-40 0</inkml:trace>
  <inkml:trace contextRef="#ctx0" brushRef="#br0" timeOffset="2819.8331">13683 1564 0,'0'0'16,"0"-81"-1,80 41 1,-40 40-16,1 0 16,-1 0-16,120 121 15,-120-41-15,-40-40 0,40 80 16,-40-80-16,-40 121 15,-120-41 17,240-120-17,-40 0 1,40 0 0,-39 0-16,39 0 0,-40 0 0,120 40 15</inkml:trace>
  <inkml:trace contextRef="#ctx0" brushRef="#br0" timeOffset="2989.8229">14887 2285 0,'0'41'16,"0"-82"-16,-40 82 16,40-1-16,0 0 15,-40 0-15,40 0 16,-40-40-16,-41 120 15,41-80-15,0 0 0,0 41 32</inkml:trace>
  <inkml:trace contextRef="#ctx0" brushRef="#br0" timeOffset="3379.7273">16010 1443 0,'-40'0'32,"0"0"-32,-40 0 0,-40 121 15,79-1 1,1-40-1,40-40-15,81 161 16,-81-161-16,40-40 0,0 40 16,160 40-1,-39-160 1,-121 0 0,0 80-16,-40-161 15,0 121-15,-40 0 0,-40-80 16,40 120-16,0-40 15,-1 40-15</inkml:trace>
  <inkml:trace contextRef="#ctx0" brushRef="#br0" timeOffset="3579.713">16853 2165 0,'0'0'16,"-40"80"-16,40 1 31,-80 79-15,-81 40-1,121-159 1</inkml:trace>
  <inkml:trace contextRef="#ctx0" brushRef="#br0" timeOffset="4199.6816">17495 1644 0,'-40'-40'31,"40"0"-31,0-1 0,40 1 16,0 40-16,81 0 31,39 81-16,-120-1 1,0-40-16,41 40 16,-81-40-16,0 0 0,0 0 15,0 0-15,-81 41 32,81-41-32,-40-40 0,-40 40 15,40 0-15,0-40 0,0 0 16,40 40-1,-41 0 17,82-40-1,-1 0 0,0 0-15,0 0-1,0 0 1,0 0-16,0 0 16,0 40-1,1-40-15,-1 0 0,0 0 0,0 40 16,0-40-16,0 0 16,-40 41-16,40-41 0,1 0 0,-41 40 0,40-40 15,0 0-15,0 0 0</inkml:trace>
  <inkml:trace contextRef="#ctx0" brushRef="#br0" timeOffset="4409.7392">18859 2326 0,'0'40'16,"0"0"15,0 0-31,0 0 16,-120 40-1,80-40-15,-80 0 16</inkml:trace>
  <inkml:trace contextRef="#ctx0" brushRef="#br0" timeOffset="4829.6386">19582 1283 0,'0'0'31,"-40"40"-16,-1-40-15,41 80 16,-40-40-16,-40 121 16,40 79-1,80-119 17,121-81-17,-121-40-15,0 0 0,80-81 31,-80 41-31,-40-40 16,0 40-16,0-40 16,-40 80-16,0-120 15,-80 79 1,120 1 0,0 0-1</inkml:trace>
  <inkml:trace contextRef="#ctx0" brushRef="#br0" timeOffset="5279.6125">20384 962 0,'0'0'0,"40"0"32,41 0-17,-1 80 1,-80 0-16,0-40 16,40 1-16,-40 119 15,0-80 1,0-40-16,-40 41 15,40-41-15,0 0 0,40-40 16,40 0 15,-40-40-31,-40 80 47,0 40-47,0-40 0,0 0 16,0 0-16,0 0 15,0 0-15,0 1 0,0-1 0,-40 0 0,40 0 16,0 0-16,-40 0 16,40 0-16,-40 0 0,40 0 0,-40 1 0,0-1 15,0-40-15,-1 40 0,1-40 16,0 40-16,0-40 0,0 0 0</inkml:trace>
  <inkml:trace contextRef="#ctx0" brushRef="#br0" timeOffset="22736.8261">4213 4010 0,'0'-40'16,"-40"40"93,40 40 266,0 0-359</inkml:trace>
  <inkml:trace contextRef="#ctx0" brushRef="#br0" timeOffset="23336.8235">3250 4291 0,'0'0'0,"0"-40"31,0-1-31,0 82 62,40-41-62,-40 40 16,0 0-16,40-40 0,-40 40 0,41 0 16,-1 0-16,0 0 0,0 0 15,0 0-15,0-40 0,0 41 0,1-1 0,-1 0 16,0 0-16,0 0 16,40 0-16,-40 0 0,0 0 0,1-40 0,-1 40 15,0 0-15,0 1 16,-40-1-16,0 0 0</inkml:trace>
  <inkml:trace contextRef="#ctx0" brushRef="#br0" timeOffset="23596.7744">4133 4692 0,'-40'0'15,"0"0"1,40 40 0,-80 40-1,39-40-15,-79 80 32,0 121-17,39-121 1,1-79-16,40-1 0</inkml:trace>
  <inkml:trace contextRef="#ctx0" brushRef="#br0" timeOffset="24286.8103">4615 4251 0,'-41'0'16,"82"0"0,-1 0-1,-40-41-15,40 41 0,0 0 16,-40 41 0</inkml:trace>
  <inkml:trace contextRef="#ctx0" brushRef="#br0" timeOffset="24596.7339">4615 5213 0,'0'40'16,"0"-80"-16,0 120 47,0 1-31,0-41-16,0 0 0,0 0 15,0 0-15,-41 0 16,41 0-16,0 0 0,0 0 0,0 0 0,-40 1 15,40-1-15,0 0 0,0 0 0</inkml:trace>
  <inkml:trace contextRef="#ctx0" brushRef="#br0" timeOffset="24956.7689">5297 4291 0,'-81'0'15,"162"0"-15,-322 120 16,201-80-16,0 121 16,0 119 15,80-119-31,80-81 16,81 40-1,-1-160 1</inkml:trace>
  <inkml:trace contextRef="#ctx0" brushRef="#br0" timeOffset="25146.6826">5618 4531 0,'0'0'0,"-40"121"31,40 39-16,40 41 1,0-121 0,-40 40-16,40-40 15</inkml:trace>
  <inkml:trace contextRef="#ctx0" brushRef="#br0" timeOffset="25476.6634">6099 4571 0,'-40'0'16,"0"0"-1,0 0 1,0 41 0,0-41-16,40 40 0,-41-40 0,1 40 15,0 0-15,0 0 0,0-40 16,0 40-16,0 0 0,40 0 15,-40-40-15,80 0 47,0 0-47,0 0 16,0 0-16,-40 40 16,40 0-16,0 1 15,0-1-15,1 0 0,-1-40 16,0 40-16,0-40 0,0 40 15,0-40-15,0 0 0,0 40 0,1-40 0,-1 0 16</inkml:trace>
  <inkml:trace contextRef="#ctx0" brushRef="#br0" timeOffset="25726.7243">6541 4571 0,'0'0'0,"40"0"32,40 0-17,80 161 1,-160-41 0,0 0-1,-160 161 1,-1-120-1,41-41-15</inkml:trace>
  <inkml:trace contextRef="#ctx0" brushRef="#br0" timeOffset="26156.7001">7704 4932 0,'-40'0'31,"40"40"31,40-40-46,0 0 15,-40 41-15,-40-41 0,0 0-16,0 0 15,40 40-15,-40-40 16,40-40-1,40-1 1,0 41 0,0 0-1,0 0 1</inkml:trace>
  <inkml:trace contextRef="#ctx0" brushRef="#br0" timeOffset="26496.6786">8627 4451 0,'-40'40'16,"80"-80"-16,-120 80 15,80-80-15,40 40 16,161 161 15,-161-161-31,160 240 16,-200-200-16,41 0 15,39 121 1,-80-41-16</inkml:trace>
  <inkml:trace contextRef="#ctx0" brushRef="#br0" timeOffset="26756.6635">9309 4451 0,'-80'0'16,"160"0"-16,-200 40 16,80-40-16,0 0 31,40 40-31,0 81 16,-81 79-1,41-160-15,-120 241 31,120-201-31,0-40 0,-41 121 16</inkml:trace>
  <inkml:trace contextRef="#ctx0" brushRef="#br0" timeOffset="27116.6428">9470 4892 0,'40'0'16,"0"0"-16,0 0 16,40 0-1,-39 80 1,-1-80-16,-40 121 31,0-81-31,-40 40 16,-1-40-1,-79 81 1,80-121 0,40-41-1,40 1 1,40 0 0,-40 40-16,1 0 15,-1 0-15,0 0 16,160 80-1,-39 1 1,-121-81-16,0 40 16</inkml:trace>
  <inkml:trace contextRef="#ctx0" brushRef="#br0" timeOffset="27416.6242">10473 4371 0,'-40'-40'32,"80"80"-32,-160-40 15,79 0-15,1 160 16,40-79-16,0-1 15,0 0-15,81 80 16,79 41 0,41-161 15,-121-40-31</inkml:trace>
  <inkml:trace contextRef="#ctx0" brushRef="#br0" timeOffset="27606.6134">11276 4531 0,'-41'0'16,"82"0"-16,-82 81 0,1-81 0,0 80 15,40 80 17,80 41-17,-39-41 1,-1-40-1</inkml:trace>
  <inkml:trace contextRef="#ctx0" brushRef="#br0" timeOffset="27966.5921">11958 4451 0,'0'0'16,"-40"0"-1,40 40 1,-41-40-16,1 40 16,40 0-16,-40-40 15,0 41-15,0-1 0,0 0 16,0 0-16,0-40 16,-1 40-16,1-40 0,0 40 0,0-40 0,0 0 15,0 0 1,80 0 31,0 0-32,0 0-15,0 0 16,0 0-16,1 0 0,-1 0 0,0 40 16,40-40-16,-40 40 15,0-40-15,-40 80 0,40-80 0,1 41 0,-41-1 16,40-40-16,-40 40 0,40 0 0</inkml:trace>
  <inkml:trace contextRef="#ctx0" brushRef="#br0" timeOffset="28206.5782">12519 4411 0,'0'0'15,"0"40"1,41 40 0,39-40-16,40 81 31,-120-1-31,40-80 0,-200 241 31,80-161-31,-1-80 0,-79 81 31,160-81-31</inkml:trace>
  <inkml:trace contextRef="#ctx0" brushRef="#br0" timeOffset="28416.5655">13643 4812 0,'-40'0'16,"40"-40"-16,40 0 15,80 0 1,81 0 0,-121 0-1,0 40 1</inkml:trace>
  <inkml:trace contextRef="#ctx0" brushRef="#br0" timeOffset="28586.4993">13643 5173 0,'-40'40'31,"80"-80"-31,-40 80 16,80-40-16,-40 0 16,0 0-16,1 0 0,-1 0 0,0 0 0,0 0 15,0 0 1,0-40-16,0 40 0,0 0 0,1-40 15,-1 40-15,40-40 0</inkml:trace>
  <inkml:trace contextRef="#ctx0" brushRef="#br0" timeOffset="29046.4566">15489 4130 0,'-121'0'15,"242"0"-15,-322 0 16,161 0-16,0 80 31,40 81-15,80 39 0,-40-119-1,0-41-15,-40 120 16,0-80-16,-120 41 15,80-81-15,-80 40 16,79-80-16,1 0 16,0 0-16,0-40 15,40 0-15,0 0 16,80 40 15,41 120-15,-41 0-1,-40-80-15,0 1 16,-40-1-16,80 80 16,-39-80-1,-1 0-15,40-40 16,-40 40-16,0-40 0,40 0 16</inkml:trace>
  <inkml:trace contextRef="#ctx0" brushRef="#br0" timeOffset="29256.5169">16211 4612 0,'-40'-41'31,"80"82"-31,-80-41 16,40 80-1,0 120 1,0-79-16,-40-81 0,0 240 31,40-239-31,0 39 0,-40 40 16,40-80-16</inkml:trace>
  <inkml:trace contextRef="#ctx0" brushRef="#br0" timeOffset="36855.9908">16693 4210 0,'-41'0'78,"1"0"-47,0 0 16,40 41-31,-40-41-16,0 0 0,0 40 15,40 0-15,-40-40 0,0 0 16,-1 40 0,41 0-16,-40-40 0,40 40 0,0 0 15,-40 0 1,40 0-16,0 1 0,0-1 16,0 0-16,0 0 15,0 0-15,0 0 0,0 0 16,0 0-16,-40 0 0,40 0 0,0 1 15,0-1-15,0 0 0,0 0 16,0 0-16,0 0 0,-40-40 0,40 40 0,0 0 16,0 0-16,0 1 15,0-1-15,0 0 16,0 0-16,0 0 16,40-40-1,0 40 1,0-40-16,0 0 15,1 0-15,-1 0 0,0 0 16,0 0-16,0 0 16,0 0-16,0 0 0,0-40 15,1 40-15,-1 0 16,-40-40-16,40 40 0,-40-40 16,40 0-16,-40 0 15,0-1-15,0 1 16,0 0-16,0 0 0,-40 40 15,40-40 1,-40 40-16,40-40 0,-81 40 16,41 0-1,0 0-15,0 0 0,0 0 0,40 40 0,-40-40 16,0 40-16,0-40 16,-1 40-16,1 40 0,0-80 0,40 41 15,0-1-15,-40 0 0,40 0 16,0 0-16,0 0 15,40-40-15,0 0 0</inkml:trace>
  <inkml:trace contextRef="#ctx0" brushRef="#br0" timeOffset="37136.051">17455 5494 0,'0'0'0,"-40"0"16,40 40 0,0 40 15,0-40-31,-40 121 15,40-121-15,-40 0 0,-41 80 16,41-80-16,-120 81 16,120-121-16,-1 40 0,1-40 15</inkml:trace>
  <inkml:trace contextRef="#ctx0" brushRef="#br0" timeOffset="37686.0178">18378 4571 0,'-40'-40'16,"80"80"-16,-80-120 16,40 120 15,-40 0-31,0 1 0,40-1 15,-41 0-15,41 0 16,-40 0-16,40 0 0,0 0 0,0 0 0,-40 0 16,40 0-16,0 1 15,0-1-15,80 0 0,-39 0 16,-1-40-16,0 0 16,0 0-16,0 0 0,0 0 0,0-40 0,0 40 15,1-80-15,-41 39 16,40 1-16,0 0 0,-40 0 0,40 0 0,-40 0 15,0 0-15,0 0 0,0 0 0,0 0 0,0-1 16,-40 1-16,0 0 16,-41 40-16,41 0 0,0 0 15,0 0-15,0 0 16,0 0-16,0 40 0,0-40 0,40 40 16,-41-40-16,41 41 0,-40-41 15,40 40-15,0 0 0</inkml:trace>
  <inkml:trace contextRef="#ctx0" brushRef="#br0" timeOffset="37936.002">19301 5053 0,'0'0'15,"-40"0"1,-41 80-1,1 120 1,0 1 0,-81-41 15,81-120-15</inkml:trace>
  <inkml:trace contextRef="#ctx0" brushRef="#br0" timeOffset="38195.9135">19782 4932 0,'0'0'0,"-40"-40"15,0 0 1,40 0 0,40 0-1,161 0 1,-121 40 0,-40 0-16,40 0 15,-39 0-15,79-40 0</inkml:trace>
  <inkml:trace contextRef="#ctx0" brushRef="#br0" timeOffset="38565.9116">20464 4411 0,'0'0'16,"0"-40"-16,41 40 0,-1-40 15,0 40 1,80 0-1,1 80 1,-81 40 0,-40-39-1,-40-41-15,-81 40 16,81-40-16,0 0 0,0 0 31,0 0-31,80-80 31,0 40-15,80 0 0,-80 0-16,1 0 15,39-40 1,0 80 0,-80 0-16</inkml:trace>
  <inkml:trace contextRef="#ctx0" brushRef="#br0" timeOffset="38795.8807">21347 5013 0,'-80'0'16,"40"0"-1,40 40 1,0 0-1,0 0-15,-40 0 16,40 0-16,-40 0 0,40 0 0,-41 0 0,41 1 16,-40-1-16,40 0 0,-40-40 15,0 40-15,40 0 0,-40 0 0,0-40 0,40 40 16,-40-40-16,40 40 16,-40-40-16</inkml:trace>
  <inkml:trace contextRef="#ctx0" brushRef="#br0" timeOffset="39445.8559">22150 4411 0,'-80'-80'31,"39"80"-31,1-40 16,40 80 15,40-40 31,1 0 1,-82 0-16,1 0-32,40 40-15,-40 0 16,0 0-16,40 0 0,0 0 16,0 0-16,0 1 15,0-1-15,0 0 0,0 0 0,40-40 0,-40 40 16,40-40-16,-40 40 16,40-40-16,1 0 0,-1 0 0,0 0 15,0 0-15,0 0 0,0 0 0,0 0 16,0-40-16,-40 0 15,41 0-15,-41 0 0,0-41 0,0 41 16,0 0-16,0 0 16,-41 40-16,41-40 0,-80 0 0,40 0 15,0 40-15,0 0 16,0 0-16,0 0 0,-1 0 16,41 40-16,-40-40 15,40 40-15,0 0 16,40-40-16</inkml:trace>
  <inkml:trace contextRef="#ctx0" brushRef="#br0" timeOffset="40315.7892">23113 3890 0,'-40'0'15,"80"0"-15,-80-40 16,120 40 0,-40 0-1,40 40 1,-40 0-16,-40 0 0,0 0 15,0 0-15,0 40 16,-40-40 15,40 0-15,0 1 0,-40-41-1,40 40 16,0 0 94,0 0-109,0 0-16,-40 0 0,40 0 16,0 0-16,0 0 15,0 1-15,40-1 16,0 0 0,0-40-1,1 0-15,-1 0 0,0 0 16,-40-40-16,40 40 15,-40-40-15,0-1 32,-40 82 15,0-1-32,40 0-15,-40 0 0,40 0 0,-41 0 16,41 0-16,0 0 0,0 0 0,-40 0 15,40 1-15,0-1 16,-40 40-16,40-40 0,-40 0 0,40 0 0,-40 0 16,0 0-16,0 1 0,40-1 15,-40 0-15,-1 0 0,1 0 0,0-40 0,40 40 16,-40-40-16,0 40 16,0-40-16,0 0 0,0 0 0,-1 0 15,1 0-15,0-40 0</inkml:trace>
  <inkml:trace contextRef="#ctx0" brushRef="#br0" timeOffset="43595.5922">25079 3529 0,'40'0'0,"0"-40"31,-80 40 0,0 0-15,0 0-16,0 40 15,0-40-15,-1 40 0,1 40 16,0-80-16,0 40 0,40 0 0,-40-40 16,40 40-16,0 0 0,-40-40 15,40 41-15,0-1 0,0 0 0,0 0 16,40 0 0,-40 0-16,40 0 0,-40 0 0,40 0 15,-40 0-15,0 1 0,40-1 0,-40 0 16,0 0-16,0 0 15,0 0-15,-40 0 0,0 0 0,0-40 16,0 40-16,0 1 0,0-41 16,-1 0-16,1 40 0,0-40 0,40-40 31,40 40-31,-40-41 0,81 1 16,-41 0-16,0 40 15,0-40-15,0 40 0,0-40 0,0 40 0,0 0 16,1 0-16,-41 40 0,0 0 15,40 40 1,-40-39-16,0-1 0,0 40 0,40-40 0,-40 40 0,0-40 16,40 0-16,-40 0 15,0 41-15,40-41 0,-40 0 0,0 0 0,0 0 16,40 0 0,-40 0-16,0 0 0,40-40 15,-40 41-15,40-41 0,1 0 0,-1 0 16,0 0-16,0 0 0,0 0 15,40 0-15,1-41 0,-1 41 0,0-40 0</inkml:trace>
  <inkml:trace contextRef="#ctx0" brushRef="#br0" timeOffset="43985.6445">26203 4090 0,'0'0'0,"0"-80"16,40 80 0,0 0-1,40 40 1,-40-40-16,0 160 15,-40-119-15,0-1 0,-80 0 16,40 40 0,0-40-16,-40 0 0,39 0 0,1 0 15,0 1 1,241-82 15,-161 41-31,201-40 16,-201 0-16,0 40 0,40 0 15,-40 0-15,0 0 0</inkml:trace>
  <inkml:trace contextRef="#ctx0" brushRef="#br0" timeOffset="44175.6345">27085 4732 0,'-40'0'0,"0"0"31,40 40-15,-40-40-16,40 80 16,-40-80-16,40 40 0,-40 0 0,40 0 0,-40-40 15,40 41-15,-41-1 0,1 0 16,40 0-16,-40-40 0,0 40 0,0 0 0,0-40 16</inkml:trace>
  <inkml:trace contextRef="#ctx0" brushRef="#br0" timeOffset="44685.6035">28048 4050 0,'0'0'15,"-40"0"1,-40 0-1,0 120 1,80-80-16,-40 81 31,40-81-31,0 0 0,120 40 16,-80-80-16,121 40 16,-121-40-16,0 0 0,0 0 15,40-80 1,-80 40-1,0 0-15,0-121 16,-40 121-16,40 0 0,-120-40 16,120 40-16,-121 0 31,81 40-31,0 0 0,0 40 16,0 80-1</inkml:trace>
  <inkml:trace contextRef="#ctx0" brushRef="#br0" timeOffset="44905.5928">28811 4571 0,'0'41'15,"0"-1"-15,0 0 31,0 0-31,-40-40 0,40 40 0,0 0 16,0 0-16,-41-40 0,41 40 16,0 0-16,-40-40 0,0 40 0,0 1 0,40-1 15,-40-40-15,0 40 16,0 0-16,0-40 0,-1 40 0</inkml:trace>
  <inkml:trace contextRef="#ctx0" brushRef="#br0" timeOffset="45325.5652">29613 4130 0,'40'-40'31,"-80"80"-31,201-120 16,-121 80-16,0 0 0,80 40 16,-79-40-16,39 161 31,-80-121-31,0 0 0,-80 0 0,39 40 16,1-40-16,-80 81 15,80-81-15,0-40 0,0 40 16,-1 0 15,82-40-15,-1 0-16,80-40 15,-80 40-15,0 0 0,81 40 32,-81-40-32,80 40 15,-80-40-15,0 40 0,41-40 0</inkml:trace>
  <inkml:trace contextRef="#ctx0" brushRef="#br0" timeOffset="45505.4793">30777 5013 0,'-80'-41'31,"80"82"-15,-40-1-16,40 0 15,-41 0 1,41 0-16,-40-40 0,0 40 0,0-40 16,40 40-16,-40-40 15</inkml:trace>
  <inkml:trace contextRef="#ctx0" brushRef="#br0" timeOffset="46005.526">31499 4090 0,'-40'0'0,"80"0"0,-160 0 32,80 40-32,0 0 15,40 0-15,-41 81 16,41-81-16,41 80 15,79-40 1,-40-80 0,-40 41-16,81-41 15,-81 0-15,-40-81 0,40 41 16,-40 0-16,0-80 31,-40 80-31,40 0 0,-80-41 16,39 81-16,-79-40 15,80 40-15,0 0 16,0 0-16,40 40 16</inkml:trace>
  <inkml:trace contextRef="#ctx0" brushRef="#br0" timeOffset="46575.4158">32382 3649 0,'0'0'0,"-40"0"16,80 40 15,40 40-15,-40-80-16,0 81 15,-40-41-15,0 0 0,0 40 32,0-40-32,-40 80 15,0-80-15,0 41 16,0-81-16,0 80 15,40-40-15,0 0 32,0 0-32,80-40 15,-40 0-15,0 0 0,41 0 16,-41 0-16,0 0 31,-40-40-31,40 40 16,-80 0-1,40 40 1,-40-40-16,40 40 0,-40 0 0,40 1 0,-41-1 16,1 0-16,40 0 0,-40 0 15,40 0-15,-40 40 0,40-40 0,-40 41 0,40-41 16,-40 40-16,0 0 16,40-40-16,-40 40 0,-1 1 0,-39-41 0,40 0 15,0 0-15,-40 0 0,40 0 0,-41 0 0,41-40 16,-40 40-16,40-40 0</inkml:trace>
  <inkml:trace contextRef="#ctx0" brushRef="#br0" timeOffset="48215.3226">13603 7459 0,'-40'0'0,"80"0"63,-40-40-63,40 40 0,0 0 31,0 0-31,0 0 0,0 0 0,1 0 16,-1 0-16,0 0 15,0 0-15,40-40 0,-40 40 0,0 0 0,41 0 16,-41 0-16,0 0 0,0 0 0,0 0 0,0 0 15,0 0-15</inkml:trace>
  <inkml:trace contextRef="#ctx0" brushRef="#br0" timeOffset="48445.3127">13803 7860 0,'0'0'16,"-40"0"-16,0 40 15,0-40-15,40 40 16,40-40 0,121 0-1,120 0 1,-1 0 15,-239 0-31,39 0 0</inkml:trace>
  <inkml:trace contextRef="#ctx0" brushRef="#br0" timeOffset="50075.2135">16612 7299 0,'-40'0'62,"40"-41"-46,0 1 156,-40 40-141,0 0-15,0 0-1,40-40 142,0 0-142,40 40-15,-40-40 47,0 0-16,0 0 1,0 0-1,0 0-15,-40 40-16,0 0 0,0 0 15,-1 40 1,1-40-16,0 40 0,0 0 15,0 0-15,0 0 16,40 0-16,-40 0 0,40 0 0,0 1 0,0-1 16,-40 0-16,40 0 15,0 0-15,0 0 0,0 0 0,0 0 0,0 0 16,40 1-16,-40-1 0,0 0 16,40 0-16,-40 0 0,0 0 0,0 0 0,0 0 15,0 0-15,-40 0 16,0-40-1,-41 0-15,41 0 0,40 41 0,-40-41 16,0 0-16,0 0 16,40-81-16,0 41 0,0 0 31,40 0-31,0 40 16,0 0-16,0 40 0,0 0 15,-40 0-15,0 0 16,41-40-16,-41 41 0,40-1 0,-40 0 0,40-40 15,-40 40-15,0 0 16,40 0-16,-40 0 0,40 0 0,-40 0 16,40 1-16,-40-1 15,0 0-15,40-40 0,-40 40 0,40 0 16,-40 0 0,41-40-16,-1 0 0,-40 40 15,40-40-15,0 0 0,0-40 16</inkml:trace>
  <inkml:trace contextRef="#ctx0" brushRef="#br0" timeOffset="50405.2645">17495 7619 0,'-40'0'15,"80"0"-15,-80-40 0,40 80 32,0 41-17,0-41-15,0 160 16,-40-160-16,40 41 0,0 79 15,-40 41 17,40-1-17,40-160 1</inkml:trace>
  <inkml:trace contextRef="#ctx0" brushRef="#br0" timeOffset="50765.2432">17896 7900 0,'40'-80'16,"1"80"-16,79-40 16,-80 40-16,40 0 15,-39 0-15,-1 40 0,80 80 31,-160 81-15,-80-41 0,-41-80 15,161-39-15,80-41-1,121-41 1,-41 41 15,-39 0-15,-81-40-1</inkml:trace>
  <inkml:trace contextRef="#ctx0" brushRef="#br0" timeOffset="50985.2305">19381 8381 0,'0'0'16,"-40"0"-1,0 41 1,0 79 0,0-80-16,-1 40 31,41-40-31,-40 0 0,0 0 15,0 41 1</inkml:trace>
  <inkml:trace contextRef="#ctx0" brushRef="#br0" timeOffset="51585.1965">20424 7820 0,'0'0'0,"-40"0"32,0 0-17,0 0 1,0 40-1,-40 120 17,-1 1-17,162-1 1,79-79 0,41-41 15,-81-121-16,-80-159 1,-120 39 15,80 161-31,-120 0 16,-1 40 0,41 40-1,40 40 1</inkml:trace>
  <inkml:trace contextRef="#ctx0" brushRef="#br0" timeOffset="51825.1809">21508 8341 0,'0'40'31,"0"-80"-31,-40 121 16,-1-41-16,-39 40 15,0 40 17,-81 0-17,81-79-15</inkml:trace>
  <inkml:trace contextRef="#ctx0" brushRef="#br0" timeOffset="52435.0983">22150 8141 0,'0'0'0,"-40"0"15,0 0 16,80 0 1,0 0-32,0 0 15,-40-40-15,40 40 16,0-40-16,40 40 0,-39 0 0,-1 0 0,0 0 16,0 0-16,0-41 0,0 41 0,0 0 0,0 0 15</inkml:trace>
  <inkml:trace contextRef="#ctx0" brushRef="#br0" timeOffset="52765.0782">23634 7700 0,'41'0'31,"-82"0"-31,82 40 16,-122-40-16,-39 80 16,-41 40 15,41-40-15,80 1-1,160-1 1,121-80 15,80 0-15,-80 0-1</inkml:trace>
  <inkml:trace contextRef="#ctx0" brushRef="#br0" timeOffset="53025.11">23715 7860 0,'-161'-40'16,"322"80"-16,-362-80 16,201 80-1,0 0 1,0 161-1,-40-1 1,0-39 15,0-41-31</inkml:trace>
  <inkml:trace contextRef="#ctx0" brushRef="#br0" timeOffset="53285.0945">24477 8582 0,'-40'0'16,"40"40"-16,0 0 15,-40 80 1,-40 41 15,-41-41-15,1-40-1,80-80-15</inkml:trace>
  <inkml:trace contextRef="#ctx0" brushRef="#br0" timeOffset="53815.0142">25561 8020 0,'0'0'16,"-41"0"-1,41 41 1,-40-1-1,0 0 1,40 40 0,-80 121-1,160-81 1,41-80 0,39-80 15,-80-80-16,-80-41 1,-40-39 15,-40 159-15,0 1 0,40 80-16</inkml:trace>
  <inkml:trace contextRef="#ctx0" brushRef="#br0" timeOffset="54475.0313">26483 7499 0,'0'-40'16,"0"0"-16,81 0 15,-1 40 1,40 0 0,41 80-1,-41 0 1,-120 41 0,0-81-1,-160 80 1,79-40-1,1 0 1,0 41-16,80 39 31,40-80-15,0-40 0,81-40-1,-81 0-15,-40-40 31,-40 40-15,-41 40 0,1 81 15,-80 39-15,-81 81-1,-120-41 1,0-79 15</inkml:trace>
  <inkml:trace contextRef="#ctx0" brushRef="#br0" timeOffset="60734.6541">9269 7459 0,'0'0'0,"-40"0"16,0 0 0,40 40 234</inkml:trace>
  <inkml:trace contextRef="#ctx0" brushRef="#br0" timeOffset="61544.535">2327 4652 0,'40'0'62,"1"0"-62,39 0 16,-40 0-16,0-40 15,0 40-15,0 0 0,0 0 0,1 0 0,39 0 16,-40 0-16,0 0 0,0 0 0,0 0 16</inkml:trace>
  <inkml:trace contextRef="#ctx0" brushRef="#br0" timeOffset="61754.5943">2046 5173 0,'0'0'31,"41"-40"-16,159 0 1,-160 40-16,161 0 31</inkml:trace>
  <inkml:trace contextRef="#ctx0" brushRef="#br0" timeOffset="62464.4829">40 4531 0,'40'0'0,"0"40"109,-40 1-109,41-41 16,-41 40-16,40-40 0,-40 40 0,40 0 0,-40 0 15,40-40-15,0 40 16,-40 0-16,40 0 0,0 0 0,-40 0 16,40 1-16,-40-1 0,41-40 0,-41 40 0,40 0 15,0 0-15,0-40 16,-40 40-16,40-40 0</inkml:trace>
  <inkml:trace contextRef="#ctx0" brushRef="#br0" timeOffset="62774.4918">682 4612 0,'0'-41'0,"-40"41"16,40-40 0,0 80 31,-40-40-47,40 41 0,0-1 0,-40-40 0,40 40 15,-80 0-15,39 0 16,41 0-16,-40 0 0,0 0 0,0 0 15,40 0-15,-40 41 0,0-41 16,40 0-16,-40 0 0,40 0 0,-40 0 0,40 0 16,-41 0-1,41 1-15,0-1 0,-40-40 16,40 40-16</inkml:trace>
  <inkml:trace contextRef="#ctx0" brushRef="#br0" timeOffset="63304.5021">642 5213 0,'0'0'15,"40"-40"1,0 0-16,81 0 31,-81 40-31,0 0 16,0 0-16,0 0 15,-40 40-15,0 0 16,-40 80 0,-40 1-1,0-81 16,39 0-15,82-40 15,-1 0-15,0 0-16,-40 40 0,0 0 16,0 0-1,0 0 1,0 0-16,0 0 0,-40-40 15,0 0-15,40 41 16,-41-41-16,1 0 0,0 0 16,0 40-16,0-40 15,0 0-15,0 0 0,0 0 16,-1 0-16,41-40 16,0-1-1</inkml:trace>
  <inkml:trace contextRef="#ctx0" brushRef="#br0" timeOffset="63674.4817">1364 4571 0,'0'0'0,"0"-40"16,-40 40 15,40 40-31,0 1 31,-80 159-15,40 1 0,40-41 15,0-120-31,80 0 0,-40 0 16</inkml:trace>
  <inkml:trace contextRef="#ctx0" brushRef="#br0" timeOffset="63904.4693">1605 4772 0,'0'0'16,"0"40"-1,0 40 16,-40-40-31,40 41 16,-40-41-16,-40 120 16,80-120-16,-41 0 15,1 0 1</inkml:trace>
  <inkml:trace contextRef="#ctx0" brushRef="#br0" timeOffset="64294.3688">1926 4692 0,'-80'40'16,"40"0"15,0-40-31,40 40 0,-41-40 16,41 40-16,-40 0 15,0-40-15,0 40 0,0 0 32,40 1 46,40-41-47,0 40-15,0-40-1,0 0-15,1 0 16,-1 0-16,0 0 0,0 0 0,0 0 16,0 0-16</inkml:trace>
  <inkml:trace contextRef="#ctx0" brushRef="#br0" timeOffset="64574.3739">1966 4571 0,'-40'0'15,"80"41"17,0-1-32,0 0 15,-40 0-15,41-40 0,-41 40 0,40 0 16,-40 0-16,0 0 0,0 0 0,0 41 0,0-41 16,-81 0-16,81 0 15,-80 40-15,40-40 0,-40 40 0,40-39 0,0-1 16,-41 0-16</inkml:trace>
  <inkml:trace contextRef="#ctx0" brushRef="#br0" timeOffset="65664.3674">9791 7419 0,'-40'0'15,"40"40"17,0 0-17,40-40-15,-40 40 0,40-40 0,-40 40 16,40 0-16,0 1 0,0-41 15,0 40-15,-40 0 0,41 40 0,-1-40 0,0 0 16,0 0-16,0 0 16,-40 0-16,40 1 0,0-1 0,-40 0 0,40-40 15,-40 40-15,41 0 0,-1-40 16,0 40-16,0-40 16</inkml:trace>
  <inkml:trace contextRef="#ctx0" brushRef="#br0" timeOffset="65904.3499">10834 7619 0,'-40'0'16,"80"0"-16,-120 0 0,40 0 31,0 41-31,-1-1 0,1 0 16,0 0-1,0 0-15,-80 80 16,80-80-16,40 0 0,-81 41 16,41-81-16,-80 80 31,80-40-31</inkml:trace>
  <inkml:trace contextRef="#ctx0" brushRef="#br0" timeOffset="66404.2849">10794 8020 0,'0'-40'31,"0"80"-31,40-80 0,0 0 16,0 40-16,1 0 0,-1 0 15,0 0 1,80 40 0,-80-40-1,0 0-15,-40 81 16,0-41-16,-40 0 16,40 0-16,-40-40 15,0 40-15,-40 0 16,40 0 15,0 0-31,40 0 31,40 1-15,0-41-16,0 0 0,-40 40 0,40-40 31,-40 80-15,-201 0-1,1 0 17,39-80-17,81-80 1</inkml:trace>
  <inkml:trace contextRef="#ctx0" brushRef="#br0" timeOffset="67074.2798">11837 7579 0,'-40'-40'16,"0"40"-1,40 40 17,-40-40-17,40 40 1,-40-40-1,40 41 1,-40-41-16,40 40 172,0 0-156,0 0 15,0 0-31,0 0 15,0 0-15,0 0 16,0 0-16,0 0 0,0 1 0,0-1 16,0 0-16,0 0 15,0 0-15,0 0 0,40 0 16,0-40-16,0 0 0,0 0 0,0 0 16,-40 40-16,40-40 15,1 0-15,-1 0 0,0 0 0,0 0 0,0 0 16</inkml:trace>
  <inkml:trace contextRef="#ctx0" brushRef="#br0" timeOffset="67344.1893">12399 7740 0,'0'0'16,"0"-40"-16,0 80 31,0 0-31,0 40 16,0-40-16,0 0 0,0 0 0,0 0 16,0 1-16,0-1 15,-40 0-15,40 0 0,-40 0 16,40 0-1,-40-40-15</inkml:trace>
  <inkml:trace contextRef="#ctx0" brushRef="#br0" timeOffset="67664.1746">12881 7700 0,'0'-40'16,"0"80"-16,-41-80 31,-39 120-15,40-40-16,-80 40 15,80-80-15,-1 0 0,1 40 16,-80 0 0,160-40 30,0 0-46,-40 40 16,40-40-16,0 0 16,-40 40-16,41-40 0,-1 41 0,0-41 15,0 40-15,0-40 16,0 0-16,0 0 0,0 0 16</inkml:trace>
  <inkml:trace contextRef="#ctx0" brushRef="#br0" timeOffset="67894.1758">13161 7700 0,'-40'0'16,"40"40"-1,40-40-15,-40 40 0,0 0 16,0 0-16,41 0 15,-41 0-15,0 0 0,0 0 0,-41 1 16,-39-1-16,40 0 16,0 0-16,0 0 0,-40-40 0,-1 40 0,41 0 15,-40-40-15,0 40 16</inkml:trace>
  <inkml:trace contextRef="#ctx0" brushRef="#br0" timeOffset="69344.0702">1766 10226 0,'0'40'15,"0"-80"16,0 0-15,40 40 0,40-40-16,-40 40 31,0 0-31,0 0 0,0 0 0,1 40 16,-1 0-16,0 0 0,-40 0 15,0 1-15,0-1 16,0 0-16,0 0 0,-40 0 0,40 0 0,-81 0 15,1 0 1,40 0-16,0 1 0,0-41 0,0 40 0,0-40 16,40 40-16,-41-40 0,41 40 15,41-120 1,-1 40 0,0 40-16,0-41 15,40 1-15,-40-40 0,41 40 0,-41 0 0,0 0 16,40 0-16,-40 40 0,0-40 15,0-1-15,1 1 0,-1 40 0,0-40 32,-80 40 46,0 40-63,-1-40-15,1 40 16,0 1-16,40-1 0,-40 0 0,40 0 16,-40 0-1,40 0-15,0 0 0,0 0 0,0 0 0,0 1 16,0-1-16,0 0 0,40 0 16,-40 0-16,40-40 0,-40 40 15,80-40-15,-39 40 0,-1-40 0,0 0 16,0 0-1,0 0-15,0 0 0,0 0 0</inkml:trace>
  <inkml:trace contextRef="#ctx0" brushRef="#br0" timeOffset="70054.1043">2648 10708 0,'0'0'0,"0"-41"31,0 1-15,40 40-1,1 0 1,-1 0-16,0 0 0,0 0 15,0 0-15,0 0 16,0 0-16,-40 40 16,0 1-1,0-1-15,0 0 0,0 0 16,-40 0-16,0 0 0,40 0 0,-40-40 16,0 40-16,0 0 15,0 0-15,-1 1 16,82-41 31,-1 0-32,0 0 1,0 0-16,0 0 0,-40 40 16,0 0-16,0 0 15,0 0-15,-40 0 16,40 0-16,-40 0 0,0 0 15,0-40 1,-1 41-16,1-41 0,0 0 0,0 0 16,0 0-1,0 0-15,0 0 0,0-41 16,-1 1-16,41 0 0,-40 0 0,0 0 16,40 0-1</inkml:trace>
  <inkml:trace contextRef="#ctx0" brushRef="#br0" timeOffset="70484.0077">3692 10266 0,'0'-40'15,"0"80"-15,-40-80 47,-41 80-31,41 0-16,40 1 15,-40-1-15,40 0 0,-40 0 0,40 0 0,-40 0 16,40 40-16,-40-40 16,40 1-16,0-1 0,0 40 0,0-40 0,0 0 15,0 0-15,0 0 0,40 0 16,-40 0-16,0 1 0,40-41 0,-40 40 0,40-40 15,0 0 1,0 0-16</inkml:trace>
  <inkml:trace contextRef="#ctx0" brushRef="#br0" timeOffset="71674.0074">4173 10627 0,'0'0'0,"-40"0"16,40-40 0,80 40-1,-40 0 1,1 0-16,-1 40 16,0-40-16,-40 40 31,40-40-31,-40 41 15,0-1 1,-40 0 0,40 0-1,-40-40-15,40 40 16,-40-40-16,-1 40 0,41 0 31,-40-40 141,40-40 141,40 40-313,-40-40 15,41 40-15,-1 0 0,-40-40 16,0 0-1,40 40-15,0-40 16,0 40 0,-40-40-16,40 40 0,0-41 15,0 1-15,1 40 16,-1-40 0,0 40-1,0 0 1,0 0 15,0 0-15,0 40-1,-40 0-15,0 1 16,40-41 0,-40 40-1,0 0-15,0 0 16,0 0-16,0 0 15,0 0 1,0 0 0,-40-40-16,80 0 47</inkml:trace>
  <inkml:trace contextRef="#ctx0" brushRef="#br0" timeOffset="71953.9936">5537 10226 0,'0'40'31,"0"0"-15,81 81 0,-41-81-16,-40 120 15,0-120-15,0 1 0,0-1 16,-161 200 0,-120-79 15,161-121-31,80-40 0</inkml:trace>
  <inkml:trace contextRef="#ctx0" brushRef="#br0" timeOffset="72863.8612">1003 8622 0,'0'-40'0,"-40"40"16,40 40 31,40-40-47,-40 40 0,0 0 0,0 0 16,0 41-16,40-41 0,-40 0 15,0 40-15,0-40 0,0 40 0,0-40 0,-40 1 16,40 39-16,0-40 15,-40 0-15,40 0 0,0 0 0,0 0 16</inkml:trace>
  <inkml:trace contextRef="#ctx0" brushRef="#br0" timeOffset="73113.9224">883 8742 0,'0'0'0,"0"-40"0,40 0 16,80 40 15,-120-40-31,121 0 16,-81 40-16,0 0 0,0 0 15,0 0-15</inkml:trace>
  <inkml:trace contextRef="#ctx0" brushRef="#br0" timeOffset="73323.835">602 9344 0,'-40'40'31,"80"-80"-31,-40 80 31,40-40-31,0 0 0,0-40 0,0 40 16,1 0-16,-41-40 0,40 40 0,0 0 0,0 0 16,0 0-16,0 0 0,0 0 15,0 0-15,1 0 0,-1 0 0,0 0 16</inkml:trace>
  <inkml:trace contextRef="#ctx0" brushRef="#br0" timeOffset="73623.8189">1886 8662 0,'0'0'15,"-40"0"17,0 0-32,0 0 15,40 40-15,-41-40 0,1 40 0,40 0 16,-40 1-16,0-1 0,40 0 0,0 0 0,-40 0 16,40 0-16,0 0 15,-40 0-15,40 0 0,0 1 0,0-1 16,0 0-16,40-40 0,-40 40 15,80 0-15,-40-40 0,0 40 0,1-40 16,-1 0 0,0 0-16</inkml:trace>
  <inkml:trace contextRef="#ctx0" brushRef="#br0" timeOffset="73833.881">2448 8782 0,'0'0'15,"-40"-40"1,-1 80 15,41 1-15,-40-41-16,40 40 0,-40 0 16,40 0-16,-40-40 15,0 0-15,40 40 0,-40-40 16</inkml:trace>
  <inkml:trace contextRef="#ctx0" brushRef="#br0" timeOffset="74583.7622">1645 8702 0,'-40'0'15,"40"-40"48,0 0-1,40 40-46,40 0-16,-39 0 16,-1 0-1,0 0-15,0 40 0,0-40 16,-40 40-1,40-40-15,0 40 0,-40 0 0,0 1 16,0-1-16,0 0 16,40 0-16,-40 0 0,0 0 0,0 0 0,0 0 15,0 0-15,-40 1 0,40-1 0,0 0 0,-40 0 16,40 0 0,0 0-16,-40 0 0,40 0 15,0 0 1,-40-40-16,0 40 31,0-40-15,0 0-16,-1 0 15,1 0-15,0 0 0,0 0 0,0 41 16,0-41-16,0 0 31,40-41-15,-40 41-16</inkml:trace>
  <inkml:trace contextRef="#ctx0" brushRef="#br0" timeOffset="75383.7131">1645 8702 0,'0'0'0,"0"-40"63,-40 40-32,40 40 47,0 0-78,0 0 16,0 1-16,0-1 15,0 0-15,0 0 0,-40 0 0,40 0 0,0 0 16,0 0-16,0 0 0,0 1 0,0-1 0,0 0 16,0 0-1,0 0-15,0 0 0,0 0 0,0 0 16,0 0-1,-40 0-15,40-80 47,0 0-47,0 0 16,0 0-16,0 0 16,0 0-16,0 0 0,40 0 0,-40-41 15,0 41-15,0 0 16,0 0-16,0 0 0,0 0 0,0 0 15,0 80 17,0 0-17,0 0-15,0 0 0,0 0 0,0 0 0,0 1 16,0-1-16,0 0 0,0 0 0,0 0 0,0 0 16,0 0-16,0 0 0,-40 0 15,40 0-15,0 1 0,0-1 0,-40-40 16,40 40-16,-40-40 15,40 40-15,0-80 32</inkml:trace>
  <inkml:trace contextRef="#ctx0" brushRef="#br0" timeOffset="76143.6739">2327 8742 0,'-40'0'16,"40"40"93,0 1-93,0-1-16,0 0 0,0 0 0,0 0 15,0 0-15,0 40 0,-40-40 16,40 1-16,0-1 0,0 0 0,0 0 0,-40 0 16,40 0-1,0 0-15,0 0 0,0-80 63,0 0-48,0 0-15,0 0 0,0 0 16,40 0-16,-40 0 0,0-1 16,40 1-16,-40 0 0,0 0 0,0 0 15,0 0-15,0 0 0,0 0 16,0 0 0,0-1-16,40 41 0,-40-40 15,0 0 32,40 40 16,1 0-48,-1 0-15,0 0 16,0 0-16,0 0 0,0 0 15,0 0-15,-40 40 0,40-40 0,1 0 0,-1 0 16,0 0-16,0 0 16,0 0-16,-40-40 0,40 40 0,0-40 15,0 40-15</inkml:trace>
  <inkml:trace contextRef="#ctx0" brushRef="#br0" timeOffset="76383.6598">2287 9063 0,'-40'40'16,"80"-80"-16,-120 80 0,40-40 0,80 0 62,0 0-62,0 0 0,0 0 16,0 0-16,1-40 0,-1 40 16,0 0-16,0 0 0,0-40 0,0 40 15,0 0-15</inkml:trace>
  <inkml:trace contextRef="#ctx0" brushRef="#br0" timeOffset="76693.7119">3371 8863 0,'0'0'0,"0"-40"16,-41 40-1,41-41 1,241 41 0,120-40-1,-40 40 17,-240 0-32,-41 0 0,40 40 31</inkml:trace>
  <inkml:trace contextRef="#ctx0" brushRef="#br0" timeOffset="76903.6303">3852 8903 0,'-40'-40'16,"80"80"-16,-120-80 15,80 120 16,0-40-31,0 0 0,0 0 16,0 0-16,0 0 16,0 1-16,0-1 0,0 0 0,0 0 0,0 0 0,0 0 15,0 0-15,0 0 0,0 0 16,0 0-16</inkml:trace>
  <inkml:trace contextRef="#ctx0" brushRef="#br0" timeOffset="77523.5883">7704 10748 0,'0'0'0,"-40"0"16,0-40 0,80 40 15,0 0-16,0 0-15,1 0 0,39 0 16,-40 0-16,40 0 0,-40 0 0,41 0 0,-41 0 16,40 0-16,-40-41 15,40 41-15,-40 0 0,1 0 0,-1 0 0,0 0 16,0 0-16,0 0 0</inkml:trace>
  <inkml:trace contextRef="#ctx0" brushRef="#br0" timeOffset="77743.5891">7664 11109 0,'-80'40'16,"160"-80"-16,-160 120 16,120-80-16,121 0 15,200 40 1,-40-40 15,-161-80-31</inkml:trace>
  <inkml:trace contextRef="#ctx0" brushRef="#br0" timeOffset="78853.5833">10433 10146 0,'0'-40'0,"40"40"15,-40-40-15,0 80 125,0 0-109,0 0-16,0 0 0,0 0 0,0 0 16,0 41-16,-40-41 15,40 40-15,0-40 0,0 0 0,0 40 0,0-39 16,-40 39-16,40-40 0,0 0 15,-40 40-15,40-40 0,0 0 0,0 0 0,0 1 16</inkml:trace>
  <inkml:trace contextRef="#ctx0" brushRef="#br0" timeOffset="79303.5211">9670 11389 0,'0'0'16,"-40"0"-16,40 40 15,-40-40-15,80 0 79,0 0-64,1 0-15,-1 0 0,0 0 16,40 0-16,0 0 0,1 0 0,-1 0 0,0 0 15,0-40-15,1 40 16,-1 0-16,0-40 0,0 40 0,1 0 0,-41 0 16,40-40-16,-40 40 0,0 0 15,0 0-15,1 0 0,-1 0 16</inkml:trace>
  <inkml:trace contextRef="#ctx0" brushRef="#br0" timeOffset="79663.4962">9831 11830 0,'-40'0'15,"40"41"32,40-1-47,-40 0 16,0 0-1,0 0-15,0 0 0,0 0 0,0 0 16,-40 0-16,40 1 16,0-1-16,-40 0 0,40 0 0,0 0 0,0 0 15,-40-40-15,40 40 0,0 0 16</inkml:trace>
  <inkml:trace contextRef="#ctx0" brushRef="#br0" timeOffset="79963.4418">9831 11830 0,'-40'0'15,"80"0"-15,-80 41 31,80-41-31,0 40 16,40-40 0,-40 0-16,-40 40 0,41 0 0,-1-40 15,0 40-15,0-40 0,-40 40 0,40-40 0,-40 40 16,40-40-16,-40 40 0,40-40 16,-40 40-16,40 1 0,1-41 15,-41 40 1,40-40-16</inkml:trace>
  <inkml:trace contextRef="#ctx0" brushRef="#br0" timeOffset="80223.4264">10633 11871 0,'0'0'16,"-40"0"-16,0-41 15,0 41 1,40 81 0,0-1-1,-40 0 1,0 40 0,40-79-16,-40 39 31,40-40-31,0 0 0,-40-40 31</inkml:trace>
  <inkml:trace contextRef="#ctx0" brushRef="#br0" timeOffset="81603.345">13282 10266 0,'40'0'31,"0"0"-15,-80 0 31,0 0-16,0 0-31,0 0 16,-1 0-16,1 0 15,0 0-15,0 0 0,0 0 0,0 0 16,-40 0-16,39-40 0,-39 40 0,40 0 0,-40 0 16,40 0-16,-41 0 15,1 0-15,40 0 0,0 0 0,-40 40 0,40-40 16,-1 0-16,1 0 0,0 40 15,0-40-15,40 41 0,-40-41 0,40 40 0,-40-40 16,0 0 0,40 40-16,-40-40 15,40 40-15,40-40 32,0 40-17,0-40 1,0 0-16,0 0 0,40 0 0,-39 40 0,-1-40 15,40 40-15,-40-40 0,0 40 16,40-40-16,-39 0 0,-1 40 0,40-40 0,-40 0 16,0 0-16,0 0 0,0 41 0,1-41 15,-41 40 1,0 0-16,-41 0 16,41 0-16,-40-40 15,40 40-15,-40-40 0,0 40 0,0-40 0,0 40 16,0-40-16,0 40 15,-1 0-15,1-40 0,0 41 0,-40-1 0,40 0 16,0-40-16,0 40 0,-41 0 16,41 0-16,0 0 0,0-40 0,0 40 0,0 0 15,0-40-15,40 41 0,-41-41 0,1 0 0,40 40 16,-40 0 0,40 0-16,-40-40 15,80 0 48,0 0-63,0 0 15,1 0-15,-1 40 0,0-40 16,0 0-16,40 0 0,-40 0 0,0 0 0,41 0 16,-41 0-16,0 0 15,0 0-15,0 0 0,40 0 0,-39 0 0,-1 0 16,0 0-16,0 0 0,0 0 15,0 0-15,0 0 0,0 0 0,1 0 0,-1 0 16,0 0-16,0 0 16,0 0-16,0 0 0,0 0 0,0 0 0,1 0 15,-1 0-15,0 0 0,0 0 0,0 0 0,0 0 16,0 0-16,0 0 16,1 0-16,-1 0 0,-80 0 125,-1 0-110,1 40 1,0-40-16,0 0 15,0 0-15,0 0 16,0 0-16</inkml:trace>
  <inkml:trace contextRef="#ctx0" brushRef="#br0" timeOffset="83993.2794">12078 12151 0,'0'40'172,"0"1"-172,0-1 16,0 0-16,0 0 16,0 0-16,0 0 0,0 0 0,0 0 15,0 0 1,0 0-16,0 1 15,40-41 17</inkml:trace>
  <inkml:trace contextRef="#ctx0" brushRef="#br0" timeOffset="84503.1775">12600 12232 0,'-40'0'63,"-1"0"-63,1 40 15,0-40 1,0 40-16,0-40 0,0 0 15,0 40 1,0-40-16,-1 0 0,41 40 0,-40-40 0,0 0 16,0 40-16,0-40 15,80 0 95,40 0-110,-40 0 15,1 0-15,-1 40 0,0-40 16,0 0-16,-40 40 0,40-40 16,0 0-16,0 40 0,0-40 15,-40 40-15,41-40 16,-1 41-16,0-41 15,0 0 1,0 0 0</inkml:trace>
  <inkml:trace contextRef="#ctx0" brushRef="#br0" timeOffset="84813.231">13121 12392 0,'0'0'0,"40"0"31,1 0-16,-1 0 1,0 0-16,80-40 16,1 0 15,-41 40-15</inkml:trace>
  <inkml:trace contextRef="#ctx0" brushRef="#br0" timeOffset="85023.1431">13202 12633 0,'-41'0'32,"82"0"-17,-1 0 1,0 0-16,0 0 0,0 0 15,0 0-15,0 0 0,0 0 16,1 0-16,-1 0 0,0 0 0,0 0 0,0 0 16,0 0-16,0 0 0,0 0 0,1 0 15,-1 0 1,0 0-16</inkml:trace>
  <inkml:trace contextRef="#ctx0" brushRef="#br0" timeOffset="85433.1961">14526 12312 0,'0'-40'16,"-40"40"-16,-1 0 31,-39 0-16,0 80 1,40-40 0,0 40 15,40-40-31,80-40 16,40 0-1,41 0 16,-121-80-15,0-40 0,-80 80-1,-80 0 17,39 40-32,41-41 0</inkml:trace>
  <inkml:trace contextRef="#ctx0" brushRef="#br0" timeOffset="86683.0782">12319 9344 0,'0'0'0,"-40"0"16,40 40 62,0 0-62,0 0-16,0 0 15,0 0-15,0 1 0,0-1 0,0 0 16,0 0-1,0 0-15,0 0 0,-40 0 0,40 0 16,0 0-16,-41-40 16,41 41-16,0-1 15,0-121 17,0 41-32,0 0 0,0 0 15,0 0-15,41 0 0,-41 0 16,0 0-16,0 0 0,0-1 0,0 1 15,0 0-15,0 0 16,0 80 31,0 0-16,0 0-31,40 1 16,-40-1-16,40-40 15,-40 40-15,40 0 0,-40 0 16,40-40 0,0 40-16,0-40 0,-40 40 15,40-40-15,1 0 0,-1 0 32,-40-40-1,0 0-31,40 40 0,-40-40 15,0 0-15,0 0 16,0 0-16,40-1 16,-40 1-16,0 0 0,0 0 15,40 0 1,-40 0-16,0 0 16,0 80 62,0 0-63,0 0 17</inkml:trace>
  <inkml:trace contextRef="#ctx0" brushRef="#br0" timeOffset="86993.0261">13121 9625 0,'-40'40'31,"80"-40"32,0 0-47,41 0-16,-41 0 15,0 0-15,0-40 16,0 40-16,0 0 0,0 0 0,1-40 15,-1 40-15,0 0 16</inkml:trace>
  <inkml:trace contextRef="#ctx0" brushRef="#br0" timeOffset="87283.0171">13964 9264 0,'0'-40'16,"0"80"31,0 0-47,0 40 15,0-40 1,-40-40-16,40 40 0,0 0 0,0 0 16,0 1-16,0-1 0,0 0 0,0 0 15,0 0-15,0 0 16,0 0-16,-40 0 0,40 0 0</inkml:trace>
  <inkml:trace contextRef="#ctx0" brushRef="#br0" timeOffset="88812.9951">14606 10587 0,'0'-40'15,"80"40"79,-40 40-78,1 0-16,-1-40 0,0 40 0,-40 1 15,40-1-15,0 40 16,0-40-16,0 0 0,0 0 0,1 40 0,-1-40 16,0 1-16,-40-1 0,40 40 0,0-80 0,0 40 15,-40 0-15,40 0 0,0 0 16,1 0-16,-1 1 16</inkml:trace>
  <inkml:trace contextRef="#ctx0" brushRef="#br0" timeOffset="89122.9759">15529 10667 0,'0'0'16,"-40"0"-16,0 0 31,0 0 16,40 41-47,-41-41 0,41 40 16,-40 0-16,0 0 0,0 0 15,0 0-15,40 0 0,-40 40 0,0-40 0,0 1 16,40-1-16,-41 0 15,1 0-15,40 0 0,-40 0 0,40 0 0,-40 0 16,40 0-16,-40 1 16,40-1-16</inkml:trace>
  <inkml:trace contextRef="#ctx0" brushRef="#br0" timeOffset="89852.9359">15850 11149 0,'-40'-40'15,"80"80"-15,-80-121 47,80 81-47,0 0 16,0 0-16,0 0 15,0 0 1,1 0-16,-41 41 16,0-1-16,0 0 15,0 0 1,0 0-16,-41 0 0,41 0 16,-40-40-16,40 40 0,-40-40 15,40 40-15,-40 1 16,80-41 31,0 0-32,0 0 1,1 0 0,-41 40-16,40-40 15,0 40 1,-40 0-16,0 0 0,0 0 15,0 0 1,0 0-16,0 0 0,-40-40 16,40 40-16,-40-40 0,-1 41 15,1-41-15,0 0 16,0 40-16,0-40 0,0 0 0,0 0 16,0 0-16,-1 0 15,1 0-15,0 0 0,40-40 16,-40 40-16,0-41 15,0 1-15,40 0 0,-40 40 16,40-40-16</inkml:trace>
  <inkml:trace contextRef="#ctx0" brushRef="#br0" timeOffset="90232.8364">16893 10507 0,'0'0'0,"0"-40"0,-40 40 16,0 0-1,0 40 1,-81 120 0,81-79-1,-40 159 1,160-39 0,41-41 15,-1-80-16,-40-80 1</inkml:trace>
  <inkml:trace contextRef="#ctx0" brushRef="#br0" timeOffset="90452.8976">17254 10708 0,'0'0'15,"-40"0"-15,40 40 16,0 0 0,0 160-1,0 41 1,0-201 0,0 120-1,0-119 1</inkml:trace>
  <inkml:trace contextRef="#ctx0" brushRef="#br0" timeOffset="90862.8739">17856 10828 0,'0'0'0,"-40"0"0,0 0 0,0 0 16,40-40-1,-40 40-15,0 0 16,40 40 0,-41 0-16,1 0 0,0-40 15,0 0-15,0 40 0,0-40 0,0 40 16,0-40 0,-1 0-16,82 0 62,-1 0-46,0 0-16,0 0 0,0 40 15,0 0-15,0-40 16,-40 41-16,40-41 0,-40 40 0,41-40 0,-1 40 16,-40 0-16,40-40 15,0 40-15,-40 0 0,40-40 0,0 40 0,-40 0 16,40-40-16,0 40 0,1 1 15,-1-41-15,-40 40 0,40-40 16,0 0 0</inkml:trace>
  <inkml:trace contextRef="#ctx0" brushRef="#br0" timeOffset="91192.7785">18418 10547 0,'0'0'0,"0"-40"0,40 40 31,0 40-15,-40 0-1,121 161 1,-41 39 0,-120 1-1,-161-81 17,121-79-32,0-41 15</inkml:trace>
  <inkml:trace contextRef="#ctx0" brushRef="#br0" timeOffset="92692.6901">19582 11068 0,'0'41'15,"0"-1"1,0 0 0,40-40 15,-40 40-16,40-40-15,0 0 16,0 0 0,0 0-16,-40-40 15,40 0-15,1 40 16,-41-40-16,0-1 16,0 1-16,40 40 15,-40-40 1,0 0-16,-81 40 15,81-40-15,-40 40 16,0 0-16,0 0 0,0 0 16,0 40-16,0 0 0,0-40 15,-1 40-15,1 0 16,0-40-16,0 41 0,40-1 0,-40-40 16,40 40-16,-40-40 0,40 40 15,-40-40-15,40 40 0,0 0 0,-40-40 16,40 40-1,0 0-15,0 0 16,40-40-16,-40 41 0,40-41 0,0 0 16,0 0-16,0 0 0,0 0 15,0 0-15,1 0 0,-1 0 0,0 0 16,0 0-16,0 0 16,0 0-16,0 0 15,-40-41-15</inkml:trace>
  <inkml:trace contextRef="#ctx0" brushRef="#br0" timeOffset="93922.6963">20184 10387 0,'-41'0'0,"82"0"78,-1 0-78,0 0 15,0 0-15,0 0 0,0 0 16,0 0-16,0 0 0,1 0 0,-1 40 16,0-40-1,0 0-15,-40-40 32,40 40-32,-40-40 0</inkml:trace>
  <inkml:trace contextRef="#ctx0" brushRef="#br0" timeOffset="94442.5892">20866 10266 0,'40'-40'16,"0"40"-16,0 0 16,-40-40-1,40 40-15,-40-40 16,40 40-16,-40-40 16,40 40-16,-40-40 0,0 0 15,0 0 1,-40 40-1,40 40 32,0 0-31,0 0-16,0 0 0,0 0 16,0 0-16,0 0 15,0 0-15,0 1 0,0-1 0,0 0 16,0 0-16,0 0 15,-40-40-15,40 40 0,0 0 0,-40-40 0,40 40 16,-40 0-16,0 1 16,0-41-1,0 0 1,-1 0 0,1-41-16,40 1 15,-40 40 1,40-40-16,0 0 0</inkml:trace>
  <inkml:trace contextRef="#ctx0" brushRef="#br0" timeOffset="94652.6538">21147 9705 0,'-41'-40'0,"1"40"16,40-40-16</inkml:trace>
  <inkml:trace contextRef="#ctx0" brushRef="#br0" timeOffset="96342.5491">20304 10146 0,'40'0'31,"-40"40"438,0 0-453,0 0-16,0 0 15,0 1-15,0-1 16,0 0-16,-40-40 0,40 40 0,0 0 16,0 0-16,0 0 31,0 0-15,0 0 15,0 1 0,-40-41-15,40-41 202</inkml:trace>
  <inkml:trace contextRef="#ctx0" brushRef="#br0" timeOffset="96972.5119">20103 10387 0,'40'0'203,"1"0"-203,-1 0 0,0 0 16,0 0-16,0 0 16,0 0-16,0 0 0,0 0 31,1 0-31</inkml:trace>
  <inkml:trace contextRef="#ctx0" brushRef="#br0" timeOffset="101242.1879">21628 9986 0,'40'0'157,"0"0"-142,0-40-15,1 40 32,-1 0-32,-40 40 15,0 0 1,40-40-16,-40 40 15,0 0 1,0 0-16,-80-40 0,80 40 16,-41-40-16,41 40 0,-40-40 0,0 40 15,0-40-15,0 0 16,40 40-16,-40-40 0,0 0 16,80 0 77,0 0-77,-40 41 0,40-41-16,0 0 0,0 40 15,0-40 1,-40 40-16,41-40 0,-41 40 0,40-40 15,0 0 1,0 0 0</inkml:trace>
  <inkml:trace contextRef="#ctx0" brushRef="#br0" timeOffset="101762.2281">22310 10106 0,'0'0'0,"0"40"15,0 0 32,0 0-31,-40-40-16,40 40 15,-40 0-15,40 1 16,0-82 31,40 1-47,-40 0 16,40 40-16,-40-40 0,40 0 15,-40 0-15,41 40 0,-41-40 0,40 0 16,-40 0-1,40 40-15,-40-40 16,0 80 31,0 0-31,0 0-16,0 0 0,40-40 0,-40 40 15,0 0-15,40-40 16,-40 40-16,0 0 0,0 0 15,0 1 1,0-1 0</inkml:trace>
  <inkml:trace contextRef="#ctx0" brushRef="#br0" timeOffset="102192.2141">22230 10026 0,'0'0'16,"-40"-40"-16,80 40 78,0 0-78,0 0 0,0 0 16,1 0-16,-1 0 15,0 0-15,0 0 0,0 0 0,0 0 0,0 0 16,0-40-16,1 40 15,-1 0-15,0 0 0,0 0 0,-80 0 47,40 40-47,-40-40 0,40 40 32</inkml:trace>
  <inkml:trace contextRef="#ctx0" brushRef="#br0" timeOffset="102932.1595">21748 10788 0,'0'0'0,"41"0"188,-1 0-173,0 0-15,0 0 0,0 0 0,0 0 0,0 0 16,1 0-16,39 0 16,-40 0-16,0 0 0,0 0 0,40 0 0,-39 0 15,-1 0-15,40 0 0,-40 0 16,0 0-16,0 0 0,41 0 0,-41 0 0,0 0 16,0 0-16,0 0 15,0 0-15,0 0 0,-40-40 16,-40 80 46,0-40-46,0 0 15</inkml:trace>
  <inkml:trace contextRef="#ctx0" brushRef="#br0" timeOffset="108131.8534">22270 11149 0,'0'0'0,"-40"0"1266,0 0-1250,0 0-1,40 40-15,-40-40 0,0 0 16,-1 0 0,41 40-16,-40-40 0,0 0 31,40 40-31,40-40 109,0-40 516,1 0-609,-1 40-1,-40-40 17,40 40-17,-40-40 1,0 80 421,-40 0-421,40 0 0,-40 0-16,40 0 0,0 0 0,-41 0 15,41 0-15,0 1 16,-40-41-16,40 40 0,-40-40 16,40 40-16,0 0 15,-40-40 1,40-40 46,0 0-62,40 40 16,-40-40-16,0-1 0,40 41 16,-40-40-16,0 0 0,40 0 0,-40 0 15,41 40 1,-41-40-16,0 0 15,40 40 1,-40 40 156,40-40-156,-40 40-16,40 0 0,0 0 15,-40 0 1,0 0-16,40-40 0,0 41 31,0-41-15,1 0-16,-1 0 15,0 0 1,0 0-16,0 0 31,-40-41-31,40 41 16,-40-40-1,40 40 1,-40-40-16,0 0 0,0 0 16,40 40-1,-40-40-15,0 0 0,0 0 16,0 0 0,41 40 15</inkml:trace>
  <inkml:trace contextRef="#ctx0" brushRef="#br0" timeOffset="109151.7911">23634 10347 0,'0'40'0,"-40"-40"31,40 40 32,0 0-48,0 0-15,0 0 0,0 0 16,0 0-16,0 0 15,-40 1-15,40-1 0,0 0 0,0 0 16,0 0-16,0 0 0,0 0 0,0 0 16</inkml:trace>
  <inkml:trace contextRef="#ctx0" brushRef="#br0" timeOffset="109571.6948">24116 10467 0,'0'-40'16,"40"40"-16,-80 0 31,40 40-15,-40-40-16,-40 40 15,39 0-15,1-40 0,0 40 0,0-40 16,0 0-16,-40 40 0,40-40 0,-41 0 16,81 40-16,-40-40 15,0 0-15,0 0 0,80 0 78,0 0-62,0 0 0,0 0-16,1 0 0,-1 41 0,0-41 15,-40 40-15,40-40 16,0 0-16,0 0 0,-40 40 0,40-40 0,-40 40 16,40-40-16,1 0 0,-1 0 15,-40 40-15,40-40 0,0 0 0</inkml:trace>
  <inkml:trace contextRef="#ctx0" brushRef="#br0" timeOffset="110231.7277">24517 10507 0,'0'0'0,"-40"0"15,80 0 16,-40 40-31,0 0 0,0 0 16,0 0 0,0 1-16,-40-1 15,40 0-15,-40 0 16,40 0 0,0-120-1,0 40 1,40 40-16,-40-40 15,0-1-15,40 1 0,0 40 16,-40-40-16,40 40 0,1 0 16,-41-40-16,40 40 15,0 0 1,-40 40 0,40-40-16,-40 40 0,40-40 0,-40 40 31,40-40-31,-40 41 0,40-41 15,-40 40-15,40 0 16,1-40 0,-41 40-16,40-40 15,0 0 1,0 0-16,0 0 0,0 0 16,0 0-1,-40-40-15,40 40 0,-40-40 31,0 0 48</inkml:trace>
  <inkml:trace contextRef="#ctx0" brushRef="#br0" timeOffset="111601.5889">7624 13635 0,'0'0'0,"-40"0"16,80 0 62,0 0-62,0-40-16,0 40 15,1 0-15,-1 0 0,0-40 0,0 40 0,0 0 0,0 0 16,0 0-1,0 0-15,-40-40 0,41 40 0,-1 0 16</inkml:trace>
  <inkml:trace contextRef="#ctx0" brushRef="#br0" timeOffset="111821.6335">7584 14036 0,'-40'40'16,"80"-80"-16,-120 120 16,120-80-1,40 0 1,-40 0-16,0 0 0,0-40 0,1 40 0,-1 0 16,0-40-16,0 40 0,0 0 15,0 0-15,0 0 0,0-40 0,1 40 16,39 0-16</inkml:trace>
  <inkml:trace contextRef="#ctx0" brushRef="#br0" timeOffset="113211.5163">10032 13395 0,'0'-41'16,"0"82"77,0 39-93,-41-80 0,41 40 0,0 0 16,0 0-16,0 0 0,-40 0 16,40 0-16,0 1 0,0-1 0,0 0 15,-40 0 1,40 0-16,0 0 0,0 0 15</inkml:trace>
  <inkml:trace contextRef="#ctx0" brushRef="#br0" timeOffset="113561.532">9470 14317 0,'-40'40'15,"80"-80"-15,-120 80 0,39-40 16,82 0 31,-1 0-47,0 0 0,0 0 0,40 0 15,-40-40-15,41 40 0,-1 0 0,-40 0 0,40-40 16,0 40-16,1 0 16,-41-40-16,40 40 0,-40 0 0,0 0 0,0 0 15,1 0-15,-1-40 0,0 40 16</inkml:trace>
  <inkml:trace contextRef="#ctx0" brushRef="#br0" timeOffset="113971.4313">10072 14598 0,'-40'0'0,"80"0"0,-121 0 0,41 0 15,0 0 1,0 40 0,0 0-16,0 0 0,40 0 0,-40 0 15,0-40-15,-41 121 16,41-81-16,0 0 16,0-40-1,40 40-15,40-40 31,0 0-15,40 0-16,-39 0 0,-1 0 16,40 0-16,-40 0 0,0 0 15,0 0-15,0 0 0,41 0 0,-41 0 0,0 0 16,0 0 0,0 0-16,0 0 0,0 0 15,1 0-15,-1 0 16</inkml:trace>
  <inkml:trace contextRef="#ctx0" brushRef="#br0" timeOffset="114291.4143">10112 14758 0,'-40'0'0,"80"0"0,-120 0 31,39 0-31,41 40 63,-40 0-63,0 0 0,40 1 15,0-1-15,0 0 16,-40 0-16,40 0 0,-40 0 0,40 0 15,-40 0-15,40 0 0,0 1 0,0-1 16,0 0-16,0 0 16,40 0-1,-40 0 1,40-40 0</inkml:trace>
  <inkml:trace contextRef="#ctx0" brushRef="#br0" timeOffset="115211.3578">12279 13675 0,'40'-40'16,"0"40"-16,-40-40 31,40 40-31,-120 0 63,40 0-63,0 0 15,-1 0-15,1 40 0,0-40 0,0 0 0,0 0 16,0 0-16,0 0 0,0 0 16,-41 0-16,41 40 0,0-40 0,0 0 0,-40 0 15,40 0-15,-1 0 16,1 40-16,0-40 0,0 0 0,0 0 16,40 41-16,-40-41 15,40 40-15,0 0 16,0 0-1,40-40 1,-40 40-16,40-40 0,0 0 0,0 0 16,0 0-16,41 40 0,-41-40 15,0 0-15,40 0 0,-40 0 0,0 0 0,1 0 16,-1 0-16,0 0 16,0 0-16,-40 40 15,-40 40 1,-40-40-16,80 1 15,-41-41-15,1 40 0,0-40 0,0 40 0,0 0 16,0-40-16,0 40 16,0 0-16,-1 0 0,1-40 0,0 40 15,0-40-15,0 40 0,0 1 16,40-1-16,40-40 31,0 0-15,0 0-16,0 0 0,41 0 0,-41 0 15,0 0-15,40 0 0,-40 0 16,40 0-16,-39 0 0,39 0 0,0 0 0,-40 0 16,40 0-16,-39 0 15,-1-40-15,0 40 0,0 0 0,0 0 16,-40-41-16,40 41 16</inkml:trace>
  <inkml:trace contextRef="#ctx0" brushRef="#br0" timeOffset="115511.3432">11516 14758 0,'-40'0'31,"40"80"-15,-40-40 0,40 1-16,0-1 0,0 0 15,0 0-15,-40 0 16,40 0-16,0 0 0,0 0 0,0 0 0,0 1 15,0-1-15,0 0 0,0 0 16,0 0 0</inkml:trace>
  <inkml:trace contextRef="#ctx0" brushRef="#br0" timeOffset="115871.3192">11918 14959 0,'-41'0'16,"1"0"-1,0 0 1,40 40 0,-120 0-1,80-40-15,-81 80 16,81-80-16,0 0 15,0 40 17,80-40-1,0 0-31,0 0 16,0 0-16,1 40 15,-1-40-15,0 0 0,-40 40 0,40-40 16,-40 41-16,40-41 0,-40 40 0,40-40 0,-40 40 15,0 0 1,40-40-16,-40 40 16,40-40-16</inkml:trace>
  <inkml:trace contextRef="#ctx0" brushRef="#br0" timeOffset="116101.3807">12399 15239 0,'-40'0'16,"0"0"-16,40-40 0,80 40 31,0-40-15,-40 40-16,121 0 15,-121 0-15,0 0 16,0 0-16</inkml:trace>
  <inkml:trace contextRef="#ctx0" brushRef="#br0" timeOffset="116291.297">12399 15520 0,'0'0'0,"40"0"15,40-40 1,-39 40 0,-1 0-16,0 0 0,0 0 0,0 0 0,0 0 15,0 0 1,-40-40-16,40 40 0,1 0 0</inkml:trace>
  <inkml:trace contextRef="#ctx0" brushRef="#br0" timeOffset="116641.2921">13763 15239 0,'-40'-40'16,"80"80"-16,-200-120 16,120 80-16,0 0 15,-1 0 1,41 40-16,-40-40 0,40 40 0,-40 1 15,40 39 1,80 0 0,-39-80-16,79 0 31,40-80-15,-119 0-1,-1 39-15,-40-79 16,-81 80-16,41 0 15,0 40-15,0 0 16,-120-40 0,39 40-1</inkml:trace>
  <inkml:trace contextRef="#ctx0" brushRef="#br0" timeOffset="117511.2217">11356 13074 0,'0'-40'16,"40"40"15,-40-40-31,40-1 16,0 41-16,0 0 15,0-40 1,1 40-16,-1 0 15,-40 40-15,40 1 0,-40-1 16,0 0-16,0 0 16,0 0-16,0 0 0,-40-40 15,40 40-15,-40-40 16,40 40-16,-81-40 0,81 40 0,-40-40 0,0 0 16,40 40-1,40-80 1,0 40-1,0 0 1,1 0-16,-1 0 16,-40 40-16,40-40 15,-40 41-15,0-1 0,0 0 16,0 0 0,0 0-16,-40-40 0,40 40 0,-40-40 0,40 40 15,-41-40-15,1 40 0,0-40 16,0 0-16,0 40 0,0-40 15,0 0-15,0-40 32,40 0-32,-41 40 15,41-40-15</inkml:trace>
  <inkml:trace contextRef="#ctx0" brushRef="#br0" timeOffset="118231.1792">14084 13675 0,'0'0'0,"0"40"62,40 1-46,1-1-16,-1 0 16,0 0-16,0-40 0,-40 40 0,40 0 15,0-40-15,0 40 16,0-40-16,1 40 0,-1-40 0,-40 40 0,40-40 15,-40 40-15,40-40 0,0 0 16</inkml:trace>
  <inkml:trace contextRef="#ctx0" brushRef="#br0" timeOffset="118511.1673">14646 13715 0,'0'0'0,"-40"0"0,40 41 78,-40-41-78,40 80 0,-80-80 16,80 40-16,-41 0 0,1 0 0,0 0 0,0 0 15,40 0-15,-40 0 0,0-40 0,40 41 0,-40-1 16,40 0-16,-40-40 16,40 40-16,0 0 0,-41-40 0</inkml:trace>
  <inkml:trace contextRef="#ctx0" brushRef="#br0" timeOffset="119141.1273">15128 14116 0,'-40'-40'0,"80"80"0,-161-120 31,121 40-31,81 0 16,39 40-1,40 0 1,-39 0 15,-81 120-15,-160 1 0,-1-41 15,41-40-16,120-40 1,40 40 0,-40 40 15,-40-40-15,-40 1-1,0-41-15,-120 40 16,39-40 15,41-81-15,80 1-16</inkml:trace>
  <inkml:trace contextRef="#ctx0" brushRef="#br0" timeOffset="119501.18">16211 13515 0,'-40'0'15,"80"0"-15,-120 0 16,80 40 0,-40-40-1,-41 120 1,41 81 0,40-41 15,40-80-31,1-39 15,39 39 1,0-80 0,-40 0-16</inkml:trace>
  <inkml:trace contextRef="#ctx0" brushRef="#br0" timeOffset="120011.0955">16572 13715 0,'0'41'250,"-40"-41"-250,40 40 0,0 0 15,0 0-15,0 0 16,0 0-16,0 0 0,0 0 0,0 0 15,0 0-15,40 1 0,-40-1 16,40-40-16,0 40 16,1-40-16,-1 0 15</inkml:trace>
  <inkml:trace contextRef="#ctx0" brushRef="#br0" timeOffset="120401.0508">17294 13836 0,'-40'0'0,"80"0"0,-120-40 16,40 40-16,0 0 16,0 0-1,-121 40 1,1 40-1,39-40 17,162-40 15,-1 0-32,0 40-15,0-40 16,0 40-16,0-40 0,0 40 0,0-40 15,1 40-15,-1 1 16,0-41-16,-40 40 0,40-40 0,-40 40 16,40-40-16,0 0 15</inkml:trace>
  <inkml:trace contextRef="#ctx0" brushRef="#br0" timeOffset="120671.0671">17696 13555 0,'0'0'16,"40"40"-1,0 0 1,-40 0-16,40-40 0,0 40 0,0 1 0,-40 39 15,0-40-15,40 0 0,-40 0 16,0 0-16,0 0 0,0 0 0,0 0 0,-40-40 16,40 41-16,-80-1 15,40-40-15,0 40 0,0 0 0,0-40 16,-1 0-16,1 40 0,0-40 16,0 0-16</inkml:trace>
  <inkml:trace contextRef="#ctx0" brushRef="#br0" timeOffset="121290.9989">18739 13796 0,'0'40'16,"0"-80"-16,-40 80 0,0-40 0,40 40 31,0 0-15,40-40-16,0 0 15,-40 40-15,40-40 16,0 0-16,0 0 0,1 0 0,-1 0 16,0 0-1,0-40-15,-40 0 0,40 40 16,0-40-16,-40 0 0,0 0 15,0-1 1,-80 41-16,40 0 16,0 0-1,0 0-15,-1 0 0,1 41 16,0-41-16,40 40 16,-40-40-16,0 40 0,40 0 0,-40 0 0,40 0 15,-40 0 1,40 0-16,0 0 0,0 0 15,0 1-15,40-1 0,0 0 16,0 0 0,0-40-16,0 40 0,0-40 15,1 0 1,-1 0-16,0 0 0,0 0 0</inkml:trace>
  <inkml:trace contextRef="#ctx0" brushRef="#br0" timeOffset="122530.9444">19622 13314 0,'0'0'0,"0"40"0,-40-40 16,80 0 15,0 0-15,0 0-16,0 0 15,0 0-15,0-40 0,1 40 16,-41-40-16,40 40 0,-40 40 94,40-40 77,-40-40-155,40 0-16,-40 0 16,0 0-1,0 0 17,0 0 14,0 80 79,0 0-109,0 0-16,0 0 16,0 0-16,0 0 0,0 0 15,0 1-15,0-1 0,0 0 0,0 40 16,0-40 0,-40 0-16,40 0 0,0 0 0,0 1 15,-40-1-15,40 0 16,-40-40-16,40 40 0,-41-40 15,1 0-15,0 0 16,0 0 0,40-40-16,-40 40 0,40-40 0,-40 40 0,40-40 15,-40 40-15,40-41 0,0 1 16,0 0-16</inkml:trace>
  <inkml:trace contextRef="#ctx0" brushRef="#br0" timeOffset="122750.9984">20103 12793 0,'-120'-40'31,"240"80"-31,-280-80 0,160 0 15,40 40 17</inkml:trace>
  <inkml:trace contextRef="#ctx0" brushRef="#br0" timeOffset="125350.8339">20545 12833 0,'-40'0'93,"80"-40"-15,0 0-62,0 40 0,0 40 15,-40 0-31,40-40 16,-40 40-1,0 0-15,0 0 0,0 1 16,-40-1-16,40 0 0,-40-40 0,40 40 15,-40-40-15,40 40 0,-40-40 16,0 0-16,40 40 0,-41-40 0,1 0 16,40 40-1,-40-40 1,40-40 0,0 0-16,0 0 15,0 0 1,40 40 15,41 0-15,-81 40-16,40 0 15,0-40 1,0 40-16,-40 0 16,40-40-16,-40 40 15,0 0 1,40-40-16,0 0 15,0 0 1</inkml:trace>
  <inkml:trace contextRef="#ctx0" brushRef="#br0" timeOffset="125850.8042">21106 12873 0,'-40'0'32,"40"40"-17,0 0 1,-40 1-16,40-1 0,0 0 16,-40 0-1,40 0-15,0 0 0,0 0 16,-40-40-16,40 40 0,-40-40 15,40 40-15,0-80 47,0 0-47,0 0 16,40 0-16,0 0 16,-40 0-16,0 0 0,0 0 0,40-1 0,0 1 15,-40 0-15,0 0 0,40 40 0,-40-40 16,0 80 15,0 0-15,0 0-16,0 0 0,0 1 15,0-1-15,0 0 16,0 0-16,0 0 0,0 0 16,0 0-16,0 0 15,0 0 1,41-40-1</inkml:trace>
  <inkml:trace contextRef="#ctx0" brushRef="#br0" timeOffset="126180.7861">20785 12833 0,'-40'0'16,"80"0"-16,-80-40 31,80 40-31,1 0 16,-1-40-16,0 40 15,0 0-15,40 0 0,-40 0 0,0-40 0,1 40 16,-1 0-16,40 0 0,-40 0 0,0 0 15,0 0-15,0 0 16,-40 40 31,0 0-31,0 0-16</inkml:trace>
  <inkml:trace contextRef="#ctx0" brushRef="#br0" timeOffset="126840.6887">20745 13635 0,'-40'0'16,"80"0"-16,-80-40 15,80 40 1,0 0 15,1 0 63,-1 0-94,0 0 31,0 0-15,0 0-16,0 0 15,0 0-15,0 0 16,1 0-16,-1 0 0,-40-40 0,40 40 16,0 0-16,0 0 15,0 0-15,0 0 0,0-40 0,1 40 16,-1 0-16,-40-40 16,40 40-16,0 0 15,-80 0 126,0 0-126</inkml:trace>
  <inkml:trace contextRef="#ctx0" brushRef="#br0" timeOffset="128220.6673">21187 13796 0,'40'0'47,"-80"0"47,40 40-78,-40-40 124,-1 0-140,41 40 16,-40-40-1,0 0-15,0 40 0,0-40 16,40 40 0,-40-40-16,0 0 15,40 40 1,40-40 46,0 0-46,0 0-16,0 0 0,0 0 0,0 0 16,1 0-1,-1 0-15,0 0 0,0 0 16,0 0-16,0 0 16,0 0-16,0 0 15,-40-40 16,41 40-31</inkml:trace>
  <inkml:trace contextRef="#ctx0" brushRef="#br0" timeOffset="128540.5725">21347 13876 0,'-40'0'16,"0"0"15,40 40 47,0 0-78,0 0 16,-40-40-16,40 40 15,-40 0-15,40 0 0,0 1 32,-40-41-32,40 40 0,0 0 15,0 0 17</inkml:trace>
  <inkml:trace contextRef="#ctx0" brushRef="#br0" timeOffset="129000.619">21869 13274 0,'40'0'16,"-40"40"62,0 0-78,0 1 0,0-1 16,0 0-16,0 0 15,0 0-15,0 0 0,0 0 16</inkml:trace>
  <inkml:trace contextRef="#ctx0" brushRef="#br0" timeOffset="129410.5949">22350 13154 0,'-40'0'31,"40"40"-15,-40-40 0,40 40-16,-40-40 0,0 0 0,0 40 15,40 0-15,-40-40 0,0 0 0,-1 40 0,1-40 16,40 41-16,-40-41 15,0 0-15,0 40 0,0-40 16,80 0 47,0 0-48,0 0-15,0 0 16,0 0-16,1 40 0,-1 0 31,0-40-31,-40 40 0,40-40 16,0 40-1,0-40 1</inkml:trace>
  <inkml:trace contextRef="#ctx0" brushRef="#br0" timeOffset="129990.4866">22671 13234 0,'-40'-40'31,"40"0"-31,40 40 16,1 0-1,-41 40 1,40 0-16,-40 80 31,-40-39-15,-1-41 0,41-80 15,41 0-16,-1-1-15,-40 1 0,40 40 16,0-40-16,0 0 16,0 40-1,0 0 1,0 0 0,-40 40-1,41-40-15,-41 40 16,0 0-16,0 1 15,40-41-15,-40 40 16,40-40 0,0 40-1,0-40 17,0 0-17,-40-40 16,40 40-31,-40-40 16</inkml:trace>
  <inkml:trace contextRef="#ctx0" brushRef="#br0" timeOffset="133880.3301">6862 16483 0,'40'0'47,"0"-40"-47,0 40 15,0-41-15,0 41 16,0-40-16,0 40 0,1 0 0,-1 0 0,0 0 15,0 0-15,0 0 16,0 0-16,0 0 0,1 0 16</inkml:trace>
  <inkml:trace contextRef="#ctx0" brushRef="#br0" timeOffset="134100.2804">7062 16924 0,'0'0'0,"0"40"31,40-80-15,0 40-1,1 0-15,79-40 16,-40 40-16,1-40 15,-41 0-15</inkml:trace>
  <inkml:trace contextRef="#ctx0" brushRef="#br0" timeOffset="134390.2277">8226 16042 0,'0'-41'0,"-40"41"0,40 41 62,0-1-62,0 0 16,0 0-16,0 0 15,0 0-15,0 0 16,0 0-16,0 0 0,0 0 0,0 1 16,0-1-16,0 0 15,0 0-15,0 0 0</inkml:trace>
  <inkml:trace contextRef="#ctx0" brushRef="#br0" timeOffset="134670.2356">7905 17044 0,'-40'0'16,"80"0"-16,-80-40 31,80 40-31,0-40 0,0 40 15,0 0-15,0 0 16,1-40-16,-1 40 0,40 0 0,-40 0 0,0-40 16,40 40-16,-39 0 15,-1 0-15,0 0 0,0 0 0,0 0 0,0 0 16,0 0-16,0 0 16,1 0-16</inkml:trace>
  <inkml:trace contextRef="#ctx0" brushRef="#br0" timeOffset="135090.1857">8627 17124 0,'-80'40'31,"160"-80"-31,-240 161 15,120-121-15,40 40 16,-121 40 0,121-40-16,-80 0 15,40 0-15,0 0 16,80-40 46,0 0-46,0 0-16,0 0 16,0 0-16,0 0 0,1 0 0,-1-40 0,0 40 15,0 0-15,0 0 0,0 0 16,0 0-16,0 0 16,1 0-16,-1 0 15,0 0 1,-40-40-16,40 40 0,-40-40 15</inkml:trace>
  <inkml:trace contextRef="#ctx0" brushRef="#br0" timeOffset="135630.2263">8788 17285 0,'0'0'0,"-40"0"0,-1 0 15,1 0 1,0 0-1,0 0 64,0 0-64,40 40 204,-40-40-219,40 40 0,-40 0 16,40 0-16,-40 0 0,40 0 0,0 1 15,0-1-15,-41 0 16,41 0-16,-40 0 0,40 0 0,0 0 0,0 0 15,-40 0-15,40 0 16,0 1 0,40-41-1</inkml:trace>
  <inkml:trace contextRef="#ctx0" brushRef="#br0" timeOffset="136950.1482">10312 16001 0,'41'0'47,"-41"41"-47,-41-41 31,1 0 157,0 0-173,0 0 1,40 40-16,-40 0 16,40 0-1,-40 0-15,0-40 0,40 80 0,-40-40 16,-1 0-16,41 0 0,-40 1 16,0-1-16,40 0 0,-40 40 0,40-40 0,0 0 15,-40 0-15,40 0 0,0 1 0,0-1 0,0 0 16,0 0-16,0 0 15,0 0-15,40 0 0,-40 0 0,0 0 0,40-40 16,-40 40-16,40 1 0,0-1 16,1 0-16,-1 0 15,-40 0 1,40-40-16,-40 40 0,40-40 0,-40 40 16,40-40-16,-40 40 0,40-40 15,-40 40 16,40-40 1,-40 41-17,40-41-15,1-81 63</inkml:trace>
  <inkml:trace contextRef="#ctx0" brushRef="#br0" timeOffset="138670.0463">11195 16362 0,'-40'0'15,"40"-40"407,0 0-203,0 80 31,40 0-219,0-40 78,1 40-93,-1-40 0,-40 41-16,40-1 0,0-40 15,-40 40 1,40-40-16,-40 40 0,40-40 16,-40 40-16,40-40 0,-40 40 0,40-40 15,-40 40-15,41 0 16,-1 0-16,0-40 0,-40 41 0,40-1 15,0 0-15,0-40 16,0 0-16,-40 40 0,40-40 0,1 0 16,-41 40-16,40-40 15</inkml:trace>
  <inkml:trace contextRef="#ctx0" brushRef="#br0" timeOffset="139050.0239">11918 16362 0,'0'0'16,"0"-40"-16,0 0 0,-41 40 16,41-40-1,0 80 32,-40-40-47,40 40 0,-40-40 0,40 40 0,-40 0 16,0 1-16,0-1 15,40 0-15,-40 0 0,0-40 0,40 40 0,-41 0 16,1 0-16,40 0 16,-40 0-16,0 1 0,40-1 0,-40 0 0,40 0 15,-40 0-15,40 0 0,-40-40 16,40 40-16,-40 0 0,40 0 16</inkml:trace>
  <inkml:trace contextRef="#ctx0" brushRef="#br0" timeOffset="139669.9875">12479 16924 0,'-40'0'0,"40"-40"31,40 0-16,41 0 1,-41 40-16,0 0 0,0 0 0,40-41 31,-40 122-15,-40-41 0,-80 80-1,80-80-15,-80 40 16,40-80-16,40 40 0,40-40 47,0 0-32,0 0-15,0 0 16,0 0-16,-40 41 0,40-41 16,-40 40-16,0 0 0,0 0 31,0 0-31,-40-40 0,0 0 15,40 40-15,-40-40 0,0 0 16,0 40-16,0-40 0,0 0 16,-1 0-16,1 0 15,0 0-15,0 0 0,40-40 16,-40 40 0,40-80-16</inkml:trace>
  <inkml:trace contextRef="#ctx0" brushRef="#br0" timeOffset="140029.968">13603 16282 0,'0'0'16,"-40"-40"-16,0 40 15,-1 0-15,1 0 16,-40 80 0,80 0-1,0-39-15,0 119 16,0-120-16,0 0 0,0 40 15,0-39-15,40 79 32,-40-80-32,40 0 0,0-40 15,-40 40-15,41-40 16,-1 0-16</inkml:trace>
  <inkml:trace contextRef="#ctx0" brushRef="#br0" timeOffset="140359.8705">13924 16563 0,'40'0'47,"0"0"-47,0 0 0,-40 40 15,0 0 1,0 0-1,0 0-15,-40-40 0,0 40 16,0-40 0,0 0-16,0 0 0,-1-40 15,1 0 1,40 0-16,0 0 16,0 0-16,40 40 31,1 0 0,-1 0-31</inkml:trace>
  <inkml:trace contextRef="#ctx0" brushRef="#br0" timeOffset="140659.8711">14445 16282 0,'0'40'32,"81"-40"-17,-81 40-15,40 0 16,-40 1-16,0-1 0,40-40 0,-40 40 15,0 0-15,0 0 0,0 0 16,0 0-16,0 0 0,0 0 0,-40-40 0,40 41 16,-80-1-16,80 0 15,-41 0-15,1-40 0,0 40 0,0 0 16,0-40-16,0 0 16</inkml:trace>
  <inkml:trace contextRef="#ctx0" brushRef="#br0" timeOffset="142619.7372">15770 16563 0,'-40'0'16,"80"0"93,40 0-93,-40 0-1,0 0-15,0 0 16,0 0-16,1 0 0,-1 0 0,0 0 16,0 0-16,0 0 0,0 0 0,0 0 15,0 0 1,1 0-16,-1 0 0,0 0 15,0 0-15,0 0 16</inkml:trace>
  <inkml:trace contextRef="#ctx0" brushRef="#br0" timeOffset="143019.7897">16291 16362 0,'0'0'0,"-40"0"0,0 0 15,40 40 64,0 1-64,0-1-15,0 0 0,0 0 16,0 0-16,0 0 15,0 0-15,0 0 0,0 0 0,0 1 16,-40-1-16,40 0 16,0 0-16</inkml:trace>
  <inkml:trace contextRef="#ctx0" brushRef="#br0" timeOffset="143319.6958">16973 16122 0,'-40'-40'15,"40"0"-15,40-1 31,1 41-31,-1 0 0,-40 81 16,80-81-16,-40 40 0,0 0 16,-40 0-16,40 0 0,0 0 0,1 0 0,-1 0 15,0 0 1,0 1-16,-40-1 0,40-40 0,-40 40 0,40-40 16,0 0-16,0 0 15,1 0 1</inkml:trace>
  <inkml:trace contextRef="#ctx0" brushRef="#br0" timeOffset="143609.7553">17776 16122 0,'-120'0'15,"240"0"-15,-240-40 16,79 40-16,1 0 31,0 80 0,0-40-31,40 0 16,-40 0-16,0-40 0,0 40 0,40 0 0,-40 0 16,-1 1-16,1-1 0,40 0 0,-40 0 0,0 0 15,0 0 1,40 0-16,-40 0 0,40 0 15</inkml:trace>
  <inkml:trace contextRef="#ctx0" brushRef="#br0" timeOffset="144149.7222">18057 16483 0,'0'0'0,"0"-81"31,40 41-16,0 40 1,0 0-16,41 0 16,-41 0-16,0 0 0,-40 40 15,0 1 1,-40 79 0,-81-40-1,81-40 1,0 0-1,80-40 1,0 0 0,0 0-16,41 40 31,-41-40-31,0 41 0,-40-1 16,0 0-16,-40 0 31,0-40-31,-81 40 15,81-40-15,0 0 0,0 0 16,0 0-16,0 0 0,-1 0 16,1 0-16,0-40 15,40 0 1</inkml:trace>
  <inkml:trace contextRef="#ctx0" brushRef="#br0" timeOffset="144519.7026">18859 15881 0,'-40'0'15,"80"0"-15,-120 0 16,40 0-16,40 40 16,-40-40-1,40 40-15,-40 0 16,40 1-16,-80 119 16,39 40-1,41-159 1,0-1-16,81 0 15,-41-40-15,80 40 16,41-40 0,-121 0-16,40 0 15</inkml:trace>
  <inkml:trace contextRef="#ctx0" brushRef="#br0" timeOffset="144799.622">19180 16162 0,'0'0'0,"0"-40"15,0 0 1,0 0-16,0 80 31,0 0-15,0 0-1,0 0-15,0 0 0,0 0 16,0 0-16,0 0 0,0 0 16,0 1-16,0-1 0,41-40 15,-41 40-15,40-40 16,-40 40-16</inkml:trace>
  <inkml:trace contextRef="#ctx0" brushRef="#br0" timeOffset="145519.5693">19702 15921 0,'0'-40'16,"0"0"15,40 40-15,0 0-1,0 0-15,-40 40 16,41-40-16,-1 40 0,0 0 0,-40 0 16,40 1-16,-40-1 15,0 0-15,40 0 0,-40 0 0,0 0 16,0 0-16,0 0 0,0 0 15,-40 0-15,-40 1 0,40-1 16,-1 0-16,1-40 0,0 40 16,0-40-16,0 40 0,0-40 0,0 40 0,0-40 15,-1 0-15,1 40 16</inkml:trace>
  <inkml:trace contextRef="#ctx0" brushRef="#br0" timeOffset="146309.5958">20625 16202 0,'-40'0'0,"40"40"0,40-40 16,40 0-16,-40 0 15,0 0-15,1 0 16,-1 0-16,40 0 0,-40 0 0,0 0 0,0 0 15,-40-40-15,40 40 16,-40-40-16,0 0 0,0 0 0,0 0 16,0-1-16,0 1 15,0 0-15,-40 40 0,40-40 16,-40 40-16,0 0 0,0 0 0,0 0 16,0 40-1,0-40-15,40 40 0,-41-40 0,1 81 0,0-41 16,40 0-16,0 0 15,-40-40-15,40 40 0,0 0 0,0 0 0,0 0 16,0 0-16,40-40 16,-40 40-16,40-40 0,-40 41 0,40-41 15,1 40-15,-1-40 0,0 0 16,0 0-16,0 40 0,0-40 0,0 0 16,0 0-16,1 0 15</inkml:trace>
  <inkml:trace contextRef="#ctx0" brushRef="#br0" timeOffset="146869.5613">21588 15640 0,'0'0'0,"0"-40"31,40 40-31,-40-40 0,40 40 15,-40-40-15,40 40 16,-40-40-16,40 40 0,-40-40 0,0 0 16,41 40-16,-41-40 0,0 0 15,0 80 32,0 0-47,0 0 0,0 0 16,0 0-16,0 0 15,0 0-15,0 0 0,0 1 0,0-1 0,0 0 16,0 0-16,0 0 16,0 0-16,0 0 0,40-40 0,-40 40 0,0 0 15,40-40-15,-40 41 0,0-1 16,0 0-16,-40-40 16,0 0-1,-1 0 1,1 0-16,0 0 0,0 0 0,0 0 0,0 0 0,0 0 15,40-40-15,-40 40 16,-1-40-16,41-1 16</inkml:trace>
  <inkml:trace contextRef="#ctx0" brushRef="#br0" timeOffset="147099.5141">21949 14999 0,'-40'0'16,"80"0"-16,-120 0 0,40 0 0,0 0 15,40 40 16</inkml:trace>
  <inkml:trace contextRef="#ctx0" brushRef="#br0" timeOffset="148149.4873">22391 15119 0,'40'0'32,"0"0"311,-40 40-265,0 0-78,0 0 16,0 1-16,-40-1 0,40 40 0,0-40 0,-40 0 16,40 0-16,0 0 0,0 0 15,-41 0-15,41 1 0,0-1 16,-40 0-16,40 0 0,0-80 31,0 0-15,40 40-1,-40-81-15,0 41 0,41 0 0,-41 0 0,40 0 16,-40 0-16,40 0 0,-40 0 16,40 0-16,-40-41 0,40 41 0,-40 0 0,40 0 15,-40 0 1,0 80 15,0 0-31,0 0 16,40 0-16,-40 1 0,0-1 0,0 0 0,40 0 15,-40 0-15,0 0 16,0 0-16,0 0 0,0 0 0,0 0 0,0 1 16,41-1-16,-41 0 0,0 0 15</inkml:trace>
  <inkml:trace contextRef="#ctx0" brushRef="#br0" timeOffset="148369.4737">22511 15320 0,'-40'0'16,"80"0"-16,-80-40 16,40-1-16,40 41 0,0-40 0,0 40 15,0 0-15,121-40 16,-121 40-16,0 0 0,40-40 31,-40 40-31,1 0 0</inkml:trace>
  <inkml:trace contextRef="#ctx0" brushRef="#br0" timeOffset="148599.3859">22391 16042 0,'0'40'0,"40"-40"31,-40-40-31,40 40 0,0-41 0,0 41 16,0-40-16,0 40 0,-40-40 15,40 40-15,1 0 16,-1 0-16,0 0 31</inkml:trace>
  <inkml:trace contextRef="#ctx0" brushRef="#br0" timeOffset="148979.3609">22511 16162 0,'-40'0'16,"80"0"0,0 0-1,0 0 1,0 0-16,0 0 0,-40 40 16,41-40-16,-1 0 0,0 0 15,-40 40 1,0 0-16,0 0 15,-40-40 1,40 40-16,-40-40 16,80 0 15,0 0-15,-40-40-16,40 40 15,0 0-15,0 0 0,0 0 0,0-40 16,1 40-1,-1 0-15,-40-40 0,40 40 16,-40-40-16</inkml:trace>
  <inkml:trace contextRef="#ctx0" brushRef="#br0" timeOffset="149839.3102">23434 15480 0,'-40'0'0,"40"-40"0,0 0 16,0 80 46,40-40 157,0 0-203,0 0-16,-40 40 15,40-40-15,-40 40 16,0 0-16,40-40 0,-40 40 16,0 0-16,0 1 15,0-1 95,40-40-95,-40 40-15,0 0 0,0 0 16,0 0-16,0 0 15,0 0 1,0 0 0,41 1-1,-1-41 1,0 0 0,0 0-1,-40-41 1,40 1-16</inkml:trace>
  <inkml:trace contextRef="#ctx0" brushRef="#br0" timeOffset="150979.2618">23715 15761 0,'0'-40'94,"0"0"-78,0-1-16,40 41 0,-40-40 15,40 40-15,0 0 16,-40-40-16,40 40 0,0 0 0,-40-40 16,40 40-16,1 0 0,-1 0 31,0 0-31,0 0 31,-40 40-31,40 0 16,-40 0 15,40-40-31,-40 41 16,0-1-1,40-40-15,-40 40 16,40-40-1,-40 40-15,41-40 0</inkml:trace>
  <inkml:trace contextRef="#ctx0" brushRef="#br0" timeOffset="152579.1526">25159 16443 0,'-40'0'15,"40"40"79,-40-40-94,40 40 0,-40-40 31,0 0 1,80 0 14,0 0-30,0 0-16,0 0 16,0 0-16,0-40 0,1 40 0,39 0 0,-40 0 15,0 0-15,0-40 16,0 40-16,1 0 0,-1 0 0,0 0 0,0 0 16,-40-41-16,40 41 0</inkml:trace>
  <inkml:trace contextRef="#ctx0" brushRef="#br0" timeOffset="152909.2047">25440 16122 0,'0'0'0,"-40"0"31,40-40-15,0 80-1,0 80 1,-80 81 15,-1-1-15,41-39-1,0-81 1</inkml:trace>
  <inkml:trace contextRef="#ctx0" brushRef="#br0" timeOffset="154899.0485">25681 15921 0,'40'0'78,"0"40"-78,0 0 0,0-40 16,1 81-16,-1-81 0,0 40 0,0 0 0,0 0 15,0 0-15,0 0 16,0 0-16,1 0 0,-41 0 0,40 1 0,0-41 15,-40 40-15,0 0 0,40-40 16,-40 40-16,40-40 0,0 0 31</inkml:trace>
  <inkml:trace contextRef="#ctx0" brushRef="#br0" timeOffset="155188.9938">26524 15841 0,'-41'-40'31,"82"80"-31,-122-80 0,81 0 16,0 80 15,-120 160-16,80-159-15,0 39 16,0-40-16,-81 120 16,41-80-1,-40 81 1,79-121 0,1 0-16</inkml:trace>
  <inkml:trace contextRef="#ctx0" brushRef="#br0" timeOffset="155838.9563">26564 16483 0,'0'-40'16,"0"-1"31,40 41-47,0 0 0,0 0 16,0 0-16,0 0 15,0 0-15,1 0 31,-41 41-31,0-1 16,0 0 0,-41-40-16,41 40 0,-40-40 31,40 40-31,-40-40 0,40 40 0,-40-40 16,40 40-16,-40-40 0,0 40 15,0-40 1,80 0 31,0 0-32,0 0 1,0-40-16,0 40 31,-40 40-15,0 0-1,0 1-15,0-1 0,0 0 16,-40-40-16,40 40 16,-40 0-16,0-40 0,0 40 15,0-40-15,0 40 16,-1-40-16,1 0 0,0 40 0,0-40 16,0 0-16,0 0 0,0 0 15,0 0-15,40-40 16,-41 40-16,41-40 0,-40-40 0,40 40 15,0 0-15</inkml:trace>
  <inkml:trace contextRef="#ctx0" brushRef="#br0" timeOffset="156238.9326">27246 15761 0,'-40'-40'0,"40"80"62,-40-40-62,40 40 0,0 0 0,0 0 0,-41 0 16,41 0-16,0 0 0,0 1 0,0-1 0,-40 40 16,40-40-16,0 0 15,0 0-15,0 0 0,40-40 0,-40 40 0,0 0 16,81 1-16,-81-1 15,40-40-15,-40 40 0,40-40 0,0 0 32,-40-80-32</inkml:trace>
  <inkml:trace contextRef="#ctx0" brushRef="#br0" timeOffset="156588.9418">27527 15961 0,'-40'0'16,"80"0"-16,-80-40 16,80 40-1,0 0-15,0 0 16,-40 40-16,40 0 0,-40 1 16,0-1-16,0 0 15,0 0-15,0 0 0,-80 0 16,40 0-1,40 0-15,-40 0 16,40-80 15,40 40-31,0-40 0,0 40 32,0 0-32,0 0 0,0 0 15,0 0 1,1 0-16,-1 0 0,0 0 15</inkml:trace>
  <inkml:trace contextRef="#ctx0" brushRef="#br0" timeOffset="156878.9159">28129 15801 0,'-41'0'32,"82"0"-17,-41 40-15,40-40 0,-40 40 16,40 0-16,-40 0 0,40-40 16,-40 40-16,40 1 0,-40-1 0,0 0 0,0 0 15,-80 0 1,80 0-16,-40 0 0,40 0 0,-40 0 0,-1-40 15,1 40-15,0 1 0,0-41 16,40 40-16,-40-40 0,0 40 0,0-40 0</inkml:trace>
  <inkml:trace contextRef="#ctx0" brushRef="#br0" timeOffset="157288.8694">28650 16202 0,'-40'0'0,"40"-40"0,0 0 32,40 40-32,0-40 15,0-41 1,1 1 15,-82 80-15,1 40-1,0 0 1,-80 81 0,80-1-1,40-40 1,120 0-1,0-39 17,-79-41-32,-1 0 15,0-41-15</inkml:trace>
  <inkml:trace contextRef="#ctx0" brushRef="#br0" timeOffset="157838.8663">28971 15560 0,'0'-40'0,"0"0"31,0-80-16,0 40 1,40-41 0,-40 41-1,0 120 32,0 40-31,0-40-1,0 1-15,0-1 0,0 0 0,0 0 0,0 0 16,0 0 0,0 0-16,0 0 0,0 0 0,0 0 15,0 1-15,0-1 0,0 0 0,0 0 0,0 0 16,-40 0-16,0 0 16,40-80 15</inkml:trace>
  <inkml:trace contextRef="#ctx0" brushRef="#br0" timeOffset="158018.9022">29132 14999 0,'0'-40'16,"0"80"-16,-40-120 16</inkml:trace>
  <inkml:trace contextRef="#ctx0" brushRef="#br0" timeOffset="160018.7088">29573 15079 0,'-40'0'0,"40"40"16,0-80 46,0 0 220,40 40-235,0 0-16,0 0-31,-40-40 15,41 40-15,-1 0 0,0 0 16,0 0 0,0 0-1,-40 40-15,0 0 16,0 0 0,0 0-16,0 0 0,0 0 15,0 1-15,-40-41 16,40 40-16,-40-40 0,40 40 0,-40-40 0,40 40 15,-40-40-15,-1 40 16,1-40-16,0 0 0,80 0 78,-40 40-78,40-40 16,-40 40-16,41-40 15,-1 40-15,0-40 0,-40 40 16,40-40-16,0 0 16,-40-40-1,40 40-15</inkml:trace>
  <inkml:trace contextRef="#ctx0" brushRef="#br0" timeOffset="160418.6843">30215 15239 0,'-40'41'16,"80"-82"-16,-120 82 0,80-1 16,-80 80-1,80-40 1,-40-40 15,-1-40-15,41-40-1,0 0 1,121-120 0,-81 39-1,40 41 1,-40 80 0,-40 40-1,0 0 1,0 41-1,0-1 1,0 0-16,0 40 31,0-80-15</inkml:trace>
  <inkml:trace contextRef="#ctx0" brushRef="#br0" timeOffset="160598.7496">30135 15280 0,'0'0'0,"0"-41"16,80-39 0,81 0 15,-81 80-16,-40 40 1</inkml:trace>
  <inkml:trace contextRef="#ctx0" brushRef="#br0" timeOffset="160908.7321">29734 15921 0,'0'0'0,"40"0"32,0 0-17,0 0 1,40 0-1,-40 0 1,81 0 0,-41 0-1,0-40 1,-40 0-16</inkml:trace>
  <inkml:trace contextRef="#ctx0" brushRef="#br0" timeOffset="161438.6521">30135 15921 0,'0'0'0,"-40"0"0,0 0 0,0 40 15,80-40 17,0 0-17,0 0 1,0-40-16,0 40 15,0 0 1,0 0 0,-40 40 15,0 0-15,0 1-1,-40-41-15,40 40 0,-40-40 16,40 40-16,-40-40 0,40 40 15,-40-40-15,40 40 0,-40 0 0,0-40 0,0 40 16,40 0 0,-41-40-16,41-40 47,0 0-32,41 40-15,39 0 16,-40-40-16,0 40 15,0 0 1,0 0-16,0 0 16,1 0-1,-1 0-15,0 0 16,0 0 0,0-40-1,0 40-15</inkml:trace>
  <inkml:trace contextRef="#ctx0" brushRef="#br0" timeOffset="162178.6093">30777 15360 0,'40'0'63,"-40"40"-63,0 0 16,0 0-16,0 0 15,0 0-15,0 0 0,0 0 0,0 1 16,-40-41-1,40 40-15,0-80 32,40-1-17,0 1-15,0 0 16,0 0-16,1 0 16,-1 40-16,0 0 15,0 0 1,-40 40-1,40-40 1,-40 40-16,0 0 0,0 0 16,40-40-16,-40 41 0,0-1 15,0 0-15,0 0 16,0 0 0</inkml:trace>
  <inkml:trace contextRef="#ctx0" brushRef="#br0" timeOffset="163298.5893">28088 17766 0,'-40'0'31,"121"0"16,-41 0-47,0 0 15,0 0-15,0 0 0,0 0 0,0 0 16,41 0-16,-41 0 16,40 0-16,-40 0 0,40 0 0,-40-40 0,41 40 15,-41 0-15,0 0 0,0 0 0,0-40 0,0 40 16,1 0-16,-1 0 16</inkml:trace>
  <inkml:trace contextRef="#ctx0" brushRef="#br0" timeOffset="163598.5727">28650 17525 0,'0'0'15,"-40"0"-15,40-40 0,-40 40 16,40-40-1,0 80 17,0 0-32,-40 1 0,40-1 15,-40 0-15,40 0 0,0 0 0,0 0 16,-40 0-16,40 0 16,0 0-16,0 0 0,-41 1 0,41-1 15,0 0-15,0 0 16,0 0-16</inkml:trace>
  <inkml:trace contextRef="#ctx0" brushRef="#br0" timeOffset="163878.5563">28971 17445 0,'0'0'0,"40"0"31,1 0-15,-41 40-16,40-40 0,0 40 0,-40 1 0,40-41 15,0 40-15,0 0 16,0 0-16,-40 0 0,40 0 0,1-40 0,-41 40 15,40 0-15,0-40 16,-40 40-16,40-40 0</inkml:trace>
  <inkml:trace contextRef="#ctx0" brushRef="#br0" timeOffset="164128.5451">29533 17445 0,'0'0'0,"-40"0"16,0 0-1,0 0 1,0 80 0,-1 41-1,1-81-15,0 80 16,0-40-16,0-80 15,0 81 1,0-41 0</inkml:trace>
  <inkml:trace contextRef="#ctx0" brushRef="#br0" timeOffset="164598.5131">29573 17766 0,'40'-40'16,"0"40"-16,-40-40 0,41 40 16,39-40-1,-40 40 1,0 0-1,0 0 1,-40 40-16,0 0 31,-40 40-31,0-40 16,40 0-16,-80 0 16,40 41-1,80-81 16,0 0-31,-40 40 16,40-40-16,-40 40 16,0 0-1,-40-40 1,0 0 0,40 40-16,-40-40 0,-1 0 0,1 0 15,0 0-15,0 0 16,0 0-16,0 0 0,40-40 0,-40 40 15,40-40 1</inkml:trace>
  <inkml:trace contextRef="#ctx0" brushRef="#br0" timeOffset="164918.4953">30496 17325 0,'-40'-40'15,"80"80"-15,-80-120 16,0 80-16,0 0 16,40 40-16,-40 0 15,40 0 1,-41 0-16,1 0 0,40 0 0,-40 0 15,40 1-15,0-1 0,0 0 16,0 0-16,0 0 0,0 0 0,0 0 16,40-40-16,-40 40 15,0 0-15,40-40 0,-40 40 0,41-40 16,-1 0 0</inkml:trace>
  <inkml:trace contextRef="#ctx0" brushRef="#br0" timeOffset="165358.4689">30576 17485 0,'0'-40'32,"0"0"-32,40 40 15,41 0 1,-1 0-1,-40 40 1,-40 40 0,-80 1-1,0-1 1,39-40 0,1-40-1,40 40 16,81 0-15,-41-40 0,-40 40-1,-81 0 1,41-40 0,-80 81-1,80-81 1,0 0-16,0 0 15,-1 0-15,41-81 16</inkml:trace>
  <inkml:trace contextRef="#ctx0" brushRef="#br0" timeOffset="165688.4669">31058 17124 0,'-40'0'0,"80"40"47,0 1-47,-40-1 16,40-40-16,-40 40 0,40 0 0,-40 0 0,40-40 15,-40 40-15,0 0 16,0 0-16,0 0 0,0 1 16,0-1-16,-40-40 0,40 40 0,-40 0 15,40 0-15,-40-40 0,40 40 16,-40-40-16,40 40 0,-40-40 0,0 40 16,-1-40-1</inkml:trace>
  <inkml:trace contextRef="#ctx0" brushRef="#br0" timeOffset="166168.3578">31539 17525 0,'0'41'94,"40"-41"-94,1 0 16,-1 0-1,-40-41-15,40 41 0,-40-40 0,40 40 0,-40-40 16,0 0 0,0 0-16,0 0 0,-40 40 15,40-40-15,-40 40 0,0 0 16,-1 0 0,41 40-16,-40-40 0,0 40 0,0 0 15,40 0-15,-40 0 0,0 0 16,40 1-16,0-1 0,0 0 0,0 0 15,0 0 1,40 0-16,0 0 0,0-40 16,0 40-16,0-40 0,1 40 15,-1-40-15,0 0 16,0 0-16,0 0 0,0 0 16</inkml:trace>
  <inkml:trace contextRef="#ctx0" brushRef="#br0" timeOffset="167258.2988">31860 16763 0,'0'-40'140,"0"0"-140,0 0 0,0 0 16,40 40-1,-40-40-15,0 0 16,0 80 62,0 0-62,0 0-16,0 0 0,0 0 15,0 0-15,0 1 16,41-1-16,-41 0 0,0 0 0,0 0 0,0 0 16,0 0-16,40 0 0,-40 0 0,0 0 15,0 1-15,0-1 16,-40-40-16,40 40 0,-41-40 16,41 40-16,-40-40 15,0 0-15,40 40 0,-40-40 16,40-80 15,0 0-15,0 39-16</inkml:trace>
  <inkml:trace contextRef="#ctx0" brushRef="#br0" timeOffset="167448.3462">32021 16362 0,'0'-80'31,"0"160"-31,-40-200 0,0 120 16</inkml:trace>
  <inkml:trace contextRef="#ctx0" brushRef="#br0" timeOffset="171308.0412">32021 16563 0,'40'0'31,"0"40"-15,0-40 31,0 0-32,0 0 17,1 0-32,-1 0 15,-40 40-15,0 0 16,40-40 0,-40 40 15,-40-40-31,40 40 0,0 1 15,-40-1 1,-1 0-16,1-40 16,40 40-16,40-40 62,1 0-62,-1 0 16,0 0-1,-40 40 1,0 0 0,-40-40-16,0 40 15,-1-40-15,1 0 0,40 40 16,-40-40-16,0 0 16,0 0-16,40-40 15</inkml:trace>
  <inkml:trace contextRef="#ctx0" brushRef="#br0" timeOffset="171888.0823">32542 16683 0,'-40'0'16,"40"40"-1,0 0 1,0 1 0,0-1-16,0 0 15,-40 0-15,40 0 16,0 0-16,0-80 47,0 0-16,40 0-31,-40 0 0,0 0 16,0-1-1,40 1-15,1 0 0,-41 0 0,0 0 16,40 40-16,-40-40 15,0 80 32,40-40-47,-40 40 16,0 0-16,0 0 16,0 0-16,0 1 15,0-1 1,0 0-16,0 0 15,40 0 1,0-40 0</inkml:trace>
  <inkml:trace contextRef="#ctx0" brushRef="#br0" timeOffset="172138.0689">32663 16603 0,'0'0'16,"0"-40"0,80 0 15,-40 0-31,0 40 15,41 40 1</inkml:trace>
  <inkml:trace contextRef="#ctx0" brushRef="#br0" timeOffset="172468.05">32141 17365 0,'40'0'31,"0"0"-31,1 0 16,39-40-1,0 0 1,40 0 15,-79 40-31,-1 0 16,-40-40-1</inkml:trace>
  <inkml:trace contextRef="#ctx0" brushRef="#br0" timeOffset="172868.0283">32262 17485 0,'0'0'16,"40"0"-16,0 0 31,80 0-15,-120 40 15,0 1-16,0-1 17,-40-40-32,40 40 0,-40-40 0,40 40 15,40-40 17,0 0-1,0-40-31,0 40 0,1 0 31,-41-40-31,40 40 16</inkml:trace>
  <inkml:trace contextRef="#ctx0" brushRef="#br0" timeOffset="173567.9833">32944 16924 0,'40'0'47,"-40"40"-47,0 0 15,0 0-15,0 0 16,0 0 0,0 0-16,0 1 31,-40-41-31,40-41 47,0 1-47,40 0 15,0 40 1,0-40-16,-40 0 0,40 40 16,0 0-1,1 0 1,-41 40-1,0 0-15,40-40 16,-40 40-16,0 0 16,0 1-16,0-1 15,0 0-15,0 0 32</inkml:trace>
  <inkml:trace contextRef="#ctx0" brushRef="#br0" timeOffset="174907.8329">33465 16162 0,'-40'0'16,"40"40"0,0 0 46,40-40-62,1 40 31,-41 0-15,40-40 0,-40 40-1,0 0-15,40-40 0,-40 41 16,0-1-16,0 0 15,40-40-15,-40 40 0,0 0 16,0 0 0,0 0-16,0 0 15,0 0-15,0 1 16,0-1 0,0 0-16,0 0 31,0 0-31,0 0 15,0 0 1,-40 0-16,40 0 16,0 0-16,-40 1 15,40-1 1,0 0 15,0 0-15,0 0-1,-40-40 1,40 40 0,0 0-1,-41-40-15,41 40 16,0 0 0,-40-40-16,40 41 15,-40-41-15,40 40 16,-40 0-16,40 0 31,-40-40-31,40 40 0,0 0 16,0 0-1,-40-40-15,40 40 16,-40-40 0,40 40-1,-40-40-15,40 40 0,-41 1 16,41-1-1,-40-40-15,40 40 16,-40-40 0,40 40-16,-40 0 15,0 0 1,0 0 0,0 0-1,40 0 1,-40-40-1,40 41 1,-41-41-16,1 0 16,0 0 15,40-41-31</inkml:trace>
  <inkml:trace contextRef="#ctx0" brushRef="#br0" timeOffset="232154.462">7022 18247 0,'40'0'125,"-40"-40"-125,40 40 16,0 0-16,1 0 15,-1 0-15,-40-40 0,40 40 0,0 0 16,0 0-16,-40-40 16,40 40-16,0 0 0,1 0 0,-1-40 15,0 40-15</inkml:trace>
  <inkml:trace contextRef="#ctx0" brushRef="#br0" timeOffset="232414.5037">6902 18568 0,'-40'0'31,"80"0"0,-40-40-31,40 40 0,0 0 16,0 0-16,0 0 16,0 0-16,0 0 0,1 0 0,-1 0 15,0 0 1,0 0-16,0 0 0,0 0 0,0 0 16</inkml:trace>
  <inkml:trace contextRef="#ctx0" brushRef="#br0" timeOffset="233014.4108">9149 17766 0,'0'0'0,"0"40"79,0 0-64,0 0-15,40 0 16,-40 1-16,0-1 0,0 0 15,40 0 1,-40 0-16,0 0 0,0 0 16,0 0-16,0 0 15,0 1-15</inkml:trace>
  <inkml:trace contextRef="#ctx0" brushRef="#br0" timeOffset="233384.3719">8948 18448 0,'0'40'63,"0"0"-47,40-40-1,41 0 1,-41 0-1,0 0-15,40 0 0,-40 0 0,0 0 0,0-40 16,41 40-16,-41-40 0,0 40 16,0-40-16,0 40 0,0-40 0,0 40 0,1-40 15,-1 40-15</inkml:trace>
  <inkml:trace contextRef="#ctx0" brushRef="#br0" timeOffset="234054.3495">9670 18488 0,'-40'40'47,"40"0"-47,-40-40 16,40 40-16,-40-40 15,40 40-15,-40-40 0,40 40 0,-40-40 0,40 41 16,0-1-16,-40-40 16,40 40-16,-40-40 15,80 0 48,0 0-63,0 0 15,0 0 1,0 0-16,0 0 0,0 0 16,1 0-16,-1 0 15,0 0-15,0 0 16,-40-40-16,40 40 0,0 0 31</inkml:trace>
  <inkml:trace contextRef="#ctx0" brushRef="#br0" timeOffset="234474.3853">9590 18568 0,'0'40'125,"40"-40"-110,-40 40 1,0 0 0,40 41-16,-40-41 0,0 0 15,41-40-15,-41 40 16,0 0-16,0 0 15</inkml:trace>
  <inkml:trace contextRef="#ctx0" brushRef="#br0" timeOffset="237304.2147">10874 17926 0,'0'0'0,"-40"0"218,40 41-186,0-1-32,-40-40 15,40 40-15,0 0 16,0 0-16,-40 0 15,40 0 1,-40 0-16,40 0 0,0 1 16,0-1-1,0 0-15,0 0 16,40-40-16,-40 40 16,40-40-1,0 0 32,0 0 141,-40-40-173</inkml:trace>
  <inkml:trace contextRef="#ctx0" brushRef="#br0" timeOffset="237934.1774">11316 18047 0,'0'40'31,"0"0"47,0 0-62,40 0-16,-40 0 0,0 0 16,0 1-16,0-1 0,0 0 15,0 0 1,0 0-16,0 0 0,40-40 16</inkml:trace>
  <inkml:trace contextRef="#ctx0" brushRef="#br0" timeOffset="238914.12">11837 18047 0,'0'0'31,"40"-40"-15,1 40-16,-1 0 31,0 0-31,0 40 15,0-40-15,-40 40 16,0 0 0,-40 40-1,40 0 1,-80-39 15,40-41-15,-1 0-1,1 0 157,40 40-156,-40-40-16,0 0 94,80 0 15,0 0-78,0 0-31,1 0 16,-1 0-16,-40 40 0,40-40 16,0 0-16,-40 40 15,40-40-15,-40 40 31,40-40-31,-40 40 32</inkml:trace>
  <inkml:trace contextRef="#ctx0" brushRef="#br0" timeOffset="239794.0681">12680 18247 0,'0'40'0,"40"-40"359,0 0-343,0 0-1,0 0 1,1 0-1,-1 0-15,0 0 0,0 0 16,0-40-16,0 40 16,0 0-16,0 0 0,1 0 15,-41 40-15,40-40 0,0 0 0,0 0 16,0 0 0,-80 0 93</inkml:trace>
  <inkml:trace contextRef="#ctx0" brushRef="#br0" timeOffset="240353.9767">12961 18007 0,'-40'0'16,"80"0"62,0 0-62,-40 40 30,0 0-30,0 0-16,0 0 0,0 0 16,0 0-16,0 0 15,0 1-15,0-1 0,0 0 0,0 0 16,0 0-16,-40-40 0,40 40 16,0 0-1,0 0-15,40-40 31</inkml:trace>
  <inkml:trace contextRef="#ctx0" brushRef="#br0" timeOffset="242783.8179">13924 18007 0,'-40'0'32,"40"40"-17,0 0 17,-40 0-32,40 0 15,0 0 1,0 0-16,0 0 0,0 1 0,0-1 15,40 0 1,-40 0-16,40-40 0,0 40 16,0-40-1,0 0-15,0 0 16,0 0-16</inkml:trace>
  <inkml:trace contextRef="#ctx0" brushRef="#br0" timeOffset="243003.8033">14205 18247 0,'0'-40'16,"40"40"15,0 0-15,0 0-16,0 0 15,0 0-15,0 0 16,-40-40-16,41 40 0,-1 0 16,-40-40-1</inkml:trace>
  <inkml:trace contextRef="#ctx0" brushRef="#br0" timeOffset="243443.7804">15128 17967 0,'0'-41'16,"0"82"30,-40-41-46,40 40 16,0 0-16,-41-40 0,41 40 0,-40 0 16,0-40-1,40 40-15,-40-40 0,40 40 0,-40-40 16,40 40 0,40-40 30,-40-40-46,40 40 0,40 0 0,-39 0 16,-1 0-16,0 0 16,0 0-16,0 0 0,0 0 15,0 0-15,0 0 0,1 0 32</inkml:trace>
  <inkml:trace contextRef="#ctx0" brushRef="#br0" timeOffset="243703.7615">15128 18047 0,'0'0'0,"-40"0"16,40-40-16,0 80 47,40-40-47,-40 40 0,0 0 0,40-40 0,-40 40 15,0 0-15,40 0 0,-40 0 0,0 1 16,0-1-16,40-40 0,-40 40 16,0 0-16,0 0 0,40-40 15,-40 40 1</inkml:trace>
  <inkml:trace contextRef="#ctx0" brushRef="#br0" timeOffset="244033.8167">15770 17886 0,'0'0'16,"0"-40"-1,40 40 17,0 40-32,0 41 15,-40-41-15,40 0 0,-40 40 16,0 0-1,0-40 1,0 0-16,-40 41 16,0-41-16,0-40 15,-40 0 1</inkml:trace>
  <inkml:trace contextRef="#ctx0" brushRef="#br0" timeOffset="244643.7839">16412 18127 0,'-40'40'15,"80"-80"-15,-121 80 16,122-40 15,-1 0-15,40 0-16,-40 0 0,0 0 15,-40-40-15,40 40 0,-40-40 16,40 40-16,1-40 16,-41 0-16,-41 40 31,1-40-31,0 40 15,0 0 1,0 0-16,0 0 16,0 40-16,0 0 15,40 0-15,-41 0 16,41 0-16,0 0 16,0 0-1,41 0-15,-1 1 0,0-41 16,-40 40-16,40-40 15,0 40-15,0-40 0,0 0 32,0 0-32,1 0 15,-1-40-15</inkml:trace>
  <inkml:trace contextRef="#ctx0" brushRef="#br0" timeOffset="245243.6722">16853 17766 0,'-40'40'0,"80"-40"47,0 0-47,-40-40 16,40 40-16,0 0 0,-40-40 15,41 40-15,-41-40 16,40 40 0,-40-40-1,0 80 48,0 0-48,0 0-15,0 0 16,0 0 0,0 0-16,0 0 0,0 1 15,40-1-15,-40 0 0,0 0 16,0 0 0,-40 0-16,0 0 15,-1-40 1,1 0-16,0 0 31,40-40-31,-40 0 0,40 0 0</inkml:trace>
  <inkml:trace contextRef="#ctx0" brushRef="#br0" timeOffset="245443.6576">17014 17445 0,'0'-40'15,"0"80"-15,0-120 0,0 40 0,0 80 47</inkml:trace>
  <inkml:trace contextRef="#ctx0" brushRef="#br0" timeOffset="246053.6401">17495 17525 0,'0'41'47,"0"-1"-47,0 0 16,40-40-16,-40 40 15,0 0-15,0 0 0,0 0 16,0 0-16,0 0 0,0 0 31,-40-40-31,40-40 31,0-40-15,0 40-16,0 0 16,40 0-16,-40 0 0,40 40 15,-40-40-15,40 40 0,-40-40 0,0 80 63,0 0-48,41-40 1,-41 40-16,40 0 0,-40 0 16,0 0-16,0 0 15,40-40-15,-40 40 0,0 0 16,40-40-16</inkml:trace>
  <inkml:trace contextRef="#ctx0" brushRef="#br0" timeOffset="246463.6732">17455 17525 0,'-40'0'16,"80"0"15,0 0-31,0 0 16,0 0 0,0 0-16,-40-40 0,41 40 0,-1 0 0,0 0 15,0 0 1,0 0-16,-40-40 0,40 40 15</inkml:trace>
  <inkml:trace contextRef="#ctx0" brushRef="#br0" timeOffset="247023.5674">18097 17606 0,'0'-40'0,"40"40"47,0 0-47,-40 40 16,0 0-16,40-40 15,-40 40-15,41-40 0,-41 40 0,0 0 16,0 0-16,0 0 0,0 0 16,0-80 30,0 0-30,0 0 0,0 0-16,40 40 0,-40-40 0,40 40 0,0-40 15,0 40 1,0 0 0,0 0-16,0 0 15,-40 40-15,41-40 16,-41 40-16,0 0 0,40-40 15,-40 40 1,40 0-16,-40 0 0,0 0 16,0 1-1,-40-41 1</inkml:trace>
  <inkml:trace contextRef="#ctx0" brushRef="#br0" timeOffset="247513.5543">19421 17445 0,'0'40'47,"0"0"-47,40 1 0,-40-1 15,40 0-15,-40 0 16,41 0-16,-41 0 0,40 40 0,-40-40 0,0 0 15,0 41-15,0-41 0,0 40 16,0-40-16,0 40 0,-40-40 0,40 41 0,-81-41 16,1 40-16,40-40 15,-40 40-15,-1-40 0,1 41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32:26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4414 2045 0,'-40'0'0,"0"0"31,40-40-15,0 0 15,40 40-15,-40-41-1,40 41-15,0 0 0,0 0 0,0-40 0,0 40 16,1 0-16,-1-40 15,0 40-15,0 0 0,0 0 0,0 0 16,-40 40-16,40-40 16,-40 40-16,0 1 0,40-1 0,-40 0 0,0 40 15,0-40-15,0 40 16,-80-40-16,80 1 0,-40 39 0,0-40 0,0 40 16,0-40-16,40 0 0,-40 0 15,40 0-15,-41 1 0,41-1 16,-40-40-16,121-40 31,-41-1-31,0 1 0,0 0 0,40 0 16,-40 0-16,0 0 0,41 0 15,-41-40-15,0 40 0,0-1 0,40 1 0,-40 0 16,1 0-16,-1 0 16,0 0-16,-40 0 0,40 0 0,0 40 0,-40-40 15,40-1-15,-40 1 0,0 0 16,0 0-1,-40 40 1,0 0 0,0 40-1,0-40-15,0 40 0,-1 0 16,41 1-16,-40-41 0,0 40 0,40 0 16,-40 0-16,40 40 15,-40-40-15,40 0 0,0 0 0,0 1 0,0-1 16,0 0-16,0 0 0,0 0 0,40 0 0,-40 0 15,40-40-15,-40 40 0,40-40 16,-40 40-16,40-40 0,1 40 0,-1-40 0,0 0 16,0 0-1,-40 41-15,40-41 0,0 0 0,0 0 0</inkml:trace>
  <inkml:trace contextRef="#ctx0" brushRef="#br0" timeOffset="440.0207">5858 2406 0,'0'0'16,"-40"-40"-1,80 40 1,41-40 0,79-1-1,-39 82 1,-121 119 15,-121 0-15,81-120-1,0 41 1,80-81 0,80 0-1,41 0 1,-41 0-1,-120 40 17,-200 120-17,-41-39 1,161-81 0,-41-40-1,81-81 1</inkml:trace>
  <inkml:trace contextRef="#ctx0" brushRef="#br0" timeOffset="770.0017">7022 1724 0,'0'0'0,"-160"0"31,-1 160-15,81 81-1,40 40 1,120-81 15,0-120-31,0 1 16,121-41-1,-121-40-15</inkml:trace>
  <inkml:trace contextRef="#ctx0" brushRef="#br0" timeOffset="1179.9233">7223 2125 0,'0'-40'16,"40"40"0,0 0-1,0 40-15,0 0 16,-40 0-16,40-40 0,-40 40 0,41 0 15,-41 1-15,0-1 16,40-40-16,-40 40 0,0 0 0,0 0 16,0 0-1,0-80 17,0 0-32,40 40 0,-40-40 0,40 0 15,0 0-15,0-1 0,0 1 0,0 0 16,1 0-1,-1 40-15,0 0 16,0 0 0,-40 40-16,0 0 15,0 0 1,0 1-16,0-1 0,0 0 0,0 0 16,0 0-16,0 0 15,0 0-15,0 0 0</inkml:trace>
  <inkml:trace contextRef="#ctx0" brushRef="#br0" timeOffset="1469.8869">8427 1804 0,'-41'0'16,"41"40"0,0 0-16,41 41 15,39 159 1,-40-160 0,-40 161-1,-120-81 1,-1-39-1,1-81 1</inkml:trace>
  <inkml:trace contextRef="#ctx0" brushRef="#br0" timeOffset="1719.8715">9189 2205 0,'0'0'0,"40"0"15,0 0 1,40-40 0,81 0-1,40 0 1,-121 0-1,40 40 1</inkml:trace>
  <inkml:trace contextRef="#ctx0" brushRef="#br0" timeOffset="1899.8617">9430 2847 0,'0'40'16,"0"-80"-16,40 80 15,120-120 1,81-81 0,-201 161-16,121-40 31,-121 40-31</inkml:trace>
  <inkml:trace contextRef="#ctx0" brushRef="#br0" timeOffset="42585.3439">11797 1203 0,'0'-41'16,"-40"41"15,40 81-15,0-41-16,0 0 15,0 0-15,0 0 16,0 0-16,0 40 0,0-39 0,0-1 0,0 40 16,0-40-16,0 0 0,0 0 15,0 0-15,0 0 0,0 0 0,0 1 0,0-1 16,40 0-16,-40 0 0,0 0 0,0 0 15,0 0 1</inkml:trace>
  <inkml:trace contextRef="#ctx0" brushRef="#br0" timeOffset="42845.3266">11035 2847 0,'-40'0'32,"80"0"-32,-40 0 15,40-40 1,0 40-16,40 0 0,201-80 31,-201 80-31,1-41 0,159 1 16,-159 40-16,200-40 15,-241 40-15,0 0 0,120-40 16</inkml:trace>
  <inkml:trace contextRef="#ctx0" brushRef="#br0" timeOffset="43205.3065">12279 3088 0,'-40'40'16,"80"-80"-16,-121 80 0,1 0 15,-40 120 1,-41 1 15,1-41-15,39-40-1,121-40 1,41-40 0,-1 0-1,160-40 1,81 0 0,-40 0 15,-81 40-16</inkml:trace>
  <inkml:trace contextRef="#ctx0" brushRef="#br0" timeOffset="43435.2178">12078 3248 0,'0'0'0,"-40"0"0,40-40 0,-40 40 0,40-40 0,-40 40 15,40 80 32,0-40-47,0 0 0,0 0 0,40 0 0,-40 0 16,0 41-16,0-41 0,0 0 16,0 40-16,0-40 0,0 0 0,0 0 0,0 41 15,0-41-15,0 0 16,-40 0-16,40 0 0,0 0 0,0 0 0</inkml:trace>
  <inkml:trace contextRef="#ctx0" brushRef="#br0" timeOffset="45955.0675">13844 1082 0,'-41'0'16,"41"40"-16,-40-40 0,40 40 15,-40 1-15,40-1 16,-40-40-16,40 40 0,-40 0 0,0 0 0,40 0 16,-40 0-16,0 0 15,40 0-15,0 1 0,0-1 0,0 40 16,0-40-16,0 40 0,0-40 16,0 40-16,0 1 0,40-1 0,-40-40 0,0 40 15,0 0-15,80-39 0,-80-1 0,40 40 0,0-40 16,-40 0-16,40-40 15,0 40-15,1-40 0,-41 40 0,40-40 0</inkml:trace>
  <inkml:trace contextRef="#ctx0" brushRef="#br0" timeOffset="46195.1288">14526 1764 0,'-40'0'15,"80"0"-15,-121 40 16,81 0-16,-40 81 31,40 119-15,0-39 0,40-41-1</inkml:trace>
  <inkml:trace contextRef="#ctx0" brushRef="#br0" timeOffset="46515.1112">15288 1804 0,'0'0'15,"0"-40"-15,40 40 16,-40-40-16,40 40 15,1 80-15,-1-40 16,0 0-16,40 81 16,-80 79-1,-160-120 17,79-39-17,162-41 1,-1 0-1,0 40 1,-40-40-16,121 40 16,-121-40-16,0 40 15,120-40 1</inkml:trace>
  <inkml:trace contextRef="#ctx0" brushRef="#br0" timeOffset="46685.0995">16532 2205 0,'40'0'15,"40"-40"17,-39 40-32,79-40 0,-80 0 0,241 40 15,-80-40-15</inkml:trace>
  <inkml:trace contextRef="#ctx0" brushRef="#br0" timeOffset="48664.926">18739 1403 0,'0'-40'16,"-40"80"15,40 0-15,-80 0-16,80 0 0,-40-40 0,-1 41 15,1-1-15,40 0 16,-40 0-16,40 0 0,-40 0 16,40 0-1,40-40 16,0 0-15,0 0-16,1 0 0,39 0 0,-40 0 16,40 0-16,-40 0 15,0 0-15,41 0 0,-41 0 0,0 0 0,0 0 0,40 0 16,-40 0-16,1 0 16,-1 0-16,0 0 0,0 0 0,0 0 15</inkml:trace>
  <inkml:trace contextRef="#ctx0" brushRef="#br0" timeOffset="48904.97">18819 1483 0,'-40'-40'0,"80"80"0,-160-120 31,120 40-31,-40 40 0,40 40 31,0 0-31,0 0 0,0 41 16,0-41-16,0 40 0,0-40 0,0 40 0,0 0 16,0-40-16,0 41 15,0-41-15,0 40 0,0-40 0,0 0 0,0 0 16,0 0-16,0 1 0,0-1 16,0 0-16</inkml:trace>
  <inkml:trace contextRef="#ctx0" brushRef="#br0" timeOffset="49274.8842">19822 1965 0,'-40'0'15,"80"0"-15,41 0 16,39-41-1,-80 1 1,0 40-16,0-80 16,-40 40-16,0 0 15,-40 40-15,0 0 16,-80 40 0,-41 80-1,121-39 1,40-41-16,-40 80 15,40-80-15,40 0 32,-40 0-32,80-40 0,-39 40 0,119-40 31,41-40-31</inkml:trace>
  <inkml:trace contextRef="#ctx0" brushRef="#br0" timeOffset="49704.8679">20464 1162 0,'0'0'0,"-40"0"31,80 0 1,1 0-17,-41-40 1,0 0-16,0 0 16,0 0-16,0 0 15,0 80 16,0 40-15,0-40-16,0 0 0,0 1 0,0-1 0,40 0 16,-40 0-16,0 0 0,0 0 15,0 0-15,0 0 0,0 0 0,40 1 0,-40-1 16,0 0-16,0 0 16,0 0-16,0 0 0,-40 0 15,0-40-15,-1 0 16,1 0-16,40-40 15,-40 40-15,40-40 0,-40 40 0</inkml:trace>
  <inkml:trace contextRef="#ctx0" brushRef="#br0" timeOffset="49924.8336">20625 521 0,'0'0'0,"-40"-40"0,0 40 15,0 0 1,40 40 0</inkml:trace>
  <inkml:trace contextRef="#ctx0" brushRef="#br0" timeOffset="50294.8115">21147 1042 0,'0'40'0,"0"-80"0,-41 160 16,41-79-16,0-1 31,-40 0-31,0 0 16,40 0-16,-40-40 0,40-40 31,80 40-31,-80-80 16,40 40-16,-40-1 0,41 1 0,-41 0 15,0 0-15,0 0 0,40 40 0,0-40 0,-40 0 31,0 120-31,40-80 0,-40 40 16,0 0-16,0 0 16,40 0-16,-40 1 0,0-1 0,0 0 0,0 0 15,40 0-15,-40 0 0,0 0 16,0 0-16,40 0 0,-40 1 0,0-1 16,40-40-16,-40 40 15</inkml:trace>
  <inkml:trace contextRef="#ctx0" brushRef="#br0" timeOffset="50484.8003">21106 922 0,'-40'-40'0,"80"80"0,-120-80 15,80 0 1,80 40-1,-39 0-15,199-40 16,-200 40-16,41 0 0,-1 0 16</inkml:trace>
  <inkml:trace contextRef="#ctx0" brushRef="#br0" timeOffset="50894.7755">22070 1042 0,'0'0'16,"-41"-40"-1,82 80 17,-1 0-17,0 81 1,-40-81-16,0 40 15,0-40-15,0 0 16,40-120 15,0 40-15,0 0-16,0 0 0,-40-1 0,40 41 16,-40-40-16,41 0 15,-41 0-15,40 40 0,0 0 16,-40 40-16,40 0 15,-40 0-15,0 1 16,0-1-16,0 0 0,0 0 0,0 0 0,0 0 16,0 0-16,40-40 15,-40 40-15,0 0 0,0 1 0</inkml:trace>
  <inkml:trace contextRef="#ctx0" brushRef="#br0" timeOffset="51244.7553">23594 802 0,'0'0'16,"40"40"-1,1 120 1,-41-120-16,0 241 15,0-201-15,-41 0 0,-79 161 32,80-161-32,-201 201 15,201-201-15</inkml:trace>
  <inkml:trace contextRef="#ctx0" brushRef="#br0" timeOffset="52476.2089">2287 5253 0,'0'0'0,"0"-40"16,0 0-1,0 0 1,80 0 0,-39 40-16,39 0 0,-40 0 0,0 0 15,0 0-15,0 40 0,0-40 0,1 80 0,-41-40 16,40 0-16,-40 0 0,40 41 15,-40-41-15,0 0 0,0 0 0,0 40 0,0-40 16,-80 0-16,80 0 16,-41 1-16,1-1 0,40 0 0,-40-40 0,40 40 15,-40-40-15,0 0 16,40-40-16,0 0 0,40 0 16,-40-1-16,80-39 15,-80 0-15,40 40 0,1-40 0,-1 0 0,0 39 16,0-39-16,0 40 0,0-40 15,0 40-15,0 0 0,1 0 0,-41-1 0,40 41 16,0 0-16,-40-40 0,40 40 0,0 0 0,0 40 31,-40 41-31,40-81 0,-40 40 0,0 0 16,0 0-16,0 40 0,0-40 16,0 0-16,0 1 0,0-1 0,0 0 0,0 0 15,0 0-15,0 0 16,0 0-16,0 0 0,0 0 0,0 0 0,0 1 15,0-1-15,0 0 0,40-40 0,-40 40 16,41 0-16</inkml:trace>
  <inkml:trace contextRef="#ctx0" brushRef="#br0" timeOffset="52686.1965">3812 5534 0,'-80'-80'16,"80"40"-16,0-41 31,241 1-15,80 40 0,-201 40-1,0 40 1</inkml:trace>
  <inkml:trace contextRef="#ctx0" brushRef="#br0" timeOffset="52866.1863">3772 5935 0,'-40'0'15,"120"-40"-15,40 0 31,41 0-31,80 0 16,-81-1 15,-120 41-31</inkml:trace>
  <inkml:trace contextRef="#ctx0" brushRef="#br0" timeOffset="53300.6865">5497 4892 0,'-40'-40'0,"80"80"0,-160-120 31,80 80-31,40 40 0,-40 40 16,-121 201-1,121-201 1,40 121 0,120-121-1,121-40 1,-120-40 0,-81 0-16,40-40 0,-40 0 0,80-40 15,-120-121 1,-200-80 15,120 201-31,39 40 0,-39 0 31,40 40-31,0 0 0,40 80 16,0 0 0,40 41-1</inkml:trace>
  <inkml:trace contextRef="#ctx0" brushRef="#br0" timeOffset="53499.6328">6179 5654 0,'0'0'0,"-80"80"15,40-39 1,40-1-16,-40 0 0,40 0 15,-80 80 1,-1-80-16,81 0 0,-80-40 16,40 41-16</inkml:trace>
  <inkml:trace contextRef="#ctx0" brushRef="#br0" timeOffset="53740.4414">6821 5053 0,'-40'0'0,"40"40"31,0 80-15,0-40-16,40 121 15,-40-161-15,0 40 0,0-40 16,0 40-16,0 1 0,-40 39 16</inkml:trace>
  <inkml:trace contextRef="#ctx0" brushRef="#br0" timeOffset="53950.4306">7303 5935 0,'0'40'15,"0"0"1,0 0-16,0 0 16,-40-40-1,40 41-15,-40-1 0,0 0 0,-1-40 16,41 40-16,-40-40 0,0 0 0,0 0 0,0 40 15,0-40-15</inkml:trace>
  <inkml:trace contextRef="#ctx0" brushRef="#br0" timeOffset="54385.6667">8266 5374 0,'0'-41'15,"0"82"-15,0-162 16,40 121-16,40 0 15,81 201 1,-121-161-16,-40 40 16,40 0-16,-120 81 15,-40-1 17,79-120-32,41 0 15,41-40 1,119-40-1,41-40 17,-1 0-17</inkml:trace>
  <inkml:trace contextRef="#ctx0" brushRef="#br0" timeOffset="54529.4089">9470 5855 0,'0'40'16,"-40"-40"-16,80 0 47,40 0-31</inkml:trace>
  <inkml:trace contextRef="#ctx0" brushRef="#br0" timeOffset="54709.4">10393 5935 0,'0'0'16,"-40"0"-16,40-40 15,40 40-15,-40-40 0,120 40 16,-80-40-16,121 0 15</inkml:trace>
  <inkml:trace contextRef="#ctx0" brushRef="#br0" timeOffset="55029.3808">11195 5815 0,'-40'0'0,"80"0"31,0 0-15,1 0-16,-1 0 16,0 0-16,0 0 0,0-40 0,0 40 0,0 0 15,0 0-15,1-41 16,-1 41-16,0 0 0,0 0 0,0-40 16,0 40-16,-80 0 62</inkml:trace>
  <inkml:trace contextRef="#ctx0" brushRef="#br0" timeOffset="55449.3558">13763 5133 0,'0'0'15,"0"-40"1,0 0 0,-40 40-16,0 160 31,0 81-15,0-41-1,40-79 1,40-81-1</inkml:trace>
  <inkml:trace contextRef="#ctx0" brushRef="#br0" timeOffset="55669.3409">13723 5133 0,'-40'-40'0,"80"80"0,-120-80 31,120 80-31,40 0 16,-40 0 0,121 161-1,80-81 1,-161-80 0,-40-40-16,80 0 15,-79 0-15</inkml:trace>
  <inkml:trace contextRef="#ctx0" brushRef="#br0" timeOffset="55869.3515">14486 5053 0,'-41'-40'0,"1"40"0,-40 0 32,40 0-32,40 120 15,0 80 16,40 1-15,0-81 0,0-120-1</inkml:trace>
  <inkml:trace contextRef="#ctx0" brushRef="#br0" timeOffset="56059.3188">14927 5454 0,'-40'-40'16,"40"0"-16,80 40 15,81-81 1,-81 81-16,121-40 16,-121 40-16,-40 0 0,0 0 15,80 0-15</inkml:trace>
  <inkml:trace contextRef="#ctx0" brushRef="#br0" timeOffset="56259.3097">16211 4812 0,'-40'0'15,"80"0"-15,-120 0 16,80 80 15,0-40-31,0 0 0,0 1 0,0 39 0,0 0 16,0 0-16,0-40 0,0 41 15,0-1-15,0 0 0,0-40 0,0 0 0,0 40 16</inkml:trace>
  <inkml:trace contextRef="#ctx0" brushRef="#br0" timeOffset="57339.2436">20023 5173 0,'0'0'0,"0"-40"15,0 0 1,40 0 0,-40 0-16,40 40 0,-40-41 0,81 41 0,-41 0 15,0-40-15,0 40 0,40 0 0,-40 0 0,41 0 16,-41 0-16,40 0 0,-40 0 15,40 0-15,-40 0 0,1 0 0,-1 0 0,0 0 16,0 0-16</inkml:trace>
  <inkml:trace contextRef="#ctx0" brushRef="#br0" timeOffset="57529.2368">20224 5614 0,'-40'40'15,"80"-80"-15,-40 80 16,160-120 15,-80 80-31,41 0 0,-41-40 0,201 0 32,-161 0-32,-39 0 0</inkml:trace>
  <inkml:trace contextRef="#ctx0" brushRef="#br0" timeOffset="57889.2116">22431 4732 0,'-40'0'0,"80"0"0,-281-40 16,201 40-16,0 40 15,0-40-15,-121 160 16,161-120-16,0 0 0,0 81 31,40-81-31,161 80 16,-161-120-16,40 0 0,121 0 15,-161 0-15,80-120 32,-80 80-32,-40 0 0,0-81 15,0 81-15,-40 0 0,0 0 0,-80-80 31,-81 80-15,161 40 0,0 0-16,40 40 15,0 0-15,0 0 0,40-40 16,-40 40-16</inkml:trace>
  <inkml:trace contextRef="#ctx0" brushRef="#br0" timeOffset="58069.2211">22872 5213 0,'0'40'16,"0"-80"-16,0 201 15,0-121-15,-40 0 16,0 80 0,-40 0-1,39-80 1,1-40-16</inkml:trace>
  <inkml:trace contextRef="#ctx0" brushRef="#br0" timeOffset="58329.1867">24076 4732 0,'0'0'0,"-121"-80"31,81 120-15,40 160 0,40 121-1,1-241 1,-41 1-16,40-1 15</inkml:trace>
  <inkml:trace contextRef="#ctx0" brushRef="#br0" timeOffset="58519.1756">24638 5454 0,'0'40'31,"-41"0"-31,41 0 15,-40 40 1,0-80-16,-80 80 31,80-39-31,0-41 0,-1 0 0,1 0 16</inkml:trace>
  <inkml:trace contextRef="#ctx0" brushRef="#br0" timeOffset="58819.1582">25641 4852 0,'40'-40'16,"-80"80"-16,120-80 0,-40 40 0,81-40 31,-1 200-16,-160 81 1,0-161 0,40-40-16,-121 41 15,121-41-15,0 0 32,40-40-32,1 0 0,-1 0 0,0 0 15,0 0-15,0 0 0,0 0 0,0 0 0,0 0 16,1 0-16,-1 0 15</inkml:trace>
  <inkml:trace contextRef="#ctx0" brushRef="#br0" timeOffset="58989.145">26724 5494 0,'0'0'0,"-40"40"0,0 0 15,0 0 1,0 40 15,0-40-31,40 1 0,-41-1 31,1-40-31</inkml:trace>
  <inkml:trace contextRef="#ctx0" brushRef="#br0" timeOffset="59459.1174">27808 4571 0,'80'-120'15,"-40"120"-15,0-40 0,80 40 16,-79 0-16,-1 0 15,0 0-15,40 40 16,-40 80 15,-40-39-31,0-41 0,-80 80 32,40-80-32,40 0 0,-40 0 15,0 0-15,40 1 16,40-1-16,40-40 0,-40 40 15,0-40-15,81 80 32,-81-40-32,-40 0 0,-121 121 31,-160-1-15,-80-40-1,40-120 1,281 0-16</inkml:trace>
  <inkml:trace contextRef="#ctx0" brushRef="#br0" timeOffset="61032.9115">1244 7579 0,'0'0'0,"0"-40"0,0 0 16,0 0-1,0 0-15,0 0 0,0 0 0,0 0 16,80 40 0,-80-41-16,40 41 0,0 0 15,1 41-15,-1 39 16,0-80 0,-40 40-16,40 0 0,-40 40 0,0-40 0,40 0 15,-40 1-15,0-1 0,0 0 16,0 40-16,0-40 0,0 0 0,0 0 15,-40-40-15,40 40 16,0-120 0,40 40-1,-40 0-15,40 0 0,0 0 0,0 0 0,-40-41 16,41 41-16,-1 0 0,0 0 0,0 0 0,0 40 16,0-40-16,0 40 15,0 0-15,1 0 0,-1 0 0,0 0 16,0 40-16,-40 0 15,0 0-15,0 0 16,0 0-16,0 1 16,0-1-16,-40 0 0,40 0 15,0 0-15,0 0 16,0 0-16,80-40 16</inkml:trace>
  <inkml:trace contextRef="#ctx0" brushRef="#br0" timeOffset="61222.9003">2648 7619 0,'-40'-40'16,"80"80"-16,-80-120 16,80 40-16,41 0 0,-1 0 15,-40 0-15,80 0 16,-39 40-16,119-81 15,-79 81 1</inkml:trace>
  <inkml:trace contextRef="#ctx0" brushRef="#br0" timeOffset="61402.8905">2809 7860 0,'0'0'0,"-40"0"31,80 0-15,80-40-1,-40 40-15,-39 0 0,79-40 16,-80 40-16,121-80 0</inkml:trace>
  <inkml:trace contextRef="#ctx0" brushRef="#br0" timeOffset="61752.8685">4173 7258 0,'-80'0'16,"160"0"-16,-361 81 15,241-41-15,0 0 16,0 40-1,40-40-15,40 0 16,0 0-16,81 1 16,119-1-1,-39-161 1,-121 1 15,-80 40-31,0 40 0,-120-81 31,40 121-31,39-40 0,1 40 16,0 0-16,0 0 16</inkml:trace>
  <inkml:trace contextRef="#ctx0" brushRef="#br0" timeOffset="62042.8538">4976 7058 0,'-40'0'16,"80"0"-16,-80-40 0,40 0 15,-41 0 1,41 80 0,0 0-1,41 120 1,39-80 0,-80-39-16</inkml:trace>
  <inkml:trace contextRef="#ctx0" brushRef="#br0" timeOffset="62172.847">4936 8020 0,'-41'0'16,"82"0"-16,-162 81 15,121-41-15,-80 0 16,-40 80 15,79-40-31,1-80 0</inkml:trace>
  <inkml:trace contextRef="#ctx0" brushRef="#br0" timeOffset="63152.7859">7303 8020 0,'-40'0'0,"80"0"0,-120 0 32,80-40-32,0 0 15,40 0 1,120 0 0,1 80 15,-81 0-31,-80 121 31,-120 39-15,80-160-16,-161 81 15,161-81-15,0 0 16,80-120-16,0 40 31,281-161-15,-281 161-16,201-121 15,-201 121-15,0 0 0,40-40 32,-39 0-17,-122 80 1,-79 80 0,39 80 15,81-119-31,40 39 0,-40-40 0,40 120 31,40 1-15,121-41-1,-81-80 1,0-40-16</inkml:trace>
  <inkml:trace contextRef="#ctx0" brushRef="#br0" timeOffset="63552.8385">8547 8341 0,'0'0'0,"0"-40"15,80 40-15,-80-40 32,80 40-32,-39 0 15,-1 0-15,0 40 16,-40 0-16,0 0 0,0 1 31,-40-1-31,-41 40 16,41-80-16,40 40 15,0 0 1,0 0 0,40-40-1,-40 40 1,0 0-1,-120 121 1,-81-41 0,121-80-1,0 0-15,0-40 0,40 0 0,-1 0 32,41-40-32,0-40 0</inkml:trace>
  <inkml:trace contextRef="#ctx0" brushRef="#br0" timeOffset="63852.785">9630 7900 0,'0'0'0,"-40"0"0,0 0 16,40-40-16,-40 40 0,-80 0 16,79 0-16,-39 120 15,80-80-15,0 1 0,0 79 32,0-40-32,161 81 15,-121-121-15,0 0 0,0 0 16,201 120-1,-161-160 1,-40 0-16</inkml:trace>
  <inkml:trace contextRef="#ctx0" brushRef="#br0" timeOffset="64132.8062">10593 7860 0,'40'0'15,"-40"80"17,41-40-32,-41 0 0,0 1 0,0 119 15,-121-40 17,81-120-32,0 0 0,-121-40 31,121 0-31,40 0 0,-40-40 15,40 40-15,0-41 16,0 41-16,40-40 16,41 40-1,-41 40-15,80 0 16,-80 0-16</inkml:trace>
  <inkml:trace contextRef="#ctx0" brushRef="#br0" timeOffset="64412.788">11155 7740 0,'40'0'16,"0"0"0,81 80 15,-81-40-31,-40 0 0,80 121 31,-80-121-31,0 0 0,-80 80 16,40-80-16,-81 121 15,81-161-15,0 40 0,-40 0 16,40-40-16</inkml:trace>
  <inkml:trace contextRef="#ctx0" brushRef="#br0" timeOffset="64632.6989">12359 7980 0,'0'0'0,"0"-40"15,0 0 1,120 0-1,-80 0-15,41 40 16,-41 0-16,120-40 16,-79 40-1,-1 0-15</inkml:trace>
  <inkml:trace contextRef="#ctx0" brushRef="#br0" timeOffset="64812.7635">12439 8381 0,'0'0'0,"-40"0"0,120-40 15,1 40 1,159-40 0,-119 0-1,-41 40 1</inkml:trace>
  <inkml:trace contextRef="#ctx0" brushRef="#br0" timeOffset="65172.6712">13924 7499 0,'0'-40'0,"0"80"0,-40-80 0,-81-40 31,81 80-31,40 40 31,40 0-31,-40 0 16,0 0-16,81 0 0,-81 41 15,0-41-15,0 0 0,40 0 0,-40 40 0,40-40 16,-40 0-16,0 0 0,0 0 0,40 1 0,-40-1 16,0 0-16,0 0 15,0 0-15,0 0 0,0 0 0</inkml:trace>
  <inkml:trace contextRef="#ctx0" brushRef="#br0" timeOffset="65392.732">13603 8542 0,'0'0'0,"0"40"15,-40-40-15,80 0 31,40 0-31,-40 0 16,0-40-16,0 40 0,1 0 0,39 0 0,-40 0 16,0 0-16,0 0 0,0 0 0,0 0 0,1 0 15,-1 0 1,0 0-16,0-40 0</inkml:trace>
  <inkml:trace contextRef="#ctx0" brushRef="#br0" timeOffset="65812.7047">14165 8943 0,'-41'0'15,"1"0"48,0 0-63,0 40 16,0-40-16,40 40 15,-40-40-15,0 40 0,40 0 0,-40 0 0,-1 1 16,41-1-16,-40 0 15,40 0-15,40-40 32,41 0-32,-41 0 15,0 0-15,40 0 0,-40 0 0,0 0 16,1 0-16,-1 0 0,0 0 16,0 0-16,0 0 0,0 0 0,0 0 0,0 0 15,1 0-15,-1 0 16,0 0-16,-40-40 0</inkml:trace>
  <inkml:trace contextRef="#ctx0" brushRef="#br0" timeOffset="66012.6927">14245 8903 0,'-40'0'0,"0"0"0,-1 0 16,41 80-1,0-40-15,-40 80 32,40-79-32,0-1 0,0 120 15,0-120-15,-40 80 16,40-79-16</inkml:trace>
  <inkml:trace contextRef="#ctx0" brushRef="#br0" timeOffset="71632.2849">15730 7539 0,'0'-40'16,"-41"40"-16,1 0 16,0-40-16,0 40 15,0 0 17,40 40-32,-40 0 0,0 0 0,40 41 15,-40-41-15,-1 0 0,41 40 16,-40 0-16,0 0 0,40-40 0,-40 41 0,40-41 15,0 40-15,-40-40 16,40 0-16,0 0 0,0 0 0,40 1 0,-40-1 16,40 0-16,0 0 0,0-40 0,1 0 0,-1 40 15,40-40-15,-40 0 0,0 0 16</inkml:trace>
  <inkml:trace contextRef="#ctx0" brushRef="#br0" timeOffset="71872.2827">16251 7780 0,'0'0'0,"40"0"32,-40 40-17,40 160 1,-40-159-16,-40 119 31,40-120-31,-40 0 0,0 81 16,40-81-16</inkml:trace>
  <inkml:trace contextRef="#ctx0" brushRef="#br0" timeOffset="72182.2723">16773 7820 0,'0'0'16,"0"-40"-1,200 80 1,-159-40-16,79 120 16,-80-80-16,-40 0 15,0 41 1,-201 39-1,81-40 1,80-80 0,160 0 15,41-40-31,80 40 31,-81 0-31</inkml:trace>
  <inkml:trace contextRef="#ctx0" brushRef="#br0" timeOffset="72382.2616">17936 8141 0,'0'-40'15,"0"80"-15,41-161 16,39 81-16,-40 40 0,161-40 31,-1 40-31,-39-40 16,-1 40-16,-120 0 0</inkml:trace>
  <inkml:trace contextRef="#ctx0" brushRef="#br0" timeOffset="72712.2963">19702 7660 0,'0'0'0,"0"-41"15,-40 41 1,40 41-1,-161 79 1,121-80-16,-40 80 16,40-80-16,40 41 31,40-41-31,80-40 16,161 0-1,40-81 16,-240 41-31</inkml:trace>
  <inkml:trace contextRef="#ctx0" brushRef="#br0" timeOffset="72962.2384">19782 7940 0,'0'-40'31,"0"80"-31,0-120 0,0 40 16,0 80 15,-40 0-31,40 0 0,0 0 0,0 0 16,0 1-16,0-1 0,0 0 15,0 0-15,-40 0 0,40 0 0,0 0 0,0 0 16,0 0-16,80 1 15,-80-1-15,40-40 0,-40 40 0,41-40 0,-41 40 16</inkml:trace>
  <inkml:trace contextRef="#ctx0" brushRef="#br0" timeOffset="73272.2071">20826 7619 0,'40'-40'15,"-80"80"-15,120-80 0,-40 40 16,-40 40-16,40 1 15,0 119 1,-120 121 0,-40-81-1,-81-79 1</inkml:trace>
  <inkml:trace contextRef="#ctx0" brushRef="#br0" timeOffset="73552.2472">21869 7820 0,'40'-40'0,"0"40"16,40-40 0,-39 40-16,-1-40 0,0 40 0,120-40 15,-39 40 17,-41 0-32,-40-41 15</inkml:trace>
  <inkml:trace contextRef="#ctx0" brushRef="#br0" timeOffset="73732.2384">22070 8101 0,'-41'0'0,"82"0"0,-82-40 16,162-1-1,-81 41-15,80-40 16,-39 40-16,199 0 15,-159 0 1,39 40 0</inkml:trace>
  <inkml:trace contextRef="#ctx0" brushRef="#br0" timeOffset="78041.9843">24357 7018 0,'0'-40'47,"0"0"-31,0 0-16,40 40 31,0 0-31,0 0 0,0 0 16,0 0-16,0 0 0,1 0 0,-1 0 0,0 0 15,0 0-15,0 0 16,-40 40-16,0 0 16,0 0-1,0 0-15,-40 0 0,40 0 16,-40 0-16,40 0 15,-80-40-15,80 40 0,-41-40 0,1 41 0,0-1 16,0-40-16,40 40 0,-40-40 0,0 40 0,0 0 16,0 0-1,-1 0-15,41 0 0,-40 0 16,40 1-16,0-1 16,0 0-16,81-40 15,-81 40-15,80-40 16,-40 0-16,0 0 15,0 0-15,0 0 16,0 0-16,-40-40 0,41 40 0,-1 0 16,-40-40-16,0 0 0,0-1 0,0 1 15,0 0-15,-40 40 16,40-40-16,-41 0 0,41 0 0,-40 0 0,0 40 16,0-40-16,0 0 0,0-1 15,0 41-15,0-40 0,-1 0 0,1 40 0,0-40 16,0 40-16,0-40 15,0 0-15,0 40 0,40-40 16,0 0 0,40 40-16,0 0 15,0-40-15,0 40 0,0 0 0,0 0 0,1 0 16,-1 0-16,0 0 16,0 0-16,0 0 0,0 40 0,0-40 15</inkml:trace>
  <inkml:trace contextRef="#ctx0" brushRef="#br0" timeOffset="78411.9597">23755 8221 0,'-40'40'16,"80"-80"-16,0 80 16,80-80 15,161 40-16,-160 0 1,240 40 0,-161-40-16,1 0 31,-121 0-31,-40 0 0</inkml:trace>
  <inkml:trace contextRef="#ctx0" brushRef="#br0" timeOffset="78821.8634">24557 8462 0,'0'0'16,"-40"0"-1,40 40 1,-40-40 0,-80 80-1,-41-40 1,1 40 15,79-40-15,122 0-1,79-40 1,0 0 0,81 0-1,120 41 1,-120-41 0,-81 0 15</inkml:trace>
  <inkml:trace contextRef="#ctx0" brushRef="#br0" timeOffset="79081.9203">24557 8542 0,'-80'0'15,"160"0"-15,-160-40 16,40 40-16,40-40 15,0 80 1,0 40 0,0-40-1,40 120 1,-80 81 0,40-80 15,-40-81-16,80-80-15</inkml:trace>
  <inkml:trace contextRef="#ctx0" brushRef="#br0" timeOffset="80301.7904">26283 7940 0,'40'0'125,"40"0"-110,-40 0-15,0 0 0,1 0 0,-1 0 16,0 0-16,0 0 0,0 0 16,0 0-16,0 0 0,0 0 0,1 0 0,-1 0 15,0 0 1</inkml:trace>
  <inkml:trace contextRef="#ctx0" brushRef="#br0" timeOffset="80501.761">26363 8301 0,'-40'0'0,"80"0"0,-120 40 16,40-40-16,80 0 15,40 0 1,-40 0-16,0 0 0,41 0 0,-41 0 16,40-40-16,-40 40 0,0 0 15,0 0-15,41 0 0,-41 0 0</inkml:trace>
  <inkml:trace contextRef="#ctx0" brushRef="#br0" timeOffset="86951.3818">28129 7579 0,'-41'0'0,"1"0"0,40-40 63,40 40-63,-40-40 0,41 40 15,-1-40-15,0 40 0,-40-40 0,40 40 16,0 0-16,0-40 16,0 40-16,0 0 15,1 0-15,-1 40 16,-40 0-16,40-40 0,-40 40 0,0 0 15,0 0-15,0 0 0,0 1 0,0-1 0,-40 0 16,40 0-16,-40 0 16,40 0-16,-41 0 0,1 0 0,0-40 0,0 40 15,0-40-15,0 40 0,0 1 16,0-41-16,-1 0 0,41 40 0,41-40 62,-1 0-62,-40-40 16,40 40-16,0 0 0,0 0 0,0 0 16,0 0-16,0 0 15,1 0-15,39-41 0,-40 41 0,40 0 0,-40 0 16,0 0-16,41 0 0,-41 0 16,40 0-16,-40 0 0,0-40 0,1 40 0,-1 0 15,0 0-15,0-40 16,0 40-16,0 0 0,0 0 0,0-40 15,-40 80 48,-40-40-47,40 40-16,-40-40 15,0 0-15,40 40 16,-40-40-1</inkml:trace>
  <inkml:trace contextRef="#ctx0" brushRef="#br0" timeOffset="88861.2843">1164 9705 0,'0'40'16,"0"-80"46,0 0-30,40 40-17,-40-40-15,40 40 16,0 0-1,-40-40-15,40 40 0,0 0 0,0 0 16,1 0-16,-1 0 16,-40 40-1,0 0-15,40 0 0,-40 0 0,0 0 16,0 0-16,0 0 16,0 0-16,0 1 0,0-1 0,-80 0 0,80 0 15,-41 0-15,41 0 0,-40 0 16,40 0-16,0 0 0,-40-40 0,40 40 15,0-80 17,40 40-32,-40-40 0,40 0 15,-40 0-15,41 0 0,-41 0 16,40 0-16,0 0 0,-40 0 0,40-41 0,0 41 16,0 0-1,-40 0-15,40 0 0,0 40 0,-40-40 0,41 40 16,-41-40-16,40 40 0,0 0 15,-40-40-15,40 40 0,0 0 16,0 0-16,-40 40 16,0 0-1,40-40-15,-40 40 0,0 0 0,0 0 16,0 0-16,0 0 16,0 0-16,0 1 0,0-1 0,0 0 15,-40 0-15,40 0 16,0 0-16,0 0 0,0 0 15,0 0-15,40 0 16,0-40-16,1 0 16</inkml:trace>
  <inkml:trace contextRef="#ctx0" brushRef="#br0" timeOffset="89111.2524">2408 9905 0,'0'0'0,"-41"0"0,41-40 32,0 0-32,41 40 0,-41-40 0,40 40 15,0 0-15,0-40 0,0 40 16,0-40-16,0 40 0,0 0 0,1-40 0,-1 40 15,0 0-15,0 0 0,0 0 16,0 0-16,0 0 16</inkml:trace>
  <inkml:trace contextRef="#ctx0" brushRef="#br0" timeOffset="89341.3156">2568 10186 0,'0'0'16,"-40"0"-1,40-40 1,40 40 0,0-40-16,0 40 0,81-40 31,-81 40-31,0 0 15,0 0-15,0-40 0,0 40 16</inkml:trace>
  <inkml:trace contextRef="#ctx0" brushRef="#br0" timeOffset="89801.2864">3371 9504 0,'0'-40'31,"0"80"32,0 0-48,0 1-15,0-1 0,40 0 16,-40 0-16,0 0 0,0 0 16,0 0-16,0 0 15,0 0-15,0 1 0,-40-1 16,40 0-16,0 0 16,-41 0-16,41 0 0,0 0 15</inkml:trace>
  <inkml:trace contextRef="#ctx0" brushRef="#br0" timeOffset="90291.183">4133 9424 0,'-40'0'32,"40"-40"77,0 0-109,0 0 31,0 80 1,0 0-32</inkml:trace>
  <inkml:trace contextRef="#ctx0" brushRef="#br0" timeOffset="90531.17">4013 10186 0,'-40'40'16,"80"-80"-16,-121 80 15,81 0-15,0 0 16,0 41 0,0-41-16,0 40 15,-40-40-15,40 0 0,-40 40 32,0-80-32,0 41 0</inkml:trace>
  <inkml:trace contextRef="#ctx0" brushRef="#br0" timeOffset="91771.0953">6741 10066 0,'-40'0'16,"40"-40"-1,0 0 48,80 40-63,-40-40 0,1 40 15,-1 0-15,0 0 16,0 0-16,0 0 0,-40 40 16,40-40-16,-40 40 0,0 0 15,0 0-15,0 0 0,0 0 0,-40 0 16,40 0-1,-40 0-15,0 1 0,0-1 0,40 0 16,-40-40-16,40 40 0,-41-40 0,41 40 16,-40-40-16,80-80 31,41 40-15,-81 0-16,40-1 0,0 1 0,0 0 0,0 0 15,0 0-15,0 0 0,1 40 16,-1-40-16,0 0 0,0 40 0,0-40 0,0 0 15,0 40-15,-40-41 0,41 41 0,-41-40 16,40 40 0,-40-40-16,-40 40 31,40 40-15,-41-40-16,41 40 15,-40 1-15,0-1 0,0-40 0,40 40 0,-40 0 16,40 0-16,-40 0 0,40 0 15,-40 0-15,40 0 0,0 0 0,0 1 0,0-1 16,0 0-16,0 0 0,40-40 0,-40 40 16,40-40-16,-40 40 15,40-40-15,0 0 0,0 40 0,0-40 16,1 0-16</inkml:trace>
  <inkml:trace contextRef="#ctx0" brushRef="#br0" timeOffset="92351.0744">8065 10427 0,'0'0'16,"0"-40"0,41 0 15,119-1-16,-80 1-15,-40 40 0,1 0 16,-41 40 0,-121 161 15,121-161-31,-80 0 0,40 40 31,0-80-31,80 0 16,40 0-1,-40 0-15,0 0 0,0 0 0,1-40 16,-1 40-16,0 0 0,-40 40 16,0 1-1,0-1-15,0 0 0,0 0 0,0 0 16,-80 0-16,39 0 16,1 0-16,0 0 0,0-40 0,0 40 0,0-40 15,0 41-15,0-41 16,-1 0-16,41 40 0,-40-40 0,0 0 0,0 0 15,40-81-15,-40 81 0,40-40 0,-40 40 0,40-40 16,0 0-16,0-40 0,0 40 16,80 0-16</inkml:trace>
  <inkml:trace contextRef="#ctx0" brushRef="#br0" timeOffset="92811.0324">9229 9865 0,'-40'-40'15,"0"40"1,40 40-1,-40-40 1,40 81-16,0-41 16,0 0-16,0 40 15,0-40-15,0 0 0,0 0 0,0 0 0,0 0 16,0 41-16,0-41 0,0 0 16,40 0-16,-40 0 0,0 0 0,40-40 15,-40 40-15,40-40 16,0 0-16,0 0 0</inkml:trace>
  <inkml:trace contextRef="#ctx0" brushRef="#br0" timeOffset="93101.0156">9711 10026 0,'0'0'0,"0"-40"16,0 0 0,0 80-1,0 120 17,0-120-32,0 40 0,0-40 0,40 1 15,-40-1-15,40 80 16,-40-80-16,0 0 15,0 0-15</inkml:trace>
  <inkml:trace contextRef="#ctx0" brushRef="#br0" timeOffset="93420.9967">10232 9785 0,'40'0'31,"41"0"-16,-41 0-15,0 0 0,0 80 0,0-80 16,-40 40-16,40 1 0,-40-1 16,0 0-16,40 40 0,-40-40 0,0 0 0,0 40 15,-40-40-15,40 1 16,-80 39-16,40-40 0,0 0 0,0 0 0,-1 0 16,1 0-16,0 0 0,0 41 15,0-81-15,0 40 0,0 0 0</inkml:trace>
  <inkml:trace contextRef="#ctx0" brushRef="#br0" timeOffset="93750.9771">11356 10266 0,'-40'0'16,"80"0"-1,-40-40 1,80 40-16,-40 0 0,0 0 15,0 0-15,41-40 0,-41 40 0,0 0 0,40 0 16,-40 0-16,41 0 0,-41 0 0,0 0 0,0 0 16,0 0-16,0 0 15,0 0-15</inkml:trace>
  <inkml:trace contextRef="#ctx0" brushRef="#br0" timeOffset="93951.0414">11556 10708 0,'-80'0'15,"160"0"-15,-120 0 16,161-41 0,-81 41-16,241 0 15,-241 0-15,40-40 0,-40 40 16,40-40-1,-39 40-15,-1 0 0,0-40 0</inkml:trace>
  <inkml:trace contextRef="#ctx0" brushRef="#br0" timeOffset="94231.0243">13121 10106 0,'-40'-40'0,"0"0"0,40 0 32,0 0-17,0 80 1,0 40 0,40 0-1,-40 121 1,40-161-16,-40 160 15,0-160-15,0 0 0,0 41 16</inkml:trace>
  <inkml:trace contextRef="#ctx0" brushRef="#br0" timeOffset="94470.9371">12800 10948 0,'-40'0'16,"80"0"-16,-120 0 15,80-40-15,80 40 16,41-40-16,240 0 31,-80 0-15,-161 40-1,-80-40 1</inkml:trace>
  <inkml:trace contextRef="#ctx0" brushRef="#br0" timeOffset="94800.9907">13723 11229 0,'-120'0'32,"240"0"-32,-280 0 0,120 0 0,-1 0 0,1 80 31,0-40-31,0 0 0,0 0 16,40 1-16,-80-1 15,40 0 1,80 0-1,120-40 1,-120 0-16,41 0 16,-41 0-16,200-40 15,41 0 17,-241 40-32,1 0 0</inkml:trace>
  <inkml:trace contextRef="#ctx0" brushRef="#br0" timeOffset="95050.9227">13844 11309 0,'-41'-40'16,"82"80"-16,-122-120 15,81 120 16,0 0-15,0 0-16,0 0 0,0 0 16,0 1-16,0-1 15,0 0-15,0 0 0,40 0 0,-40 0 0,0 0 16,0 0 0,0 0-16,0 0 0,0 1 0</inkml:trace>
  <inkml:trace contextRef="#ctx0" brushRef="#br0" timeOffset="95430.9537">15088 10186 0,'-41'0'0,"82"0"0,-202 0 31,161 40-31,-80 0 15,0 81-15,39 159 32,1 41-17,80-200 1,-40-41-16,161 80 16,-121-160-16,0 40 0,40 0 15,1-40-15</inkml:trace>
  <inkml:trace contextRef="#ctx0" brushRef="#br0" timeOffset="95700.9377">15689 10587 0,'0'0'15,"0"-40"-15,0 0 32,0 80-17,0 121 1,0-121-16,0 200 31,0-200-31,0 0 0,0 121 16,0-121-16,0 0 15</inkml:trace>
  <inkml:trace contextRef="#ctx0" brushRef="#br0" timeOffset="96060.9169">16131 10547 0,'40'-40'15,"-80"80"-15,240-120 32,-159 80-32,79 0 15,-80 40-15,0 40 16,-40 41 0,-80-81-16,-40 80 15,79-120-15,1 40 0,40 0 16,-160 40-1,160-40 1,40-40 0,40 0-1,0 0 17,1 0-32,-1 0 31,-40 0-31</inkml:trace>
  <inkml:trace contextRef="#ctx0" brushRef="#br0" timeOffset="96520.8147">17294 10748 0,'-40'0'15,"0"40"-15,120-40 32,-39 0-32,-1 0 15,0 0-15,0 0 16,0 0-16,40 0 0,-40-40 0,41 40 0,-41 0 16,40-40-16,-40 40 0,40 0 15,-39 0-15,-1 0 0,0-41 0,0 41 0,0 0 16,0 0-1,-80 0 1,0 0 0,0 41-16,0-41 15,0 0-15,-1 0 32</inkml:trace>
  <inkml:trace contextRef="#ctx0" brushRef="#br0" timeOffset="97270.7696">18739 10306 0,'40'0'31,"-40"41"16,-40-41-47,0 40 0,0 0 0,0-40 15,0 40-15,-1 0 16,1-40-16,0 40 0,0 0 0,40 0 0,-40-40 0,0 40 16,40 1-1,0-1-15,40-40 16,0 0-16,40 0 0,-40 40 15,1-40-15,-1 0 0,0 0 16,0 0-16,0 0 0,0 0 0,0 0 0,0 0 16,1 0-16,-1 0 15,0 0-15,0 0 0,0 0 0,0 0 16,0 0-16</inkml:trace>
  <inkml:trace contextRef="#ctx0" brushRef="#br0" timeOffset="97530.755">18940 10387 0,'-40'-40'16,"80"80"-16,-121-121 16,41 81-16,40 41 15,0 39 1,0-40-16,0 0 15,0 0-15,40 0 0,-40 0 0,0 0 0,0 1 16,0-1-16,0 40 0,0-40 0,0 0 0,0 0 16,0 40-16,0-40 15,0 1-15,-40-1 0,40 0 0,0 0 0,0 0 16,0 0 0,81-40-16</inkml:trace>
  <inkml:trace contextRef="#ctx0" brushRef="#br0" timeOffset="97960.8046">19702 10788 0,'0'0'16,"120"-40"-1,41 40 1,-161-40-16,40 40 16,0-41-1,-40 1 1,-80-40 0,-81 40 15,121 40-31,-80 120 15,120-80 1,0 121 0,40-1 15,0-39-15,121-41-1,-121-80 1,0 0-16,0-40 0</inkml:trace>
  <inkml:trace contextRef="#ctx0" brushRef="#br0" timeOffset="98770.6808">20585 10066 0,'-40'0'0,"80"0"47,0 0-31,0 0-1,0 0-15,0 0 16,0 0 0,1 0-16,-41-40 0,40 0 15,-40 0 1,40-1-16,-40 1 0,0 0 15,0 0-15,0 0 0,-40 40 0,40-40 16,0 80 31,0 0-47,0 0 16,0 0-16,0 0 15,0 1-15,0-1 0,0 0 0,0 0 16,0 0-16,0 0 0,0 0 0,0 0 15,0 0-15,0 0 16,0 1-16,0-1 0,-40-40 0,40 40 0,-41-40 16,41 40-16,-40-40 0,0 0 15,0 0-15,0 0 0,0 0 16,40-40 0,-40 40-16,40-40 0</inkml:trace>
  <inkml:trace contextRef="#ctx0" brushRef="#br0" timeOffset="98960.6722">20826 9544 0,'-41'-40'16,"82"80"-16,-82-160 15,82 120 1,-1 0-16,40 0 0</inkml:trace>
  <inkml:trace contextRef="#ctx0" brushRef="#br0" timeOffset="99410.6828">21508 9705 0,'-40'0'16,"-1"0"-1,41 80 1,-40-40-16,40 0 0,-40 81 31,40-81-31,0 0 0,-40 0 16,40 0-1,0-80 1,40 0 0,81-121-1,-41 121 1,0-40 0,-80 120 15,0 0-16,0 0-15,0 1 16,0 119 0,0 0 15,0-120-31</inkml:trace>
  <inkml:trace contextRef="#ctx0" brushRef="#br0" timeOffset="99600.707">21427 9825 0,'-80'-40'16,"160"80"-16,-200-80 0,120 0 0,0 0 0,40 40 15,201-40 1,80 0-1,-241 40-15</inkml:trace>
  <inkml:trace contextRef="#ctx0" brushRef="#br0" timeOffset="100020.6098">22350 9504 0,'41'0'15,"-1"0"17,0 0-32,0 40 15,0 1 1,-40-1-16,40 0 0,-40 0 0,40 0 16,-40 0-16,40 0 15,-40 0-15,0 0 0,0 1 0,0-1 0,0 40 16,0-40-16,0 40 0,0-40 0,-40 40 0,40-39 15,-40 39-15,0 0 0,0-40 16,0 40-16,-40 1 0,39-1 0,-39-40 0,40 40 16,-40 0-16,0-40 15,-1 41-15,1-41 0,0 0 0,-1 40 0,1-80 16,40 40-16,-40-40 0,40 40 16</inkml:trace>
  <inkml:trace contextRef="#ctx0" brushRef="#br0" timeOffset="101320.53">23153 10427 0,'40'0'47,"0"0"0,0 0-31,0 0-16,1 0 0,39 0 0,0 0 15,-40 0-15,40 0 0,-39-40 16,39 40-16,-40 0 0,0-40 0,0 40 15</inkml:trace>
  <inkml:trace contextRef="#ctx0" brushRef="#br0" timeOffset="101530.5358">23193 10708 0,'0'0'0,"-40"0"0,0 0 31,200 0-15,41-41-1,-81 1 17,-80 40-32</inkml:trace>
  <inkml:trace contextRef="#ctx0" brushRef="#br0" timeOffset="101820.5003">24036 10026 0,'0'0'0,"-40"-80"16,40 39-1,0 1 1,0 80-1,-41 41 1,1-1 0,40 0-1,-40 80 1,40 1 0,0-81 15,0-40-31</inkml:trace>
  <inkml:trace contextRef="#ctx0" brushRef="#br0" timeOffset="102060.5618">23634 10948 0,'0'0'16,"0"-40"15,41 40-31,-1 0 0,-40-40 16,80 40-16,-40 0 15,0 0-15,0 0 0,0 0 16,1 0-16,-1 0 16,0 0-16,0 0 0,-40-40 0,40 40 0,0-40 15,0 0 1,0 40-16,1 0 0</inkml:trace>
  <inkml:trace contextRef="#ctx0" brushRef="#br0" timeOffset="102420.4653">24076 11189 0,'0'0'16,"0"40"15,-40-40-31,40 40 0,-40-40 16,-1 40 0,41 0-16,-40-40 0,0 40 15,0-40-15,40 40 16,-40-40-16,40 41 15,80-41-15,-40 0 0,0 0 16,1 0-16,-1 0 16,0 0-16,0 0 0,0 0 0,0 0 0,0 0 15,0 0-15,1-41 0,-1 41 16,0 0-16,0-40 0,0 40 0,0 0 16,0 0-1</inkml:trace>
  <inkml:trace contextRef="#ctx0" brushRef="#br0" timeOffset="102710.4484">24357 11189 0,'0'0'0,"-40"-40"15,40 0 1,0 80 15,0 0-15,0 0-16,0 0 0,-41-40 15,41 40-15,0 0 16,-40 0-16,0 0 0,40 1 0,0-1 16,-40 0-16,40 0 15,0 0-15,0 0 0,0 0 0,0 0 16,40 0-16,0-40 15,-40 40-15,40-40 16,1 0-16</inkml:trace>
  <inkml:trace contextRef="#ctx0" brushRef="#br0" timeOffset="103240.4918">25159 9705 0,'-40'0'0,"0"0"15,0 0 17,0 120-17,-81 121 1,41 40 15,120-41-15,40 1-1,41-161 1,-81-80-16</inkml:trace>
  <inkml:trace contextRef="#ctx0" brushRef="#br0" timeOffset="103470.4023">25480 10146 0,'-40'0'16,"40"-40"-16,0 80 31,0 0-31,0 40 16,0-40-1,0 1-15,0-1 0,0 0 0,0 0 16,0 0-16,0 0 0,0 0 0,0 0 0,0 0 15,0 1 1</inkml:trace>
  <inkml:trace contextRef="#ctx0" brushRef="#br0" timeOffset="103950.3747">25681 10266 0,'0'-40'32,"0"80"-32,40-160 15,0 120-15,121-40 16,-41 80 15,-120 80-15,-80 1-1,-81-1 1,41 0 15,80-120-15,80 0 0,80 0 15,81 0-16,-41-40 1,-119 40 0,-82 0 15,1 0 0,0 0-15,0 0-1</inkml:trace>
  <inkml:trace contextRef="#ctx0" brushRef="#br0" timeOffset="104380.424">26644 10226 0,'-40'0'31,"40"40"-15,-40-40-1,120 0 1,0 0 15,201 40-15,-80-40 0,-161 0 15,-80 0-16,-41 0 1,1 0 0</inkml:trace>
  <inkml:trace contextRef="#ctx0" brushRef="#br0" timeOffset="105000.3883">28129 9865 0,'-41'0'0,"1"0"16,0 40 15,0 1-31,0-1 16,0 0-16,0 0 0,0-40 0,-1 40 15,1 0-15,0 0 0,0 0 0,0-40 0,40 40 16,-40-40-16,40 40 16,-40 1-16,80-41 31,40 0-31,-40 0 16,0 0-1,0 0-15,1 0 0,-1 0 0,0 0 0,0 0 16,0 0-16,40 0 0,-40-41 0,1 41 0,-1 0 15,0 0-15,0 0 16,0 0-16,0 0 0,0 0 31,0 0-31</inkml:trace>
  <inkml:trace contextRef="#ctx0" brushRef="#br0" timeOffset="105290.298">28209 9946 0,'-40'0'16,"40"40"31,-40 0-16,40 0-31,-41 0 0,41 0 0,0 0 16,0 0-16,-40 0 0,40 0 15,0 1-15,-40-1 0,40 0 0,0 0 0,-40 40 16,40-40-16,0 0 16,0 0-16,0 1 0,0-1 15</inkml:trace>
  <inkml:trace contextRef="#ctx0" brushRef="#br0" timeOffset="106950.2213">28891 9745 0,'0'0'0,"-40"0"109,40 40-109,-40 0 16,40 0 0,0 0-16,-40-40 0,40 41 0,-41-1 15,41 0-15,0 40 0,-40-40 16,40 0-16,0 0 0,0 0 0,0 0 0,0 1 16,0-1-16,0 0 15,0 0-15,40 0 0,-40 0 0,41 0 0,-41 0 16,40-40-16,0 40 0,0-40 0,0 0 15,-40 41-15,40-41 0</inkml:trace>
  <inkml:trace contextRef="#ctx0" brushRef="#br0" timeOffset="107350.2111">29292 10266 0,'0'0'16,"0"-40"31,40 40-47,1 0 0,-1 0 15,0 0-15,0 0 0,0 0 16,40 0-16,-40 0 0,1 0 15,-1 0-15,0 0 0,0 0 16</inkml:trace>
  <inkml:trace contextRef="#ctx0" brushRef="#br0" timeOffset="107770.1487">29934 9825 0,'-40'0'0,"40"-40"16,0 80 15,0 0-31,0 0 15,0 1-15,0-1 16,0 0-16,80 0 0,-80 0 0,0 0 0,0 0 16,0 0-16,0 0 0,0 41 15,0-41-15,-40 0 0,40 0 0,-40 0 0,40 0 16,0 0 0,-40-40-16,40 40 0</inkml:trace>
  <inkml:trace contextRef="#ctx0" brushRef="#br0" timeOffset="108270.1188">30496 9705 0,'40'0'31,"-40"40"-31,40-40 0,0 0 16,1 0-16,-41 40 0,40 0 0,0 0 15,-40 0 1,0 1-16,0-1 0,0 40 0,0-40 0,0 0 16,0 40-16,-40-40 0,40 0 15,-81 41-15,41-1 0,-40-40 0,0 0 0,0 40 16,-1-40-16,1 1 16</inkml:trace>
  <inkml:trace contextRef="#ctx0" brushRef="#br0" timeOffset="109340.0728">31178 9143 0,'40'0'47,"0"0"-32,1 0-15,-41 41 16,40-41-16,0 0 0,-40 40 15,0 0 1,40-40-16,-40 40 0,0 0 0,0 0 16,0 0-1,0 0-15,0 0 0,0 0 16,0 1-16,40-1 16,-40 0-16,0 0 0,0 0 0,0 40 15,0-40-15,0 0 0,0 41 0,-80-41 0,80 0 16,-40 40-16,0-40 0,-1 0 15,1 40-15,0-39 0,0-1 0,0 0 0,0 0 16,-40 0-16</inkml:trace>
  <inkml:trace contextRef="#ctx0" brushRef="#br0" timeOffset="111210.022">26564 12232 0,'0'0'0,"-40"0"0,-1 0 31,82 0 16,39 0-31,-40-41 0,0 41-16,0 0 0,0 0 15,0 0-15,1 0 0,-1 0 0,0-40 0,0 40 16,0 0-16,0 0 0,0-40 15</inkml:trace>
  <inkml:trace contextRef="#ctx0" brushRef="#br0" timeOffset="111409.9664">26524 12592 0,'-41'0'15,"82"0"1,39 0 0,-40 0-16,40-40 0,-40 40 0,41 0 0,-41 0 15,40 0-15,-40-40 0,0 40 16,0 0-16,0 0 0,1 0 0,-1 0 0,-40-40 16,40 40-16</inkml:trace>
  <inkml:trace contextRef="#ctx0" brushRef="#br0" timeOffset="112319.88">28169 11590 0,'-40'0'0,"40"-40"16,0 80 46,0 0-62,0 0 16,0 0-16,40-40 16,-40 40-16,0 0 0,0 0 0,0 1 0,0-1 15,0 0-15,0 0 0,0 0 0,0 0 0,0 0 16,0 0-16,0 0 15</inkml:trace>
  <inkml:trace contextRef="#ctx0" brushRef="#br0" timeOffset="112569.8647">27767 12633 0,'-80'0'15,"120"0"1,0-41-16,1 41 16,-1 0-16,0 0 15,0 0-15,0-40 0,40 40 0,-40 0 0,1 0 16,-1-40-16,40 40 0,-40 0 16,0 0-16,0 0 0,0 0 0,1 0 0,-1 0 15,0 0-15,0 0 0,0 0 16,0-40-1</inkml:trace>
  <inkml:trace contextRef="#ctx0" brushRef="#br0" timeOffset="112899.9207">28369 12633 0,'-80'40'16,"40"-40"-16,0 0 15,40 40 1,-121 40 0,41 0-1,40-40 1,-40 41 0,80-41-1,40-40 1,120 0-1,41 0 17,-81 0-17,-79 0-15</inkml:trace>
  <inkml:trace contextRef="#ctx0" brushRef="#br0" timeOffset="113209.9042">28450 12833 0,'0'0'0,"-41"-40"0,-39 0 16,40 0-16,0 40 16,40 40 30,0 0-30,0 0-16,0 0 16,-40 0-16,40 0 0,0 1 15,0-1 1,0 0-16,-40 0 0,40 0 0,0 0 16,0 0-16,0 0 15,0 0-15,0 0 16,40-40-16,0 0 15</inkml:trace>
  <inkml:trace contextRef="#ctx0" brushRef="#br0" timeOffset="113669.8016">29172 11510 0,'0'-40'15,"0"80"-15,-40-40 32,0 40-32,-41 120 15,41-80 1,-40 201-1,80-40 17,40-121-32,40 40 31,1-119-15,-1-41-16</inkml:trace>
  <inkml:trace contextRef="#ctx0" brushRef="#br0" timeOffset="114009.8547">29573 11790 0,'0'0'0,"0"-40"0,-40 40 0,40 40 47,40 0-31,-40 1-16,0-1 0,0 0 0,0 0 15,0 0-15,0 0 0,40 0 16,-40 0-16,0 0 0,0 1 0,0-1 16,0 0-1,0 0-15,0 0 16</inkml:trace>
  <inkml:trace contextRef="#ctx0" brushRef="#br0" timeOffset="114449.7568">29814 11951 0,'0'0'0,"0"-80"16,40 39-1,0 41 1,0 0-1,-40 41 1,40-1 0,-40 80-1,-80 0 17,40-80-32,40 1 15,-40-1 16,0-40-31,80-40 32,0 40-17,0 0 1,40 0 0,-39 0-1,39 40 1</inkml:trace>
  <inkml:trace contextRef="#ctx0" brushRef="#br0" timeOffset="114709.7597">30496 12151 0,'-40'0'0,"80"0"0,-120-40 16,40 40-16,40-40 15,120 0 17,0 40-17,-39 0 1,39 40 0,-40-40-1,1 0 1,-41 0-16,0 0 0,-40-40 0</inkml:trace>
  <inkml:trace contextRef="#ctx0" brushRef="#br0" timeOffset="114989.7618">30777 11830 0,'-40'0'15,"80"0"-15,-80-40 32,40 0-32,0 80 31,0 0-31,-40 1 16,40-1-1,0 0-15,-40 0 0,40 0 0,-41 0 0,41 0 16,0 0-16,0 0 0,0 1 0,0-1 15,0 0-15,0 0 0,0 0 16,0 0-16,0 0 16</inkml:trace>
  <inkml:trace contextRef="#ctx0" brushRef="#br0" timeOffset="115329.7769">31459 12071 0,'0'0'0,"-40"0"31,40-40-15,-40 40-1,-40 0 1,-41 80-1,121 0 1,0-39 0,161-41-1,-41 40 17,-80-40-32,40 0 0,-39 0 0,-1 0 15,0 0 1</inkml:trace>
  <inkml:trace contextRef="#ctx0" brushRef="#br0" timeOffset="115559.7644">31579 11911 0,'-120'0'31,"80"40"-31,40 0 16,-40 120-1,40 41 17,0-161-32,0 0 0,0 0 15,0 0-15</inkml:trace>
  <inkml:trace contextRef="#ctx0" brushRef="#br0" timeOffset="115879.7451">31981 11670 0,'0'-80'31,"0"160"-31,40-160 16,0 120 0,40 160-1,-40 1 16,-120-41-31,-80 81 32,119-201-32,-39 0 0,-161 121 15,201-121-15</inkml:trace>
  <inkml:trace contextRef="#ctx0" brushRef="#br0" timeOffset="117279.6631">26804 13836 0,'41'0'78,"-1"0"-78,0 0 16,0 0-16,0 0 0,0 0 15,0 0-15,0 0 0,1 0 0,-1 0 0,0 0 16,0 0-16,0 0 16,0 0-16,0 0 0</inkml:trace>
  <inkml:trace contextRef="#ctx0" brushRef="#br0" timeOffset="117519.572">26524 14237 0,'-41'40'15,"82"-80"-15,-122 80 0,121-40 31,41 0-31,-41 0 16,0 40-16,0-40 0,0 0 0,0 0 16,0 0-16,1 0 15,-1 0-15,0 0 0,0 0 0,0 0 0,40 0 16,-40 0-16,1-40 0,-1 40 16,0 0-16</inkml:trace>
  <inkml:trace contextRef="#ctx0" brushRef="#br0" timeOffset="117899.6248">28570 13876 0,'0'-40'15,"-40"40"1,0 0-1,0 0 1,-1 0-16,1 0 0,0 40 16,0-40-16,0 40 0,0 0 15,0-40-15,0 40 0,-1-40 0,1 0 16,40 40-16,-40-40 16,40 40-16,-40-40 0,40 40 15,80-40-15,-40 41 16,1-41-16,-1 0 0,0 0 15,0 0-15,0 0 0,40 0 0,-40 0 0,41 0 16,-41 0-16,0 0 16,0 0-16,0 0 0,0 0 0,0-41 0,1 41 15,-1 0-15,0 0 16</inkml:trace>
  <inkml:trace contextRef="#ctx0" brushRef="#br0" timeOffset="118209.607">28690 13956 0,'0'0'0,"0"-40"15,-40 40-15,0 0 63,40 40-63,0 0 15,-40 0 1,40 0-16,-40 0 0,40 1 16,0-1-16,-40 0 0,40 0 0,0 0 0,-40 0 15,40 0-15,0 0 0,0 0 16,0 1-16,-41-1 0,41 0 0,0 0 15,0 0 1,41-40-16,-41 40 0</inkml:trace>
  <inkml:trace contextRef="#ctx0" brushRef="#br0" timeOffset="120929.4459">482 12913 0,'0'-40'0,"0"0"31,40 40-15,-40-40-16,40 40 16,0-40-16,0 40 15,0 0-15,0-40 0,0 40 16,1 0-1,-1 40-15,0 0 0,-40 0 16,0 0-16,0 0 0,0 0 16,0 1-16,0-1 0,0 0 0,0 40 0,-40-40 15,40 0-15,-40 0 16,40 40-16,-81-39 0,81-1 0,0 0 0,-80-40 16,80 40-16,0 0 0,-40-40 0,40-40 31,0 0-31,40 0 15,-40 0-15,40-1 16,-40 1-16,40 0 0,-40-40 0,40 40 0,1-40 16,-1 40-16,0 0 0,0-41 15,0 41-15,-40 0 0,40 40 0,0-40 0,0 0 16,1 40 0,-1 0-1,0 0-15,-40 40 0,40 0 16,-40 0-16,0 0 15,40 0-15,-40 1 0,0-1 0,0 0 0,0 0 16,0 0-16,0 40 16,0-40-16,0 0 0,-40 0 0,40 1 0,0-1 15,-40 0-15,40 0 0,0 0 16,-40 0-16,40 0 0,0 0 0,0 0 16,0 1-16,-40-41 0,40 40 15</inkml:trace>
  <inkml:trace contextRef="#ctx0" brushRef="#br0" timeOffset="121169.3832">1485 13314 0,'0'0'16,"0"-40"-16,0 0 15,0 0-15,40 0 32,80-40-17,41 80 1,-121 0 0,0 0-16</inkml:trace>
  <inkml:trace contextRef="#ctx0" brushRef="#br0" timeOffset="121359.3822">1485 13635 0,'-40'0'16,"80"0"-16,-121 0 0,81-40 15,81 40-15,-41-40 16,40 40-1,-40-40-15,0 40 0,81 0 16,-81 0-16,40-80 16</inkml:trace>
  <inkml:trace contextRef="#ctx0" brushRef="#br0" timeOffset="121769.3942">2127 12873 0,'-40'-40'15,"40"0"-15,40 40 32,0 0-32,0 0 15,0 40-15,0 40 31,-40 1-31,0-41 0,-120 120 32,-41 0-17,121-119 1,0-1-16,0 0 16,80-40-16,-40-40 15,40 40-15,0-40 16,41 40-16,-41 0 0,0 0 15,0 0 1,0 0-16,0 40 0,0-40 0,-40 40 16,40-40-16,1 40 15,-41 0-15,0 0 16</inkml:trace>
  <inkml:trace contextRef="#ctx0" brushRef="#br0" timeOffset="122069.3818">2889 12873 0,'0'-40'16,"-40"40"-16,0-40 15,40 0 17,0 80-17,0 0-15,0 40 16</inkml:trace>
  <inkml:trace contextRef="#ctx0" brushRef="#br0" timeOffset="122289.3666">2688 13515 0,'-80'40'16,"160"-80"-16,-200 160 31,120-80-31,-40 0 0,40 1 0,-80 39 31,40 0-31,-41 0 32,41-40-32</inkml:trace>
  <inkml:trace contextRef="#ctx0" brushRef="#br0" timeOffset="123269.2682">3652 13234 0,'0'0'16,"40"-40"-1,0 40-15,0 0 16,0 0-16,-40 40 16,40 0-16,-40 0 15,0 0-15,0 1 16,0-1-16,0 0 0,-40-40 0,40 40 15,-40 0-15,0 0 16,0 0-16,0 0 0,-1-40 16,41 40-1,41-80 1,-1 0-16,0-40 16,0 40-16,0 0 0,0 0 0,0 0 15,0-1-15,1 1 0,-1 0 0,0 0 0,0 40 16,0-40-16,-40 0 15,40 0-15,0 40 0,-40-40 0,40 40 0,-40-40 16,41 40 0,-41-40-16,-41 40 15,1 40 17,0 0-32,0 0 0,0 0 15,40 0-15,-40 0 16,40 0-16,-40 0 0,40 0 0,-40 1 0,40-1 15,0 0-15,0 0 16,0 0-16,0 0 0,0 0 0,0 0 0,0 0 16,40 1-16,-40-1 15,40-40-15,-40 40 0,40-40 0,0 40 16,0-40 0,0 0-16</inkml:trace>
  <inkml:trace contextRef="#ctx0" brushRef="#br0" timeOffset="123729.2804">4454 13595 0,'0'-40'16,"0"80"-16,40-120 16,0 40-16,41 40 15,-1 0 1,-40 40-1,-40 0-15,0 0 16,0 0-16,-40-40 0,40 40 0,-121 81 31,81-121-31,0 40 0,-40 0 16,40-40 0,80 0-1,0 0 1,0 0-1,0 0-15,0 0 0,1 0 16,-1 0 0,-40 40-16,0 0 0,0 0 15,0 0-15,-40-40 16,40 40-16,-81 0 0,41-40 16,0 41-16,0-41 0,0 0 0,0 40 0,0-40 15,-1 0-15,1 0 16,0 0-16,0 0 0,0 0 0,0 0 0,0-40 31,40-1-31,0 1 16</inkml:trace>
  <inkml:trace contextRef="#ctx0" brushRef="#br0" timeOffset="124129.2568">5497 12953 0,'-40'0'31,"80"0"-31,-120 41 16,80-1-16,-40 40 16,0-40-16,0 160 15,40-119-15,0-41 0,0 80 31,0-80-31,120 81 16,-120-81-16,40 0 0,-40 0 16,40-40-16,0 0 0</inkml:trace>
  <inkml:trace contextRef="#ctx0" brushRef="#br0" timeOffset="124489.2352">5818 13314 0,'0'-40'15,"0"80"-15,0-160 16,40 120 0,-40 40-1,41 0-15,-1 81 31,-40-1-15,-40-80 0,40 0-16,-81 40 15,41-80-15,120 0 16,-39-40 15,-1 40-31,0 0 16,0 0-16,0 0 0,0 0 15,0 0-15,0 0 0,1 0 16,-1 0-16,0 0 16,0 0-1,0 0-15</inkml:trace>
  <inkml:trace contextRef="#ctx0" brushRef="#br0" timeOffset="124909.2111">6460 12953 0,'0'0'31,"0"-40"-15,40 40 0,1 0-1,-1 121 1,0-81-16,0 40 15,-40-40-15,40 161 16,-120 39 0,80-200-16,-40 0 15,0 1-15,-121 79 16,161-80-16,-40-40 0,-40 40 16</inkml:trace>
  <inkml:trace contextRef="#ctx0" brushRef="#br0" timeOffset="125209.1927">7343 13354 0,'-40'0'0,"80"0"0,-120-40 15,120 0 1,0 40 0,0 0-16,0 0 0,1 0 0,-1 0 15,0 0-15,0 0 0,0 40 16,0-40-16,0 0 0,0 40 0,1-40 15</inkml:trace>
  <inkml:trace contextRef="#ctx0" brushRef="#br0" timeOffset="125399.1063">7343 13715 0,'-40'0'15,"80"0"-15,-80 41 0,0-41 0,80 0 32,40 0-32,-40 0 15,1 0-15,-1 0 0,0 0 16,0 0-16,0 0 0,0-41 0,0 41 0</inkml:trace>
  <inkml:trace contextRef="#ctx0" brushRef="#br0" timeOffset="125679.1249">8507 12953 0,'-40'-40'31,"80"80"-31,-120-120 16,80 120 0,0 0-16,0 1 0,0-1 15,0 0-15,0 0 16,0 0-16,0 0 0,40 0 0,-40 0 0,0 0 16,0 0-16,40 1 0,-40-1 0,0 0 0,0 0 15,0 0-15</inkml:trace>
  <inkml:trace contextRef="#ctx0" brushRef="#br0" timeOffset="125889.1525">8106 13996 0,'-41'0'0,"82"0"0,-82-40 16,82 40-1,39 0-15,80-40 32,-120 40-32,1 0 0,79-40 15,-80 40-15,0 0 0,81 0 16,-121-40-16</inkml:trace>
  <inkml:trace contextRef="#ctx0" brushRef="#br0" timeOffset="126219.0627">8507 14076 0,'-80'40'16,"160"-80"-16,-201 80 0,41 1 15,40-41-15,0 40 0,0 0 31,0-40-31,-41 80 16,81-40-16,0 0 16,41-40 15,-1 0-31,0 0 16,40 0-16,-40-40 0,0 40 0,0 0 0,1 0 15,-1 0-15,0 0 0,0 0 16,40-40-16,-40 40 0,0 0 0,1 0 15,-1 0 1</inkml:trace>
  <inkml:trace contextRef="#ctx0" brushRef="#br0" timeOffset="126469.1354">8507 14116 0,'0'0'16,"-40"0"0,0 0-16,-1 41 31,41-1-31,0 0 0,0 80 16,0-80-16,0 0 0,0 0 15,-80 81 1,40-1 15</inkml:trace>
  <inkml:trace contextRef="#ctx0" brushRef="#br0" timeOffset="126889.0586">9630 13154 0,'0'0'31,"-40"40"-15,40 0 0,-40-40-16,-40 161 15,80-121-15,-40 0 0,0 120 16,-1-120-16,1 41 15,40-41-15,0 160 16,0-120 0,0-40-16,81 81 15,-41-81-15,0-40 16</inkml:trace>
  <inkml:trace contextRef="#ctx0" brushRef="#br0" timeOffset="127169.0295">9911 13595 0,'0'0'0,"0"40"47,0 0-47,0 0 16,40-40-16,-40 41 0,0-1 0,0 0 15,0 0 1,0 0-16,-40 0 0,40 0 0,0 0 0,-40-40 16,40 40-16,0 0 0,-40-40 0,40 41 0,0-1 15</inkml:trace>
  <inkml:trace contextRef="#ctx0" brushRef="#br0" timeOffset="127629.0509">10232 13555 0,'40'0'16,"-80"0"-16,80-40 16,0 40-16,1 0 31,-1 40-15,0 40-1,-40 41 1,-40-81-1,-41 40 1,41-80-16,0 40 31,40 0-15,80-40 15,-39 0-31,-1 0 31,0 0-31,0 0 0,0 40 16,0-40 0,0 0-16,0 0 31</inkml:trace>
  <inkml:trace contextRef="#ctx0" brushRef="#br0" timeOffset="127938.9738">11155 13836 0,'-40'0'16,"120"0"15,-40 0-31,1 0 0,-1 0 16,0 0-16,0 0 0,0-40 15,0 40-15,0 0 16,0 0-16</inkml:trace>
  <inkml:trace contextRef="#ctx0" brushRef="#br0" timeOffset="128738.911">12439 13395 0,'-40'0'0,"0"0"32,40 40-32,-40-40 15,0 0-15,40 40 0,-40-40 0,40 40 0,-41 0 16,1-40-16,0 40 15,0 0-15,0-40 16,40 40-16,0 0 31,40-40-15,0 0-16,0 0 0,0 0 0,1 41 16,-1-41-16,0 0 0,0 0 0,0 0 0,0 0 15,0 40-15,0-40 0,1 0 16,-1 0-16,0 0 0,0 0 0,-40 40 15,40-40-15,0 0 16,0 0 0</inkml:trace>
  <inkml:trace contextRef="#ctx0" brushRef="#br0" timeOffset="129038.8917">12519 13475 0,'0'0'16,"-40"-40"0,0 80 15,40 0-16,0 0-15,0 0 16,0 0-16,0 0 0,0 0 0,0 41 16,-40-41-16,40 0 15,0 0-15,0 0 0,-40 0 0,40 0 0,0 0 16,0 0-16,0 1 16,0-1-16,0 0 0</inkml:trace>
  <inkml:trace contextRef="#ctx0" brushRef="#br0" timeOffset="129588.8796">13081 13876 0,'-40'0'16,"80"0"15,0 0-16,0 0-15,1 0 16,-1 0 0,0 0-16,-40-40 0,40 40 0,-40-40 15,40 40 1,-40-40-16,0-1 16,0 1-16,-40 40 15,0 0 1,0 0-16,0 0 0,-1 0 15,41 40-15,-40-40 16,40 41-16,-40-41 0,0 0 0,40 40 16,0 0-16,0 0 15,0 0-15,0 0 0,0 0 16,40 0-16,-40 0 0,40-40 16,-40 40-16,40 1 0,1-41 15,-1 40-15,0-40 0,0 40 16,0-40-1,0 0-15,0 0 0</inkml:trace>
  <inkml:trace contextRef="#ctx0" brushRef="#br0" timeOffset="130218.8257">13763 13154 0,'40'0'16,"-40"-40"15,41 40-31,-41-40 15,0 0-15,0 0 16,0-1 0,40 41-16,-40-40 0,0 0 15,0 80 32,0 0-31,0 1-16,-40-41 15,40 40-15,0 0 0,0 0 0,-41 0 0,41 0 16,0 0 0,0 0-16,0 0 0,-40 0 0,40 1 0,0-1 15,0 0-15,0 0 16,0 0-16,0 0 16,0 0-1,-40-40-15,0 0 16,40 40-16,-40-40 15</inkml:trace>
  <inkml:trace contextRef="#ctx0" brushRef="#br0" timeOffset="130538.825">13884 12552 0,'0'0'16,"-40"-40"0,40 0-1</inkml:trace>
  <inkml:trace contextRef="#ctx0" brushRef="#br0" timeOffset="131318.7562">14285 12793 0,'-40'0'47,"80"-40"94,0 40-126,0 0 1,-40 40-16,40-40 15,0 40-15,1-40 0,-1 40 16,-40 0 0,0 0-16,0 1 0,0-1 15,-40 0 1,40 0-16,-81-40 0,81 40 0,-80-40 16,40 40-16,0-40 0,0 0 15,0 0 1,40 40-16,-41-40 0,122 0 47,-41 0-47,40 0 15,-40 0 1,0 40-16,0 0 0,1-40 0,-41 40 0,40-40 16,-40 41-1,40-1-15,-40 0 16,40-40-1</inkml:trace>
  <inkml:trace contextRef="#ctx0" brushRef="#br0" timeOffset="131798.7271">14927 13034 0,'-40'0'16,"80"0"-16,-120 40 15,80 0 1,0 0-16,0 40 0,0-40 0,0 40 31,-40-39-31,0 39 16,40-40-1,0-80 17,40 40-32,-40-40 0,40 0 15,0-1 1,-40 1-16,40 0 0,0 40 0,-40-40 0,0 0 16,40 0-16,-40 0 15,40 40 1,-40 40 15,0 0-15,41 40-16,-41-40 15,0 0-15,0 1 0,0-1 16,0 0-16,0 0 0,0 0 16,0 0-1</inkml:trace>
  <inkml:trace contextRef="#ctx0" brushRef="#br0" timeOffset="132028.7327">14967 13114 0,'0'0'15,"-40"-40"1,40 0-16,120 40 31,-120-40-31,121 40 16,-81 0-16,0 0 0,0 0 0</inkml:trace>
  <inkml:trace contextRef="#ctx0" brushRef="#br0" timeOffset="132648.6788">15770 12673 0,'40'0'47,"0"0"-47,0 40 16,-40 40-16,0-40 16,0 0-1,0 0-15,0 41 0,0-41 0,0 0 0,0 40 0,0-40 16,0 0-16,0 40 15,0 1-15,0-41 0,0 40 0,0-40 0,0 40 16,-40-40-16,40 41 0,-40-41 16,40 0-16,-40 0 0,0 40 0,-1-40 0,1 0 15,0 0-15,0 0 16,0 1-16,0-41 0,-40 40 0,39 0 0,1-40 16,0 0-16</inkml:trace>
  <inkml:trace contextRef="#ctx0" brushRef="#br0" timeOffset="134998.5406">16693 13956 0,'-41'0'78,"1"0"-47,40 40-15,-40-40 0,80 0 124,0-40-124,41 40-16,-41-40 15,0 40 1,0 0-16,0 0 0,0 0 16,0 0-1,1 0-15</inkml:trace>
  <inkml:trace contextRef="#ctx0" brushRef="#br0" timeOffset="135248.5999">16572 14317 0,'0'0'16,"40"0"15,0 0-16,1 0 1,-1 0-16,0 0 0,0 0 16,0 0-16,0 0 15,0 0-15,0 0 0,1 0 0,-1 0 0</inkml:trace>
  <inkml:trace contextRef="#ctx0" brushRef="#br0" timeOffset="136308.5373">18017 13475 0,'-40'0'0,"40"-40"16,-41 40 15,41 40 0,0 40-15,0-40-1,0 0-15,0 0 0,0 0 0,0 1 0,0-1 16,0 0-16,0 0 0,0 0 0,0 0 0,0 0 16,0 0-16,0 0 15,0 0-15,0 1 0,0-1 0</inkml:trace>
  <inkml:trace contextRef="#ctx0" brushRef="#br0" timeOffset="136558.4503">17736 14518 0,'0'0'16,"-40"0"-16,0 0 0,40-41 15,40 41 1,0 0-16,0 0 16,0 0-16,0 0 15,0 0-15,0 0 0,1 0 0,-1 0 16,0 0-16,0 0 0,0 0 0,0 0 0,0 0 16,1 0-16,-1 0 15,0 0-15,0 0 0,0 0 0,0 0 16,0 0-16</inkml:trace>
  <inkml:trace contextRef="#ctx0" brushRef="#br0" timeOffset="136968.4986">18378 14598 0,'-40'0'16,"0"0"-16,40 40 31,-40-40-31,-1 80 16,-39 0 15,-40 0-15,-1-39-1,121-1 17,40-40-17,1 0-15,119-40 16,41 40 0,-41 0 15,-120 0-16,1 0-15</inkml:trace>
  <inkml:trace contextRef="#ctx0" brushRef="#br0" timeOffset="137298.4043">18498 14638 0,'-40'0'63,"0"0"-32,40 40-31,0 0 15,-40-40-15,40 40 16,-40 0-16,40 0 0,0 0 16,-40 1-16,40-1 15,0 0-15,0 0 0,-40 0 16,40 0-16,0 0 0,0 0 0,-41-40 16,41 40-16,0 1 15</inkml:trace>
  <inkml:trace contextRef="#ctx0" brushRef="#br0" timeOffset="138148.4281">19060 13715 0,'0'41'47,"-40"-41"-31,40 40-16,-40-40 15,40 40-15,-40 0 0,40 0 0,-40 40 0,40-40 16,-81 0-16,81 41 0,-40-41 15,40 0-15,-40 40 0,40-40 0,0 40 0,0-40 16,0 1-16,0-1 16,0 0-16,80 0 0,-80 0 15,40 0-15,-40 0 16,41-40-16,-1 0 0,0 0 16</inkml:trace>
  <inkml:trace contextRef="#ctx0" brushRef="#br0" timeOffset="138408.4143">19421 14036 0,'0'0'0,"-40"0"31,40 40-15,0 41-1,0 79 17,0 0-17,0 1 1,0-121 0</inkml:trace>
  <inkml:trace contextRef="#ctx0" brushRef="#br0" timeOffset="138798.3168">19742 14197 0,'0'0'16,"40"0"-16,0 0 46,1 0-46,-41 40 0,0 40 16,40-80 0,-40 40-16,0 0 0,0 0 0,0 0 15,-40-40-15,40 41 0,-41-1 16,1 0-16,0-40 0,0 40 0,0-40 16,0 40-16,0-40 0,0 0 15,40-40 1,40 40-1,-40-40 1,40 40-16,0 0 0,0 0 16,0 0-1,0 0-15,0 0 16,1 0-16,-1 0 0,-40 40 0,40-40 16,0 40-16,-40 0 15,40-40-15,0 0 0</inkml:trace>
  <inkml:trace contextRef="#ctx0" brushRef="#br0" timeOffset="139008.377">20184 14558 0,'0'0'16,"0"-81"-1,160 41 1,-40 40 15,1 0-31</inkml:trace>
  <inkml:trace contextRef="#ctx0" brushRef="#br0" timeOffset="139378.2835">21147 14197 0,'0'0'15,"-41"0"-15,1 40 16,0-40-1,0 40 1,-120 80 0,79-40-1,121-80 17,1 0-17,39 0-15,-40 0 16,0 0-16,0 0 15,0 0-15,0 0 0,1 0 0,-1 0 0,0 0 16,0 0-16,0 0 0,0 0 16,0 0-16,0 0 0,1 0 15,-1 0-15</inkml:trace>
  <inkml:trace contextRef="#ctx0" brushRef="#br0" timeOffset="139648.3393">21147 14197 0,'-41'0'16,"82"0"-16,-82 40 31,41 0-31,-40 40 31,40-40-31,0 81 16,0-81-16,0 120 16,0 0 15,40-119-31</inkml:trace>
  <inkml:trace contextRef="#ctx0" brushRef="#br0" timeOffset="139968.2681">21628 13956 0,'0'0'16,"0"-40"-1,0 80 17,40 0-32,0 0 0,-40 0 15,40 0-15,1 1 0,-41-1 0,40 0 0,-40 0 16,0 0-16,0 0 16,0 0-16,0 0 0,-81 0 0,81 1 0,-40-1 15,40 0-15,-40 0 0,0 0 16,0 0-16,0-40 0,0 40 0,40 0 0,-40 0 15,-1 0-15,1-40 16,0 41-16,0-41 0,40 40 0,-40-40 0</inkml:trace>
  <inkml:trace contextRef="#ctx0" brushRef="#br0" timeOffset="140278.2424">22190 14477 0,'40'0'47,"0"0"-47,0 0 0,0 0 16,1 0-16,39 0 15,-40 0-15,40 0 0,-40 0 0,0 0 0,1 0 16,-1 0-16,0 0 0,0 0 16,-40 41-16</inkml:trace>
  <inkml:trace contextRef="#ctx0" brushRef="#br0" timeOffset="140448.2938">22391 14878 0,'0'41'0,"0"-82"0,-41 82 15,41-1-15,41-40 16,119 0 0,-40 0-16,81-40 31,-161-1-31</inkml:trace>
  <inkml:trace contextRef="#ctx0" brushRef="#br0" timeOffset="141888.2087">23875 14558 0,'0'-40'16,"0"-1"0,40 41 30,0 0-46,41 0 16,-41 0 0,0 0-16,0 0 0,0 41 0,0-41 15,0 40-15,1 0 0,-41 0 16,0 0 0,-81 0-16,81 0 0,-40 0 0,0-40 0,0 40 15,0 0-15,0 1 16,0-1-16,-1 0 0,1-40 0,0 40 0,0 0 15,0-40-15,40 40 0,-40-40 16,0 40-16,120-40 16,-40 0-1,0 0-15,40 40 0,-39-40 0,39 0 16,-40 0-16,40 0 0,-40 0 0,41 0 0,-41 0 16,0 0-16,40-40 0,-40 40 15,0 0-15,0 0 0,-80 0 78,0 0-62</inkml:trace>
  <inkml:trace contextRef="#ctx0" brushRef="#br0" timeOffset="143478.0553">803 15721 0,'0'-40'0,"0"-1"32,40 1-32,0 0 15,-40 0-15,40 40 16,0 0 0,-40-40-16,40 40 0,0 0 15,0 0 1,1 0-16,-41 40 0,40-40 0,-40 80 15,0-40-15,0 1 16,0-1-16,0 0 0,-40 0 0,40 0 16,-41 0-1,41 0-15,-40 0 0,40 0 0,-40-40 16,40 41-16,0-82 31,40 41-31,-40-40 0,40 0 0,1 0 0,-1 0 16,0 0-16,0 0 15,0 0-15,0 0 0,0-1 0,0 1 0,-40 0 16,41 0-16,-1 40 0,-40-40 16,40 40-16,-40 80 15,0-40 1,0 0 0,0 1-16,0-1 0,0 0 0,0 0 0,0 0 15,0 0-15,0 0 16,0 0-16,0 0 0,0 1 0,0-1 15,0 0 1,0 0-16,40-40 0,0 40 16,0-40-16</inkml:trace>
  <inkml:trace contextRef="#ctx0" brushRef="#br0" timeOffset="143688.0417">2207 15801 0,'0'-40'16,"0"80"-16,0-120 0,0 40 15,0-1-15,40 41 0,0 0 16,-40-40-16,40 40 16,0 0-16,1 0 0,-1 0 0,0 0 15,0 0 1,0 0-16,0 0 0</inkml:trace>
  <inkml:trace contextRef="#ctx0" brushRef="#br0" timeOffset="143888.088">2247 16122 0,'0'0'0,"-40"0"15,80-40 16,40 40-31,121-81 32,0 41-17,-161 40-15,80-40 0</inkml:trace>
  <inkml:trace contextRef="#ctx0" brushRef="#br0" timeOffset="144418.0581">3130 15520 0,'0'-80'31,"0"160"-31,80-240 16,0 160-16,1-40 16,79 40-1,-80 80 1,-80 0 0,-80 40-1,-80 41 1,79-81-1,41-40 1,120-40 0,1 0-1,39 40 1,-120 81 15,-40-81-31,0 40 16,-81 40-1,1-40 17,-40-40-17,39-40 1,81-40 0,40-40-16</inkml:trace>
  <inkml:trace contextRef="#ctx0" brushRef="#br0" timeOffset="145208.0106">4294 15520 0,'0'-40'0,"-41"40"16,41-40-1,41 0 1,-41 0 0,40 40-16,-40-40 0,0 80 31,0 0-16,0 0 1,0 0-16</inkml:trace>
  <inkml:trace contextRef="#ctx0" brushRef="#br0" timeOffset="145408.0003">4213 16242 0,'0'0'0,"0"40"0,-40-40 16,0 40-1,-40 81 17,0-41-17,-1 80 1,41-120 0</inkml:trace>
  <inkml:trace contextRef="#ctx0" brushRef="#br0" timeOffset="146037.9618">5297 15640 0,'0'0'0,"0"-40"31,40 0-31,40 120 31,-40 41-15,-120 39-1,-40-39 1,39-41 15,162-120-31,-1-41 16,40 1-1,81-80 17,-41 39-17,-160 81-15,40 0 16,-40 0 0,-120 40 15,80 40-31,-80 81 31,39 39-15,81-80-1,40 81 1,41-81-16,39 0 31</inkml:trace>
  <inkml:trace contextRef="#ctx0" brushRef="#br0" timeOffset="146497.8776">6019 16082 0,'0'-40'31,"0"-1"-31,80 41 15,-40 0-15,0 0 16,1 0-16,-41 41 16,0-1-1,0 0-15,-41 0 0,1 0 16,-40 0-16,80 0 0,-40-40 16,0 40-16,0 0 15,0 0-15,40 1 31,40-41-15,0 0-16,0 0 16,0 0-16,0 0 0,0 0 0,0 0 15,1 0-15,-41 40 16,-41 0 0,1 0-16,0-40 15,0 40-15,0-40 0,40 40 16,-40 0-16,0-40 0,0 40 0,-1-40 0,1 40 15,0-40-15,0 0 16,0 41-16,0-41 0,0 0 0,0 0 0,-1 0 16,1 0-16,0 0 15,40-41-15,-40 41 0</inkml:trace>
  <inkml:trace contextRef="#ctx0" brushRef="#br0" timeOffset="146807.9163">6862 15681 0,'-201'0'15,"402"0"-15,-603 120 16,362-80-16,40 0 16,0 161-1,121-81 1,79 80 0,-120-79-1,-80-81 1</inkml:trace>
  <inkml:trace contextRef="#ctx0" brushRef="#br0" timeOffset="147237.8393">7303 15961 0,'0'0'0,"-40"0"16,40-40-1,0 0 1,80 40 0,0 80-1,-80 41 1,-80-1 15,80-80-31,-80 0 31,120-40-15,0 0 0,0 0-16,41 40 15,-81 40 17,-161 41-17,81-81 1,-81 0-1,121-40 1,-40-40 0,80 0-16</inkml:trace>
  <inkml:trace contextRef="#ctx0" brushRef="#br0" timeOffset="147527.8733">7664 15841 0,'0'0'0,"80"0"32,-39 0-32,79 120 31,-120 41-16,-120 39 1,-81 1 15,121-121-31,40-40 16,-1-40-16</inkml:trace>
  <inkml:trace contextRef="#ctx0" brushRef="#br0" timeOffset="147787.8014">8507 16362 0,'0'-40'15,"0"80"-15,0-120 16,0 40-16,40-40 15,161 80 1,-41 0 15,-80 0-31,1 0 16</inkml:trace>
  <inkml:trace contextRef="#ctx0" brushRef="#br0" timeOffset="147967.8473">8667 16643 0,'-40'40'0,"80"-80"0,-120 80 15,120-40 1,-40-40 0,281 0-1,-161 40 1,81-40-1,-161 0-15</inkml:trace>
  <inkml:trace contextRef="#ctx0" brushRef="#br0" timeOffset="148217.7791">9590 15640 0,'-80'0'32,"160"0"-32,-200 0 0,120-40 0,0 121 15,40 39 17,0 0-32,0 121 31,0-41-16,-40-119 1</inkml:trace>
  <inkml:trace contextRef="#ctx0" brushRef="#br0" timeOffset="148427.8199">9390 16884 0,'0'0'15,"-41"40"-15,82-80 16,39 0 0,-40 40-16,80-40 15,41-1-15,39 41 32,-159 0-32,39-40 15</inkml:trace>
  <inkml:trace contextRef="#ctx0" brushRef="#br0" timeOffset="148717.8029">10072 17205 0,'-161'40'31,"322"-80"-31,-522 120 16,320-40-16,-79 0 15,80 40 17,120-80-17,81 40 1,-121-40-16,80 0 16,-80 0-16,161 0 15,-41-40 1,-119 0-1</inkml:trace>
  <inkml:trace contextRef="#ctx0" brushRef="#br0" timeOffset="148937.7903">10072 17245 0,'0'0'0,"-40"-40"16,40 80 15,0 0-15,0 0-16,0 0 0,0 0 15,0 0-15,0 0 0,0 0 0,0 1 0,0-1 16,0 0-16,0 0 16,0 0-16,0 0 0,0 0 15,0 0-15,0 0 16</inkml:trace>
  <inkml:trace contextRef="#ctx0" brushRef="#br0" timeOffset="149277.6949">11195 16001 0,'-40'0'32,"80"0"-32,-160 0 0,40 41 15,40-41-15,-1 80 0,1 40 16,0 40-1,0 161 1,40-200 0,120 119-1,-39-160 1,-81-39-16</inkml:trace>
  <inkml:trace contextRef="#ctx0" brushRef="#br0" timeOffset="149497.7584">11516 16402 0,'-40'-40'32,"40"121"-17,40-81-15,-40 40 0,0 0 16,40 0-16,-40 40 0,0-40 0,41 0 0,-41 41 15,0-41-15,0 0 16,0 0-16,0 0 0,0 40 0,0-40 0,-41-40 16,41 40-16,0 0 0,-40 1 0</inkml:trace>
  <inkml:trace contextRef="#ctx0" brushRef="#br0" timeOffset="149847.7373">11877 16483 0,'0'0'0,"0"-40"16,41 40-16,39-41 16,-40 41-16,80 0 15,1 81 1,-121 39-1,0-40 1,-81 121 0,-39-81-1,40-40 1,120-80 15,120 0-15,-79 0-1,39 0 1,-80 0-16</inkml:trace>
  <inkml:trace contextRef="#ctx0" brushRef="#br0" timeOffset="150037.727">12921 16804 0,'0'0'0,"0"-41"0,0 1 16,40 40-16,0-40 15,40 40-15,-40 0 16,0-40-16,1 40 0,-1 0 0,0 0 16,0 0-16,0 0 15,0 0-15</inkml:trace>
  <inkml:trace contextRef="#ctx0" brushRef="#br0" timeOffset="150337.6575">14044 16362 0,'-40'0'0,"-40"0"16,40 40-1,-41 41 1,41-41-1,0 0-15,-40 40 16,80-40-16,-40 0 16,40 0-1,40-40 1,161 0 0,-161 0-16,200-40 15,-199 40-15,39 0 31,0 0-15,-80-40-16</inkml:trace>
  <inkml:trace contextRef="#ctx0" brushRef="#br0" timeOffset="150607.6911">13964 16402 0,'0'0'0,"-40"-40"16,80 80-1,0 1 1,-40 79 0,40 80-1,-120 1 16,80-81-15</inkml:trace>
  <inkml:trace contextRef="#ctx0" brushRef="#br0" timeOffset="151017.6667">14686 16603 0,'0'0'0,"40"-40"31,41 40-15,39 0-1,-80-40 17,-80 0-17,-80 0 1,39 40 0,1 80 15,80 120-16,40-39 1,41-81 0,79-40-1,-120-40-15,81 0 16</inkml:trace>
  <inkml:trace contextRef="#ctx0" brushRef="#br0" timeOffset="151467.6405">15248 16202 0,'0'0'0,"0"-40"15,120-40 1,-120 40 0,41 40-1,-82 0 17,41 40 14,0 0-46,0 0 32,41 0-32,-41 0 0,40 0 0,-40 0 15,0 0-15,0 0 0,0 1 0,0-1 16,-40 0 0,40 0-16,-41-40 0,41 40 15,-40-40-15,0 0 16,0 40-16,0-40 0,0 0 0,0 0 31,40-40-31,0 0 0</inkml:trace>
  <inkml:trace contextRef="#ctx0" brushRef="#br0" timeOffset="151647.6315">15409 15921 0,'0'-40'15,"0"80"-15,0-120 16</inkml:trace>
  <inkml:trace contextRef="#ctx0" brushRef="#br0" timeOffset="152207.5963">15569 15961 0,'0'0'0,"0"-40"0,0 0 32,40 40-32,40 0 0,-39-40 0,-1 40 15,0 0-15,0 0 0,0 0 16,0 0-16,0 0 0,0 0 0,1 40 31,-41 0-15,-41 0-16,41 0 0,-80 1 15,80-1-15,-40-40 0,40 40 16,-40-40-16,40 40 0,-40-40 16,40 40-16,40-40 31,0 0-16,0 0-15,0 0 0,0 0 16,-40 40 0,0 0-16,-40 0 15,0 0 1,0-40-16,0 0 16,40 40-16,-40-40 0,0 0 15,0 0 1,-1 0-1</inkml:trace>
  <inkml:trace contextRef="#ctx0" brushRef="#br0" timeOffset="152657.5279">16412 15921 0,'-40'80'15,"40"1"-15,0-41 16,0 0 0,-81 40-1,41-40 1,40-80 15,40 40-31,41-80 16,-41 0-1,-40 40-15,80-41 16,-80 41-16,40 0 31,-40 80-15,0 0-1,40-40-15,-40 40 0,0 1 16,40-41-16,-40 40 16,0 0-16,40 0 0,1 0 15,-41 0-15,0 0 0,0 0 16,0 0-16,0 0 16</inkml:trace>
  <inkml:trace contextRef="#ctx0" brushRef="#br0" timeOffset="152877.5588">16532 15881 0,'0'0'15,"0"-40"-15,40 0 32,161 40-17,-121 0-15</inkml:trace>
  <inkml:trace contextRef="#ctx0" brushRef="#br0" timeOffset="153407.4499">17575 15841 0,'0'0'16,"0"40"-16,0 0 15,40-40 1,-40 40 0,41-40-1,-41 40-15,0 1 16,0-1-1,0 0-15,0 0 0,0 0 0,0 0 16,0 40-16,0-40 0,0 0 16,-41 41-16,41-41 0,-40 40 0,40-40 0,-40 40 15,0-40-15,0 41 0,0-41 0,0 40 0,-41-40 16,41 40-16,-40-40 16,40 0-16,0 1 0,-40-1 0</inkml:trace>
  <inkml:trace contextRef="#ctx0" brushRef="#br0" timeOffset="154577.4033">18217 16563 0,'-40'0'16,"80"0"31,1 0-47,-1 0 0,0 0 16,0 0-16,0 0 15,0 0-15,0 0 0,0 0 0,1 0 0,-1 0 16,0 0-16,0 0 15,0 0-15</inkml:trace>
  <inkml:trace contextRef="#ctx0" brushRef="#br0" timeOffset="154797.3863">18298 16964 0,'-40'0'16,"80"0"0,40 0-1,-40 0 1,0 0-16,0 0 0,0 0 0,1 0 16,-1 0-16,0 0 15,0 0-15</inkml:trace>
  <inkml:trace contextRef="#ctx0" brushRef="#br0" timeOffset="156167.3627">19742 16122 0,'0'-40'0,"-40"40"16,0-40-16,0 40 31,40-41-31,0 82 62,-40-1-46,0 0 0,40 0-16,-41 0 0,41 0 0,0 40 0,-40-40 15,40 0-15,0 1 0,0-1 0,0 0 0,0 0 16,-40-40-16,40 40 0,0 0 16,0 0-16,0 0 0</inkml:trace>
  <inkml:trace contextRef="#ctx0" brushRef="#br0" timeOffset="156427.3497">19140 17205 0,'-40'0'16,"40"-41"-1,40 41-15,81 0 32,160 0-17,-81 0 1,-120-40 0,-39 0-16</inkml:trace>
  <inkml:trace contextRef="#ctx0" brushRef="#br0" timeOffset="156697.3333">19542 17405 0,'0'0'0,"-121"40"16,81-40-16,-161 80 15,1 1 16,160-41-15,160 0 0,-80-40-1,0 0-15,41 0 0,-41 0 0,120 0 32,41 0-17,-161-40 1,0 40-16</inkml:trace>
  <inkml:trace contextRef="#ctx0" brushRef="#br0" timeOffset="156967.3153">19501 17445 0,'-40'-40'15,"80"80"-15,-80-120 16,40 120 0,-40 0-1,40 0-15,-120 81 32,80-81-32,0 80 15,-1-80-15,41 0 0,0 40 16,0-39-1,41-1 1</inkml:trace>
  <inkml:trace contextRef="#ctx0" brushRef="#br0" timeOffset="157537.2243">20585 16122 0,'0'-40'16,"-40"40"-1,0 0 1,40 40 0,-41 40 15,-119 80-16,40 121 1,79-40 0,162-41 15,-81-200-31,0 40 0,80-40 31,-79 0-31</inkml:trace>
  <inkml:trace contextRef="#ctx0" brushRef="#br0" timeOffset="157887.2615">20826 16402 0,'0'-40'16,"0"80"46,0 1-46,-41-41-16,41 40 15,0 0-15,-40 0 0,40 0 0,0 0 16,0 0-16,0 0 0,0 0 16,0 1-16,0-1 0,0 0 0,0 0 15,0 0-15,0 0 0</inkml:trace>
  <inkml:trace contextRef="#ctx0" brushRef="#br0" timeOffset="158397.2309">21026 16523 0,'0'0'15,"40"-40"1,0 40-16,1 0 15,-1 0-15,0 0 16,0 0 0,-40 40-16,40-40 0,-40 40 0,-80 40 15,0 40 17,-41-39-17,1-41 1,160-40 15,0 0-15,80-40-1,1 40 1,-1 40 15,-80-40-15,0 40-1,-40-80 32</inkml:trace>
  <inkml:trace contextRef="#ctx0" brushRef="#br0" timeOffset="160957.0792">21949 16844 0,'-40'0'78,"80"0"0,40 0-78,-39 0 0,-1 0 16,0 0-16,0 0 0,0 0 15,0 0-15,0 0 0,0 0 0,1 0 0,-1 0 16,0 0 0,0 0-16,0-40 0,0 40 0,0 0 15,-80 0 32</inkml:trace>
  <inkml:trace contextRef="#ctx0" brushRef="#br0" timeOffset="161257.0626">22190 16563 0,'-40'-40'15,"40"80"32,0 0-31,0 0-16,0 0 0,0 0 15,-40 0-15,40 1 16,0-1-16,0 0 0,0 0 0,-40 0 0,40 0 16,0 0-16,0 0 0,-41 0 0,41 0 0,0 1 15,-40-1 1</inkml:trace>
  <inkml:trace contextRef="#ctx0" brushRef="#br0" timeOffset="161697.0353">23113 16483 0,'0'0'0,"-40"0"16,0 0 15,-1 0-31,1 40 0,0-40 16,0 0-1,0 40-15,0-40 0,0 0 16,40 40-16,-40-40 0,40 40 15,0 0 1,0 0 15,40-40-31,0 0 0,40 0 16,0-40 0,-40 40-16,1 0 0,-1 0 0,0 0 0,0 0 15,0 0 1,0 0-16,0 0 0,0-40 15</inkml:trace>
  <inkml:trace contextRef="#ctx0" brushRef="#br0" timeOffset="162006.9417">23153 16483 0,'-40'-40'0,"0"40"0,0 40 63,40 0-48,0 0 1,0 0-16,0 0 0,0 0 15,0 0 1,0 0-16,0 1 0,0-1 0,0 0 16,0 0-16,0 0 0,0 0 0,0 0 15,0 0-15</inkml:trace>
  <inkml:trace contextRef="#ctx0" brushRef="#br0" timeOffset="162426.9939">23634 16162 0,'41'0'32,"39"0"-17,80 80 1,-39 80-1,-121-79 1,0-41-16,-121 160 16,81-160-16,0 1 0,-80 79 15,80-80-15,-81 80 32,81-120-32,40 40 0,-40-40 15</inkml:trace>
  <inkml:trace contextRef="#ctx0" brushRef="#br0" timeOffset="162776.9043">24678 16443 0,'-40'0'31,"80"0"0,0-41-31,0 41 0,0 0 0,0 0 16,0 0-16,0 0 0,1-40 0,-1 40 0,40 0 15,-40 0-15,0-40 16,0 40-16,0 0 0,1 0 0,-1 0 16</inkml:trace>
  <inkml:trace contextRef="#ctx0" brushRef="#br0" timeOffset="162996.9594">24798 16844 0,'-40'0'16,"80"0"-16,0 0 15,121 0 1,-121 0-16,40-40 15,-40 40-15,121-41 16,-121 41 0,0 0-16</inkml:trace>
  <inkml:trace contextRef="#ctx0" brushRef="#br0" timeOffset="163886.8301">26764 16162 0,'81'0'31,"-41"0"-31,-40-80 16,-40 80 0,-41 0-1,81 40 1,-40-40-16,0 40 0,0-40 0,0 40 0,0-40 15,0 40-15,-1 0 0,1-40 16,0 40-16,0 0 0,0 0 0,0 1 16,40-1-1,40-40 1,0 0 0,0 0-16,0 0 15,0 0-15,1 0 0,-1 0 0,40 0 0,-40 0 16,0 0-16,40 0 15,-39 0-15,-1 0 0,0 0 0,0 0 0,0 0 16,0 0-16,0 0 0,0 0 0,1 40 31</inkml:trace>
  <inkml:trace contextRef="#ctx0" brushRef="#br0" timeOffset="164136.8339">26965 16242 0,'-40'-40'16,"0"40"-16,0 0 16,-1 40-1,41 40 16,-40 81-15,40-81-16,-40 241 31,40-281-31,-40 160 0</inkml:trace>
  <inkml:trace contextRef="#ctx0" brushRef="#br0" timeOffset="166486.6763">1364 17886 0,'0'-40'62,"40"40"-46,1 0-16,-1 0 16,-40-40-16,80 40 15,-40 0-15,0-40 0,0 40 0,0 0 16,1 0-16,-1 0 15,0 0-15,0 0 0,-40 80 0,0-40 16,0 0-16,0 1 0,-40-1 16,40 0-16,-40 0 0,40 0 15,-81 0-15,41 0 0,0 0 0,40 0 0,-40 1 16,0-1-16,0 0 16,40 0-16,-40 0 0,0-40 0,40 40 15,-41-40-15,122-40 16,-41 40-1,0-80-15,0 40 0,40 0 16,-40-1-16,1 1 0,39-40 0,-40 40 16,0 0-16,0 0 0,-40 0 0,40 40 0,0-40 0,-40-1 15,41 41-15,-41-40 16,0 0-16,40 40 0,-40-40 16,40 40-1,-40-40-15,-40 40 63,0 40-48,40 0-15,-41 0 16,1-40-16,40 40 16,-40-40-16,40 41 0,-40-1 0,40 0 15,0 0 1,80-40-16,-80 40 0,40 0 0,1 0 15,-1 0 1,0-40-16,0 40 0,0 1 0,0-41 16,0 0-16,0 40 0</inkml:trace>
  <inkml:trace contextRef="#ctx0" brushRef="#br0" timeOffset="166966.6522">2528 18247 0,'0'-40'32,"40"40"-32,0 0 31,0 0-31,0 0 31,-40 40-31,0 0 16,-80 1-16,80-1 0,-40-40 15,40 40-15,-40-40 0,40 40 16,-40-40-16,40 40 16,40-40-1,0 0 1,0 0-1,0 0-15,0 40 0,1-40 16,-41 40 0,0 0-1,-41 0-15,41 0 0,-40 1 0,-40-1 16,40 0-16,0-40 0,40 40 16,-40-40-16,0 40 0,-1-40 0,1 0 15,40 40-15,-40-80 16,40 0-1,0 0-15,0 0 0,0 0 16,0-1-16</inkml:trace>
  <inkml:trace contextRef="#ctx0" brushRef="#br0" timeOffset="167346.662">3290 17806 0,'-40'0'0,"0"0"0,40 40 15,-40-40 1,0 0-16,40 40 16,0 0-1,-40 41 1,40 159 0,0-39-1,40-121 1,40 0-1,-40-80-15</inkml:trace>
  <inkml:trace contextRef="#ctx0" brushRef="#br0" timeOffset="167726.604">3571 18087 0,'0'0'16,"0"40"0,0 0 15,0 0-31,0 40 0,0-39 16,0-1-16,0 0 15,0-80 16,0 0-15,40 40-16,-40-41 0,41 41 0,-1-40 16,-40 0-16,40 40 0,0 0 15,0 0 1,0 40 0,-40 0-1,0 1-15,0-1 16,0 0-16,-40 0 0,40 0 15,0 0 1,-40-40 0</inkml:trace>
  <inkml:trace contextRef="#ctx0" brushRef="#br0" timeOffset="167976.6642">4253 18007 0,'0'0'16,"41"0"15,-1 0-31,-40 40 16,40-40-16,-40 40 0,0 0 0,0 0 15,0 0-15,0 0 16,0 41-16,-40-41 0,40 0 0,-40 0 0,40 0 15,-81 40-15,41-40 0,40 0 16,-40-40-16,40 40 0,-40 1 0,0-41 0,40 40 16</inkml:trace>
  <inkml:trace contextRef="#ctx0" brushRef="#br0" timeOffset="168296.6478">4895 18167 0,'0'0'15,"41"-40"1,39 0 0,-40 40-16,0 0 15,0-40-15,0 40 16,81 0 0,-41 0-1</inkml:trace>
  <inkml:trace contextRef="#ctx0" brushRef="#br0" timeOffset="168476.6404">4895 18568 0,'0'0'0,"-40"0"16,0 0-16,40-40 15,40 40-15,0 0 16,81-40-1,-41 40 1,-40 0-16,40-40 0</inkml:trace>
  <inkml:trace contextRef="#ctx0" brushRef="#br0" timeOffset="169136.5203">6220 17766 0,'-81'0'31,"41"0"-31,0 0 16,0 0 15,0 80-16,-40 0 1,39 41 0,41-81-16,0 80 15,0 41 17,-80-41-17,-80-80 1,120-80 15,40-80-15,160 80-1,-40 40 1,-79 120 15,-41 0-15,0 41-1,0-41 1,120-40 0,-80-40-1,121-40-15</inkml:trace>
  <inkml:trace contextRef="#ctx0" brushRef="#br0" timeOffset="171546.3799">6380 18207 0,'40'0'47,"-40"-40"-47,40 40 16,-40-40-16,40 40 0,1 0 16,-1 0-16,0-40 15,0 40-15,0 0 16,0 0-16,-40 40 15,0 0-15,0 0 16,0 0-16,0 0 0,-40 1 0,0-1 16,40 0-1,-40 0-15,0-40 0,0 40 0,40 0 0,-41-40 16,1 40-16,0-40 16,80-40 46,0 40-62,1 0 16,-1 0-16,0 0 15,-40 40-15,40-40 16,0 0-16,0 40 0,0-40 0,0 40 16,1-40-16,-1 0 15</inkml:trace>
  <inkml:trace contextRef="#ctx0" brushRef="#br0" timeOffset="171836.377">7183 18568 0,'0'40'78,"0"0"-78,-41 0 16,1 1-1,0-41-15,0 40 0,0 0 16,0-40-16,40 40 15,-40-40-15,0 0 0,40 40 0</inkml:trace>
  <inkml:trace contextRef="#ctx0" brushRef="#br0" timeOffset="172436.3413">7704 18207 0,'-40'0'0,"0"0"62,0 0-31,0 0-31,0 40 0,0-40 0,40 40 16,-41-40-16,1 0 16,40 41-16,-40-41 0,0 0 0,40 40 15,40-40 48,-40 40-48,40-40-15,0 0 16,1 0 0,-1 0-1,0 0-15,0 0 0,0 0 16,0 0 0,0 0-16,0 0 0,1 0 0,-1 0 15,0 0 1,0 0-16</inkml:trace>
  <inkml:trace contextRef="#ctx0" brushRef="#br0" timeOffset="172806.3029">7664 18127 0,'0'0'0,"0"40"78,0 0-78,0 0 15,0 0 1,0 1-16,-40-1 0,40 0 0,0 0 0,-40 0 16,40 0-1,0 0-15,0 0 0,0 0 16,0 0-16</inkml:trace>
  <inkml:trace contextRef="#ctx0" brushRef="#br0" timeOffset="173476.2668">8507 18568 0,'-40'40'79,"40"0"-79,0 0 0,-40 1 15,-1-1 1,1 0-16,40 0 0,-40 0 0,0 0 0,40 0 15,-40 0-15,0 0 0,40 1 16</inkml:trace>
  <inkml:trace contextRef="#ctx0" brushRef="#br0" timeOffset="174416.2267">8667 18247 0,'0'-40'32,"40"40"-32,1-40 0,-1 0 15,0 40 1,0 0-16,0 0 0,0 0 15,0 0-15,0 0 16,-40 40-16,0 0 16,41-40-16,-41 40 0,0 0 15,0 1-15,0-1 16,0 0-16,-41-40 0,41 40 0,-40-40 16,40 40-16,-40-40 15,0 0-15,40 40 0,-40-40 16,80 0 15,0 0-15,0 0-1,0 0-15,1 0 0,-1 0 0,0 40 16,0-40-16,0 0 0,0 40 16,0-40-16,0 0 0,1 0 15</inkml:trace>
  <inkml:trace contextRef="#ctx0" brushRef="#br0" timeOffset="174706.2118">9711 18608 0,'-41'0'16,"41"40"31,0 0-47,0 1 15,0-1-15,0 0 16,-40 0-16,0-40 0,40 40 15,-40-40-15,40 40 0</inkml:trace>
  <inkml:trace contextRef="#ctx0" brushRef="#br0" timeOffset="175336.1554">10754 18287 0,'-40'0'0,"0"0"47,-1 0-15,41 41-32,-40-41 0,40 40 0,-40-40 15,0 40-15,0-40 16,40 40-16,-40-40 15,80 0 17,40 0-17,-40-40 1,0 40-16,1 0 0,-1 0 0,0 0 16,0 0-16,0 0 15,0 0-15,0 0 0,1 0 16,-1 0-16,0 0 15,0 0-15</inkml:trace>
  <inkml:trace contextRef="#ctx0" brushRef="#br0" timeOffset="175816.2008">10794 18247 0,'0'0'15,"-40"0"-15,40-40 0,0 0 31,0 0-15,40 40 47,0 0-32,-40 40-16,-40 0 17,40 0-32,0 0 0,0 1 15,0-1-15,0 0 16,0 0-16,0 0 0,-40-40 0,40 40 16,0 0-16,0 0 15,0 0-15,0 0 0,40 1 16</inkml:trace>
  <inkml:trace contextRef="#ctx0" brushRef="#br0" timeOffset="176826.1452">11436 18047 0,'0'-40'16,"40"40"-1,0 0-15,-40 40 63,0 0-63,40-40 16,-40 40-16,0 0 15,0 0-15,0 0 16,0 0-1,0 1 1,41-1-16,-1-40 16,0 0-1,0 0 1,-40-40 0,-40 40 15,0 40-16,40 0 1,0 0 0,0 0-1,-40-40-15,40 40 0,0 0 16,0 0-16,0 0 0,-41-40 16,41 40-16,0 1 15,0-1-15,-40-40 0,40 40 0,0 0 0,-40 0 16,0 0-1,0-40-15,0 40 0,0-40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40:04.3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5939 1804 0,'0'-40'31,"-40"40"-31,40-40 16,0 0 0,0 0-16,40 40 15,-40-40-15,80 40 0,-40-40 16,40 40-16,-40 0 15,1 0-15,-1 0 0,0 0 0,0 0 0,0 0 16,0 0-16,0 0 0,0 40 16,1-40-16,-1 40 0,0 0 0,-40 0 15,40 0-15,-40 0 16,0 40-16,0-40 0,0 41 0,0-41 0,-40 40 16,40-40-16,-40 0 0,40 40 0,-81-39 0,41-1 15,0 0-15,40 0 0,-40 0 16,0 0-16,0-40 0,40-40 31,0 0-31,40 0 16,-40 0-16,40 0 0,0-41 15,0 41-15,41 0 0,-41 0 0,0-40 0,0 40 16,40 0-16,-40-41 16,0 41-16,41 0 0,-41 0 0,40 0 0,-40 0 15,0 0-15,0 0 0,1 0 0,-1-1 0,0 1 16,-80 40 31,0 0-47,-1 0 15,41 40 1,-40-40-16,0 81 0,0-81 0,40 40 0,-40 0 16,0 0-16,40 0 0,-40 0 0,40 0 0,-40 0 15,40 0-15,0 1 16,-41 39-16,41-40 0,0 0 0,0 0 0,0 0 15,0 0-15,0 0 16,0 1-16,41-41 0,-41 40 0,40-40 0,0 40 16,0-40-1,0 0-15,0 0 0,0 0 0,0 0 16,1 0-16</inkml:trace>
  <inkml:trace contextRef="#ctx0" brushRef="#br0" timeOffset="279.9833">7905 1283 0,'0'0'0,"-40"-40"0,0 40 16,-41 0-16,41 0 0,-40 0 15,80 40-15,-120 160 16,120-119-16,0 79 31,0-120-31,40 80 0,-40-39 0,80 79 31,0-80-31,1-40 16,-41 0 0,0-40-16,40 0 0</inkml:trace>
  <inkml:trace contextRef="#ctx0" brushRef="#br0" timeOffset="609.9643">8306 1644 0,'0'-40'15,"0"80"-15,0-120 16,0 160 0,80-80-16,-80 40 0,41-40 0,-41 40 0,40 0 15,-40 0-15,0 0 16,40 0-16,-40 0 0,0 1 0,0-1 15,0-80 1,40 40 0,-40-41-16,40 1 15,-40 0-15,40 0 0,0-40 0,0 40 0,1 40 16,-1-40-16,-40 0 0,40 40 16,0-40-16,0 40 0,0 0 0,0 0 15,0 80-15,-40-40 0,41 0 16,-41 0-16,0 0 15,0 0-15,0 0 0,0 0 0,0 1 0,-41 39 16,1-40-16,40 0 16,-40 0-16,0-40 0</inkml:trace>
  <inkml:trace contextRef="#ctx0" brushRef="#br0" timeOffset="850.007">9670 1243 0,'-40'0'16,"40"40"-16,0 0 15,0 40-15,40 81 32,-40-121-32,0 80 0,41-80 0,-41 201 15,-121-41 16,41-160-15</inkml:trace>
  <inkml:trace contextRef="#ctx0" brushRef="#br0" timeOffset="1059.9957">10152 1724 0,'0'0'15,"40"-80"1,0 80-16,121-80 31,-121 80-31,0 0 0,120 0 32,1 0-17,-121 40-15,0-40 0</inkml:trace>
  <inkml:trace contextRef="#ctx0" brushRef="#br0" timeOffset="1239.984">10794 2125 0,'-120'80'16,"240"-160"-16,-240 120 15,200-80 1,-40 40-16,201-120 31,-121 80-31,41-1 16,-121 41-16,80-80 15,-80 80-15</inkml:trace>
  <inkml:trace contextRef="#ctx0" brushRef="#br0" timeOffset="1629.8877">12800 1042 0,'0'0'0,"-80"40"0,40-40 16,-40 40-16,-81 0 16,161 1-16,-120 79 15,80-80-15,40 0 0,0 121 31,160-1-15,-120-160-16,201 80 16,-201-80-16,0 0 0,0 0 15,121-40 1</inkml:trace>
  <inkml:trace contextRef="#ctx0" brushRef="#br0" timeOffset="1889.9456">13482 1243 0,'0'0'15,"41"0"1,-1 120 15,-40 81-15,0-161 0,0 0-16,-121 40 15,81-80-15,0 0 0,-40-80 31,40-121-15,80 41 0,40 120-16,0 0 31,81-41-31</inkml:trace>
  <inkml:trace contextRef="#ctx0" brushRef="#br0" timeOffset="2159.9312">14365 1002 0,'-120'40'31,"240"-80"-31,-361 160 16,201-80-16,40 1 0,0-1 16,0 80-1,40-40-15,1-80 0,39 40 16,-40 0-16,80 41 15,-80-1 17,-80 0-17,-160-40 1,39-40 0</inkml:trace>
  <inkml:trace contextRef="#ctx0" brushRef="#br0" timeOffset="2539.9071">14967 1122 0,'40'0'15,"-80"0"-15,120 40 16,-39 41-16,-41-1 15,0-40-15,40 80 32,-40-39-32,0-1 15,0-40-15,40-80 32,0 0-32,-40 0 0,40-1 0,0 1 15,0 40-15,-40-40 16,40 0-16,1 40 0,-41-40 0,40 40 0,0 0 15,0 0 1,-40 40-16,40 0 16,-40 0-1,40-40-15,-40 40 0,0 1 0,40-1 16,-40 0-16,40-40 16,-40 40-16</inkml:trace>
  <inkml:trace contextRef="#ctx0" brushRef="#br0" timeOffset="2919.8866">16211 1243 0,'0'40'16,"0"0"0,0 120-1,0-39 1,0-81-16,-40 40 15,40-40-15,0 0 16,0 0-16,40-40 16,0-40-1,40-120 17,-39 120-32,-1-121 15,0 121-15,-40 0 0,40 40 31,0 0-31,0 120 32,0-80-32,0 81 15,-40-81-15,41 80 16,-1-120-16,-40 40 0,0 0 16,40 0-1</inkml:trace>
  <inkml:trace contextRef="#ctx0" brushRef="#br0" timeOffset="3109.8734">16452 1283 0,'-40'0'15,"80"-40"-15,40 0 16,81-1-1,119-39 17,-79 40-32</inkml:trace>
  <inkml:trace contextRef="#ctx0" brushRef="#br0" timeOffset="4619.7263">3130 3809 0,'0'41'15,"40"-41"1,-40 40-16,0 0 0,0 0 0,0 0 16,0 0-16,0 0 0,0 0 0,0 0 0,0 0 15,0 1-15,0-1 16,0 0-16,0 0 0,0 40 0,0-40 15,0 0-15,40 0 16,0-120 0,-40 40-1,0-40-15,0 40 0,0-40 0,0 39 16,0-39-16,-40 0 0,40 0 16,-40 0-16,40-1 0,-40 41 0,40-40 0,-40 40 15,40-40-15,-40 40 0,40 0 0,0-1 0,0 1 16,-41 0-16,41 0 15,0 0-15,81 0 0,-41 40 16,0-40-16,0 40 16,0 0-16,0 0 0,0 0 0,1 0 0,-1 0 15,0 40-15,0-40 16,0 40-16,0-40 0</inkml:trace>
  <inkml:trace contextRef="#ctx0" brushRef="#br0" timeOffset="4849.771">3210 4210 0,'-40'0'16,"80"0"-16,-40-40 16,80 0-16,-40 40 15,41-40-15,39 0 0,-80 0 0,241-40 31,-80 0-15,-161 80-16</inkml:trace>
  <inkml:trace contextRef="#ctx0" brushRef="#br0" timeOffset="4989.6939">4253 3850 0,'0'0'0,"0"40"16,-40 0-1,40 0 1,0 0-16,0 0 15,40 0-15,1 0 16,-41 0-16,40 0 0,-40 1 16,0-1-1,0 0-15</inkml:trace>
  <inkml:trace contextRef="#ctx0" brushRef="#br0" timeOffset="5149.7532">4173 3689 0,'0'0'0,"0"-40"0,-40 0 0,40 0 15,0 0-15,0 0 16,40 40-16,40 0 16,-39 0-16,-1 40 0</inkml:trace>
  <inkml:trace contextRef="#ctx0" brushRef="#br0" timeOffset="5449.6721">4615 3769 0,'40'40'16,"-80"-80"-16,120 161 15,-80-81-15,0 0 0,40 40 32,0-80-32,40 120 15,-40-80-15,1-40 16,-41-40-1,40 40-15,40-160 32,-40 120-32,0 0 0,0-40 15,0 80-15,41-41 16,-41 122-16,0-41 16,-40 120-1,0 41 1,0-81-1</inkml:trace>
  <inkml:trace contextRef="#ctx0" brushRef="#br0" timeOffset="5849.7115">6179 3809 0,'-120'0'16,"240"0"-16,-280 81 0,-41-1 15,161-40-15,-40 80 32,80-80-32,120 0 31,-80-40-31,121-80 16,-121 40-16,0 40 0,40-120 15,-80 80-15,0-161 16,-40 161-16,40 0 0,-40-40 15,-40-41 1,40 81 15,0 80-15,40 121 0,0 80-1,40-1 16,120-79-15,-79-121 0</inkml:trace>
  <inkml:trace contextRef="#ctx0" brushRef="#br0" timeOffset="6409.6782">7704 3448 0,'40'-40'15,"-80"80"-15,121-80 0,-41 0 0,0 40 0,40 0 31,0 40-15,-40 81 0,-40-41-1,-160 120 1,80-119 0,40-1-16,-41 40 15,81-80-15,0 0 0,0 41 16,40-41-1,1 0 1,-1-40-16,120 40 16,-120-40-16,0 0 0,1-40 15,-1 40-15,-40-40 16,0 0-16,-40-81 16,-201-119-1,-40 79 16,161 1-15,120 80 0,40 39-1,0 41-15,120 0 16,-120 0-16,1 0 0,-1 41 16,120-1-16</inkml:trace>
  <inkml:trace contextRef="#ctx0" brushRef="#br0" timeOffset="6679.6108">9470 3850 0,'0'40'32,"0"0"-32,-40 0 15,40 120 1,0-80 0,0-39-16,80 119 15,-80-120-15,0 0 0,40 40 16</inkml:trace>
  <inkml:trace contextRef="#ctx0" brushRef="#br0" timeOffset="6959.6458">9349 3890 0,'-40'-161'16,"80"322"-16,-80-362 0,80 81 15,41 120-15,-41-40 0,80 40 32,-80 0-32,41 40 0,-41 40 0,0-40 15,0-40-15,0 161 16,-40-121-16,0 0 0,0 0 16,-160 80-1,-41-40 1,121-160 15,80 40-31</inkml:trace>
  <inkml:trace contextRef="#ctx0" brushRef="#br0" timeOffset="7249.6288">10714 3809 0,'0'41'15,"0"-82"-15,0 122 0,-40-1 32,40-40-32,-161 40 15,41-40 1,-1-40 0,81-80-1,40 40-15,0-80 16,0 80-16,40 40 0,-40-41 15,161-39 1,-1 80 15,-120 0-31</inkml:trace>
  <inkml:trace contextRef="#ctx0" brushRef="#br0" timeOffset="7429.5424">11195 3769 0,'0'0'0,"-40"81"32,40-41-17,0 0-15,0 0 16,0 0-16,0 0 0,0 0 0,0 0 16,0 0-16,-40 0 0,40 1 15</inkml:trace>
  <inkml:trace contextRef="#ctx0" brushRef="#br0" timeOffset="7589.6085">11155 3248 0,'0'0'0,"-40"0"0,0 0 0,40-40 16,-40 40-1</inkml:trace>
  <inkml:trace contextRef="#ctx0" brushRef="#br0" timeOffset="7919.5539">11757 3609 0,'0'0'0,"0"40"0,0 40 15,0-40-15,0 41 16,0 39 15,0-40-15,0-120 0,80-80-1,81-1 16,-121 81-31,0 40 0,0 40 32,0-40-32,-40 81 0,0-1 15,0-40-15,0 0 0,0 0 16,-40 40-16,0-80 0,40 80 16,-40-39-16,80-41 31,0 0-31</inkml:trace>
  <inkml:trace contextRef="#ctx0" brushRef="#br0" timeOffset="8299.5682">13081 3128 0,'40'0'16,"-40"40"15,-40 80-16,40 81 1,-40-81 0,40-80-16,0 161 15,0-161-15,0 0 0,40 0 16,0 120 0,81-120-1,-81-40 1,0 0-16</inkml:trace>
  <inkml:trace contextRef="#ctx0" brushRef="#br0" timeOffset="8489.4808">13041 3729 0,'-120'0'15,"240"0"-15,-280 0 16,200 0-16,40-40 31,0 0-31,-40 40 0,81-40 16,-41 40-16,161-40 15</inkml:trace>
  <inkml:trace contextRef="#ctx0" brushRef="#br0" timeOffset="8749.5397">14606 3288 0,'0'0'15,"0"40"1,40 0 0,0 0-16,41 121 15,-41-81-15,-40-40 0,0 0 16,40 241-1,0-81 1,0-119 15</inkml:trace>
  <inkml:trace contextRef="#ctx0" brushRef="#br0" timeOffset="9069.5211">14566 3649 0,'0'-40'0,"0"80"0,0-120 0,0 40 15,40 0 1,161-41 0,39 121-1,1 161 1,-161 40 15,-39-41-15,-82 1-1,-39-161 1,40 0-16,-80 0 16,80 0-16,-161 0 15,161-40-15,0 0 0,40-40 16,40-40-1</inkml:trace>
  <inkml:trace contextRef="#ctx0" brushRef="#br0" timeOffset="9309.431">16171 3489 0,'-40'80'16,"40"-40"0,0 0-1,0 40-15,0-40 0,0 121 32,0-121-32,0 0 0,40 0 0,-40 80 15,0-39 1</inkml:trace>
  <inkml:trace contextRef="#ctx0" brushRef="#br0" timeOffset="9539.4929">16171 3569 0,'-80'-80'15,"160"160"-15,-160-241 16,120 121 0,0 40-1,-40-40-15,80 40 0,-40 0 0,0 0 16,41-40-16,-41 40 0,0 0 0,0 0 0,0 0 16,40 0-16,-39 0 0,-1 0 15,0 0-15</inkml:trace>
  <inkml:trace contextRef="#ctx0" brushRef="#br0" timeOffset="9769.4797">16291 3890 0,'-40'40'0,"80"-80"0,-120 80 0,40 0 31,40-80-31,40 40 15,201-80 1,0 39 15,-41 1-15,-160 0-16</inkml:trace>
  <inkml:trace contextRef="#ctx0" brushRef="#br0" timeOffset="10009.3895">17535 3448 0,'0'-40'16,"0"0"-1,40 40-15,0 0 16,1-40-16,39 40 0,-40 0 15,0 0-15,0-40 0,40 40 16,-39 0-16,-1 0 0,40-40 0,-40 40 0,0 0 16,0-40-16,1 40 15,39 0-15,-40-40 0,0 40 0,0-40 16,0 40-16,-40-40 0,40 40 0</inkml:trace>
  <inkml:trace contextRef="#ctx0" brushRef="#br0" timeOffset="10259.4507">18258 3208 0,'-81'0'16,"162"0"-16,-202 0 15,121 40 1,0 40-1,0-40-15,0 0 16,0 0-16,0 1 0,0 39 0,0-40 0,0 0 16,-40 40-16,40-40 0,0 41 15,-40-41-15,40 0 0,-40 40 0,40-40 0,-40 0 16,40 0-16,-41 0 0,1 0 0</inkml:trace>
  <inkml:trace contextRef="#ctx0" brushRef="#br0" timeOffset="41117.5528">3892 5414 0,'-40'0'32,"40"-40"15,0-1-32,0 1 1,40 40-16,-40-40 15,40 0 1,1 0 0,-1 40-16,0 0 0,0-40 15,0 80 1,-40 0 0,0 0-16,0 0 15,40 0-15,-40 1 0,0-1 0,0 0 16,0 0-1,0 0-15,0 0 0,0 0 0,0 0 16,-40 0-16,0 0 16,40-120 15,0 40-15,40 40-16,-40-40 0,0 0 0,40 0 0,0 0 15,-40 0-15,40 0 16,-40-1-16,41 41 0,-1-40 0,-40 0 0,40 40 15,-40-40 1,40 40-16,0 0 0,-40 40 31,40-40-15,-40 40-16,40 0 16,-40 1-16,0-1 15,40 0-15,-40 0 16,0 0-16,41 0 15,-41 0-15,0 0 0,0 0 32,40-40-32,-40 40 0,40-40 15</inkml:trace>
  <inkml:trace contextRef="#ctx0" brushRef="#br0" timeOffset="42207.5626">5578 5414 0,'0'-40'31,"40"40"-15,0-41 0,0 41-16,0 0 0,0 0 0,0 0 0,0-40 15,1 40-15,-1 0 16,0 0-16,0 0 0,0 0 0,0 0 0,0 0 15,0 0-15,1 0 16,-1 0-16</inkml:trace>
  <inkml:trace contextRef="#ctx0" brushRef="#br0" timeOffset="42437.4722">5738 5855 0,'0'0'16,"0"40"-16,40-40 31,0 0-15,0 0 0,41 0-16,-41 0 0,0 0 0,0 0 15,0 0-15,0-40 0,0 40 16,41 0-16,-41-40 0,0 40 0,0-40 0</inkml:trace>
  <inkml:trace contextRef="#ctx0" brushRef="#br0" timeOffset="42987.5156">7102 5093 0,'-40'0'15,"0"0"16,0 0-15,0 0 0,40 80-16,-40-80 0,40 40 15,-40 0-15,-1 0 16,41 0-16,0 1 0,-40-1 0,40 0 16,0 0-1,0 0-15,40-40 0,41 40 16,-41-40-1,0 0-15,0 0 0,0 0 0,40 0 0,-39 0 16,-1 0-16,0-40 0,0 40 0,0-40 16,0 0-16,-40 0 15,0 0-15,0-1 16,0 1-16,-40 0 16,40 0-16,-40 0 0,0 0 15,40 0-15,-40 40 0,0-40 16,40 0-16,-41 40 0,41-41 0,-40 41 15,0 0 1,40 41 0,0-1-16</inkml:trace>
  <inkml:trace contextRef="#ctx0" brushRef="#br0" timeOffset="43257.4235">7865 5574 0,'-40'0'16,"80"0"-16,-80 40 31,40 0-31,0 0 15,0 0 1,0 1-16,-40 39 16,40-40-16,0 0 0,-81-40 15,-39 120 1</inkml:trace>
  <inkml:trace contextRef="#ctx0" brushRef="#br0" timeOffset="44637.3421">8547 5173 0,'-40'40'62,"40"40"-46,0-40-16,0 1 0,0-1 0,0 0 16,0 40-16,0-40 15,0 0-15,40 0 0,-40 0 0,0 0 0,0 1 16,40-1-16,-40 0 0</inkml:trace>
  <inkml:trace contextRef="#ctx0" brushRef="#br0" timeOffset="44837.4068">9028 5775 0,'-40'0'16,"80"0"-16,-120 0 31,80 80-31,0-40 16,-40 0-1,0 0-15,0 40 16,40-40-16,-40-40 0</inkml:trace>
  <inkml:trace contextRef="#ctx0" brushRef="#br0" timeOffset="45267.3818">10032 5694 0,'-41'-40'0,"1"40"0,0-40 16,80 40 15,0 0-31,41 0 0</inkml:trace>
  <inkml:trace contextRef="#ctx0" brushRef="#br0" timeOffset="45457.3731">10674 5694 0,'0'0'16,"-41"0"-16,1 0 0,40-40 0,-40 0 31,120-40-16,1 40-15</inkml:trace>
  <inkml:trace contextRef="#ctx0" brushRef="#br0" timeOffset="45607.3609">11677 5654 0,'0'0'16,"-40"0"-16,-41-80 15,81 40-15,0 0 0,41 40 16,-1-40-16,80 0 0</inkml:trace>
  <inkml:trace contextRef="#ctx0" brushRef="#br0" timeOffset="45757.2763">12640 5534 0,'-80'40'16,"160"-80"-16,-241 40 16,201-40-16,41 0 15,159 0 1</inkml:trace>
  <inkml:trace contextRef="#ctx0" brushRef="#br0" timeOffset="47197.2665">13763 5093 0,'-40'0'0,"40"-40"63,40 40-63,0 0 31,1 0-15,-41-40-16,40 40 0,0 0 0,0 0 15,0 0 1,0 0-16,0 0 0,0-41 15,1 41 1,-82 0 47,41 41-48,-40-1 1,40 0-1,0 0-15,-40-40 0,40 40 0,0 0 0,-40 0 16,40 0-16,0 0 0,0 1 0,-40-41 16,40 40-16,0 0 15,0 0-15,-40 0 0,40 0 0,0 0 0,-40 0 16,40 0-16,0 0 16,0 1-16,0-1 0,0 0 31,40-40-31,0 0 0,-40-40 31</inkml:trace>
  <inkml:trace contextRef="#ctx0" brushRef="#br0" timeOffset="47447.2555">13683 5534 0,'-40'0'0,"80"0"0,-120-40 31,80 0-31,-40 40 16,120 0 0,-40 0-16,201 0 31,120 0-16,-241 0 1,-80 0-16</inkml:trace>
  <inkml:trace contextRef="#ctx0" brushRef="#br0" timeOffset="49857.0442">4093 7138 0,'0'0'0,"0"-40"110,40 40-95,0-40 1,0 0-16,0 40 15,1-40-15,-1 40 16,0 0-16,0-40 0,0 40 0,0 0 16,-40 40-16,40 0 15,-40 0 1,0 0-16,0 0 0,0 0 0,0 0 0,0 0 16,0 1-16,0-1 0,-80 0 15,80 0-15,0 0 0,-80 0 0,40 0 16,40 0-1,-40-40-15,40-40 32,40 40-32,-40-40 0,40 40 15,-40-40-15,40 0 0,0 40 0,-40-40 0,40 0 16,0 0-16,0-1 16,1 1-16,-1 0 0,0 0 0,-40 0 0,40 0 15,0 0-15,-40 0 0,40 0 16,0 0-16,-40-1 0,0 1 15,40 40-15,-40-40 0,-40 40 47,40 40-31,-40-40-16,0 40 0,40 1 0,-40-41 0,40 40 16,-40 0-16,0 0 0,40 0 15,0 0-15,0 0 0,0 0 0,0 0 16,0 0-16,0 1 15,0-1-15,40 0 0,-40 0 0,0 0 16,40-40-16,0 40 0,0-40 0,0 0 16,-40 40-16,40-40 15</inkml:trace>
  <inkml:trace contextRef="#ctx0" brushRef="#br0" timeOffset="50297.0078">5537 6777 0,'-40'0'16,"0"0"0,0 0-1,0 0 1,40 40-1,-40 0 1,40 1-16,0-1 0,-40 0 0,40 0 16,0 40-16,0-40 0,0 0 0,0 0 0,0 41 15,0-41-15,0 0 0,0 0 16,0 0-16,0 0 0,40-40 0,-40 40 0,40 0 16,0 0-16,0-40 15,0 41-15,0-41 16</inkml:trace>
  <inkml:trace contextRef="#ctx0" brushRef="#br0" timeOffset="52016.9069">6099 7138 0,'0'-40'47,"40"40"-31,-40-40 15,0 0-15,40 40-1,1 0 1,-1 0 0,0 0-1,-40 40 1,0 0-16,0 0 0,40-40 0,-40 40 16,0 0-16,0 0 15,0 1-15,0-1 0,0 0 16,0-80 15,40 40-15,-40-40-16,40 40 15,-40-81-15,40 81 0,-40-40 0,40 40 0,-40-40 16,41 40-16,-1-40 16,0 0-16,0 40 15,0 40 1,-40 0-1,40 0 1,-40 0-16,0 0 0,0 1 16,40-1-16,-40 0 15,0 0 1</inkml:trace>
  <inkml:trace contextRef="#ctx0" brushRef="#br0" timeOffset="52256.8926">7102 6898 0,'0'0'16,"40"40"31,1 0-47,-1 0 0,-40 0 15,40 0-15,-40 0 0,0 0 0,0 0 0,0 0 16,0 1-16,0-1 16,0 0-16,0 0 0,0 0 0,-40 0 0,40 0 15,-40 0-15,40 0 0,0 1 16,-41-41-16,41 40 0,-40-40 0</inkml:trace>
  <inkml:trace contextRef="#ctx0" brushRef="#br0" timeOffset="52486.9555">7544 7258 0,'0'0'0,"0"-40"31,40 0-31,80 0 15,-80 40-15,1 0 32,-1 0-32</inkml:trace>
  <inkml:trace contextRef="#ctx0" brushRef="#br0" timeOffset="52686.945">7664 7660 0,'0'0'0,"0"40"0,-40-40 31,40-40-31,40-1 16,40 1-16,-39 0 16,-1 40-16,0 0 0,80-40 31,-80 40-31,0 0 0</inkml:trace>
  <inkml:trace contextRef="#ctx0" brushRef="#br0" timeOffset="53326.8287">9430 6898 0,'-40'-41'16,"40"1"-16,-41 0 15,1 40 17,40 40-1,0 0-31,-40 121 31,40-81-31,0 80 16,0-119-16,0-1 0,40 120 15,-40-120-15,-80 121 16,80-121-16,-40-40 0,0 80 31,0-40-31,-41 0 16,41-40 0,40-40-16,40-40 31,1 40-31,39-40 15,-40 80-15,0 0 0,0 0 16,0 0-16,0 40 16,1 40-16,-1-40 15,0 0-15,-40 0 16,0 0-16,40-40 0,-40 40 0,0 0 16,0 1-16,40-41 15,-40 40-15,0 0 0,0 0 16,40-40-1,-40 40-15,40-40 16</inkml:trace>
  <inkml:trace contextRef="#ctx0" brushRef="#br0" timeOffset="53926.7928">10312 6938 0,'0'0'16,"-40"0"-1,40 40 16,-40 120-15,40-80-16,-80 121 16,80-161-16,0 0 0,40 80 15,40-79-15,1 39 32,-41-80-32,-40 40 0,80-40 15,-40 0-15</inkml:trace>
  <inkml:trace contextRef="#ctx0" brushRef="#br0" timeOffset="54256.7762">10874 7138 0,'0'40'31,"0"0"0,40 0-31,-40 1 0,0-1 16,0 0-16,0 0 0,0 0 16,0 0-1,-40-40-15,0 0 16,0 0 0,0 0-16,0 0 0,40-40 15,-40 40-15,-1-40 0,1 0 16,0 0-16,40 0 0,0-1 15,0 1-15,0 0 16,40 40-16,0 0 16,1 0-16,-1 0 0,0 0 15,0 0-15,-40 40 16,40-40-16,0 40 0</inkml:trace>
  <inkml:trace contextRef="#ctx0" brushRef="#br0" timeOffset="54666.749">11476 7098 0,'0'0'0,"-40"0"0,40-40 15,-40 40-15,40-40 16,-40 40 0,40 40-1,-40 40 1,40-40-16,0 121 31,0-121-31,40 0 0,0 40 16,80 0-1,-120-40-15,40 41 16,-40-41 0,-40-40-1,-200 80 1,119-80 0,81 0-16,0-80 15</inkml:trace>
  <inkml:trace contextRef="#ctx0" brushRef="#br0" timeOffset="55166.7953">12399 7098 0,'-40'0'31,"0"0"-31,-40 80 15,39-40-15,1 81 32,0-81-32,40 0 0,0 40 15,0-40-15,161 0 16,-161 0-16,40-40 0,40 0 31,81-40-15,-41-40-1,-120-80 1,-161 39 15,41 41-15</inkml:trace>
  <inkml:trace contextRef="#ctx0" brushRef="#br0" timeOffset="55466.7375">13643 7780 0,'0'40'0,"0"-80"0,0 120 32,40-80-32,-40 40 15,0 0 1,0 0-16,0 0 0,-40 1 15,40-1-15,-40-40 0,40 40 0,-80-40 0,39 40 16,1-40-16,0 0 0,0 40 16</inkml:trace>
  <inkml:trace contextRef="#ctx0" brushRef="#br0" timeOffset="56036.6755">14847 7098 0,'-40'0'0,"0"0"16,-1 0 0,1-40-16,0 40 0,0 0 31,40 40-31,-40 0 0,40 0 15,0 0-15,0 0 0,0 1 0,0-1 0,0 0 16,0 0-16,0 0 0,40 0 16,-40 0-16,40 0 0,-40 0 0,80-40 15,-80 41-15,41-41 16,-1 40-16,0-40 0,0 0 0,0 0 16,0 0-1,-40-40-15,40 40 0,-40-41 0,40 41 0</inkml:trace>
  <inkml:trace contextRef="#ctx0" brushRef="#br0" timeOffset="56306.7282">15409 7178 0,'40'-40'15,"-80"80"-15,120-80 0,0 40 16,-40 40-16,0 0 16,41 121 15,-81-41-16,-161-40 1,121-80-16,-121-40 16,121 40-16,-40-120 31,80-41-15,161 81-1,-1 0 1</inkml:trace>
  <inkml:trace contextRef="#ctx0" brushRef="#br0" timeOffset="56586.7115">16452 7018 0,'0'0'15,"-40"0"-15,-41-40 16,41 40-16,40 40 15,0 40 1,40 0 0,121 121-1,-81-1 1,-160-79 15,-121-81-15,81-80-1,80-41 1</inkml:trace>
  <inkml:trace contextRef="#ctx0" brushRef="#br0" timeOffset="57906.6341">17375 6898 0,'0'-41'0,"-40"41"16,-1 0 0,41 81-1,0-41-15,0 0 0,0 0 16,0 0-16,0 0 16,0 0-16,0 0 0,0 0 0,0 1 0,0-1 15,0 0-15,0 0 0,0 0 16,-40 0-16,0 0 0,40 0 15,-40-40-15,40-40 32,0 0-32,0 0 0,40 0 0,-40-40 15,0 40-15,40-41 0,-40 1 16,40 40-16,-40-40 0,41 40 0,-41-40 0,40 39 16,-40 1-16,40 0 15,-40 80 16,0 41-31,0-41 0,0 0 0,0 0 16,0 40-16,0-40 0,40 0 0,-40 40 0,0-39 16,40-1-16,-40 0 15,0 0-15,0 0 0,40 0 16,0-40 0,-40-40-1</inkml:trace>
  <inkml:trace contextRef="#ctx0" brushRef="#br0" timeOffset="58106.6215">17335 6938 0,'-41'0'15,"82"0"-15,-122 0 0,-79-40 16,120-1-16,0 41 0,40-40 31,40 40-31,200-40 31,-79 40-31,80 0 16,-121 40 0</inkml:trace>
  <inkml:trace contextRef="#ctx0" brushRef="#br0" timeOffset="58306.6102">18217 7339 0,'0'40'15,"0"-80"-15,0 160 16,0-80-16,0 0 16,0 40-1,0 1 1,-200 79 0,39-80-1,121-80-15</inkml:trace>
  <inkml:trace contextRef="#ctx0" brushRef="#br0" timeOffset="58706.5879">19060 6857 0,'0'-40'0,"0"80"0,0-40 32,0 41-17,-80 159 1,80 41 0,40-121-1,80-40 1,41 0-1,-41-80-15</inkml:trace>
  <inkml:trace contextRef="#ctx0" brushRef="#br0" timeOffset="58966.5725">19782 6978 0,'0'-40'0,"0"80"0,40-80 31,1 40-31,-1 40 0,0 40 16,40 0-16,-40 0 16,-40-40-16,-40 41 15,-120-81 17,-1-81-17,121-79 1,160 80-1,41 40 1</inkml:trace>
  <inkml:trace contextRef="#ctx0" brushRef="#br0" timeOffset="59236.5588">20665 6777 0,'-80'0'16,"160"0"-16,-240 40 16,160 0-16,80 81 15,80 119 17,-160-79-17,-120-41 1,-81-40-1,41-80 17,160-40-32</inkml:trace>
  <inkml:trace contextRef="#ctx0" brushRef="#br0" timeOffset="59566.5353">21147 6857 0,'0'0'0,"40"-40"31,160 80-15,-119 121 0,-122-1 15,-79-80-16,80-39 1,80-41 0,80 80 15,-39 0-15,-41-40-1,0-40 1,-40-40-16</inkml:trace>
  <inkml:trace contextRef="#ctx0" brushRef="#br0" timeOffset="59936.5199">22029 6857 0,'0'41'32,"0"39"-17,-40 0 1,40 80-1,-40-39-15,-40-41 32,40-80-17,40-120 1,160-161 15,1 80-15,-81 161-1,-40 40 1,-40 121 15,0-81-31,40 160 16,-40-120 0,-40 81-1,0-121 1,40 0-16</inkml:trace>
  <inkml:trace contextRef="#ctx0" brushRef="#br0" timeOffset="60116.5083">22310 6857 0,'-80'-40'15,"160"80"-15,-160-160 31,160 120-31,81-40 16,-41 40-16,41-40 16,-41 40-1</inkml:trace>
  <inkml:trace contextRef="#ctx0" brushRef="#br0" timeOffset="60316.4912">23033 7258 0,'0'0'0,"-41"81"32,41-1-17,0 80 1,-40 1 15,-40-81-15,-40-40-1</inkml:trace>
  <inkml:trace contextRef="#ctx0" brushRef="#br0" timeOffset="60986.4528">24156 6737 0,'-40'0'0,"80"0"0,-120-40 16,0 0-16,-1 40 15,-119 40 17,-1 120-17,201 41 1,120-41-1,121 1 1,-161-121 0,41-40-16</inkml:trace>
  <inkml:trace contextRef="#ctx0" brushRef="#br0" timeOffset="61236.4385">24397 6777 0,'40'0'15,"-80"0"-15,160 0 16,-80 40-16,0 41 16,41 79-1,-162-80 17,1-40-32,-120-80 31,119-120-16,162 39 1,79 121 0,-80-40-16</inkml:trace>
  <inkml:trace contextRef="#ctx0" brushRef="#br0" timeOffset="61506.4207">25079 6777 0,'-40'-40'0,"-40"40"16,-1 0 15,81 40-15,81 161 0,39-1 15,-80-39-16,-200-121 1,79-40 0,-79 40-1,160-80 1</inkml:trace>
  <inkml:trace contextRef="#ctx0" brushRef="#br0" timeOffset="61926.3395">25601 6817 0,'-40'-80'32,"80"160"-32,-40-160 0,120 80 31,0 40-16,-39 81 1,-41-41 0,-40-40-1,-40 40 1,40-40 0,0 40-1,40-40 1,-40 41-1,-40-41 1,-121 0 15,121 0-31,-80-40 16,39 0 0,41 0-1,40-40-15</inkml:trace>
  <inkml:trace contextRef="#ctx0" brushRef="#br0" timeOffset="62326.3718">26323 6898 0,'40'0'15,"-40"40"1,0 0-1,0 120 1,-40-80-16,0 41 31,0-81-31,0-40 32,40-80-17,120-121 1,0 1-1,-80 159 1,1 1 0,-41 80 15,40 161-15,0-1-1,-40-39 16,0-121-31</inkml:trace>
  <inkml:trace contextRef="#ctx0" brushRef="#br0" timeOffset="62506.3635">26443 6817 0,'-80'-40'15,"160"80"-15,-120-120 32,120 80-32,161 0 15,-80 40 1</inkml:trace>
  <inkml:trace contextRef="#ctx0" brushRef="#br0" timeOffset="62686.3514">26925 7459 0,'-80'80'31,"160"-160"-31,-160 200 0,39-80 0,41 1 0,-40 39 32,-40 40-17,0-80 1,40-40-16</inkml:trace>
  <inkml:trace contextRef="#ctx0" brushRef="#br0" timeOffset="63016.3339">27767 6898 0,'-40'40'16,"40"0"-16,-120 40 31,40 40-16,80-40-15,40 161 32,120-121-17,1-79 1</inkml:trace>
  <inkml:trace contextRef="#ctx0" brushRef="#br0" timeOffset="63286.3153">28249 6978 0,'0'0'0,"40"0"31,-40 40-31,80 80 32,-80 0-17,-160-39 1,-1-41-1,81-201 17,40 81-17,200 40 1,-79 40 0,-41 0-16</inkml:trace>
  <inkml:trace contextRef="#ctx0" brushRef="#br0" timeOffset="63546.3035">28931 6978 0,'-40'-40'16,"80"80"-16,-120-80 16,40 40-16,0 40 15,40 80 1,40 121-1,40-1 1,-120-119 0,-121-121 15,81 0-31,-80-121 31</inkml:trace>
  <inkml:trace contextRef="#ctx0" brushRef="#br0" timeOffset="63816.2266">29373 6938 0,'0'0'0,"0"40"31,-41-40-31,41 40 0,-40 0 0,0 0 16,0 0-16,40 0 16,-40-40-16,40 40 0,-40 0 0,40 1 15,0-1-15,40-40 16,0 0-16,0 0 16,0 0-16,0 0 15,1 0-15,-1 0 0,0 0 0,0 0 0,0 0 16,0 0-16,0 0 0,0 0 0</inkml:trace>
  <inkml:trace contextRef="#ctx0" brushRef="#br0" timeOffset="64056.2698">29373 6938 0,'0'0'0,"-41"-40"15,1 40-15,0 40 32,40 160-17,0-80 1,0 81 0,0-81-1,0-80-15</inkml:trace>
  <inkml:trace contextRef="#ctx0" brushRef="#br0" timeOffset="64456.2466">30055 7138 0,'-40'0'0,"80"0"0,-161 161 15,121-121-15,0 80 32,0 0-17,0-80 1,-40-40 0,40-120-1,40-80 1,81 119-1,-1-39 1,-80 120 0,-40 40-1,0 40 17,0 41-32,40 79 31,0-39-16,1-121-15</inkml:trace>
  <inkml:trace contextRef="#ctx0" brushRef="#br0" timeOffset="64636.2368">30175 7138 0,'0'0'15,"-40"-40"1,160-40 0,81 80-1,-161 0-15</inkml:trace>
  <inkml:trace contextRef="#ctx0" brushRef="#br0" timeOffset="64806.2286">30937 7579 0,'-40'0'16,"80"0"-16,-120 81 15,40-41-15,0 40 16,-40 40 15,40-120-31,-1 40 0,1 0 0,0-40 16</inkml:trace>
  <inkml:trace contextRef="#ctx0" brushRef="#br0" timeOffset="66436.1293">31579 7058 0,'-40'0'15,"0"0"1,40 40 15,-40-40-31,40 40 0,-40-40 0,0 40 16,40 0-1,-40 0-15,40 1 0,0-1 0,-40 0 16,40 0-16,0 0 0,0 0 16,0 0-16,0 0 0,0 0 0,0 1 15,40-1 1,-40 0-16,40-40 15</inkml:trace>
  <inkml:trace contextRef="#ctx0" brushRef="#br0" timeOffset="66726.0364">31941 7299 0,'0'40'31,"40"-40"-31,-40 40 16,0 40-16,0-40 16,0 0-1,-40 0-15,-1-40 32,1 0-32,40-40 15,-40 40-15,40-40 0,0 0 16,0 0-16,40 0 15,0 40-15,1 0 16,-1 0 0</inkml:trace>
  <inkml:trace contextRef="#ctx0" brushRef="#br0" timeOffset="67016.0955">32342 7339 0,'-40'0'0,"0"0"0,40 40 31,-41-40-31,41 80 32,0 0-32,41 0 31,-41-39-31,0 39 15,-41-80-15,1 40 16,-40-40 0,0-40-1,40 0 1,40 0-16,0-1 0</inkml:trace>
  <inkml:trace contextRef="#ctx0" brushRef="#br0" timeOffset="67606.0203">32743 7258 0,'-40'0'16,"40"41"-1,-40-1-15,0 0 32,40 0-17,40-40 17,0-40-17,-40 0 1,40 40-16,-40 40 31,0 0-15,0 0-1,0 0 1,40-40 62,-40 40-78,40-40 16,-40 40-16,41-40 15,-41 40-15,0 1 16,0-1-16,0 0 16,0 0-1,-41-40-15,41 40 0,-40-40 0,0 40 16,0-40-16,0 0 0,0 0 15,0 0 1,-1 0-16,41-40 0,-40 40 0,40-40 16,0 0-16</inkml:trace>
  <inkml:trace contextRef="#ctx0" brushRef="#br0" timeOffset="67766.0505">32743 7339 0,'40'0'16,"-40"-40"-16,81 40 31,-41 0-31</inkml:trace>
  <inkml:trace contextRef="#ctx0" brushRef="#br0" timeOffset="68186.0259">33104 7339 0,'0'40'16,"-40"-40"0,40 40-16,0 0 0,0 0 15,0 0-15,-40-40 16,40 40-16,0 0 0,0 1 0,-40-1 15,40 0-15,-40-40 0,40 40 16,-40 0 0,40-80 15,40 40-31,-40-40 0,40 40 16,-40-40-16,40 0 0,-40-1 15,40 1-15,0 0 0,-40 0 0,40 0 16,-40 0-16,41 40 0,-41-40 0,40 0 0,-40 0 31,0 120-15,0-40-1,0 0-15,0 0 0,-40 0 0,40 0 16,0 0 0,0 1-16,0-1 0,0 0 0,0 0 15,-41-40-15,41 40 0,0 0 16</inkml:trace>
  <inkml:trace contextRef="#ctx0" brushRef="#br0" timeOffset="68356.0174">33465 7299 0,'-40'0'16,"80"0"-16,1 0 31,-1 0-31,0 0 16,0 0-1,0 0-15</inkml:trace>
  <inkml:trace contextRef="#ctx0" brushRef="#br0" timeOffset="69415.9534">23474 8462 0,'-40'0'15,"40"40"-15,-40-40 16,0 0 15,-1 0-15,-39 120-1,40-80-15,0 121 16,40-81-16,80 80 31,-80-120-31,161 41 16,-121-41-16,0-40 0,80 0 16,-80 0-16</inkml:trace>
  <inkml:trace contextRef="#ctx0" brushRef="#br0" timeOffset="69685.9364">23955 8622 0,'81'-40'16,"-162"80"-16,202-120 15,-81 40-15,0 40 16,40 40 0,-40-40-16,41 120 15,-81-80-15,0 0 0,-40 81 16,40-81-16,-201 80 31,121-120-31,40 40 0,-81-40 16,81 0-16,0-40 15,40-80-15,40 120 32,0-80-32,40 39 15,1 41-15,-41-40 16,0 40-16</inkml:trace>
  <inkml:trace contextRef="#ctx0" brushRef="#br0" timeOffset="69955.8654">24638 8702 0,'-41'0'16,"-39"0"-16,40 0 15,-40 0 1,120 161 15,40-1-15,-40-120-16,-40 81 15,-40-1 17,-120-80-17,79-40 1,41 0-16,-40-40 15,80 0-15,0-40 0</inkml:trace>
  <inkml:trace contextRef="#ctx0" brushRef="#br0" timeOffset="70495.8421">25440 8462 0,'0'40'32,"0"-80"-1,-40 40-15,40 40-1,-40-40-15,40 40 0,-40-40 0,0 40 0,-1 0 16,1 0-16,0 0 0,40 0 0,0 0 0,-40 1 15,40-1-15,0 0 0,0 0 16,0 0-16,0 0 0,0 0 0,0 0 16,40 0-16,-40 1 15,40-41-15,0 0 0,1 0 32,-41-41-32,0 1 15,0 0 1,-41 0-16,41 0 0,-40 40 0,0-40 15,0 40-15,40-40 16,-40 40-16,40 40 16,0 0-1,80-40-15,-40 40 16</inkml:trace>
  <inkml:trace contextRef="#ctx0" brushRef="#br0" timeOffset="71045.858">26042 8702 0,'0'40'15,"-40"0"17,40 1-17,0-1-15,-40-40 0,40 40 0,0 0 0,0 0 16,0 0-16,0 0 0,-40 0 0,0 0 15,40 1 1,-41-41-16,41-41 31,0 1-31,0 0 0,81 0 16,-81 0-16,40 0 0,-40 0 16,40 0-16,0 0 0,0 40 0,-40-41 0,40 1 15,0 0-15,1 0 16,-1 40-16,-40-40 0,0 80 15,0 0 1,0 0 0,0 0-16,-40 1 0,40-1 0,0 0 0,0 0 15,0 0-15,0 0 16,-41 0-16,41 0 0,0 0 0,0 1 0,0-1 16,-40 0-16,40 0 15,-40-40 1</inkml:trace>
  <inkml:trace contextRef="#ctx0" brushRef="#br0" timeOffset="71235.8461">26002 8622 0,'-80'-40'31,"160"80"-31,-80-80 15,40 40-15,121 0 32,-81 0-32,80 40 0</inkml:trace>
  <inkml:trace contextRef="#ctx0" brushRef="#br0" timeOffset="71485.8314">26483 9464 0,'0'40'16,"0"-80"-16,-80 161 15,80-81 1,-40-40-16,40 40 15,-40 0 1,0 0-16,0-40 16,0 0-16</inkml:trace>
  <inkml:trace contextRef="#ctx0" brushRef="#br0" timeOffset="71855.81">27727 8782 0,'0'0'15,"-40"0"17,0 0-17,0 41 1,0 39 0,-121 80-1,121 81 1,40-161-1,0-40-15,121 40 16,-81-80-16,0 0 0,0 40 31,-40-120-31</inkml:trace>
  <inkml:trace contextRef="#ctx0" brushRef="#br0" timeOffset="72145.7325">28129 9023 0,'40'-40'0,"-80"80"0,120-80 32,-40 40-32,-40 120 15,40 41 1,-160-81 15,-81-40-15,81-160-1,120-41 1,200 41 15,1 80-15,-161 40-16</inkml:trace>
  <inkml:trace contextRef="#ctx0" brushRef="#br0" timeOffset="72435.7742">28811 8983 0,'0'0'0,"-40"0"0,-1 0 15,-39-80 1,-40 80 15,120 80-31,0 40 16,0-80-16,40 41 15,-40-41-15,0 40 16,0-40-16,0 0 16,-40-40-1,0 40 1,0-40-16,-1 0 16,1 0-16,-80 0 15,120-40 1,-40 40-16,40-80 15</inkml:trace>
  <inkml:trace contextRef="#ctx0" brushRef="#br0" timeOffset="73005.7407">29373 8943 0,'0'-40'15,"40"40"-15,0 0 16,40-40 0,81 0-1,-41 40 1,-80 0 15,-80 0 32,40 80-48,-40-40 1,40 0-16,0 0 0,-40 0 0,0 0 15,-1 0-15,41 1 0,-40-1 0,0 0 0,40 0 16,-40 0-16,40 0 0,-40 0 16,40 0-16,-40 0 0,0 0 0,40 1 15,0-1 1</inkml:trace>
  <inkml:trace contextRef="#ctx0" brushRef="#br0" timeOffset="73235.7273">29212 9344 0,'0'-40'16,"0"80"-16,-40-80 0,40 0 16,80 40-1,-40 0-15,161-40 16,-121 40-16,-40 0 0,0 0 15,81 0-15,-81 0 0,80-40 32,-80 40-32,1 0 0</inkml:trace>
  <inkml:trace contextRef="#ctx0" brushRef="#br0" timeOffset="73645.6464">30616 9023 0,'-40'0'15,"0"40"1,0 0-16,40 0 16,-40 1-1,0-1-15,40 0 0,-40 0 16,0 0-16,40 0 16,-41-40-16,41 40 0,-40-40 0,40 40 15,40-80 16,-40 0-31,41 40 16,-41-40-16,40 0 0,0 0 16,0 0-16,0 0 0,0-1 0,0 1 15,-40 0-15,40 0 16,1 40-16,-41-40 0,40 40 0,-40-40 0,40 40 31,-40 40-15,0 0-16,0 0 15,0 0-15,0 0 16,0 1-16,0-1 0,0 0 0,0 0 16,0 0-16,-40 0 0,40 0 15,0 0-15,0 0 16,-40-40 0</inkml:trace>
  <inkml:trace contextRef="#ctx0" brushRef="#br0" timeOffset="73855.691">30416 8903 0,'-40'0'15,"80"0"-15,-40 0 16,241 0-1,-201 0-15,160 0 16,-119 0-16,-41 0 0,40 0 31,-80-40-31</inkml:trace>
  <inkml:trace contextRef="#ctx0" brushRef="#br0" timeOffset="74825.5582">31660 8622 0,'0'-40'46,"-40"40"-30,80 0 31,0 0-47,0 0 0,0 40 16,0-40-1,0 40-15,0-40 0,-40 40 16,41 0-16,-41 0 15,-81 1 1,81-1-16,-40-40 0,40 40 0,0 0 16,0 0-1,40 0-15,0-40 16,1 0 0,-1 0-16,0 0 0,0 0 15,-40-40-15,40 40 0,-40 40 47,0 0-31,-40-40-16,40 40 0,-40 0 0,40 1 0,-80-1 15,39 0-15,1 0 16,0 0-16,40 0 0,-40 0 0,0 0 0,0 0 16,0 0-16,0 1 15,-1-41-15,1 40 0,0 0 0,0 0 0,0-40 16,0 40-16,0-40 0,0 40 0,-1-40 0,1 0 15,0 0-15,0 0 0,0 0 16</inkml:trace>
  <inkml:trace contextRef="#ctx0" brushRef="#br0" timeOffset="77325.4122">642 9384 0,'0'-40'31,"40"40"-15,0 0-1,0 0-15,1 0 0,-1 0 16,0 0-16,-40 40 16,40-40-16,-40 40 0,0 0 0,0 0 15,0 0-15,0 1 16,0-1-16,0 0 0,-40 0 0,40 0 0,0 0 16,-40 0-16,40 0 0,-40-40 15,40 40-15,-41 1 0,1-1 16,0-40-16,40-40 31,40-1-31,-40 1 16,81 0-16,-81 0 0,40 0 15,0 0-15,0 0 0,0 0 0,0 0 0,0-1 16,0 1-16,1 0 16,-1 40-16,0-40 0,0 0 0,-40 0 0,40 40 15,-40-40-15,40 0 0,-40 80 63,-40-40-63,40 40 0,-40-40 0,40 40 0,-40 0 15,40 0-15,-40-40 0,40 40 16,-40 0-16,-1 1 0,41-1 0,0 0 0,-40 0 16,40 0-16,0 0 15,0 0-15,0 0 0,40 0 0,-40 1 16,41-41-16,39 40 0,-40-40 15,0 0-15</inkml:trace>
  <inkml:trace contextRef="#ctx0" brushRef="#br0" timeOffset="77535.4157">1806 9344 0,'-81'0'16,"41"40"-1,0-40-15,0 40 0,0-40 16,0 80-16,40-40 16,0 1-16,-40-1 0,40 0 0,0 0 15,0 0-15,0 0 16,0 0-16,40 0 0,0 0 0,-40 1 16,40-41-16,0 40 0,0-40 15,-40 40-15,40-40 0</inkml:trace>
  <inkml:trace contextRef="#ctx0" brushRef="#br0" timeOffset="77885.4521">2006 9585 0,'40'0'32,"-80"0"-32,121 0 15,-41 0-15,-40 40 0,40 0 16,-40 0-16,40 0 15,-40 0-15,0 0 16,0 0 0,0-80 15,40 0-31,80-40 31,-79 80-31,-1 80 16,-40 40 15,-40 41-15,-1-161-16,1 40 15</inkml:trace>
  <inkml:trace contextRef="#ctx0" brushRef="#br0" timeOffset="78075.3657">2889 9544 0,'0'0'16,"40"0"0,-40 41-1,0-1 1,40 80 0,-40-80-16,-40 121 15,0-121-15,-80 40 16,80-40-1</inkml:trace>
  <inkml:trace contextRef="#ctx0" brushRef="#br0" timeOffset="78285.4287">3371 9625 0,'0'0'0,"40"0"16,40-40 0,-40 40-16,81-41 15,-81 41-15,0 0 0,40-40 16,-40 40 0,0 81-1</inkml:trace>
  <inkml:trace contextRef="#ctx0" brushRef="#br0" timeOffset="78485.4207">3571 10066 0,'-40'40'32,"80"-80"-32,0 80 15,-40-80-15,41 40 0,119-40 31,-120 40-31,81-40 16,-81 40-16,-40-40 0,40 40 16,0 0-16</inkml:trace>
  <inkml:trace contextRef="#ctx0" brushRef="#br0" timeOffset="79045.3079">5698 9304 0,'0'0'16,"0"-40"-16,-40 40 15,40 40 1,-40 0-1,40 0-15,0 0 0,-40 0 0,40 0 0,-41 0 16,41 1-16,-40-1 16,40 0-16,-40 40 0,40-40 0,-40 0 0,40 0 15,-40 0-15,40 1 0,0-1 16,-40 0-16,40 0 0,0 0 0,0 0 31,0-80-15,0 0-1,0 0-15,40 40 16,0 0 15,0 0-31,-40 40 0,40 0 16,-40 0-16,40-40 16,-40 40-16,0 0 0,0 0 15,0 0-15,0 1 0,0-1 0,-40 0 16,40 0-1,0 0-15,0 0 0,0 0 16,0 0-16,0 0 16,40-40-16,1 41 15,-1-41-15,0 0 16,0 0-16,0 0 0,-40 40 16,40-40-16,0 0 0,0 0 15,1 0-15,-1 0 0</inkml:trace>
  <inkml:trace contextRef="#ctx0" brushRef="#br0" timeOffset="80545.2997">6781 9625 0,'40'0'0,"-40"-40"47,41 40 31,-41-41 0,0 1-62,0 121 62,0-41-78,0 0 16,0 0-16,0 40 0,0-40 0,-41 0 0,41 0 15,0 1-15,0 39 16,0-40-16,0 0 0,-40 0 0,40 0 0,0 0 16,-40 0-16,40 0 0,0 1 15,0-1-15,0 0 0,0 0 0</inkml:trace>
  <inkml:trace contextRef="#ctx0" brushRef="#br0" timeOffset="80795.2387">7183 10387 0,'0'40'15,"0"0"17,0 0-32,0 0 0,0 0 15,0 0 1,-41 0-16,41 1 0,-40-41 0,40 40 16,-40-40-16,40 40 15,-40-40-15,40 40 0,0 0 0,-40-40 0,40 40 16</inkml:trace>
  <inkml:trace contextRef="#ctx0" brushRef="#br0" timeOffset="81755.2258">7905 9946 0,'-40'0'0,"0"0"32,40-41-1,80 41-16,-40 0 1,40 0 0,-40 0-16,1 0 0,-1 0 0,0 0 0,40 0 15,-40 0-15,0 41 16,41-41-16,-41 0 0,0 0 0,0 0 0</inkml:trace>
  <inkml:trace contextRef="#ctx0" brushRef="#br0" timeOffset="82015.2117">8988 9544 0,'-40'-40'16,"0"40"-16,0 0 15,40 40 1,0 1-1,0 39 1,40-40-16,-40 120 16,0-120-16,0 1 0,0-1 15,0 120 1,-40-80 0</inkml:trace>
  <inkml:trace contextRef="#ctx0" brushRef="#br0" timeOffset="82255.1949">9390 10306 0,'0'0'0,"-41"-40"15,41 80 16,41 161-15,-82-161 0,1 0-16,-80 81 15,120-81-15,0 0 0,-40 40 16</inkml:trace>
  <inkml:trace contextRef="#ctx0" brushRef="#br0" timeOffset="82985.0771">10593 9745 0,'-40'0'0,"40"-40"32,0 120-17,0-40 1,0 0-1,0 0-15,0 1 0,0-1 0,0 40 0,0-40 16,0 0-16,0 0 16,0 0-16,0 0 0,0 0 0,0 1 0,0-1 15,0 0-15</inkml:trace>
  <inkml:trace contextRef="#ctx0" brushRef="#br0" timeOffset="83195.0831">11155 10627 0,'-40'0'15,"40"40"1,0 1 0,-40-1-1,0 0-15,0 0 16,0-40-1,40 40-15,-41-40 0</inkml:trace>
  <inkml:trace contextRef="#ctx0" brushRef="#br0" timeOffset="83635.1121">11998 10266 0,'-40'0'16,"40"-40"-16,-40 40 15,40-40 1,40 40 15,80 0-31,121 0 31,-161 0-31,-40 0 0,40 0 0</inkml:trace>
  <inkml:trace contextRef="#ctx0" brushRef="#br0" timeOffset="83875.0227">12881 9705 0,'0'0'16,"-41"0"0,41 40-1,-40-40 1,40 40-16,0 40 0,0-40 15,0 1-15,0-1 16,0 0-16,40 0 0,-40 0 0,0 0 16,0 0-16,0 0 0,0 0 15,0 0-15,0 1 0,0-1 0,0 0 0,0 0 16,0 0-16</inkml:trace>
  <inkml:trace contextRef="#ctx0" brushRef="#br0" timeOffset="84125.011">13482 10427 0,'-40'0'16,"40"40"-16,0 0 15,0 80 1,0-80-16,0 81 31,0-81-31,-40 0 0,-40 0 16,40 0-16,0-40 15,0 0-15,-41 0 0</inkml:trace>
  <inkml:trace contextRef="#ctx0" brushRef="#br0" timeOffset="84504.9857">14726 9745 0,'0'0'16,"-40"40"31,40 40-32,0-40-15,0 1 0,0-1 0,40 0 16,-40 40-16,0-40 0,41 0 16,-41 0-16,40 0 0,-40 41 0,0-41 0,0 0 15,0 0-15,0 0 16,0 0-16</inkml:trace>
  <inkml:trace contextRef="#ctx0" brushRef="#br0" timeOffset="84774.9874">15449 10507 0,'0'0'0,"0"80"31,-40 0-15,-1-80 0,41 41-16,-120-1 15,80 0-15,0-40 0,-81 40 16,81-40-16</inkml:trace>
  <inkml:trace contextRef="#ctx0" brushRef="#br0" timeOffset="85184.947">15970 10347 0,'0'0'0,"40"-41"31,1 41-15,39-40 0,-40 40-16,0 0 0,0 0 0,0 0 15,0-40-15,1 40 0,-1 0 0,0 0 0,0 0 16,0-40-16</inkml:trace>
  <inkml:trace contextRef="#ctx0" brushRef="#br0" timeOffset="85435.0098">16853 9785 0,'0'-40'16,"0"80"-16,-40-120 15,40 120 1,0 0-16,0 121 31,0-121-31,0 160 16,0-160-16,0 40 0,0-39 16,0 159-1,0-120-15,0-40 0</inkml:trace>
  <inkml:trace contextRef="#ctx0" brushRef="#br0" timeOffset="85654.9393">17094 10708 0,'-80'80'16,"160"-160"-16,-160 200 0,-1-40 15,81-40-15,-40 0 0,0 40 32,0-80-32,0 41 0</inkml:trace>
  <inkml:trace contextRef="#ctx0" brushRef="#br0" timeOffset="87588.8976">18538 10186 0,'0'-40'15,"0"0"-15,0 0 32,0 0-1,0 80-15,0 0-16,0 0 0,0 0 15,-40 0-15,40 0 0,0 0 0,-40 1 0,40 39 16,0-40-16,0 0 0,-40 0 15,40 0-15,0 0 0,0 0 0,0 1 0,-40-1 16,40 0-16</inkml:trace>
  <inkml:trace contextRef="#ctx0" brushRef="#br0" timeOffset="87808.885">18859 10908 0,'-40'0'16,"80"0"-16,-120 40 0,80 0 16,-40-40-1,40 121 1,-160-1 0,-41-40-1,161-80-15</inkml:trace>
  <inkml:trace contextRef="#ctx0" brushRef="#br0" timeOffset="88188.8624">19662 10667 0,'-40'0'0,"80"0"0,-120 0 0,80-40 15,40 0 1,241 0 0,-41 40 15,-119 0-31</inkml:trace>
  <inkml:trace contextRef="#ctx0" brushRef="#br0" timeOffset="88408.85">20585 10106 0,'0'0'0,"0"40"47,0 0-31,0 80-16,0 121 15,0-40 17,-40-81-17</inkml:trace>
  <inkml:trace contextRef="#ctx0" brushRef="#br0" timeOffset="91120.1223">21347 9946 0,'-40'0'0,"40"-41"15,40 41 1,-40-40 0,40 40-16,0 0 15,1 0-15,-1 0 0,0 0 0,0 0 16,0 0-16,0 40 15,0 1-15,-40-1 0,40-40 16,-40 40-16,0 0 16,0 0-16,0 0 15,-40 0-15,0 0 0,40 0 0,-40-40 16,40 40-16,-40 1 0,40-1 16,0 0-16,0 0 0,80 0 15,-40 0 1,0-40-16,1 0 0,-1 40 0,0-40 15,0 0-15,0 0 16,-40-40 15,-40 40-15,0 40-16,0 0 16,40 0-16,-40 1 15,40-1-15,0 0 0,-41 0 0,41 0 0,0 0 16,-40 0-16,40 0 0,0 40 15,-40-39-15,40-1 0,-40 0 0,40 0 0,-40 0 16,0 0-16,0 0 16,0 0-16,-1-40 0,1 40 0,-40-40 0,40 41 15,0-41-15,-40 0 0,39 0 16</inkml:trace>
  <inkml:trace contextRef="#ctx0" brushRef="#br0" timeOffset="93144.6845">25400 10908 0,'0'0'31,"0"-40"-31,0 0 32,-40 40 15,0 0-47,0 0 0,-1 0 0,1 40 15,0-40 1,0 0-16,0 0 0,0 0 0,0 0 0,0 0 15,-1 0-15,1 0 0,0 0 16,0 0-16,0 0 0,0 0 0,0 0 0,0 0 16,40-40-1,-41 40-15,1 0 0,0 0 16</inkml:trace>
  <inkml:trace contextRef="#ctx0" brushRef="#br0" timeOffset="93504.6618">24758 10627 0,'0'-40'0,"-40"40"46,0 0-30,0 0-16,-1 0 16,1 0-16,0 0 15,0 40-15,0-40 0,0 0 0,0 0 16,0 40-16,-1-40 16,1 0-16,0 0 0,0 0 0,0 41 0,0-41 15,0 0-15,0 0 0,-1 40 16,41 0-1,0 0-15,0 0 0,41-40 0,-1 40 16,0-40-16,40 40 16,0 0-16,-40-40 0,41 40 0,-1 0 0,-40-40 15,40 41-15,-40-41 0,41 40 16,-41-40-16,-40 40 0,40-40 0</inkml:trace>
  <inkml:trace contextRef="#ctx0" brushRef="#br0" timeOffset="422220.9138">2207 12071 0,'0'0'0,"-40"0"15,80 0 17,0 0-17,0 0 1,-40 40 109,40-40-110,-40 40-15,40-40 0,-40 40 0,41 1 16,-1-1-16,0-40 0,-40 40 16,40 0-16,0 0 0,0 0 0,0 0 0,0 0 15,1 0-15,-1 0 0,0-40 16,-40 41-16,40-1 0,0-40 0,-40 40 0,40 0 16,0-40-16,-40 40 15,40 0-15,-40 0 0,41-40 0,-41 40 0,40-40 16,-40 40-16,40-40 0,0 0 0,-40 41 15,40-41 1,0 0-16</inkml:trace>
  <inkml:trace contextRef="#ctx0" brushRef="#br0" timeOffset="422660.8852">3050 11991 0,'0'0'0,"0"40"16,0 0 31,0 0-32,-41-40-15,41 40 16,-40 0-16,40 1 0,-40-41 0,0 40 15,40 0-15,-40 0 0,0 0 0,0 0 0,0 0 16,-1 0-16,1 40 0,0-39 16,0-1-16,0 40 0,0-40 0,0 0 0,0 40 15,-1-40-15,1 1 16,40-1-16,-40 0 0,40 0 0,-40 0 0,40 0 16,0 0-1,-40-40-15</inkml:trace>
  <inkml:trace contextRef="#ctx0" brushRef="#br0" timeOffset="423120.9303">4013 11991 0,'-40'0'16,"80"0"-16,-161 0 16,81 0-16,0 40 15,-40 120 17,40 81-17,40 40 1,40-81-1,80-79 17,41-121-17,-121 0-15</inkml:trace>
  <inkml:trace contextRef="#ctx0" brushRef="#br0" timeOffset="423350.9162">4414 12272 0,'-40'0'15,"80"0"-15,-80 40 16,40 0 0,40 0-16,-40 0 0,0 80 31,0-80-31,0 1 0,0 79 15,-40 0-15,0-40 16,40-39 0</inkml:trace>
  <inkml:trace contextRef="#ctx0" brushRef="#br0" timeOffset="423740.8213">5136 12191 0,'-40'41'31,"80"-82"-31,-200 122 16,120-41-16,40 0 16,-161 80-1,41-40 1,39-80-1,122 0 48,-41 40-63,0 1 16,40-41-16,-40 40 15,40-40-15,-40 40 0,40-40 0,0 40 0,0 0 16,0 0-16,-40 0 0,40-40 0,-40 40 15,41 0-15,-1 1 16,0-1-16,0 0 16,0-40-16,0 0 15,0 0-15</inkml:trace>
  <inkml:trace contextRef="#ctx0" brushRef="#br0" timeOffset="424030.8766">5818 12151 0,'0'0'0,"40"0"16,-40 40-1,81 41 1,-41-41-16,-40 120 31,0-80-31,0-40 0,-80 121 16,-121 160-1,121-281-15,-81 160 32,121-119-32,0-81 0,0 40 0</inkml:trace>
  <inkml:trace contextRef="#ctx0" brushRef="#br0" timeOffset="424350.8611">6902 12713 0,'0'0'0,"40"0"47,0 0-31,0 0-16,0 0 0,0 40 0,0-40 15,1 0-15,-1 0 0,0 0 0,0 0 0,0 40 16,0-40-16,0 0 16,1 0-16</inkml:trace>
  <inkml:trace contextRef="#ctx0" brushRef="#br0" timeOffset="424550.7699">7343 13194 0,'0'0'16,"-80"0"-16,40 40 0,-41 0 16,122-40-1,-1 0 1,0 0-16,0 0 16,0 0-16,0 0 0,41-40 0,-41 40 0,40 0 15,-40 0-15,0 0 16,40-40-16,-39 0 0,39 40 0</inkml:trace>
  <inkml:trace contextRef="#ctx0" brushRef="#br0" timeOffset="425870.7676">11235 12031 0,'0'0'16,"-40"0"31,0 0-47,0 0 15,0 0-15,0 0 16,0 40-16,-41-40 0,1 40 0,40-40 0,-80 0 16,39 40-16,1-40 0,0 40 15,0-40-15,-1 41 0,1-41 0,40 40 0,-40-40 16,40 0-16,-41 40 0,41-40 0,0 0 0,0 0 15,0 0-15,0 40 0,0-40 16,40 40-16,-41-40 16,41 40-1,0 0 1,41-40-16,-1 40 16,0-40-16,0 0 0,40 0 0,-40 40 15,41-40-15,-1 0 0,0 0 0,40 40 0,-39-40 16,39 0-16,-40 0 0,1 0 15,39 0-15,-40 0 0,1 0 0,-41 41 0,40-41 16,-40 0-16,0 0 0,0 0 16,-40 40-16,0 0 15,-40 0 1,40 0-16,-80-40 0,40 40 0,0 0 0,-41 0 16,41 0-16,-40 1 15,40-41-15,0 40 0,-41 0 0,41 0 0,-40 0 16,40 0-16,0-40 0,-40 40 0,39 0 0,1 0 15,0-40-15,0 40 0,0 1 16,0-1-16,0-40 0,0 40 0,-41 0 0,41 0 16,-40-40-16,40 40 15,-40 0-15,39 0 0,1-40 0,-40 40 0,40 1 16,0-41-16,0 40 0,0-40 16,40 40-16,-41-40 0,1 40 0,80-40 46,1 0-30,-1 0-16,0 0 16,0 0-16,0 0 0,0 0 0,0 0 0,0-40 15,41 40-15,-41 0 16,40 0-16,0-40 0,-40 40 0,41 0 0,-1 0 16,0 0-16,0 0 0,1-40 15,-1 40-15,0 0 0,0 0 0,41 0 0,-41 0 16,41 0-16,-41 0 0,40 0 0,-40 0 0,41 0 15,-41-41-15,40 41 16,-39 0-16,-1 0 0,0 0 0,0 0 0,1 0 16,-41 0-16,40 0 0,-40 0 15,0 0-15,0-40 0,1 40 0,-1 0 16,0 0 0,-80 0 30,0 0-30,-1 0 0,1 0-16,0 0 15,40-40 1</inkml:trace>
  <inkml:trace contextRef="#ctx0" brushRef="#br0" timeOffset="427760.5807">9510 14518 0,'40'0'31,"0"-41"172,0 41-187,-40-40-16,40 40 0,1 0 16,-1 0-16,0 0 15,0 0-15,0 0 16,-40 40-16,40 1 0,0-1 15,-40 0 1,0 0-16,0 0 0,0 0 0,-40 0 16,40 0-16,-40 0 15,40 0-15,-40-40 0,40 41 0,-40-1 0,40 0 16,-40-40 0,40 40-16,0-80 15,40-40 1,-40 39-16,40 1 15,-40 0-15,40 0 0,0 0 0,-40 0 0,40 0 16,0 40-16,-40-40 0,41 40 16,-1-40-16,0 40 0,-40-40 0,40 40 15,0 0 1,-40 40 0,0 0-16,0 0 15,0 0-15,0 0 0,0 0 0,0 0 16,-40 0-16,40 0 0,0 1 0,-40-1 15,40 0-15,0 0 16,0 0-16,0 0 16,40-40-1,0 0-15,0 0 0,0-40 16,0 0 0</inkml:trace>
  <inkml:trace contextRef="#ctx0" brushRef="#br0" timeOffset="427950.6466">10513 14758 0,'0'0'16,"0"-40"-16,80 0 16,-40 0-16,41 0 31,79 40-15,-39 0-1,-1 0 1</inkml:trace>
  <inkml:trace contextRef="#ctx0" brushRef="#br0" timeOffset="428130.634">10633 14999 0,'-40'40'15,"80"-80"-15,-40 80 31,41-80-31,199 0 32,-39-41-17,-40 1 1</inkml:trace>
  <inkml:trace contextRef="#ctx0" brushRef="#br0" timeOffset="428490.6126">11837 14477 0,'-40'0'15,"0"0"1,0 41 0,-40 39-1,80 40 16,40 0-15,80-80 0,1-40 15,-81-120-15,0 0-1,-80 40 1,-41 40 15,-39 40-15,40 40-1</inkml:trace>
  <inkml:trace contextRef="#ctx0" brushRef="#br0" timeOffset="430250.5099">9831 11510 0,'0'40'31,"0"0"63,0 0-94,0 0 0,0 0 16,0 0-16,-40-40 0,40 40 0,0 0 0,-40 1 15,40-1 1,0 0-16,0 0 16</inkml:trace>
  <inkml:trace contextRef="#ctx0" brushRef="#br0" timeOffset="430510.4932">9791 11670 0,'0'0'16,"40"0"15,0 0-31,0 0 16,0 40-16,0 0 31,1 81-15,-1-81-1,0-40 17</inkml:trace>
  <inkml:trace contextRef="#ctx0" brushRef="#br0" timeOffset="430740.4048">10232 11590 0,'0'160'16,"0"-360"-16,0 240 0,0-40 62,-40 0-62,40 40 0,0 0 0,0 0 16,0 0-16,0 0 0,0 0 0,0 1 15,0-1 1,0 0-16,-40-40 0,40 40 0,-40-40 16,40 40-16</inkml:trace>
  <inkml:trace contextRef="#ctx0" brushRef="#br0" timeOffset="430960.3916">10513 11750 0,'0'40'16,"0"-80"-16,40 80 16,-40-80-1,161 0 1,-41 0-1,1 0 1</inkml:trace>
  <inkml:trace contextRef="#ctx0" brushRef="#br0" timeOffset="431170.3847">11035 11510 0,'40'0'31,"-40"40"1,0 0-17,0 0 1,0 0-16,0 0 0,-40 0 0,40 0 16,-40 0-16,40 1 15,-40-1-15,-1 0 0</inkml:trace>
  <inkml:trace contextRef="#ctx0" brushRef="#br0" timeOffset="432010.3474">12399 12552 0,'-40'-40'32,"40"0"-32,120 0 15,41 40 1,80 120 0,-201-80-1,-40 121 1,-161-1-1,41-120 1,120-80 15,241-120-15,-41-1 0,1 1-1,-81 80 16,-120 40-15,-40 40 15,0 40-15,-40 0 0,40 80-1,-1-40-15,1 41 16,0-41-16,40 80 31,121-79-15,39-121-1,-120 40-15</inkml:trace>
  <inkml:trace contextRef="#ctx0" brushRef="#br0" timeOffset="432400.3868">14365 12272 0,'0'0'0,"-80"40"32,0-40-32,-1 120 15,-39 81 1,80-1-1,80 1 17,80-121-17,-39-80 1,-1 0-16,-40-80 0</inkml:trace>
  <inkml:trace contextRef="#ctx0" brushRef="#br0" timeOffset="432760.3034">14686 12432 0,'0'40'0,"0"0"16,0 40 0,0 41-1,40-1 16,-40-80-31,0-80 32,41-40-32,159 0 31,-39 40-15,-81 40-1,-40 40 1,-40 0-16,-40 80 31,-121 81-15,81-121-1</inkml:trace>
  <inkml:trace contextRef="#ctx0" brushRef="#br0" timeOffset="432990.346">15810 12592 0,'40'0'0,"0"0"16,-40 41-16,80-41 15,-40 0-15,-40 40 0,41 0 0,-41 0 16,0 40-16,0-40 0,0 0 0,0 0 15,0 1-15,-41-1 0,41 0 16,-40 0-16,0 0 0,0-40 0,0 40 0,0 0 16,0-40-16,0 40 15,-1-40-15,1 40 0,0-40 0</inkml:trace>
  <inkml:trace contextRef="#ctx0" brushRef="#br0" timeOffset="433430.3218">16652 13114 0,'41'0'15,"-1"0"-15,40 0 16,0 0-16,81 0 31,-41-40-15,-120-40-1,-40-1 17,-80 81-17,-41 40 1,41 121-1,80-1 17,-1-39-17,41-81 1,81 0 0,79 0-1,-120-80 1</inkml:trace>
  <inkml:trace contextRef="#ctx0" brushRef="#br0" timeOffset="433640.3097">17656 12633 0,'0'0'0,"-41"0"0,82-41 32,119 1-17,1 0 1,39 0 0</inkml:trace>
  <inkml:trace contextRef="#ctx0" brushRef="#br0" timeOffset="434040.2324">18338 12512 0,'0'-40'0,"80"40"0,-80-40 15,120-80 1,1 40-1,-121 39 1,0 1 0,0 80 46,-40 41-62,40-41 0,0 0 16,0 0-16,0 0 0,0 0 0,0 0 0,-40-40 15,40 40-15,0 0 0,0 1 16,0-1-16,0 0 0,0 0 0,-41 0 16,41 0-16,-40-40 15,40 40-15,-40 0 0,0 0 0,0-40 16,0 41-16,0-41 16,0 0-16,-1 0 0,41-41 15,-40 41-15</inkml:trace>
  <inkml:trace contextRef="#ctx0" brushRef="#br0" timeOffset="434210.2169">18538 11951 0,'0'0'16,"0"-40"-16,-40 40 0,40-40 15</inkml:trace>
  <inkml:trace contextRef="#ctx0" brushRef="#br0" timeOffset="434980.2292">18980 12071 0,'40'0'31,"-80"0"-31,160-40 16,-80 40-16,41 40 15,-41 0 1,0 121 0,-161-1-1,-39-80 16,120-40-31,0-40 32,120-80-17,80 0 1,-79 80 0,-1 40-1,0 40 1,-40 0-1,0-39 1,1-41 0</inkml:trace>
  <inkml:trace contextRef="#ctx0" brushRef="#br0" timeOffset="435360.15">20023 12071 0,'-40'0'16,"80"0"-16,-120 161 16,40-161-16,0 120 31,-1 0-15,41-80-1,0-120 1,41 40-1,-1-40 1,120-41 0,-120 41-1,0 120 17,-40 81-17,41-1 1,-1 0-1,-40-80 17,40-40-32</inkml:trace>
  <inkml:trace contextRef="#ctx0" brushRef="#br0" timeOffset="435570.1943">19903 12111 0,'0'0'16,"40"-40"-1,160 0 17,1 0-17,-40 40 1,-121 0-16</inkml:trace>
  <inkml:trace contextRef="#ctx0" brushRef="#br0" timeOffset="435850.1775">19100 13034 0,'-40'0'16,"80"0"-16,-40-40 15,40 40-15,161-41 32,-81 41-32,121-40 15,0 40 16,-121 0-15,-80-40 0</inkml:trace>
  <inkml:trace contextRef="#ctx0" brushRef="#br0" timeOffset="436140.1623">19421 13234 0,'0'0'0,"-40"0"0,0 0 32,40 40-32,0 0 15,0 0 1,0 41-1,-40-1 17,40-40-32,-40 0 31</inkml:trace>
  <inkml:trace contextRef="#ctx0" brushRef="#br0" timeOffset="436350.1506">19421 13154 0,'0'-40'15,"0"80"-15,0-40 32,40 0-32,-40 40 0,40 0 15,-40 0-15,41 0 0,-1 0 0,-40 1 16,40-41-16,-40 40 0,40 0 15,0-40-15,0 0 32,0 0-32</inkml:trace>
  <inkml:trace contextRef="#ctx0" brushRef="#br0" timeOffset="436570.1354">19903 13274 0,'0'-40'15,"-40"40"1,40 40 15,0 0-31,0 0 32,0 41-32,0-1 15,-41-80 16</inkml:trace>
  <inkml:trace contextRef="#ctx0" brushRef="#br0" timeOffset="436920.1156">20866 12552 0,'0'0'0,"-40"0"16,40 40-1,-41 81 17,41-41-32,0 121 31,0-41-15,0-120-1,0 0-15</inkml:trace>
  <inkml:trace contextRef="#ctx0" brushRef="#br0" timeOffset="437330.0549">21387 12713 0,'-40'0'0,"40"-40"16,-40 40-1,-80 120 17,-1-40-17,-39 0 1,80-39 0,39-41-1,82 0 32,-1 0-47,-40-41 0,40 41 0,0 0 16,0 0-16,0 0 15,0 0-15,0 0 0,-40 41 16,41-41 0,-41 40-16,40 0 0,-40 0 15,40-40-15,-40 40 0,40-40 0,-40 40 16,40-40-16,0 40 15,0-40-15</inkml:trace>
  <inkml:trace contextRef="#ctx0" brushRef="#br0" timeOffset="437940.0542">21989 12633 0,'0'-41'0,"0"82"0,0-122 16,40 41-1,1 40 1,-1 40 0,0 41-1,-40 39-15,0 0 31,0-80-31,-40 0 0,40 1 0,-40-1 32,-1-40-17,82-121 1,39 41 0,0 0-16,40 40 31,1 0-16,-41 120 1,-80-40 0,40 120-1,-40-39 17,0-41-17,80-80 1,81 0-1,-1-40 17,-119 0-17,-1 40-15,-80 0 47,-1 0-31,41-40-1</inkml:trace>
  <inkml:trace contextRef="#ctx0" brushRef="#br0" timeOffset="439269.976">25039 13876 0,'0'40'78,"0"0"-78,0 0 15,0 0-15,0 0 16,0 0-16,0 1 0,0 39 0,-40-40 0,40 0 16,-40 0-16,40 0 0,0 0 15,0 0-15,-41-40 0,41 41 0,0-1 16,0 0 0,41-40-16</inkml:trace>
  <inkml:trace contextRef="#ctx0" brushRef="#br0" timeOffset="439539.9611">25159 13876 0,'0'40'47,"40"0"-47,0 0 15,-40 0-15,81-40 16,-41 40-16,-40 0 0,40-40 0,0 41 0,0-1 16,41-40-16,-41 40 15,0-40-15,0 0 0,-40 40 0,40-40 16,0 0-16,0 0 16,0 0-16,-40-40 15,41 40-15,-41-40 0</inkml:trace>
  <inkml:trace contextRef="#ctx0" brushRef="#br0" timeOffset="439759.8891">25801 13876 0,'0'-40'15,"0"80"-15,0-120 0,0 120 63,0 0-63,0 0 0,0 0 15,0 0 1,0 0-16,-40 0 0,40 0 0,0 1 0,0-1 16,-40 0-16,40 0 0,0 0 15,-40 0-15,40 0 0,0 0 16,-40-40-16</inkml:trace>
  <inkml:trace contextRef="#ctx0" brushRef="#br0" timeOffset="439999.9326">26443 13956 0,'0'0'16,"121"-80"15,-41 80-31,-40 0 0,161-40 31,-121 40-31,0 0 16,-40 0-16</inkml:trace>
  <inkml:trace contextRef="#ctx0" brushRef="#br0" timeOffset="440209.863">26684 14357 0,'0'0'16,"40"0"0,0-40-16,161 0 31,40-40-16,-201 80-15</inkml:trace>
  <inkml:trace contextRef="#ctx0" brushRef="#br0" timeOffset="440869.881">28169 13555 0,'80'-40'16,"-160"80"-16,200-80 0,-40 0 15,-40 40-15,41 0 16,-41 0-1,0 40 1,-40 40 0,-80 81-1,-81-41 17,1 0-17,-1 0 1,1 1-1,79-41 17,41 0-17,201-40 1,-81-40 0,-40 0-16,121 0 15,-121 0-15,0-40 0,0 40 16,0 0-1,-40-120 1,0 0 15,-160-1-15,-41-39 0,41-1-1,200 81 16,160 0-15,-39 80 0,-121 40-16,0-40 15</inkml:trace>
  <inkml:trace contextRef="#ctx0" brushRef="#br0" timeOffset="442379.7158">7383 16001 0,'-40'0'31,"0"0"-31,0 0 31,80 0 47,40 0-78,-40 0 0,1 0 0,-1 0 16,40 0-16,-40 0 16,0-40-16,0 40 0,41 0 0,-41 0 0,0 0 15,-40-40-15,40 40 0,0 0 16,0 0-16</inkml:trace>
  <inkml:trace contextRef="#ctx0" brushRef="#br0" timeOffset="442589.7791">7343 16242 0,'-40'0'15,"80"0"-15,-120 0 0,80 40 0,40-40 32,0 0-17,40 0-15,-39 0 0,119-40 31,-120 40-31,0 0 0,41 0 0,39 0 16</inkml:trace>
  <inkml:trace contextRef="#ctx0" brushRef="#br0" timeOffset="443689.6398">11717 16122 0,'0'0'0,"-40"0"47,0 0-47,0 0 16,-1 0 0,1 0-16,40-40 0,-40 40 0,0 0 15,0 0-15,0 0 0,0 0 0,0 0 0,-41 0 16,41 40-16,-40-40 15,40 0-15,-40 0 0,39 0 0,-39 0 0,0 40 16,0-40-16,-1 0 0,41 0 16,-40 40-16,0-40 0,-1 0 0,41 40 0,-40-40 15,40 0-15,0 0 16,0 40-16,0-40 0,-1 0 0,41 40 0,-40-40 16,0 0-16,40 40 15,40-40 1,-40 40-16,40-40 15,1 0-15,-1 0 16,0 0-16,0 41 0,0-41 0,0 0 0,40 0 16,-39 40-16,39-40 0,-40 0 15,40 0-15,0 40 0,-39-40 0,39 0 0,-40 0 16,0 0-16,0 0 16,0 40-16,1-40 0,-122 0 31,1 0-31,80 40 15,-80-40-15,40 40 0,-1 0 0,1-40 0,-40 40 16,40 0-16,0-40 16,0 41-16,0-1 0,-41 0 0,41 0 0,0-40 15,0 40-15,0 0 0,-40 0 16,39 0-16,1 0 0,0 0 0,0 1 0,0-41 16,0 40-16,0 0 0,0-40 0,-1 40 0,1-40 15,40 40 1,-40-40-16,120 0 31,-39 0-31,-1 0 0,40 0 0,-40 0 16,0 0-16,40 0 15,1-40-15,-41 40 0,40-40 0,0 40 0,-40 0 16,41 0-16,-1 0 0,0-40 16,41 40-16,-41 0 0,0 0 0,0 0 0,1 0 15,-1 0-15,0 0 0,0 0 0,1 0 0,-41 0 16,40 0-16,0 0 15,-40 0-15,1 0 0,39 0 0,-40 0 0,0 0 16,0 0-16,0 0 0,0 0 16,1 0-16,-82 0 31,1 0-15,0 0-16,0 0 15,0 0-15,0 0 16,0 0-16</inkml:trace>
  <inkml:trace contextRef="#ctx0" brushRef="#br0" timeOffset="444369.6741">9590 17686 0,'-80'0'16,"160"0"-16,-200 0 15,120-40 17,40 40-17,0 0-15,-40-40 0,40 40 16,0 0-16,0 0 0,1 0 16,-1 0-16,0 0 0,0 0 15,0 40-15,0-40 16,-40 40-1,0 0-15,0 0 0,0 0 0,0 0 16,0 0 0,0 0-1,0-80 17,0 0-17,40 40-15,-40-40 0,40 0 16,1 0-16,-1 40 0,-40-40 0,40 40 0,0-40 15,0 40-15,-40-40 16,40 40-16,0 0 0,0-40 0,1 40 16,-1 0-1,0 0-15,0 40 16,-40 0 0,0 0-16,0 0 0,0 0 15,0 0-15,0 0 0,-40 0 16,40 0-16,0 1 15,-40-1-15,40 0 32,40-40-32,40 0 0,0 0 15,1 0 1</inkml:trace>
  <inkml:trace contextRef="#ctx0" brushRef="#br0" timeOffset="444579.665">10874 17846 0,'0'-40'31,"81"40"-31,-41-40 16,80 40 0,-80 0-16,40 0 15,-39 0-15,79-40 16,-40 40-1</inkml:trace>
  <inkml:trace contextRef="#ctx0" brushRef="#br0" timeOffset="444779.6081">11075 17967 0,'0'0'0,"0"40"0,40-40 47,0 0-47,0-40 0,0 40 16,1 0-16,-1 0 15,0 0-15,0 0 0,0 0 16,0 0-16,0 0 16,0 0-16,1 0 0,-1 0 15</inkml:trace>
  <inkml:trace contextRef="#ctx0" brushRef="#br0" timeOffset="445119.6337">12118 17766 0,'-40'0'16,"0"0"-16,0 0 15,0 0-15,0 40 16,-1 0-16,1-40 15,40 40-15,-40 0 16,40 1-16,0-1 16,80 0-1,-39-40-15,-1 0 0,0 0 16,0 0-16,0 0 16,0 0-16,-40-40 0,40 40 0,0-40 15,-40-1-15,0 1 16,0 0-1,-40 40-15,40-40 0,-40 40 0,0-40 0,0 40 16,0 0-16,40-40 0,-40 40 16,0 0-16,40-40 0,-41 40 0,1 0 15,40-40 1</inkml:trace>
  <inkml:trace contextRef="#ctx0" brushRef="#br0" timeOffset="446299.5602">10553 15480 0,'-40'40'0,"80"-40"94,0 0-94,0 0 15,1 0-15,-1 0 0,0 0 0,0 0 16,0 0-1,0 0-15,0 0 0,1 0 0,-1 0 16,0 0 0,0 0-16,-80 0 62,40 40-46,-40 0-16,40 0 15,-40-40-15,40 41 16,-41-41-16,41 40 0,-40-40 0,40 40 0,-40 0 16,40 0-16,-40 0 15,40 0-15,0 0 16,-40-40-16,40 40 16,0 1-1</inkml:trace>
  <inkml:trace contextRef="#ctx0" brushRef="#br0" timeOffset="446559.4689">10553 15881 0,'-40'0'15,"80"0"-15,-80-40 16,80 40 15,81 0-15,-81 0-16,120 0 16,-79 0-16,-41 0 0,40 0 15,-40 0-15,0 0 0</inkml:trace>
  <inkml:trace contextRef="#ctx0" brushRef="#br0" timeOffset="447349.4985">12399 16242 0,'40'-40'31,"0"40"-16,41 0 1,79 0 0,-40 40-1,-79 0 1,-41 0-16,0 81 16,-41-121-16,41 40 0,-80 0 15,-40 0 1,80 0-1,80-40 17,0-40-32,0 40 0,121-80 31,-121 40-31,0 40 0,80-81 16,-40 81-16,41-80 15,-81 40-15,0 40 16,-40-40-1,0 0 1,-40 40 0,0 0-1,0 40-15,-81 40 32,121-40-32,-40 81 15,40-81-15,0 40 16,121 0-1,-81-40-15,40-40 16,-40 0-16,40 40 16</inkml:trace>
  <inkml:trace contextRef="#ctx0" brushRef="#br0" timeOffset="447659.422">14044 16162 0,'0'0'16,"-40"-40"-16,0 40 16,40-40-16,-40 40 0,0 0 15,0 160 16,-1-120-31,41 121 16,0-121-16,0 0 0,41 40 16,-41-40-16,0 0 15,40 0-15,80 0 16,-80-40 0,0 0-16,0-40 0</inkml:trace>
  <inkml:trace contextRef="#ctx0" brushRef="#br0" timeOffset="448059.4557">14486 16322 0,'0'0'0,"40"0"16,0 0 0,0 40-1,-40 41 16,0-41-31,0 40 32,0-120-1,80 40-31,-40 0 16,-40-40-16,81 0 0,-41-1 31,0 41-31,0 0 0,0 0 15,0 0 1,-40 41-16,40-41 0,-40 40 0,0 0 16,0 0-1,0 0-15,0 0 0,0 0 16,0 0-16,-40 0 0,40 1 0,-40-1 16,40 0-16,-40-40 0,40 40 15</inkml:trace>
  <inkml:trace contextRef="#ctx0" brushRef="#br0" timeOffset="448309.3844">15409 16282 0,'0'0'16,"40"0"-16,40 40 31,-40-40-31,40 121 16,-80-81-16,40 80 15,-40-80-15,0 40 16,-80-40-16,0 81 16,-121-41-1,81-80 1</inkml:trace>
  <inkml:trace contextRef="#ctx0" brushRef="#br0" timeOffset="449229.3113">16291 16402 0,'-40'0'0,"40"41"16,-40-41-16,40 40 31,40-40-16,-40 40 1,40-40-16,0 0 0,1 0 16,-1 0-16,0 0 15,0 0-15,0 0 0,0 0 0,0-40 16,0 40-16,-40-40 0,41 40 0,-41-41 16,40 41-16,-40-40 15,0 0-15,0 0 16,-40 40-1,-1-40-15,-39 40 0,40 0 16,0 0-16,0 40 16,0-40-16,40 40 0,-40-40 0,-1 40 0,1-40 15,40 81-15,-40-81 16,40 40-16,-40 0 0,40 0 0,0 0 16,0 0-16,40 0 0,40 0 15,-39-40 1,-1 40-16,0-40 0,0 0 0,0 0 0,0 0 15,0 0-15,0 0 16,1 0-16,-1 0 0,0 0 0,0-40 16</inkml:trace>
  <inkml:trace contextRef="#ctx0" brushRef="#br0" timeOffset="449519.3722">17174 15921 0,'0'0'15,"40"0"1,0 40 0,41-40-1,-41 40-15,0-40 16,0 0-16,40 0 16,-40 0-16</inkml:trace>
  <inkml:trace contextRef="#ctx0" brushRef="#br0" timeOffset="449979.3402">17896 15841 0,'0'40'0,"40"-40"31,1 0-31,-1 0 0,0 0 15,-40-40 1,40 40-16,0-40 0,0 40 16,-40-40-16,40 0 15,-40 0-15,0-1 16,-40 41 15,40 41 0,-40-41-31,40 40 0,0 0 16,0 0 0,-40 0-16,40 0 0,0 0 0,0 0 15,0 0-15,0 1 16,0-1-16,0 0 0,0 0 0,0 0 16,0 0-16,0 0 0,0 0 31,-40 0-31,0-40 15,0 0 1,-1 0-16,1-40 0,0 40 16,0-40-16,0 0 15</inkml:trace>
  <inkml:trace contextRef="#ctx0" brushRef="#br0" timeOffset="450199.3295">18177 15480 0,'0'-40'0,"0"0"31,-40 40-31</inkml:trace>
  <inkml:trace contextRef="#ctx0" brushRef="#br0" timeOffset="450839.293">18659 15560 0,'0'-40'31,"40"40"-31,0 0 16,0 0-1,0 0-15,0 0 0,1 0 16,-1 0-16,-40 40 16,40 0-16,-40 0 0,0 1 15,0-1 1,0 0-16,-40-40 16,40 40-16,-40-40 0,-1 40 0,1-40 0,0 0 15,0 40-15,0-40 16,0 0-16,0 0 0,40-40 31,40 40-31,0-40 16,0 40-1,-40-40-15,80 40 0,-40 0 0,1 0 16,-1 80-16,-40-40 31,40-40-31,-40 40 0,0 0 0,40-40 16,-40 40-16,40-40 15,0 0-15,0 0 32</inkml:trace>
  <inkml:trace contextRef="#ctx0" brushRef="#br0" timeOffset="451269.1928">19421 15600 0,'0'40'31,"0"1"-15,0-1-16,0 0 0,0 0 16,0 0-16,0 0 15,-40-40 1,40-40 15,0 0-15,40 40-16,-40-40 0,40 0 0,-40 0 15,0-1-15,40 41 16,-40-40-16,41 0 0,-41 0 0,40 40 16,-40-40-16,40 40 15,0 40 1,-40 0-16,40 40 15,-40-39 1,0-1-16,0 0 0,40 0 0,-40 0 16,0 0-16,0 0 15,40 0-15,-40 0 16</inkml:trace>
  <inkml:trace contextRef="#ctx0" brushRef="#br0" timeOffset="451509.1947">19261 15480 0,'0'0'0,"0"-40"0,-40 40 15,40-40-15,40 40 16,40-40-1,-40 40-15,201 0 16,-161 0-16,-40 0 0,40 0 16,121 40-1,-121-40 1</inkml:trace>
  <inkml:trace contextRef="#ctx0" brushRef="#br0" timeOffset="452089.2188">18980 16282 0,'40'0'141,"0"0"-141,0 0 16,0 0-16,0 0 0,1 0 0,-1 0 0,0 0 15,0 0-15,0 0 16,40-40-16,-40 40 0,1 0 0,-1 0 0,0 0 15,40 0-15,-40 0 0,0 0 16,0 0-16,1 0 0,-1 0 0,0 0 16,0 0-16,0 0 15,0 0-15,-80 0 63,0 0-48,0 0 1</inkml:trace>
  <inkml:trace contextRef="#ctx0" brushRef="#br0" timeOffset="454489.0781">19421 16563 0,'40'0'188,"0"0"-173,1 0 1,-1 0-16,0 0 31,0 0 0,0 0-15,-40 40 15,-80-40-15,40 0-16,40 40 0,-40-40 0,40 40 16,-41-40-16,1 0 0,0 40 15,0 0 1,0-40-16,40 41 15,-40-41-15,40 40 16,0 0 0,40-40-1,0 0-15,0 40 16,40-40-16,-39 0 16,-1 0-16,0 0 15,-40-40 16,0 0-15,0 0 0,-40-1-16,40 1 0,-40 40 15,40-40-15,0 0 16,-41 40-16,41-40 0,-40 40 0,40-40 16,-40 0-16,120 40 62,-39 0-46,39 0-1,-40 0-15</inkml:trace>
  <inkml:trace contextRef="#ctx0" brushRef="#br0" timeOffset="454908.9757">20384 16001 0,'40'0'15,"-40"41"16,0-1-31,0 0 16,0 0-16,0 0 16,0 0-16,0 0 0,0 0 0,-40 0 15,40 0-15,0 1 0,0-1 16,0 0-16,0 0 16</inkml:trace>
  <inkml:trace contextRef="#ctx0" brushRef="#br0" timeOffset="455268.9606">20826 16001 0,'-41'0'0,"82"0"0,-122 0 0,81 41 16,-40-41-16,-40 40 15,-40 40 17,79-80-32,-79 40 31,120 0-31,-40-40 16,80 0-1,0 0 1,0 0-1,0 0-15,1 0 16,-41 40-16,40-40 0,0 0 0,0 0 16,-40 40-16,40-40 15,0 40-15,0-40 0,0 0 16,-40 40-16,41-40 0,-1 0 16</inkml:trace>
  <inkml:trace contextRef="#ctx0" brushRef="#br0" timeOffset="455708.9465">21106 16001 0,'0'-40'31,"0"80"-31,41-80 15,-1 40-15,0 0 16,-40 40-16,40 41 16,-80 39-1,-40 0 1,120-160 31,0 0-47,0 40 15,-40-40-15,40 40 0,0-40 0,0 40 16,0 0-16,1 0 16,-41 40-1,40-40 1,-40 40-16,0 0 0,0 0 16,0 0-16,0 0 0,0 1 15,40-41 1,0 0-1,0-41 1</inkml:trace>
  <inkml:trace contextRef="#ctx0" brushRef="#br0" timeOffset="456988.853">23313 16884 0,'81'0'31,"-41"0"-15,0 0-16,0 0 0,0 0 15,0 0-15,0 0 16,1 0-16,-1 0 0,0 0 0,0 0 0,0 0 15,0 0-15,0 0 16,0 0-16,1 0 0,-1 0 0,0 0 16,0 0-1</inkml:trace>
  <inkml:trace contextRef="#ctx0" brushRef="#br0" timeOffset="457218.915">23634 17325 0,'0'0'0,"-40"0"16,80 0-1,1 0 1,79-40 0,40 40 15,1 0-16,-81 0 1,41-40-16</inkml:trace>
  <inkml:trace contextRef="#ctx0" brushRef="#br0" timeOffset="458118.7878">26403 16282 0,'0'-40'15,"0"80"-15,0-120 16,40 80-16,-40-40 16,-40 40 15,-40 0-15,80 40-1,-40-40-15,0 0 0,0 0 0,-1 0 0,-39 0 16,40 40-16,0-40 0,-40 0 15,40 40-15,-41-40 0,41 0 0,-40 0 0,40 40 16,-40-40-16,39 0 0,1 0 16,0 40-16,0-40 0,0 0 0,0 0 0,0 40 15,-1-40 1,41 41-16,0-1 16,41 0 15,-1 0-31,0-40 0,0 0 0,40 0 15,1 40-15,-41-40 0,40 0 16,0 0-16,0 40 0,1-40 0,-1 0 0,-40 0 16,40 0-16,-40 0 15,1 0-15,-1 0 0,0 0 0,0 0 16,-40 40-16,0 0 16,-80-40-16,40 40 15,-41-40-15,41 0 0,0 41 0,0-41 16,-40 0-16,40 40 15,-41 0-15,41-40 0,-40 40 0,40 0 0,0-40 16,-41 40-16,41-40 0,-40 40 16,40 0-16,0-40 0,0 40 0,-1-40 0,1 40 15,0 1-15,40-1 0,0 0 32,40-40-17,0 0 1,1 0-16,-1 0 0,0 0 0,0 0 0,40 0 15,-40 0-15,41 0 16,-1 0-16,-40 0 0,40 0 0,1 0 0,-1 0 16,0 40-16,0-40 0,1 0 15,-41 0-15,40 0 0,-40 0 0,40 0 0,-40 0 16,1 0-16,-1 0 0,0 0 0,0 0 16,0 0-1,0 0-15,0 0 0,-40-40 16,40 40-16,-40-40 62</inkml:trace>
  <inkml:trace contextRef="#ctx0" brushRef="#br0" timeOffset="458768.7842">25119 17766 0,'0'0'16,"-40"0"-16,80 40 62,0 0-62,0 0 16,0 0-1,1-40 1,-1 41-16,-40-1 16,0 0-1,-40-40-15,40 40 0,-41-40 16,41 40-16,-40-40 31,40-40 0,40 40-31,-40-40 0,41 0 16,-1 0 0,0 40-16,-40-41 0,40 41 0,-40-40 0,40 40 15,0-40-15,0 40 0,1 0 16,-1 0-16,0 0 16,0 0-16,0 0 0,0 0 15,-40 40 1,0 0-16,0 1 15,0-1-15,0 0 16,0 0-16,0 0 0,-40-40 16,40 40-1,-40-40-15,40 40 16,40-80 0</inkml:trace>
  <inkml:trace contextRef="#ctx0" brushRef="#br0" timeOffset="458978.8115">26042 17967 0,'0'0'0,"0"-41"16,120-39 15,41 80-16,-81 0 1,-40 0 0</inkml:trace>
  <inkml:trace contextRef="#ctx0" brushRef="#br0" timeOffset="459178.7243">26042 18127 0,'-40'0'32,"80"0"-32,0-40 15,161 40 1,-121 0 0,-40 0-16,81-40 15,-81 40-15,0 0 16</inkml:trace>
  <inkml:trace contextRef="#ctx0" brushRef="#br0" timeOffset="459538.7771">27446 17926 0,'0'0'0,"-40"-40"15,-120 40 1,39-40-1,81 120 17,40 41-17,81-41 1,-1-40 0,40-80 15,-80 0-16,-40-40 1,-80 40 15,0-1-15,0 41 0</inkml:trace>
  <inkml:trace contextRef="#ctx0" brushRef="#br0" timeOffset="460598.7145">25159 15480 0,'-40'0'0,"40"-40"31,40 40-15,0 0 0,0 0-16,1 0 0,-1 0 15,0 0-15,0 0 0,0 0 16,0 0-16,0 0 16,1 0-16,-1 0 0,0-40 0,0 40 0,0 0 15,0-40-15,0 40 16,-80 0 31,0 0-32,40 40-15,-40 0 0,0 0 16,40 0-16,-40 0 0,0 0 0,-1 0 16,41 1-16,-40-1 15,40 0-15,0 0 0,-40 0 0,40 0 16,0 0-16,0 0 15,-40-40-15,40 40 0</inkml:trace>
  <inkml:trace contextRef="#ctx0" brushRef="#br0" timeOffset="460838.7023">25320 15721 0,'0'0'16,"0"-40"-16,0-1 15,40 1 1,0 40-16,121-40 31,39 40-15,1 0-1,-121 0-15</inkml:trace>
  <inkml:trace contextRef="#ctx0" brushRef="#br0" timeOffset="461858.5642">26804 16282 0,'0'0'0,"0"40"16,0-80-1,81 40 1,79 0 15,-39 0-15,-81 80 0,-80 41-1,-41-41 16,1-40-15,80-80 15,40 40-31,161-80 32,-41-81-17,1 41 1,-81 40 15,-80 40-15,-80 40-1,0 80 1,-1 40 15,41 41-15,40-41-1,121-80 17,-1-40-32</inkml:trace>
  <inkml:trace contextRef="#ctx0" brushRef="#br0" timeOffset="462098.6257">28048 16082 0,'0'0'0,"-40"0"16,-40 0-1,0 40 1,40 40 0,80 80-1,40 1 16,40-121-15,-39-40 0</inkml:trace>
  <inkml:trace contextRef="#ctx0" brushRef="#br0" timeOffset="462478.6049">28329 16202 0,'0'-40'15,"0"80"-15,40-80 16,0 40-16,1 40 16,-1 0-1,0 40 1,-40-40 0,0 0-1,-40-40 1,40-40-1,80 0 17,0 0-17,-40 40 1,-40 161 0,0-81 15,-40-40-16,0-40 1</inkml:trace>
  <inkml:trace contextRef="#ctx0" brushRef="#br0" timeOffset="462718.5486">28971 16162 0,'40'0'32,"1"40"-17,-41 0 1,0 0-16,40-40 16,-40 40-16,0 0 0,0 0 0,0 1 15,0-1-15,-40-40 16,40 40-16,-41-40 0,41 40 0,-40-40 0,0 0 15,0 0-15,40 40 16,-40-40-16,0 0 0</inkml:trace>
  <inkml:trace contextRef="#ctx0" brushRef="#br0" timeOffset="463178.5622">29453 16242 0,'0'40'16,"40"-40"-16,40 0 15,-40 0 1,0 0-16,1 0 0,-1 0 16,0 0-16,-40-40 15,40 40-15,-40-40 0,0 0 16,0 0 0,-40 40-16,0 0 15,0 0-15,-1 0 16,1 0-16,40 40 15,-40-40-15,0 0 0,40 40 0,-40-40 0,40 40 16,-40-40-16,40 40 16,0 0-16,0 0 0,-40-40 0,40 40 15,0 1-15,0-1 0,40-40 16,-40 40-16,40-40 16,0 0-16,0 0 0,0 0 0,0 40 15,1-40 1,-1 0-16,0 0 0</inkml:trace>
  <inkml:trace contextRef="#ctx0" brushRef="#br0" timeOffset="463478.5456">29894 15681 0,'0'0'0,"0"40"32,40-40-17,0 0 1,121 0-1,-81 0 1,-40 0 0</inkml:trace>
  <inkml:trace contextRef="#ctx0" brushRef="#br0" timeOffset="463918.5182">30255 15721 0,'0'0'0,"40"0"15,1-40 17,-41-1-17,0 1 1,0-40 15,0 120 16,0 0-47,0 0 16,0 1-1,0-1-15,0 0 0,0 0 0,0 0 16,0 0-16,0 0 15,0 0-15,0 0 0,0 1 0,-41-1 16,41 0-16,-40 0 16,0 0-16,0 0 0,0-40 15,0 0-15,0 0 16,0 0 0,-1 0-16,41-40 0,-40 40 0,40-40 15,0 0 1</inkml:trace>
  <inkml:trace contextRef="#ctx0" brushRef="#br0" timeOffset="464168.433">30376 15239 0,'-40'0'15,"80"0"-15,-121-40 32,122 40-1</inkml:trace>
  <inkml:trace contextRef="#ctx0" brushRef="#br0" timeOffset="464728.4168">30857 15440 0,'0'0'0,"-40"-40"32,40 120-1,0-40-31,0 0 0,-40 0 0,40 0 15,0 1 1,0-1-16,0 0 0,-40-40 0,40 40 0,0 0 16,0 0-16,-40-40 15,40 40-15,0-80 32,0 0-17,40 40-15,-40-40 0,0 0 0,40 0 0,-40 0 16,0-1-16,40 41 15,-40-40-15,40 0 0,-40 0 0,40 40 16,-40-40-16,40 40 16,-40 40 15,0 0-15,0 0-16,0 0 0,0 1 15,0-1-15,0 0 16,0 0-16,0 0 0,0 0 15,0 0 1</inkml:trace>
  <inkml:trace contextRef="#ctx0" brushRef="#br0" timeOffset="464958.3996">30737 15360 0,'0'0'15,"0"-40"1,160 0 0,1 40 15,-1 0-16,-120 40 1</inkml:trace>
  <inkml:trace contextRef="#ctx0" brushRef="#br0" timeOffset="465218.4441">30697 16042 0,'-40'0'0,"80"0"0,-80 40 0,40 0 15,40-40 17,40 0-17,80 0 1,1-40 15,-41 0-31</inkml:trace>
  <inkml:trace contextRef="#ctx0" brushRef="#br0" timeOffset="465748.3812">31018 16282 0,'-40'0'62,"-1"0"-62,1 0 32,0 0-32,40 40 0,-40-40 0,40 40 0,-40-40 15,40 40-15,-40-40 0,0 41 0,40-1 32,40-40-17,0 0 1,0 0-16,0 0 0,0 0 0,0 0 15,1 0-15,-1 0 16,0 0-16,0 0 0,0 0 0,0 0 16,0 0-1,0 0-15,1 0 16</inkml:trace>
  <inkml:trace contextRef="#ctx0" brushRef="#br0" timeOffset="466018.3947">31218 16282 0,'-40'0'0,"0"-40"16,40 80 15,0 0-15,-40 0-1,40 81 1,0-41 15,0 0-15</inkml:trace>
  <inkml:trace contextRef="#ctx0" brushRef="#br0" timeOffset="466788.3547">31499 15801 0,'40'0'47,"0"0"-47,-40 40 46,0 0-30,0 0-16,0 0 16,0 0-16,0 1 15,0-1-15,-40-40 0,40 40 0,0 0 16,0 0-16,0 0 31</inkml:trace>
  <inkml:trace contextRef="#ctx0" brushRef="#br0" timeOffset="467198.3245">31941 15841 0,'-41'0'16,"1"0"15,40 40-15,-80-40-16,40 0 15,0 40-15,0-40 0,0 0 16,-1 0-16,1 0 31,80 0 0,1 0-15,-1 0 0,0 40-16,0-40 15,0 0 1,-40 40-16,40-40 16,-40 41-16,40-1 0,-40 0 15,40-40 1,1 0-16,-41 40 0,40-40 15,0 0-15</inkml:trace>
  <inkml:trace contextRef="#ctx0" brushRef="#br0" timeOffset="467798.2906">32382 15801 0,'40'0'47,"0"0"-47,0 0 31,-40 40-31,0 0 0,0 0 16,0 0-16,-40-40 15,40 40-15,-80 1 0,120-41 47,-40-41-47,40 41 16,-40-40-16,40 40 0,0 0 16,-40-40-16,41 40 0,-1 0 15,0 0 1,-40 40-16,0 0 15,40-40 1,-40 41-16,0-1 16,0 0-1,40-40-15,-40 40 16,40-40-16,0 0 16,1 0-1,-1 0 1</inkml:trace>
  <inkml:trace contextRef="#ctx0" brushRef="#br0" timeOffset="763263.0522">28249 17164 0,'-40'41'0,"0"-41"15,0 0-15,-1 40 16,1-40-1,0 0-15,-40 0 94,40 0-94,0 0 16,0 0-16,-1 0 0,1 0 15,0 0 1,0 0-16,40 40 141,40-40-126,0 0-15,0 0 0,1 0 16,-1 0-16,0 0 16,0 0-16,0 0 0,0 0 15,0 0 1,0 0-16,1 0 0,-1 0 0,0 0 15,0 0-15,0 0 0,0 0 16,0 0-16,0 0 0,1 0 0,-1 0 16,0 0-16,0 0 0,0 0 0,0 0 0,0 0 15,0 0-15,1 0 16,-1 0-16,0 0 0,0 0 16,0 0-16,0 0 15,0 0-15,1 0 0,-1 0 0,0 0 16,0 0-1,0 0-15,0 0 0,0 0 0,0 0 16,1 0-16,-1 0 16,0 0-16,0 0 15,0 0-15,0 0 16,0 0 0,0 0-16,1 0 0,-1 0 0,0 0 15,0 0-15,0 0 0,0 0 16,0 0-16,0 0 0,1 0 0,-1 0 0,0 0 15,0 0-15,0 0 16,0 0-16,0 40 0,0-40 0,1 0 16,-1 0-16,0 0 0,0 0 0,-40 40 15,40-40-15,0 0 0,0 0 16,0 0-16,1 0 0,-1 0 0,40 0 16,-40 0-16,0 0 15,0 40-15,0-40 0,1 0 0,-1 0 0,0 0 16,0 0-16,0 0 0,0 0 15,0 0-15,0 40 0,1-40 0,-1 0 0,0 0 16,0 0-16,40 0 16,-40 0-16,0 0 0,1 40 0,39-40 0,-40 0 15,0 0-15,40 0 0,-40 0 0,1 0 0,-1 40 16,0-40-16,40 0 0,-40 0 16,0 0-16,0 0 0,1 0 0,-1 0 0,0 41 15,0-41-15,0 0 16,0 0-16,-80 0 187,0 0-187,0-41 16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04T07:52:39.9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1766 40 0,'0'0'0,"0"-41"0,-41 41 0,1-40 16,0 40-1,0 0-15,0 0 16,40 40 15,40-40-15,-40 41-16,40-1 0,0 0 16,41 0-1,-41 0-15,0 0 0,40-40 0,-40 40 0,40 0 16,-39 0-16,39 0 0,40 41 15,-40-41-15,1 0 0,39 0 0,-40 0 0,41 40 16,-41-40-16,0 1 16,0-1-16,1 40 0,-1-40 0,0 0 0,0 0 15,-39 0-15,-1 0 0,0 0 0,0 1 0,-40-1 16,40 0-16,-40 0 0,0 0 16,0 0-16,0 0 0,-40-40 15</inkml:trace>
  <inkml:trace contextRef="#ctx0" brushRef="#br0" timeOffset="740.0096">3330 320 0,'0'0'16,"0"-40"-16,-40 40 31,40 40-31,-40 0 31,0 0-31,-120 81 16,119-41-16,1-40 0,-160 161 16,160-121-16,-81 40 15,41-40-15,-121 161 16,81 0 0,80-161-1,40-40-15</inkml:trace>
  <inkml:trace contextRef="#ctx0" brushRef="#br0" timeOffset="1089.9551">4294 802 0,'-41'-81'15,"82"162"-15,-122-162 0,-39 1 16,120 40-16,-40 40 16,0 0-16,0 120 31,-1-80-31,41 81 0,0-81 0,-40 281 31,40-161-31,81-80 0,39 121 31,-80-161-31,0 0 0,40 40 16,-39-80-16,39 0 0</inkml:trace>
  <inkml:trace contextRef="#ctx0" brushRef="#br0" timeOffset="1279.9018">5016 802 0,'0'0'15,"-40"40"1,40 40 0,0-40-16,0 201 15,0-201-15,0 40 0,0 80 16,0-79-16,0 39 31,0-80-31</inkml:trace>
  <inkml:trace contextRef="#ctx0" brushRef="#br0" timeOffset="1599.89">5578 882 0,'0'0'31,"-41"40"-15,-39 80 0,-120 81-1,119-161 1,41-40-16,-40 40 16,80-80 15,40 40-31,0 0 15,0 0-15,0 0 16,1 0-16,-1 0 0,0 40 0,0-40 16,0 0-16,0 0 15,0 40-15,0 0 0,1-40 0,-1 40 0,0-40 16,0 40-16,0-40 0,0 0 0,0 0 0,0 0 16</inkml:trace>
  <inkml:trace contextRef="#ctx0" brushRef="#br0" timeOffset="1829.9062">6581 802 0,'0'0'16,"40"0"0,-40 40-1,40 80 1,0-80-16,-40 201 31,0-161-31,0-40 0,-40 40 0,-161 201 31,-39-121-31</inkml:trace>
  <inkml:trace contextRef="#ctx0" brushRef="#br0" timeOffset="2009.8621">7704 1323 0,'40'-40'15,"1"40"1,-1-40-16,0 40 0,40-40 16,-40 40-16,0-41 0,41 41 0,-41 0 0,0 0 15,0 0-15,0 0 16,0 0-16</inkml:trace>
  <inkml:trace contextRef="#ctx0" brushRef="#br0" timeOffset="2189.8485">7985 1804 0,'-40'40'31,"80"-80"-31,-120 80 0,120-80 16,40 40-16,-40 0 0,121-40 15,80-40 17,-201 80-32</inkml:trace>
  <inkml:trace contextRef="#ctx0" brushRef="#br0" timeOffset="15479.1395">9390 1243 0,'0'-40'16,"0"-1"0,0 1-16,0 0 15,40 40-15,-40-40 16,40 40-16,-40-40 0,40 0 15,0 40-15,-40-40 16,40 40-16,0 0 0,0 0 0,1 0 16,-1 0-16,0 0 0,-40 40 15,40-40-15,-40 80 16,40-40-16,-40 0 0,0 0 0,0 1 16,0 39-16,-80 0 15,80-40-15,-40 40 0,40 1 0,-81-41 0,81 40 16,0-40-16,-80 0 0,80 0 15,0 0-15,-40-40 0,40 40 0,-40-40 16,40-40 15,40 40-31,-40-40 0,80 40 0,-40-40 0,-40 0 16,41 0-16,-1 0 0,40 0 16,-40 0-16,0-1 0,0 1 0,0-40 0,1 40 15,-1 0-15,0 0 16,0 0-16,-40 0 0,40-1 0,-40 1 0,40 0 15,-40 0-15,40 0 0,-40 0 16,40 40-16,-40-40 0,41 40 0,-41-40 16,40 40-16,-40-40 0,-40 40 47,40 40-32,-41-40-15,41 40 0,-40-40 16,40 40-16,0 0 15,-40 0-15,40 40 0,-40-40 0,40 1 16,-40-1-16,40 0 0,0 40 0,0-40 0,0 0 16,0 0-16,-40 41 0,40-41 15,0 0-15,0 0 0,80 0 0,-80 0 0,0 0 16,40-40-16,-40 40 16,40-40-16,41 0 0</inkml:trace>
  <inkml:trace contextRef="#ctx0" brushRef="#br0" timeOffset="15699.0528">11035 962 0,'-80'0'16,"160"0"-16,-241 120 15,121-80-15,40 0 0,-40 81 31,40-81-31,40 160 16,-40-159-16,0 39 0,80 40 16,-80-80-16,121 40 15</inkml:trace>
  <inkml:trace contextRef="#ctx0" brushRef="#br0" timeOffset="15999.0338">11717 1122 0,'40'40'15,"0"-40"-15,-40 81 16,40 79 15,-40-40-31,-40-79 16,40-1-16,-160 0 15,120-40-15,-41-80 16,41 80-16,0-81 31,40 41-31,0 0 0,0 0 16,40 40-16,81-80 16,-81 40-16,0 0 15</inkml:trace>
  <inkml:trace contextRef="#ctx0" brushRef="#br0" timeOffset="16239.0933">12279 882 0,'0'0'16,"40"0"-1,0 0 16,-40 40-31,0 40 0,40-40 0,-40 0 16,0 40-16,-80 161 16,80-161-16,-40-40 0,-41 161 15,41-161-15,-80 120 32,80-160-32,40 41 0,-40-1 0</inkml:trace>
  <inkml:trace contextRef="#ctx0" brushRef="#br0" timeOffset="16719.065">13001 1403 0,'40'0'16,"40"0"15,-40 0-31,81-40 16,-81 40-16,0 0 16,0 0-16,0-40 31,0-40-16,-120 40 1,-40 40 0,80 0-16,-41 80 31,41-40-31,0 40 16,0-40-16,40 40 15,0-39-15,80 39 31,-80-40-31,121 40 16,-81-80-16,0 0 0,0 40 16,121-40-1,-161-40-15,40 40 0</inkml:trace>
  <inkml:trace contextRef="#ctx0" brushRef="#br0" timeOffset="17098.9696">13924 802 0,'40'-41'31,"-80"82"-31,120-122 16,-40 81-16,0 0 15,-40 40 1,0 1 0,0-1-1,0 0-15,-80 40 16,80-40-16,-80 40 16,0-80 15,39 0-31,-39-80 15,80 40-15,0-40 16,40 0 0,0 80-16,41-41 31,-41 41-31,40 41 0</inkml:trace>
  <inkml:trace contextRef="#ctx0" brushRef="#br0" timeOffset="17798.9293">14767 1804 0,'-41'0'15,"1"0"1,80 0 15,-40-40-15,81 40-16,-1 0 0,-40 0 16,0 0-16,0 0 0,41-40 0,-41 40 0,40 0 15,-40 0-15,0 0 16,40-40-16,-39 40 0,-1 0 0,0 0 0,0 0 15,0-40-15,0 40 0,0 0 16,0 0-16,-40-40 0,41 40 16</inkml:trace>
  <inkml:trace contextRef="#ctx0" brushRef="#br0" timeOffset="18128.9108">14887 1443 0,'0'0'0,"40"0"46,0 0-30,0 0 0,-40 40-1,0 0 1,0 1-16,40-41 0,-40 40 0,0 0 0,0 40 16,0-40-16,0 0 15,0 40-15,0 1 0,0-41 0,0 40 0,0 0 16,0-40-16,0 0 0</inkml:trace>
  <inkml:trace contextRef="#ctx0" brushRef="#br0" timeOffset="20678.8308">16331 1363 0,'0'-40'15,"0"0"1,0 0-16,41 0 16,39-1-16,-80 1 0,40 40 15,0 0-15,-40-40 16,40 40-16,-40 80 16,0-39-16,0-1 0,0 0 15,0 0-15,0 40 0,0-40 0,0 0 0,-40 41 16,40-41-16,-40 40 15,40-40-15,-40 0 0,0 0 0,40 0 0,-40-40 16,40 40-16,-41-40 0,41 40 0,0-120 31,41 80-31,-41-40 0,80 0 16,-80 0-16,40 0 16,0 0-16,0 0 0,0 0 0,0-41 0,1 41 15,-1 0-15,0 0 16,-40 0-16,40 0 0,-40 0 0,40 40 15,-40-40-15,0-1 16,-40 41 0,40 41-1,-40-41-15,40 40 0,-40 0 16,0 0-16,-1 0 0,1 0 0,40 0 0,-40 40 16,0-39-16,0-1 15,40 0-15,-40 0 0,40 40 0,0-40 0,0 0 16,0 0-16,0 0 15,80 1-15,-40-41 0,-40 40 0,40-40 0,0 0 16,1 40-16,-1-40 0,0 0 0,0 0 0,0 0 16,0-80-16</inkml:trace>
  <inkml:trace contextRef="#ctx0" brushRef="#br0" timeOffset="20918.819">17294 1283 0,'0'-40'16,"0"80"-16,-40-80 0,0 40 16,40 40-16,0 0 15,0 120 1,0 41 15,40-41-15,-40-80-1,40-80-15</inkml:trace>
  <inkml:trace contextRef="#ctx0" brushRef="#br0" timeOffset="21158.803">17936 1403 0,'-40'-40'15,"80"80"-15,-80-120 16,0 80-16,40 40 31,0 40-15,0-40-16,0 201 31,0-161-31,0 121 31,0-161-31</inkml:trace>
  <inkml:trace contextRef="#ctx0" brushRef="#br0" timeOffset="21408.7887">18298 1243 0,'40'-40'16,"-80"80"-16,120-80 16,-40 40-16,-40 40 0,40 0 15,0 160 1,-160 41 15,-41-41-15,41-119-1,80-81-15</inkml:trace>
  <inkml:trace contextRef="#ctx0" brushRef="#br0" timeOffset="21808.7675">19100 1644 0,'-40'0'16,"80"0"-16,-80-40 16,201-41-1,-1 1 1,-80 40 15,-80-40-15,-80 40-1,-161 80 1,81 120 15,80-39-15,80-1 0,120 0 15,0-40-16,-39-39 1,-1-41 0</inkml:trace>
  <inkml:trace contextRef="#ctx0" brushRef="#br0" timeOffset="22048.6743">19742 1162 0,'0'-40'0,"0"80"0,-40-160 32,80 120-32,40-40 15,1 40 1,119 0-1,-160 0 1,1 0-16</inkml:trace>
  <inkml:trace contextRef="#ctx0" brushRef="#br0" timeOffset="22448.6544">20585 922 0,'-40'0'15,"0"0"1,120 0-16,-40-40 31,40-81-15,-40 1 0,-40 80 15,-40 40-16,40 40 1,0 121 0,0-121-16,0 80 31,0 40-15,0-79-1,-80 39-15,0 0 31,-1-120-15,41-80 0,40 0-16</inkml:trace>
  <inkml:trace contextRef="#ctx0" brushRef="#br0" timeOffset="22598.7169">20665 400 0,'0'0'0,"0"-40"0,-40 0 15</inkml:trace>
  <inkml:trace contextRef="#ctx0" brushRef="#br0" timeOffset="23088.6531">21147 721 0,'0'40'16,"0"1"0,0-1-1,0 0 1,0 0-16,0 0 0,0 0 16,-81-40-16,81 40 15,0 0-15,-40-40 0,40-40 31,0 0-31,40 0 16,-40 0-16,40 0 0,-40 0 0,41 0 16,-41-1-16,40 41 0,-40-40 15,0 0-15,40 40 0,0-40 0,0 40 32,-40-40-32,40 40 31,-40 40-31,0 0 15,40-40-15,-40 40 16,0 0-16,0 1 0,0-1 0,0 0 0,0 0 16,0 0-16,0 0 0,0 0 0,0 0 15,0 0-15,0 0 16,0 1-16,0-1 0</inkml:trace>
  <inkml:trace contextRef="#ctx0" brushRef="#br0" timeOffset="23298.6804">21187 641 0,'0'0'16,"0"-40"0,200 0 15,-79 0-31,39 40 31</inkml:trace>
  <inkml:trace contextRef="#ctx0" brushRef="#br0" timeOffset="23488.6069">20946 1523 0,'40'0'16,"0"0"-16,0 0 15,0 0-15,1 0 0,-1-40 0,0 40 0,0 0 16,0-40-16,0 40 16,0-40-16,0 40 0,1 0 0,-1 0 0,0-40 15</inkml:trace>
  <inkml:trace contextRef="#ctx0" brushRef="#br0" timeOffset="23918.5813">21789 1684 0,'-121'0'15,"242"0"-15,-282-40 31,121 40-15,0 40-16,-40 0 16,39 0-1,1-40-15,0 0 0,0 40 0,0 0 16,0-40-16,40 40 16,-40-40-16,40 40 0,-40-40 15,80 0 16,40-40-15,-40 40 0,0 0-16,0 0 0,0 0 15,1 0 1,-1 0-16,0 40 16,0-40-1,0 41-15,0-41 16,0 0-16,0 0 15,1 0-15,-1 0 0,0 0 0,0 0 0,0-41 16,0 41-16,0 0 0,1-40 0</inkml:trace>
  <inkml:trace contextRef="#ctx0" brushRef="#br0" timeOffset="24168.6258">21668 1684 0,'-40'0'16,"80"0"-16,-80 40 31,80-40-15,-40 80-16,0-40 15,0 0-15,0 0 0,0 1 16,0-1-16,-80 0 0,80 0 15,0 0-15</inkml:trace>
  <inkml:trace contextRef="#ctx0" brushRef="#br0" timeOffset="24448.5364">22190 1002 0,'0'-40'0,"0"80"0,0-120 0,-40 80 31,40 40-15,0 0-1,0 0-15,40 201 31,-40-41-15,0-79 0,40-121-1</inkml:trace>
  <inkml:trace contextRef="#ctx0" brushRef="#br0" timeOffset="24768.5887">22631 962 0,'-40'0'16,"40"40"-16,-80 0 15,40 0 1,-40 40 0,-1-39-1,1-1 1,0-40-1,80 40 17,40 0-17,0-40-15,0 40 16,0 0-16,0 0 16,1-40-16,-1 40 0,0-40 15,0 0 1,0 40-16,0-40 15,0 0-15</inkml:trace>
  <inkml:trace contextRef="#ctx0" brushRef="#br0" timeOffset="25058.5717">22992 1443 0,'0'-40'31,"-40"40"0,0 0-15,0 0 0,80-40 15,0 0-16,0 40 17</inkml:trace>
  <inkml:trace contextRef="#ctx0" brushRef="#br0" timeOffset="25328.5568">23394 922 0,'-40'-40'32,"-1"40"-32,41 40 31,41 0-31,-41 120 31,40 81-15,-40-201-16,-40 80 0,-1 1 15</inkml:trace>
  <inkml:trace contextRef="#ctx0" brushRef="#br0" timeOffset="25698.4719">23634 2366 0,'-40'0'0,"80"0"0,-80 40 0,0-40 31,80 0 0,-40-40-15,81 40-16,-41 0 15,0-40-15,0 40 0,40 0 0,0 0 0,-39-41 16,39 41-16,-40 0 0,40 0 0,-40 0 0,0 0 16,1 0-16,-1-40 15,0 40-15,0 0 0,0 0 0,-40-40 0</inkml:trace>
  <inkml:trace contextRef="#ctx0" brushRef="#br0" timeOffset="25958.52">24156 2045 0,'-80'-40'31,"160"80"-31,-160-120 16,120 80-1,-40 40-15,0 0 16,40 0-1,-40 0-15,40 0 0,-40 0 0,0 0 16,40 0-16,-40 1 0,0-1 0,0 0 16,0 0-16,40-40 15,-40 40-15,0 0 0,0 0 16,41-40-16</inkml:trace>
  <inkml:trace contextRef="#ctx0" brushRef="#br0" timeOffset="26508.4856">24959 1844 0,'0'0'15,"160"-80"1,-120 80-1,40 0 1,-39 120 0,-82 41-1,-39-41 1,-40 0 0,80-79 15,120-82-16,80-39 1,1-120 0,-121 160-16,0-1 15,41-79 1,-41 40 0,-40 40-1,-40 0 1,-1 40-1,1 0 1,40 120 0,-40 81-1,40-41 17,0-80-17,80-40 1</inkml:trace>
  <inkml:trace contextRef="#ctx0" brushRef="#br0" timeOffset="26748.4">25962 1564 0,'0'0'0,"0"40"47,0 0-47,0 0 16,0 0-16,0 0 15,0 0-15,0 0 0,0 0 0,0 0 0,0 1 16,40-1-16,-40 0 0,0 0 16,0 0-16,40-40 0,-40 40 0,0 0 15</inkml:trace>
  <inkml:trace contextRef="#ctx0" brushRef="#br0" timeOffset="27068.4526">26483 1804 0,'41'-40'31,"-1"40"-31,0 0 16,-40 40-1,40-40-15,-40 40 0,40-40 0,-40 40 0,0 0 16,0 1-16,0-1 0,0 0 16,-40 0-16,0 0 15,0-40-15,40 40 0,-40-40 16,80 0 15,0 0-31,-40-40 16,40 40-16,0 0 0,0 0 0,0-40 15,0 40-15,1 0 0,-1 0 16,0 0 0,0 0-1</inkml:trace>
  <inkml:trace contextRef="#ctx0" brushRef="#br0" timeOffset="27308.4389">27366 1724 0,'0'40'31,"40"-40"-15,-40 40-16,0 0 16,0 0-16,40 0 0,-40 1 0,0-1 15,0 0-15,0 0 16,0 0-16,-40 0 0,40 0 0,-40 0 0,40 0 15,-80 1-15,40-1 0,0-40 0,40 40 16,-40-40-16,-1 0 16</inkml:trace>
  <inkml:trace contextRef="#ctx0" brushRef="#br0" timeOffset="27698.3438">27888 2005 0,'0'0'15,"160"0"17,1 0-17,-121 0 1,0 0-1,-40-81 1,0 41 0,-40 40-1,-40 40 1,-1 1 0,41 39-1,40 0 1,40 40-1,41-39 1,-41-81 0,40 0-1</inkml:trace>
  <inkml:trace contextRef="#ctx0" brushRef="#br0" timeOffset="27898.3287">28570 1644 0,'0'-40'16,"40"40"-16,40-40 31,1 40-15,39-41-1</inkml:trace>
  <inkml:trace contextRef="#ctx0" brushRef="#br0" timeOffset="28278.3065">29292 1443 0,'-40'0'15,"80"0"-15,0-80 16,81 0 0,-41 0 15,-80 39-31,0 1 31,0 80 0,0 1-31,0-1 16,0 0-16,0 0 0,0 40 0,0-40 16,0 0-16,0 0 15,0 1-15,0 39 0,0-40 0,0 0 0,-40 0 16,40 0-16,-40 0 0,40 0 16,-40 0-16,0 1 0,40-1 0,-41-40 0,1 40 15,0-40 1,40 40-16,-40-40 0,0 0 0,40-40 15,0 0-15</inkml:trace>
  <inkml:trace contextRef="#ctx0" brushRef="#br0" timeOffset="28448.3003">29373 1042 0,'0'-80'16,"0"160"-16,40-240 31</inkml:trace>
  <inkml:trace contextRef="#ctx0" brushRef="#br0" timeOffset="28918.2865">29814 1082 0,'0'40'31,"0"0"-31,40-40 0,-40 41 16,0-1-16,40-40 0,-40 40 15,0 0-15,0 0 0,-40 0 16,40 0-16,0-80 63,0 0-63,0 0 0,40 0 15,-40 0-15,0 0 16,40-41-16,-40 41 0,40 0 0,1 0 15,-1 0-15,0 0 0,-40 0 16,0 80 31,40 40-47,-40-40 0,0 0 16,40 0-16,-40 0 0,0 1 15,0-1-15,0 0 0,40 0 0,-40 0 0,0 0 16,0 0-16,0 0 15,0 0-15,0 1 0,0-1 0,-40-40 0,40 40 16,-40-40-16</inkml:trace>
  <inkml:trace contextRef="#ctx0" brushRef="#br0" timeOffset="29108.3324">29974 962 0,'0'0'16,"121"-80"0,120 80 15,-161-40-31,-40 40 0,40 0 31</inkml:trace>
  <inkml:trace contextRef="#ctx0" brushRef="#br0" timeOffset="29348.2613">29774 1924 0,'0'41'0,"40"-41"15,0 0-15,0 0 16,0 0-16,0 0 0,1 0 16,-1 0-16,0 0 0,0 0 0,0 0 0,0 0 15,0 0-15,0 0 16,1 0-16,-1 0 0,0 0 0,0 0 16,0 0-16</inkml:trace>
  <inkml:trace contextRef="#ctx0" brushRef="#br0" timeOffset="29628.3024">30255 2205 0,'0'0'16,"-40"0"-16,0 0 16,0 40-16,0-40 0,0 0 31,0 40-31,80 1 31,0-41-15,0 0-16,0 40 15,0-40-15,81 0 16,-81 0-16,0 0 0,80 0 31,-40-40-31</inkml:trace>
  <inkml:trace contextRef="#ctx0" brushRef="#br0" timeOffset="29858.2878">30456 2205 0,'-40'0'16,"80"0"-16,-80 40 46,40 0-46,0 1 16,0-1-16,0 0 16,0 0-16,0 0 0,0 0 15,0 0 1,0 0-16</inkml:trace>
  <inkml:trace contextRef="#ctx0" brushRef="#br0" timeOffset="30148.1994">31058 1564 0,'0'0'0,"40"-41"32,-40 82-32,0 79 31,-40 0-31,40 81 31,-40-81-15,40-80-1</inkml:trace>
  <inkml:trace contextRef="#ctx0" brushRef="#br0" timeOffset="30468.1762">31499 1684 0,'-40'0'0,"0"0"16,-40 0-1,40 40 1,-41-40 0,41 40-16,0-40 0,40 40 15,-80-40 1,80 40 15,80 0-15,-40-40-1,0 0-15,41 81 16,-1-81-16,-40 40 16,40 0-1,-40-40 1</inkml:trace>
  <inkml:trace contextRef="#ctx0" brushRef="#br0" timeOffset="30628.2426">31740 1965 0,'-40'40'0,"80"-80"47,0 40-32</inkml:trace>
  <inkml:trace contextRef="#ctx0" brushRef="#br0" timeOffset="30978.2233">32141 1523 0,'40'-40'16,"-80"80"-16,161-120 15,-81 80-15,0 0 16,0 80 0,0-80-16,-40 121 31,0-81-31,0 0 0,-80-40 0,0 120 31,39-80-15,82-40-1,-1 0 1,120-40 0,-120 40-16,0 0 15,1 0-15,-1 0 32</inkml:trace>
  <inkml:trace contextRef="#ctx0" brushRef="#br0" timeOffset="32298.0687">9590 3809 0,'0'41'16,"40"-41"47,0 0-63,1-41 0,-1 41 0,0 0 15,0 0-15,0-40 16,40 40-16,-40 0 0,41 0 0,-41 0 0,0 0 15,40 0-15,-40 0 0,0 0 0,1 0 0,-1 0 16,0 0-16,0 0 0,0 0 16</inkml:trace>
  <inkml:trace contextRef="#ctx0" brushRef="#br0" timeOffset="32568.0741">10192 3529 0,'0'0'16,"0"-40"-1,0 80 32,-40-40-47,40 40 16,-40 0-16,40 0 0,-40 40 0,40-40 0,-40 0 15,40 1-15,-41-1 0,41 40 0,0-40 0,0 0 16,-40 0-16,40 0 16,0 0-16,0 0 0,0 1 0,0-1 0</inkml:trace>
  <inkml:trace contextRef="#ctx0" brushRef="#br0" timeOffset="33048.0273">10633 3529 0,'41'-40'31,"-1"40"-31,40 0 16,-40 0-16,81 160 16,-121-120-16,40 0 0,-40 81 31,0-81-31,-40 40 0,40-40 0,-41-40 15,41 40-15,-160 40 16,160-120 0,40 0-1,0 0-15,0 0 16,0 40-16,1-40 0,-1 0 0,40 0 0,-40-1 16,0 41-16,0-40 0,0 40 15,41-40-15,-41 0 0,0 40 0,-40-40 0,40 0 16,0 40-16,0-40 15,0 40-15,1-40 0,-1 0 0,-40-1 16,-40 41 15,-1 41-31,1-1 16,0 0 0,40 0-16,-40 0 0,0 0 0,40 0 0,-40 0 15,0 0-15,40 1 16,0-1-16,0 0 0,0 0 0,0 0 0,0 0 15,0 0-15,40 0 0,-40 0 0,40 0 16,40 1 0</inkml:trace>
  <inkml:trace contextRef="#ctx0" brushRef="#br0" timeOffset="33278.0859">12319 3529 0,'-241'0'16,"201"0"-16,-80 40 31,79 0-31,-79 80 16,120-80-16,0 0 0,0 81 16,80-41-16,41 80 31,-81-120-31,-40 1 0,40-1 0,40 40 15</inkml:trace>
  <inkml:trace contextRef="#ctx0" brushRef="#br0" timeOffset="33708.06">12479 3809 0,'40'0'16,"-80"0"-16,80-40 0,-40 0 15,81 40 1,-41 0-16,80 40 31,-80 81-15,-80-41 0,-40 40 15,40-120-31,80 0 15,-40 40-15,40-40 32,0 0-32,40 40 31,-80 0-31,0 1 16,-40-1-1,-120 40 1,160-40-16,-121 0 15,81-40-15,0 0 0,0 0 16,40-40 15,0 0-31</inkml:trace>
  <inkml:trace contextRef="#ctx0" brushRef="#br0" timeOffset="33968.046">13603 3689 0,'0'-40'16,"0"80"-16,0-40 31,0 40-31,0 0 0,0 0 16,40 41-16,-40-41 15,0 0-15,0 0 0,0 0 0,0 0 0,0 0 16,0 0-16,0 0 0,-40 1 0,40-1 0,-40 0 16,40 0-16,-40 0 0,-1 0 15,1-40-15,40 40 0,-40-40 0,0 40 0,0-40 16</inkml:trace>
  <inkml:trace contextRef="#ctx0" brushRef="#br0" timeOffset="34337.9471">14285 4251 0,'40'0'0,"-80"0"0,160 0 31,-80-41-31,41 1 16,-81 0-16,40 40 15,0 0-15,0-80 16,-40 40-16,0 0 31,-40 40-31,0 0 16,-40 0-16,39 0 0,-39 40 16,80 0-16,-40 0 15,40 0-15,-40 81 16,40-81-1,0 0-15,40 80 16,-40-80-16,40-40 0,0 80 16,0-80-16,1 41 15,-1-41 1,0 0-16</inkml:trace>
  <inkml:trace contextRef="#ctx0" brushRef="#br0" timeOffset="34597.9517">15007 3930 0,'-120'-80'15,"240"160"-15,-280-201 16,200 121-16,40 0 15,41 0 1,-1 0 0,-80 0-16,80 0 0,-79 0 0,79 0 31</inkml:trace>
  <inkml:trace contextRef="#ctx0" brushRef="#br0" timeOffset="34987.9846">15730 3609 0,'0'0'16,"0"-40"0,0 0-1,80-41 1,-40 41-1,-40 0 17,0 80 15,0 0-32,0 1-15,0-1 0,0 0 16,0 0-16,40-40 15,-40 40-15,0 0 0,0 0 0,0 0 16,0 0-16,0 1 0,0-1 0,-40 0 16,40 0-16,-40 0 0,0 0 15,0 0-15,-1-40 16,41 40-16,-40-40 16,0 0-16,0 0 0,40-40 15</inkml:trace>
  <inkml:trace contextRef="#ctx0" brushRef="#br0" timeOffset="35187.9753">15930 2967 0,'0'0'0,"0"-40"16,0 0-1,0 80 17</inkml:trace>
  <inkml:trace contextRef="#ctx0" brushRef="#br0" timeOffset="35697.8681">16492 3208 0,'0'0'15,"0"80"1,0-40 0,0 40-1,0-40-15,-40-40 16,0 41-16,40-1 16,-40-40-1,40-40 1,40-1-1,40-119 1,40 0 0,-80 120-1,1-1 1,-1 41 15,-40 81-31,0-41 0,40 0 0,-40 120 31,0 41-15,0-41 0,0-80-1</inkml:trace>
  <inkml:trace contextRef="#ctx0" brushRef="#br0" timeOffset="35917.9298">16492 3248 0,'-40'-40'0,"80"80"0,-120-80 0,40-40 31,40 40-31,40-1 0,40 41 16,40 0-1,161-40 1,-80 121-1,-201-41-15</inkml:trace>
  <inkml:trace contextRef="#ctx0" brushRef="#br0" timeOffset="36157.9164">16412 4130 0,'40'0'15,"0"-40"1,0 40-16,121-40 31,-121 40-31,160-80 16,-160 80-16,1 0 0,39-40 15,-40 40-15</inkml:trace>
  <inkml:trace contextRef="#ctx0" brushRef="#br0" timeOffset="36437.8989">16893 4291 0,'0'0'0,"0"40"15,-40-40-15,0 0 0,0 0 32,0 0-32,0 0 0,-41 0 31,41 0-15,120 40-1,-39-40-15,-1 0 16,40 0-1,0 0 1,-40 0-16,0 0 0,1 0 0,39 0 16</inkml:trace>
  <inkml:trace contextRef="#ctx0" brushRef="#br0" timeOffset="36657.8165">16933 4291 0,'-40'-40'16,"40"-1"0,0 82 15,0-1-15,0 0-1,0 0-15,0 0 16,0 0-16,0 0 0,-40 0 0,40 0 15,-40-40-15,40 41 16</inkml:trace>
  <inkml:trace contextRef="#ctx0" brushRef="#br0" timeOffset="37997.7342">17816 3489 0,'-40'0'16,"0"0"15,80 0 32,0 0-48,-40-41-15,40 41 47,0 0-47,0 0 16,1 0-16,-1 0 15,0 0 1,0 0-16,-40 41 16,0-1-1,0 0-15,-40 0 16,40 0-16,-40-40 0,40 40 16,-40-40-16,40 40 0,-41-40 0,1 40 0,0 0 15,0-40 1,80 0 31,0 0-47,0 0 31,1 0-15,-41 41-16,0-1 15,0 0-15,0 0 16,0 0-16,-41-40 0,41 40 15,-40-40 1,0 0 0,40 40-16,-40-40 15,0 0-15,0 0 0,0 0 16,0-40 0,-1 40-16,1 0 0,40-40 15</inkml:trace>
  <inkml:trace contextRef="#ctx0" brushRef="#br0" timeOffset="38357.7095">18659 3569 0,'0'0'16,"-40"-40"-16,40 80 46,0 0-30,-40 0-16,40 0 16,0 0-16,0 0 0,0 0 0,0 1 15,0-1 1,0 0-16,-41-40 0,41 40 0,0 0 16</inkml:trace>
  <inkml:trace contextRef="#ctx0" brushRef="#br0" timeOffset="38677.6903">19060 3569 0,'-80'0'15,"40"0"-15,0 40 16,-41 40-1,41-80-15,-40 80 32,40-80-32,40 40 0,-40-40 0,0 0 15,80 0 32,0 0-47,40 0 16,-80 41-16,40-41 0,0 40 0,0-40 0,1 40 15,-1-40-15,0 40 16,0 0-16,0-40 0,-40 40 16</inkml:trace>
  <inkml:trace contextRef="#ctx0" brushRef="#br0" timeOffset="39127.7395">19903 4692 0,'-40'40'16,"80"-80"15,40 40-15,-40 0-16,40 0 0,-40-40 0,41 40 0,-1 0 15,0 0-15,-40 0 0,41 0 16,-41 0-16,40 0 0,-40 0 0,0 0 0,0 0 16,0 0-1,1 0 1</inkml:trace>
  <inkml:trace contextRef="#ctx0" brushRef="#br0" timeOffset="39397.6516">20545 4411 0,'-40'-40'16,"80"80"-16,-121-80 15,81 0-15,-40 40 0,40 40 32,0 0-32,0 0 15,0 121 1,0 39 15,-40 1-15,0-81-16</inkml:trace>
  <inkml:trace contextRef="#ctx0" brushRef="#br0" timeOffset="39907.6934">21187 4331 0,'0'-40'0,"0"80"0,0-120 16,40 80-16,80-41 16,41 41 15,-81 41-31,-80-1 0,0 80 31,-40-80-31,40 0 0,-161 81 16,121-121-16,-80 120 15,80-120-15,0 40 0,40-80 32,40 40-32,-40-40 15,80 40-15,-40-40 0,0 40 0,0-40 0,0-1 16,1 1-16,-1 0 0,0 0 16,0 40-16,0-40 0,0 0 0,0 0 0,0 40 15,-40-40-15,41 0 16,-41-1-16,40 41 0,-40-40 15,-40 40 17,40 40-32,-41-40 0,41 41 15,-40-1-15,0 0 16,0 0-16,0 0 0,0 0 16,40 0-16,0 0 0,0 0 15,0 1-15,0-1 0,0 0 0,0 0 16,0 0-16,40-40 0,-40 40 0,40-40 15,0 0 1</inkml:trace>
  <inkml:trace contextRef="#ctx0" brushRef="#br0" timeOffset="40177.6795">22391 4130 0,'-121'-40'16,"242"80"-16,-282-80 16,121 40-16,40 80 31,0 81-15,0-81-1,40-40-15,0 80 16,-40-79-16,0-1 0,80 0 15,-39 0 1,-1-40-16</inkml:trace>
  <inkml:trace contextRef="#ctx0" brushRef="#br0" timeOffset="40427.6628">23193 4210 0,'0'0'16,"-40"0"-16,-40 0 15,-1 41 1,-79 39 0,160-40-16,-40 0 31,0-40-15,120 0-1,0 0 1,161 80-1,-201-80 1,0 0-16,40 0 16,-39 0-16</inkml:trace>
  <inkml:trace contextRef="#ctx0" brushRef="#br0" timeOffset="40657.6495">23193 4251 0,'-40'0'16,"0"0"-16,40 40 47,40 0-47,-40 0 16,0 0-16,0 0 15,0 0-15,0 0 0,0 0 0,0 1 16,0-1-16,0 0 0,0 0 15,0 0 1</inkml:trace>
  <inkml:trace contextRef="#ctx0" brushRef="#br0" timeOffset="40937.5579">23875 4050 0,'0'0'16,"40"0"0,121 40 15,-121-40-31,40 161 16,-80-121-16,40 0 0,-40 0 15,-120 160 1,40-119-16,-121 79 31,161-120-31,-40 0 0,80 0 0,-40-40 16</inkml:trace>
  <inkml:trace contextRef="#ctx0" brushRef="#br0" timeOffset="41367.6092">24638 4612 0,'0'-41'31,"40"41"-31,0-40 16,0 40-1,40 0 1,0 0-1,-39 0-15,-1 0 16,0 0-16,0 0 16,0-40-1,-40 0 1,0 0-16,-40 0 16,40 0-16,-80 40 31,-1 0-31,1 160 15,80 41 17,0-161-32,0 80 15,40-80 1,-40 0-16,121 41 16,-81-81-16,0 0 15</inkml:trace>
  <inkml:trace contextRef="#ctx0" brushRef="#br0" timeOffset="41637.5928">25841 4050 0,'0'0'0,"0"40"15,41-40 1,-1 0 0,0 0-1,0 0 1,0 0-16</inkml:trace>
  <inkml:trace contextRef="#ctx0" brushRef="#br0" timeOffset="41947.5726">26483 3930 0,'41'-40'0,"-1"40"16,40 0 15,-40 0-31,40 0 16,-40 0-16</inkml:trace>
  <inkml:trace contextRef="#ctx0" brushRef="#br0" timeOffset="42367.549">25360 4050 0,'40'0'16,"0"0"0,0 0-16,0 0 15,1 0 1,-1 0-16,0 0 15,0 0-15,0-40 0,0 40 16,0 0-16,0 0 16,1 0-16,-1 40 0,0-40 0,0 0 15,0 0-15,0 0 16,0 0-16,0 0 31</inkml:trace>
  <inkml:trace contextRef="#ctx0" brushRef="#br0" timeOffset="42927.5153">26524 4090 0,'40'0'47,"0"0"-31,0 0 0,0 0-1,-40-40-15,40 40 0,0 0 0,-40-40 0,40 40 16,1-40-16,-1 0 0,-40 0 0,40 40 15,-40-40-15,0-1 0,40 41 16,-40-40-16,0 0 0,0 0 31,0 80 32,0 0-63,-40 0 0,40 1 15,0-1-15,0 0 0,-40 0 0,40 0 16,0 0-16,-40 0 0,40 0 16,0 0-16,-41 0 0,1 1 0,40-1 15,-40 0-15,40 0 16,-40 0-16,40 0 0,-40-40 0,40 40 0,-40 0 16,40 0-16,-40-40 15,40 41-15,-40-41 0,-1 0 16,1 0-1,0-41 1,40 1-16,0 0 0,-40 40 16</inkml:trace>
  <inkml:trace contextRef="#ctx0" brushRef="#br0" timeOffset="43117.5038">26965 3408 0,'0'-40'31</inkml:trace>
  <inkml:trace contextRef="#ctx0" brushRef="#br0" timeOffset="43637.4159">27687 3649 0,'0'40'47,"0"0"-31,0 0-1,0 0-15,0 1 0,0-1 0,-40-40 16,40 40-16,0 0 0,0 0 15,-40-40 1,40-40 15,40 40-31,-40-40 16,40 0 0,0 0-16,0-1 0,1 1 0,-41 0 15,40 0-15,0 0 0,0 0 16,0 40-16,-40-40 0,40 0 0,0 40 15,-40-40-15,40 40 16,-40 40 0,0 0-16,0 40 15,0-40-15,0 0 16,0 0-16,0 0 0,0 1 0,0-1 0,0 0 16,0 0-16,0 0 15,-40-40-15,40 40 0,0 0 0,-40-40 16,40 40-16,-40 0 0</inkml:trace>
  <inkml:trace contextRef="#ctx0" brushRef="#br0" timeOffset="43857.4602">27767 3609 0,'0'0'0,"0"-40"15,41 40-15,239-40 32,-159 0-32,-41 40 0,40 0 15,-79 0-15,119 0 16,-120 40 0</inkml:trace>
  <inkml:trace contextRef="#ctx0" brushRef="#br0" timeOffset="44117.4464">27487 4571 0,'0'0'16,"-41"41"-1,202-41 1,80-41 0,-161 41-1,-40 0-15,121-40 16,-121 40-16,0-40 16,0 40-1,40 0-15</inkml:trace>
  <inkml:trace contextRef="#ctx0" brushRef="#br0" timeOffset="44407.4286">28209 4772 0,'-80'0'0,"160"0"0,-201 0 0,81 40 15,0-40-15,-40 0 16,40 0-1,0 40 1,80-40 31,0 0-47,0 0 16,-40 40-16,40-40 0,0 0 15,0 40-15,1-40 0,-1 0 0,0 0 16,0 0-16,0 0 0,0 0 0,0 0 0,0 0 15,1 0-15,-1 0 16</inkml:trace>
  <inkml:trace contextRef="#ctx0" brushRef="#br0" timeOffset="44627.4153">28329 4692 0,'-40'0'0,"80"0"0,-120 0 0,80 40 32,0 0-1,0 0-31,0 0 0,0 0 16,0 0-16,0 0 15,0 1-15,0-1 16</inkml:trace>
  <inkml:trace contextRef="#ctx0" brushRef="#br0" timeOffset="45037.3152">28931 4050 0,'0'0'16,"0"-40"0,0 80 46,-40-40-62,40 40 0,-40 0 0,0 0 16,0 0-16,-1-40 15,41 41-15,-40-41 0,0 40 16,0-40-16,40 40 0,-40-40 0,0 40 16,80-40 15,0 0-15,0 0-16,0 0 0,0 0 0,1 40 0,-1-40 15,0 0-15,0 0 0,40 0 16,-40 0-16,1 0 0,-1 0 0,0 0 0,0 0 15,0 0-15,0 0 0,0 0 0,0-40 16</inkml:trace>
  <inkml:trace contextRef="#ctx0" brushRef="#br0" timeOffset="45317.3782">29052 4090 0,'0'0'0,"-41"0"0,1 0 31,40-40-15,0 80 15,0 0-31,0 0 16,0 0-16,0 1 0,0-1 0,0 0 15,-40 0-15,40 0 0,0 0 0,0 0 16,-40 0-16,0 0 16,40 1-16,0-1 0</inkml:trace>
  <inkml:trace contextRef="#ctx0" brushRef="#br0" timeOffset="45557.3597">29774 4010 0,'-40'0'16,"40"40"-1,0 0 1,0 0-16,0 0 0,0 0 15,0 1-15,0-1 0,0 0 16,0 0-16,-40 0 16</inkml:trace>
  <inkml:trace contextRef="#ctx0" brushRef="#br0" timeOffset="45857.3025">30175 4050 0,'-80'0'31,"40"0"-31,0 0 16,-81 40 0,41 0 15,80 0-16,0 0-15,0 1 32,40-1-32,40 0 15,81 40 1,-41-40 0</inkml:trace>
  <inkml:trace contextRef="#ctx0" brushRef="#br0" timeOffset="47047.1991">9309 6416 0,'0'0'0,"40"0"62,1 0-30,39 0-32,-40 0 0,0 0 15,40 0-15,-40 0 0,41 0 0,-1 0 0,0 0 16,0 0-16,1 0 15,-41 0-15,40 0 0,0 0 0,-40 0 0,1 0 0,-1 0 16,0 0-16,0 0 16,0 0-16</inkml:trace>
  <inkml:trace contextRef="#ctx0" brushRef="#br0" timeOffset="47377.1789">10272 6055 0,'0'-40'16,"0"80"-16,-40-80 0,40 0 16,-40 40 15,40 40 16,0 0-47,-40 0 0,40 1 0,0-1 0,0 0 15,0 40-15,0-40 0,-40 40 16,40-40-16,-40 0 0,40 41 0,0-41 0,-40 0 16,40 0-16,0 0 15,0 0-15,-41 0 0,41 0 0,0 1 16</inkml:trace>
  <inkml:trace contextRef="#ctx0" brushRef="#br0" timeOffset="47927.1732">10633 6336 0,'81'-40'16,"-162"80"-16,282-160 15,-161 120-15,0 0 0,81 0 32,-41 80-32,-40-40 15,-40 120 1,-80 1 15,-40-81-15,39-40-1,121-80 1,1 40-16,119-120 31,81-1-15,-41 1 0,-79 0-1,-81 40 1,-40 40-1,-40 40 17,40 40-17,-40-40-15,0 40 0,40 0 16,-41 0-16,1 0 0,40 0 0,-40 0 0,40 0 16,-40 0-16,40 1 15,0-1-15,0 0 0,-40 0 0,40 0 0,0 0 16,0 0-16,0 0 0,0 0 0,0 1 15,40-1-15,0 0 16,0-40-16,0 0 0,1 0 16</inkml:trace>
  <inkml:trace contextRef="#ctx0" brushRef="#br0" timeOffset="48217.164">12600 5975 0,'-81'0'31,"162"0"-31,-242-40 16,161 80-1,-40 0-15,40 0 16,0 0-16,0 1 0,0-1 0,-40-40 0,40 40 15,0 0-15,0 0 16,0 0-16,-40 0 0,40 0 0,0 0 0,0 0 16,0 1-16,0-1 0,80 0 15,-80 0-15,0 0 0,40 0 0,-40 0 16,40-40 0</inkml:trace>
  <inkml:trace contextRef="#ctx0" brushRef="#br0" timeOffset="48527.1848">13121 6256 0,'0'0'16,"-40"0"-16,40-40 15,-40 40-15,40-40 0,0 80 47,0 0-31,0 0-16,40 0 15,0 0-15,-40 0 0,40 0 16,-40 0-16,0 1 16,0-1-16,0 0 0,0 0 15,0 0-15,-40-40 0,40 40 16,-40-40-16,0 0 15,0 0-15</inkml:trace>
  <inkml:trace contextRef="#ctx0" brushRef="#br0" timeOffset="48707.1732">13282 6176 0,'0'0'16,"40"0"-16,0-40 15,0 40-15,-40-41 0,40 41 16,41 0-16,-1-40 31,-40 40-31</inkml:trace>
  <inkml:trace contextRef="#ctx0" brushRef="#br0" timeOffset="49137.0847">14124 6015 0,'41'0'0,"39"0"109,-80 40-109,40 0 0,-40 1 16,40-1-16,-40 0 16,0 0-16,0 40 0,0-40 0,0 0 15,0 0-15,0 0 16,-40 41-16,40-41 0,-40 0 0,0 0 0,0 0 16,-1 0-16,-39 0 0,40 0 15,0 1-15,-40-1 0,40 0 0,-1 0 0,1 0 16,0-40-16,0 40 0</inkml:trace>
  <inkml:trace contextRef="#ctx0" brushRef="#br0" timeOffset="49627.1199">15168 6737 0,'40'0'16,"0"0"0,40-80-1,81 40 1,-41-40 15,-80-41-15,-40 81-16,-40 0 15,0 0-15,0 40 16,0 0 0,-81 40-1,-39 120 1,40 1-1,120-1 17,40-79-32,40-1 15,40 0 1,1-80 15,-1-80-31</inkml:trace>
  <inkml:trace contextRef="#ctx0" brushRef="#br0" timeOffset="49887.108">16131 6296 0,'-40'0'16,"0"-40"-16,40 0 15,0 0 1,200 0 0,1 40 15,-41-41-15,-39 41-1,-81-40-15</inkml:trace>
  <inkml:trace contextRef="#ctx0" brushRef="#br0" timeOffset="50307.0793">17214 6015 0,'0'0'16,"40"-40"15,41 0-15,-1 0-1,0-80 1,-80 79 0,0 1-1,40 0 1,-40 80 15,0 0-31,0 1 16,0-1-16,0 0 0,0 0 15,0 0-15,0 0 0,0 0 0,0 0 0,0 41 16,0-41-16,0 0 16,-40 0-16,40 0 0,-40 0 0,40 0 15,-40-40-15,0 40 0,0 0 0,-1-40 16,1 40-16,0-40 15,0 0-15,0 0 0,40-40 16,-40 40 0,40-40-16,0 0 0,0 0 0</inkml:trace>
  <inkml:trace contextRef="#ctx0" brushRef="#br0" timeOffset="50457.0002">17575 5534 0,'-40'-40'16,"0"40"-1</inkml:trace>
  <inkml:trace contextRef="#ctx0" brushRef="#br0" timeOffset="50967.0395">18137 5694 0,'-40'0'15,"40"40"1,0 1-1,0 39 1,0 0-16,-80 0 31,80-40-15,0-80 0,0-40-1,80-80 16,40-81-15,-39 81 0,-41 119 15,-40 82-15,0 79-1,40 80 1,-40-39 15,0-1-15,0-80-1</inkml:trace>
  <inkml:trace contextRef="#ctx0" brushRef="#br0" timeOffset="51207.0251">18097 5414 0,'0'0'0,"0"-40"15,0-1 1,161 41-1,79-40 1,1 40 15,-121 81-31</inkml:trace>
  <inkml:trace contextRef="#ctx0" brushRef="#br0" timeOffset="51427.0126">17936 6336 0,'-40'40'16,"80"-80"-16,-40 80 16,41-80-1,-1 40-15,40 0 0,-40 0 0,0-40 16,41 40-16,-41-40 0,40 40 0,-40 0 0,0 0 15,0-40-15,0 40 16,1 0-16,-1-40 0,0 40 16</inkml:trace>
  <inkml:trace contextRef="#ctx0" brushRef="#br0" timeOffset="51766.9923">18619 6617 0,'0'0'0,"-40"40"0,-41-40 16,41 0-16,-80 0 16,80 0-1,-81 0 1,41 80 15,40-40-15,40 0-1,80-40 1,161-40 15,40 40-15,-121-80 0,-79 40-1</inkml:trace>
  <inkml:trace contextRef="#ctx0" brushRef="#br0" timeOffset="51976.906">18579 6657 0,'0'0'0,"-41"-40"16,1 0 0,40 120 15,0-40-16,40-40-15,-40 40 16,0 0-16,0 0 0,0 0 0,-40 1 16,40-1-16,0 0 15,-40 0-15,40 0 0,0 0 16</inkml:trace>
  <inkml:trace contextRef="#ctx0" brushRef="#br0" timeOffset="52686.937">20063 5734 0,'-40'0'16,"80"0"-16,-120-40 31,40 40 1,0 0-17,0 0-15,-1 0 0,1 0 16,0 0-1,0 40-15,0-40 0,40 41 0,-40-41 16,0 0 0,40 40-16,-40-40 0,40 40 15,-41-40-15,41 40 16,0-80 46,0 80-30,0 0-17,0 0-15,0 0 16,0 0-16,0 0 16,0 1-16,0-1 15,41-40-15,-41 40 0,40-40 16,0 0-1,0 40-15,0-40 0,0 0 0,0 0 16,0 0-16,1 0 16,-41 40-1,0 0 1,-41 0-16,1-40 16,40 40-16,-40-40 0,0 40 15,0-40-15,0 0 0,0 0 0,0 0 16,-1 0-16,1 0 0,0 0 0,0 0 0,0 0 15,0 0-15,0 0 16,40-40-16,-40 40 0,40-40 16,0 0-1</inkml:trace>
  <inkml:trace contextRef="#ctx0" brushRef="#br0" timeOffset="52986.9206">20103 5975 0,'0'40'62,"0"0"-46,0 0-16,0 1 0,0-1 16,0 0-1,0 0-15,0 0 0,0 0 0,0 0 16,0 0 0,0 0-16</inkml:trace>
  <inkml:trace contextRef="#ctx0" brushRef="#br0" timeOffset="53326.9">20424 6015 0,'0'-40'31,"-40"40"-31,0 0 16,40 40-16,-40-40 15,0 40 1,0-40-16,0 0 0,-1 40 16,1-40-16,40 41 15,-40-41-15,40 40 32,0 0-17,40 0-15,0-40 16,-40 40-16,41-40 15,-1 0-15,-40 40 0,40-40 16,0 0 0,-40 40-16,40-40 0,0 0 15,0 40 1</inkml:trace>
  <inkml:trace contextRef="#ctx0" brushRef="#br0" timeOffset="53726.8787">20906 7018 0,'-80'0'15,"160"0"-15,-120 0 32,80 0-17,120 0 1,161-40-1,0 0 1,-160 0 15,-121-1-15</inkml:trace>
  <inkml:trace contextRef="#ctx0" brushRef="#br0" timeOffset="53966.8645">21628 6617 0,'-40'-40'16,"80"80"-16,-120-80 0,40 0 16,0 40-16,40 40 15,0 40 1,0 161 15,-41 79-15,41-79-1,-40-161 1,40-40-16</inkml:trace>
  <inkml:trace contextRef="#ctx0" brushRef="#br0" timeOffset="54746.7415">22110 6657 0,'0'0'16,"0"-40"-16,0 0 15,0 0-15,0-1 16,40 41-16,0-40 0,0 40 15,0 0 1,0 0-16,0 0 0,1 40 0,-1 1 16,0-1-1,-40 0-15,0 0 0,0 0 0,-40 0 16,40 0-16,-81 0 16,41 0-16,0 1 0,0-1 0,0 0 15,0-40-15,0 0 0,40 40 0,-40-40 16,80 0-1,-40-40-15,80 0 16,-40 0-16,40 40 0,-40-41 16,41 1-16,-41 0 0,40 0 0,-40 0 0,40 0 15,-39 0-15,-1 0 16,0 0-16,0-1 0,0-39 0,0 40 0,0 0 16,0 0-16,-40 0 15,0 0-15,-40 40 16,0 0-16,40 40 15,-40-40-15,40 40 16,-40-40-16,40 80 0,-40-40 0,40 0 0,-40 0 16,40 1-16,0-1 0,-40 0 15,40 0-15,0 0 0,0 0 0,0 0 0,0 0 16,0 0-16,0 1 16,0-1-16,0 0 0,40-40 0,-40 40 0,40-40 15</inkml:trace>
  <inkml:trace contextRef="#ctx0" brushRef="#br0" timeOffset="55026.8009">23835 6216 0,'-80'-40'15,"160"80"-15,-321-161 16,201 81-16,0 40 0,-40 40 31,0 121-15,80 39-1,0-39 1,0-81 0,80 80-1,-40-119 1,0-41-16</inkml:trace>
  <inkml:trace contextRef="#ctx0" brushRef="#br0" timeOffset="55386.7796">24076 6256 0,'0'0'16,"0"-40"-1,-80 40 1,-41 80-1,121 0 1,-40 0-16,40 121 31,0-41-15,80-79 0,1-41-1,-41-121 1,0 41-1,0-40 1,-40 40 0,-40 40-16,-40 0 31,-1 40-15,41-40-1,40 40-15,0 0 16</inkml:trace>
  <inkml:trace contextRef="#ctx0" brushRef="#br0" timeOffset="55776.7608">24878 6296 0,'0'-40'0,"40"40"16,81 0 15,39 120-15,-79 41-1,-81-41 1,-41 0 0,-239 161-1,39-81 1,120-159-1</inkml:trace>
  <inkml:trace contextRef="#ctx0" brushRef="#br0" timeOffset="56256.6707">25882 6577 0,'0'-40'16,"0"80"-16,40-80 31,0 40-15,-40 40-16,40-40 0,0 0 0,-40 40 15,40-40-15,0 0 0,0 40 16,1-40-1,-1 0-15,0 0 0,0-40 16,0 40-16,0-40 16,0-41-16,-40 41 0,40 0 15,-40 0 1,0 0-16,0 0 0,-80 40 16,40 0-16,-40 0 15,40 0-15,0 0 0,-1 40 16,1-40-16,0 0 0,40 80 0,-40-80 15,40 40-15,0 0 16,-40 1-16,40-1 0,0 0 0,0 0 0,0 0 16,0 0-16,0 0 0,0 0 15,0 0-15,40 1 0,-40-1 0,40-40 0,-40 40 16,40 0-16,0-40 16,1 40-16,-1-40 0,0 0 0,0 0 15,0 0-15,0-40 0,0 40 16</inkml:trace>
  <inkml:trace contextRef="#ctx0" brushRef="#br0" timeOffset="56496.64">26885 6216 0,'80'0'16,"-80"-40"-1,160 0 1,41 40 0,-121-41-16</inkml:trace>
  <inkml:trace contextRef="#ctx0" brushRef="#br0" timeOffset="56936.6868">27687 6055 0,'0'-80'16,"40"80"-16,0-40 0,81-40 31,-121 40-15,0 0 31,80 80 31,-80 0-78,0 0 15,0 0-15,0 0 16,0 0-16,0 0 0,0 0 0,0 1 16,0-1-16,0 0 0,0 0 0,0 0 0,-40 0 15,0 0 1,40 0-16,-40-40 0,0 40 0,-1 0 15,1-40-15,0 0 16,0 0-16,0 0 16,40-40-1,-40 0-15</inkml:trace>
  <inkml:trace contextRef="#ctx0" brushRef="#br0" timeOffset="57116.6762">27848 5614 0,'-81'-40'31,"162"80"-31,-162-120 16,122 80-1</inkml:trace>
  <inkml:trace contextRef="#ctx0" brushRef="#br0" timeOffset="57616.574">28771 5654 0,'0'40'47,"40"-40"-31,-40 40-16,0 1 0,0-1 16,0 0-1,-40-40-15,40 40 0,-41 0 16,1 0-16,0-40 15,40 40-15,0-80 32,40 40-17,-40-40-15,81-40 0,-41 40 16,0 0 0,0-1-16,0 41 0,-40-40 0,40 40 0,-40-40 15,40 40-15,1-40 0,-1 40 31,-40 40-31,0 0 16,40-40-16,-40 40 16,0 1-16,0-1 0,0 0 0,40 0 15,-40 0-15,0 0 16,0 0-16,0 0 0,0 0 0,-40 1 16,40-1-16,-80-40 0,80 40 15</inkml:trace>
  <inkml:trace contextRef="#ctx0" brushRef="#br0" timeOffset="57846.5595">28851 5734 0,'-121'-40'15,"242"80"-15,-242-200 16,162 160-16,119-40 15,121 40 17,-161 0-32,81 0 31,-121 0-31</inkml:trace>
  <inkml:trace contextRef="#ctx0" brushRef="#br0" timeOffset="58126.6197">28369 6537 0,'0'0'16,"40"0"-1,161 0 1,-40-41 0,39 41 15,-79-80-15,-81 80-16,0 0 0</inkml:trace>
  <inkml:trace contextRef="#ctx0" brushRef="#br0" timeOffset="58476.5486">28971 6697 0,'0'0'0,"-40"0"16,-80 0-1,39 40 17,41-40-32,40 40 0,-40 0 31,-40 0-15,80 1-1,40-41 1,0 0-1,0 0-15,0 0 16,41 0-16,-41 0 0,0 0 0,0 0 0,0 0 16,0 0-16,1 0 15,-1 0-15,0 0 0,0 0 0,0 0 0,0 0 16,0 0-16,0 0 0,1 0 16,-1 0-16</inkml:trace>
  <inkml:trace contextRef="#ctx0" brushRef="#br0" timeOffset="58726.5837">29132 6657 0,'0'0'0,"-40"0"0,40 40 46,0 0-30,0 0-16,0 0 16,-40 0-16,40 1 0,0-1 15,0 0-15,-41-40 0,41 40 0,0 0 16,0 0 0</inkml:trace>
  <inkml:trace contextRef="#ctx0" brushRef="#br0" timeOffset="59216.5542">30255 6015 0,'-40'0'15,"0"-40"-15,0 40 16,0 0 0,-40 40-1,39 40 1,1 1-1,0 79 1,40 0 0,80-79 15,81-81-15,-81 0-16,-40-81 31,-120 41-16,40 0 1,-40 40-16,-41 0 31,81 80-15,40-39 0</inkml:trace>
  <inkml:trace contextRef="#ctx0" brushRef="#br0" timeOffset="59496.4656">30817 6055 0,'0'0'31,"0"40"-16,0 1 1,-40 79 0,40 0-1,-80 41 1,40-81 0</inkml:trace>
  <inkml:trace contextRef="#ctx0" brushRef="#br0" timeOffset="59796.4461">31258 6136 0,'0'0'0,"-40"0"31,0 0-15,-40 40-1,0-40 1,-1 80 0,41-40-1,0 0 1,40 40 0,40 0-1,121 1 1,-1-1-1,-120-80-15</inkml:trace>
  <inkml:trace contextRef="#ctx0" brushRef="#br0" timeOffset="60786.4015">15328 8782 0,'-40'0'15,"0"0"1,40-40-16,80 40 31,1 0-31,-41-40 0,0 40 16,40 0-16,-40 0 16,0 0-16,41 0 0,-41 0 0,0 0 0,40 0 15,-40 0-15,0 0 0,0 0 0,1 0 0,-1 0 16,0 0-16,0 0 0,0 0 15,0 0-15,0 0 0,0 0 0,1 0 16,-1 0-16</inkml:trace>
  <inkml:trace contextRef="#ctx0" brushRef="#br0" timeOffset="61106.4411">16051 8462 0,'0'0'16,"0"-40"-16,-41 40 15,1 0-15,40 40 78,0 0-78,0 0 0,-40 0 0,40 0 16,-40 0-16,40 0 16,0 40-16,0-39 0,-40-1 0,40 0 0,0 0 15,0 0-15,0 0 16,0 0-16,0 0 0,0 0 0,0 1 16</inkml:trace>
  <inkml:trace contextRef="#ctx0" brushRef="#br0" timeOffset="61726.404">16773 8662 0,'0'0'0,"0"-40"0,40 40 15,0-40-15,0 40 16,161-40 0,-81 120 15,-80 80-16,-120-79 1,-121 119 0,41-79-1,120-121 1,160-41 0,1-39-1,159-160 1,1 39-1,-160 81 1,-41-1 0,-80 81 15,-40 40-31,-81 81 16,-79 119 15,120-40-16,39 1 1,41 39 0,41-159-1,39-1 1,-40-40-16</inkml:trace>
  <inkml:trace contextRef="#ctx0" brushRef="#br0" timeOffset="61966.3924">18338 8542 0,'-80'0'31,"160"0"-31,-241 0 16,121 0-16,40 40 0,-40 0 15,0 80 1,40 81-1,40-121 1,40 0-16,1 1 31,-1-81-15,-40 0-16</inkml:trace>
  <inkml:trace contextRef="#ctx0" brushRef="#br0" timeOffset="62356.3665">18659 8662 0,'40'0'63,"40"0"-63,-40 0 15,0 0-15,1 0 0,-1-40 16,0 40-16,0 0 0,-40-40 0,40 40 0,0 0 15,0 0-15,0-40 16,1 40-16,-1 0 16,-80 0 15,-1 40-15,1-40-16,40 40 0,-40-40 15,0 40-15,40 0 0,-40-40 0,40 40 0,-40-40 16,40 40-16,-40 1 0,0-1 15,40 0-15,-41 0 0,41 0 0,-40 0 0,0 0 16,40 0-16,-40 41 16,40-41-16,-40 0 0,40 0 0,-40 0 0,40 0 15,-40 0-15,40 0 16,0 0-16</inkml:trace>
  <inkml:trace contextRef="#ctx0" brushRef="#br0" timeOffset="62596.2807">18619 9143 0,'0'0'15,"0"-40"-15,40 0 16,40 0-16,81 0 15,-121 40-15,120 0 16,-120 0-16,0-40 16,81 40-16,39-80 31,-120 80-31</inkml:trace>
  <inkml:trace contextRef="#ctx0" brushRef="#br0" timeOffset="62866.2772">19742 8542 0,'0'0'16,"0"-80"0,40 80-1,-40 80 1,40-80-16,81 200 15,-121-119-15,0 79 32,0-80-32,-241 241 15,201-281-15,-40 0 16,-241 161 0,120-121-16</inkml:trace>
  <inkml:trace contextRef="#ctx0" brushRef="#br0" timeOffset="63476.3003">21147 9184 0,'0'0'15,"-41"-41"1,202 1 0,-41 0-1,81-80 1,-201 40-1,0 40-15,0-1 16,-40 1-16,-81 0 16,81 40-16,0 0 15,-120 40 1,120 41-16,-81 79 16,81-40-16,0 1 31,40-81-31,0 40 0,0 0 0,80 40 31,41 1-15,-41-121-1,80-40 1,-120 40-16,1-40 0</inkml:trace>
  <inkml:trace contextRef="#ctx0" brushRef="#br0" timeOffset="63676.2879">21989 8742 0,'40'0'31,"41"-40"-15,119 0-1,-79 40 1,-1-40 0,-80 40-16</inkml:trace>
  <inkml:trace contextRef="#ctx0" brushRef="#br0" timeOffset="64056.2668">22912 8542 0,'-40'-40'16,"40"0"-16,40 40 15,-40-40-15,40 40 0,-40-41 16,40 1-16,1 40 0,-41-40 0,40 40 0,0-40 16,0 0-16,0 40 31,-40 40 0,0 0-15,0 0-1,0 0-15,0 1 0,0-1 0,0 40 16,0-40-16,0 0 0,0 0 16,0 0-16,0 0 0,0 0 0,-40 1 15,0-1-15,40 0 0,-40 0 0,-41 0 16,41-40-1,40 40-15,-40-40 0,0 0 0,0 0 16,0 0-16,0 0 0,0 0 16,40-40-16,-41 0 0</inkml:trace>
  <inkml:trace contextRef="#ctx0" brushRef="#br0" timeOffset="64236.2551">23153 8061 0,'-80'-41'15,"80"1"1</inkml:trace>
  <inkml:trace contextRef="#ctx0" brushRef="#br0" timeOffset="64696.1532">23795 8221 0,'-40'80'31,"40"-40"-15,-40 0-1,40 1-15,0-1 0,0 0 16,0 0 0,0-80-1,40 0 1,-40 0-16,40 40 15,-40-41-15,40 1 0,-40 0 0,80 0 0,-80 0 16,0 0-16,40 0 0,1 40 16,-41-40-16,0 0 0,40 40 0,-40-41 15,40 41-15,0 0 32,-40 41-32,0-1 15,0 0-15,0 0 0,0 0 16,0 0-16,0 0 0,0 40 0,0-39 0,0-1 15,0 0 1,0 0-16,0 0 0,0 0 0,0 0 16</inkml:trace>
  <inkml:trace contextRef="#ctx0" brushRef="#br0" timeOffset="64886.141">23915 8141 0,'-40'-40'0,"80"80"0,-80-120 31,120 39-31,1 41 0,119-40 16,-160 40-16,121 0 31,-121 40-31</inkml:trace>
  <inkml:trace contextRef="#ctx0" brushRef="#br0" timeOffset="65106.2032">23675 8823 0,'80'0'15,"0"-41"17,40 41-32,-79-40 0,159 40 31,-160-40-31,41 40 16,-41-40-16</inkml:trace>
  <inkml:trace contextRef="#ctx0" brushRef="#br0" timeOffset="65356.1891">23955 8943 0,'-80'0'16,"40"0"-16,0 0 15,40 40 16,40-40-31,0 0 16,0 0 0,0 0-16,1 0 0,-1 0 0,0 0 15,0 0-15,0 0 16,0-40-16,0 40 0,-40-40 0,40 40 0,1 0 16,-1-40-16</inkml:trace>
  <inkml:trace contextRef="#ctx0" brushRef="#br0" timeOffset="65576.1767">24196 8782 0,'0'0'16,"-80"41"0,80 39-1,-40-40-15,40 0 16,0 0-16,-40 40 15,40-40 1,-40 1 0,-1-41-1</inkml:trace>
  <inkml:trace contextRef="#ctx0" brushRef="#br0" timeOffset="66106.071">25119 8141 0,'0'0'16,"-40"0"-16,0 0 0,0 0 15,40-40 1,120 40 15,161-40-15,-120 40-1,-121 0 1,40-41 0,-120 82 15,0-1-16,0 0-15,40 0 0,-41-40 0,1 40 16,40 0-16,0 0 0,0 0 16,-40 0-16,0 1 0,40-1 0,-40 0 0,40 0 15,-40 0-15,0 0 16,40 0-16,0 0 0,0 0 16</inkml:trace>
  <inkml:trace contextRef="#ctx0" brushRef="#br0" timeOffset="66336.1329">25079 8662 0,'0'0'0,"-40"-40"15,40-40 1,40 80-16,120-40 15,-119 0-15,39 40 0,80 0 32,-119 0-32,39 0 0,-40 0 0,0 0 15,0-40-15,40-1 16</inkml:trace>
  <inkml:trace contextRef="#ctx0" brushRef="#br0" timeOffset="66596.0444">26363 8061 0,'0'0'15,"0"40"1,-40 40-1,40 40 1,0-80-16,0 121 16,0-121-16,40 0 0,-40 40 31,0-40-31,0 0 16</inkml:trace>
  <inkml:trace contextRef="#ctx0" brushRef="#br0" timeOffset="66926.0219">26965 8141 0,'-40'0'16,"0"0"-16,0 0 15,-1 0-15,1 0 0,40 40 16,-40-40-16,0 0 0,0 0 15,0 0-15,0 40 0,0 0 0,-1-40 16,1 40-16,0-40 16,0 0-16,0 40 0,0-40 0,0 40 15,0-40-15,80 41 32,40-41-32,-40 0 0,0 40 15,0-40-15,0 0 16,1 0-16,-1 40 0,0-40 0,40 0 0,-40 40 15,0-40-15,0 40 0,1-40 16,-1 0-16,-40 40 0,40-40 0,0 40 0</inkml:trace>
  <inkml:trace contextRef="#ctx0" brushRef="#br0" timeOffset="69815.9261">2167 11309 0,'0'-40'32,"80"40"77,-40 0-109,0 0 16,0 0-1,1-40-15,-1 40 0,40 0 0,-40 0 0,0-40 16,0 40-16,41 0 0,-41 0 15,0 0-15,0 0 0,0 0 0,0 0 0,0 0 16,0 0-16,1 0 16,-1 0-16</inkml:trace>
  <inkml:trace contextRef="#ctx0" brushRef="#br0" timeOffset="70045.8364">2247 11790 0,'-201'121'15,"402"-242"-15,-442 242 0,201-81 16,0-40-16,80 0 16,121 0-1,-121 0-15,160-40 16,-119 40-16,320-40 15,-120-1 1</inkml:trace>
  <inkml:trace contextRef="#ctx0" brushRef="#br0" timeOffset="74085.5971">4494 11149 0,'0'-40'0,"0"-1"31,0 1-15,0 80 125,0 1-141,0-1 15,0 0-15,0 0 16,0 40-16,-40-40 0,40 40 0,0 1 0,-40-41 15,40 40-15,0 0 0,0-40 16,0 40-16,-40-39 0,40-1 0,0 0 0,0 0 16,0 0-16,0 0 15,0 0-15,-40 0 0,40 0 0,0 1 16,-40-41-16,40 40 0,0 0 16,-41-40-16,82 0 46,-41-40-30,40 40-16,0 0 47,-40-40-47</inkml:trace>
  <inkml:trace contextRef="#ctx0" brushRef="#br0" timeOffset="75235.6054">5417 12071 0,'-40'-40'47,"80"40"500,0 0-532,0 0-15,0-40 0,1 40 16,-1 0-16,40 0 15,-40 0-15,0 0 0,0 0 0,0 0 0,41 0 16,-41 0-16,40 0 0,0 0 16,-40 0-16,41 0 0,-1 0 0,-40 0 0,40 0 15,-40 0-15,1 0 16,-1 0-16,0 0 0,0 0 0,-80 0 94,0 0-79,0 0-15,-1 0 32</inkml:trace>
  <inkml:trace contextRef="#ctx0" brushRef="#br0" timeOffset="76415.4607">7223 12111 0,'0'0'0,"-40"0"0,40-40 0,0 0 15,40 40 1,-40-40-16,80 40 31,-80-40-31,40 40 0,0 0 16,0 0 0,-40-40 249,0 0-265,0-1 16,0 1-16,0 0 15,0 0-15,0 0 32,0 0-32,0 0 31,41 40-31,-41-40 0,0 0 16,0 80 46,0 0-46,0 0-16,-41 40 15,41-40-15,-40 0 0,0 41 0,40-1 16,-40-40-16,40 40 0,-40-40 0,40 40 0,-40-39 16,40 39-16,-40-40 0,-1 40 15,41-40-15,-40 0 0,40 0 0,0 0 0,-40 1 16,40-1-16,0 0 15,40-80 17,0 0-32,-40-1 0,41 1 0,-41 0 15,40 0-15,0 0 16,0-40-16,-40 40 0,40-40 0,0 39 0,0-39 16,1 0-16,-41 40 0,40 0 0,-40-40 0,40 39 15,-40 1-15,40 0 16,-40 0-16,0 80 31,-40 0-31,40 0 16,0 1-16,-40-1 0,40 0 15,0 0-15,0 0 0,-40 0 0,40 0 0,0 0 16,-41-40-16,41 40 0,0 1 0,-40-41 16,40 40-16,0-80 31,0-41-31,40 41 15,-40 0-15,0 0 0,41 0 0,-41 0 0,40 0 16,-40-41-16,40 41 16,-40 0-16,0 0 0,0 0 0,0 0 0,0 0 31,0 80-31,0 40 16,0-40-16,0 0 0,-40 0 0,40 41 0,-40-41 15,40 0-15,-41 0 16,41 40-16,0-40 0,0 0 0,-40 1 0,40 39 15,0-40-15,-40 0 0,40 0 16,0 0-16,0 0 0</inkml:trace>
  <inkml:trace contextRef="#ctx0" brushRef="#br0" timeOffset="77225.4144">8306 12151 0,'0'0'16,"-40"0"-1,0 0 1,80 0 15,0 0-31,0 40 0,0-40 16,1 0-16,-1 0 0,0 0 0,0 0 0,0 0 16,0-40-16,0 40 0,0-40 15,1 0-15,-1 0 16,0 0-16,-40 0 15,0 0-15,0 0 0,0-1 16,0 1-16,-40 40 0,0-40 16,-1 40-16,1 0 0,0 0 15,0 0 1,0 40-16,0-40 0,0 40 0,0 1 0,-1-1 16,1 0-16,0 0 0,0 0 0,0-40 0,40 40 15,-40 0-15,40 0 0,0 0 16,0 1-16,0-1 0,0 0 0,0 0 0,0 0 15,40 0 1,-40 0-16,40-40 0,-40 40 0,40-40 0,0 40 16,0-40-16,-40 40 0,41-40 15,-1 0-15,0 0 0,0 0 16,0 0-16,0-40 0,0 40 0,-40-40 16,40 40-16</inkml:trace>
  <inkml:trace contextRef="#ctx0" brushRef="#br0" timeOffset="77735.4576">9390 11510 0,'-41'0'15,"41"-40"1,41-1 0,119-39-1,-160 40-15,80-40 16,-40 80-16,41-161 15,-41 81 1,-40 40-16,40-40 16,-40 40-16,-40 40 31,0 40-31,0 40 16,40-40-16,0 0 0,0 0 0,-41 1 0,41-1 15,0 40-15,0-40 16,0 0-16,0 40 0,0-40 0,-40 1 0,40 39 0,0-40 15,0 0-15,0 0 16,0 0-16,0 0 0,0 0 0,-40 0 16,40 1-16,-40-1 15,0-40-15,0 0 0,0 40 0,0-40 0,-1 0 16,1 0-16,0 0 0,0 0 0,0 0 16,0-40-1</inkml:trace>
  <inkml:trace contextRef="#ctx0" brushRef="#br0" timeOffset="77925.4458">9711 10948 0,'0'0'0,"-41"0"0,41-40 15,0 0-15,-40 40 16,40-40-16,0 0 0,0 0 15,0 80 17</inkml:trace>
  <inkml:trace contextRef="#ctx0" brushRef="#br0" timeOffset="78645.3282">10473 11028 0,'0'0'0,"0"-40"0,0 0 31,0 80 16,0 0-47,-40 0 16,40 41-16,0-41 0,-40 0 0,40 0 0,-40 0 16,40 0-16,0 0 0,0 0 0,-41 1 0,41-1 15,0 0 1,0 0-16</inkml:trace>
  <inkml:trace contextRef="#ctx0" brushRef="#br0" timeOffset="79015.3841">11035 11109 0,'0'-41'15,"0"82"-15,-40-82 16,-41 41-1,-39 81 17,80-81-32,0 40 0,0 0 0,-41 40 15,-39-40 17,80-40-32,80 0 62,0 0-46,0 0-1,0 0-15,0 0 0,1 40 0,-1 41 16,0-81-16,-40 40 0,40-40 0,0 40 16,0 0-1,0 0-15,1 0 0,-1-40 16,0 0-1</inkml:trace>
  <inkml:trace contextRef="#ctx0" brushRef="#br0" timeOffset="79475.3014">11597 11109 0,'0'0'15,"-41"0"1,41-41 0,-40 82-1,40-1-15,0 40 16,0-40-16,-40 40 16,40-40-1,-40 0 1,40-80-1,80-80 17,1 0-32,-41 39 15,80-79 1,-80 80 0,-40 120 15,0 120-16,0-120-15,0 41 16,0-41-16,0 0 0,0 0 0,40 40 31,-40-40-31,0 0 16</inkml:trace>
  <inkml:trace contextRef="#ctx0" brushRef="#br0" timeOffset="79695.2867">11637 11068 0,'-40'-40'0,"80"80"0,-80-120 0,40 0 32,40 40-32,0 40 0,40-40 15,121-40 1,-161 80-16,120 0 31,-120 40-31,-40 0 16,41-40-16</inkml:trace>
  <inkml:trace contextRef="#ctx0" brushRef="#br0" timeOffset="79955.3261">11235 11790 0,'-80'40'15,"160"-80"-15,-200 80 16,160-40 0,0 0-16,121-40 31,39 0-16,-159 40-15,-1-40 16,0 40-16,80 0 16,-80 0-1</inkml:trace>
  <inkml:trace contextRef="#ctx0" brushRef="#br0" timeOffset="80285.3061">11837 11951 0,'0'0'0,"-40"0"0,0 40 15,0-40-15,0 0 0,0 40 32,-41 0-32,41-40 15,-40 40 1,40-40 15,40 40-15,40-40-1,0 0 1,40 0-16,161 0 31,-80-40-15,-121 40-1</inkml:trace>
  <inkml:trace contextRef="#ctx0" brushRef="#br0" timeOffset="80515.2423">11837 11991 0,'0'0'0,"-40"0"31,0-40-16,40 80 1,0 0 0,-80 80-1,80-39 1,-40 39 0,0-40-1,80-80 1</inkml:trace>
  <inkml:trace contextRef="#ctx0" brushRef="#br0" timeOffset="81635.2264">13242 12432 0,'-40'0'47,"-1"0"15,82 0 1,-1 0-63,0 0 0,0 0 0,40 0 0,-40 0 15,41 0-15,-1 0 0,0 0 0,-40 40 0,40-40 16,1 0-16,-1 0 0,-40 0 16,0 0-16,40 0 0,-39 0 0,-1 0 15,0 40-15,0-40 16</inkml:trace>
  <inkml:trace contextRef="#ctx0" brushRef="#br0" timeOffset="81945.1324">13844 12191 0,'0'0'0,"-41"-40"32,41 121 30,0-41-46,0 0-16,0 0 0,0 0 0,0 0 0,0 40 15,0-40-15,0 0 16,0 41-16,0-41 0,0 0 0,0 0 0,0 0 16,0 0-16,0 0 15,0 0-15,0 1 0</inkml:trace>
  <inkml:trace contextRef="#ctx0" brushRef="#br0" timeOffset="82545.1052">14927 12312 0,'0'0'16,"-40"0"-16,40 40 15,0 0-15,40-40 16,40 0 0,-40 0-16,1 0 0,39 0 0,-40 0 15,0 0-15,0-40 0,0 40 0,0 0 0,1-40 16,-1 40-16,-40-40 16,40 40-16,-40-40 0,0-1 0,0 1 15,0 0-15,-40 0 16,0 0-16,-1 0 0,-39 40 15,40 0 1,0 0-16,0 40 0,0-40 0,0 40 16,-1-40-16,1 40 0,40 0 15,-40 0-15,40 1 0,-40-41 0,40 40 0,0 0 16,-40 0-16,40 0 0,0 0 0,0 0 0,0 0 16,40 0-1,-40 0-15,80-40 0,-80 41 0,40-1 0,1-40 16,-1 40-16,0 0 15,0-40-15,-40 40 0,40-40 0,0 0 0,0 0 16,0 0 0</inkml:trace>
  <inkml:trace contextRef="#ctx0" brushRef="#br0" timeOffset="82815.1621">15850 11871 0,'-40'-41'16,"0"41"-16,40-40 15,40 40 1,80-40-1,1 40 17,-81 0-32</inkml:trace>
  <inkml:trace contextRef="#ctx0" brushRef="#br0" timeOffset="83215.1346">16331 11670 0,'0'-40'31,"0"0"-15,81 0 0,-41-40-1,0 39 1,-40 1-1,0-40 1,0 120 15,0 0-15,0 0-16,0 1 16,0-1-16,0 0 0,0 0 0,0 0 15,0 0-15,0 0 16,0 0-16,0 0 0,-40 0 0,40 1 0,0-1 15,0 0-15,0 0 0,-40 0 16,0 0-16,40 0 0,-41-40 16,1 40-16,0-40 15,0 0-15,0 0 0,0 0 16,0-40-16</inkml:trace>
  <inkml:trace contextRef="#ctx0" brushRef="#br0" timeOffset="83425.0451">16492 11109 0,'-80'0'0,"160"0"0,-200-41 0,79-39 31,1 80-31,40-40 15,40 80 1,1-40 0</inkml:trace>
  <inkml:trace contextRef="#ctx0" brushRef="#br0" timeOffset="84295.0431">17014 11470 0,'0'-41'15,"0"1"1,0 80 15,0 1-15,0-1-1,0 0-15,0 0 0,0 0 16,0 0 0,-41 0-16,41 0 15,-40-40-15,40 40 0,-40-40 0,0 40 16,80-40 15,-40-40-31,40 0 16,-40 0-16,0 0 0,40 0 0,-40 0 15,41 0-15,-41 0 16,40 0-16,0-1 0,-40 1 0,0 0 0,40 40 16,-40-40-16,0 80 31,0 0-15,0 0-16,0 1 0,0-1 15,0 0-15,0 0 0,40 0 0,-40 0 0,0 0 16,0 0-16,40 0 15,-40 0-15,0 1 0,0-1 0,40 0 16</inkml:trace>
  <inkml:trace contextRef="#ctx0" brushRef="#br0" timeOffset="84495.0361">17094 11550 0,'-40'-40'16,"80"80"-16,-80-120 0,120-1 31,-80 41-31,40 40 0,80-40 16,81 40 0,-121 40-1</inkml:trace>
  <inkml:trace contextRef="#ctx0" brushRef="#br0" timeOffset="84715.045">16733 12232 0,'0'0'15,"-40"40"1,80-40 15,160-40-15,-39-1-1,39 1 1</inkml:trace>
  <inkml:trace contextRef="#ctx0" brushRef="#br0" timeOffset="85075.026">16813 12312 0,'0'0'0,"80"-40"16,-40 40 0,121 0 15,-81 0-16,-80 120 1,-160-40 15,79-40-15,41 0 0,161-80-1,119 0 16,-79 40-15,-81 0 0,-40 0-1</inkml:trace>
  <inkml:trace contextRef="#ctx0" brushRef="#br0" timeOffset="85335.0081">17977 11510 0,'-41'0'0,"82"0"0,-82 40 31,41 40-15,0 120-1,0 1 17,0-81-17,-40-120-15</inkml:trace>
  <inkml:trace contextRef="#ctx0" brushRef="#br0" timeOffset="85654.9896">18378 11710 0,'0'-40'31,"-40"40"-31,0 0 16,0 0 0,-81 80-1,81-40 16,0-40-15,80 0 0,0 81-1,81-41 17,-1 80-17,40-80 1,-79 0-1</inkml:trace>
  <inkml:trace contextRef="#ctx0" brushRef="#br0" timeOffset="89654.7533">21187 11951 0,'0'-40'47,"-40"40"265,80 0-265,-40-40 47,40 40 281</inkml:trace>
  <inkml:trace contextRef="#ctx0" brushRef="#br0" timeOffset="96784.3311">19461 12392 0,'-40'0'0,"0"0"110,0 0-79,0 0-31,0 0 16,0 0-1,-1 0-15,1 0 16,0-40-1,0 40-15,0 0 0,0 0 16,0 0 0,80 0 31,0 0-47,0 0 0,0 0 15,40 0-15,-39 0 16,-1-40-16,0 40 0,40 0 0,-40 0 0,0 0 15,41 0-15,-41-40 16,40 40-16,-40 0 0,0 0 0,0 0 0,0 0 16,1 0-16,-82 0 47,1 0-32,0 0-15,0 0 16,0 0-1,0 0-15,0 0 0,0 0 16,-1 40-16,1-40 16,40 40-16,-40-40 0,0 0 15,0 0 1,120 0 0,-40 0-1,0 0 1,1 0-16,39 0 0,-40 0 0,0-40 0,0 40 15,0 0-15,0 0 0,1 0 16,-1 0-16,0 0 0,0 0 16,-40-40-16,-40 40 31,0 0-31,0 0 0,-1 0 0,1 0 16,0 0-16,0 0 0,0 0 15,0 0-15,0 0 0,0 0 0</inkml:trace>
  <inkml:trace contextRef="#ctx0" brushRef="#br0" timeOffset="100104.1341">20705 12191 0,'40'0'47,"0"0"-16,1 0-31,-1 0 0,0 0 16,0 0-16,0 0 0,0 0 16,0 0-16,0 0 15,1 0 1,-1 0 0,-40-40-16,40 0 0,-40 0 15,0 0 1,0 0-16,0 0 0,-40 40 15,40-40 1,-81 40-16,41 0 0,0 0 16,0 0-16,0 0 0,0 0 0,0 40 0,0-40 15,-1 40-15,1 0 16,0-40-16,40 40 16,0 0-1,0 0-15,0 0 0,0 1 16,40-1-16,-40 0 15,0 0-15,40 40 0,-40-40 0,41 0 0,-41 0 16,0 0-16,40 1 0,-40-1 0,40 0 16,0 0-1,-40 0-15,40-40 0,0 40 0,0-40 16,0 0 0,-40-80-16,41 80 0,-1-40 0</inkml:trace>
  <inkml:trace contextRef="#ctx0" brushRef="#br0" timeOffset="100554.0331">21548 11750 0,'0'0'16,"-40"0"-16,80 0 47,0 0-31,40 0-1,-40-40-15,0 40 16,1 0-16,-1 0 15,0 0-15,0 0 0,0 0 0,0 0 0,0 0 16,1 0-16,-1 0 0,0 0 0,0 0 0,0 0 16</inkml:trace>
  <inkml:trace contextRef="#ctx0" brushRef="#br0" timeOffset="101674.0444">22471 11470 0,'40'0'94,"-40"-41"-94,40 41 0,0 0 15,-40-40 1,40 0-16,0 0 0,-40 0 0,41 0 16,-41 0-16,40 40 0,-40-40 0,0 0 0,40-1 15,-40 1-15,0 0 16,0 0-16,0 80 47,0 0-32,0 0-15,0 1 0,0-1 0,0 0 16,-40 0-16,40 0 0,0 0 0,0 0 0,0 40 16,0-39-16,0-1 15,0 0-15,0 0 0,0 0 0,0 0 16,0 0-16,0 0 16,-40-40-16,40 40 0,-41-40 0,1 40 15,0-40 1,0 0-16,0 0 0,0 0 15,0 0 1,0-40 0</inkml:trace>
  <inkml:trace contextRef="#ctx0" brushRef="#br0" timeOffset="101904.028">22712 10908 0,'0'0'16,"0"-40"0,0 0-16,0 0 15</inkml:trace>
  <inkml:trace contextRef="#ctx0" brushRef="#br0" timeOffset="102384.0004">23073 11109 0,'0'-41'31,"40"41"-31,0 0 16,-40-40-16,80 0 16,-40 40-16,0 0 15,1 0 1,-1 40-1,-40 0 1,0 1-16,-81 79 16,81-80-16,-80 40 31,40-80-31,40 40 0,-40-40 16,40 40-16,80-40 15,-80 41 16,40-41-15,-40 80 0,0-40-16,-40-40 15,0 40-15,-40-40 16,40 0-16,-81 40 16,1-40 15,120-40-31,0 0 0</inkml:trace>
  <inkml:trace contextRef="#ctx0" brushRef="#br0" timeOffset="102853.9074">23795 11189 0,'0'0'15,"-40"0"1,0 40 0,40 0-1,-81 80 1,81-80-16,-80 41 16,80-41-16,0 0 0,-40-40 31,80-40 0,0 0-31,0 0 0,1-1 16,-41 1-16,40 0 0,0 40 0,-40-40 0,40 0 15,-40 0-15,0 0 16,40 0-16,-40 0 0,40 40 16,0 0-1,-40 40 1,40 0-1,-40 0-15,0 0 0,41 0 16,-41 0-16,0 40 0,0-39 0,0-1 0,0 0 16,0 0-16,0 0 0,0 0 15,0 0-15,0 0 0,-41 0 16,41 0 0</inkml:trace>
  <inkml:trace contextRef="#ctx0" brushRef="#br0" timeOffset="103093.9577">23755 11149 0,'-40'-40'0,"40"-1"16,40 41-1,40-40-15,-40 40 0,201-40 16,-161 40-16,41 0 31,-81 40-31,0-40 0,0 0 0,0 40 16</inkml:trace>
  <inkml:trace contextRef="#ctx0" brushRef="#br0" timeOffset="103363.9059">23474 12071 0,'-40'0'15,"80"0"-15,-40 0 31,80 0-31,0 0 16,1 0-16,119-80 16,-160 80-16,1 0 0,79 0 15,0-40 17,-39 40-32</inkml:trace>
  <inkml:trace contextRef="#ctx0" brushRef="#br0" timeOffset="103703.9217">23875 12151 0,'-40'0'0,"80"0"0,-120 0 16,40 0-16,0 0 31,40 40-31,0 1 63,40-41-48,0 0 1,0 0-16,0 0 0,0 0 0,0 0 15,1 0-15,-1 0 0,0 0 16,0 0-16,-40 40 16</inkml:trace>
  <inkml:trace contextRef="#ctx0" brushRef="#br0" timeOffset="104183.8513">23955 12031 0,'0'40'110,"0"0"-110,0 0 0,0 0 15,0 1 1,-40-41-16,40 40 0,0 0 0,0 0 0,0 0 15,0 0-15,0 0 16,0 0-16,0 0 16</inkml:trace>
  <inkml:trace contextRef="#ctx0" brushRef="#br0" timeOffset="104613.7947">24678 11429 0,'0'-40'15,"0"80"32,0 1-47,0-1 16,0 0-16,0 0 15,0 40-15,0-40 0,0 0 16,0 0-16,0 0 0,0 1 16,0-1-16,0 0 0,0 0 0,40-40 15</inkml:trace>
  <inkml:trace contextRef="#ctx0" brushRef="#br0" timeOffset="104973.7767">25239 11429 0,'0'0'15,"-40"-40"1,0 40-1,0 40 1,-80 1 0,-41 39-1,161-40-15,-120 0 32,80-40-32,80 40 31,0-40-31,40 0 15,-40 0-15,-40 40 16,40-40-16,1 0 0,-1 0 0,0 40 0,0-40 16,0 0-16,0 40 0,0-40 0,0 40 15,1-40-15,-1 41 16,0-41-16,-40 40 0</inkml:trace>
  <inkml:trace contextRef="#ctx0" brushRef="#br0" timeOffset="105833.7971">25199 13154 0,'-40'0'0,"80"0"47,0 0 94,1 0-141,-1 0 0,0 0 15,0 0 1,0 0-16,0 0 0,41 0 0,-41 0 0,0 0 16,40 0-16,0 0 0,1 0 15,-1 0-15,0 0 0,-40 0 0,40 0 0,-39 0 16,-1 0-16,0 0 15,0 0-15,0 0 0,0 0 0</inkml:trace>
  <inkml:trace contextRef="#ctx0" brushRef="#br0" timeOffset="107103.7207">26042 12913 0,'0'-40'16,"0"0"-1,0 0 1,0 80 187,0 0 360,40-40-423,-40 40-124,0 0-16,0 1 15,40-41-15,-40 40 0,0 0 0,0 0 16,0 0-16,0 0 0,0 0 16,0 0-16,0 0 15,-40 0-15,40 1 0,-40-1 0,0 0 16,40 0-16,-40 0 16,40 0-16</inkml:trace>
  <inkml:trace contextRef="#ctx0" brushRef="#br0" timeOffset="114713.1953">27446 12232 0,'41'0'531,"-1"0"-515,-40 40-16,40-40 0,0 0 16,0 40-16,0-40 15,0 0 1,0 0-16,1 0 0,-1 0 0,0 0 15,0 0-15,0-40 16,0 0 0,-40-1-1,0 1 1,0 0-16,-40 0 16,40 0-16,-40 40 15,0 0-15,40-40 0,-40 40 0,0 0 16,-1 0-16,1-40 0,0 40 15,0 0-15,0 0 16,0 0-16,40 40 0,-40-40 0,0 40 16,-1-40-16,41 40 0,-40 0 15,0 0-15,40 0 0,0 1 16,0-1-16,0 0 16,40 0-16,0 0 0,1 0 15,-1-40-15,-40 40 0,40 0 16,0-40-16,0 0 0,-40 40 0,40-40 0,0 40 15,0-40-15,-40 41 0,41-41 0,-1 0 0,0 0 16,0 0-16,0 0 16,0 0-16,0 0 0,0 40 15,1-40-15,-1 0 16,0 0-16,0 0 0</inkml:trace>
  <inkml:trace contextRef="#ctx0" brushRef="#br0" timeOffset="115023.2334">28730 11510 0,'0'0'0,"-40"0"31,80 0 0,1 0-31,-1 0 0,0 0 16,0 0-16,0 0 15,0 0-15,0 0 0</inkml:trace>
  <inkml:trace contextRef="#ctx0" brushRef="#br0" timeOffset="115533.1864">29252 11429 0,'40'0'15,"-40"-40"-15,40 40 0,1-40 16,-1 40-16,0 0 16,-40-40-16,40 40 0,-40-40 31,0 0 0,-40 40-31,40-40 16,0 0-1,0 80 64,0 0-48,0 40-31,0-40 0,0 0 15,0 0-15,0 1 0,40-1 0,-40 0 0,0 0 16,0 0-16,0 0 16,0 0-16,0 0 0,0 0 0,0 0 15,0 1 1,0-1-16,-40-40 16,0 0-1,0 0 1,-1 0-16,1 0 15,40-40-15,-40-1 0,0 1 16</inkml:trace>
  <inkml:trace contextRef="#ctx0" brushRef="#br0" timeOffset="115743.2103">29493 10948 0,'-40'0'31,"80"0"-31,-120-40 16</inkml:trace>
  <inkml:trace contextRef="#ctx0" brushRef="#br0" timeOffset="118843.0273">30175 11068 0,'-40'0'31,"80"0"63,0 0-79,-40-40-15,40 40 0,0 0 0,-40-40 16,-40 40 31,40 40-32,0 0 1,40-40 109,1 0-109,-1 0 702,0 0-671,-40-40 1172,0 80-1110,-40-40 173</inkml:trace>
  <inkml:trace contextRef="#ctx0" brushRef="#br0" timeOffset="128702.4437">30175 10868 0,'0'-40'140,"0"80"-62,0 0 16,0 40-94,0-40 16,0 0-16,-40 1 0,40-1 0,-40 0 15,40 0-15,-40-40 0,0 40 16,40 0-16,0 0 0,-41-40 0,41 40 16,0-80 62,41 40-63,-41-40-15,0 0 0,40 40 0,-40-40 16,0 0-16,40 40 0,-40-40 16,40 40-16,-40-40 0,40 40 0,-40-41 0,0 1 15,40 40 1,0-40-16,0 0 16,-40 0-1,41 40 1,-41-40-16,40 40 31,0 0-15,0 40-1,-40 0 1,40 0 0,-40 0-16,40 0 0,-40 1 15,0-1-15,0 0 16,40 0-16,-40 0 15,0 0-15,0 0 0,40-40 16,-40 40 0,41-40 15</inkml:trace>
  <inkml:trace contextRef="#ctx0" brushRef="#br0" timeOffset="128992.4266">30175 10828 0,'0'0'0,"-40"0"15,80 0 17,0 0-32,-40-40 0,80 40 0,-39 0 15,-1 0 1,0 0-16,0 0 0,0 0 0,0 0 16,0 0-1,0 0-15,1 0 0</inkml:trace>
  <inkml:trace contextRef="#ctx0" brushRef="#br0" timeOffset="129272.4101">30978 10748 0,'-41'0'15,"82"0"-15,-82 40 47,82-40-47,-41 40 16,0 0-16,0 0 0,40 0 15,-40 0-15,0 0 16,0 0-16,0 1 0,0-1 0,0 0 16,0 0-16,0 0 15,0 0-15,0 0 16</inkml:trace>
  <inkml:trace contextRef="#ctx0" brushRef="#br0" timeOffset="129752.3823">31459 10868 0,'0'-40'0,"-40"40"31,0 0-15,0 0-16,0 40 15,-1-40-15,1 40 16,0 0-16,0-40 0,0 40 16,0-40-16,0 40 15,0-40-15,40 40 16,40-40 31,-40 41-47,40-41 15,0 0-15,0 40 0,0-40 0,-40 40 16,40-40-16,0 40 16,1-40-16,-41 40 0,40-40 0,0 40 0,0-40 15,0 40-15,0-40 16,0 0-16,0 40 0,1-40 15,-1 0 17,-80 0 30,-1 0-46</inkml:trace>
  <inkml:trace contextRef="#ctx0" brushRef="#br0" timeOffset="132012.2479">12760 14878 0,'40'0'16,"-80"0"31,80 0 93,-40 41-140,40-41 0,1 0 16,-1 0-16,0 0 16,40 0-16,-40 0 0,0 0 0,41 0 0,-41 0 15,40 0-15,-40 0 0,40 0 0,1 0 0,-41 0 16,0 0-16,40 0 15,-40 0-15,0 0 0,0 0 0,1 0 16,-41 40 0,-41-40-1,41 40 1,-40-40-16</inkml:trace>
  <inkml:trace contextRef="#ctx0" brushRef="#br0" timeOffset="132752.2042">14445 14518 0,'-40'0'110,"40"40"62,0 0-157,0 0-15,0 0 16,-40 0-16,40 0 0,0 0 15,0 40-15,-40-39 0,40 39 0,0-40 0,0 0 16,0 0-16,0 0 16,0 0-16,0 0 0,0 1 0,0-1 15,0-80 48</inkml:trace>
  <inkml:trace contextRef="#ctx0" brushRef="#br0" timeOffset="133412.1081">15248 14758 0,'40'0'47,"0"0"-47,41 0 15,-41-40-15,0 40 0,0 0 16,0 0-16,0 0 16,0 0-16,0 0 0,-40-40 15,41 40-15,-1 0 0,-40-40 16,0 0 15,-40 40-15,40-40-1,-41 40-15,1-40 16,0 40-16,0 0 16,0 0-1,0 0 1,40 40-16,-40 0 15,40 0 1,0 0-16,0 0 16,0 0-16,0 0 15,40 0-15,-40 0 0,0 1 16,40-1-16,-40 0 0,0 0 16,0 0-16,40-40 0,-40 40 0,0 0 0,40 0 15,0 0-15,0-40 16,1 0-1,-1 0-15,0 0 0,0-40 0,0 40 16</inkml:trace>
  <inkml:trace contextRef="#ctx0" brushRef="#br0" timeOffset="133722.0717">16412 14357 0,'0'0'0,"-40"0"0,80 0 31,0 0-15,0 0 0,0 0-16,40 0 0,-40-40 0,1 40 31,39 0-31</inkml:trace>
  <inkml:trace contextRef="#ctx0" brushRef="#br0" timeOffset="134172.1186">17094 14157 0,'0'0'16,"0"-41"-1,0 1-15,80 0 31,-40 40-31,-40-40 32,40 40-17,-40 40 48,0 0-48,40 0 1,-40 1-16,0-1 0,0 0 0,0 0 16,0 0-16,0 0 15,0 0-15,0 0 0,0 0 0,0 1 0,0-1 16,0 0-16,-40 0 16,40 0-16,-40 0 0,40 0 0,-40 0 0,40 0 15,-40 0-15,0-40 16,0 0-1,0 0-15,40-40 0,-41 0 16,41 0-16,0 0 16</inkml:trace>
  <inkml:trace contextRef="#ctx0" brushRef="#br0" timeOffset="134422.1059">17214 13796 0,'-80'-40'16,"80"-1"-16,-40 1 15</inkml:trace>
  <inkml:trace contextRef="#ctx0" brushRef="#br0" timeOffset="134932.0168">18017 13916 0,'0'-40'0,"-40"40"47,40 40-32,0 0-15,0 0 0,0 0 16,-41 0-16,41 0 0,0 1 15,0-1-15,0 0 16,0 0-16,0 0 0,41-40 31,-41 40-31,40-40 0,0 0 16,-40 40-16,40-40 16,-40 40-16,0 0 15,0 1-15,-40-41 0,40 40 0,-40-40 16,0 0-16,-1 40 15,1-40-15,-40 0 0,40 40 0,0-40 0,0 0 16,0 0-16,-1 0 0,1 0 16,0 0-16</inkml:trace>
  <inkml:trace contextRef="#ctx0" brushRef="#br0" timeOffset="135422.0464">18579 13956 0,'-121'80'15,"81"-40"-15,40 0 16,0 1-16,0-1 15,0 0-15,0 40 16,0-40 0,0 0-1,0-80 1,0-80 15,0-41-15,80 41-1,-40 120 1,-40-40-16,41 40 31,-41 80-31,40-80 16,-40 40-16,40 0 16,-40 0-16,0 1 0,0-1 0,0 0 0,0 0 15,0 0-15,0 0 0,0 0 0,0 0 16,0 0-16,0 1 15,0-1-15</inkml:trace>
  <inkml:trace contextRef="#ctx0" brushRef="#br0" timeOffset="135661.9575">18579 13996 0,'-81'-40'15,"162"80"-15,-162-120 32,162 80-32,-1-40 15,-40 40-15,80 0 0,-80 0 0,41-40 31,-41 40-31</inkml:trace>
  <inkml:trace contextRef="#ctx0" brushRef="#br0" timeOffset="135992.0127">17936 14959 0,'0'0'16,"41"0"-1,-1 0 16,120-40-15,-39-1 0,79-39-1,-160 80 1,1-40-16,39 40 16,-40 0-16,0 0 0</inkml:trace>
  <inkml:trace contextRef="#ctx0" brushRef="#br0" timeOffset="136341.995">18659 14959 0,'-40'40'15,"80"-80"-15,-120 80 16,39-40-16,1 40 15,-40 40 17,40-40-32,0-40 15,40 40-15,40-40 47,0 0-47,0 0 16,0 0-16,0 0 0,1-40 0,-1 40 0,0 0 15,0-40-15,0 40 0,-40-40 16,40 40-16,0 0 0,0 0 0</inkml:trace>
  <inkml:trace contextRef="#ctx0" brushRef="#br0" timeOffset="136581.9788">18779 14798 0,'-40'0'31,"80"0"-31,-120 0 16,80 40-1,0 81 1,0-81-1,-40 120 1,40-120 0,-40 41-1</inkml:trace>
  <inkml:trace contextRef="#ctx0" brushRef="#br0" timeOffset="136891.9589">19140 14357 0,'0'-40'0,"0"80"0,0-160 16,40 120-16,1 0 31,-1 40-31,-40 80 31,0-80-31,0 41 0,-40-41 0,-1 80 32,1 40-17,0-160-15</inkml:trace>
  <inkml:trace contextRef="#ctx0" brushRef="#br0" timeOffset="137311.8774">19622 14237 0,'-80'0'0,"-1"40"47,41 0-47,0 0 16,0 0-1,0-40-15,40 40 0,-40-40 0,0 0 0,40 40 16,-41-40 0,1 0-16,80 0 78,1 0-78,-1 41 15,0-41-15,-40 40 16,40-40-16,-40 40 0,40-40 0,0 0 16,0 0-1,-40 40-15,40-40 0,1 0 16,-1 0 15,0-40-31,0 40 16,0 0-1</inkml:trace>
  <inkml:trace contextRef="#ctx0" brushRef="#br0" timeOffset="137841.9056">20505 15079 0,'-41'0'16,"41"40"-16,-40-40 16,40 40-16,-40-40 0,80 0 31,0 0-16,-40 40-15,41-40 0,-1 0 16,0 0 0,0 0-16,0 0 0,0 0 0,0 0 15,0-40-15,41 40 0,-41 0 16,0-40-16,40 40 0,-40 0 0,0 0 0,1-40 16,-1 40-16,0 0 15,0 0-15,-40-40 0,0 80 47,-40-40-16,0 0-15,0 0 0</inkml:trace>
  <inkml:trace contextRef="#ctx0" brushRef="#br0" timeOffset="138711.7959">20906 14638 0,'40'0'47,"0"0"-16,-40 40-15,0 0-16,0 0 15,0 0-15,0 0 0,0 0 0,0 1 16,0-1-16,0 0 0,0 40 15,-40-40-15,40 0 0,0 0 0,-40 0 0,40 1 16,0-1-16,0 0 16,0 0-16,0 0 0,0 0 15,0 0 1</inkml:trace>
  <inkml:trace contextRef="#ctx0" brushRef="#br0" timeOffset="140101.7133">21909 15079 0,'0'40'16,"40"-40"31,-40 40-32,40-40-15,0 0 0,1 0 16,-1 0 0,0 0-16,0 0 15,0 0-15,-40-40 0,0 0 16,40 0-16,-40 0 15,0 0-15,0 0 0,0-1 16,0 1 0,-40 40-16,40-40 0,-40 40 15,0 0 1,0 0-16,0 0 0,-1 40 0,1 41 16,0-81-16,40 40 15,-40-40-15,40 40 0,-40 0 0,40 0 0,0 0 16,0 0-16,0 0 0,0 0 15,0 1 1,40-41-16,-40 40 0,40-40 0,-40 40 0,40-40 16,0 40-16,1-40 15,-41 40-15,40-40 0,0 0 0,0 0 16,0 0 0,0 0-16,-40-40 0,40 40 0</inkml:trace>
  <inkml:trace contextRef="#ctx0" brushRef="#br0" timeOffset="140411.6939">22591 14598 0,'0'0'16,"-40"0"-1,80 0 17,-40-40-32,40 40 0,41 0 15,-41-40-15,0 40 16,0 0-1,0 0-15,0 0 0,0 0 16</inkml:trace>
  <inkml:trace contextRef="#ctx0" brushRef="#br0" timeOffset="140941.6477">23113 14317 0,'0'0'0,"40"0"31,0 0-16,0 0 1,-40-40-16,40 40 16,-40-40-16,0 0 15,0 0 1,0-1-16,0 1 16,0 80 46,0 1-46,0-1-16,0 0 15,0 0-15,0 0 0,0 0 0,0 0 16,0 0-16,0 0 0,0 1 16,0-1-16,0 0 0,0 0 0,0 0 15,-40 0-15,40 0 0,-40-40 16,40 40-16,-40-40 15,0 0-15,0 0 16,0 0 0,40-40-16,-41 40 0,41-40 0,-40 40 0</inkml:trace>
  <inkml:trace contextRef="#ctx0" brushRef="#br0" timeOffset="141131.7092">23233 13916 0,'0'0'16,"0"-40"0,-40 40-16</inkml:trace>
  <inkml:trace contextRef="#ctx0" brushRef="#br0" timeOffset="141681.6781">23755 13956 0,'0'0'0,"40"-40"46,0 40-46,0 0 0,0 0 16,0 0-16,1 0 16,-1 0-16,-40 40 15,40-40-15,-40 40 16,0 0-16,0 0 16,0 0-1,-40-40-15,40 41 0,-40-1 0,40 0 16,0 0-1,40-40 17,-40 40-17,40-40-15,0 40 0,-40 0 32,0 0-32,-40 0 15,-40 1-15,39-41 0,1 40 0,0-40 16,0 0-16,0 40 0,0-40 15,0 0-15,0 0 0,-1 0 0,1 0 0,0 0 16,0 0 0,40-40-16,0 0 0</inkml:trace>
  <inkml:trace contextRef="#ctx0" brushRef="#br0" timeOffset="142111.6026">24557 13996 0,'0'0'0,"-40"40"16,0-40-16,0 121 16,0-81-16,40 40 15,0-40-15,-40 0 31,40 0-31,0-80 32,40 0-17,0 0 1,-40 0-16,40 0 0,-40 0 0,40 40 16,0-41-16,-40 1 0,40 40 15,-40-40 1,41 120 15,-41-39-31,40-41 0,-40 40 0,40-40 16,-40 40-16,40 0 0,-40 0 15,0 0-15,0 0 0,40-40 16,-40 40-16,0 0 16</inkml:trace>
  <inkml:trace contextRef="#ctx0" brushRef="#br0" timeOffset="142341.6373">24477 14157 0,'0'0'0,"0"-41"15,0 1 1,161-40-1,-121 80-15,80-40 16,-80 40-16,81 0 16,-81 0-16,0 0 15</inkml:trace>
  <inkml:trace contextRef="#ctx0" brushRef="#br0" timeOffset="142591.6225">23675 14919 0,'0'0'16,"-41"0"-16,41 40 0,41-40 15,39 0 1,120 0-1,81-40 1,-40-81 15,-161 121-31,-80-40 0,81 40 16</inkml:trace>
  <inkml:trace contextRef="#ctx0" brushRef="#br0" timeOffset="142961.5533">24156 15159 0,'0'-40'0,"40"0"16,0 0-16,81 0 31,-1 40-16,-80 0 1,0 0-16,-40 80 31,0-40-31,-40 0 0,0 0 16,0 0 0,0 1-1,80-41-15,0-41 31,121-39-15,-121 80-16,80-80 16,-80 40-16,0 40 15,0-80 1</inkml:trace>
  <inkml:trace contextRef="#ctx0" brushRef="#br0" timeOffset="143291.5237">25561 14157 0,'-41'-41'32,"41"82"-1,0 39-31,0-40 0,0 0 16,0 0-16,0 0 0,41 0 0,-41 0 0,0 1 15,0-1-15,0 0 16,0 0-16,0 0 0,0 0 0,0 0 15,0 0-15,0 0 16</inkml:trace>
  <inkml:trace contextRef="#ctx0" brushRef="#br0" timeOffset="143671.5592">26243 14237 0,'-40'0'16,"-41"0"-16,41 0 16,0 0-16,0 40 15,0 0-15,-81 0 16,41 0 0,40 0-16,-80 0 15,80-40-15,-1 0 16,82 0 15,39 0-31,-40 0 16,0 0-16,121 41 15,-121-41-15,0 40 0,80 0 32,-80 0-32,81 0 15,-121 0-15,40-40 0,0 0 0,-40 40 16,40-40-1</inkml:trace>
  <inkml:trace contextRef="#ctx0" brushRef="#br0" timeOffset="144501.51">26564 15119 0,'-40'0'16,"40"40"46,40-40-62,0 0 16,-40 40-1,40-40-15,0 0 0,0 0 0,0 0 16,0 0-16,1 0 16,-1 0-16,0 0 0,0 0 0,0 0 0,40 0 15,-40 0-15,1 0 0,-1 0 0,0 0 16,0 0-16,0 0 15,0 0-15,0 0 16</inkml:trace>
  <inkml:trace contextRef="#ctx0" brushRef="#br0" timeOffset="146141.3368">28490 14919 0,'0'40'0,"40"-40"32,0 0-32,40 0 15,-40 0-15,0 0 0,1 0 16,-1 0-1,0 0-15,0 0 32,-40-40-32,0-1 15,0 1 1,-40 0-16,0 0 16,0 40-16,40-40 0,-41 40 0,1 0 15,0 0 1,0 0-16,40 80 0,-40-80 0,40 40 15,-40-40-15,40 40 16,0 1-16,0-1 0,-40-40 0,40 40 0,0 0 16,0 0-16,0 0 0,0 0 15,0 0-15,40-40 0,-40 40 0,40 1 0,-40-1 16,40-40-16,-40 40 16,40 0-16,0-40 0,-40 40 0,40-40 0,1 0 15,-1 0-15,0 0 16,0 0-16,0 0 15</inkml:trace>
  <inkml:trace contextRef="#ctx0" brushRef="#br0" timeOffset="146721.3028">29332 14357 0,'0'0'0,"-40"0"15,80 0 17,1-40-32,-1 40 0,80-80 31,-80 40-31,0 40 0,0-81 16,1 41-16,-41-40 0,0 40 0,40 0 31,-40 0-16,-40 40 17,40 40-32,0 0 15,-41 0-15,41 0 0,0 0 16,0 0 0,0 1-16,0-1 0,0 0 0,0 0 0,0 0 15,0 0-15,0 0 0,0 0 0,0 0 0,0 1 16,0-1-16,0 0 15,0 0-15,-40 0 0,0 0 16,40 0-16,-80 0 0,40-40 16,0 40-16,0-40 0,-1 0 0,1 40 0,0-40 15,0 0-15,0 0 16,0 0-16,40-40 0,-40 40 0</inkml:trace>
  <inkml:trace contextRef="#ctx0" brushRef="#br0" timeOffset="146921.3663">29694 13595 0,'0'-40'0,"0"80"0,-41-80 0,1-80 31,40 80-31</inkml:trace>
  <inkml:trace contextRef="#ctx0" brushRef="#br0" timeOffset="147601.3263">30095 13916 0,'0'40'0,"0"-80"31,40 0-15,0 40-1,0 0-15,0 0 0,0-40 0,1 40 16,-1 0 0,0 0-16,0-40 0,0 40 15,-40 40 32,0 0-31,-40-40-16,40 40 0,0 0 0,0 0 0,-40 0 15,40 0-15,0 0 16,-40 1-16,40-1 0,-40 0 0,40 0 0,-41 0 16,41 0-16,-40 40 0,40-40 15,0 1-15,-40-1 0,40 0 16,0 0-16,0 0 16,40-40-16</inkml:trace>
  <inkml:trace contextRef="#ctx0" brushRef="#br0" timeOffset="147811.2566">30095 14197 0,'0'0'0,"40"0"31,0 0-31,40-40 15,-40 40-15,121 0 16,-121 0-16,0 0 0,0 0 16</inkml:trace>
  <inkml:trace contextRef="#ctx0" brushRef="#br0" timeOffset="148191.2918">30937 13996 0,'-40'40'31,"0"-40"-31,40 40 0,-40-40 16,40 40 0,-40 81-1,0-81 1,40 0 0,0-80 15,40 40-31,-40-40 0,40 0 15,0 40-15,0-81 16,41-39 15,-81 80-15,40 40 0,-40 40-1,0 40 1,40-40-16,-40 1 15,0-1-15,0 0 0,40 80 32,0-120-32,-40 40 0</inkml:trace>
  <inkml:trace contextRef="#ctx0" brushRef="#br0" timeOffset="148411.2786">30777 13996 0,'0'0'15,"-40"0"-15,40-40 0,0 0 16,40 0 0,0 0-16,0 40 0,161 0 15,-121 0-15,-40 0 0,81 0 31,-41 40-31</inkml:trace>
  <inkml:trace contextRef="#ctx0" brushRef="#br0" timeOffset="148671.2635">30295 14919 0,'0'0'15,"81"0"17,-1 0-32,121-81 15,-121 81-15,-40 0 0,40 0 0,81-80 31,-81 80-31,-80-40 0,80 40 32,-40 0-32</inkml:trace>
  <inkml:trace contextRef="#ctx0" brushRef="#br0" timeOffset="148971.2474">30897 14999 0,'-120'40'31,"80"0"-31,0 0 16,0 0 0,40 0-1,80-40 16,40 0-15,-80 0-16,41 0 16,-41 0-16,0 0 0,0 0 31,0 0-31,0 0 16,0-40-16</inkml:trace>
  <inkml:trace contextRef="#ctx0" brushRef="#br0" timeOffset="149211.1737">31098 14959 0,'-40'0'32,"0"0"-32,40 40 15,0 0 1,0 0-16,0 0 15,0 0-15,0 0 0,0 0 16,0 1 0,-40-1-16,40 0 15,-41-40 1</inkml:trace>
  <inkml:trace contextRef="#ctx0" brushRef="#br0" timeOffset="149541.2123">31981 13996 0,'0'40'47,"-40"-40"-47,40 40 0,0 0 0,0 1 16,0-1-16,0 0 0,0 0 0,0 0 15,0 0-15,0 0 16,0 0-16,0 0 0,0 1 0,0-1 15,0 0-15,0 0 0,0 0 16,-41-40-16</inkml:trace>
  <inkml:trace contextRef="#ctx0" brushRef="#br0" timeOffset="149811.1382">32462 14277 0,'0'0'0,"-40"0"16,-40 0 0,40 0-16,-121 40 15,121 0-15,0-40 16,0 0-16,40 40 16,0 0-16,40 0 31,-40 1-31,241-1 15,-201 0-15,40-40 0,121 40 16,-121-40-16,81 80 16</inkml:trace>
  <inkml:trace contextRef="#ctx0" brushRef="#br0" timeOffset="155510.785">3692 16202 0,'-40'0'16,"40"40"31,0 0-47,0 0 15,0 0-15,0 0 0,40 1 16,-40-1-16,0 0 0,40 0 0,-40 0 0,0 40 16,40-40-16,-40 41 0,0-1 0,0-40 0,0 40 15,0-40-15,0 40 16,0-40-16,0 41 0,0-41 0,0 0 0</inkml:trace>
  <inkml:trace contextRef="#ctx0" brushRef="#br0" timeOffset="155950.8323">4574 16282 0,'-40'40'32,"-40"0"-32,-40 41 15,80-81-15,-201 200 16,201-160-16,-121 161 16,1-41 15,79-120-16,41-160 1,40 40 15,40 40-15,1 40 0,79 40-1,81 120 16,-161-120-31,160 81 16,-160-81-16,81 40 16,-81-80-16</inkml:trace>
  <inkml:trace contextRef="#ctx0" brushRef="#br0" timeOffset="156150.7643">4895 16844 0,'0'-40'15,"0"-1"1,81 1-16,-1 0 0,-40 0 16,0 40-16,0-40 0,0 40 15,1-40-15,-1 40 0,0 0 0,0 0 0,0 0 16,0 0-16,0 0 15,0 0-15</inkml:trace>
  <inkml:trace contextRef="#ctx0" brushRef="#br0" timeOffset="156350.8109">4936 17245 0,'0'40'15,"0"-80"-15,40 80 16,-40-80-16,240 0 31,-199-1-31,119 41 0,-120 0 0,40-40 16,121-40-16</inkml:trace>
  <inkml:trace contextRef="#ctx0" brushRef="#br0" timeOffset="156730.7863">6300 16322 0,'-40'0'16,"0"40"-1,-1-40-15,-39 81 16,40-41-16,0 0 0,40 0 15,0 0 1,-40 120 0,200-39-1,81-81 1,-201-40-16,121-80 31,-81-41-31,-40 81 16,-40-80-1,-40 80-15,-121-121 32,41 81-17,120 120 17</inkml:trace>
  <inkml:trace contextRef="#ctx0" brushRef="#br0" timeOffset="156930.7756">7223 16683 0,'0'40'16,"0"-80"-16,0 120 15,0-39-15,0-1 16,-40 40-1,-81 160 1,81-159-16,-40 79 16,40-120-16</inkml:trace>
  <inkml:trace contextRef="#ctx0" brushRef="#br0" timeOffset="157780.6617">8226 16162 0,'-40'0'16,"0"0"-1,40 80 17,0-40-32,0 0 0,0 0 0,0 41 15,0-41-15,0 0 0,0 40 16,0 0-16,-40 0 0,40-39 0,0 39 0,0 0 15,-41 0-15,41-40 16,0 40-16,0-39 0</inkml:trace>
  <inkml:trace contextRef="#ctx0" brushRef="#br0" timeOffset="157990.7134">8988 17044 0,'0'40'32,"-40"-40"-32,40 40 0,-40-40 15,40 40-15,-40 1 0,0-41 16,0 40-16,0 0 0,-1-40 0,-39 40 0,40 0 16,0-40-16,-40 40 0,40-40 0,-1 0 15</inkml:trace>
  <inkml:trace contextRef="#ctx0" brushRef="#br0" timeOffset="158380.6929">9831 16402 0,'40'-40'16,"-80"80"-16,120-160 31,-40 120-31,41 40 16,-1 161-1,-120 80 1,-121-41 15,161-200-15,161-40-1,-121-40-15,201 0 16,-1 40 15,-159 0-31</inkml:trace>
  <inkml:trace contextRef="#ctx0" brushRef="#br0" timeOffset="158560.6211">11235 17044 0,'-40'40'16,"80"-80"-16,-120 80 15,80 0 1,-40 0-1,40 1-15,-40-41 16,40 40-16,-40 0 0,0 0 0,40 0 0,-40 0 16,-1 0-1</inkml:trace>
  <inkml:trace contextRef="#ctx0" brushRef="#br0" timeOffset="159040.6509">12078 16443 0,'0'-41'16,"0"82"-16,40-82 0,-40 1 16,201 40-1,-121 40 1,-40 81 15,-40-81-31,0 80 16,0 1-1,40-41 17,81 0-17,-81-40 1,-201 80 0,-79 1 15,79-41-16,121-80 1</inkml:trace>
  <inkml:trace contextRef="#ctx0" brushRef="#br0" timeOffset="159230.64">12921 17205 0,'0'0'15,"-40"40"17,-1 0-32,1 0 15,-40 80 1,40-80 0</inkml:trace>
  <inkml:trace contextRef="#ctx0" brushRef="#br0" timeOffset="159520.6213">13844 16643 0,'0'0'16,"-81"0"-1,-79 40 1,39 81 0,121-41-1,81 40 1,-1-120 0,161 40-1,-1-80 1,-159 0-1</inkml:trace>
  <inkml:trace contextRef="#ctx0" brushRef="#br0" timeOffset="159730.5333">13964 16683 0,'-40'0'0,"40"40"31,0 0-15,0 41 0,0-41-16,0 0 0,0 0 0,0 0 0,0 40 15,0-40-15,0 0 16,0 1-16,0-1 0,0 0 0,0 0 0,0 0 16,0 0-16,0 0 0,40-40 0</inkml:trace>
  <inkml:trace contextRef="#ctx0" brushRef="#br0" timeOffset="159910.5239">14486 17245 0,'-81'40'16,"81"0"-16,-40-40 0,-40 160 31,40-120-31,-81 41 31</inkml:trace>
  <inkml:trace contextRef="#ctx0" brushRef="#br0" timeOffset="160160.5199">15409 16563 0,'0'0'0,"-41"0"0,1 0 31,40 40-31,81 0 16,-81 0-16,40 0 0,0 0 0,0 1 0,-40-1 16,40 0-16,0 40 0,-40-40 15,0 0-15,0 0 0,0 0 0,0 0 0,0 1 16,-40-1-16,40 0 15,-80-40-15,40 40 0,0-40 0,-1 40 0,1-40 16</inkml:trace>
  <inkml:trace contextRef="#ctx0" brushRef="#br0" timeOffset="160300.5757">15689 16523 0,'201'-241'46,"-402"482"-46,482-522 16,-241 281-16,121 0 16</inkml:trace>
  <inkml:trace contextRef="#ctx0" brushRef="#br0" timeOffset="160490.5671">16572 16884 0,'0'40'0,"-40"-40"0,0 80 32,0 80-17,-40 1 1,39-121 0,1 0-16</inkml:trace>
  <inkml:trace contextRef="#ctx0" brushRef="#br0" timeOffset="160890.5424">18137 16362 0,'-40'-40'16,"80"80"-16,-160-80 15,80 40-15,-81 161 16,81-41 0,40 0-16,40 121 31,81-161-31,79-40 31,-160-40-31,41-40 16,-121-40-1,-201 40 1,0 40 15,201 120-15,80-80-16</inkml:trace>
  <inkml:trace contextRef="#ctx0" brushRef="#br0" timeOffset="161080.4533">18659 17205 0,'-40'0'15,"80"0"-15,-80 40 16,40 0-16,-40 0 15,-161 40 1,81 40 15,79-120-31</inkml:trace>
  <inkml:trace contextRef="#ctx0" brushRef="#br0" timeOffset="161530.5055">19782 16483 0,'-40'0'16,"80"0"-16,-120 0 0,80-81 15,40 41 1,121 40 0,160 0-1,-81 0 16,-199 0-31,-1 0 16,-80 40 0,-1 1-16,41-1 15,-40-40-15,0 40 0,0 0 16,40 0-16,-40 0 0,40 40 0,-40-40 0,40 41 16,0-41-16,-40 40 0,40-40 0,0 40 0,0-40 15,0 0-15,0 1 16,0-1-16,0 0 0,0 0 0,0 0 0,40-40 15,-40 40-15</inkml:trace>
  <inkml:trace contextRef="#ctx0" brushRef="#br0" timeOffset="161690.4589">19943 17285 0,'-40'-40'16,"80"80"-16,-80-120 0,40 39 15,240-79 1,-39 80 0,240-120-16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1T07:31:06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12479 882 0,'-40'0'94,"40"40"-78,-40-40-16,0 40 0,0-40 0,0 40 15,0 0-15,-1-40 16,41 40-16,-40-40 0,40 40 0,-40-40 0,0 40 16,0-40-1,40 41-15,40-1 47,0-40-31,0 40-16,0 0 15,1-40-15,-41 40 0,40 0 0,0-40 0,-40 40 16,40-40-16,-40 40 0,0 0 16,40-40-16,0 41 0,-40-1 0,40 0 15,-40 0 1,0 0-16,-80-40 16,80 40-16,-40-40 0,-40 40 15,40-40-15,-1 0 0,1 0 0,0 0 16,0 0-16,0 0 0,0 0 0,0 0 0,0-40 15,-1 40 1,82-40 15,-1 40-31</inkml:trace>
  <inkml:trace contextRef="#ctx0" brushRef="#br0" timeOffset="579.949">12961 1363 0,'0'0'0,"0"40"31,0 0-31,0 40 31,80 1-15,40-1 0,1-40 15,-81-40-31,40-80 15,-40 0 1,-40-1 0,0 41-1,-40 40 32,40 40-47,0 0 16,-40-40-16,40 41 0,0-1 0,0 0 15,0 0 1,-40 0-16,40 0 0,0 0 0,0 0 0,0 0 16,0 0-16,-40 1 0,40 39 15,0-40-15,-40 0 0,40 0 0,0 0 0,-40 0 16,40 0-16,-41-40 16,41 41-16,-40-1 0,40 0 0,-40-40 0,40 40 15,-40-40-15,0 40 0,40 0 16,-40-40-16,0 0 15</inkml:trace>
  <inkml:trace contextRef="#ctx0" brushRef="#br0" timeOffset="1010.0008">14205 1363 0,'-40'0'0,"-1"40"15,1-40 1,0 120-1,0 1 1,0-1 0,80 0 15,80 1-15,-120-81-1,41 40 1,-242 0-1,-40 0 1,121-80 15,80-120-31</inkml:trace>
  <inkml:trace contextRef="#ctx0" brushRef="#br0" timeOffset="1459.9741">14927 962 0,'0'0'16,"40"-40"-16,-80 40 62,40 40-46,0 0-16,0 0 0,-40 0 15,40 0-15,0 41 16,0-41-16,0 40 0,-40-40 0,40 0 0,0 40 16,0-40-16,0 41 0,0-41 15,0 0-15,0 0 0,80 0 0,-80 0 0,0 0 16,0 0-16,0 0 0,0 1 0,0-1 15,0 0 1</inkml:trace>
  <inkml:trace contextRef="#ctx0" brushRef="#br0" timeOffset="1969.9444">14847 1644 0,'0'0'0,"-40"0"16,80 0 15,0 0-31,0 0 16,0 0-16,0 0 0,0 0 15,1 0-15,-1 0 16,0 0-16,0 0 0,0 0 0,0 0 0,0 0 16,0 0-16,1-40 15,-1 40-15,0-40 0,0 40 0,0 0 0,0 0 16,-40-41-16,40 41 0,0-40 16,-40 0-16,0 0 31,-40 40-31,40-40 0,-40 40 15,0 0-15,0-40 16,0 40 0,0 0-16,40 80 0,-40-40 0,40 0 15,-41-40-15,41 40 16,0 1-16,-40-41 0,40 40 0,0 0 0,0 0 16,0 0-1,40 0-15,-40 0 0,41-40 16,-1 40-16,0-40 0,0 0 0,0 0 15,0 0 1,0 0-16,-40-40 0,40 40 0</inkml:trace>
  <inkml:trace contextRef="#ctx0" brushRef="#br0" timeOffset="2749.8999">16051 1323 0,'0'0'15,"0"40"32,0 0-31,40-40-16,-40 40 0,0 0 0,40-40 0,-40 40 16,0 1-16,0-1 15,0 0-15,0 0 0,40 0 0,-40 0 16,0 0-16,-40 0 15,40-80 17,40 40-32,-40-40 15,40-40-15,0 40 0,0 0 16,-40 0-16,40 40 0,-40-41 16,41 1-16,-1 40 0,0-40 15,0 40 1,-40 40-16,40-40 0,-40 40 15,40 1-15,-40-1 0,40-40 16,-40 40-16,0 0 0,0 0 16,0 0-16,0 0 15,0-80 17,0 0-17,40 0-15,-40 0 0,41 0 0,-41 0 16,40-1-16,0 1 0,-40 0 0,40 40 15,-40-40-15,40 40 16,-40-40-16,40 40 0,0 0 16,0 40-1,-40 0-15,41 0 16,-41 0 0,0 1-16,40-41 0,-40 40 0,0 0 15,40 0-15,0 0 16,-40 0-16,40-40 0,-40 40 0,40-40 0,-40 40 15,40-40-15,-40 40 0,40-40 0,1 0 16,-1 0 0,-40-40-16,40 40 15,-40-40-15,40 40 16,-40-40-16,0 0 16,40 0-1,-40 0 63</inkml:trace>
  <inkml:trace contextRef="#ctx0" brushRef="#br0" timeOffset="7059.6554">11075 721 0,'0'0'0,"0"40"0,0-80 47,40 40-32,-40 40 17,40-40-32,-40 81 0,0-41 0,0 0 15,0 0-15,0 0 16,0 0-16,0 40 0,0-40 0,0 41 0,0-1 16,-40 0-16,40 0 0,0 1 15,-40 39-15,40-40 0,-40 0 0,40 0 0,-40 41 16,0-41-16,40 0 0,-41 0 0,41-39 0,-40 39 15,40 0-15,-40-40 16,40 40-16,0-40 0,-40 41 0,40-41 0,0 0 16,-40 40-16,40-40 0,0 40 15,0-40-15,0 1 0,0-1 0,0 0 0,0 40 16,0-40-16,0 0 16,0 0-16,0 0 0,0 0 0,0 1 15,40-41 1,-40 40-16,0-80 47,40 40-47,0-41 15,41 1-15,-41 40 16,0 0-16,0 0 0,0 0 0,0 0 16,0 0-16,0 0 15,41 0-15,-1 0 0,0 0 0,0 0 0,41 0 16,-41 40-16,40-40 0,-39 0 0,39 0 0,0 0 15,1 0-15,-1 0 0,1 0 16,39 0-16,-40 0 0,1 0 0,39 0 0,-39 0 16,-1 0-16,0 0 15,1 0-15,-1 0 0,1 0 0,-1 0 0,0 0 16,1 0-16,-41-40 0,40 40 16,1 0-16,-41 0 0,40 0 0,-39 0 0,39-40 15,-40 40-15,41 0 16,-41-40-16,40 40 0,-39 0 0,39-40 0,-40 40 15,41 0-15,-41 0 0,0-40 0,40 40 0,-39 0 16,-1 0-16,0 0 0,0 0 16,1 0-16,-1 0 0,0 0 0,0 0 0,-39 0 15,39 0-15,0 0 16,0 0-16,-40 0 0,41 0 0,-1 0 0,-40 0 16,40 0-16,-40 40 0,1-40 15,39 0-15,-40 0 0,0 0 0,0 0 0,0 0 16,0 0-16,1 0 0,-1 0 15,0 0-15,0 0 16,0-40-16,0 40 0,0 0 0,0 0 0,41 0 16,-41-40-16,40 40 0,-40-40 15,41 40-15,-41 0 0,0-40 0,0 40 0,0-40 16,0 40 0,-40-41-16,40 1 15,-40 0-15,0 0 16,0 0-16,0 0 15,40 40-15,-40-40 0,41 0 16,-41 0 0,0-1-16,0 1 0,0 0 0,0 0 15,0 0-15,0 0 16,0 0-16,40 40 0,-40-40 0,0 0 0,0 0 16,0-1-16,0-39 15,0 40-15,0 0 0,0 0 0,40-40 0,-40 40 16,0-1-16,0-39 0,0 40 0,0 0 0,0 0 15,0 0-15,0 0 0,0 0 16,0 0-16,0-1 0,0 1 0,0 0 16,0 0-1,0 0-15,0 0 0,0 0 0,0 0 0,0 0 16,40-1-16,-40 1 16,0 0-16,0 0 0,0 0 0,0 0 15,0 0-15,0 0 16,0 0-16,0 0 0,0-1 0,40 41 15,-40-40-15,0 0 0,0 0 0,0 0 16,0 0 0,0 0-16,0 0 47,-40 40-32,0 0 1,0-40-1,0 40 1,-1-41-16,1 41 16,0 0-16,0 0 15,0 0-15,0 0 0,0 0 16,0 0-16,-1 0 16,1 0-16,0 0 0,0 0 15,0 0-15,0 0 16,0 0-16,-1 0 15,1 0-15,0 0 0,0 0 16,0 0 0,0 0-16,0 0 0,0 0 15,-1 0-15,1 0 16,0 0-16,0 0 0,0 0 16,0 0-1,0 0-15,0-40 0,-1 40 16,1 0-1,0 0-15,0 0 16,0 0-16,0 0 0,0 0 16,0 0-1,-1 0-15,1 0 0,0 0 0,0 0 16,0 40-16,0-40 16,0 0-16,0 0 0,-1 0 15,1 0 1,0 0-16,-40 0 0,40 0 15,0 0-15,0 0 0,-1 0 0,1 0 16,0 0-16,0 0 16,0 0-16,0 0 0,0 0 15,0 0 1,-1 0-16,1 0 16,0 0-16,0 0 15,0 0-15,0 0 0,0 0 16,0 0-16,-1 0 0,1 0 0,0 0 15,40 41-15,-40-41 16,0 0-16,0 0 0,0 0 0,0 0 0,-1 0 16,1 0-16,0 0 0,0 40 15,0-40-15,0 0 0,0 0 0,0 0 16,-1 0 0,1 0-16,0 0 0,0 0 15,0 0-15,0 0 16,40 40-16,-40-40 0,0 0 0,-1 0 0,1 0 15,0 0-15,0 0 0,0 0 0,0 0 16,0 0-16,-1 0 16,1 0-16,-40 0 0,40 0 0,0 0 0,0 0 15,0 40-15,-1-40 0,1 0 16,0 0-16,0 0 0,0 0 0,0 0 16,0 0-1,0-40-15,-1 40 16,1 0-16,40-40 0,-40 40 15,0 0-15,0 0 16,0 0-16,0 0 0,0 0 16,-1 0-16,1 0 15,0 0-15,0 0 0,0 0 0,0 40 0,0-40 16,0 0-16,-1 0 0,1 40 16,0-40-16,0 0 0,0 0 0,0 0 15,0 0 1,0 0-16,-1 0 15,1 0 1,0 0 0,0 0-16,0 0 0,0 40 15,0-40-15,0 0 16,-1 0-16,1 0 0,0 0 0,0 0 16,0 0-1,40 40-15,-40-40 0,0 0 0,0 0 16,-1 0-16,1 0 0,0 0 0,0 0 15,0 0 1,0 0-16,0 0 0,0 0 16,-1 0-16,1 0 0,0 0 15,0 0-15,0 40 0,0-40 0,0 0 0,0 0 16,-1 0-16,1 0 16,0 0-16,0 40 0,0-40 0,0 0 15,0 0 1</inkml:trace>
  <inkml:trace contextRef="#ctx0" brushRef="#br0" timeOffset="7969.5441">8667 2005 0,'0'40'16,"40"-40"77,1 0-77,-1 0-16,0 0 16,0 0-16,0 0 0,0 0 0,0 0 0,0-40 15,41 40-15,-41 0 16,0-40-16,0 40 0,40-41 0,-40 41 0,1 0 15,-1 0-15,40 0 0,-40 0 0,0-40 0,0 40 16,0 0-16,1 0 0,-1 0 16,0 0-16,40 0 0,-40 0 0,0 0 0,0 0 15,1 0-15,-1 0 16,0 40-16,0-40 0,0 0 0,0 0 0,0 0 16,0 0-16,1 0 15,-1 0-15,0 0 0,0-40 0,0 40 16,0 0-16,-40-40 0,40 40 0,0 0 0,1 0 15,-1-40-15,0 0 16,0 40-16</inkml:trace>
  <inkml:trace contextRef="#ctx0" brushRef="#br0" timeOffset="8389.5016">10232 1604 0,'-40'40'15,"0"-40"1,80 0 15,0 0-31,0 0 16,0 40-16,1-40 15,-1 0-15,0 0 0,0 0 0,0 0 0,0 0 16,0 0-16,0 0 0,-40 40 16,41-40-16,-1 0 0,-40 40 0,40-40 0,0 40 31,-40 0-31,0 0 15,-80-40-15,80 40 0,-40-40 16,-1 41-16,1-41 0,0 40 16,0 0-16,0-40 0,0 40 0,0-40 0,0 40 15,-1 0-15,1-40 16,0 40-16,0 0 0</inkml:trace>
  <inkml:trace contextRef="#ctx0" brushRef="#br0" timeOffset="9639.4493">4374 2245 0,'40'-40'16,"0"40"-16,40-40 15,-40 40-15,1-40 16,-1 40-16,80 0 16,-80 0-16,40 40 31,-80 0-31,41-40 0,-1 121 31,-40-81-31,0 0 0,0 80 16,0-80-16,0 40 0,-40-80 0,40 40 15,-41 1-15,-79 39 16,40-40-16,40-40 31,40-40-15,0 0 0,120-81-1,81-39 1,80 40-1,-41-41 17,-79 41-17,-121 80 1,0 0 0,-120 0-1,40-1-15,-41 41 16,41 0-16,0 0 31,0 41-31,0-1 0,0-40 0,-40 120 31,39-40-31,41-40 0,-80 121 32,40-121-32,40 80 15,0-40 1,40-40-16,81 1 15,-81-41-15,0 0 0,40-41 32,-40 41-32,121-80 15,-121 40-15,0 40 16</inkml:trace>
  <inkml:trace contextRef="#ctx0" brushRef="#br0" timeOffset="9989.423">6300 1684 0,'0'0'0,"-40"0"31,0 0-15,40 40-16,-41 0 16,1 0-16,40 0 0,0 0 15,-40 0-15,40 1 16,0-1-16,0 0 0,0 0 0,-40 0 0,40 0 16,0 0-16,0 0 0,0 0 15,0 1-15,0-1 0,0 0 0,0 0 0,40-40 16,-40 40-16,40-40 0,-40 40 0,40-40 0,-40 40 15,41-40-15,-1 0 16,-40 40-16,40-40 0,0 0 0,0 0 16,0-40-16,0 0 15</inkml:trace>
  <inkml:trace contextRef="#ctx0" brushRef="#br0" timeOffset="12039.3689">18900 1804 0,'-41'0'15,"1"0"1,0 0 0,0 0-1,0 0-15,0 0 16,80 0 78,0 0-79,40 0-15,1 0 0,-41 0 16,40 0-16,0 0 0,-40 0 16,81 0-16,-41-40 0,0 40 0,0-40 0,1 40 15,-1 0-15,0 0 0,0 0 0,1 0 0,-1 0 16,0 0-16,0-40 15,1 40-15,-1 0 0,0 0 0,0 0 0,1 0 16,-1-40-16,0 40 0,-40 0 16,41 0-16,-41 0 0,40 0 0,-40 0 0,0-40 15,0 40-15,0 0 16,1 0-16,-1 0 0,0 0 16,-80 0 109,40-40-110</inkml:trace>
  <inkml:trace contextRef="#ctx0" brushRef="#br0" timeOffset="12489.3532">20946 1243 0,'-80'0'16,"40"0"0,40 40-1,0 0 1,120 0 0,-40 0-1,201 0 1,0 0-1,-201-40 1,-40 40-16,41-40 16,-81 41-16,-41-41 31,41 40-15,-80 40-1,40-40-15,-80 80 16,80-80-16,-1 0 15,-119 41 1,80-41 0</inkml:trace>
  <inkml:trace contextRef="#ctx0" brushRef="#br0" timeOffset="12889.3205">22712 1042 0,'0'0'15,"0"-40"1,-41 40 15,1 40-15,-40 121 0,40-121-16,-40 200 15,80-200-15,0 1 0,0 119 31,0-120-31,120 120 16,-80-119-16,81-41 16,-41 0-1,0 0-15</inkml:trace>
  <inkml:trace contextRef="#ctx0" brushRef="#br0" timeOffset="13389.2158">23354 1403 0,'-41'-40'32,"82"80"-32,-122-80 15,81 80 32,40-40 47</inkml:trace>
  <inkml:trace contextRef="#ctx0" brushRef="#br0" timeOffset="22048.7956">6581 1965 0,'0'0'0,"0"-41"109,40 41-109,0 0 16,0 0-1,0 41 1,-40-1-16,40 0 15,-40 0 1,0 0-16,0 0 0,0 0 16,0 0-1,0 0-15,0-80 47,0 0-47,40 0 16,-40 0-16,41 40 15,-41-40-15,0 0 0,40 40 0,-40-40 0,40 0 16,-40-1 0,40 41-16,-40-40 0,40 40 0,-40-40 15,40 40-15,-40-40 16,40 40-16,-40 40 31,0 0-15,0 0-16,0 1 15,0-1 1,0 0-16,40 0 16,-40 0-1,41-40-15,-41 40 16,40-40 0,0 0-16,0 0 15</inkml:trace>
  <inkml:trace contextRef="#ctx0" brushRef="#br0" timeOffset="22398.7778">7544 1483 0,'40'0'16,"-40"40"0,0 1-1,40-1-15,0 80 31,0 121-15,-40-201-16,0 40 16,0-40-16,0 120 15,-160 1 1,160-121-16</inkml:trace>
  <inkml:trace contextRef="#ctx0" brushRef="#br0" timeOffset="24678.5701">21869 1122 0,'0'40'78,"0"1"-63,40-41 1,-40 40-16,40-40 16,-40 40-16,40 0 0,0-40 15,-40 40-15,41-40 16,-1 0-1,0 0 17,-40-40-32,40 0 15,-40 0 1,0 0-16,40 40 0,-40-41 16,0 1-16,0 0 31,0 80 47,0 0-62,0 1-16,0-1 15,0 0-15,0 0 0,0 0 16,0 0-16,0 0 15,0 0-15,0 0 0,-40 1 0,40-1 16,0 0 0,0 0-16,0 0 0,-40 0 0,40 0 0,0 0 15,-40 0-15,40 0 16,0 1-16,0-1 0,0 0 0,-40-40 16,40 40-16,0 0 0,0 0 0,0 0 15,-41 0 1,41 0-16,-40 1 15,0-1 1,0-40 0,40 40-1,-40-40-15,0 0 32,0-40-32,40 0 15,-41 40-15,41-41 0,0 1 16,0 0-1,0 0-15,0 0 16,41 40-16,-1-40 16,0 0-16,0 40 15,-40-40-15,40 40 0,-40-40 16,40 40-16,0 0 0,-40-41 0,41 41 16,-1-40-16,0 40 15,-40-40-15,40 40 0</inkml:trace>
  <inkml:trace contextRef="#ctx0" brushRef="#br0" timeOffset="25488.5236">23233 1323 0,'40'0'47,"0"0"-32,1 0-15,-1 0 16,0 0-1,-40 40-15,40-40 16,-40 40-16,0 0 0,0 0 16,40-40-16,-40 40 0,0 1 0,0-1 15,0 0 1,0 0-16,0 0 16,-40-40-16,40 40 31,0-80 0,40 40-31,-40-40 0,40 0 0,-40 0 16,0 0-16,40 40 15,-40-41-15,40 41 0,-40-40 0,41 40 0,-1-40 16,0 40 0,0-40-16,0 40 15,0 0 1,0 0-1,0 0-15,-40 40 16,41-40 0,-41 40-16,40-40 15,-40 40-15,0 1 0,0-1 16,40 0-16,-40 0 16,40-40-16,-40 40 15,40-40 1,0 0-16,0 0 15,0 0-15,1-40 16,-1 40-16,-40-40 0,40 40 0,-40-40 16,40 40-16,-40-40 15</inkml:trace>
  <inkml:trace contextRef="#ctx0" brushRef="#br0" timeOffset="25738.5118">24477 962 0,'0'40'47,"40"-40"-47,-40 40 0,0 0 0,40-40 0,-40 40 15,0 0-15,0 1 0,0-1 16,0 40-16,0-40 0,0 0 0,0 0 0,0 40 15,0-39-15,-40-1 16,40 0-16,-40 0 0,0 0 0,0 0 0,0 0 16,0 0-16,-1 0 0,1-40 15</inkml:trace>
  <inkml:trace contextRef="#ctx0" brushRef="#br0" timeOffset="27008.4366">14044 2967 0,'40'0'15,"0"0"1,1 0-16,-1 0 15,0 0 1,-40-40-16,40 40 0,-40-40 0,40 0 31,-40 0-31,0 0 16,0 0-16,0-1 16,-40 1-16,40 0 15,-40 40-15,40-40 0,-40 40 31,40 40 1,0 0-17,0 41 1,0-41-16,0 0 0,0 0 0,0 0 16,0 0-16,0 0 0,0 0 0,0 0 15,0 1-15,0-1 0,0 0 16,0 0-16,0 0 0,0 0 15,0 0 1,0-80 15,0 0-15,0 0 0,0 0-16,0 0 0,0 0 15,40-1-15,0 1 16,40 0-1,-40 40-15,0-40 16,1 40-16,-1 0 16,0 0-16,-40-40 15,40 40 1,-40 80-16,0-40 16,0 0-16,0 1 0,0-1 15,0 0 1,40-40-16,-40 40 0,0 0 15,40-40 1,0 0 15,41 0-31,-81-40 16,40 40-16,-40-40 0</inkml:trace>
  <inkml:trace contextRef="#ctx0" brushRef="#br0" timeOffset="27308.4191">15248 2486 0,'0'0'0,"-40"0"0,0 0 31,0 0-16,40 40 1,-40 40-16,40-40 0,0 0 16,0 1-16,0-1 0,0 0 15,0 0-15,0 0 0,0 0 0,40-40 16,-40 40-16,40 0 16,0 0-16,0-40 0,-40 41 0,40-41 15,0 0-15,0 0 0,1 0 0,-1 0 16,-40-41-16</inkml:trace>
  <inkml:trace contextRef="#ctx0" brushRef="#br0" timeOffset="27948.385">15810 2566 0,'0'40'46,"40"0"-30,-40 0-16,40 1 0,-40-1 16,40 0-16,-40 0 15,0 0-15,0 0 0,0 0 16,0 0 0,40-40-16,-40-40 15,0 0 1,40 40-1,-40-40-15,0 0 0,41 40 0,-41-40 16,40 40-16,-40-40 16,40 40-16,0 0 15,0 0 17,0 0-1,-40 40-31,0 0 140,0 0-124,40-40 0,-40 40-16,0 0 0,0 0 15,0 0-15,0 1 16,40-1-16,-40 0 31,41-40-15,-1 0-1</inkml:trace>
  <inkml:trace contextRef="#ctx0" brushRef="#br0" timeOffset="28248.3668">16612 2446 0,'0'0'15,"0"-40"-15,40 40 32,-40 40-17,41-40-15,-41 40 16,40 0-16,-40 0 0,40 0 0,-40 0 0,40 0 15,-40 1-15,0-1 16,40 40-16,-40-40 0,0 40 0,0 0 0,0-39 16,0 39-16,-40 0 0,40 0 15,-80 0-15,-1-40 0,1 41 0,0-1 0</inkml:trace>
  <inkml:trace contextRef="#ctx0" brushRef="#br0" timeOffset="31948.154">13322 4812 0,'0'0'0,"-40"0"16,0 0-16,0 0 15,-1 0-15,1 0 16,0 40-16,0-40 0,0 0 15,0 40 1,0-40-16,40 40 0,-40-40 0,-1 40 0,1 1 16,40-1-16,-40 0 0,40 0 15,-40 0-15,40 0 0,-40 0 0,40 0 0,0 0 16,0 1-16,0-1 0,0 0 0,40 0 0,40 0 16,-80 0-1,40-40-15,1 40 0,-1 0 0,0-40 0,0 40 16,0-40-16,0 40 0,0-40 15,-40 41-15,40-41 0,1 40 0,-41 0 32,0 0-32,-41-40 0,-39 40 15,40-40-15,0 40 16,0-40-16,-40 40 0,-1-40 0,1 40 0,40-40 16,0 0-16,-40 0 0,39 40 0,1-40 0,0 0 15,0 0 1,40-40-16,0 0 15,0 0-15,40 0 0</inkml:trace>
  <inkml:trace contextRef="#ctx0" brushRef="#br0" timeOffset="32438.2009">13362 5374 0,'40'40'0,"-80"-80"0,80 120 32,-40-40-32,40 80 15,41 0 1,79-79 0,-40-41 15,-39-121-16,-81 1 1,0 0 15,0 80-15,-40 80 15,40 0-31,-41 160 31,1 41-15,0 0 0,40-201-16,-80 120 31,0-80-31,40-40 16,-41-40-1,41-40 1</inkml:trace>
  <inkml:trace contextRef="#ctx0" brushRef="#br0" timeOffset="32758.1827">14566 5374 0,'0'-41'0,"0"82"0,-40-82 32,0 41-32,40 81 15,-41 79 1,82 41 0,-1-41 15,0-40-16,-201-39 1,-79-41 15,39-161-31</inkml:trace>
  <inkml:trace contextRef="#ctx0" brushRef="#br0" timeOffset="33018.1675">15168 4892 0,'40'-40'16,"-40"80"-16,0 40 15,40 81 1,-40 160 15,0-81-15,0-79-1,0-81 1</inkml:trace>
  <inkml:trace contextRef="#ctx0" brushRef="#br0" timeOffset="33378.0909">15609 5574 0,'0'0'0,"0"40"0,40-40 31,41 0-15,-41-40-16,0 40 0,0 0 0,-40-40 15,40 40-15,0-40 0,0 40 16,0 0-16,-40-40 0,41 40 0,-41-40 15,0 0 1,0-1-16,-41 41 0,1-40 16,0 40-1,0 0-15,0 0 0,0 40 16,0-40-16,40 41 0,-40-41 0,40 80 0,-41-40 16,41 0-1,0 0-15,0 0 0,0 0 0,0 0 16,41 0-16,-1 1 15,0-1-15,0-40 0,0 0 0,0 0 16,0 0 0,0 0-16,1 0 0,-41-40 15,40 40-15,-40-41 0,0 1 16</inkml:trace>
  <inkml:trace contextRef="#ctx0" brushRef="#br0" timeOffset="33888.1217">16171 5293 0,'40'-40'16,"-80"80"-16,80-120 0,-40 40 0,40 40 31,0 40-15,41 80-1,-81-79-15,80 119 16,-80-80 15,40-40-15,-40-80-1,40-40 1,0 40 0,81-121-1,-81 121 1,0 121 0,-40-1-1,0 40 1,0-80 15,40-80-15,0 0-1,80-40-15,1 0 16,-41 80 15,-80 120-15,40 40-1,-40-39 17,0-1-17,40-120-15</inkml:trace>
  <inkml:trace contextRef="#ctx0" brushRef="#br0" timeOffset="34798.0073">14887 5333 0,'40'0'16,"0"0"-1,0 0-15,0 0 16,1 0-16,-1 0 0,0 0 0,0 0 16,40-40-16,-40 40 15,41 0-15,-41 0 0,40-40 0,-40 0 0</inkml:trace>
  <inkml:trace contextRef="#ctx0" brushRef="#br0" timeOffset="35387.957">18940 5133 0,'0'0'15,"-40"0"1,40 80 15,-41-40-31,41 0 16,0 0-16,0 1 0,0 39 15,0-40-15,0 0 0,0 40 0,0-40 0,0 40 16,41-39-16,-41-1 16,0 0-16,0 40 0,0-40 0,0 0 0,0 0 15,0 0-15,0 1 0,0-1 16</inkml:trace>
  <inkml:trace contextRef="#ctx0" brushRef="#br0" timeOffset="35658.0166">18819 5494 0,'0'0'0,"-40"-40"15,40 0-15,0 0 0,0-1 0,0 1 0,0 0 16,0 0-16,0-40 0,40 80 0,-40-40 0,40 0 16,-40 0-16,41 40 0,-41-41 15,80 41-15,-40-40 0,0 40 0,0 0 16,0 0-16,-40 81 15,40-81-15,1 40 0,-41 40 0,40-40 0,-40 0 16,0 40-16,0 1 0,-40-41 16,-1 40-16,1-40 0,-40 40 0,40-40 0,0 0 15,0 0-15,0 1 16,-1-41-16,1 40 0,0 0 0</inkml:trace>
  <inkml:trace contextRef="#ctx0" brushRef="#br0" timeOffset="35987.9983">19662 5133 0,'80'0'16,"-160"0"-16,281 80 31,-161-80-31,40 201 16,-40-121-1,0 80 1,-80-80 0,40-120 15,0 0-31,0-120 16,80-1 15,1 81-31,39-40 31,-80 80-31,40 0 16</inkml:trace>
  <inkml:trace contextRef="#ctx0" brushRef="#br0" timeOffset="36207.9855">20986 5293 0,'0'0'15,"40"40"-15,-40 1 0,40-1 16,-40 0-1,-80-40-15,80 40 0,-40-40 16,0 40-16,0-40 16,-41 0-16,41 0 0,0 40 0,0-40 0,0 0 15,0 0-15,0 0 16,0 0-16,-1 0 0,41-40 16,0 0-16,0 0 0,0 0 15,0 0-15,41-1 16,-41 1-16,40 40 0,-40-40 0,40 40 0,0-40 15,0 40-15,0-40 16,0 0-16</inkml:trace>
  <inkml:trace contextRef="#ctx0" brushRef="#br0" timeOffset="36707.9567">21387 4932 0,'0'40'16,"0"1"-16,-40-1 15,0 40 1,40 80 0,0 41 15,0 39-15,40-39-1,0-121 1,-40-40 15,-80-120-15,0-80-1,80-1 1,0-160 0,160 81-1,-120 160 1,121-1-1,-41 121 17,-120 161-17,-160 40 1,-121-81 0,201-80-1,-1-80 1,162-40-16</inkml:trace>
  <inkml:trace contextRef="#ctx0" brushRef="#br0" timeOffset="37097.935">22431 4932 0,'-40'0'31,"80"0"-31,-161 81 0,41-1 16,40-80-16,40 40 0,-40 80 16,40 1 15,80-81-31,40 0 16,-120-80-1,41-121 1,-41 1 15,0 80-31,0 120 31,0 0-15,0 0-16,40 160 31,40-39-15,-40-81-1,40-40 17,-40-80-32</inkml:trace>
  <inkml:trace contextRef="#ctx0" brushRef="#br0" timeOffset="37417.916">23073 5093 0,'0'0'0,"40"0"16,-40 80 15,80 40-15,-40-80-1,0 121 1,-40-81-16,0 0 31,0-120-15,0 0-1,0-160 1,81-1 0,39 41 15,40 79-15,-119 41-16</inkml:trace>
  <inkml:trace contextRef="#ctx0" brushRef="#br0" timeOffset="37647.9043">24317 4692 0,'-41'-40'0,"1"40"16,40 40 0,-40 0-1,40 160 1,0-79-1,40 79 1,-40-120 0,40 41-16,1-41 31,39-80-31</inkml:trace>
  <inkml:trace contextRef="#ctx0" brushRef="#br0" timeOffset="38727.7662">24397 5013 0,'40'0'31,"0"-41"-31,0 41 0,0 0 16,0 0-16,1 0 15,-1 0-15,0 0 0,-40 41 16,40-41-16,-40 40 15,40 0-15,-40 0 16,40 0 0,-40 0-16,40-40 0,0 40 15,1-40 1,-1 0-16,0 0 0,0-40 16,0 0-16,0-40 15,-40 40 1,0 0-16,40 40 15,-40 40 32,0 0 391,0 40-423,0-40 1,0 0-16,-40 0 0,40 0 0,0 1 0,0 39 16,0-40-16,0 0 15,0 0-15,0 40 0,0-40 0,0 0 0,0 41 16,0-41-16,0 0 0,0 40 0,0-40 0,0 0 16,0 0-16,0 1 15,0-1-15,0 0 0,-40 0 0,0 0 16,0-40-1,0 0-15,0 0 0,-1 0 16,1 0-16,0 0 0,0-40 16,0 40-16,0-40 0,0 0 0,0 40 15,40-40-15,-41-1 16,41 1-16,0 0 0,0 0 0,0 0 16,0 0-16,81 0 0,-81 0 0,40 40 15,0-40-15,0 40 0,0-41 16,0 41-16,0 0 0,1-40 0,-1 40 0,0 0 15,40-40-15,-40 40 16,0 0-16,41-40 0,-41 40 0,0 0 0,0-40 16,0 40-16</inkml:trace>
  <inkml:trace contextRef="#ctx0" brushRef="#br0" timeOffset="41167.7011">16652 6777 0,'0'0'0,"41"80"31,-41-39-31,0-1 16,0 0-16,0 0 15,0 0-15,40 0 0,-40 40 0,0-40 0,0 0 16,40 41-16,-40-41 0,0 40 0,0-40 0,0 0 16,0 40-16,0-39 0,0-1 15,40 0-15,-40 0 0,0 40 0,0-40 0,0 0 16,0 0-1,0 0-15,0 1 0,0-1 0,-40-40 16,40 40-16,-40-40 16,0 0-16,-1 0 15,1 0-15,0 0 16,0 0-16,0 0 0,0 0 0,0-40 16,0 40-16,-1 0 0,1 0 0,0 0 0,0 0 15,-40 0-15,40-40 0,0 40 16,-1 0-16,1 0 0,-40 0 0,40 0 0,-40 0 15,40 0-15,-41 40 16,1-40-16,40 40 0,-40-40 0,-1 0 0,41 0 16,-40 40-16,0-40 0,40 40 15,-41-40-15,41 0 0,-40 40 0,40-40 0,-40 40 16,40-40-16,-1 0 0,1 0 0,0 0 0,0 40 16,0-40-16,0 0 15,0 0-15,-41 40 0,41-40 0,0 0 0,-40 0 16,0 41-16,39-41 0,-39 0 15,0 0-15,0 0 0,40 0 0,-41 0 0,1 0 16,0 0-16,0 0 16,-41 0-16,41-41 0,0 41 0,-1 0 0,1 0 15,-40 0-15,40 0 0,-1 0 16,1 0-16,0 0 0,0 0 0,-1 0 0,1 0 16,0 0-16,0 0 0,-1 0 0,-39 0 0,40 0 15,-1 0-15,1 0 16,0 0-16,0 0 0,-1 0 0,1 0 0,40 0 15,-40 0-15,0 0 0,39 0 16,-39 0-16,40 0 0,-40 0 0,40 0 0,-41 0 16,41 0-16,0 0 15,0-40-15,0 40 0,0-40 0,0 40 0,-1 0 16,1-40-16,0 40 0,0 0 0,0 0 0,40-40 16,-40 40-16,0 0 15,0-40-15,-1 40 0,1-40 0,0 40 16,0 0-1,0 0-15,0 0 0,0 0 0,0 0 0,-41 0 16,41 0-16,0 0 0,-40 0 16,40 0-16,0 0 0,-1 0 0,-39 0 0,40 0 15,0 0-15,0-40 16,0 40-16,0 0 0,-1 0 0,1 0 0,-40 0 16,40-40-16,-40 40 0,40 0 0,-1 0 0,-39-41 15,40 41-15,-40 0 0,0 0 16,39 0-16,-39-40 0,0 40 0,40 0 0,-40 0 15,-1 0-15,1 0 16,40-40-16,0 40 0,-40 0 0,39 0 0,1 0 16,-40-40-16,40 40 0,0 0 15,-40 0-15,39-40 0,-39 40 0,40 0 0,-40 0 16,0 0-16,39-40 0,-39 40 0,40 0 0,-40 0 16,40 0-16,-41 0 15,1 0-15,40-40 0,-40 40 0,40 0 0,-41 0 16,41 0-16,-40 0 0,40 0 15,-40 0-15,39 0 0,-39 0 0,40 0 0,-40 0 16,40 0-16,-41 0 16,41 0-16,-40 0 0,40 0 0,0 0 0,0 0 15,-41 0-15,41 0 0,0 0 16,-40 0-16,40 0 0,0 0 0,-41 0 0,41 0 16,0 0-16,-40 0 0,40 0 0,0 0 0,0 0 15,-1 0-15,1 0 16,0 0-16,0 0 0,0 0 0,0 0 0,0 0 15,-41 0-15,41 0 16,0 0-16,0 0 0,0 0 16,0 0-1,0 0-15,0 0 0,-1 0 16,1 0-16,0 0 0,0 0 16,0 0-1,0 0-15,0 0 0,-41 0 16,1 40-1,40-40-15,0 0 0,0 0 0,0 40 0,0-40 16,-1 0-16,1 0 0,0 0 16,0 40-16,0-40 0,-40 0 0,40 0 0,-1 40 15,1-40-15,0 0 16,0 0-16,0 0 0,0 0 16,0 0-16,-1 0 15,1 0 1,0 0-16,0 0 0,0-40 15,0 40 1,0 0-16,0 0 16,-1 0-1,1 0 63,0 0 110,0 0-188,40 40 31,-40-40-31,40 80 0,0-39 0,-40-1 16,40 0-16,0 0 15,0 0-15,0 0 0,0 0 0,0 0 0,0 0 16,0 1-16,0-1 0,0 0 16,0 0-16,40 0 0,-40 0 0,0 0 0,0 0 15,40-40-15,-40 40 0,40 0 0,-40 1 16,40-41 0</inkml:trace>
  <inkml:trace contextRef="#ctx0" brushRef="#br0" timeOffset="41557.6389">2648 8502 0,'0'40'63,"0"0"-63,-40 0 15,40 0-15,0 0 0,0 0 0,0 0 16,0 1-16,0-1 16,0 0-16,0 0 0,0 0 15,0 0-15,0 0 16,40-40-16,-40-80 31,40 80-31,-40-40 0,41 40 0,-1-40 16,0 0-16,0 0 15,0-1-15,0 41 0,0-40 0,0 40 16,1-40-16,-1 40 0,0-40 0,0 40 0,0-40 16,0 40-16,0 0 15,0 0-15,-40-40 16</inkml:trace>
  <inkml:trace contextRef="#ctx0" brushRef="#br0" timeOffset="42317.5838">522 9665 0,'0'0'16,"40"0"-16,-40-40 15,0 80 17,0 0-17,0 0-15,0 0 0,0 0 16,0 0-16,0 0 15,0 1-15,0 39 0,0-40 0,0 0 0,0 40 16,0-40-16,0 40 0,0-39 16,0 39-16,0-40 0,0 40 0,-40-40 0,40 40 15,0-39-15,-40-1 0,40 0 0,0 0 0,0 0 16,0 0 0,-41-40-16,41-40 31,41 0-31,-1 0 15,-40 0-15,40 40 16,0-40-16,0 40 0,0-41 0,0 41 16,0-40-16,1 40 0,-1 0 15,0-40-15,0 40 0,0-40 0,0 40 16,0 0-16,0 0 0,1 0 0,-1 0 16,0 0-1,0 0-15,0-40 0,0 40 16,0 0-16,0 0 15,-40-40-15</inkml:trace>
  <inkml:trace contextRef="#ctx0" brushRef="#br0" timeOffset="42567.621">1685 9946 0,'0'0'15,"0"-41"1,-40 41 15,40 81-15,0-1-1,0-40-15,40 40 0,-40-40 0,0 161 16,0-1 15,0-160-31,0 1 31</inkml:trace>
  <inkml:trace contextRef="#ctx0" brushRef="#br0" timeOffset="42737.6125">1645 9705 0,'-40'0'15,"80"0"-15,-120 0 0,40-40 16</inkml:trace>
  <inkml:trace contextRef="#ctx0" brushRef="#br0" timeOffset="43137.5902">1926 9865 0,'40'0'16,"-80"0"-16,80 40 16,0-40-16,-40 41 15,0-1-15,81 40 16,-81-40-16,0 0 0,40 40 16,-40-40-16,0 41 31,0-41-31,0-80 31,0-1-31,0 1 16,40 40-16,-40-40 15,40 0-15,-40 0 0,40 0 0,0 40 0,0-40 16,0 40-16,-40-40 0,41 40 0,-1-40 0,0 40 16,0 0-16,0 0 15,0 0-15,-40 40 0,0 0 16,40 0-1,-40 0-15,0 0 0,0 0 0,0 0 0,0 0 16,-40 1-16,40-1 16,0 0-16,-40 0 0,40 0 0,-40-40 15,40 40-15</inkml:trace>
  <inkml:trace contextRef="#ctx0" brushRef="#br0" timeOffset="43507.5106">3009 10146 0,'0'40'15,"41"-40"-15,-1 0 16,0-40 0,0 0-1,0 0-15,-40 0 0,40 40 16,-40-40-16,40 0 15,-40-1-15,-40 1 32,0 40-17,0 0-15,0 0 0,0 0 16,40 40-16,-40-40 16,40 41-16,-41-41 0,41 40 0,-40 0 0,40 0 15,-40 0 1,40 0-16,0 0 0,0 0 0,0 0 15,0 0 1,40-40-16,-40 41 0,40-41 0,1 0 16,-1 0-1,-40 40-15,40-40 0,0 0 0,0 0 16,0 0-16,0 0 0</inkml:trace>
  <inkml:trace contextRef="#ctx0" brushRef="#br0" timeOffset="43947.4695">3932 9905 0,'-40'0'15,"-40"0"-15,0-40 16,40 40 0,40 40-1,0 81 1,0-41 15,0-40-31,0 0 16,40-40-1,-40-40-15,40 40 0,-40-40 16,40 40-16,-40-40 0,0 0 0,0 0 16,0 0-16,0-1 15,0 1-15,0 0 0,0 0 16,80 40 31,-80 40-47,40 0 15,-40 0-15,0 1 0,0-1 0,41-40 16,-41 40-16,0 0 0,40 0 16,-40 0-16,40 0 0,0 0 31,0-40-31,0 0 0,0 0 15,0 0-15</inkml:trace>
  <inkml:trace contextRef="#ctx0" brushRef="#br0" timeOffset="44297.4873">4454 9785 0,'0'0'16,"40"-40"-1,81 80 17,-41 80-17,-40-79-15,-40 39 16,-40 40 0,0-80 15,0-80-16,120-120 1,40-1 15,1 41-15,-41 80 0,0 0-1</inkml:trace>
  <inkml:trace contextRef="#ctx0" brushRef="#br0" timeOffset="45287.4655">9028 8141 0,'0'-40'0,"0"0"63,41 40-48,-41 40 157,0 0-172,0 0 16,0 0 0,0 0-16,0 0 0,40 0 15,-40 0-15,0 1 0,0-1 16,0 0-16,0 0 0,0 0 0,0 0 15,0 0-15,0 0 16,0 0-16,0 0 0,0 1 0,0-1 16,0 0-16,0 0 15</inkml:trace>
  <inkml:trace contextRef="#ctx0" brushRef="#br0" timeOffset="45837.4365">8748 8863 0,'-41'40'16,"1"-40"15,80 0 0,-40 40-31,41-40 0,-41 40 16,40 0-16,0 0 0,-40 0 0,40-40 16,-40 40-16,0 1 0,40-1 15,0 0-15,-40 0 0,40-40 16,-40 40-16,40 0 15,-40-120 17,41 80-32,-41-80 15,40 80-15,-40-40 0,40-1 16,-40 1-16,40 0 16,0 0-16,0 40 0,-40-40 15,40 40-15,-40-40 0,40 40 16,1-40-16,-1 40 0,-40-40 15,40 40 1,0 0-16,-40-40 16,-40 40 15,40 40-15,-40 0-1,0-40-15,-1 40 16,1-40-16,40 40 15</inkml:trace>
  <inkml:trace contextRef="#ctx0" brushRef="#br0" timeOffset="46607.3906">7704 10106 0,'0'-40'16,"-40"0"-16,0 0 16,0 40-1,0 0-15,-81 0 31,1 80-15,40 40 0,40-40-1,80 41 17,80-1-17,-40-40 1,-39-40-1,-1-40-15,-40 40 16,0 1-16,-40-41 31,-1 40-31,1-40 16,0 0-16,-120 40 16,119-40-16,-39-40 15,0 0 16,80-1-15,40 1 0</inkml:trace>
  <inkml:trace contextRef="#ctx0" brushRef="#br0" timeOffset="46947.3706">8025 9986 0,'40'-40'0,"-80"80"0,80-121 31,-40 122-15,0-1-1,0 0-15,0 0 0,0 0 0,0 0 16,0 0 0,0 0-16,0 0 0,0 0 0,0 1 15,-40-1-15,40 0 0,0 0 0,0 0 0,0 0 16,0 0-16,0 0 16,0 0-16,0 1 15,40-41 1</inkml:trace>
  <inkml:trace contextRef="#ctx0" brushRef="#br0" timeOffset="48437.2881">8065 10547 0,'-40'40'15,"0"-40"-15,80 0 32,-40-40-32,81 40 0,-1 0 15,-40-40-15,201 0 16,40-40 0,-241 40-1,0 40-15,0-41 16,-40 1-1,-40 40 1,-81 0 0,81 0-16,0 0 15,0 0-15,-80 81 16,-1-1 0,121-40-1,-40 0-15,40 0 0,121-40 31,39 40-15,-40-120 0,-39-40-1,-41-1 17,-40 81-17,0 80 1,0 0 15,0 81-15,40-41-1,80 0 1,81-80 15,-161-40-31,0 40 0,-40-40 16,0 0-16,40 0 15,-40-81 1,0 81-16,-80-120 16,80 120-16,0-40 15,-40 80 17,40 40-17,0 0 1,0 0-16,0 40 15,40-40 1,-40 0-16,40 81 16,0-81-16,-40 0 15,40-40 1,1 0 15,-1 0-31,40 0 16,-40 0-16,0 0 15,-40 40-15,0 0 16,-40 0-16,-40 0 16,-41 41-1,41-81 17,40-41-17,80-119 1,121 40 15,-41-1-15,0 41-1,41 0 1,-81-40 15,-80 39-15,-40 1-1,0 80 17,0 121-17,40-81-15,0 80 16,40 40 0,80 41 15,-39-161-31,-41-40 0,200 80 31,-159-80-31,-1 0 0,-40 0 0,201-160 31,-161 39-15,-120-39 0,0 160-1,0-40-15,-81 40 16,121 40-16,-40-40 0,-40 80 15,80 0 1,0 41 0,160-41-1,41-80 17,80-120-17,-241 120-15</inkml:trace>
  <inkml:trace contextRef="#ctx0" brushRef="#br0" timeOffset="49427.2305">14004 8542 0,'40'0'31,"-40"-40"-31,0 0 0,0 0 31,0-1-15,-40 41 0,0 0-1,40-40 95,0 80-79,0 1-15,0-1-1,0 0-15,0 0 0,0 0 0,0 0 16,0 0-16,0 0 0,0 0 15,0 0-15,0 1 0,40 39 0,-40-40 0,0 0 16,0 0-16,0 0 16,0 40-16,40-39 0,-40-1 0,0 0 0,0 0 15,0 0-15,0 0 0,0 0 0,0 0 16,0 0-16,0 0 16</inkml:trace>
  <inkml:trace contextRef="#ctx0" brushRef="#br0" timeOffset="49867.2068">13763 9424 0,'-40'0'15,"0"0"1,40 40 15,40 0-31,-40 0 0,40-40 16,-40 41-16,40-41 16,-40 40-16,41-40 0,-41 40 0,0 0 15,40-40-15,-40 40 0,0 0 16,40 0-1,0-40 17,-40-40-32,40 0 15,0 0-15,-40 0 0,40 40 16,0-40-16,1 0 0,-1 40 0,0-41 0,0 1 16,0 0-1,0 40-15,0 0 0,-40-40 0,40 40 0,1 0 16,-1 0-1,-80 0 32</inkml:trace>
  <inkml:trace contextRef="#ctx0" brushRef="#br0" timeOffset="50427.0994">12921 10347 0,'0'-41'16,"-40"41"-16,-1 0 31,1 0-31,0 0 16,0 41-16,0-41 0,40 40 15,-40 0-15,0-40 0,0 40 0,-1 0 0,41 0 16,-40 0-16,40 0 16,0 0-16,0 1 0,0-1 0,0 0 15,0 0-15,40 0 0,-40 0 0,41 0 0,-1-40 16,0 40-16,0 0 0,0-40 16,0 40-16,0-40 0,0 0 0,1 41 0,39-41 15,-40 0-15,0 0 16</inkml:trace>
  <inkml:trace contextRef="#ctx0" brushRef="#br0" timeOffset="51517.0395">13964 10587 0,'-40'0'15,"0"0"-15,-41 0 0,1 80 31,40-80-31,0 81 16,40-41-16,0 0 0,0 40 16,40 0-1,0-80-15,40 0 32,-80-40-32,41 40 0,-1-80 15,-40 40-15,40-80 16,-40 79-16,0 1 0,0 0 31,0 0-31,0-40 16,0 120-1,0 0-15,0 40 16,0-40-16,0 1 0,40-41 16,-40 40-16,0 0 15,40-40-15,-40 40 0,40-40 0,-40 40 0,40-40 16,0 0-1,1 0-15,-1 0 0,0-40 0,0 0 16,0 0 0,-40 0-16,40 40 0,-40-41 15,0 1-15,0 0 0,0 0 16,40 0-16,-40 0 16,0 80 15,0 0-16,-40 0 1,40 0-16,0 0 0,0 1 16,0-1-1,40-40-15,-40 40 0,0 0 0,40-40 0,-40 40 16,41-40-16,-1 0 0,0 0 0,0 0 0,0 0 16,0 0-16,0 0 0,-40-40 15,41 40-15,-1-80 0,0 40 0,-40-1 16,0 1-1,0 0-15,40 0 0,-40 0 0,0 0 16,0 0 0,0 80-1,0 0 1,0 0 0,0 0-16,0 0 0,0 0 15,0 1 1,0-1-16,40-40 0,0 40 15,0-40-15,0 0 16,1 0-16,-1 0 0,0 0 0,0 0 0,40-40 16,-40 40-16,0 0 0,-40-40 15,41 40-15,-41-41 0,40 41 0,-40-40 0,0 0 16,0 0-16,0 0 0,-40 0 16,40 0-16,-41 0 15,41 0-15,-40 40 0,40-41 16,-40 41-1,40 41 17,0-1-32,0 0 0,0 0 15,0 0-15,0 0 0,40 0 0,-40 0 16,40 0-16,-40 1 16,41-1-16,-41 0 0,0 0 0,40 0 15,-40 0-15,40 0 16,-40 0-16,40-40 0,-40 40 0,0 0 15,-80-40 1,40 0-16,-1 0 0,1 0 16,0 0-16,0 0 15,-40-40-15,0 40 0,39 0 0,-39-40 0,40 40 16,-40-40-16,40 40 0</inkml:trace>
  <inkml:trace contextRef="#ctx0" brushRef="#br0" timeOffset="52576.977">16131 10507 0,'40'0'0,"-40"-40"16,-40 40 31,0 0-47,0 0 15,40 40-15,-41-40 0,41 40 0,0 0 16,-40-40-16,40 40 16,0 0-16,0 1 15,40-1 1,1-40-16,-1 0 0,0 0 15,0 0 1,-40-81-16,40 81 0,0-40 16,-40 0-16,0 0 0,0 0 0,40 40 47,-40 40-47,0 0 15,0 0-15,40-40 0,-40 40 16,41-40-16,-1 0 15,0 0-15,-40 41 0,40-41 0,0 0 0,0 0 16,0 0 0,0-81-16,1 41 0,-1 0 15,-40 0-15,0 0 0,0 0 16,0 0-16,0 0 0,0-1 16,0 1-16,0 0 0,0 0 0,0 0 0,0 0 15,0 0-15,0 0 16,0 0-16,0 0 0,0-1 15,-40 41 1,40 41 0,-41 39-1,1-40-15,40 40 0,0-40 0,0 0 16,-40 0-16,40 0 0,0 1 0,0 39 0,0-40 16,0 0-16,80 0 0,-80 0 15,0 0-15,41 0 0,-41 1 0,0-1 0,40 0 16,0 0-1,0-40-15,0 40 0,0-40 0,0 0 0</inkml:trace>
  <inkml:trace contextRef="#ctx0" brushRef="#br0" timeOffset="53806.9786">16532 8181 0,'40'0'110,"0"0"-110,0 0 15,1 0 1,-41 40-16,40-40 0,0 0 15,40 0-15,-40 0 16,0 0-16,41 0 0,-1 0 0,0-40 0,0 40 16,1 0-16,-41-40 0,40 40 0,0 0 0,0-40 15,-39 40-15,39-40 0,0 40 16,-40 0-16,40-41 0,1 41 0,-41-40 0,40 40 16,0 0-16,1 0 15,-1-40-15,40 40 0,-39 0 0,-1 0 0,0-40 16,40 40-16,-39 0 0,-1 0 15,40 0-15,-39-40 0,-1 40 0,0 0 0,0 0 16,-40 0-16,41 0 16,-41 0-16,0 0 0,0 0 0,0 0 15,-80 0 126,0 0-125,40 40 62,0 0-63,0 0-15,0 0 16,0 1 0,0-1-1,0 0-15,-40 0 16,40 0-16,0 0 0,-40 0 15,40 0-15,0 0 16,0 1-16,0-1 0,0 0 0,0 0 16,0 0-16,0 0 0,0 0 0,0 0 15,40 0-15,0-40 16,-40 40-16,40-40 16,0 0-1</inkml:trace>
  <inkml:trace contextRef="#ctx0" brushRef="#br0" timeOffset="54176.9007">19461 8742 0,'0'0'0,"-40"0"0,40 40 0,-40-40 0,0 0 31,40 41-16,40-1 1,-40 0-16,40 0 0,-40 0 16,0 0-16,40-40 0,-40 40 0,40-40 0,-40 40 15,0 0-15,0 1 16,0-1-16,0 0 16,0-80 30,0 0-46,0-41 16,41 41-16,-41 0 16,40 40-16,-40-40 0,80 40 0,-80-40 0,40 40 15,-40-40-15,40 40 0,0 0 0,-40-40 0,40 40 16,1 0 0,-41-40-16,40 40 0,0-41 15,-40 1 1</inkml:trace>
  <inkml:trace contextRef="#ctx0" brushRef="#br0" timeOffset="55056.91">18940 9986 0,'0'-40'31,"40"40"-31,0 0 15,0 0 1,0-41-16,0 41 0,41 0 0,-41 0 16,40 0-16,-40 0 0,40-40 0,1 40 0,-1 0 15,-40 0-15,40-40 16,-40 40-16,41 0 0,-41 0 0,40-40 0,-40 40 16,0 0-16,0 0 0,0 0 15,-40-40-15</inkml:trace>
  <inkml:trace contextRef="#ctx0" brushRef="#br0" timeOffset="55336.8155">19582 9905 0,'0'0'0,"-81"41"31,122-41 0,-1 40-15,-40 0-16,0 0 0,0 0 15,0 0-15,0 0 16,0 0-16,0 40 0,0-39 0,0-1 0,0 0 0,0 0 16,0 40-16,0-40 15,-40-40-15,40 40 0,0 0 0,0 1 0,0-1 16,80-40-1,-40 0-15</inkml:trace>
  <inkml:trace contextRef="#ctx0" brushRef="#br0" timeOffset="55536.8799">20184 10266 0,'-41'40'0,"41"1"15,0-1 1,-40 0-16,40 0 0,0 0 16,0 0-16,0 0 0,0 0 0,0 0 15,0 1 1,40-41-16</inkml:trace>
  <inkml:trace contextRef="#ctx0" brushRef="#br0" timeOffset="55726.8687">20184 10066 0,'-41'0'16,"1"0"-16,80 0 47</inkml:trace>
  <inkml:trace contextRef="#ctx0" brushRef="#br0" timeOffset="56286.8376">20464 10186 0,'41'40'0,"-82"-80"0,82 120 16,-1-80-16,-40 40 16,40 1-1,0 39 1,-40-40 0,0 0 15,0-80-16,40 40 1,0 0-16,40-80 16,41 40 15,-41 80-15,-80 0-1,0 80 1,0-80-1,-40 0 1,40-80 15,40 0-31,0 0 16,-40 0-16,40 0 0,0 0 16,-40 0-16,41 40 0,-41-41 0,40 41 15,0 0 1,0 41-1,-40-1 1,0 0-16,0 0 0,40-40 0,-40 40 16,0 0-16,0 0 0,0 0 0,0 0 15,0 1 1,40-41 15</inkml:trace>
  <inkml:trace contextRef="#ctx0" brushRef="#br0" timeOffset="56626.7793">21869 10427 0,'0'0'16,"0"40"0,40-40-1,0 0 1,40-40-16,41-40 31,-121 39-31,0 1 16,-40 40-16,-81 0 31,81 0-31,0 0 0,-40 40 16,40 1-16,-1-1 15,41 0-15,-80 80 16,160 0-1,1-79 1,160-41 0,-201 0-16,160 0 15,-160 0-15</inkml:trace>
  <inkml:trace contextRef="#ctx0" brushRef="#br0" timeOffset="57226.7292">19301 11911 0,'0'0'0,"40"0"16,0-40 0,-40-1-1,40 41-15,-40 41 16,0 79 0,40 80 15,-40-159-31,0 79 31,0-80-31</inkml:trace>
  <inkml:trace contextRef="#ctx0" brushRef="#br0" timeOffset="57396.7052">19542 11550 0,'-81'0'16,"162"0"-16,-282 0 15,241 0 17</inkml:trace>
  <inkml:trace contextRef="#ctx0" brushRef="#br0" timeOffset="57806.7518">19863 11590 0,'0'40'15,"0"0"1,0 0-16,-41 40 31,41-40-31,0 41 16,0-1-1,0 0 1,41-40-16,-1-40 16,0 0-1,-40-40-15,40 0 16,0 0 0,40-40-16,1 40 31,-81-1-31,40 82 31,0-41-31,-40 40 0,0 40 0,0 40 16,0-80-1,-80 121 1,80-121 15</inkml:trace>
  <inkml:trace contextRef="#ctx0" brushRef="#br0" timeOffset="58136.6911">20545 11710 0,'-40'40'16,"40"0"-1,0 0 1,0 41-16,40-41 15,0 120 1,0-80 0,0-80-1,0-40 1,0-80 15,0 80-31,1-80 31,-1 39-15,-40 41 0,40 40-1</inkml:trace>
  <inkml:trace contextRef="#ctx0" brushRef="#br0" timeOffset="58536.7078">21427 11710 0,'0'0'16,"-40"0"-16,-80 0 15,80 0-15,0 40 0,-41-40 16,41 161 15,40-81-15,121-40-1,-1-40 17,-40-120-17,-40-1 1,-80 41 0,0 80-16,0-40 31,0 40-31,0 80 31,40 0-31,80 41 16,0-41 15,1-40-15,-41-40-16,0 0 15</inkml:trace>
  <inkml:trace contextRef="#ctx0" brushRef="#br0" timeOffset="58926.6107">21668 11710 0,'40'0'15,"0"0"17,1 40-17,-1 0 1,0 0-16,0 41 31,0-81-31,-40 40 0,40 0 16,0 0-16,1 0 31,-41 0-31,-81-40 31,41 0-31,0-80 31,120-80-15,81 39 0,-121 81-1,0 0 1,0 40 0</inkml:trace>
  <inkml:trace contextRef="#ctx0" brushRef="#br0" timeOffset="59196.676">22631 11510 0,'0'40'46,"0"0"-30,0 0 0,0 0-16,-40-40 0,40 40 15,0 0-15,0 0 0,-40 0 0,40 1 16,0-1-16,0 0 0,0 0 16,-40 0-16,40 0 0,0 0 15,0 0 1</inkml:trace>
  <inkml:trace contextRef="#ctx0" brushRef="#br0" timeOffset="59376.62">22591 11470 0,'0'0'16,"-40"-41"-1,0 1 17,80 40-17</inkml:trace>
  <inkml:trace contextRef="#ctx0" brushRef="#br0" timeOffset="59986.6249">23273 11710 0,'-40'0'31,"40"-40"-15,-40 40-1,0 40 1,0-40-16,0 40 0,0-40 0,40 40 0,-41-40 16,41 40-16,-40-40 0,40 41 0,0-1 0,0 0 15,0 0 1,0 0-16,40-40 16,1 0-16,-1 0 15,0 0-15,0 0 0,-40-40 16,40 40-16,-40-40 15,40 40-15,-40-40 0,40 40 0,-40-40 0,0-1 16,0 1-16,0 0 16,0 0-16,0 0 15,0 80 17,0 0-32,-40-40 0,40 80 15,0-39-15,0-1 16,0 0-16,0 0 0,0 0 15,0 0-15,0 0 16,80-40-16,-80 40 16,41-40-16</inkml:trace>
  <inkml:trace contextRef="#ctx0" brushRef="#br0" timeOffset="60386.5264">23594 11710 0,'0'0'16,"0"40"15,40-40-31,-40 80 16,41 1 0,-41-1-1,40 0 1,-40-120 15,0 0-31,80-40 16,-40 40-1,80-1 1,-79 41 15,39 81-15,-80 39-1,40 0 17,0-120-17,0-40-15</inkml:trace>
  <inkml:trace contextRef="#ctx0" brushRef="#br0" timeOffset="60646.5466">24437 11670 0,'0'-160'16,"0"320"-16,0-360 0,0 159 16,-40 82 15,40-1-31,0 0 0,0 0 16,0 0-16,-40 0 15,40 0-15,0 0 0,0 40 0,0-39 0,0-1 16,0 0-16,0 0 0,0 0 15,0 0-15,0 40 0,40-80 0,-40 40 0,40 1 16,-40-1-16,40-40 16,-40 40-16,40-40 0,0 0 0,0 0 15,1 0-15,-1-40 0,0 40 0,-40-40 16,40 40-16,-40-41 0,40 1 16</inkml:trace>
  <inkml:trace contextRef="#ctx0" brushRef="#br0" timeOffset="60796.5391">24557 11830 0,'-40'0'16,"120"0"-16,-80-40 15,41 40-15,-1-40 16,0 40-16,0-40 0,0 40 0,40 0 0,-40 0 16,1-40-16,-1 0 0,0 40 15,0 0-15,0-40 0,0 40 0</inkml:trace>
  <inkml:trace contextRef="#ctx0" brushRef="#br0" timeOffset="62956.3814">19863 8020 0,'0'-40'47,"-41"40"0,1 0-16,40 40-31,40-40 63,41 0-48,-41 0 1,0 0-16,0 0 0,0 0 0,40 0 0,-39 0 16,-1 0-16,0 0 0,40 0 0,-40 0 0,40 0 15,-39 0-15,39 0 16,0 0-16,-40 0 0,40 0 0,-39 0 0,39 0 16,-40 0-16,0 0 0,0 0 15,40 0-15,-39 0 0,-1 0 0,0 0 0,0 0 16,0 0-16,0 0 15,40 0-15,-39 0 0,-1 0 0,40 0 0,-40 0 16,40 0-16,-40 0 0,41 0 16,-41 0-16,40 0 0,-40 0 0,41 0 0,-41 0 15,40 0-15,-40 0 0,40 0 0,-40 0 0,41 0 16,-41 0-16,40 0 16,0 0-16,-40 0 0,41 0 0,-41 0 0,40 0 15,-40 0-15,0-40 0,41 40 16,-1 0-16,-40 0 0,40 0 0,0-40 0,1 40 15,-1 0-15,0 0 16,0-40-16,-39 40 0,39 0 0,0 0 0,-40 0 16,40 0-16,-39 0 0,-1 0 0,0 0 0,0 0 15,0 0-15,0 0 16,0 0-16,0 0 0,1 0 0,-1 0 0,0 0 16,0 0-16,0 0 15,40-40-15,1 40 0,-41 0 0,40 0 0,-40-40 16,40 40-16,-40 0 0,41 0 15,-41 0-15,40 0 0,-40-40 0,0 40 0,41 0 16,-41 0-16,0 0 16,0 0-16,0 0 0,-40-40 15,40 40-15,0 0 16,-40-40-16,41 40 16,-1 0-16,0 0 0,0 0 0,0 0 0,0 0 15,40 0-15,-39 0 16,39 0-16,-40 0 0,0 0 0,0 0 0,0 0 15,0-40-15,1 40 0,-1 0 16,0 0-16,0 0 16,0 0-16,0-41 15,0 41 1,0 0-16,1 0 0,-1 0 0,0 0 0,0 0 16,0 0-16,0 0 0,0 0 15,0 0-15,1 0 0,-1 0 16,0 0-1,0-40-15,0 40 16,0 0 0,0 0-16,0 0 0,1 0 15,-1 0-15,0 0 0,0 0 0,0 0 16,0 0 0,0 0-16,-80 0 171,40 40-124,0 1 0,0-1-31,-40-40-1,40 40 1,-40 0-16,40 0 16,0 0-16,-40-40 0,40 40 15,0 0 1,0 0-16,0 0 16,-40 1-16,40-1 15,0 0-15,0 0 0,0 0 16,0 0-16,0 0 15,0 0-15,0 0 16,0 1-16,0-1 16,0 0-16,0 0 0,0 0 15,0 0-15,0 0 0,0 0 0,0 0 16,0 0-16,0 1 16,0-1-16,0 0 0,0 0 15,-40-40 1,40-40 15</inkml:trace>
  <inkml:trace contextRef="#ctx0" brushRef="#br0" timeOffset="63556.3444">26885 8782 0,'-40'-40'15,"40"0"-15,-41 40 16,41-40 0,0 80 15,0 0 0,0 0-31,0 1 16,41-41-16,-41 40 0,0 0 0,0 0 15,40-40-15,0 40 16,-40 0-16,40 0 0,-40 0 0,40-40 16,-40 40-16,40 1 0,0-1 15,-40 0-15,40-40 16,1 0-1,-41-40 17,40 40-32,-40-40 0,0-1 15,40 41-15,-40-40 0,40 0 16,0 40 0,-40-40-16,40 40 0,-40-40 0,40 40 0,0-40 15,1 0-15,-1 40 16,0-40-16,0 40 0,-40-40 0,40 40 15,-40-41 1,40 1-16,-40 80 47,-40-40-47,40 41 0,0-1 31</inkml:trace>
  <inkml:trace contextRef="#ctx0" brushRef="#br0" timeOffset="65016.2652">26363 10106 0,'0'0'0,"0"-40"0,0 0 16,0 0-1,0 80 48,40-40-48,0 0 1,-40 40-16,40-40 0,-40 40 0,41-40 0,-41 40 16,0 0-16,40 0 0,-40 0 0,0 0 0,40 1 15,-40-1-15,0 0 0,0 0 16,0 0-16,0 0 0,0 0 0,0 0 0,40-40 16,-40 40-16,0 1 15,0-122 16,0 41-31,0 0 16,0-40-16,0 0 0,0 40 16,0-1-16,0 1 15,0-40-15,0 40 0,0 0 0,0 0 0,0 0 16,40 0-16,-40 0 0,0-1 16,0 82 15,40-1-16,-40 40-15,80-80 16,-80 40-16,41 0 0,-41 0 0,0 0 0,40 0 16,-40 0-16,40 1 0,-40-1 0,40-40 15,-40 40-15,40-40 16,-40 40-16,40-40 31,-40-40-31,0-40 0,40 80 16,-40-41-16,0 1 15,40 0-15,-40 0 0,41 0 0,-1 0 0,-40 0 16,40 0-16,-40 0 0,40 0 0,0-1 16,0 1-16,0 40 15,0 0 17,1 40-32,-41 1 15,40-41-15,-40 40 16,0 0-16,0 0 0,0 0 0,0 0 0,0 0 15,0 0-15,0 0 16,0 0-16,0 1 0,-40-1 0,40 0 0,0 0 16,0 0-16,0 0 0,0 0 15,0 0 1,40-40-16</inkml:trace>
  <inkml:trace contextRef="#ctx0" brushRef="#br0" timeOffset="65396.2438">28008 10306 0,'0'41'16,"0"-82"-16,40 82 31,-40-82-31,121-39 31,-121 0-15,-121 40-1,41 40 1,40 40-16,-80 40 31,39 81-15,121-1-1,201-80 1,-80-40 15,-81-40-15,-40-40-16</inkml:trace>
  <inkml:trace contextRef="#ctx0" brushRef="#br0" timeOffset="65896.2273">28289 10266 0,'40'-120'15,"-80"240"-15,80-280 16,-40 120-16,0 80 16,0 0-1,40 40 1,0-40-16,-40 0 0,0 1 16,41-41-16,-41 40 15,40 0-15,-40 0 0,40-40 16,0-40-1,-40 0 1,40 40-16,-40-40 0,0-1 0,40 1 16,0 0-1,-40 0-15,40 40 0,-40-40 0,0 80 32,41-40-32,-41 40 0,0 40 15,0-39 1,0-1-16,0 0 0,0 0 0,0 0 15,0 0 1,0-80 0,40 40-16,-40-40 15,40 40-15,-40-40 16,40 0-16,0 0 0,-40-1 0,40 41 0,-40-40 16,40 0-16,1 0 15,-1 40 16,-40 40-31,0 40 0,0-39 16,0-1-16,40 0 0,-40 0 16,40-40-16,-40 40 15,40-40-15,-40 40 16</inkml:trace>
  <inkml:trace contextRef="#ctx0" brushRef="#br0" timeOffset="66226.2165">29493 10026 0,'0'0'0,"0"-40"15,40 40 1,-40 40 0,0 40-1,0 0-15,40 40 31,-80 1-15,-80-81 0,80-40-1,-1-40-15,41-40 32,0-81-17,121 41 1,-41 40 15</inkml:trace>
  <inkml:trace contextRef="#ctx0" brushRef="#br0" timeOffset="67316.141">29694 9905 0,'40'0'0,"-80"0"0,80 41 31,0-41-31,-40 40 0,40-40 16,-40 40-1,0 0-15,0 0 0,40-40 16,-40 40-16,0 0 0,0 0 31,0-80 1,40 40-17,-40-40-15,40 0 16,0 0-16,1 40 0,-1-40 15,0 40 17,0 0-17,0 0 1,-40 40-16,40-40 31,-40-40-15,40 40-1,-40-40-15,0 0 16,0-1 109,0 82 63,0-1-188,0 0 31,0 0 109,0 0-124,0 0-16,0 0 0,0 0 0,0 0 16,0 0-16,0 41 15,0-41-15,0 0 0,0 40 0,0-40 0,0 0 16,0 41-16,0-41 0,0 0 16,0 0-16,-40 0 0,40 0 0,-40 0 0,40 0 15,-40-40-15,0 0 16,0 0-16,0 0 0,-1-40 15,1 0 1,0 0-16,40 0 0,-40 0 0,40 0 0,0 0 16,0-1-16,0 1 0,0 0 0,40 0 0,-40 0 15,80 0-15,-39 0 16,-1 0-16,0 40 0,0-40 0,40 40 0,-40 0 16,0-41-16,1 41 0,-1 0 15,0 0-15,0 0 0,0 0 0,-40 41 16,40-41-16,-40 40 15,0 0-15</inkml:trace>
  <inkml:trace contextRef="#ctx0" brushRef="#br0" timeOffset="68196.1586">27487 11590 0,'0'0'0,"80"0"0,-40 0 15,-40-40 1,40 40-16,0 0 0,0 0 16,0-40-16,1 40 0,-1 0 0,0 0 15,-40 40 1,0 0-16,40-40 0,-40 40 16,0 0-16,0 0 15,-80-40-15,80 40 0,-40 0 0,40 0 16,-81-40-16,81 41 15,-40-41-15,0 0 0,40-41 16,0 1 0,0 0-1,0 0-15,0 0 0,0 0 0,0 0 16,0 0-16,40 0 16,0 0-16,0 40 0,1 0 15,-41-41-15,40 41 16,0 0-16</inkml:trace>
  <inkml:trace contextRef="#ctx0" brushRef="#br0" timeOffset="68516.1381">28008 11470 0,'80'0'0,"-160"0"0,201 0 15,-81 0 1,80 0 0,-40 80-1,-40-40 1,-40 80-1,0-80 1,0 0 0,0-80-1,0-40 17,161-80-17,-1-1 1,-39 121 15,-81 40-15,0 0-16,-40 40 31</inkml:trace>
  <inkml:trace contextRef="#ctx0" brushRef="#br0" timeOffset="69496.0807">26122 12633 0,'-40'0'31,"40"-41"-31,0 1 16,0 0-16,40 40 15,0 0-15,41-40 16,-41 40-16,0 0 0,-40 40 16,40-40-16,-40 40 15,40-40-15,-40 81 0,0-41 0,40 0 16,-40 0-16,0 0 0,0 0 15,0 0-15,0 0 0,0 0 0,-40 1 0,40-1 16,-40 0-16,0 0 16,80-80 15,0-40-31,-40 39 16,80 1-16,-39 40 0,-1-40 0,0 0 0,-40 0 15,40 0-15,0 0 16,0 40-16,-40-40 0,40 40 0,0 0 0,-40-40 15,41 40-15,-41 40 16,0 40-16,0-40 16,0 0-16,0 0 0,0 0 0,0 0 0,-41 1 15,41-1 1,0 0-16,0 0 0,0-80 31,0 0-15,41 0-16,-41-1 15,40 1-15,-40 0 0,40 0 0,0 0 0,-40 0 16,40 40-16,0-40 0,-40 0 0,40 40 0,0-40 16,1 40-16,-1 0 15,0 0 17,-40 40-32,40 0 0,-40 40 15,0-40-15,0 0 16,0 0-16,0 0 0,0 1 0,-40-1 15,40 0 1,0 0-16,-40-40 0,40 40 16,40-40-1</inkml:trace>
  <inkml:trace contextRef="#ctx0" brushRef="#br0" timeOffset="69916.004">27687 12673 0,'0'40'16,"40"0"0,0 0-16,1-40 15,-1 40-15,0-40 16,0 0-16,0 0 0,0 0 0,0 0 15,0-40-15,1 0 16,-1 40-16,-40-40 0,0 0 16,40 40-16,-40-40 0,0-1 0,0 1 15,0 0 1,-80 40-16,80-40 0,-81 40 16,41 0-16,0 80 15,0-80-15,40 40 0,-40-40 16,40 41-16,-40-1 15,40 0-15,0 0 0,0 0 16,0 0-16,0 0 0,40 0 0,0 0 16,0-40-1,-40 41-15,40-41 0,0 0 0,0 0 16,1 0 0,-41-41-16,40 41 0,-40-40 0,40 40 15</inkml:trace>
  <inkml:trace contextRef="#ctx0" brushRef="#br0" timeOffset="70435.9941">28289 12673 0,'40'-81'16,"-80"162"-16,80-202 16,0 121-1,0 0 1,1 40-16,-41 1 16,40-41-1,-40 40-15,0 0 0,0 0 0,0 0 16,0 0-16,0 0 15,0 0-15,0 0 16,40-40 15,-40-40-31,40 40 0,-40-40 0,40 0 16,-40 0-16,40 40 0,-40-40 16,40 0-16,-40 0 15,40 40-15,-40 40 47,41-40-47,-41 40 0,0 0 0,0 0 16,0 0-1,40-80 17,-40-40-17,40 40-15,0 0 16,0 40-1,0 40 1,-40 0-16,40-40 16,-40 40-16,41 0 0,-1 0 15,-40 0-15,40 0 0,0 1 0,0-41 0,-40 40 16,40 0-16,0 0 16,0-40-16,1 40 0,-1 0 0,0-40 15,-40-40 1</inkml:trace>
  <inkml:trace contextRef="#ctx0" brushRef="#br0" timeOffset="70775.9504">29573 12633 0,'0'40'46,"40"-40"-46,-40 40 16,0 0-16,0 0 0,0 0 0,0 0 0,0 0 16,0 0-1,0 1-15,0-1 0,0 0 16,-40-40 0,0 0-16,0 0 0,0-40 15,40 0 1,0-1-16,0 1 0,0 0 15,0 0-15,0 0 16,0 0-16,0 0 0,0 0 0,0 0 16,40 40-16,0 0 15,-40-41 1,40 41-16,0 0 16</inkml:trace>
  <inkml:trace contextRef="#ctx0" brushRef="#br0" timeOffset="71485.9662">29814 12552 0,'40'0'15,"0"0"-15,-40 40 16,40-40 0,0 41-1,1 39 1,-41 0 15,-41-40-15,1-40-16,40-80 31,40 40-15,41-40-1,-1-1 1,-40 41-1,0 40 1,40 0-16,41 0 31,-121 40 1,0 0-1,40 1-31,0-41 15,0 0-15,0 0 0,0 0 16,41 0-16,-41 0 0,0 0 0,0 0 0,0 0 16,0 0-16,-40-41 0,0 1 15,0 0 1,-40 40 0,0 0-1,0 40 1,40 0-1,-40-40-15,40 41 0,0-1 0,-40 0 16,40 0-16,0 0 0,0 0 0,0 0 16,0 0-16,0 0 0,0 1 15,0-1-15,0 0 0,0 0 0,0 0 0,0 0 16,0 0-16,0 0 16,-40 0-16,40 0 0,-41 1 0,41-1 0,-40 0 15,0-40-15,40 40 0,-40-40 16,0 40-16,0-40 0,0 0 0,0 0 15,-1 0-15,1-40 16,0 40-16,0-40 0,0 40 0,0-40 16,40 0-16,0-1 0,0 1 0,0-40 0</inkml:trace>
  <inkml:trace contextRef="#ctx0" brushRef="#br0" timeOffset="71845.9454">31499 11951 0,'0'-40'31,"-40"40"-31,40 40 31,0 0-15,0 0-16,0 40 0,0-40 16,0 0-16,0 1 0,0-1 15,0 0-15,0 0 0,0 0 0,0 0 0,0 0 16,0 0-16,0 0 15,0 0-15,0 1 0</inkml:trace>
  <inkml:trace contextRef="#ctx0" brushRef="#br0" timeOffset="72625.8474">31620 12552 0,'0'0'0,"40"0"0,0 0 31,0-40-31,80-40 16,1-40 15,-121 40-15,-40 39-1,-41 41 1,41 41-1,-40 39 1,40 80 0,40-120-16,0 40 15,80-39 1,81-1 0,-81-40-1,120-121 1,-119 81-1,-41-120 1,-40 40 0,0 160 31,0 0-32,0 0-15,0 0 0,0 0 16,0 0-16,0 0 15,0 0-15,0 0 0,0 1 0,0-1 0,0 0 16,0 0-16,0 0 0,0 0 16,-40-40-1,0 0-15,40-40 16,0 0 0,40 0-16,0 0 15,-40 0-15,80-1 0,-40 41 16,0-40-16,0 0 0,1 0 0,-1 0 0,0 0 15,0 0-15,0 40 16,0-40-16,-40 0 0,40 40 0,1-40 0,-41-1 16,0 1-16,0 80 47,0 1-32,0-1-15,0 0 0,0 0 0,0 40 16,0-40-16,0 0 0,0 0 15,0 41-15,-41-41 0,41 0 0,0 0 0,0 40 16,0-40-16,0 0 0,-40 0 0,0 1 0,0-1 16,0 0-16,0-40 15,-41 40-15,1-40 0,-40 0 0</inkml:trace>
  <inkml:trace contextRef="#ctx0" brushRef="#br0" timeOffset="105454.0233">30937 13194 0,'-40'40'0,"121"-40"16,280 120-1,-161 201-15</inkml:trace>
  <inkml:trace contextRef="#ctx0" brushRef="#br0" timeOffset="107883.8281">28690 13555 0,'0'-40'0,"0"-40"16,0 160-16,0-120 156,-40 40-109,40 40-31,-40-40-1,40 40-15,0 0 0,-40-40 16,0 40 0,40-40-16,-40 0 0,40 40 15,-40-40 1,40 40-16,-41 1 0,41-1 16,0 0-16,0 0 0,0 0 0,0 0 0,0 0 15,0 0-15,41 0 16,-41 0-16,40 1 0,-40-1 0,40 0 0,0 0 15,0-40-15,-40 40 0,40 0 16,0 0-16,-40 0 0,40 0 0,1 1 0,-1-1 16,0 0-1,0-40-15,0 0 0,0 40 16</inkml:trace>
  <inkml:trace contextRef="#ctx0" brushRef="#br0" timeOffset="108323.8038">29413 13715 0,'0'0'15,"-81"0"1,162 0-16,-162-40 31,122 80-31,-82-40 16,1 41 0,0 39-1,40 0 1,0-40-16,40 0 15,0 0-15,1-40 0,-41 40 16,80 41 0,-80 39 15,0-80-31,-40 0 16,-41-80 15,41-40-16</inkml:trace>
  <inkml:trace contextRef="#ctx0" brushRef="#br0" timeOffset="108643.7648">29814 13515 0,'-80'0'16,"200"0"0,-120 40-16,0 80 31,40 41-16,0-81 1,-40-40-16,40 120 16,1-119-16,-1-1 15,-40 0 1</inkml:trace>
  <inkml:trace contextRef="#ctx0" brushRef="#br0" timeOffset="109463.7931">29894 14157 0,'40'0'16,"-40"-41"-16,-120 41 31,401 0-31,-201-40 0,-40-40 0,0 40 31,121 0-31,-1 0 31,-200-241-31,120 522 16,-200-281-16,120-81 16,40 242-1,-80-81 1,-80 0-1,-1 80 17,121-40-32,81-80 0,-122 121 31,82-121-31,39 40 16,-80-120-16,160 120 0,-240 0 0,160-120 31,-40-121-16,41 201 1,-121-80-16,40 40 16,0 0-16,40 40 15,-80 80 1,120-40 0,-160 80-1,120-80-15,-40-40 16,120 81-16,-120-322 15,120 482 1,-79-402 0,39 41-1,-40 160-15,-40-160 16,0 80-16,-201-1 16,362-79-16,-201 40 31,0 80-31,-1 0 15,41 0 1,0 0-16,41 80 0,-443 0 31,763-160-31,-361 120 0,41 81 16,-122-162-16,202 162 16,-121-81-16,0-40 0,40 80 0,-201 80 15,362-160-15,-161 41 16,-80-1-1</inkml:trace>
  <inkml:trace contextRef="#ctx0" brushRef="#br0" timeOffset="109773.7225">31218 13916 0,'-40'0'15,"80"0"-15,-120-160 16,-161 520-16,602-560 31,-481 400-31,401-440 16,-321 200-16,120 0 15,-80-41 1,0 81 0,0-40-1,40 40-15,-40 0 16,-80 121-1,200-202-15,-120 122 0,0-1 16,0 0-16,0 0 16,0 0-16,0 0 0,0 0 15,0 0-15,0 0 16,0 0-16</inkml:trace>
  <inkml:trace contextRef="#ctx0" brushRef="#br0" timeOffset="109933.7671">31620 13435 0,'200'-40'16,"-400"80"-16,79-161 15,121 242-15</inkml:trace>
  <inkml:trace contextRef="#ctx0" brushRef="#br0" timeOffset="110223.7053">32221 13515 0,'0'0'0,"-120"0"31,120 80-31,-40 0 16,40 1 0,0-41-16,0 40 15,80 0-15,0-80 16,81 0-1,-41-40 1</inkml:trace>
  <inkml:trace contextRef="#ctx0" brushRef="#br0" timeOffset="111963.6485">28690 8502 0,'40'0'0,"1"0"32,-41 0-32,0 40 15,0-80-15,-81 40 16,162 0-16,-81 40 16,0-80-16,80 0 15,-160 80 1,39-120-16,82 160 0,-82-80 0,162 0 15,-242 0-15,81 0 0,40 0 16,-40 40-16,0 0 0,40 0 0,0 0 16,0 0-16,-40 0 15,40 41-15,0-41 0,0 40 0,40-40 0,-80 40 16,80 0-16,-40-39 0,80 39 16,-80-40-16,40 40 0,1-40 0,-41 0 0,40 0 15,0-40-15,-40 40 0,40-40 0,0 0 0,-40 41 16,40-41-16,0 0 15,1 0-15,-41-41 0,40 41 0,-40-40 16,40 0-16</inkml:trace>
  <inkml:trace contextRef="#ctx0" brushRef="#br0" timeOffset="112693.547">29453 8662 0,'0'-40'31,"-40"40"-15,0 0-1,40 40-15,-41-40 16,1 40-16,0-40 0,80 80 0,-80-39 0,40-1 16,0 0-16,0 0 15,0 0-15,0 0 0,0 0 0,0 40 16,0-160-16,40 120 0,0-40 16,1 0-16,-1-40 15,0 40-15,-40-40 0,40 40 0,-40-80 16,40 80-16,-40-40 15,40 0-15,-40 0 0,0-1 0,0 1 0,40 0 16,-40 0-16,0 0 0,0 40 16,0-40-16,0 0 0,-40-40 0,40 40 0,-80-1 15,80 41-15,0-40 16,0 0-16,-40 0 0,40 40 0,-40 0 0,40-40 16,-40 40-16,40-80 15,0 160-15,0-40 16,0 0-16,40-40 0,-80 40 0,40 0 15,40-40-15,-40 41 16,0-1-16,40 0 0,-40 0 0,0 0 16,0 0-16,40 0 0,-40 0 15,40 0-15,40-40 0,-120 81 0,80-41 0,-40 0 16,40 0-16,1 0 16,-41 0-16,40-40 0,0 40 0,-40 0 0,40 0 15,0-40-15,-40 41 0,40-41 0,-40 0 16,40 0-16,-40 0 0</inkml:trace>
  <inkml:trace contextRef="#ctx0" brushRef="#br0" timeOffset="113343.5738">30055 8622 0,'0'0'16,"-40"0"-16,40-40 31,-41 40-31,1 0 16,80 0-1,1 40-15,-82-40 16,122 0-16,-81 40 0,40-40 0,0 0 0,-40 40 15,40-40 1,0 40-16,0-40 0,41-80 16,-122 160-16,41-120 15,0 40-15,0-40 16,0 0 0,0 40-16,0-40 0,-40 40 0,40-40 0,-40 40 15,40 0-15,0-40 0,0 80 31,0 40-31,0-80 0,0 40 16,0 0-16,0 0 16,40 0-16,-40 1 0,0-1 0,40 40 0,-40-40 15,0 0-15,41 0 0,-41 40 16,0-39-16,0-1 0,0 0 0,0 0 0,0 0 16,-41 0-16,82 0 0,-41 0 0,-41-40 0,41 40 15,-40-40 1,0 0-16,40-40 15,-40 40-15,0-80 16</inkml:trace>
  <inkml:trace contextRef="#ctx0" brushRef="#br0" timeOffset="113823.4764">30697 8341 0,'0'0'16,"40"0"-16,0 0 31,0 40-16,0 1 1,40-41-16,-120 160 16,80-160-16,-40 40 0,0 40 15,0-40-15,0 0 16,-40-40-16,80 0 16,1 0-1,-41-80 1,40-80-1,-40 120-15,40-81 32,0 81-32,-40 40 0,0 81 31,40-41-31,-40 120 16,0-120-16,40 40 31,-40-40-31,40-40 0,0 0 15</inkml:trace>
  <inkml:trace contextRef="#ctx0" brushRef="#br0" timeOffset="114253.5207">31539 8381 0,'-120'-40'15,"160"40"-15,-80 0 32,40 40-1,0 1-31,0-1 0,0 0 16,0 0-16,0 0 15,0 0-15,40-40 47,-40-40-47,40 0 0,-40 0 16,0 0-16,40 0 15,-40-1-15,0 1 0,0 0 32,0 80-17,0 41-15,0-81 0,40 40 16,-40 0-16,0 0 15,0 0-15,41-40 0,-41 40 0,40-40 0,0 40 16,0-40 0,0 0-1,-40-40-15,40 0 16</inkml:trace>
  <inkml:trace contextRef="#ctx0" brushRef="#br0" timeOffset="115173.4413">31941 8181 0,'0'0'0,"40"0"0,0 0 94,-40 40-94,40-40 16,-40 40-16,0-40 0,40 40 0,-40 0 0,0 0 15,40 1 1,-40-1-16,0-80 47,0-1-47,0 1 16,0 0-16,40 40 0,-40-40 15,0 120-15,0-160 0,40 80 0,-40 80 16,0-160-16,41 120 15,-82-80-15,1 40 0,121 0 0,-81 40 0,40-40 16,-40 40 0,0 0-16,40-40 31,-40-40-15,0 0-16,0 0 0,40 0 15,-40 0-15,0 0 0,0 0 16,0 80 15,40-40-31,-40 40 0,40 0 16,-40 0-16,0 0 15,40-40-15,-40 40 0,40 0 0,-80-40 0,40 41 16,40-41 0,-40 40-16,41-40 15,-41-40-15</inkml:trace>
  <inkml:trace contextRef="#ctx0" brushRef="#br0" timeOffset="115353.457">32623 8101 0,'-40'40'16,"-41"-40"-16,162 80 16,-81-40-16,0 40 31,0-40-31,40 1 0,-40-1 15,40-40-15,-40 0 16,40 0-16</inkml:trace>
  <inkml:trace contextRef="#ctx0" brushRef="#br0" timeOffset="115533.4464">32462 7860 0,'-40'0'16,"80"0"-16,-80 0 0,-40 0 16,40 0-16,-41 0 15,162 0 1,-41-40-16</inkml:trace>
  <inkml:trace contextRef="#ctx0" brushRef="#br0" timeOffset="115813.4304">33024 7860 0,'0'0'15,"-40"0"-15,0 40 16,40 0-1,0-120-15,-40 240 16,40-119-16,0 79 16,-81-40 15,282-40-15,-161-40-16,0 0 0,0-80 15,1 80-15,-1-80 16</inkml:trace>
  <inkml:trace contextRef="#ctx0" brushRef="#br0" timeOffset="116003.42">33144 7339 0,'-120'40'15,"240"-80"-15,-160 80 0,40 0 16,40 0-16,1-40 0,39 120 15,-40-80-15,80 161 32,-120-81-32,40-80 0,-40 241 31,0-241-31,-80 40 0</inkml:trace>
  <inkml:trace contextRef="#ctx0" brushRef="#br0" timeOffset="121393.0427">8707 15440 0,'41'0'0,"-1"0"31,0 0 1,-40-40-32,40 40 31,0 0-15,-40-40 15,40 40-31,0 0 15,-40-40-15,40 40 16,1-40-16,-1-1 0,0 1 16,0 0-1,-40 0-15,40 40 0,-40-40 0,40 0 0,-40 0 16,40 0-16,-40 0 0,0-1 0,0 1 16,0 0-1,0 0-15,0 0 0,0 0 0,0 0 16,0 0-16,-40 0 15,40 0-15,-40 40 16,40-41 0,-40 41-1,0 0 79,40 41-78,-40-1 15,40 0-15,0 0-1,0 0-15,0 0 0,-40-40 0,40 80 0,0-40 16,0 0-16,0 1 15,0 39-15,0-40 0,0 40 0,0-40 0,0 0 16,0 41-16,0-41 0,40 40 16,-40-40-16,0 0 0,40 0 0,-40 0 0,0 0 15,0 0-15,0 1 16,40-1-16,-40 0 0,0 0 0,0 0 0,0 0 16,40 0-16,-40 0 0,0 0 0,0 1 15,0-1-15,0 0 16,0 0-16,0 0 0,0-80 47,0 0-32,0 0-15,40 0 0,-40-1 16,40 1-16,-40 0 0,0 0 0,40 0 16,-40 0-1,41 0-15,-41 0 0,40 0 0,0-1 16,0 1-1,-40 0-15,40 40 0,0 0 16,0 0 15,-40 40-15,40 0-16,-40 1 16,0-1-16,0 0 0,41 0 15,-41 0-15,0 0 16,0 0-16,0 0 0,40 0 15,-40 1-15,40-1 16,0 0-16,0-40 16,-40 40-16,40-40 15,0 0 1</inkml:trace>
  <inkml:trace contextRef="#ctx0" brushRef="#br0" timeOffset="121793.0305">10513 14798 0,'-40'-40'15,"80"80"-15,-120-80 0,40 40 0,0 0 0,-1 40 16,1 0 0,0 121-1,40 39 16,40-79-31,-40-81 0,40 160 32,1-160-32,-41 0 0,40 1 0,40 119 31,-40-120-31,0-40 0,0 0 16,0 0-16,1 0 0</inkml:trace>
  <inkml:trace contextRef="#ctx0" brushRef="#br0" timeOffset="122273.0772">10834 15159 0,'0'0'15,"0"-40"-15,80 40 31,-39 0-31,79 0 16,-80 0-16,0 40 0,0 0 16,-40 0-16,40 41 31,-40-41-31,0 0 0,0 0 0,0 0 16,-40 0-1,0-40 1,40-40-1,0-120 1,80 79 15,-39 41-31,39 0 16,80 40 0,-39 0-1,-81 121 16,-40 79-15,0-160 0,0 0-16,-40 81 15,40-81-15,-40-40 16,-1 0-16</inkml:trace>
  <inkml:trace contextRef="#ctx0" brushRef="#br0" timeOffset="122632.9641">12078 14518 0,'40'40'0,"0"0"47,-40 0-47,0 0 16,40-40-16,-40 40 0,0 0 0,41 0 0,-41 0 15,0 0-15,40 1 16,-40-1-16,0 40 0,0-40 0,40 0 0,-40 0 15,0 40-15,0-39 16,0-1-16,-80 40 0,80-40 0,0 0 0,-41 0 16,41 0-16,0 40 0,-40-39 15,0-1-15,40 0 0,-40 0 0,0-40 16</inkml:trace>
  <inkml:trace contextRef="#ctx0" brushRef="#br0" timeOffset="123023.018">13041 15159 0,'-40'0'0,"40"40"16,-40-40-16,80 0 31,-40-40-16,80 40-15,-40 0 0,0-40 0,1 40 0,39 0 16,-40 0-16,0 0 0,0 0 16,0 0-16,0 0 0,1 0 0,-1 0 15,-40-40-15,40 40 16,0 0-16,-40-40 0,40 40 0</inkml:trace>
  <inkml:trace contextRef="#ctx0" brushRef="#br0" timeOffset="123273.0033">13402 15721 0,'-80'40'16,"160"-80"-16,-200 120 15,120-40-15,40-40 16,120-40-1,-119 40-15,119-40 32,-120 0-32,0 40 0,0 0 15,1 0 1,-1 0-16</inkml:trace>
  <inkml:trace contextRef="#ctx0" brushRef="#br0" timeOffset="124072.8862">14807 14638 0,'-40'0'0,"40"40"16,-41-40-16,1 0 0,40 40 78,-40 0-78,40 0 0,0 0 0,0 0 16,0 41-16,-40-41 0,40 0 15,0 40-15,0-40 0,0 0 0,0 0 0,0 1 16,40-1-16,-40 0 16,40-40-16,-40 40 0,40-40 0,1 0 0,-1 40 15,0-40-15,0 0 16,0 0-16,0-40 0,0 0 16,0 0-16,-40 0 0,41-1 15,-41 1 1,40 0-16,-40 0 0,40 0 0,-40 0 15,0 0-15,0 0 0,40 40 16,-40-40-16,0-1 0,0 1 0,0 0 16,0 0-1,0 0-15,0 0 16,-40 40 0,40 40-1,0 0 16,-40 0-31,40 0 16,0 0-16,0 1 16,0-1-16,0 0 0,-40 0 0,40 0 15,0 0-15,0 0 16,0 0-16,0 0 0,0 1 0,40-41 16,-40 40-16,0 0 0,80-40 0,-80 40 0,40 0 15,0-40 1,-40 40-16,40-40 0</inkml:trace>
  <inkml:trace contextRef="#ctx0" brushRef="#br0" timeOffset="124492.8757">15930 14437 0,'-80'0'16,"160"0"-16,-200 40 31,80-40-31,0 81 16,40-41-1,0 0 1,0 40-16,0-40 16,0 40-16,0 41 15,40-81-15,-40 0 0,40 80 31,0-40-31,40 41 32,-40-81-32</inkml:trace>
  <inkml:trace contextRef="#ctx0" brushRef="#br0" timeOffset="125012.9048">16131 14838 0,'-40'0'16,"80"0"-16,-120-40 15,80 0-15,40 40 16,0-40-16,40 40 16,0 80-1,-40 121 16,-40-161-31,0 0 0,0 80 32,0-80-32,0 1 15,0-82 17,0 1-32,0 0 0,0 0 15,0 0-15,41 40 16,-41-40-16,40 0 0,0 0 0,-40 0 15,40 40-15,0-41 16,0 1-16,0 40 16,0 0-1,1 0-15,-1 40 16,0 1-16,0-41 0,-40 40 16,40-40-16,-40 40 0,40 0 15,-40 0-15,0 0 0,0 0 16,0 0-1,0 0-15,-40-40 0,40 41 0,0-1 16,-40-40 0,40 40-16,-40-40 15</inkml:trace>
  <inkml:trace contextRef="#ctx0" brushRef="#br0" timeOffset="125302.887">17134 14477 0,'40'0'31,"-40"41"-31,161 79 32,-161-80-32,80 120 15,-80-120-15,0 1 0,0 39 16,0 40-16,-121 81 16,41-81-16,-120 121 0</inkml:trace>
  <inkml:trace contextRef="#ctx0" brushRef="#br0" timeOffset="394935.374">7223 11229 0,'-40'0'0,"40"40"0,-41-40 140,82 0-62,-1 0-62,0 0 0,0 0-16,0 40 15,0-40 1,0 0-16,1 0 15,-1 0-15,0 0 16,0 0 0,0 0-16,0 0 0,0 0 0,0 0 15,1 0-15,-1 0 16,0 0-16,0 0 0,0 0 16,0 0-1,0 0 1,0 40-1,1-40-15,-1 0 0,0 0 16,0 0-16,-40 40 0,40-40 0,0 0 0,0 0 16,0 0-1,1 0-15,-1 0 0,0 0 16,0 0 0,0 0-16,0 0 15,0 0-15,0 0 16,1 0-16,-1-40 0,0 40 15,0 0-15,-40-40 0,40 40 0,0 0 16,0 0-16,0 0 16,-40-40-16,41 40 0,-1 0 15,0 0 1,0 0-16,0 0 0,0 0 16,0 0-1,0 0-15,1 0 0,-1 0 16,0 0-16,0 0 0,0 0 15,0 0-15,0 0 0,0 0 0,1 0 16,-1 0-16,0 0 16,-40-40-1,40 40-15,0 0 0,0 0 32,0 0-32,0-40 0,1 40 15,-1 0 1,0 0-16,0-40 0,0 40 0,0 0 15,0 0-15,0 0 16,1 0 0,-1 0 15,0 0-15</inkml:trace>
  <inkml:trace contextRef="#ctx0" brushRef="#br0" timeOffset="396055.311">5818 11951 0,'0'-40'0,"40"40"47,-120 0-16,40 40-15,0-40 0,40 40-16,0 0 15,0 0 1,0 0-16,0 0 15,0 0-15,0 1 0,0-1 16,0 0-16,0 0 16,0 0-16,40-40 0,-40 40 0,0 0 15,0 0-15,0 0 16,0 0-16,0 1 0,0-1 16,0 0 15</inkml:trace>
  <inkml:trace contextRef="#ctx0" brushRef="#br0" timeOffset="396745.1956">5858 12111 0,'-40'0'15,"80"0"-15,-80-80 16,80 80-16,-40-40 0,0 0 16,0-40 15,81 39-15,-1 1-1,0 0 1,0 40-1,-39 0-15,39 80 16,-80 41 15,-80 39-15,39-39 0,-119-1 15,40-40-16,79-80 1,41 40 0,-40-40 15,40-40-31,0 0 31,0 0 0,40 40-31,1 40 47,-41 0-47,40-40 0,0 40 16,-40 0-16,40-40 16,-40 40-16,0 0 0,40-40 0,-40 41 15,40-1 1,0-40-16,0 0 15,-40 40-15,41-40 0,-1 0 32,0 0-32,0 0 15</inkml:trace>
  <inkml:trace contextRef="#ctx0" brushRef="#br0" timeOffset="397455.2297">6701 12071 0,'0'0'0,"0"-40"16,0 80 31,-40-40-31,40 40-16,0 0 15,-40-40-15,40 40 0,-40-40 16,40 41-16,0-1 15,-40-40-15,40 40 0,0 0 16,0 0-16,-41-40 0,41 40 16,41-40-1,-41 40-15,40-40 16,0 0 0,0 0-16,0 0 0,0 0 15,0 0-15,0 0 16,1 0-16,-1 0 15,0 0 17,-40-40-17,40 40-15,-40-40 16,0 0-16,0 0 0,0 0 16,0 0-16,0-1 15,0 1 1,-40 0-1,0 40 1,0 0 15,-1 0-31,1 0 32,0 0-1,40 40-31</inkml:trace>
  <inkml:trace contextRef="#ctx0" brushRef="#br0" timeOffset="397985.1242">7343 11911 0,'-40'0'31,"0"40"-16,0 0 1,40 0 0,-40-40-16,40 40 0,-41-40 15,41 40 1,-40-40-16,40 40 0,0 0 16,-40 1-1,40-1-15,0 0 16,40-40-1,-40 40-15,40-40 0,1 0 16,-41 40-16,40-40 16,-40 40-16,40-40 15,-40 40 1,40-40 0,0 0-16,-40-40 15,40 40 1,-40-40-16,40 40 0,1 0 15,-1-40-15,0 40 32</inkml:trace>
  <inkml:trace contextRef="#ctx0" brushRef="#br0" timeOffset="399605.0316">8667 11871 0,'-40'0'31,"0"0"0,0 0-15,40 40-16,-40-40 0,0 0 15,40 40-15,-40-40 0,40 40 16,-41-40-16,1 0 0,40 40 0,-40-40 0,40 40 16,-40-40-16,40 40 15,-40-40-15,40 40 0,80 0 32,-40-40-32,41 0 15,-41 0 1,-40 41-16,40-41 0,0 0 0,0 40 15,0-40-15,-40 40 16,0 0 0,-40 0-1,-40 0 1,40-40-16,0 40 0,-1 0 16,1-40-16,0 0 0,0 40 15,0-40-15,0 0 0,0 0 16,0 0-1,40-40 1</inkml:trace>
  <inkml:trace contextRef="#ctx0" brushRef="#br0" timeOffset="400135.0783">8868 11830 0,'0'41'0,"0"-1"31,0 0-15,0 0-16,0 0 16,0 0-1,0 0-15,0 0 0,0 0 0,0 1 16,-40-1 0,40 0-16,0 0 0,0 0 15,0 0 1,0-80 15,0 0-15,40-40-16,-40 40 15,40 40-15,-40-41 16,40 41 0,0 0-1,0 0-15,-40 41 0,41-1 16,-41 0-16,0 0 15,40 0-15,-40 0 16,0 0-16,0 0 0,40-40 16,0 0-1</inkml:trace>
  <inkml:trace contextRef="#ctx0" brushRef="#br0" timeOffset="400444.984">9390 12111 0,'0'-40'16,"-41"40"0,82 40-1,-1 0 1,-40 0-16,0 1 31,0-1-31,0 0 0,0 0 16,-40 0-16,40 0 15,-41-40 1,1 0-16,0 0 31,40-40-31,-40 40 0,40-40 16,0 0-16,0 0 31,0 0-15,40 40-16,0 0 15</inkml:trace>
  <inkml:trace contextRef="#ctx0" brushRef="#br0" timeOffset="401104.9644">9550 12151 0,'-40'0'0,"40"-40"16,40 40-1,-40-40 1,40 40-16,0 0 31,-40 40-31,0 0 16,0 0 0,0 1-16,40-41 0,-40 40 15,0 0 1,41-40-1,-41 40-15,0-80 32,0 0-17,40 0 1,-40 80 15,40-40-31,0 0 16,-40 80-16,40-80 0,0 40 15,0-40 1,0 0 0,-40-40-1,41 0-15,-41 0 0,0 0 16,40-1-16,-40 1 16,0 0-16,0 0 0,0 0 0,0 0 15,0 0-15,0 0 16,-40 40-16,40-40 0,0-1 0,0 1 15,-41 40 17,41 40-1,0 1-15,0-1-1,0 0-15,0 0 0,0 0 0,0 0 0,0 0 16,0 0-16,41 0 0,-41 1 0,0-1 15,0 0-15,0 0 16,40 0-16,-40 0 0,40 0 0,0-40 16</inkml:trace>
  <inkml:trace contextRef="#ctx0" brushRef="#br0" timeOffset="401574.9944">10593 12071 0,'-40'0'0,"80"0"0,-80 40 31,40 0-15,-40 0-1,40 41 1,0-1 15,40-80-15,40-120-1,-39-41 17,-41 1-17,-81-1 1,41 121-1,40 80 17,-40 40-17,40 1 1,0-1-16,40 161 31,0-41-15,-40-40-16</inkml:trace>
  <inkml:trace contextRef="#ctx0" brushRef="#br0" timeOffset="402344.8756">6139 13675 0,'-40'0'0,"0"0"46,0 0-30,0 0 0,0 40-16,40 1 15,-40-41-15,40 40 0,0 0 16,0 0-16,0 0 16,0 0-16,0 0 15,80 0-15,-80 0 0,40-40 0,0 40 16,0-40-16,0 41 0,0-41 0,1 0 0,-1 0 15,0 0-15,0 0 0,0 0 16,0 0-16</inkml:trace>
  <inkml:trace contextRef="#ctx0" brushRef="#br0" timeOffset="402654.9324">6741 13675 0,'0'0'15,"0"40"-15,40 1 32,41 39-17,-81 0 1,0-40-16,-41 40 31,1-40-15,-80-80-1,80-80 1,40 0 15,40 39-15,40 41 0</inkml:trace>
  <inkml:trace contextRef="#ctx0" brushRef="#br0" timeOffset="403004.837">7022 13595 0,'0'40'16,"0"0"-16,40-40 0,-40 40 31,40-40-31,-40 41 0,40-41 16,-40 40-16,0 0 15,41 0-15,-41 0 16,0-80 46,40 40-62,-40-40 0,40 40 0,-40-40 0,40 0 16,0 40 0,0 0-1,0 0 1,-40 40-16,0 0 15,41-40-15,-41 40 0,0 0 16,0 0 0,0 0-16,40-40 31</inkml:trace>
  <inkml:trace contextRef="#ctx0" brushRef="#br0" timeOffset="403334.8935">7825 13515 0,'-40'-40'31,"-1"40"-31,41 40 32,-40 0-32,0 40 31,40 0-16,40-39 1,0 39 0,1 0 15,-41-40-15,-81 40-1,-39-80 1,40-40-1</inkml:trace>
  <inkml:trace contextRef="#ctx0" brushRef="#br0" timeOffset="403494.8121">7985 13555 0,'0'0'0</inkml:trace>
  <inkml:trace contextRef="#ctx0" brushRef="#br0" timeOffset="403924.7886">8065 13515 0,'0'40'16,"0"0"15,0 0-15,0 0-1,0 0-15,0 1 0,0-1 0,0 0 16,0 0-16,0 0 16,0 0-16,0 0 0</inkml:trace>
  <inkml:trace contextRef="#ctx0" brushRef="#br0" timeOffset="404094.8534">8186 13234 0,'-80'0'16,"160"0"-16,-160 40 0,39-40 15</inkml:trace>
  <inkml:trace contextRef="#ctx0" brushRef="#br0" timeOffset="404444.7566">8427 13475 0,'0'0'0,"-41"0"31,41 40-15,0 0 15,41 0-31,-41 0 15,80 0 1,-80 0-16,0 1 0,40-41 16,-40 40-1,0 0-15,0 0 16,-40-40 0,0 0-16,0 0 31,40-40-31,-41 40 0,41-40 0,0 0 15</inkml:trace>
  <inkml:trace contextRef="#ctx0" brushRef="#br0" timeOffset="404764.7362">8828 13234 0,'0'-40'16,"0"80"15,0 0-15,0 0-16,0 0 0,0 1 15,0-1-15,0 0 0,0 0 0,40-40 16,-40 40-16,0 0 16,0 0-16,40 0 0,-40 0 0,40 1 15,-40-1-15,0 0 16,40-40-16,-40 40 0</inkml:trace>
  <inkml:trace contextRef="#ctx0" brushRef="#br0" timeOffset="404994.7268">8828 13595 0,'-40'40'16,"80"-80"-16,-80 120 0,0-80 15,120-40 1,-40 0-16,0 40 15,121-120 17,-121 80-32</inkml:trace>
  <inkml:trace contextRef="#ctx0" brushRef="#br0" timeOffset="405444.6973">9630 13154 0,'0'40'0,"0"0"62,0 0-62,0 0 16,0 0-16,0 1 16,40-1-16,-40 0 0,0 0 0,0 0 0,0 0 15,41 0-15,-41 0 16,0 0-16,0 1 0,0-1 0,0 0 0,0 0 15</inkml:trace>
  <inkml:trace contextRef="#ctx0" brushRef="#br0" timeOffset="406044.6656">9991 13274 0,'0'40'16,"41"-40"0,-1 0-1,0 0 1,0 0-16,-40-40 0,40 40 15,0 0-15,-40-40 0,0 0 32,0 80 15,0 0-32,0 0-15,0 0 16,0 1-16,0-1 0,-40 0 15,40 0-15,-40 0 16,40 0-16,0 0 0,0 0 0,-40 0 16,0 1-1,40-1-15,0-80 63,40 40-48,0 0 1,0 0-16,0 0 16,0 0-16,0 0 31,1 0-31,-1 0 0,0-41 31</inkml:trace>
  <inkml:trace contextRef="#ctx0" brushRef="#br0" timeOffset="406344.6462">10513 13154 0,'0'0'0,"0"-40"15,0 0 1,40 40-1,-40 40 17,0 0-17,0 0 1,0 0-16,0 0 0,0 0 16,0 0-16,0 1 15,0-1-15,0 0 0,0 0 0,0 0 16,40 0-16,-40 0 0,0 0 15,0 0-15,0 1 16</inkml:trace>
  <inkml:trace contextRef="#ctx0" brushRef="#br0" timeOffset="406564.6737">10674 13435 0,'0'40'0,"40"-40"31,0 0-15,0-40-1,0 40-15,-40-40 0,40 40 16,-40-41-16,40 41 0</inkml:trace>
  <inkml:trace contextRef="#ctx0" brushRef="#br0" timeOffset="406864.6763">11035 13515 0,'0'0'15,"0"40"-15,40-40 110,0 0-110,0 0 15,-40-40-15,40 40 16,0-40-16</inkml:trace>
  <inkml:trace contextRef="#ctx0" brushRef="#br0" timeOffset="407284.6713">11356 12994 0,'0'40'16,"0"0"15,0 0 0,0 0-15,0 0-16,0 0 0,0 0 15,0 0-15,0 0 0,0 1 16,0-1-16,0 0 0,0 0 0,0 0 0,0 0 16,0 0-16,0 0 15</inkml:trace>
  <inkml:trace contextRef="#ctx0" brushRef="#br0" timeOffset="407804.6417">10874 13354 0,'-40'0'0,"80"0"62,0 0-46,1 0 15,-1 0-31,0 0 0</inkml:trace>
  <inkml:trace contextRef="#ctx0" brushRef="#br0" timeOffset="408184.6213">10834 13715 0,'40'0'31,"0"0"1,1 0-32,-41-40 0,40 40 15,-40-40-15,40 40 16</inkml:trace>
  <inkml:trace contextRef="#ctx0" brushRef="#br0" timeOffset="409714.5286">6541 14678 0,'40'0'15,"0"0"1,-40 40 109,40-40-125,-40 80 0,40-80 16,-40 40-1,40-40-15,0 40 0,-40 1 16,40-41-16,-40 40 16,41-40-16,-1 0 31,0 0-31,-40-40 15,0-1-15,40 41 0,-40-40 0,0 0 16,0 0-16,0 0 16,0 0-1,0 0 1,0 0 15,0 80 32,0 0-63,0 0 15,0 0-15,0 0 16,0 0-16,40 0 16,0 1-16,-40-1 15,0 0-15,40-40 0,-40 40 16,40 0-16,1-40 15,-1 0-15</inkml:trace>
  <inkml:trace contextRef="#ctx0" brushRef="#br0" timeOffset="410174.5016">7423 14558 0,'41'0'32,"-1"0"-17,-40 40-15,40 0 16,0-40 0,-40 40-16,0 0 15,0 0-15,0 0 16,0 0-1,-40-40-15,40-40 32,0 0-17,0 0 1,0 0-16,0 0 0,40 0 16,0 0-1,0 40-15,0-40 16,0 40-16,1 0 15,-1 0 1,-40 40-16,0 0 16,0 0-16,0 0 15,40 0-15,-40 0 0,0 0 16,0 0 0,0 0-16,40-40 0</inkml:trace>
  <inkml:trace contextRef="#ctx0" brushRef="#br0" timeOffset="410394.4177">8065 14437 0,'0'40'0,"0"1"16,0-1-16,0 0 15,41 0 1,-41 0 0,0 0-1</inkml:trace>
  <inkml:trace contextRef="#ctx0" brushRef="#br0" timeOffset="410564.4796">8146 14277 0,'-81'-40'31,"162"80"-31,-162-120 16,122 80-1</inkml:trace>
  <inkml:trace contextRef="#ctx0" brushRef="#br0" timeOffset="410854.4639">8346 14277 0,'0'40'0,"-40"-40"32,40 40-32,0 0 15,0 0 1,40 0-16,-40 1 16,40-1-1,-40 0-15,41 0 16,-41 0-16,0 0 0,40 0 15,-40 0-15,0 0 16</inkml:trace>
  <inkml:trace contextRef="#ctx0" brushRef="#br0" timeOffset="411054.4516">8266 14518 0,'0'40'16,"0"-80"-16,-40 80 15,120-40 1,0 0 0,-39 0-16,-1 0 15,-40-40-15,40 40 0,-40-41 0,40 41 16</inkml:trace>
  <inkml:trace contextRef="#ctx0" brushRef="#br0" timeOffset="411664.418">9430 14116 0,'-40'0'0,"40"41"16,0-1-1,-41-40 1,1 0 0,40 40-1,-40 0 1,-40-40-1,80 80 1,40 0 15,40-40-31,1 41 32,-41-81-32</inkml:trace>
  <inkml:trace contextRef="#ctx0" brushRef="#br0" timeOffset="411884.403">9670 14237 0,'-40'0'16,"40"40"15,0 0-16,0 0 1,0 0-16,0 0 0,0 0 16,0 1-16,0-1 15,0 0-15</inkml:trace>
  <inkml:trace contextRef="#ctx0" brushRef="#br0" timeOffset="412064.3937">9630 14157 0,'0'0'16</inkml:trace>
  <inkml:trace contextRef="#ctx0" brushRef="#br0" timeOffset="412424.3734">9831 14237 0,'0'40'15,"40"-40"-15,0 40 32,0 0-32,0-40 15,1 40-15,-41 0 16,40-40-16,-40-80 109,0 0-109,0 40 16,0 0 0,40 40-16,0 0 15,0 0-15,0-40 0</inkml:trace>
  <inkml:trace contextRef="#ctx0" brushRef="#br0" timeOffset="412724.3566">10633 14116 0,'0'41'16,"-40"-1"-16,40 0 0,-40-40 16,40 40-16,-40-40 0,40 40 15,-40-40-15,40 40 0,0 0 0,-40-40 16,80 0 15,0 0-31,0 0 16,0 0-16,0 0 15,1 0-15,-41-40 16,40 40 0</inkml:trace>
  <inkml:trace contextRef="#ctx0" brushRef="#br0" timeOffset="412974.3416">10874 13996 0,'0'0'15,"-40"0"1,40 40 31,0 0-31,0 0-16,0 1 15,40-1-15,-40 0 0,0 0 0,0 0 16,0 0-1,0 0-15,40-40 0,-40 40 32</inkml:trace>
  <inkml:trace contextRef="#ctx0" brushRef="#br0" timeOffset="413344.2456">11075 14317 0,'40'0'32,"-40"-40"-17,40 40-15,-40-40 0,40 40 0,0 0 16,-40-40-16,41 40 16,-41-40-16,40 40 0,-40-41 15,0 1 1,-40 40 15,-1 0-15,41 40-16,-40-40 15,40 41-15,-40-41 0,40 40 16,0 0-16,-40 0 0,40 0 16,0 0-1,0 0-15,40-40 0,0 0 16,0 0-16,1 0 15,-1 0-15,-40-40 0,40 40 16,0-40-16</inkml:trace>
  <inkml:trace contextRef="#ctx0" brushRef="#br0" timeOffset="413504.312">11837 14157 0,'-40'80'15,"80"-160"-15,-120 160 16,80-40-16</inkml:trace>
  <inkml:trace contextRef="#ctx0" brushRef="#br0" timeOffset="416744.0516">14606 11550 0,'0'0'0,"0"40"250,0 0-250,0 0 0,0 0 16,0 0-16,40 0 15,0 0-15,-40 1 0,40-41 0,-40 40 16,41 0 0,-1-40-16,-40 40 0</inkml:trace>
  <inkml:trace contextRef="#ctx0" brushRef="#br0" timeOffset="417114.1077">14566 11951 0,'40'0'32,"0"40"-17,0-40-15,0 0 16,1 40-1,-41 0-15,40-40 32,0 0-32,-40 40 0,40-40 31,-40-40-15,40 40-16,0-40 0,0-40 15,0 80-15,1-40 0,-41 0 0,40 40 16,0-41-16,0 1 0,0 40 15</inkml:trace>
  <inkml:trace contextRef="#ctx0" brushRef="#br0" timeOffset="418334.035">13322 12512 0,'0'40'94,"0"0"-79,0 1-15,40-1 0,-40 0 0,0 0 16,40 0-16,-40 0 0,0 0 0,0 0 15,0 0-15,0 1 16,0-1-16,40-40 16,-40-40 31,0-1-47,0-39 15,0 40-15,0 0 0,0 0 0,0 0 16,0 0-1,0 0-15,0-1 0,0 1 0,0 0 0,0 0 16,0 0-16,0 0 16,40 40-16,-40-40 0,41 40 0,-1-40 31,0 40-31,0 0 16,0 0-1,-40 40-15,40-40 0,-40 40 0,0 0 16,40-40-16,-40 80 0,0-40 0,0 0 15,0 1 1,-40-41-16,40 40 0,-40-40 0,0 40 16,0-40-1,40 40-15,-40-40 0,0 0 0,-1 0 16,1 0 0,40-40-16,-40 0 15,80 40 16,0 0 1,1 0-32,-41 40 0,40-40 0,-40 40 15,40-40-15,0 0 0,-40 40 16,40 0-16,-40 0 0,40-40 0,-40 40 16,40 0-16,-40 1 15,40-1-15,1-40 0,-41 40 16,40-40-16,0 0 15</inkml:trace>
  <inkml:trace contextRef="#ctx0" brushRef="#br0" timeOffset="418824.0073">14245 12592 0,'-40'0'47,"0"0"-16,40 41-31,-41-41 0,41 80 0,-40-40 16,40 0-16,0 0 15,0 0 1,0 0-16,40-40 0,-40 40 16,0 1-1,41-41-15,-1 0 16,-40-41 0,40 41-16,-40-40 0,0 0 15,0 0-15,40 40 0,-40-40 0,0 0 16,0 0-16,0 0 15,0 0-15,-40 40 16,40-41 0,0 1-16,-40 40 15,40-40-15,-40 40 47,40 40-31,0 0-16</inkml:trace>
  <inkml:trace contextRef="#ctx0" brushRef="#br0" timeOffset="419293.9842">14726 12512 0,'0'40'63,"-40"-40"-63,0 40 15,0-40-15,40 41 16,0-1-16,-40-40 0,0 40 0,40 0 15,-40-40 1,40 40-16,0 0 0,0 0 0,0 0 16,0 0-16,0 1 0,0-1 15,0 0-15,80-40 0,-80 40 16,40 0 0,0-40-16,0 0 15,0 0-15,1-40 16,-1 40-16,-40-40 15,40 40-15,-80 0 63</inkml:trace>
  <inkml:trace contextRef="#ctx0" brushRef="#br0" timeOffset="420303.9225">15649 12352 0,'0'40'265,"0"0"-265,0 0 16,0 0-16,0 0 15,0 0-15,0 1 0,0-1 0,0 0 16,40 0 0,-40 0-16,41 0 0,-1 0 15,-40 0-15,40-40 16,0 40-16,0-40 16,0 0-1,-40-40-15,40 40 16,-40-40-16</inkml:trace>
  <inkml:trace contextRef="#ctx0" brushRef="#br0" timeOffset="420753.8216">15730 12713 0,'-41'-40'15,"82"80"-15,-122-80 16,162 40-1,-81-40 1,40 40 0,0 0-16,0 0 0,0 0 15,-40-41 1,40 41-16,-40-40 0,40 40 0,0 0 16,-40-40-1,41 40-15,-1 0 0,0 40 31,-40 0-15,0 1-16,0-1 0,0 0 16,0 0-16,0 0 15,-40-40-15,40 40 0,-40-40 16,-1 0 0,41-40-16,-40 0 15,40 0-15,0 0 16,0 0-16,0-1 15,0 1-15,40 40 16,-40-40-16,41 40 16,-41-40-16,40 40 15</inkml:trace>
  <inkml:trace contextRef="#ctx0" brushRef="#br0" timeOffset="421273.792">16211 12472 0,'0'0'0,"0"40"63,0 0-48,0 0 17,0 1-17,40-41 1,-40 40-16,0 0 16,0 0-16,40-40 15,0 0 1,-40-40-1,41 0 1,-41 0-16,0-1 16,40 1-1,-40 0-15,0 0 32,0 80 14,0 0-30,0 0 0,0 1-16,40-41 0,-40 40 15,40-40 17</inkml:trace>
  <inkml:trace contextRef="#ctx0" brushRef="#br0" timeOffset="421603.7734">16733 12352 0,'0'0'15,"-40"40"17,40 0-17,-41-40-15,41 80 16,-40-40-16,40 0 0,-40-40 16,40 41-16,0-1 0,80-40 31,-39 0-31,-41 40 0,40-40 15,0 0 1</inkml:trace>
  <inkml:trace contextRef="#ctx0" brushRef="#br0" timeOffset="422023.749">16973 12071 0,'-40'40'0,"40"0"31,0 0-31,-40 1 16,40-1-16,40 0 31,-40 0-31,40 0 15,-40 0-15,0 0 16,0 0-16,0 0 16,0-80 31,41 40-47,-41-40 0,40 0 0,0 40 15,0-40-15,-40 80 31,40-40-15,-40 40-16,0 0 16,0 0-16,0 0 0,0 1 15,0-1 1</inkml:trace>
  <inkml:trace contextRef="#ctx0" brushRef="#br0" timeOffset="435692.9665">13723 13756 0,'0'40'0,"40"-40"31,0 0 63,1 0-78,-1 0-1,0 0 1,0 40-16,0-40 16,0 0-16,0 0 15,0 0-15,1 0 0,-1 0 16,0 0-16,0 0 0,-40-40 16,40 40-1,0 0-15,-40-40 16,40 40-1,-40-41-15,40 41 32,-40-40-32,0 0 15,-40 40 1,40-40 0,-40 40-16,0 0 31,0 0-31,0 0 31,0 0-15,0 0-1,40 40 1,-41-40-16,41 40 16,-40-40-1,40 40-15,-40-40 0,40 41 16,-40-1-1,40 0-15,-40-40 16,40 40-16,0 0 16,0 0-1,-40-40 1,0 0 0,40 40-16,-40-40 15,40 40-15,-41-40 16,41 40-16,-40-40 0,0 0 15,40 40 1,-40-40-16,40-40 47,-40 40-47,40-40 16,-40 40-1,40-40-15,0 0 78,0 0-62,0 0-16,0 0 16,0 0-16,40 40 31,0 0 47,-40 40-78,40-40 0,0 0 16,0 0-16,1 0 15,-1 0-15,0 0 0,0 0 16,0 0-1</inkml:trace>
  <inkml:trace contextRef="#ctx0" brushRef="#br0" timeOffset="438882.8074">17335 12472 0,'0'40'16,"40"-40"46,0 0 16,0 0-47,0 0-15,-40-40 31,-40 40 31,0 0-31,40 40 62,-40-40-109,40 40 16,0 0-16,0 1 16,40-1 15,0-40 0,0 0-31,-40 40 16,40-40-16,-40 40 15,40-40-15,0 0 0</inkml:trace>
  <inkml:trace contextRef="#ctx0" brushRef="#br0" timeOffset="439312.7652">17896 12432 0,'-40'0'62,"0"40"-30,40 0-32,0 0 15,0 0 1,40-40-1,-40 41-15,40-41 16,0 0 0,-40 40-16,0 0 31,0 0-31,-40 0 16,0-40-1,0 40-15,0-40 16,0 0-16,0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1T07:35:30.4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9630 2005 0,'0'-40'31,"0"80"-31,40-80 16,-40-1-1,41 41-15,-41-40 0,40 40 0,0 0 0,-40-40 16,40 40-16,0-40 0,0 40 0,-40-40 15,40 40-15,-40-40 16,40 40-16,-40-40 0,41 40 0,-41-40 0,0 40 16,40-40-16,-40 0 15,0 40-15,0-41 0,40 1 0,-40 0 16,0 0-16,0 0 0,0 0 16,0-40-16,0 40 0,0-1 0,-40 1 15,0 0-15,40 0 16,-41 40-16,41-40 0,-40 0 0,40 0 15,-40 40-15,40 80 32,0-40-32,0 0 0,0 0 0,0 41 15,0-41-15,0 40 16,0 0-16,0 0 0,0 1 0,0-1 0,0 0 16,0 0-16,0 0 0,0 1 15,0-1-15,0 0 0,0 0 0,0-40 0,0 41 16,0-41-16,0 0 0,0 0 0,0 0 0,0 0 15,0 0-15,0 0 16,40-80 15,-40 0-31,40 40 0,-40-80 0,41 40 16,-41 0-16,40 0 16,-40-41-16,40 41 0,-40 0 0,40-40 0,-40 40 15,40 0-15,-40 0 0,40 40 16,-40-41-16,40 41 0,-40-40 0,40 40 15,1 0-15,-1 0 16,-40 40-16,40-40 16,0 41-16,0-1 0,-40 0 0,40 0 15,-40 0-15,40-40 16,-40 40-16,40 0 0,-40 0 0,41 0 16,-41 1-1,40-41-15,-40 40 0,40 0 16,0-40-16,0 0 0,0 0 15</inkml:trace>
  <inkml:trace contextRef="#ctx0" brushRef="#br0" timeOffset="290.0209">11597 1363 0,'0'0'0,"-41"0"0,-39 0 16,40 0-16,0 0 16,0 40-1,0 161 1,40-41 0,0 161-1,40-241 1,40 81-1,40-81 1,-79-80-16</inkml:trace>
  <inkml:trace contextRef="#ctx0" brushRef="#br0" timeOffset="649.9294">11918 1564 0,'-41'-41'15,"82"82"-15,-122-41 16,81 40-16,0 80 16,81 0-1,-41-40 1,40 41 0,-80-41-1,0-120 1,80-161 15,81 1-15,-81 120-1,-40 80-15,0 120 32,-40-80-32,0 0 0,40 80 15,-40 81 1,0-81-1,0-80 1</inkml:trace>
  <inkml:trace contextRef="#ctx0" brushRef="#br0" timeOffset="869.9878">13041 1443 0,'0'40'15,"0"0"1,0 1-16,40 119 31,-40 40-15,0 81 0,-120-80 15,80-121-31</inkml:trace>
  <inkml:trace contextRef="#ctx0" brushRef="#br0" timeOffset="1089.9764">14124 1844 0,'0'-40'15,"41"40"1,39 0-16,0-40 16,121-40-1,-41 0 17,81 40-32</inkml:trace>
  <inkml:trace contextRef="#ctx0" brushRef="#br0" timeOffset="1309.8889">14445 2285 0,'-160'81'31,"320"-162"-31,-240 162 16,160-121-16,1-1 0,320-79 31,-240 80-31,39-40 31,-160 80-31,81-40 0</inkml:trace>
  <inkml:trace contextRef="#ctx0" brushRef="#br0" timeOffset="1889.9282">16211 1443 0,'0'-40'16,"0"80"-16,0-120 16,-40 80-1,40 40-15,-40 40 32,40 121-17,40-41 1,40-39-1,81-121 17,-41-81-17,-40 1 1,-40-80 0,-40-41-1,0 161 1,0 80 15,0 0-31,0 0 16,0 1-1,41 119 1,39 40 0,0-39 15,40-121-16,1-40-15</inkml:trace>
  <inkml:trace contextRef="#ctx0" brushRef="#br0" timeOffset="2129.9146">17575 1042 0,'-40'0'0,"80"0"0,-160 40 31,120 0-31,-40 81 16,40 159-1,80-79 17,-80-41-17,241-120 1</inkml:trace>
  <inkml:trace contextRef="#ctx0" brushRef="#br0" timeOffset="2469.8947">18177 1323 0,'-40'0'31,"40"40"-31,0 0 16,0 0-16,0 0 15,80 81 1,-39-81 15,-1-40-31,-40-40 16,40-41 0,40 1-16,40-80 31,-79 160-16,39 120 1,-40 81 0,-40-41 15,40-80-15,-40-40-1</inkml:trace>
  <inkml:trace contextRef="#ctx0" brushRef="#br0" timeOffset="2669.8834">19140 1122 0,'0'0'16,"0"40"-16,40 41 15,-40-81-15,41 80 0,-41 80 16,80 1-1,-80-41-15,-40 161 32,-81-121-32</inkml:trace>
  <inkml:trace contextRef="#ctx0" brushRef="#br0" timeOffset="3769.7447">9550 4010 0,'0'0'0,"0"80"31,0-40-15,0 0-16,0 0 0,0 1 0,0-1 16,0 0-16,0 0 0,0 40 15,0-40-15,0 0 0,0 41 0,0-41 0,0 40 16,0-40-16,0 0 0,0 0 0,0 40 0,0-40 15,0 1 1,40-1-16,-40 0 0</inkml:trace>
  <inkml:trace contextRef="#ctx0" brushRef="#br0" timeOffset="4249.7932">9630 4612 0,'0'0'16,"-40"40"0,80-40 15,161 0-15,0 0-1,-41 0 1,-80-81 15,1-39-15,-41 40-1,-80 0 17,-1-1-17,1 41 1,40 80-1,-40 41 17,40 199-17,0-39 1,80 0 15,-39-121-15,-1-80-16</inkml:trace>
  <inkml:trace contextRef="#ctx0" brushRef="#br0" timeOffset="4549.7787">11155 4210 0,'0'0'16,"-40"0"-16,-40 0 16,40 0-1,40 41 1,-40 119 0,-1 81-1,41-41 1,81 1 15,39-121-15,-80-80-16</inkml:trace>
  <inkml:trace contextRef="#ctx0" brushRef="#br0" timeOffset="5119.6726">11516 4571 0,'-120'41'15,"240"-82"-15,-200 82 16,200-82 15,161 1-15,-120 0-1,-81 40 1,-40 0 15,-40 40 32,-40-40-63,40 40 0,-40-40 15,40 41-15,-40-1 0,0 0 16,0 0 0,-1 0-16,41 0 0,-40 0 0,0 0 15,0 0-15,40 0 0,-40 1 16,0-1-16,40 0 0,-40 0 0,40 0 0,-40-40 16,40 40-16,0 0 15,-41-40-15,41 40 16,41-40-1,-41-40-15,40 40 16,0-40-16,0 40 0,0-40 0,0 40 16,-40-40-16,40 40 15,0 0-15,41 0 0,-41 0 0,0 0 0,40 0 16,-40 0-16,41 0 0,-41-40 16,0 40-16,0 0 0,0 0 0,0 0 0,0 0 15,0 0-15,1 0 16,-1 0-16,0 0 15</inkml:trace>
  <inkml:trace contextRef="#ctx0" brushRef="#br0" timeOffset="5429.728">12760 4210 0,'0'0'15,"40"41"-15,0-1 16,41 40 0,39 161 15,-40 39-16,-160 41 1,-80-80 0,39-161-1,81-80-15</inkml:trace>
  <inkml:trace contextRef="#ctx0" brushRef="#br0" timeOffset="5879.6286">14405 4531 0,'0'0'15,"-40"0"-15,0 0 0,0 0 0,80 40 78,0-40-78,0 0 16,0 0-16,41 0 16,-41 0-16,40 0 0,0 0 0,1 0 0,-1-40 15,0 40-15,0 0 0,-39-40 16,39 40-16,-40 0 0,0 0 0,0 0 15,0 0-15</inkml:trace>
  <inkml:trace contextRef="#ctx0" brushRef="#br0" timeOffset="6189.682">14726 5013 0,'-120'40'16,"240"-80"-16,-280 120 0,200-80 31,0 0-15,281-80-1,40-1 17,-80 41-17,-160 40 1,-81 0-1,-80 0 17,-41-40-17,81 0-15</inkml:trace>
  <inkml:trace contextRef="#ctx0" brushRef="#br0" timeOffset="11849.305">17254 3850 0,'-40'-41'16,"80"41"46,0 0-62,1 0 16,-1 0-16,0-40 16,40 40-16,-40 0 0,40 0 0,-39 0 0,39 0 15,0 0-15,0-40 0,1 40 0,-1 0 0,0-40 16,41 40-16,-81 0 0,40-40 15,0 40-15,-40 0 0,41 0 0,-41 0 0,0-40 16,0 40 0,-40 40-1,0 0 1,0 0-16,-40 0 16,40 0-1,-40-40-15,40 41 0,-40-1 0,-41 0 16,41 0-16,0 0 0,0 0 15,0-40-15,0 40 0,0 0 16,-1 0-16,1 0 0,-40-40 0,40 41 0,0-1 16,0-40-16,-1 40 15,1 0-15,0-40 0,0 0 0,0 40 0,0 0 16,0 0 0,0-40-16,-1 40 0,1-40 15,40 40-15,40-40 63,1 0-63,-1 0 0,0 0 15,40 0-15,-40 0 16,40 0-16,1 0 0,-41-40 0,40 40 0,0 0 16,1 0-16,-1-40 0,0 40 15,0 0-15,1 0 0,-41 0 0,40 0 0,-40 0 16,0 0-16,0 0 0,1 0 0,-1 0 15,-80 0 79</inkml:trace>
  <inkml:trace contextRef="#ctx0" brushRef="#br0" timeOffset="12409.2699">16933 5213 0,'0'0'0,"-80"0"16,120 0 78,0 0-94,0 0 0,1 0 0,39 0 0,-40 0 15,40 0-15,0 0 16,1 0-16,39 0 0,-40 0 0,41 0 0,-1 0 16,0 0-16,1 0 0,-1 0 15,1 0-15,-1 0 0,0 0 0,1-40 0,-1 40 16,41 0-16,-41 0 0,0 0 0,1-40 0,39 40 15,-39 0-15,-41 0 16,40 0-16,1 0 0,-41 0 0,0 0 0,0 0 16,-39 0-16,39 0 0,-40 0 15,40 0-15,-40 0 0,0 0 0,1 0 16,-1 0 0,-40-40-1,-40 40 16,40 40-31,-41-40 0,1 0 32,0 40-32</inkml:trace>
  <inkml:trace contextRef="#ctx0" brushRef="#br0" timeOffset="13209.2238">16893 6015 0,'40'0'0,"-40"40"31,40-40-15,41 0-1,39-40 1,121 0 0,80-40-1,-121 40 17,-79 40-17,-121 40 1,-40 40-1,-41 40 17,-79 1-17,120-81 1,-121 120 0,-39 41-1,79-41 1,81-120-1,0 41 1,80-122 15,0 1-15,0 0-16,1 40 16,-1 0-16,0-40 0,0 40 0,0-40 15,0 40-15,0 0 0,0 0 0,1 0 0,-1 0 16,0 0-16,0 0 15,0 0-15,0 0 0,0 0 16,0 0-16,1 0 16,-1 0-16,0 40 0,0-40 15,0 0 1,0 0-16,0 0 16,1 0-1</inkml:trace>
  <inkml:trace contextRef="#ctx0" brushRef="#br0" timeOffset="13479.2087">18699 6456 0,'0'0'0,"-40"40"15,0-40-15,0 41 0,-1-41 0,1 0 16,40-41-1,40 41-15,1 0 16,-1 0 0,0 0-16,0 0 0,0 0 0,0 0 0,40 0 15,-39 0-15,-1 0 0,0 0 16,0 0-16,0 0 0,0 0 0,0 0 0,0 0 16,1 0-16,-1-40 15,0 40-15,0 0 0,0 0 0,-40-40 0,40 40 16</inkml:trace>
  <inkml:trace contextRef="#ctx0" brushRef="#br0" timeOffset="14369.2167">20143 6055 0,'-40'-40'0,"80"80"0,-120-120 16,80 40 0,0 0 15,0 80 16,0 0-32,0 0 17,0 0-17,0 0-15,0 1 16,0-1 0,40 0-16,-40 0 0,0 0 0,0 0 15,0 0-15,40-40 0,-40 40 0,0 0 0,41 0 16,-41 1-16,0-1 15,0 0-15,40-40 0,-40 40 16,0-80 31,0 0-47,0 0 16,0-1-1,0 1-15,0 0 0,0 0 0,-40 0 16,40 0-16,0 0 0,0 0 0,0 0 15,0 0 1,-41 40-16,41 40 63,0 0-48,0 0-15,0 0 0,0 0 16,0 0-16,0 0 15,0 0-15,0 0 0,0 1 16,41-41-16,-41 40 0,0 0 16,0 0-16,40-40 0,-40 40 0,0 0 15,0 0 1,0 0 0,0 0-1,0 1 1,40-41 31,-40-41-32,0 1-15,0 0 47</inkml:trace>
  <inkml:trace contextRef="#ctx0" brushRef="#br0" timeOffset="17539.0347">7584 4652 0,'-40'40'0,"0"-40"31,40 40-15,40-40 62,0 0-78,0 0 0,40 0 16,-40 0-16,1 0 0,-1 0 0,40 0 0,-40 0 15,0 0-15,0 0 0,0 0 16,1 0-16,-1 0 0,0 0 0,0 0 0,0 0 16,0 0-1</inkml:trace>
  <inkml:trace contextRef="#ctx0" brushRef="#br0" timeOffset="17789.0182">7624 5374 0,'-160'120'31,"320"-240"-31,-361 280 0,161-160 0,80 0 47,-40-40-47,41 40 0,39-40 0,0 40 15,-40-40-15,0 40 16,0 0-16,41-40 0,-41 40 0,0 0 0,0-41 16,0 41-16,0 0 15,-40 0-15</inkml:trace>
  <inkml:trace contextRef="#ctx0" brushRef="#br0" timeOffset="18878.96">4655 4331 0,'-40'0'15,"80"0"-15,-80-40 16,-1 40-16,82 0 31,-41 40-15,80 40-1,-40-40-15,0 0 16,0-40-16,40 121 16,41-41-1,-81-40 1,40-40 15,-40 0-31,-40-40 0,40-40 31,1 39-31,-41 1 0,0-80 32,0 80-32,0 0 15,0 80 32,0-40-47,0 40 16,0 0-16,-41 0 15,41 0-15,0 0 16,-40 1-16,40-1 0,0 0 0,0 0 16,0 0-16,-40 0 0,40 0 0,-40 0 0,40 0 15,0 41-15,-40-41 0,40 0 16,0 40-16,0 0 0,-40-40 0,40 41 0,0-41 15,-40 0-15,40 40 16,0-40-16,0 0 0,0 0 0,0 0 16,0 0-1,0-80 17,40 40-17,-40-40-15,0 0 0,0 0 0,0 0 16,40 0-1,-40 0-15,0 0 0</inkml:trace>
  <inkml:trace contextRef="#ctx0" brushRef="#br0" timeOffset="19238.878">5738 4411 0,'0'-40'16,"-40"40"-16,0 0 15,40 40 1,-40 0-1,40 0-15,-40 0 0,40 0 0,-41 1 16,41 39-16,-40-40 0,40 0 16,0 0-16,-40 40 0,40-40 0,0 41 0,0-41 15,-40 0-15,40 0 16,0 0-16,0 40 0,0-40 0,0 0 16,40 1-16,-40-1 0,40-40 15,0 0 1,1 0-16,-1 0 0,-40-40 0</inkml:trace>
  <inkml:trace contextRef="#ctx0" brushRef="#br0" timeOffset="19788.8468">5818 4812 0,'-80'0'16,"160"0"-16,-120 0 31,80 0-15,0 0-16,1 0 16,119 0-1,-120-40 1,-40 40-1,121 0-15,-81-40 16,-40 80 15,-40-40-31,40 40 16,-41-40-16,1 40 16,40 0-16,-40 0 0,40 0 0,-40-40 15,40 41-15,0-1 0,-40 0 0,0 0 16,40 0-16,-40 0 15,40 0-15,-40-40 0,40 40 0,0 0 0,-41 1 16,41-1 0,-40-40 15,121-40-15,-41 40-1,-40-41-15,40 41 0,0-40 16,0 40-16,0-40 0,0 40 0,0-40 0,1 40 15,-41-40 1,80 40-16,-40 0 0,0 0 0,0-40 0,0 40 16,0 0-16,1 0 15</inkml:trace>
  <inkml:trace contextRef="#ctx0" brushRef="#br0" timeOffset="20078.8874">6581 4612 0,'0'-41'16,"0"82"-16,0-41 31,0 40-15,80 40-1,-80-40-15,40 160 16,-40-79-16,-80 79 31,80-160-31,-121 161 16,81-161-16,0-40 0,-80 80 16</inkml:trace>
  <inkml:trace contextRef="#ctx0" brushRef="#br0" timeOffset="20588.7854">4735 6496 0,'0'0'0,"-40"0"0,0 41 0,0-41 16,-1 0-1,82 0 17,-1 0-17,40 0 1,-40 0-16,40 0 0,-40 0 0,1 0 16,39 0-16,0-41 0,-40 41 0,40 0 0,1-40 15,-1 40-15,0 0 16,0-40-16,1 40 0,-1 0 0,-40 0 0,40 0 15,1 0-15,-1 0 0,0-40 16,-40 40-16,40 0 0,1 0 0,-41-40 0,40 40 16,-40 0-16,40 0 15,-39 0-15,-1 0 0,0 0 0,0 0 0,0 0 16,-80 0 0,80 0-16,-40 40 0</inkml:trace>
  <inkml:trace contextRef="#ctx0" brushRef="#br0" timeOffset="20958.7619">4895 7218 0,'-40'-40'32,"121"40"-17,-1 40 1,-40-40-1,0 0-15,0 40 0,0 1 0,0-1 0,1-40 16,-1 40-16,0 0 16,0-40-16,0 40 0,0 0 0,0 0 0,0 0 15,1 0-15,-41 1 16,40-41-16,0 40 0,0 0 0,-40 0 16</inkml:trace>
  <inkml:trace contextRef="#ctx0" brushRef="#br0" timeOffset="21248.7827">5738 7058 0,'0'0'15,"-40"0"-15,0 40 0,-40-40 31,80 40-31,-41-40 0,41 40 16,-40 0 0,-40 121-1,40-81 1,0-40-16,-81 161 16,81-161-16,0 0 0,-40 80 15,80-80-15,-40 0 16,0 0-16,0 1 0</inkml:trace>
  <inkml:trace contextRef="#ctx0" brushRef="#br0" timeOffset="21638.7991">6260 7098 0,'0'0'0,"-40"0"15,-41 0 1,81 40 15,-40-40-15,40 40-16,0 0 15,-40 0-15,40 1 0,0-1 0,-40 0 0,40 0 16,0 0-16,0 0 16,0 0-16,0 0 0,0 0 0,0 1 0,0-1 15,0 0-15,0 0 0,0 0 16,80-40-1,-40 0-15,0-40 0,1 40 16,-1-40-16</inkml:trace>
  <inkml:trace contextRef="#ctx0" brushRef="#br0" timeOffset="22398.7548">6541 7419 0,'-41'0'16,"82"0"-16,-41-40 15,40 0 17,40 40-32,0-40 15,-40 40-15,0-41 0,1 41 16,39 0-1,0-80 1,0 80 0,-80 40 15,0 0-15,-40-40-16,40 41 15,-40-41 1,40 40-16,0 0 15,-40-40-15,40 40 16,-40-40-16,40 40 0,-40 0 0,40 0 16,-40 0-1,-1 0-15,41 1 0,-40-1 16,0 0-16,40 0 16,-40-40-16,40 40 15,-40 0-15,80-40 78,-40-40-62,40 40-16,0 0 0,0 0 16,1 0-16,-1 0 0,0-40 15,0 40 1,0 0-16,0 0 0,0 0 0,0 0 15,1 0-15,-1 0 16,0 0-16,0 0 0,0 0 16,0 0-16,-40 0 15,40 0-15,-80 0 78,0 0-62,40-40 0</inkml:trace>
  <inkml:trace contextRef="#ctx0" brushRef="#br0" timeOffset="25848.5598">21869 4612 0,'0'0'0,"-40"0"32,0 0 15,80 0-32,-80 0 1,80 0-1,40 0 1,-40 0-16,0 0 0,41 0 0,-1-41 16,0 41-16,-40-40 0,40 40 15,1 0-15,-41 0 0,0 0 0,0 0 0,0-40 16,0 40-16,0 0 16,1 0-16,-1 0 0,0 0 15</inkml:trace>
  <inkml:trace contextRef="#ctx0" brushRef="#br0" timeOffset="26208.4642">22190 5093 0,'-40'40'0,"80"-80"0,-120 80 15,40-40-15,40 40 0,-41-40 16,122 0 15,-1-40-15,-40 40-16,80 0 16,-39-40-16,159 40 15,41 0 1,-200 0-1,-41 0-15,0 0 16,0 0-16,-80 0 47,40-40-47,0 0 16</inkml:trace>
  <inkml:trace contextRef="#ctx0" brushRef="#br0" timeOffset="26878.502">26363 3408 0,'0'0'16,"-40"0"31,40 40-32,0 41 1,-40-41-16,40 0 0,0 0 16,0 40-16,-40-40 0,40 0 15,0 1-15,0 39 0,0-40 0,0 0 0,0 0 16,0 40-16,0-40 16,40 0-16,-40 1 0,0-1 0,40 0 0,0 0 15,-40 0-15,0 0 0,40-40 16,-40 40-16,40-40 15,0 0-15</inkml:trace>
  <inkml:trace contextRef="#ctx0" brushRef="#br0" timeOffset="27438.4681">25360 4972 0,'-40'0'15,"80"0"-15,-201 0 16,121 0-16,0 41 15,-40-1 1,40-40 0,0 0-1,80 0 1,40 0 0,40 0-1,-39 0-15,360-40 16,-321 40-16,1 0 0,320-41 31,-320 1-31,200 0 0,-161 40 0,362-40 31,-402 40-31,321-40 16,-240 40 0,-121-40-16,81 40 0,-81 0 0,201 0 15,-120 0 16,-161 40-31,-41-40 32,1 0-17,0 0 1</inkml:trace>
  <inkml:trace contextRef="#ctx0" brushRef="#br0" timeOffset="27898.3831">25801 5775 0,'-40'0'31,"40"40"0,-40-40-31,40 40 0,-40 0 0,40 0 16,0 0-16,0 0 16,-40-40-16,40 40 0,0 0 0,0 1 0,0-1 15,0 0-15,0 0 0,0 0 0,0 0 0,0 0 16,0 0-16,40-40 0,-40 40 15,0 0-15,40-40 0,-40 41 0,0-1 0,40-40 16,0 40 0</inkml:trace>
  <inkml:trace contextRef="#ctx0" brushRef="#br0" timeOffset="28168.351">26203 6296 0,'-41'0'16,"82"0"-16,-41 0 31,80 0-31,-40 0 16,0 0-1,0 0-15,0 0 0,0 0 0,41 0 0,-41-40 16,0 40-16,0 0 0,0-40 16,0 40-16,0 0 0,1 0 0,-1-40 0,0 40 15,0-40-15</inkml:trace>
  <inkml:trace contextRef="#ctx0" brushRef="#br0" timeOffset="28788.3157">27647 5734 0,'0'0'16,"-40"0"-1,120 0 17,81 0-17,-121-40-15,120 0 16,-120 40-16,1 0 0,-1 0 16,80-40-1,-80 40 1,-40 40 15,-40 0-31,-80 41 31,120-41-31,-121 80 16,121-80-16,-40 0 0,0-40 16,-80 121-1,80-81-15,-1 0 0,-39 0 31,80 0-31,-40-40 0,40 40 16,0 0 0,40-40-1,40-40 1,81 0 0,-121 40-1,0 0-15,0 0 16,0 0-16,81 0 15,-1-40 1,1 0 0</inkml:trace>
  <inkml:trace contextRef="#ctx0" brushRef="#br0" timeOffset="29058.2983">28891 5654 0,'0'0'0,"-40"0"0,80 0 31,0-40-31,40 40 15,1 0 1,79-40 15,-80 0-31</inkml:trace>
  <inkml:trace contextRef="#ctx0" brushRef="#br0" timeOffset="29308.2839">29734 5133 0,'0'0'0,"-40"0"16,-1 0-1,41 40 1,0 0-16,0 0 0,0 121 31,0-121-31,0 40 0,0-40 0,0 161 31,0-161-31</inkml:trace>
  <inkml:trace contextRef="#ctx0" brushRef="#br0" timeOffset="46007.4033">9550 8502 0,'-40'0'16,"40"80"62,0-40-63,0 0-15,40 0 0,-40 0 0,0 0 0,40-40 16,-40 41-16,0-1 16,0 0-16,40 0 0,-40 40 0,40-80 0,-40 40 15,41 0-15,-1 0 0,0-40 16,-40 41-16,40-41 0,0 0 16,0 0-16,-40-41 15,40 1 1,-40 0-16,0 0 0,0 0 15,0 0-15,40 40 0,-40-40 16,0 0-16,0 0 0,41-1 0,-41 1 16,0 0-1,0 0 1,0 80 15,0 0-31,0 0 16,-41 1-1,41-1-15,-40 0 0,40 40 0,0-40 0,0 0 16,-40 0-16,40 41 0,0-41 16,0 0-16,-40 0 0,40 40 0,0-40 0,-40 0 15,40 40-15,-40-39 0,40-1 0,-40 0 0,40 0 16,-40 0-16,40 0 16,0 0-16,-41 0 0,41 0 0,0 1 0,-40-41 15,40 40-15,0 0 16,-40-40-16,40 40 0</inkml:trace>
  <inkml:trace contextRef="#ctx0" brushRef="#br0" timeOffset="46357.3082">10674 8823 0,'-41'0'16,"82"0"-16,-82-41 16,1 41-16,0 0 15,40 41 1,-80 119-1,0 81 1,40-1 15,40-200-31,0 0 0,0 161 16,120-121 15,0-80-31</inkml:trace>
  <inkml:trace contextRef="#ctx0" brushRef="#br0" timeOffset="46907.2783">11115 9143 0,'0'0'15,"-40"0"-15,80 0 32,0 0-17,81-40 1,-41 0-16,80 0 31,-79 0-31,-41 0 31,0 40-15,-40 40 0,-80 40-1,-41 41 1,81 39 0,0-120-1,-80 120 1,39-39 15,41-41-15,80-80 15,0 0-31,1-40 0,-1 40 16,0 0-16,0-40 0,0 40 15,0 0-15,0 0 0,0-40 0,1 40 16,-1 0-16,0 0 15,0 0-15,0 0 0,0 0 0,0 0 0,0 0 16,1 0-16,-1 0 16</inkml:trace>
  <inkml:trace contextRef="#ctx0" brushRef="#br0" timeOffset="47197.2792">12158 8983 0,'-40'-40'15,"80"80"-15,-40-40 47,40 40-47,-40 40 16,41-40-16,-41 1 0,0-1 15,40 0-15,-40 40 0,0-40 0,0 40 0,0-40 16,-81 41-16,81-41 16,-40 0-16,40 40 0,-40-40 0,0 0 0,0 0 15,0 0-15,0 1 0,0-1 0,40 0 0,-41-40 16,1 40-16,0 0 16</inkml:trace>
  <inkml:trace contextRef="#ctx0" brushRef="#br0" timeOffset="47627.3109">13763 8742 0,'-40'0'16,"80"0"-16,-120 0 0,40 0 15,0 40 1,0 1-1,0 159 1,-1 81 15,41 0-15,0-121-16,81 0 31,-1-39-15,-40-121-1</inkml:trace>
  <inkml:trace contextRef="#ctx0" brushRef="#br0" timeOffset="47887.2955">14325 9184 0,'-40'0'15,"80"0"-15,-120 0 16,80 40 0,40-40-1,0 80-15,0 120 16,-40 41 15,-80-81-15,80-119-1,0-1-15</inkml:trace>
  <inkml:trace contextRef="#ctx0" brushRef="#br0" timeOffset="48157.2075">14967 9585 0,'0'0'0,"-40"0"0,-40 0 31,80-41-15,80 41 0,81 0-1,-1 41 1,-40-41-1,-79 0 1,-1 0-16</inkml:trace>
  <inkml:trace contextRef="#ctx0" brushRef="#br0" timeOffset="48657.1762">16331 9264 0,'-80'0'16,"160"0"-16,-120 0 15,40-40-15,81 40 16,-41 0-16,0 0 0,0 0 0,0-40 0,40 40 16,-40-41-16,1 41 0,39 0 15,-40 0-15,0-40 0,0 40 16,0 0-1,0 0-15,-40-40 0,0 80 32,0 0-32,0 1 0,-40-41 15,40 40-15,-40 0 0,0 0 0,40 0 16,-40 0-16,40 0 16,-40-40-16,40 40 0,-40 0 0,40 0 0,-40 1 15,-1-1-15,41 0 16,-40 0-16,0-40 0,0 40 31,40 0-31,-40-40 16,80 0-1,40 0 1,-40-40-16,1 40 16,-1 0-1,0 0-15,0 0 0,0 0 16,0 0-1,0 0-15,0 0 0,1 0 0,-1 0 16,0 0 0,0 0-16,0 0 0</inkml:trace>
  <inkml:trace contextRef="#ctx0" brushRef="#br0" timeOffset="48907.2413">17696 9143 0,'0'0'16,"0"-40"15,80-40-15,80 80-1,-39 0 17,-81 0-32</inkml:trace>
  <inkml:trace contextRef="#ctx0" brushRef="#br0" timeOffset="49107.1527">18298 8742 0,'-40'0'16,"40"40"15,0 1-31,0 39 16,0-40-16,0 0 0,0 0 0,0 0 16,0 0-1,0 0-15,0 1 0,0-1 0</inkml:trace>
  <inkml:trace contextRef="#ctx0" brushRef="#br0" timeOffset="49437.2085">19060 8742 0,'0'40'16,"40"1"-16,0 79 31,41 80-15,-41-39-1,-40 79 1,-40-119 0,-201 79-1,120-119-15</inkml:trace>
  <inkml:trace contextRef="#ctx0" brushRef="#br0" timeOffset="50117.1712">20826 9384 0,'0'0'15,"0"-40"1,40 40 0,120-80-1,81 40 1,-81 40 15,-119-40-31,39 40 0,-40 0 0,0 0 16</inkml:trace>
  <inkml:trace contextRef="#ctx0" brushRef="#br0" timeOffset="50287.1585">21347 9665 0,'-40'40'0,"80"-80"0,-40 80 31,121-80-31,-81 40 0,321-121 31,-201 81-31,-79 40 0,119-80 31</inkml:trace>
  <inkml:trace contextRef="#ctx0" brushRef="#br0" timeOffset="51207.0343">7504 6898 0,'40'0'16,"-40"80"31,40-80-32,0 40-15,0 0 0,-40 0 16,40 40-16,0-40 16,-40 41-16,41-41 0,-41 40 0,0 0 0,40 0 15,-40 1-15,0-1 0,40 0 0,-40 0 0,0-40 16,0 40-16,0 1 0,-40-41 16,40 40-16,-81-40 0,41 0 0,0 40 0</inkml:trace>
  <inkml:trace contextRef="#ctx0" brushRef="#br0" timeOffset="52102.4799">22992 8863 0,'-40'-40'31,"80"80"-31,-80-40 16,80 120-1,-40-80-15,161 241 32,-121-241-32,-40 40 0,120 81 15,-79-121-15,119 120 16,-120-160-16,-40 40 0,80 0 16</inkml:trace>
  <inkml:trace contextRef="#ctx0" brushRef="#br0" timeOffset="52342.4704">23675 9063 0,'-41'-40'15,"82"80"-15,-162-80 31,121 80-31,-40-40 0,40 80 0,-201 121 32,121-121-32,80-40 0,-80 81 15,40-41-15,-121 120 16,81-119 0,40-41-16,0 0 0</inkml:trace>
  <inkml:trace contextRef="#ctx0" brushRef="#br0" timeOffset="52682.4482">24036 8943 0,'0'0'16,"0"-40"-16,0 80 15,-40 40 17,-1 0-32,1 201 31,40-241-31,0 80 0,0-79 0,0 159 31,121-39-15,-41-161-1,0 40-15</inkml:trace>
  <inkml:trace contextRef="#ctx0" brushRef="#br0" timeOffset="53172.4225">24638 9344 0,'40'0'32,"-40"-40"-32,80 40 15,-40-40-15,0 40 0,0 0 16,0-40-16,41 40 0,-41 0 0,0 0 0,0 0 15,0 0-15,0-40 16,0 40-16,1 0 0,-41 40 47,0 0-31,-41 0-1,1-40-15,40 80 0,-40-80 16,40 40-16,-40-40 0,40 40 15,-40 0-15,0 0 0,0-40 0,40 41 16,-40-1-16,-1 0 16,1 0-16,40 0 15,-40-40-15,80 0 32,0 0-32,41 0 15,-81-40-15,40 40 16,0 0-16,0 0 0,0 0 0,0 0 15,0 0-15,1 0 0,-1 0 16,0 0-16,0 0 0,0 0 0,0 0 16,0 0-16,1 0 15,-1 0-15,0 0 0,0 0 0</inkml:trace>
  <inkml:trace contextRef="#ctx0" brushRef="#br0" timeOffset="53472.4043">25882 8983 0,'0'0'16,"40"0"15,-40 40-31,40-40 0,-40 40 0,80 0 0,-80 0 15,40 1-15,0-1 16,-40 40-16,0-40 0,40 40 0,-40-40 0,0 40 16,0-39-16,0 39 0,0-40 15,-80 40-15,80-40 0,-40 0 0,0 41 0,0-41 16,0 0-16,0 0 0,-41 0 0,41-40 0,0 40 16,0 0-16,0-40 15,0 0-15</inkml:trace>
  <inkml:trace contextRef="#ctx0" brushRef="#br0" timeOffset="54552.3427">26845 9625 0,'0'0'0,"-41"0"16,82 0 15,-1 0-15,0 0-1,-40 40-15,0 0 31,-40-40-31,0 0 32,80-40-17,0 40-15</inkml:trace>
  <inkml:trace contextRef="#ctx0" brushRef="#br0" timeOffset="55372.2929">27406 9544 0,'-40'0'16,"40"-40"-1,40 0-15,0 0 0,41 0 16,-41 0-1,0 0-15,-40 0 16,0 0-16,0 0 16,0-1-16,0 1 0,0 0 15,-40 40 1,0 0 0,40 40 46,0 0-62,0 1 0,0-1 16,0 0-16,0 0 15,0 0-15,0 0 0,0 0 0,0 0 16,0 0-16,0 0 0,0 1 0,0-1 0,0 0 16,0 0-16,0 0 15,0 0-15,0 0 0,0 0 0,0 0 16,0 1-16,-81-1 0,81 0 15,0 0-15,0 0 0,0 0 16,-40-40 0,40 40-16,-40-40 15,0 0 17,40-40-32,-40 40 31,40-40-31,-40 40 15,0 0 1,80 0 31,0 0-47,40 0 16,-40 0-16,0 0 15,1 0-15,-1-40 0,0 40 0,0 0 0,0 0 16,0 0-16,0 0 15,0 0-15,1 0 0,39 0 0,-40 0 0,40 0 16,-40 0-16,41 0 0,-41 0 16,0 0-16,0 0 0,0 0 0,0 40 0,0-40 15,0 0-15,-80 0 47,0 0-31,0 0-16,0 0 15</inkml:trace>
  <inkml:trace contextRef="#ctx0" brushRef="#br0" timeOffset="57122.2136">9109 11630 0,'-40'40'31,"80"-80"-31,-40 80 62,80-40-46,-80 40-16,0 0 0,0 0 0,80-40 16,-80 40-16,40-40 0,-40 41 15,40-1-15,1 0 0,-1 0 16,-40 0-1,40-40-15,0 40 0,-40-80 47,40 0-47,-160 40 0,240-40 0,-160 40 16,80-40-16,-120 40 16,160-40-16,-80-1 0,0 41 0,0-40 0,-40 0 15,40 0 1,-40 40-16,40-40 31,0 80 0,-40-40-31,80 0 0,-40 40 0,0 0 0,0 0 16,0 1-16,0-1 0,-40 0 16,40 0-16,0 0 15,0 0-15,0 0 0,-40 0 0,40 41 0,0-41 16,-41 0-16,41 0 0,0 0 15,-40 0-15,40 40 0,0-40 0,-40 0 0,40 1 16,-40-1 0,40 0-16,0 0 0,0 0 0,0 0 15,0-80 17,0 0-17,40 40-15,-40-40 16,40 0-16,0 40 0</inkml:trace>
  <inkml:trace contextRef="#ctx0" brushRef="#br0" timeOffset="57492.1725">10272 11830 0,'-40'-40'0,"40"80"32,-40 1-17,0-1 1,40 0-16,0 0 0,-40-40 0,40 40 0,-40 0 15,40 0-15,0 0 16,0 0-16,-40 1 0,40-1 0,0 0 16,0 0-16,0 0 0,0 0 15,0 0-15,0 0 0,0 0 0,40-40 0,-40 40 16,40 1-16,0-41 0,-40 40 0,0 0 16,40-40-1,0 0-15,0 0 16,0 0-1</inkml:trace>
  <inkml:trace contextRef="#ctx0" brushRef="#br0" timeOffset="58012.1422">10794 12191 0,'-40'0'0,"80"0"0,-40 0 31,80 0-15,-40 0-16,1-40 0,-1 40 0,0 0 16,0 0-16,0 0 15,0-40-15,0 40 0,0 0 0,1 0 0,-1-40 0,0 40 16,0 0-16,0 0 15,-120-40-15,160 80 0,-120-80 16,80 80-16,-40 0 16,-40 0-16,40 0 15,-40-40-15,40 41 0,-40-1 0,0 0 16,40 0 0,-41 0-16,1-40 0,40 40 0,-40 0 0,40 0 15,-40 0-15,0 0 16,40 1-16,-40-41 0,40 40 15,0-80 32,0 80-47,40-40 0,0-40 16,0 40-16,0 0 0,0 0 16,1 0-16,-1 0 15,0 0-15,0 0 0,0-41 0,0 41 0,-120 0 16,200 0-16,-80 0 15,1 0-15,-1 0 0,0-40 0,0 40 0,-80 0 16,120 0-16</inkml:trace>
  <inkml:trace contextRef="#ctx0" brushRef="#br0" timeOffset="58322.1249">12038 12111 0,'0'0'15,"40"0"1,40 40 0,1 41-1,-1 79 16,-80-120-31,-40 120 16,40-119-16,-40-1 0,-41 120 16,-39 41-1,80-201-15,40 40 0,-40 0 16</inkml:trace>
  <inkml:trace contextRef="#ctx0" brushRef="#br0" timeOffset="58680.4596">13643 12633 0,'-40'0'16,"80"0"-16,-120 0 0,40 0 15,120 0 1,-40 0 0,80-41-1,-80 41-15,161-40 16,-161 40-16,0 0 0,0 0 15,-80-80 1,121 160 0</inkml:trace>
  <inkml:trace contextRef="#ctx0" brushRef="#br0" timeOffset="59350.4684">15168 12392 0,'-80'0'16,"160"0"-16,-201 0 16,81 0-16,80 0 15,1 0 1,79-40 0,-80 40-16,40 0 15,-40 0-15,81 0 16,-41 0-1,-40-40 1,81 40 0,-121 40 31,-41-40-47,1 0 0,40 40 15,-40 0-15,0 0 16,0 0-16,40 0 0,-40-40 0,40 40 15,-40 1-15,0-1 0,-1 0 0,1-40 16,40 40-16,-40 0 16,0 0-16,0-40 0,40 40 0,0 0 15,-40-40-15,0 0 16,40 40-16,40-40 47,0 0-32,-40-40-15,40 40 0,0 0 0,0-40 16,0 40-16,1 0 0,-1 0 0,0-40 16,0 40-16,0 0 15,0 0-15,0 0 0,0 0 0,1 0 16,-1 0-16,0 0 16,-80 0-16,120 0 0,-40 0 0,0 0 31</inkml:trace>
  <inkml:trace contextRef="#ctx0" brushRef="#br0" timeOffset="59650.4265">16331 12151 0,'0'0'0,"-40"0"32,121 0-17,-41 0 1,80 0-1,-80 0-15,40 0 32,-39 0-32</inkml:trace>
  <inkml:trace contextRef="#ctx0" brushRef="#br0" timeOffset="59870.4698">16893 11871 0,'0'0'0,"0"-41"0,-40 41 16,40 41 0,-40-1-1,40 0-15,0 0 0,0 0 16,0 0-16,0 0 0,0 0 16,0 0-16,0 1 0,0-1 0,0 0 15,0 0 1,0 0-16,0 0 0,0 0 0</inkml:trace>
  <inkml:trace contextRef="#ctx0" brushRef="#br0" timeOffset="60610.425">18017 12151 0,'0'0'0,"-40"0"0,-1 0 31,82 0-15,-41 40-1,40-40-15,-40 41 0,40-41 0,0 40 16,0 0-16,0-40 0,-40 40 0,40-40 16,1 40-1,-1-40-15,0 0 0,-40 40 16,40-40-16,0 0 16,0 0-1,-40-40 1,40 0-16,-40 0 0,0 0 15,0 0-15,0-1 0,0 1 16,0 80 47,-40 1-48,40-1-15,0 0 0,0 0 16,0 0-16,0 0 15,-40 0-15,40 0 0,0 0 0,0 0 16,-40 1-16,40-1 0,0 0 0,0 0 0,0 0 16,-40 0-16,40 0 0,0 0 15,0 0-15,0 1 0,-40-1 0,40 0 0,0 0 16,0 0-16,0 0 16,-40-40-16,40 40 0,0 0 0</inkml:trace>
  <inkml:trace contextRef="#ctx0" brushRef="#br0" timeOffset="61000.3309">19341 12191 0,'-40'-40'16,"0"40"-16,0 0 31,40 40-16,-81 81 1,41 79 0,40 1 15,0-161-31,40 80 16,-40-40-16,40-80 0,-40 41 15,121 39 1,-1-80-1</inkml:trace>
  <inkml:trace contextRef="#ctx0" brushRef="#br0" timeOffset="61480.3024">19662 12633 0,'0'-41'31,"40"41"-15,40 0-16,41 0 15,-81-40-15,160 40 16,-159-40-16,-1 40 0,0 0 31,0 0-15,-40 40-1,-40 0 1,-40 41 0,80-41-16,-81 0 15,41 40 1,40-40-16,-80 40 16,40-80-16,40 41 0,-40-41 31,80 0 0,0 0-31,0 0 16,0-41-16,0 41 0,0 0 0,1 0 15,-1 0 1,0 0-16,0 0 0,0 0 16,0 0-1,0 0-15,-40-40 0,40 40 0,1-40 16</inkml:trace>
  <inkml:trace contextRef="#ctx0" brushRef="#br0" timeOffset="61770.3587">20745 12232 0,'0'0'0,"0"-41"0,0 82 32,40 39-32,1 120 31,39 1-15,-40-81-1,-40-80-15,-80 121 16,80-121-16,-40 0 0,-41 80 15,-39-80-15</inkml:trace>
  <inkml:trace contextRef="#ctx0" brushRef="#br0" timeOffset="62360.3267">22310 12432 0,'40'0'63,"1"-40"-48,-1 40-15,40 0 0,-40-40 0,40 40 16,1 0-16,-41 0 0,40 0 16,0 0-16,0-40 0,-39 40 0,-1 0 0,40 0 15,-40 0-15,0 0 16,-40-40-16</inkml:trace>
  <inkml:trace contextRef="#ctx0" brushRef="#br0" timeOffset="62600.2368">22471 12793 0,'0'0'16,"-40"40"-1,80-40 1,120-40 0,81-40-1,-201 80-15,161 0 32,-161 0-32,0 0 0,0 0 15</inkml:trace>
  <inkml:trace contextRef="#ctx0" brushRef="#br0" timeOffset="62890.2242">24116 12232 0,'-40'-41'15,"80"82"-15,-120-82 16,120 41 0,-40 41-16,40-41 15,0 40-15,0-40 0,0 40 0,0 0 0,1 0 16,-1-40-16,0 40 0,0 0 16,0 0-16,0 0 0,0 0 0,-40 1 0,40-1 15,1-40-15,-1 40 16,-40 0-16,40-40 0,0 40 0,-40 0 0,40-40 15,0 0-15</inkml:trace>
  <inkml:trace contextRef="#ctx0" brushRef="#br0" timeOffset="63150.2395">24758 12232 0,'-161'0'16,"322"0"-16,-402 0 16,201 0-16,0 40 15,0 80 1,-40-40 0,-81 81-1,41 79 1,39-79-1,81-121-15</inkml:trace>
  <inkml:trace contextRef="#ctx0" brushRef="#br0" timeOffset="63480.259">25159 11951 0,'0'0'0,"-40"0"0,-40 0 31,40 0-31,0 40 0,-1 0 15,-39 161 1,40 39 0,40-200-16,40 121 31,-40-121-31,40 0 0,41 0 16,-41 0-16,40-40 15,-40 40-15,80-40 0</inkml:trace>
  <inkml:trace contextRef="#ctx0" brushRef="#br0" timeOffset="64000.1593">25561 12352 0,'-81'0'16,"162"0"-16,-162-40 15,121 40-15,-40-40 0,161 40 32,-1-40-32,121 40 31,-80-41-15,-161 41-1,0 0 1,-80 41-1,0-1 1,-40 0-16,-81 160 31,41-79-15,80-81-16,-41 40 16,81-40-16,-40-40 31,80 0-31,1 0 15,79-40 1,81 0 0,-1 0 15,-120 0-31,41 40 31,-41 0-15,-40 0-16</inkml:trace>
  <inkml:trace contextRef="#ctx0" brushRef="#br0" timeOffset="64260.1421">26925 12031 0,'0'0'15,"0"-40"-15,-40 40 32,80 0-32,-40 40 0,40-40 15,-40 80-15,40-40 16,-40 0-16,80 1 0,-80-1 0,0 0 0,0 40 0,40-40 16,-40 0-16,0 40 15,0-40-15,0 1 0,-40 39 0,40-40 0,-80 0 16,40 0-16,0 40 0,0-40 0,-41 1 0,41-41 15,0 40-15,-40 0 16,40-40-16</inkml:trace>
  <inkml:trace contextRef="#ctx0" brushRef="#br0" timeOffset="67319.9653">8908 13555 0,'0'-40'47,"0"80"249,0 0-264,-40-40-17,40 40 142,0 0-126,0 0-31,0 1 0,0-1 15,0 0-15,40 0 0,-40 0 16,0 0-16,40 0 16,-40 0-1,40-40-15,0 0 16,1 0-16,-1 0 16,0 0-1,0-40-15,0 40 0,0 0 16,0 0-16,-80 0 0,80-40 0,0 40 15,-40-40 1,41 40-16,-82 0 0,82-40 16,-1 40-16,-40 0 0,0-40 15,0 40-15,0-40 0,0 0 16,0-1 0,0 1-16,0 0 0,0 0 15,0 80 32,-40-40-31,40 40-1,-41 0 1,41 1 15,0-1-31,0 0 16,0 0-16,0 0 0,0 0 0,0 0 15,-40 0-15,40 0 0,0 0 16,0 1-16,0-1 0,0 0 0,0 40 0,0-40 16,-40 0-16,40 40 15,0-39-15,0 39 0,0-40 0,-40 40 0,40-40 16,0 40-16,-40 1 0,40-1 16,-40-40-16,40 40 0,0-40 0,-40 0 0,40 41 15,-40-41-15,40 0 16,-41 0-16,1-40 15,40 40-15,-40-40 0,0 0 16,40-40 0,-40 40-16,40-40 0,-40 40 0,40-80 0,-40 80 15,40-41-15,-40 1 16,40-40-16,0 40 0,0 0 0,0-40 0,0 40 16,0-41-16,0 41 0,40 0 15,-40 0-15,40 0 0,40 0 0,-40 40 16,-40-40-16,40 40 0,0-40 0,1 40 0,-1 0 15,0 0-15,0-40 16,0 40-16,0-41 0,0 41 16,0 0-16,1 0 15,-41 41-15,40-41 16,-40 40 0</inkml:trace>
  <inkml:trace contextRef="#ctx0" brushRef="#br0" timeOffset="67959.9282">10393 13595 0,'0'0'15,"-40"0"-15,-1 0 16,1 0-16,0 0 62,0 40-62,0 0 16,0-40 0,40 40-16,-40-40 0,0 41 0,40-1 0,-41 0 15,41 0-15,-40-40 0,40 40 16,0 0-16,0 0 0,-40 0 0,40 40 0,0-39 15,0-1-15,0 0 0,0 0 0,40 0 0,-40 0 16,40 0-16,-40 0 16,41-40-16,-41 40 0,80-40 0,-80 41 0,40-41 15,0 40-15,0-40 16,0 40-16,0-40 0,1 0 16,-1 0-16,0 0 15</inkml:trace>
  <inkml:trace contextRef="#ctx0" brushRef="#br0" timeOffset="68719.8904">10874 13916 0,'0'-40'15,"-40"40"16,120 40 32,-39-40-47,-41 40-16,40-40 0,-40 40 0,40-40 15,-40 40-15,0 0 0,0 0 16,40 1-16,-40-1 0,0 0 0,0 0 15,0 0-15,0 0 0,-40-40 16,40 40-16,0-80 47,0 0-31,0 0-1,40 0-15,0 0 0,0 0 0,-40-1 16,40 1-16,-40 0 0,40 40 0,1-40 0,-1 0 15,0 0 1,0 40-16,-40-40 0,40 40 0,0 0 16,0 40-1,-40 0-15,40-40 16,-40 40-16,0 0 16,41 0-16,-41 0 0,0 1 15,0-1-15,0 0 16,0 0-16,0 0 0,40-40 0,-40 40 15,0 0-15,0 0 0,0 0 16,40-40-16,-40 41 16,40-1-16,0-40 31,0 0-31,0 0 16,-40-40-16,40 40 15,-40-41-15</inkml:trace>
  <inkml:trace contextRef="#ctx0" brushRef="#br0" timeOffset="69059.8676">12560 13756 0,'-41'-41'16,"41"1"-1,0 121 17,81-81-17,-81 40-15,40-40 0,-40 40 0,40 0 0,-40 0 16,40 0-16,-40 0 0,40 0 0,0 0 0,-40 0 15,40 1-15,-40-1 0,0 0 16,41 0-16,-41 0 0,0 40 0,0-40 0,0 0 16,-81 1-16,81 39 15,-80-40-15,40 0 0,0 0 0,0 0 0,0 0 16,-1 0-16</inkml:trace>
  <inkml:trace contextRef="#ctx0" brushRef="#br0" timeOffset="71339.735">14044 14277 0,'-40'0'0,"40"-40"0,-40 40 31,40-40-31,40 40 78,0 0-62,0 0-16,0 0 15,1 0-15,-1 0 0,0 0 0,0 0 0,40 0 16,-40 0-16,41 0 16,-1 0-16,0 0 0,-40 0 0,41 0 0,-41 0 15,40 0-15,-40 0 0,40 0 16,-40 0-16,1 0 0,-1 0 0,0 0 0,0 0 16,0 0-16,0 0 15,0 0-15,0-40 0,1 40 16,-82 0 15,1 0-15,0 0-1,0 0-15,0 0 0,0 0 0,0 0 16,0 0-16,-1 0 0,1 0 16,0 0-16,0 0 0,-40 0 0,40 0 0,0 0 15,-1 0-15,-39 0 16,40 0-16,0 0 0,0 40 0,0-40 0,-1 0 15,1 0-15,0 0 0,0 0 0,0 0 16,0 0-16,0 0 16,80 0 15,0 0-15,0 0-16,0 0 15,0 0-15,0 0 0,1-40 0,-1 40 0,0 0 16,40 0-16,-40 0 0,0 0 0,1 0 15,-1 0-15,0 0 16,0 0-16,-40-41 0,40 41 0,0 0 16,-80 0 15,0 0-15</inkml:trace>
  <inkml:trace contextRef="#ctx0" brushRef="#br0" timeOffset="72589.6815">16010 13154 0,'41'0'47,"-1"0"-47,0 0 16,0 0-16,0 0 0</inkml:trace>
  <inkml:trace contextRef="#ctx0" brushRef="#br0" timeOffset="72849.661">20545 13435 0,'0'0'15,"0"-40"-15,-40-1 32,-1 41-32</inkml:trace>
  <inkml:trace contextRef="#ctx0" brushRef="#br0" timeOffset="74357.7914">16131 13836 0,'0'40'203,"0"0"-187,0 0-16,0 0 15,0 0-15,0 0 0,40 0 16,-40 1-16,40-1 0,0 0 16,0 0-1,0 0-15,1-40 0,-41 40 16,40-40-16,0 0 0,0 0 0,0 0 16,0-80-16,0 80 15,0-40-15,1 0 0,-1 0 16,-40-1-16,0 1 15,0 0-15,40 0 0,-40 0 16,0 0-16,0 0 16,-40 40-16,40-40 0,-40 40 15,-1 0 1,41 80 31,-40-40-32,40 0 1,0 0-16,0 0 0,0 0 0,0 1 16,0-1-16,0 0 15,0 0-15,0 0 0,0 0 0,0 0 16,0 0-16,0 0 0,0 1 0,0-1 16,-40 0-16,40 0 15,0 0-15,-40 0 0,40 0 0,0 0 0,0 0 16,-40 0-16,0 1 0,40-1 15,0 0-15,-40 0 0,40 0 0,0 0 16,-40-40 0,40 40-16,-41-40 15,1 0 1,0 0 0,0-40-16,0 40 15,40-40 1,0 0-16,0 0 0,-40 0 0,40 0 15,0-1-15,0 1 16,0 0-16,0 0 0,40 40 16,-40-40-16,80 0 15,-80 0-15,40 40 16,0 0-16,1 0 0,-1 0 0,-40-40 16,40 40-16,0 0 15,0 0-15,0 0 0,0 0 16</inkml:trace>
  <inkml:trace contextRef="#ctx0" brushRef="#br0" timeOffset="74877.819">17575 13876 0,'0'0'0,"-40"0"31,0-40-31,0 40 16,0 40-1,-40 120 1,-1 1 15,41 39-15,120-39-1,1-41 1,39-40 15,-40-40-15,1-40-1</inkml:trace>
  <inkml:trace contextRef="#ctx0" brushRef="#br0" timeOffset="75391.4334">17816 14197 0,'0'0'15,"0"-40"-15,40 40 47,-40 40-47,40-40 0,0 80 16,-40-40-16,0 0 0,41 0 16,-41 0-16,0 0 0,0 1 0,0-1 15,-41 0 1,41 0-16,-40-40 0,40-40 31,0 0 0,40 40-31,-40-40 0,41-1 0,-41 1 0,40 40 16,-40-40-16,40 0 0,-40 0 0,40 0 0,-40 0 16,40 0-16,0 40 15,0 0 1,1 40-1,-41 40 1,0-40-16,0 0 16,0 0-16,40-40 15,-40 40-15,0 1 0,40-1 0,-40 0 0,0 0 16,40-40-16,-40 40 0,40 0 16,-40 0-16,40 0 0,-40 0 15,40-40-15,-40 40 16,40-40-16,1 0 15,-1 0-15,0 0 16,0-40-16</inkml:trace>
  <inkml:trace contextRef="#ctx0" brushRef="#br0" timeOffset="75606.3555">19180 14518 0,'-40'0'15,"80"0"-15,-160 0 16,160 0 0,0 0-1,0 0-15,1 0 16,-1 0-16,0-41 0,0 41 0,0 0 0,0 0 16,0 0-16,0-40 15,1 40-15,-1 0 0,0 0 16,0 0-16</inkml:trace>
  <inkml:trace contextRef="#ctx0" brushRef="#br0" timeOffset="75916.3945">20143 14157 0,'-40'0'16,"80"0"-16,-80-41 0,0 41 16,40 41-1,0-1 1,0 0-16,0 0 0,0 0 0,0 0 16,0 0-16,0 0 15,0 0-15,0 1 0,0-1 0,0 0 16,0 0-1,0 0-15,0 0 0,0 0 16,0 0-16</inkml:trace>
  <inkml:trace contextRef="#ctx0" brushRef="#br0" timeOffset="76236.3061">20505 14116 0,'0'41'46,"0"-1"-46,0 0 16,40 0-16,-40 0 0,0 0 0,0 0 0,0 0 16,40 0-16,-40 1 15,0-1-15,0 0 0,0 0 0,0 0 0,0 0 16,0 0-16,-40 0 16,40 0-16,-40 0 0,40 1 0,-41-1 0,41 0 0,-40-40 15,40 40-15,-40-40 16,0 0-16,40 40 0,-40-40 0</inkml:trace>
  <inkml:trace contextRef="#ctx0" brushRef="#br0" timeOffset="77016.2607">22310 14437 0,'-40'0'16,"80"0"15,0-40-15,41 40 0,-41 0-16,0-40 0,0 40 0,40-40 0,-40 40 15,41 0-15,-41-40 0,40 40 16,-40 0-16,40-40 0,-39 40 0,-1 0 0,0 0 15,0 0-15,0 0 16</inkml:trace>
  <inkml:trace contextRef="#ctx0" brushRef="#br0" timeOffset="77236.2874">22671 14758 0,'-40'40'0,"80"-80"0,-120 80 16,120-40 0,41 0-1,-41 0-15,200-80 32,1 0-17,-201 80-15</inkml:trace>
  <inkml:trace contextRef="#ctx0" brushRef="#br0" timeOffset="78426.2513">24116 14157 0,'0'0'16,"0"-41"-16,0 1 15,40 0 1,0 0-16,0 120 15,41 1 1,-41-1 0,-40 40-16,-40 81 31,-1-81-15,1-80-1,40-80 16,40 40-31,81-80 16,79-41 0,-159 41-1,79-40 1,-40 0 0,-80 79-1,0 1 1,-40 40-16,0 0 31,0 0-31,-81 81 16,81-41-16,40 0 15,-40 80 1,0-40 0,120 81-1,41-41 16,39-40-15,1-80 0,-41-80-1</inkml:trace>
  <inkml:trace contextRef="#ctx0" brushRef="#br0" timeOffset="78706.1597">25601 14036 0,'-81'-40'15,"162"80"-15,-202-80 16,81 80-16,40 0 31,-80 41-31,80 119 31,0-160-31,0 0 0,80 81 16,-80-81-16,40-40 0,0 40 31,81 0-15,-81-40 0</inkml:trace>
  <inkml:trace contextRef="#ctx0" brushRef="#br0" timeOffset="79166.2087">25801 14197 0,'0'0'0,"0"-40"15,40 40 17,-40 80-17,81 0 1,-81 80-1,0-119 1,0-1-16,-40-40 31,80-40-31,40-41 32,40-39-17,-39 40 1,-41 80-1,-40 40 1,40 0 0,0 80 15,0-39-31,80-1 31,-39-80-31,39 0 31,-80 0-31,0-80 16,-40 39-16</inkml:trace>
  <inkml:trace contextRef="#ctx0" brushRef="#br0" timeOffset="79436.1194">27125 14036 0,'0'0'0,"-40"0"15,40 40 1,81-40-16,-81 40 16,40-40-16,-40 41 15,0-1-15,40 0 0,0 0 0,-40 0 16,40 0-16,-40 0 15,0 0-15,0 0 0,0 1 0,0-1 16,0 0-16,-40 0 0,40 0 0,-80-40 0,40 40 16,-1 0-16,1 0 0,0-40 15,-40 40-15,40 0 0,-40-40 0,39 41 16</inkml:trace>
  <inkml:trace contextRef="#ctx0" brushRef="#br0" timeOffset="81736.0223">9390 16162 0,'0'40'79,"0"0"-79,0 0 0,0 0 15,0 0-15,0 0 16,0 1-16,40-1 15,40-40 1,-40 0-16,0 0 0,0 0 0,0 0 16,1 0-16,-1 0 0,0-40 0,0 40 15,0 0 1,-40-41-16,40 41 0,-40-40 0,0 0 0,40 40 16,-40-40-1,0 0-15,0 0 0,0 0 16,0 0-1,-40 40 1,40 40 15,0 40-31,0-40 16,0 0-16,-40 0 16,40 0-16,0 1 0,0-1 0,0 0 15,-40 0-15,40 0 16,0 0-16,0 40 0,0-40 0,0 1 0,0 39 15,0-40-15,0 40 0,0-40 16,0 0-16,0 40 0,0-39 0,0-1 0,0 40 16,0-40-16,0 0 0,-40 0 0,40 0 0,-40 0 15,40 1-15,0-1 16,-40 0-16,40 0 0,-41-40 0,1 40 16,0-40-1,0-40-15,0-40 16,40 40-1,0-1-15,-40 1 0,40-40 0,0 40 16,0 0-16,0 0 0,0 0 0,0 0 0,0-1 16,40 41-16,-40-40 0,0 0 15,40 40-15,-40-40 0,40 40 0,0-40 16,0 40-16,1 0 16,-1-40-16,0 40 0,0 0 15,0 0-15,0-40 16,0 40-16,0 0 0,1 0 0</inkml:trace>
  <inkml:trace contextRef="#ctx0" brushRef="#br0" timeOffset="82086.0419">10754 16042 0,'-40'0'15,"80"0"-15,-161-41 32,81 122-32,40-41 15,-40 120 1,0 81 15,80 40-15,40-81-1,81-120 1,-41-80 0</inkml:trace>
  <inkml:trace contextRef="#ctx0" brushRef="#br0" timeOffset="82505.9625">11356 16362 0,'-40'0'16,"80"0"-16,-161 0 16,202 0-1,-41 81 1,0-41-1,40 120 1,-80 41 0,0-161-16,0 0 31,0-80-31,40 0 16,41-121-1,39 41 16,-80 120-31,0-40 16,40 40 0,-39 160-1,-41 41 17,0-41-17,0 1 1,-41-121-1</inkml:trace>
  <inkml:trace contextRef="#ctx0" brushRef="#br0" timeOffset="82805.9247">12560 16282 0,'-41'0'31,"82"0"-31,-122 0 16,81 40-16,40 40 16,41 121 15,-41 40-16,-120-41 1,80-80 0,-81-79-16,1 39 15</inkml:trace>
  <inkml:trace contextRef="#ctx0" brushRef="#br0" timeOffset="83185.9781">13563 16683 0,'-81'40'15,"162"-80"-15,-202 80 16,161-40 0,1 0-1,79-40 1,81-40-1,-1 40 1,-160 40 15,-40 40-31</inkml:trace>
  <inkml:trace contextRef="#ctx0" brushRef="#br0" timeOffset="83405.8904">13723 17084 0,'-120'40'16,"240"-80"-16,-240 120 0,80-80 31,160 0-15,41-40-1,-41 0 16,-40 40-15,0-40-16</inkml:trace>
  <inkml:trace contextRef="#ctx0" brushRef="#br0" timeOffset="84125.8785">15248 16603 0,'-40'0'15,"80"0"-15,-80-40 0,0 40 16,40-40-16,120 0 16,1 40-1,-81 0 1,120 80-1,-160 80 1,-80 41 0,-81-1 15,121-119-31,80-122 31,1 1-31,79-80 31,40-80-15,1-1 0,-1 81-1,-79 39 17,-121 81-1,-1 41-16,1-41 1,0 40-16,40 0 0,-40-40 16,40 40-16,0 0 0,-40 0 0,40 0 15,0 0-15,-40 0 16,40 1-16,0-1 0,0 0 0,0 0 0,0 0 16,0 0-16,40 0 15,-40 0-15,40-40 0,0 40 16,0-40-16,0 0 15,1 0-15,-1 0 0,40 0 0,-40 0 0</inkml:trace>
  <inkml:trace contextRef="#ctx0" brushRef="#br0" timeOffset="84425.8331">16773 16202 0,'0'0'0,"-80"0"16,39 0-16,1 40 31,-80 120-15,80 81-1,80-80 16,80-41-15,1-40 0,-81-80-16</inkml:trace>
  <inkml:trace contextRef="#ctx0" brushRef="#br0" timeOffset="84805.8104">17294 16563 0,'0'0'0,"-40"0"16,80 40 15,1 0-15,-1 0-16,-40 0 0,0 0 16,0 1-16,0-1 15,0 0-15,0 0 0,0-80 47,40 0-47,0 0 0,-40-1 16,80 1-16,-40 0 15,0 0-15,1 0 0,-1 0 16,0 40 0,-40 40-1,40 0-15,-40 0 16,0 40-16,0-39 15,0-1-15,0 0 0,0 0 0,0 0 0,0 0 16,0 0 0,0 0-16,0 0 0,0 0 15</inkml:trace>
  <inkml:trace contextRef="#ctx0" brushRef="#br0" timeOffset="85285.8585">18338 16322 0,'0'0'0,"40"0"16,40 121 15,0 39-15,-39 0 0,-82 41 15,-39-41-16,-40-79 1,80-81-16</inkml:trace>
  <inkml:trace contextRef="#ctx0" brushRef="#br0" timeOffset="86045.7411">19582 16683 0,'0'0'0,"-40"0"15,-1 0 1,1 0 0,40 40 31,40-40-1,1 0-46,-1 0 0,0 0 16,0 0-16,0 0 0,40 0 0,-40 0 0,41 0 16,-41 0-16,40 0 15,-40 0-15,40 0 0,1 0 0,-41 0 0,40 0 16,-40 0-16,40 0 0,-39 0 16,-1 0-16,0 0 0,0 0 0,0 0 0,0 0 15,-80 0 48</inkml:trace>
  <inkml:trace contextRef="#ctx0" brushRef="#br0" timeOffset="86355.7213">20304 16362 0,'-40'0'15,"80"0"-15,-120 0 16,80 40 15,40 41-15,-40-41-16,0 0 0,0 0 0,0 0 15,0 0-15,0 40 0,0-39 16,0-1-16,0 40 0,0-40 0,0 0 0,0 40 16,0-40-16,0 0 15,0 1-15,0-1 0,-40-40 0,40 40 0,0 0 16,0 0-16</inkml:trace>
  <inkml:trace contextRef="#ctx0" brushRef="#br0" timeOffset="87185.7491">21748 16322 0,'-40'0'0,"80"0"0,-120 0 0,-40 40 16,80-40-16,0 0 0,-1 40 31,41 41-31,161 39 32,-81-80-32,41 0 15,39-40 1,-120 0-1,-40-80 1,0 0 0,0-41 15,0 41-15,0 120 15,0 0-16,0 41 1,0 39-16,-40 81 31,0-81-31,-40 120 32,-41 1-17,1-80 1,40-81-1,-1-40 17,41-120-17,-40-41 1,80-39 15,80 40-15,41 79-1,39 1 1,1-40 15,-81 40-31</inkml:trace>
  <inkml:trace contextRef="#ctx0" brushRef="#br0" timeOffset="87525.7304">23033 16322 0,'0'-40'0,"0"80"0,-121-80 31,81 40-31,0 0 0,0 80 16,-81 81 0,81-41-1,40-40-15,0 161 32,121-81-17,-1-79 1,41-81-1,-121 0-15</inkml:trace>
  <inkml:trace contextRef="#ctx0" brushRef="#br0" timeOffset="87955.6301">23313 16563 0,'-40'-40'16,"80"80"-16,-120-120 15,80 120 1,40-40-16,-40 40 16,0 0-16,0 0 15,40 0-15,-40 0 0,0 0 0,41 1 16,-41 39-16,0-40 16,0 0-16,0 0 0,0 0 0,-41 0 15,41 0-15,0-80 31,0 0-31,41 0 16,-41 0-16,40 0 16,-40 0-16,40 0 0,0 0 0,0-1 0,-40 1 15,40 40-15,-40-40 0,40 0 16,0 0-16,1 40 31,-41-40-31,40 80 16,-40 0-16,0 40 15,0-40-15,40 1 0,-40-1 0,0 0 16,0 0-16,0 0 0,0 0 0,0 0 0,0 0 16,40 0-1,-40 0-15,40-40 0,-40 41 0,40-41 16,0 0-16,0 0 16,1 0-16,-1 0 0</inkml:trace>
  <inkml:trace contextRef="#ctx0" brushRef="#br0" timeOffset="88185.6924">24477 16924 0,'0'0'0,"0"-40"16,40 40-1,0-40-15,81 40 31,39-40-15,-120 40-16,161-81 31,-161 81-31</inkml:trace>
  <inkml:trace contextRef="#ctx0" brushRef="#br0" timeOffset="88445.6771">25520 16402 0,'0'-40'16,"-40"40"0,40 40-1,0 1 1,0 39-16,0-40 15,0 0-15,0 0 0,0 0 0,0 0 16,0 0-16,0 1 0,0-1 0,0 0 0,0 0 16,0 0-16,0 0 15,0 0-15,0 0 0,0 0 16</inkml:trace>
  <inkml:trace contextRef="#ctx0" brushRef="#br0" timeOffset="88735.6642">26162 16202 0,'0'40'16,"41"0"0,-1 40-1,0 41-15,0 159 32,-241 1-17,-160-120 1</inkml:trace>
  <inkml:trace contextRef="#ctx0" brushRef="#br0" timeOffset="90275.5137">6500 16362 0,'0'0'0,"0"40"93,41-40-93,-41 41 0,40-41 0,-40 40 16,40-40-16,0 0 0,-40 40 0,40-40 16,-40 40-16,40-40 15,0 40-15,0-40 16,1 0-16,-1 0 16,0-40-16,0 0 0,0 40 15,0-40-15,0 0 16,0 40-16,1-41 0,-1 1 0,40 0 0,-40 0 15,0 0-15,0 0 0,1 0 0,-1 40 0,0-40 16,0 40-16,-40-40 0,40 40 16,0-40-16,40 40 0,-39-41 0,-1 41 0,0-40 15,0 0-15,40 40 16,-40-40-16,0 40 0,41-40 0,-41 0 0,0 40 16,0-40-16,40 40 0,-40-40 15,1 40-15,-1 0 0,0 0 0,-40-40 16,0 80 15,0 0-15,40-40 93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1T07:39:19.3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2046 1082 0,'0'0'0,"-40"0"0,0 0 16,0 0-16,0 0 0,40-40 31,40 80-15,0 0-1,-40 0-15,0 1 16,0-1-16,0 0 16,40 0-16,-40 0 0,0 0 0,0 0 0,0 40 15,0-39-15,0 39 0,-40-40 16,40 40-16,-40 0 0,40-40 0,-40 41 0,40-41 15,-80 40-15,80-40 0,0 0 0,0 0 0,-40 0 16,40 0 0,0 1-16,40-41 31,0-41-31,0 1 16,0 40-16,-40-40 15,40 40-15,0-40 0,0 40 0,1-40 0,-1 40 16,0 0-16,0-40 0,0 40 0,0 0 0,40 0 15,1 0-15,-41 0 16,0 0-16,0 0 0,0 40 16,0-40-1,0 0-15</inkml:trace>
  <inkml:trace contextRef="#ctx0" brushRef="#br0" timeOffset="219.9849">2889 1684 0,'-40'0'16,"40"40"15,0 0-31,0 0 0,0 0 16,0 0-1,0 0-15,40 1 0,-40-1 0,0 0 16,0 0-16,40 0 0,-40 0 15,0 0 1</inkml:trace>
  <inkml:trace contextRef="#ctx0" brushRef="#br0" timeOffset="399.9049">2729 1523 0,'0'0'0,"-41"0"0,41-40 0,0 0 15,0 0 1,0 0-16,41 40 0</inkml:trace>
  <inkml:trace contextRef="#ctx0" brushRef="#br0" timeOffset="789.953">3050 1684 0,'0'0'0,"40"0"16,0 0-1,0 0 1,-40 40-16,40 0 0,-40 0 15,0 0-15,0 0 0,40 0 0,-40 1 16,0-1-16,0 0 16,0 0-16,0 0 31,40-120-15,0 40-16,1 0 15,-1-1-15,0 1 16,-40 0-16,40 40 0,0 0 15,0 40 1,-40 0-16,0 1 16,0-1-16,40 0 15,-40 0-15,0 0 0,41-40 0,-41 40 16,0 0-16,0 0 16,0 0-16</inkml:trace>
  <inkml:trace contextRef="#ctx0" brushRef="#br0" timeOffset="1119.859">4053 1965 0,'40'0'31,"0"0"-31,0 0 0,0 0 0,-40-41 16,40 41-16,1-40 0,-1 40 15,-40-40-15,0 0 16,-40 0 0,-1 40-1,-39 0-15,40 0 16,0 40-16,0-40 0,0 40 16,0-40-16,40 40 0,-41 0 0,1 1 0,0-1 15,40 0 1,-40 0-16,40 0 0,0 0 15,80 0-15,-40 0 0,1-40 16,-1 40-16,0-40 16,0 0-16,0 0 0</inkml:trace>
  <inkml:trace contextRef="#ctx0" brushRef="#br0" timeOffset="1499.9153">4815 1884 0,'-40'0'16,"80"0"-16,-120 40 0,0 1 15,80-1-15,-40 0 0,40 40 32,40 0-17,0-80-15,0 40 16,0-40-16,0 0 15,40-160 1,-80 120 0,0 0-16,0 0 0,-40-1 15,40 1-15,-40 0 16,40 80 15,40 0-31,-40 1 16,40-1-16,1 0 0,-1 0 15,-40 0-15,40 0 16,-40 0-16,40-40 0,-40 40 16,0 0-1</inkml:trace>
  <inkml:trace contextRef="#ctx0" brushRef="#br0" timeOffset="1779.8326">5096 1965 0,'40'0'0,"0"0"32,-40 40-32,40-40 0,1 0 15,-41 40-15,40-40 16,-40 40-16,40 0 0,-40 0 16,40-40-16,-40 40 15,0 0-15,-40-40 31,40-40-15,0 0-16,0 0 16,40 0-16,0 0 15,0 0-15,0 0 16,0-1 0</inkml:trace>
  <inkml:trace contextRef="#ctx0" brushRef="#br0" timeOffset="1959.8281">5698 1884 0,'40'0'32,"-80"0"-32,120 0 15,-80 40 1,0 1-16,0-1 16,0 0-1,0 0-15,40-40 0,-40 40 16,0 0-16,40 0 0,-40 0 15</inkml:trace>
  <inkml:trace contextRef="#ctx0" brushRef="#br0" timeOffset="2129.8757">5979 1564 0,'0'-41'0,"-40"41"16,40-40-16,0 0 16,0 0-16,40 0 0,-40 0 15,40 40 1</inkml:trace>
  <inkml:trace contextRef="#ctx0" brushRef="#br0" timeOffset="2369.8622">6340 1363 0,'0'40'63,"0"0"-63,0 0 15,0 0-15,0 1 0,0-1 16,0 0-16,0 40 0,0-40 0,0 0 0,0 0 15,0 0-15,0 0 0,0 1 0,0-1 0,0 0 16,0 0 0,0 0-16,0 0 0,0 0 15</inkml:trace>
  <inkml:trace contextRef="#ctx0" brushRef="#br0" timeOffset="3059.7471">6380 1844 0,'-40'0'0,"40"40"15,40-40 1,0 0 0,40 0-16,-80 40 0,41-40 0,-1 0 15,0 0 1,0 0-16,0 0 0,0 41 15,0-41-15,0 0 32,-40-41-32,41 41 0,-41-40 15,0 0 1,0 0-16,0 0 16,0 80 15,0 0-16,0 0 1,40-40-16,-40 40 16,40-40-1,-40 41 63,0-1-78,0 0 0,0 0 16,0 0-16,-40 0 16,40 0-16,0 0 0,0 0 0,0 41 0,0-41 15,0 0-15,0 40 0,0-40 16,0 40-16,0-40 0,-40 41 0,40-41 0,-41 0 16,41 40-16,-40-40 15,40 0-15,-40 0 0,0 1 0,0-1 16,0-40-16,0 0 0,0 0 15,40-40-15,-41-1 16,41 1-16,-40 0 0,40 0 0,0 0 0,0 0 16,0-40-16,0 40 15,40-1-15,-40-39 0,81 40 0,-81 0 0,40 40 16,0-40-16,0 0 0,0 40 16,-40-40-16,40 40 0,0 0 0,1-40 15,-1 40 1,0 0-16</inkml:trace>
  <inkml:trace contextRef="#ctx0" brushRef="#br0" timeOffset="3729.7863">762 3850 0,'41'0'15,"-1"0"1,-40-41-16,40 41 0,0 0 47,0 41-47,0-41 0,0 0 15,0 0-15,1 0 16,-1 0-16,0 0 0,40 0 0,-40 0 0,81 0 16,-41-41-16,0 41 15,40-40-15,-39 40 0,39-40 0,0 40 0,41-40 16,-41 0-16,41 40 0,-41-40 16,41 0-16,-1 40 0,1-40 0,-1 0 0,1 40 15,-1-41-15,1 1 16,-1 40-16,1 0 0,-1-40 0,1 40 0,-41-40 15,41 40-15,-41 0 0,0-40 0,-39 40 0,-1 0 16,40-40-16,-80 40 0,41 0 16,-41 0-16,0 0 0,0 0 0,0-40 0,0 40 31,-40-40 16,-40 40-16,0 0-31,0 0 16,0 0-16</inkml:trace>
  <inkml:trace contextRef="#ctx0" brushRef="#br0" timeOffset="5449.6865">15970 1483 0,'40'0'0,"-40"-40"31,0 0-15,41 0 0,-41 0-16,80 40 0,-40 0 15,0 0-15,0 0 0,0 0 0,0 0 16,1 0-16,-1 40 15,0-40-15,0 40 0,40 0 0,-40 0 16,0 0-16,-40 1 0,41-1 16,-41 40-16,0-40 0,0 0 0,0 0 0,0 0 15,-41 0-15,41 0 16,-80 1-16,40-41 0,0 40 0,40 0 0,-40 0 16,0-40-16,0 40 15,40-120 1,40 80-16,-40-40 0,40 0 15,-40-1-15,40 1 0,0 0 16,0 0-16,0 0 0,0 0 0,1 0 0,-1-40 16,0 40-16,0-1 0,0 1 15,0 40-15,0-40 0,0 0 0,1 40 0,-41-40 16,40 0-16,-40 0 16,40 40-16,-40-40 0,0 0 15,-40 40 1,0 80-1,-1-40 1,41 0-16,0 0 16,-40 0-16,40 0 0,-40 0 0,40 1 0,0-1 15,0 0-15,0 0 16,0 0-16,0 0 0,0 0 0,0 0 0,0 0 16,40 0-16,-40 1 15,40-1-15,1-40 0,-1 0 16,0 0-16,0 0 0,0 0 0,0-40 15</inkml:trace>
  <inkml:trace contextRef="#ctx0" brushRef="#br0" timeOffset="5649.6748">17656 1684 0,'-41'40'0,"41"0"15,-40-40-15,40 40 31,0 0-31,0 0 0,0 0 16,0 41 0,40-41-16,-40 80 31,-40-80-31</inkml:trace>
  <inkml:trace contextRef="#ctx0" brushRef="#br0" timeOffset="7379.5">18378 1162 0,'-40'0'0,"80"0"656,40 0-656,-40 0 16,0 0-16,1 0 0,-1 0 0,0 0 0,40-40 16,-40 40-16,0 0 15,0 0-15,41 0 0,-41-40 0,40 40 0,-40 0 16,0 0-16,0 0 0,41 0 0,-41 0 0,0 0 15,0 0-15,40 0 0,-40-40 16,1 40-16,-1 0 0,0 0 0,0-40 16,0 40-1,0 0-15,-40-40 0,40 40 32,0 0-17,-80 0 32,40 40-47,-40-40 16,0 0-16,0 0 15,0-40 1</inkml:trace>
  <inkml:trace contextRef="#ctx0" brushRef="#br0" timeOffset="7869.5473">19421 842 0,'0'0'0,"0"40"125,40-40-94,0 0-15,-40 40-16,41-40 0,-1 0 15,0 0-15,0 0 16,0 0-16,0 0 0,0 0 16,-40 40-1,40-40-15,-40 40 16,41-40 0,-41 40-16,0 0 15,0 0-15,-81 0 0,81 1 0,-40-1 16,40 0-16,-40 0 15,0 0-15,40 0 0,-40 0 0,0 0 16,40 0-16,-40-40 0,40 41 16,-41-41-16</inkml:trace>
  <inkml:trace contextRef="#ctx0" brushRef="#br0" timeOffset="8659.4278">20826 882 0,'0'0'0,"0"40"47,0 0-31,0 0-16,0 0 15,0 0-15,0 0 0,40 0 0,-40 1 16,40-41-16,-40 40 16,40-40-16,0 40 0,0-40 0,0 0 15,0 0-15,-40-40 16,41 0-1,-41-1-15,0 1 0,0 0 0,0 0 16,0 0-16,0 0 16,0 0-16,0 0 0,0 80 62,0 0-62,0 0 0,0 0 16,0 0-16,0 0 0,0 0 0,0 1 0,0-1 15,0 0-15,0 0 16,0 0-16,0 0 0,0 0 0,0 0 0,0 0 0,0 1 16,0-1-16,0 0 15,-41 0-15,41 0 0,-40 0 0,40 0 16,-40 0 0,0-40-16,0 0 0,0 0 15,0 0 1,0 0-1,40-40-15,-41 0 0,41 0 16,0 0 0,0 0-16,0 0 15,41 0 1,-1 40-16,-40-41 0,80 41 16,-40 0-16,0-40 15</inkml:trace>
  <inkml:trace contextRef="#ctx0" brushRef="#br0" timeOffset="8979.4082">21628 1483 0,'0'0'0,"0"40"47,0 1-47,0-1 16,0 0-1,0 0-15,0 0 0,0 0 0,-40 0 16,40 0-16,0 0 0,0 0 16,0 1-16,0-1 0,0 0 0,0 0 15,0 0 1,40 0-16,-40-80 31,0 0-15,0 0 15,-40 40-31,40-40 16</inkml:trace>
  <inkml:trace contextRef="#ctx0" brushRef="#br0" timeOffset="10179.3398">16291 2927 0,'0'40'15,"40"-40"32,1 0-31,-1 40-16,0-40 15,-40 40-15,40 1 0,0-1 16,-40 0-16,0 0 0,0 0 16,0 0-16,0 0 0,0 0 0,-40 0 0,0 0 15,40 1-15,-40-1 0,0 0 16,-1 0-1,1-40-15,40-40 32,0 0-17,40 40-15,-40-40 16,41-1-16,-41 1 0,40 40 0,0-40 0,0 0 16,0 0-16,0 0 0,0 0 15,0 0-15,1 40 0,-41-40 0,40 0 0,0 40 16,0-41-16,0 1 0,0 40 15,-40-40 1,-40 40 15,40 40-31,-40-40 0,40 40 16,-40-40 0,0 0-16,40 41 0,0-1 0,-40-40 15,40 40-15,-41-40 0,41 40 0,-40 0 0,0-40 16,40 40-16,0 0 0,-40 0 15,40 0-15,0 0 0,0 1 16,40-41 0,-40 40-16,80-40 0,-39 0 15,-1 0-15,0 0 16,0 0-16,0 0 0,0 0 0,0 0 16,0 0-1,-40-40-15,41 40 0,-1-41 0,0 1 16,0 40-16</inkml:trace>
  <inkml:trace contextRef="#ctx0" brushRef="#br0" timeOffset="10659.3162">17214 3328 0,'0'0'0,"80"0"47,-39 0-31,-1 0-16,0 0 15,0 0-15,-40 40 0,40-40 16,-40 40-16,0 0 15,0 1-15,0-1 0,0 0 16,-40 0-16,40 0 16,-40-40-16,40 40 0,-40-40 0,40 40 0,-40-40 15,-1 40 1,1-40-16,80 0 47,1 0-47,-1 0 0,0-40 15,0 40-15,0 0 16,0 0-16,0-40 0,0 40 0,1-40 0,-1 40 16,0 0-16,0 0 15,0 0-15,0 0 0,-40-40 16,-40 40 125</inkml:trace>
  <inkml:trace contextRef="#ctx0" brushRef="#br0" timeOffset="11289.3544">18659 3208 0,'-40'0'31,"0"0"-15,-1 0 0,82 0 46,-1 0-46,0 0-1,0 0-15,0 40 0,0-40 0,0 0 16,0 0-16,1 0 16,-1 0-16,0 0 0,0 0 0,0 0 0,0 0 15,40 0-15,-39 0 0,-1 0 16,0-40-16,0 40 0,0 0 0,-40-40 0,40 40 16,0 0-16,0 0 15,1 0-15,-1 0 16,-40-40-1,-40 40 48,-1 0-47,1 0-1</inkml:trace>
  <inkml:trace contextRef="#ctx0" brushRef="#br0" timeOffset="11689.2943">19461 2847 0,'-40'0'0,"0"0"0,0 0 0,0 0 16,0 0-16,40 40 47,40-40-47,0 40 15,0 0-15,0-40 16,0 40 0,0-40-16,1 40 0,-1-40 15,0 0-15,0 41 0,0-41 0,0 0 16,-40 40-16,40-40 15,-40 40-15,0 0 32,-40-40-32,40 40 0,-40-40 15,40 40-15,-40-40 0,0 40 16,0 0-16,0 0 0,-1-40 16,1 40-16,0 1 15,40-1 1,-40-40-16</inkml:trace>
  <inkml:trace contextRef="#ctx0" brushRef="#br0" timeOffset="12469.2085">20505 2887 0,'-41'0'16,"41"40"-16,0 0 31,0 0-15,41 0-1,-41 1-15,40-41 0,-40 40 0,40-40 16,0 40 0,0-40-16,0 0 0,0 0 15,0 0-15,1-80 0,-1 80 16,-40-41-16,40 1 15,-40 0-15,0 0 0,0 0 0,40 40 16,-40-40-16,0 0 16,0 0 15,0 80 0,-40-40-31,40 40 16,0 0-16,0 0 0,-40-40 15,40 40-15,0 0 0,0 0 16,0 1-16,0-1 0,0 0 0,0 0 0,0 0 16,0 0-16,0 0 15,0 0-15,0 0 0,-40 0 0,40 1 16,0-1-16,-41 0 0,1 0 16,40 0-16,-40 0 0,0 0 15,40 0-15,-40-40 0,0 0 16,40 40-1,-40-40-15,0 0 16,-1 0 0,41-40-16,0 0 0,-40 40 15,40-40-15,0 0 16,0 0 0,40 40-1,1-40-15,-1 40 0,-40-40 16,40 40-16,0-40 0,0 40 0,0-41 15,0 41 1</inkml:trace>
  <inkml:trace contextRef="#ctx0" brushRef="#br0" timeOffset="13079.1755">21147 3448 0,'0'-40'16,"40"40"0,80-40 15,0 40-15,-79 80-1,-82 41 1,-119-1 15,120-40-15,80-80 31,0 0-47,0 0 15,0 0-15,-40-40 0,40 40 0,1 0 16,-1 0-1,0 0-15,0-40 0,0 40 0,0 0 16,0 0-16,0 0 0,1 0 16,-1 0-16,0 0 0,0 0 31,-80 0 94,0 0-94,40-40 0,-40 40-31</inkml:trace>
  <inkml:trace contextRef="#ctx0" brushRef="#br0" timeOffset="14459.0947">14526 4932 0,'0'0'0,"0"-40"31,40 0-15,40 40-1,-80-40 1,40 40-16,0 0 0,1 0 0,-1 0 16,0 0-16,0 0 15,0 0-15,0 0 0,-40 40 16,40 0 0,-40 0-16,0 0 0,0 1 0,0 39 0,0-40 15,0 0-15,0 0 0,-40 40 0,40-40 0,-40 1 16,40-1-16,-40 0 0,40 0 15,-40 0-15,0 0 0,40 0 16,-40-40 0,40-40-1,0 0-15,80 0 16,-80 0-16,40 40 0,-40-40 0,40 0 0,0-1 16,0 1-16,-40 0 0,40 40 0,1-40 0,-1 0 15,-40 0-15,40 0 16,0 40-16,0-40 0,0 0 0,0 40 15,-40-41-15,40 41 0,-40-40 16,41 40-16,-41-40 0,0 0 31,-41 40 1,1 0-32,0 0 15,40 40-15,-40-40 0,40 40 0,-40-40 16,40 40-16,-40-40 15,40 41-15,-40-41 0,40 40 0,-40-40 0,40 40 16,0 0-16,-41 0 16,41 0-16,0 0 0,0 0 0,0 0 15,0 1 1,41-41-16,-41 40 0,40-40 0,-40 40 0,40-40 16,0 40-16,0-40 0,0 0 15,0 0-15,0 0 16,1 0-16,-41-40 15,40 40-15,0 0 16</inkml:trace>
  <inkml:trace contextRef="#ctx0" brushRef="#br0" timeOffset="14659.0837">15649 5333 0,'0'-40'16,"0"80"15,0 1-31,0-1 15,0 0-15,0 0 16,0 0-16,0 0 16,0 0-16,0 0 0,40-40 15,-40 40-15,0 0 16,0 1-16,0-1 16</inkml:trace>
  <inkml:trace contextRef="#ctx0" brushRef="#br0" timeOffset="15009.0822">16051 5454 0,'0'-40'32,"0"80"-32,-41-80 0,82 80 31,-1-40-15,0 0-16,0 0 0,0 0 0,0 0 15,0 0-15,0 0 0,1 0 16,39 0-16,-40 0 0,0 0 0,0 0 0,0-40 15,0 40-15,1 0 16,-1 0-16,0 0 0,-40-40 0,40-1 31</inkml:trace>
  <inkml:trace contextRef="#ctx0" brushRef="#br0" timeOffset="15289.1236">16372 5133 0,'0'0'0,"0"40"47,0 0-32,0 0 1,0 0-16,0 0 0,40-40 0,-40 41 0,0-1 16,0 0-16,0 0 15,0 0-15,0 0 0,0 0 0,0 0 0,0 0 16,0 0 0,-40-40-16,40 41 0</inkml:trace>
  <inkml:trace contextRef="#ctx0" brushRef="#br0" timeOffset="15889.0885">16853 5173 0,'0'0'16,"0"-40"-1,161 40 1,-1 40 15,-80 40-15,-80 81 0,-80-1-1,-80 0 16,79-119-15,162-122 0,-41 41-1,40-40 1,80-120 0,-39-1-1,-41 121 1,-120 80 15,0 0-15,0 40-1,0 0 1,-1 0 0,1 0-16,40 0 15,0 0-15,-40 1 0,40-1 0,0 0 16,0 0-1,0 0-15,0 0 0,40 0 16,-40 0-16,0 0 16,40-40-16,-40 40 0,41-40 0,-1 0 15,0 41 1,0-41-16,0 0 0</inkml:trace>
  <inkml:trace contextRef="#ctx0" brushRef="#br0" timeOffset="16489.0566">17816 5614 0,'0'-40'0,"0"0"31,40 40 16,0 40-16,0-40 1,1 0-1,-1 0-31,0 40 16,-40 0 15,0 0-31,0 0 0,0 1 15,-40-41-15,40 40 0,-40 0 16,-1 0-16,41 0 0,-40-40 0,40 40 31,0-80 1,40 0-32,1 40 15,-41-40-15,40 40 0,0 0 16,0-40-1,0 40-15,0 0 16,0 0-16,1 0 16,-82 0 46,41 40-46,-40-40-16,0 0 31,40-40 0</inkml:trace>
  <inkml:trace contextRef="#ctx0" brushRef="#br0" timeOffset="17258.9529">19301 5414 0,'-40'0'31,"0"0"32,-1 0-32,82 0 63,-1 0-78,0 0-16,0 0 0,0 0 15,0 0-15,0 0 0,0 0 0,1 0 0,39 0 16,-40 0-16,40 0 0,-40-40 15,41 40-15,-41 0 0,40 0 0,-40-41 0,0 41 16,0 0-16,0 0 16,1 0-16,-1 0 0,0 0 0,0-40 15,0 40 1,0-40 0,0 40-1,-40 40 32,-40-40-47,0 0 31,0 0-31,0 0 16</inkml:trace>
  <inkml:trace contextRef="#ctx0" brushRef="#br0" timeOffset="17638.9153">20184 4972 0,'-41'0'16,"82"0"-16,-162 41 16,121-1-16,-40-40 15,80 40 1,121 40 15,-81-40-31,40 0 16,1 0-1,-41 0 17,-80 1-17,-40-1 1,0 0-1,-81 40 1,41-40 0,40 0-1</inkml:trace>
  <inkml:trace contextRef="#ctx0" brushRef="#br0" timeOffset="18478.8947">21748 4932 0,'-40'0'16,"80"0"-16,-120 0 15,80 40 1,0 1-1,40-1 1,0 0-16,1 0 0,-1-40 16,0 0-1,-40 40-15,40-40 0,0 0 0,0 0 16,-40-40 0,40 40-16,-40-40 0,0 0 15,41 40-15,-41-40 0,0-1 0,0 1 0,0 0 16,0 0-1,0 0 1,0 80 31,0 0-47,0 0 16,-41 0-16,41 1 0,0-1 0,0 0 15,0 0-15,-40 0 16,40 0-16,0 0 0,0 0 0,0 0 15,0 1-15,0-1 0,0 0 16,0 0-16,0 0 0,0 40 0,-40-40 0,40 0 16,0 0-16,0 1 15,0-1-15,-40 0 0,40 0 0,-40 0 16,40 0-16,-40 0 16,0 0-16,-1-40 15,1 40-15,0-40 16,0 0-1,40-40-15,-40 40 0,40-40 16,-40 0-16,40 0 16,-40 40-16,40-40 0,0 0 15,0 0 1,0 0-16,40 40 16,-40-41-16,40 41 0,-40-40 15,40 40-15,0 0 16,-40-40-16,40 40 0,0 0 0,-40-40 15,41 40-15,-1 0 16,0 0-16,0 0 0,0 0 16,-40-40-16</inkml:trace>
  <inkml:trace contextRef="#ctx0" brushRef="#br0" timeOffset="18958.8558">22350 5654 0,'41'0'32,"-41"-40"-32,40 40 15,0 0-15,0 0 16,0 0-16,0 0 0,0 0 0,0 0 16,1 0-16,-41 40 31,-41 0-31,41 0 15,-40-40-15,40 41 0,-40-1 16,0 0-16,0-40 0,40 40 16,0 0-1,40-40 17,0 0-32,-40 40 15,40-40-15,0 0 16,-40 40-1,41-40-15,-41 40 0,0 0 16,0 1 0,-41-1-16,1-40 15,40 40-15,-40-40 16,0 40-16,0-40 0,0 0 0,0 40 16,0-40-16,-1 0 0,1 0 15,0 0-15,0-40 16,0 0-16,0-40 15,40 39 1</inkml:trace>
  <inkml:trace contextRef="#ctx0" brushRef="#br0" timeOffset="20528.8231">23113 1203 0,'0'40'0,"40"-40"47,0 0-31,0 0-16,-40-40 15,40 40 1,0 0-16,1 0 0,-1 0 16,0 0-16,0 0 0,0 0 0,0 0 15,0 0-15,0 40 0,1-40 16,-1 0-16,0 0 0,0 0 0,0 0 15,-40 40 32,-40-40-47,40 40 16,0 0 0,0 0-16,0 0 15,0 0-15,0 0 0,0 1 0,0-1 0,-40 0 16,40 0-16,0 0 0,0 0 15,0 0-15,0 0 0,0 0 0,0 0 0,0 1 16,0 39-16,0-40 16,0 0-16,0 40 0,0-40 0,0 41 0,0-41 15,0 0-15,0 40 0,0-40 16,40 0-16,-40 40 0,0-40 0,0 1 0,40 39 16,-40-40-16,0 0 0,0 0 0,0 40 0,0-40 15,0 1-15,0-1 16,0 0-16,0 0 0,0 0 0,0 0 15,0 0-15,0 0 16,0 0-16,0 0 0,0 1 16,0-1-16,0 0 15,0 0-15,0 0 32,-40-40 14,0-40-14,0 40-17,0 0 1,-1 0-16,1-40 16,0 40-16,0 0 0,0 0 0,0 0 15,0 0-15,0 0 16,-1 0-16,1 0 0,40 40 0,-40-40 0,0 0 15,0 0 1,0 0-16,40 40 0,-40-40 16,0 0-1,40-40 1,0 0 0,40 0-16</inkml:trace>
  <inkml:trace contextRef="#ctx0" brushRef="#br0" timeOffset="21098.7947">23313 2606 0,'-40'0'16,"0"0"15,0 0 0,40-40-15,40 40 15,0 0-15,0 0-16,1 0 0,-1 0 0,0 0 15,40 0-15,-40 0 0,40 0 16,1 0-16,-41 0 0,40 0 0,-40 0 0,40 0 15,-39-40-15,39 40 16,-40 0-16,0 0 0,0 0 0,0 0 0,0 0 16,1 0-1</inkml:trace>
  <inkml:trace contextRef="#ctx0" brushRef="#br0" timeOffset="21958.6839">24317 2205 0,'-81'-40'16,"41"40"-1,0 0-15,0 0 16,0 0 0,0 0-16,0 0 0,-1 0 15,1 0-15,0 0 0,0 0 16,0 0-1,0 0-15,0 0 0,0 0 16,-1 0-16,1 0 16,0 0-16,0 40 0,0-40 15,0 40-15,0-40 16,0 0-16,-1 40 0,1-40 16,40 41-16,-40-41 15,0 40 1,40 0-16,-40-40 0,40 40 15,-40-40 1,40 40-16,0 0 0,0 0 16,-40-40-16,40 40 15,0 0-15,0 0 0,0 1 16,0-1 0,0 0-16,40-40 0,0 0 15,-40 40-15,40-40 16,0 0-16,-40 40 0,40-40 15,0 0-15,-40 40 0,41-40 0,-1 0 16,-40 40-16,40-40 16,0 0-16,0 40 0,0-40 0,0 0 15,0 0-15,1 0 0,-1 0 16,0 0-16,0 0 0,0 0 16,0-40-16,0 40 0,0 0 15,1 0 1,-1 0-16,0 0 0,0 0 15,0-40-15,0 40 16,0-40-16,0 0 16,1 40-1,-41-40-15,40 40 0,-40-40 0,0 0 16,40-1-16,-40 1 16,0 0-16,0 0 15,0 0-15,-40 0 31,40 0-15,-40 40 0,-1-40-16,1 40 15,0 0 1,40-40-16,-40 40 0,0 0 16,40-40-16,40 40 46,-40 40-46,40-40 16</inkml:trace>
  <inkml:trace contextRef="#ctx0" brushRef="#br0" timeOffset="22758.6192">24317 2566 0,'-41'0'32,"82"0"-32,-82-40 15,82 40 1,-1 0 0,0 0-16,0 0 15,0 0 1,0 0-16,0 0 0,0 0 0,1 0 15,-1 0-15,0 40 16,0-40-16,0 0 0,0 40 0,0-40 16,0 0-1,-40 40-15,41-40 0,-41 40 0,40-40 16,-40 41-16,40-41 16,-40 40-16,40-40 0,-40 40 0,0 0 15,40-40-15,-40 40 0,40 0 16,-40 0-1,0 0-15,0 0 0,0 1 16,0-1-16,40 0 16,-40 0-16,0 0 0,40 0 0,-40 0 0,41 0 15,-41 0-15,40 0 16,-40 1-16,40-41 0,-40 40 0,0 0 0,40 0 16,-40 0-16,40 0 0,-40 0 15,0 0-15,40-40 16,-40 40-16,0 1 0,40-41 15,-40 40-15,41-40 16,-41 40-16,40-40 0,-40 40 0,40-40 16,0 40-1,0-40-15,0 40 0,0-40 16,0 0 0,1 40-16,-1-40 0,0 0 0,0 0 15,0 0-15,0 0 0,0 0 0,0 0 16,1 0-1,-1 0 17,-40-40-32,40 40 15,-80 0 95,0 0-95</inkml:trace>
  <inkml:trace contextRef="#ctx0" brushRef="#br0" timeOffset="23648.5991">23434 5534 0,'-40'40'16,"0"-40"0,40-40 15,40 40-16,-40-40 1,40 40-16,0-40 16,0 40-1,0-40-15,0 40 16,0 0-16,1 0 0,-1 0 16,0 0-16,0 0 0,0 0 0,0 0 15,0 0-15,0 0 0,1 0 0,-1 0 16,40 0-16,-40 0 15,0 0-15,0 0 0,0 0 0,1 0 0,39 0 16,-40 0-16,0 0 0,0 0 16,0 0-16,0 0 0,1 0 0,-1 0 0,0 0 15,0 0-15,0 0 16,0 0-16,0 0 0,0 0 16,1 0-16,-1 0 0,0 0 15,0 0-15,0 0 16,0 0-16,0 0 0,0 0 15,1 0-15,-1 0 16,0 0-16,0 0 0,0 0 16,0 0-16,0 0 15,1 0-15,-1 0 16,-40-40-16,40 40 16,-40-41-1,40 41-15,-40-40 94,-40 40-94,40-40 0</inkml:trace>
  <inkml:trace contextRef="#ctx0" brushRef="#br0" timeOffset="25038.5676">28048 3850 0,'0'0'0,"40"0"0,-40 40 16,-40 0-1,40 0-15,-40-40 0,40 40 0,-40-40 16,40 40 0,-40-40-16,40 40 0,0 0 0,-40-40 0,40 40 15,0 0-15,0 1 0,-40-1 0,40 0 16,0 0-16,-40 0 0,40 0 15,0 0-15,0 0 0,0 0 0,0 1 0,0-1 16,0 0-16,0 0 16,0 0-16,0 0 0,0 0 0,0 0 15,0 0 1,0-80 15,0 0-15,40 40-16,0 0 15,-40-40-15,40 40 16,0 0-16,0 0 0,0 0 16,0 0-16,1 0 15,-1 0-15,0 0 0,0 0 0,0 0 16,-40-40-16,40 40 0,0 0 16,0 0-16,1 0 0,-1 0 15,0 0 1,-40-40 15,0 0-15,40 40-16,-40-40 0,0 0 31,0-1-31,0 1 0,0 0 16,40 40-16,-40 40 46,-40-40-30,40 81-16,0-41 16,-40 0-16,40 0 15,0 0-15,0 0 16</inkml:trace>
  <inkml:trace contextRef="#ctx0" brushRef="#br0" timeOffset="25198.5195">28650 4331 0,'0'0'16,"-80"-40"-16,40 40 0,-81-40 31,121-1-31</inkml:trace>
  <inkml:trace contextRef="#ctx0" brushRef="#br0" timeOffset="25568.5371">28771 4371 0,'0'0'15,"0"40"-15,40-40 31,0 0-15,40 40 0,-80 0-16,0 0 15,40-40 1,-40 40 0,40-40-1,1 0-15,79-80 16,-80 80-16,0 0 31,-40 40 0,0 0-15,0 41 0,0-41-16,0 0 0,0 0 15,0 0-15,40-40 16,0 0-1,1 0-15</inkml:trace>
  <inkml:trace contextRef="#ctx0" brushRef="#br0" timeOffset="26518.4803">29774 4571 0,'0'-40'15,"0"0"1,0 0-1,0 0 1,-40 40 15,0 0-15,-1 40-16,1-40 0,40 40 16,-40-40-16,40 40 0,-40 0 15,40 1-15,0-1 0,0 0 0,0 0 16,0 0-1,40-40-15,-40 40 0,40-40 0,0 0 16,1 0 0,-1 0-16,0 0 0,0 0 0,0 0 15,0-40-15,0 40 16,0 0-16,1 0 0,-1-40 0,-40 0 0,40 0 16,-40 0-16,40-1 0,-40 1 0,0 0 15,0 0 1,-40 40 15,0 40-15,0 0-16,40 0 15,-41-40-15,41 41 16,0-1 0,41-40-1,-1 0-15,0-40 16,0 40-16,0-41 15,0 41 1,0 0 0,0 0-1,1 41 1,-1-41-16,0 0 0,0 0 16,40 0-16,-40 0 0,0 0 0,1 0 0,-1 0 15,0-41 1,-40 1-16,40 40 0,-40-80 0,0 40 15,40 40-15,-40-40 16,0 0-16,0 80 47,0 0-31,0 40-1,0-40-15,40 0 0,-40 1 16,0-1-1,40 0-15,0-40 16,1 0-16,-1 0 16,0 0-16,0 0 0,0 0 0,0 0 15,0 0-15,0 0 16,1 0-16,-1 0 0,0 0 0,0 0 16,0 0-16,0 0 0,0 0 15,-80 0 63,0 0-62,0 0-16</inkml:trace>
  <inkml:trace contextRef="#ctx0" brushRef="#br0" timeOffset="31588.1907">6581 7980 0,'0'-40'31,"0"80"16,0 0-47,40 1 16,-40-1-16,0 0 0,40-40 0,-40 40 0,0 0 16,40 0-16,-40 0 0,40 0 0,-40 0 0,40 1 15,0-1 1,1-40-16,-1 0 0,0 0 15,0 0-15,0-40 16,0 40-16,-40-81 16,0 41-1,0 0-15,0 0 0,0 0 0,0 0 16,-40 0-16,40 0 0,-40-1 0,40 1 16,0 80 15,0 1-16,0-1-15,0 0 0,0 0 16,0 0-16,0 0 16,0 0-16,0 0 0,0 0 0,0 41 0,0-41 15,0 40-15,-40-40 16,40 40-16,-40 0 0,40 1 0,-40-1 0,40-40 16,-41 40-16,41 0 0,-40 1 0,40-41 0,-40 40 15,40-40-15,-40 0 0,40 0 16,0 0-16,-40 0 0,40 1 0,-40-41 31,0 0-31,0-41 16,-1 1-1,41 0-15,-40 40 0,40-40 0,0 0 0,-40 0 16,40-40-16,0 40 0,0 0 0,0-1 0,0 1 16,0-40-16,0 40 15,0 0-15,40 40 0,-40-40 0,40 0 0,1 40 16,-1 0-16,0-40 15,0 40-15,0 0 0,0 0 0,0 0 16,0 0-16</inkml:trace>
  <inkml:trace contextRef="#ctx0" brushRef="#br0" timeOffset="31888.1752">7865 8141 0,'-40'40'16,"80"-80"-16,-161 200 31,81-160-31,0 121 16,0-1-1,40-80-15,40 201 16,-40-201-16,80 40 0,-80-40 16,161 241-1</inkml:trace>
  <inkml:trace contextRef="#ctx0" brushRef="#br0" timeOffset="32258.0948">8386 8381 0,'0'0'15,"0"81"1,81 119 0,-81-120-1,0-40-15,40 121 16,-40-121-16,0 0 0,0 0 15,0 0-15,0-80 16,40-40 0,40-40-1,-40 80-15,41-81 16,-41 81-16,80-40 16,-40 80-1,-40 160 1,-40 81 15,0-121-31,0-80 0,-40 81 31,40-81-31,0 0 0</inkml:trace>
  <inkml:trace contextRef="#ctx0" brushRef="#br0" timeOffset="32478.0638">9430 8542 0,'40'80'31,"0"-40"-31,-40 0 16,40 0-16,-40 0 0,40-40 0,-40 81 0,0-41 15,0 0-15,0 0 0,0 40 16,0-40-16,-40 41 0,40-41 0,-40 40 0,40-40 15,-40 0-15,40 0 16,-40 0-16,40 0 0,-40 0 0,-1-40 16</inkml:trace>
  <inkml:trace contextRef="#ctx0" brushRef="#br0" timeOffset="32728.129">10232 9023 0,'-40'0'16,"80"0"-16,-80-40 16,80 0-16,161-40 15,80-1 1,-161 81-1,-80-40-15,121 40 16,-121 0-16,0 0 16</inkml:trace>
  <inkml:trace contextRef="#ctx0" brushRef="#br0" timeOffset="32958.0749">10874 9544 0,'-120'41'15,"240"-82"-15,-240 41 16,240-40 0,-80 40-16,161-40 15,-121 0-15,-40 40 0,81-40 16,-81 0-16,40 0 15</inkml:trace>
  <inkml:trace contextRef="#ctx0" brushRef="#br0" timeOffset="33478.0828">12158 8662 0,'0'0'32,"40"-80"-17,41 80-15,39 0 16,-80 0-16,0 40 0,41 0 16,-81 40-1,-41 201 1,-39-161-1,40-79-15,-80 119 16,80-120-16,40 0 16,0-80-1,40 40-15,-40-80 0,40 40 16,0 0-16,0 0 0,0-1 0,0 1 0,0 0 16,1 0-16,-1-40 0,0 40 15,0 0-15,-40 0 0,40-1 0,-40 1 0,40 0 16,0 40-16,-40-40 15,40 0-15,-40 0 0,41 40 0,-41-40 16,-41 80 31,41 0-47,-40 0 0,40 0 0,0 0 16,0 0-16,0 1 0,0-1 0,0 0 15,0 0-15,0 0 0,0 0 16,0 0-16,0 0 0,0 0 0,40 1 15,41-1 1,-41-40-16,0 0 0,40 0 16</inkml:trace>
  <inkml:trace contextRef="#ctx0" brushRef="#br0" timeOffset="33727.992">13844 8462 0,'-81'0'16,"162"0"-16,-202 0 16,81 0-16,0 0 0,0 0 15,0 40-15,40 80 16,0-80-16,0 0 16,0 161-1,40-1 1,40-160-1,-80 1-15,120-1 16,-79-40-16,-1 0 0</inkml:trace>
  <inkml:trace contextRef="#ctx0" brushRef="#br0" timeOffset="34077.9843">14165 8622 0,'0'0'15,"0"80"17,40 41-17,-40-41 1,0-40-16,40 80 16,-40-80-16,0 0 15,0-80 1,40 0-16,0-120 31,0 120-31,40 0 0,-80-1 0,41 1 31,-1 161-15,0 39 0,-80 1-1,0-41 16</inkml:trace>
  <inkml:trace contextRef="#ctx0" brushRef="#br0" timeOffset="34278.0452">14887 8582 0,'0'0'16,"0"40"-1,40 80 1,-40-80-16,0 121 31,0-81-31,-40-40 0,0 121 16,0-121-16,-121 120 16,121-120-16</inkml:trace>
  <inkml:trace contextRef="#ctx0" brushRef="#br0" timeOffset="37497.8525">15810 8702 0,'-40'0'16,"40"40"15,-40-40-15,40 40-1,-41 1-15,41-1 0,-40 0 16,40 0-16,40-40 31,41 0-31,-41 0 16,0 0-16,40 0 16,-40 0-16,41 0 0,-1-40 0,-40 40 0,40 0 15,0 0-15,1-40 0,-41 40 16,40-40-16,-40 40 0,0-41 0,0 41 0,1 0 15,-1-40-15,0 40 16,-40 40 15</inkml:trace>
  <inkml:trace contextRef="#ctx0" brushRef="#br0" timeOffset="37937.8286">16091 8622 0,'0'-40'0,"0"80"0,0-120 16,0 40-16,0 80 78,0 0-78,0 0 16,0 0-16,0 0 0,0 40 0,0 1 15,0-41-15,0 0 0,0 0 0,0 0 16,0 0-16,0 0 16,0 41-16,0-41 0,0 0 0,0 0 0,0 0 15,0 0-15,0 0 0,0 0 16</inkml:trace>
  <inkml:trace contextRef="#ctx0" brushRef="#br0" timeOffset="38647.7128">17375 8502 0,'0'0'0,"-40"0"0,40-40 31,0 80-16,40 40 1,-40-40-16,40 0 0,0 0 16,-40 0-16,40-40 15,-40 40-15,40 1 0,0-1 0,0 0 16,1-80 15,-41 0-31,40 40 0,-40-81 0,40 41 16,-40 0-1,0 0-15,40 40 0,-40-40 0,0 0 16,0 0 0,0 80-1,-40-40-15,40 40 0,0 0 16,-40 0 0,40 0-16,0 0 0,0 0 0,0 41 0,0-41 15,-40 0-15,40 40 0,0-40 16,0 40-16,0-39 0,0 39 0,0-40 0,-41 40 15,41-40-15,0 40 16,-40-40-16,40 1 0,-40-1 0,40 0 0,-40 0 16,40 0-16,-40 0 0,0 0 15,0-40-15,0 40 0,-1 0 0,1-40 16,0 0-16,0 0 0,0 0 16,40-40-1,-40 0-15,40 0 0,0 0 16,0 0-16,0 0 0,0-40 15,80 39-15,-80 1 0,40 0 0,-40 0 0,40 0 16,0 0-16,1 0 16,-1 0-16,0 0 0,0 40 0,0 0 15,0-40-15,0 40 0,0 0 0,1 0 16,-1 0 0</inkml:trace>
  <inkml:trace contextRef="#ctx0" brushRef="#br0" timeOffset="38947.7688">18418 8502 0,'0'0'0,"-40"0"0,0 0 31,40 40-31,0 40 16,-40-40-16,40 121 16,0-121-16,0 0 0,0 40 15,40 0-15,0 81 16,80-41 0,-80-80 15,1-40-31</inkml:trace>
  <inkml:trace contextRef="#ctx0" brushRef="#br0" timeOffset="39287.7581">18819 8702 0,'0'0'16,"0"-40"0,0 80-1,81 81 1,-81-81-16,40 40 15,-40-40-15,0 40 16,0-40 0,0-80-1,40-40 1,80-80 0,-120 119-16,80 1 31,-39 40-31,-41 40 15,40 161 1,-40-161-16,0 121 31,0-121-31,0 0 16,0 0-16</inkml:trace>
  <inkml:trace contextRef="#ctx0" brushRef="#br0" timeOffset="39507.6798">19782 8983 0,'-40'40'16,"80"-80"-16,-120 80 16,160-80-16,1 0 15,79 0 1,-120 0-16,161 40 31,-161 0-31,0-40 0,40 40 16,1-41-1,-41 41-15</inkml:trace>
  <inkml:trace contextRef="#ctx0" brushRef="#br0" timeOffset="39727.669">20785 8582 0,'0'0'16,"-40"0"-16,-40 0 15,40 40-15,40 0 16,0 0 0,0 121-1,40 79 1,0-119 15</inkml:trace>
  <inkml:trace contextRef="#ctx0" brushRef="#br0" timeOffset="40047.71">21508 8261 0,'40'0'15,"-40"40"1,40-40-16,40 121 31,-80 159-15,-281 202 0,121-282-1,-41-40-15</inkml:trace>
  <inkml:trace contextRef="#ctx0" brushRef="#br0" timeOffset="54266.8473">3090 10347 0,'-40'0'31,"40"40"63,80-40-94,-80 40 0,40-40 15,-40 40-15,0 0 16,0 0-16,0 0 0,40 0 0,-40 0 16,0 1-16,0-1 0,0 0 0,40 0 15,-40 0-15,0 0 16,0 0-16,0 0 0</inkml:trace>
  <inkml:trace contextRef="#ctx0" brushRef="#br0" timeOffset="54726.819">2688 10627 0,'0'0'16,"-40"0"-16,40-40 15,0 0-15,0 0 32,40 0-17,81-40 1,-41 40 0,81-1-1,-1 1 1,-40 40 15,-79 0-31</inkml:trace>
  <inkml:trace contextRef="#ctx0" brushRef="#br0" timeOffset="54966.8524">2889 10988 0,'0'0'16,"0"40"-16,40-40 47,0 0-47,0 0 15,1 0-15,-1-40 16,0 40-16,0 0 0,-40-40 0,40 40 15,0 0-15,0 0 0,0-40 16,1 40-16</inkml:trace>
  <inkml:trace contextRef="#ctx0" brushRef="#br0" timeOffset="55346.8305">3692 10186 0,'0'0'16,"0"-40"-16,0 0 15,0 0 1,0 80 15,0 0-15,0 0-16,0 40 31,0 1-31,0 119 31,0 121-15,0 0-1,0-40 17</inkml:trace>
  <inkml:trace contextRef="#ctx0" brushRef="#br0" timeOffset="55636.7378">3973 10587 0,'0'0'16,"0"40"-1,40 41-15,40 159 31,-40-160-31,0 161 32,-40-40-17</inkml:trace>
  <inkml:trace contextRef="#ctx0" brushRef="#br0" timeOffset="55946.7392">4253 10667 0,'-40'-80'16,"40"40"-1,40 0-15,-40 0 0,41 40 16,39-40-16,-40 40 15,0 0-15,0 0 16,0 0 0,-40 40-16,0 0 0,0 0 0,0 0 15,0 0-15,0 0 0,-40-40 0,40 41 16,-40-1-16,0 0 16,0 0-16,0 0 0,40 0 0,-40-40 15,-1 40-15,1-40 16,40 40-16,-40-40 0,0 0 0</inkml:trace>
  <inkml:trace contextRef="#ctx0" brushRef="#br0" timeOffset="57566.7065">5216 10627 0,'0'-40'63,"41"40"-32,-1 0-15,40 0-16,-80 40 0,40-40 15,0 40-15,0 1 0,0-1 16,-40 0-16,0 0 0,0 0 0,0 0 15,0 0-15,0 0 16,-40 0-16,40 0 0,-40 1 0,40-1 0,-40-40 16,40 40-16,-40-40 0,40 40 0,-40-40 0,0 0 15,40-40 1,0 0-16,0-41 16,80 41-16,-80 0 15,40-40-15,-40 40 0,40 0 0,0 0 0,0 0 16,1 0-16,-1-1 15,0 1-15,0 0 0,0 40 0,-40-40 0,40 40 16,-40-40-16,40 40 16,-40-40-16,40 40 0,-80 0 62,0 40-46,0 0-16,0 0 15,40 0 1,-40 0-16,40 1 16,0-1-16,0 0 0,0 0 0,0 0 15,0 0-15,40-40 16,-40 40-16,40 0 0,0-40 0,-40 40 16,40-40-16,0 0 0,-40 40 15,41-40-15,-1 0 16,0-80-1</inkml:trace>
  <inkml:trace contextRef="#ctx0" brushRef="#br0" timeOffset="57736.6981">6099 10908 0,'0'-40'0,"0"80"0,40-80 0,-40 80 31,-40-40-31,40 40 16,0 0-16,-40 0 0,40 0 0,-40 1 0,40-1 15,0 0-15,0 0 16,-40 0-16,40 0 0,0 0 0,0 0 0,0 0 15,0 1-15,0-1 16,0 0-16,0 0 0,40-40 0,-40 40 16,0 0-16</inkml:trace>
  <inkml:trace contextRef="#ctx0" brushRef="#br0" timeOffset="58406.5815">7022 10868 0,'40'0'46,"0"0"-46,0 0 0,1 0 0,-1 0 16,0 0-16,0 0 0,0 0 0,0 0 0,41-40 16,-41 40-16,0 0 0,0 0 15,0-40-15,0 40 0,0-40 0,0 40 16,1-40 0,-41-1-1,-41 41 1,1 0-1,40-40-15,-40 40 16,0 0-16,0 0 0,0 0 16,0 0-1,80 0 32,0 0-31,0 0-16,0 40 15,0-40-15,-40 41 0,40-1 0,-40 0 16,0 0-16,0 0 0,0 40 0,0-40 0,-40 0 16,40 0-16,-40 1 15,0 39-15,0-40 0,0 0 0,0 0 0,0 0 16,40 0-16,-41 0 0,1-40 16,40 41-16,-40-41 0</inkml:trace>
  <inkml:trace contextRef="#ctx0" brushRef="#br0" timeOffset="59496.5942">11877 10347 0,'0'0'0,"0"-41"16,0 82 15,81-1-15,-81 40-16,40-80 0,-40 40 0,40 0 16,-40 0-16,40-40 0,0 40 15,0-40-15,0 40 0,1-40 0,-1 0 0,0 0 16,0 0-16,0 41 15,0-41-15,0 0 0,0 0 0,1 0 16,-1-81-16,0 81 0,0-40 0,0 0 16,-40 0-16,0 0 0,0 0 15,0 0-15,0 0 0,0-1 16,0 1 0,-40 40-1,40 40 16,0 41-15,-40-41-16,40 0 0,0 0 16,0 0-16,0 0 0,0 0 0,0 0 15,0 1-15,0-1 0,0 0 16,0 0-16,0 0 0,0 40 0,0-40 0,0 0 16,0 0-16,0 41 15,-40-41-15,40 0 0,-40 0 0,40 0 0,-41 0 16,41 0-16,-40 0 0,0 1 15,0-1-15,0-40 0,40 40 0,-40-40 16,0 0-16,0 0 0,-1 0 0,1 0 16,0 0-1,40-80-15,0 39 0,0 1 16,0 0-16,0 0 0,0 0 16,0 0-16,0 0 0,40 0 0,0 0 15,-40-1-15,41 41 16,-1-40-16,0 40 15,0 0-15,0 0 16,0 0-16,-40 40 16,40-40-16,-40 41 0,40-41 15</inkml:trace>
  <inkml:trace contextRef="#ctx0" brushRef="#br0" timeOffset="60766.5205">12881 11068 0,'0'-40'94,"0"0"62,40 0-140,0 0 93,-40 0-93,40 40-16,0 0 563,-40 40-423,0 0-124,40 0-16,-40 0 0,0 0 0,0 1 15,0-1 1,0 0-16,40 0 0,-40 0 0,0 0 16,40 0-16,-40 0 0,0 0 15,0 1-15,-80-1 16,80 0-16</inkml:trace>
  <inkml:trace contextRef="#ctx0" brushRef="#br0" timeOffset="61246.4966">13924 10026 0,'0'0'16,"-40"0"0,0 40-1,-1 0 1,-39 160 0,40 41 15,80-40-16,40-41 1,1-80 0,-41-80-1</inkml:trace>
  <inkml:trace contextRef="#ctx0" brushRef="#br0" timeOffset="61646.4714">14124 10467 0,'0'-40'16,"41"40"-1,-1 0 1,0 0 0,0 40-16,40 0 31,-80 0-31,40-40 0,-40 40 15,0 0-15,0 0 16,-40-40 0,40-40 15,40-40-31,0 40 16,1 0-16,-1 40 15,-40-40-15,40 40 16,-40 40-1,40 0 1,0 80 0,-40-39-1,0-41-15,-40 40 32,40-40-32</inkml:trace>
  <inkml:trace contextRef="#ctx0" brushRef="#br0" timeOffset="61916.4545">15368 10266 0,'-40'0'16,"0"0"-16,80 40 15,41 1 16,39 199-15,-160-39 0,-121 79-1,1-159 17,120-81-32</inkml:trace>
  <inkml:trace contextRef="#ctx0" brushRef="#br0" timeOffset="62236.4393">16291 10788 0,'-40'40'31,"80"-80"-31,-40 40 16,161-40 0,-41 0-1,-80 40-15,41 0 16,-41 0-16,40 0 15,-40 0 1</inkml:trace>
  <inkml:trace contextRef="#ctx0" brushRef="#br0" timeOffset="62426.3792">16492 11149 0,'-80'40'31,"160"-80"-31,-160 120 16,120-80 0,0 0-16,0 0 15,121 0 1,-121-40-16,120 0 16,-120 0-16,0 40 0,1-41 15,39 41-15</inkml:trace>
  <inkml:trace contextRef="#ctx0" brushRef="#br0" timeOffset="63176.3076">18137 10627 0,'-80'-80'16,"160"160"-16,-240-160 31,160 40-31,80 0 0,-40 40 16,0 0-16,0 0 15,0 0-15,1 40 0,-1-40 0,0 40 16,-40 0-16,0 0 0,40 0 0,-40 1 0,0-1 16,0 0-16,-40 0 15,40 0-15,-80 40 0,80-40 0,-41 0 0,1-40 16,0 40-16,40 1 0,-40-41 16,40 40-16,-40-40 0,120-40 31,-40-1-31,0 1 0,1 0 15,39 0-15,-40 0 0,0 0 16,40-40-16,-40 40 0,41 40 0,-41-40 0,0-1 16,0 1-16,0 0 0,0 40 0,0-40 0,1 0 15,-1 0-15,0 40 16,-40-40-16,40 40 0,-40-40 0,40 40 16,-40-40-16,0-1 15,-80 41-15,40 0 31,40 41-31,-40-41 0,-1 40 0,41 0 0,-40 0 16,40 0-16,-40 0 0,40 0 0,-40 0 0,40 0 16,0 1-16,0-1 15,0 0-15,0 0 0,40-40 0,-40 40 0,40 0 16,-40 0-16,40-40 16,1 0-16,-41 40 0,40-40 0,0 0 15,0 0-15</inkml:trace>
  <inkml:trace contextRef="#ctx0" brushRef="#br0" timeOffset="63366.3718">19461 10667 0,'-80'0'31,"160"0"-31,-200 41 16,120-1-16,-40 40 15,40 80 1,0-80-1,0 1-15,0-41 0,40 40 16,0-80-16</inkml:trace>
  <inkml:trace contextRef="#ctx0" brushRef="#br0" timeOffset="63636.2802">20384 10306 0,'-40'0'15,"80"0"-15,-240-40 16,159 40-16,1 40 31,0 201-15,40-121-1,0-79-15,0 159 16,40-160-16,-40 0 0,40 81 16,1-121-16,-41 40 15,40-40-15</inkml:trace>
  <inkml:trace contextRef="#ctx0" brushRef="#br0" timeOffset="63986.3374">20585 10507 0,'0'-40'16,"0"120"-16,0-40 15,40 40 1,0 41 15,-40-41-15,0-120 15,40 0-31,40-40 31,-39 39-31,39 41 32,-80 81-17,0-41 1,0 0-16,0 80 15,0-80-15,-40 0 16,40 0 0,-40-40-16</inkml:trace>
  <inkml:trace contextRef="#ctx0" brushRef="#br0" timeOffset="64216.3259">21628 10467 0,'-40'0'16,"40"40"0,-40 0-16,40 0 15,0 0-15,40 41 16,0 79 0,-40-80-1,0-40-15,-120 121 16,80-121-16,-1 0 0,-39 0 31,40-40-31,40 40 0</inkml:trace>
  <inkml:trace contextRef="#ctx0" brushRef="#br0" timeOffset="64466.3088">22350 10868 0,'-40'0'16,"80"0"-16,-80-40 0,161 0 31,-81 0-31,40 40 0,81-40 16,-121 40-16,200 0 16,-199 0-16,-1 0 0,40 0 31,-40 0-31,0 0 15,0 0-15</inkml:trace>
  <inkml:trace contextRef="#ctx0" brushRef="#br0" timeOffset="64716.2199">22832 10387 0,'0'0'0,"-40"0"16,40 40 15,0 0-31,0 0 0,0 0 16,0 0-16,0 0 16,0 0-16,0 1 0,0 39 0,0-40 15,0 0-15,-40 0 0,40 0 16,0 0-16,-40 40 0,40-39 0,-41-1 0,41 0 15,-40 0-15,0 0 16,40 0-16,-40-40 0</inkml:trace>
  <inkml:trace contextRef="#ctx0" brushRef="#br0" timeOffset="65656.1677">23996 10266 0,'0'40'47,"0"1"-47,0-1 16,0 0-16,40-40 0,-40 40 0,0 0 0,80 0 15,-80 0-15,40-40 16,0 40-16,0-40 0,0 0 0,1 0 0,-1 0 16,0 0-16,0 0 15,0 0-15,0-40 0,0 0 16,0 0-16,-40 0 15,0 0-15,0 0 0,0 0 0,41 40 16,-41-41-16,0 1 0,0 0 0,0 80 47,0 0-31,-41-40-16,41 41 0,0-1 0,0 0 0,-40 0 15,40 0-15,0 0 16,0 0-16,0 0 0,0 0 0,-40 1 15,40-1-15,0 40 0,0-40 16,0 0-16,0 0 0,0 40 0,0-40 0,-40 1 16,40-1-16,0 0 0,-40 0 0,40 0 0,0 0 15,-40 0-15,0 0 16,0 0-16,-1-40 0,1 0 16,0 0-1,0 0-15,40-40 0,-40 0 16,40 0-1,0 0-15,0 0 0,0 0 0,0 0 16,80 0-16,-80-1 0,40 1 0,-40 0 0,40 0 16,1 40-16,-41-40 0,40 0 15,0 40-15,0-40 0,0 40 16,0 0-16,0 0 16,0 0-16</inkml:trace>
  <inkml:trace contextRef="#ctx0" brushRef="#br0" timeOffset="65876.2284">24838 10908 0,'0'0'0,"0"40"15,0 0 1,0 0-16,0 41 31,0-41-31,0 80 16,0-80-16,0 0 0,0 0 15,0 0-15,0 1 16,0 39 0</inkml:trace>
  <inkml:trace contextRef="#ctx0" brushRef="#br0" timeOffset="66186.2104">25601 10226 0,'-40'-40'16,"80"80"-16,-80-120 15,40 40-15,-41 40 16,1 40-1,40 120 1,-40-79-16,40 119 16,0-160-16,0 0 0,0 81 15,40-81-15,41 0 16,-81 0-16,120 40 16,-80-80-1,0 0 1</inkml:trace>
  <inkml:trace contextRef="#ctx0" brushRef="#br0" timeOffset="66536.1907">26042 10467 0,'40'-80'31,"-80"160"-31,120-160 0,-80 120 16,40 0-1,1 120 16,-1-39-15,-40-81 0,0-80-1,0 0 1,40-1-16,0 1 16,0 0-16,0 40 0,-40-40 15,40 40-15,-40-40 16,40 40-16,-40 40 15,41-40-15,-41 40 16,0 0-16,0 0 0,0 1 0,0-1 16,0 0-16,0 0 0,0 0 15,0 0-15,0 0 16,0 0-16,40-40 31</inkml:trace>
  <inkml:trace contextRef="#ctx0" brushRef="#br0" timeOffset="66756.1023">26925 10708 0,'0'0'16,"-40"0"0,0 0-16,80 0 15,40 0 1,-40 0-16,0 0 0,81 0 15,-41 0-15,80 0 16,-39-81 0,-81 41-1</inkml:trace>
  <inkml:trace contextRef="#ctx0" brushRef="#br0" timeOffset="67126.1095">27888 10226 0,'-40'0'15,"0"0"1,80 0-16,-40 40 16,-40-40-16,40 40 0,0 1 15,0-1-15,-41-40 0,41 40 0,-40 0 0,40 0 16,0 0-16,-40 0 15,40 0-15,0 0 0,0 1 0,0-1 0,0 0 16,0 0-16,0 0 0,0 0 0,40-40 16,-40 40-16,40-40 15,-40 40-15</inkml:trace>
  <inkml:trace contextRef="#ctx0" brushRef="#br0" timeOffset="67396.0664">28289 10106 0,'40'0'15,"0"0"1,0 0-16,1 40 15,-1 0-15,40 80 16,-160 161 0,80-241-16,-201 201 15,-240 40 1</inkml:trace>
  <inkml:trace contextRef="#ctx0" brushRef="#br0" timeOffset="69086.0444">2006 12272 0,'40'-40'0,"-40"-1"15,0 1-15,0 80 0,0 1 32,0-1-1,0 0-31,0 0 16,0-80-16,0 120 15,0-40-15,41 0 0,-41 0 16,0 0-1,40 0-15,-40 1 0</inkml:trace>
  <inkml:trace contextRef="#ctx0" brushRef="#br0" timeOffset="69366.0288">1685 12232 0,'0'0'0,"-40"0"0,40-81 31,40 41-15,41 40-16,-41 0 15,0-40-15,120 40 16,-79 0-16,-41 0 0,40 0 31,-40-40-31</inkml:trace>
  <inkml:trace contextRef="#ctx0" brushRef="#br0" timeOffset="69566.0206">1725 12713 0,'-40'40'15,"80"-80"-15,-40 40 16,41 0 0,39-40-1,161-41 1,-161 41-1,-40 40-15</inkml:trace>
  <inkml:trace contextRef="#ctx0" brushRef="#br0" timeOffset="69816.0024">2648 12071 0,'-40'0'16,"80"0"-16,-80-40 0,0 80 0,40 80 16,40 81 15,-40 80-15,0-161-1,0-40-15,0 41 0,0-81 0,-40 80 16</inkml:trace>
  <inkml:trace contextRef="#ctx0" brushRef="#br0" timeOffset="70265.9798">3050 12552 0,'-41'40'16,"82"-80"-16,-122 241 16,81-161-16,0 120 15,81 41 1,-81-161 0,40 0-16,-40 0 15,0-80 1,0 0-1,0-80 1,0 80-16,0-201 16,40 201-16,-40-40 0,40 40 15,40-161 1,41 161 0,-41 80 15,-40 120-16,-160 41 1,-121-41 0,40-119 15</inkml:trace>
  <inkml:trace contextRef="#ctx0" brushRef="#br0" timeOffset="70835.9473">4213 12432 0,'0'-80'16,"81"40"-16,-41 0 16,40 80-16,40 120 31,-80-120-31,-40 0 0,41 0 0,-41 81 16,0-81-16,-121 201 15,81-201-15,40 0 0,-120 40 31,120-40-31,0-80 16,160-201 0,-120 201-16,41-40 15,-41 0-15,120-81 16,-120 121 0,0 0-16,1 0 15,-41 0-15,0 80 0,-41-40 16,41 0-1,-120 40 1,40 0 0,80 0-16,-40 121 15,40-121-15,0 80 16,80 1 15,40-81-15,-80 0-1,1-40-15</inkml:trace>
  <inkml:trace contextRef="#ctx0" brushRef="#br0" timeOffset="71075.8579">5297 12793 0,'40'-40'32,"0"40"-32,0 40 15,-40 0 1,40-40-16,-40 80 0,0-40 0,0 1 15,0-1-15,0 0 0,0-80 0,0 120 0,0-40 0,-40 0 16,40 0-16,0 0 0,-40-40 16,40 40-16,-40 0 0,120-80 31,-40 40-15,-40-40-16,40 40 15,0-40-15,1 40 0,-41-40 0,40 80 0,0-40 16,0-40-1,-40 40-15,0-40 0,40 80 0,0-40 0</inkml:trace>
  <inkml:trace contextRef="#ctx0" brushRef="#br0" timeOffset="71435.9102">6862 13034 0,'-81'0'16,"162"0"-16,-242-40 15,161-1-15,40 41 31,40 0-15,1 0-16,-41-40 0,80-40 31,41 200-31,-121-120 0,40 0 0,81-80 32,-81 120-17,-40-80-15</inkml:trace>
  <inkml:trace contextRef="#ctx0" brushRef="#br0" timeOffset="71695.8203">7504 12713 0,'-40'-40'16,"80"80"-16,-201-120 15,201 80 16,41 40-31,-41 0 16,0-40-16,0 80 0,0-80 0,-40 40 16,40 0-16,0 0 0,-40 0 15,40 1-15,-40-1 0,0 0 0,41 0 0,-41 0 16,0 0-16,0-40 16,-81 40-16,81 0 0,-40 0 0,0 0 0,0-40 15,0 41-15,0-1 16,0-40-16,-1 40 0,1-40 0</inkml:trace>
  <inkml:trace contextRef="#ctx0" brushRef="#br0" timeOffset="72795.7604">12519 12633 0,'0'0'0,"0"-41"15,0 82 32,0-1-31,0 0-16,41 0 15,-41 0-15,80-40 0,-40 40 0,0-40 0,0 40 16,0-40-16,41 0 0,-41 0 16,0 0-16,0 0 0,0 0 0,0 0 0,0-40 15,0-40 1,-40 40-16,0 0 0,0 0 15,0-1-15,0 1 0,0 0 0,-40 40 0,40-40 16,0 0-16,-40 40 0,40-40 16,0 80 15,0 0-31,0 0 0,0 0 16,0 0-16,0 1 15,0-1-15,0 0 0,0 0 0,0 0 0,0 40 16,40-40-16,-40 0 15,0 1-15,0 39 0,0-40 0,40 40 0,-40-40 16,0 0-16,0 40 0,0-39 0,0 39 0,0-40 16,0 0-16,0 0 0,-40 0 15,40 0-15,-40 0 0,40 1 0,-40-1 0,0-40 16,0 40-16,0-40 16,40 40-16,-40-40 0,-1 0 0,1 0 0,0 0 15,0 0 1,40-40-16,0 0 0,-40 0 15,40-1-15,0 1 0,0 0 0,0 0 16,80 0-16,-80 0 16,40 0-16,-40 0 0,40 0 0,1-1 15,-1 1-15,0 40 16,0 0-16,0 0 0,0 0 0,0 0 16,0 0-1,1-40-15,-1 40 0,0 0 0</inkml:trace>
  <inkml:trace contextRef="#ctx0" brushRef="#br0" timeOffset="73195.8094">13603 13274 0,'40'0'16,"-40"-40"-16,40 40 0,0 0 0,0 0 15,0 0 1,1 0-16,-1 80 0,0-80 0,-40 40 15,0 1-15,40-41 0,-40 40 0,0 0 0,0 0 16,0 0-16,0 0 0,-40-40 16,40 40-16,-40 0 0,0 0 0,-1 1 15,82-82 32,-1 1-47,40 0 0,-40 40 16,-40-40-16,40 40 15,0 0-15,0 0 0,1-40 0,-1 40 0,0 0 16,0-40-16,0 40 31,-80 0 1,0 0-17,0 0 1,0 0-1</inkml:trace>
  <inkml:trace contextRef="#ctx0" brushRef="#br0" timeOffset="73915.6924">14967 12472 0,'-40'-40'0,"0"0"15,0 40 1,40-40-16,-40 40 16,40 40-1,-40 40 1,40-40-16,0 0 15,-41 41-15,41-41 0,0 40 0,0 0 16,0 0-16,0 1 0,0-1 0,0 0 0,0-40 0,41 40 16,-41-40-16,40 0 15,-40 1-15,40-1 0,-40 0 0,40 0 0,0-40 16,0 0 0,-40-40-16,40 0 15</inkml:trace>
  <inkml:trace contextRef="#ctx0" brushRef="#br0" timeOffset="74235.7503">15168 12953 0,'0'-40'0,"0"80"0,0-160 16,40 80-16,0-80 15,-40 160 1,80 120 15,-80-80-31,81 41 31,-81-81-15,40-40-16,40-80 16,-40-1-16,0 41 15,40-40 1,-39 120 0,-41 0-1,0 121 1,0-121-16,-41 80 15,1-120-15,80 40 16</inkml:trace>
  <inkml:trace contextRef="#ctx0" brushRef="#br0" timeOffset="74455.6631">16051 12592 0,'40'0'16,"0"41"-1,-40-82-15,0 122 0,40-41 0,-40 40 0,0-40 16,0 0-16,0 40 16,0-39-16,0 39 0,0-40 0,-40 0 0,40 40 0,-40-40 15,40 0-15,-40 0 16,40 1-16,-81-1 0,81 0 0,-40-40 15</inkml:trace>
  <inkml:trace contextRef="#ctx0" brushRef="#br0" timeOffset="74665.6832">16893 13034 0,'-80'-40'16,"160"80"-16,-160-201 16,160 161-16,-40-40 0,121 0 15,-81 40-15,161 0 32,-201 0-32,0 0 0,-40 40 0</inkml:trace>
  <inkml:trace contextRef="#ctx0" brushRef="#br0" timeOffset="74815.68">16853 13274 0,'-40'40'15,"80"-80"-15,-40 80 16,80-40-16,121-40 31,-41 0-31,81 0 16</inkml:trace>
  <inkml:trace contextRef="#ctx0" brushRef="#br0" timeOffset="75895.6158">18940 12833 0,'0'-40'16,"0"80"-16,0-120 0,40 0 16,0 80-16,0 0 15,0-40-15,121 40 31,-1 40-15,-120 120 0,-40-120-16,-120 121 15,80-121-15,0 40 32,0-80-17,240-120 1,-160 80-16,161-121 15,-161 121-15,0 0 0,40 0 16,-39-40 0,39-1-1,-160 81 1,-1 40 15,41 1-31,-40 79 31,80-40-31,80 121 16,81-81 15,-81-120-31,0 0 16</inkml:trace>
  <inkml:trace contextRef="#ctx0" brushRef="#br0" timeOffset="76165.6392">20184 12833 0,'0'0'15,"40"-120"1,80 80 0,0 120 15,-79 40-31,-1-40 16,-40-39-16,-81 79 15,41-80-15,40 0 0,-120 0 31,120-80-15,120-40 0,1 0-1,119-1 1,-199 81 0,-1-40-16</inkml:trace>
  <inkml:trace contextRef="#ctx0" brushRef="#br0" timeOffset="76385.6271">21227 12312 0,'-40'0'0,"80"0"0,-281 40 31,201-40-31,0 40 0,-40 120 16,80-39-1,0-1-15,120 40 16,121-79 15,-161-81-31,0 0 0</inkml:trace>
  <inkml:trace contextRef="#ctx0" brushRef="#br0" timeOffset="76705.5334">21588 12552 0,'0'-40'16,"0"80"-16,0-40 16,0 40-16,0 41 31,0-41-31,0 40 0,0-40 0,0 40 31,0-40-15,40-80-1,80-120 1,41 80 0,-81 120-1,-40-40-15,-40 160 32,0-120-32,0 0 0,0 81 15,-40-41 1</inkml:trace>
  <inkml:trace contextRef="#ctx0" brushRef="#br0" timeOffset="76905.5967">22350 12472 0,'41'40'16,"39"40"-1,-80-39-15,40 39 16,-40-40-16,0 0 0,-40 201 31,-161-41-15,81-80 0</inkml:trace>
  <inkml:trace contextRef="#ctx0" brushRef="#br0" timeOffset="77185.5819">23394 12793 0,'0'0'15,"80"-40"1,241-40 0,40 40-1,-200 40 17,-121 0-17</inkml:trace>
  <inkml:trace contextRef="#ctx0" brushRef="#br0" timeOffset="77425.567">23755 12432 0,'-80'-40'31,"160"80"-31,-201-120 16,121 120-1,41 40-15,-1 121 16,0 79 15,0-239-31,-40 119 16,0-80 0</inkml:trace>
  <inkml:trace contextRef="#ctx0" brushRef="#br0" timeOffset="77945.538">24878 12392 0,'-80'40'15,"160"-80"-15,-160 120 0,80 0 31,40-80-31,0 40 0,81 1 16,79-41 0,-79-121-1,-121 81-15,0-80 32,-40 80-32,40 0 0,-41 0 15,41 80 1,0 80-1,0 40 1,0-39 0,0 159-1,-40 41 1,-80-40 15,-41-161-15,-39-80-1,79-120 1,81-80 15,80-81-15,161 81 0,0 120 15,-41 40-31</inkml:trace>
  <inkml:trace contextRef="#ctx0" brushRef="#br0" timeOffset="78345.515">25601 13194 0,'0'-40'47,"80"40"-47,-40 0 0,0 0 15,0 0-15,0 0 0,1 40 16,-41 40-16,0-40 0,0 0 16,0 1-16,-41-41 15,41 40-15,-40 0 0,40 0 0,-80-40 0,80 40 16,-40-40-16,40 40 0,-40-40 16,120-40 15,0 40-31,-40 0 0,1-80 0,-1 80 15,0-40-15,0 40 0,0-40 0,0 40 0,0 0 16,0-41-16,1 41 16,-1-40-16,0 40 0,0 0 31,-80 0 16,40-40-32,-40 40-15,40-40 0</inkml:trace>
  <inkml:trace contextRef="#ctx0" brushRef="#br0" timeOffset="78945.4234">26925 12191 0,'0'0'15,"0"-40"1,-40 40 15,40 40 0,-40 1-15,-1-1-16,41 0 0,-40 0 0,0 0 16,40 40-16,-40-40 0,40 0 15,0 41-15,0-41 0,0 0 0,0 40 0,0-40 16,0 0-16,0 0 16,40 0-16,0 1 0,0-1 15,1-40-15,-1 0 16,0 0-16,0 0 0,-40-40 15</inkml:trace>
  <inkml:trace contextRef="#ctx0" brushRef="#br0" timeOffset="79305.3857">27206 12432 0,'40'0'16,"-80"0"-16,80-40 0,-40 0 15,40 40-15,-40 80 16,0-40-1,0 80 1,40 1 0,-40-81-1,0 0 1,40-80 0,0-80-1,121 39 1,-81 41-1,-80 161 17,0-1-17,0 40 1,0-120 15</inkml:trace>
  <inkml:trace contextRef="#ctx0" brushRef="#br0" timeOffset="79475.3762">28249 12633 0,'0'0'0,"-40"0"0,80 0 31,0 0-31,0-41 0,0 41 0,41 0 0,-1-40 15,-40 40-15,40 0 0,-40-40 0,0 40 0,41 0 16,-81-40-16,40 40 16,0 0-16,-40-40 0</inkml:trace>
  <inkml:trace contextRef="#ctx0" brushRef="#br0" timeOffset="79725.4364">29092 12191 0,'0'0'16,"-40"0"-1,-1 121 17,41 79-17,0-39 1,0-41-1</inkml:trace>
  <inkml:trace contextRef="#ctx0" brushRef="#br0" timeOffset="79965.4224">29734 11830 0,'0'0'31,"0"41"-31,40 119 16,-40-120-16,0 0 0,40 201 16,0 120 15,-241-40-16,-39-161-15</inkml:trace>
  <inkml:trace contextRef="#ctx0" brushRef="#br0" timeOffset="82385.2864">1204 14437 0,'-40'0'141,"0"0"-94,40 40-47,-41-40 31,1 41 0,40-1-15,0 0-16,0 0 0,0 0 15,0 0 1,40 0-16,-40 0 16,0 0-16,0 0 15,0 1-15,0-1 0,0 0 16,0 0-16</inkml:trace>
  <inkml:trace contextRef="#ctx0" brushRef="#br0" timeOffset="82665.195">1003 14437 0,'-40'0'16,"40"-40"-1,80 40 1,1-80 0,79 0-1,-40 40 17,-79 80-32</inkml:trace>
  <inkml:trace contextRef="#ctx0" brushRef="#br0" timeOffset="82845.2571">883 14959 0,'0'40'0,"0"-80"0,-40 80 0,120-80 31,-40 40-15,0-40-16,40-1 15,41 1 1</inkml:trace>
  <inkml:trace contextRef="#ctx0" brushRef="#br0" timeOffset="83085.1858">1725 14277 0,'0'-40'16,"0"80"-16,-40 40 16,40 0 15,0 121-15,-80 39-1,40-39 1</inkml:trace>
  <inkml:trace contextRef="#ctx0" brushRef="#br0" timeOffset="83525.2177">1886 14598 0,'0'0'0,"0"120"15,40 81 17,0 39-17,0-39 1,-40-161 15,0 0-15,0-241-1,0-39 1,40-41 15,-40 241-31,41-40 16,79 80 0,0 40 15,-80 120-16,-160 41 1,-81-41 0,41-80 15,120-80-31</inkml:trace>
  <inkml:trace contextRef="#ctx0" brushRef="#br0" timeOffset="84125.1867">3451 14838 0,'0'0'15,"-40"0"-15,80-80 16,-40 40-16,120 40 31,1 120-15,-81 121-1,-120-40 1,-41-41 15,81-160-15,160-201 0,121-39 15,-40 79-16,-121 41 1,-80 80 0,-80 40 15,0 0-15,-81 120-1,161 121 1,80-81 15,81-39-15,-81-81-1</inkml:trace>
  <inkml:trace contextRef="#ctx0" brushRef="#br0" timeOffset="84325.1722">4374 15079 0,'0'0'0,"-40"40"16,40 0 0,0 81-1,0 79 1,40-80 15,-40-39-15</inkml:trace>
  <inkml:trace contextRef="#ctx0" brushRef="#br0" timeOffset="84525.1042">4735 15400 0,'0'0'0,"0"-40"15,0 0-15,80 40 0,-40-40 0,0 40 16,1-41-16,-1 41 16,40 0-16,-40 0 0,0 0 0,0 0 0,0 0 15,1 0-15,-1 0 0,0 0 16,0 0-16,0 0 0,-40 41 0</inkml:trace>
  <inkml:trace contextRef="#ctx0" brushRef="#br0" timeOffset="84785.1461">5257 15039 0,'-81'-40'15,"41"0"-15,80 80 16,-40 120-1,0 81 17,0-41-17,0-79 1,0-81 0</inkml:trace>
  <inkml:trace contextRef="#ctx0" brushRef="#br0" timeOffset="85255.1234">5698 15039 0,'0'-80'32,"0"160"-32,120-200 15,-80 160-15,41 40 16,-41 120-1,-120 1 17,-1-41-17,41-160 1,80-120 15,161-80-15,-81 39-1,-39 1 1,-41 39 15,-40 81-15,-81 201 0,41-81-1,-40 40 1,80 81-1,80-121 1,1 0 0,39-80 15</inkml:trace>
  <inkml:trace contextRef="#ctx0" brushRef="#br0" timeOffset="85755.0327">6581 15320 0,'-40'-40'0,"80"-1"16,0 41 0,-40-40-16,40 40 0,40 0 15,-40 0-15,0 0 16,1 0-16,-41 40 0,0 1 15,0-1-15,0 0 16,0 0-16,0 0 16,-41-40-16,41 40 0,0 0 0,-40 0 0,40 0 15,-40 0-15,0 1 16,40-1-16,-40-40 0,40 40 0,40-40 31,-40-40-15,40 40-16,0-40 0,0 40 0,1 0 15,-1-41-15,0 41 16,0 0-16,0-40 0,0 40 16,0 0 15,-80 0 63,40 40-94,-40-40 0,0 0 31</inkml:trace>
  <inkml:trace contextRef="#ctx0" brushRef="#br0" timeOffset="97674.4087">11316 14798 0,'40'0'62,"-40"40"32,-40-40-47,40 40 15,-40-40-46,40 41 15,0-1-15,0 0-16,0 0 15,0 0-15,0 0 16,0 0-16,0 0 0,40-40 0,-40 40 16,40-40-1,-40 41-15,40-41 0,0 0 16,0 0-16,0-41 0,0 1 15,1 0 1,-1 0-16,0 0 16,-40 0-1,0 0-15,40 0 0,-40 0 16,0-1 0,0 1-1,-40 40 48,40 40-63,0 1 31,0-1-31,0 0 16,-40-40-1,40 40-15,0 0 0,0 0 16,-40 0-16,40 0 0,0 0 15,0 1 1,0-1-16,0 0 0,0 0 16,0 0-16,0 0 15,-41 0-15,41 0 0,0 0 0,0 0 0,0 1 16,0-1-16,-40 0 16,40 0-16,-40 0 0,40 0 0,0 0 15,-40-40-15,40 40 0,-40 0 16,0 1-16,0-1 15,0-40 1,-1 0 15,41-40-31,0-1 16,-40 41-16,40-40 16,0 0-1,-40 0-15,40 0 0,0 0 16,0 0-1,40 40-15,0-40 16,1 40-16,-1 0 16,-40-40-16,40 40 15,0 0-15,-40-41 0,40 41 0,0 0 16,0 0 0,0 0-16,1 0 15</inkml:trace>
  <inkml:trace contextRef="#ctx0" brushRef="#br0" timeOffset="100874.2252">12359 14838 0,'-40'0'94,"0"0"-16,40 40-63,-40-40-15,40 41 16,-41 39-16,41-40 0,-40 0 0,40 0 16,-40 0-16,40 0 0,0 0 15,0 41-15,0-41 0,-40 0 0,40 0 0,0 0 16,0 0-16,0 0 0,0 0 0,0 0 0,0 1 15,40-41-15,-40 40 16,40 0-16,0-40 0,1 0 16,-1 40-16,0-40 15,0 0-15</inkml:trace>
  <inkml:trace contextRef="#ctx0" brushRef="#br0" timeOffset="101564.1141">12519 15239 0,'0'-40'31,"41"40"0,-41-40-31,40 40 0,0 0 47,0 40-47,0 0 16,-40 1-16,0-1 0,0 0 15,0 0 1,0 0-16,0 0 0,0 0 16,0-80 30,40 40-30,0-40-16,-40 0 0,40 0 16,1 0-16,-41 0 15,40 40-15,-40-41 0,40 41 16,0 0 0,-40 41-1,40-41-15,-40 40 16,0 0-1,40-40-15,-40 40 0,0 0 16,0 0 0,0 0-16,0 0 0,0 0 15,0 0 1,0 1-16,40-41 16,0 40-1,1-40-15,-1 0 0,0 0 16,0-40-16</inkml:trace>
  <inkml:trace contextRef="#ctx0" brushRef="#br0" timeOffset="102074.1124">13523 14878 0,'0'-40'0,"40"40"15,0 0 1,0 0-1,0 0-15,-40 40 16,40-40 0,-40 81-16,40-81 0,-40 40 0,0 0 0,0 0 15,40 0-15,-40 0 0,0 0 16,0 0-16,0 1 0,0-1 0,0 0 0,0 0 16,-40 0-16,40 0 15,-40 0-15,40 40 0,-40-40 0,0 1 0,0-1 16,0 0-16,0 0 0,-1 0 0</inkml:trace>
  <inkml:trace contextRef="#ctx0" brushRef="#br0" timeOffset="102814.115">15047 15400 0,'-40'-40'0,"40"0"63,40 40-32,1 0-15,39 0-16,-40 0 0,0 0 15,0 0-15,0 0 16,0 0-16,1 0 0</inkml:trace>
  <inkml:trace contextRef="#ctx0" brushRef="#br0" timeOffset="103034.102">15088 15681 0,'-81'40'16,"162"-80"-16,-202 80 0,81 0 15,40 0-15,40-40 16,121 0 0,79 0 15,-119-40-31,-81 40 0,161-40 16</inkml:trace>
  <inkml:trace contextRef="#ctx0" brushRef="#br0" timeOffset="104863.9274">16853 14999 0,'0'0'0,"40"0"234,0 0-218,0 0-1,-40-40-15,41 40 0,-1-40 32,0 40-32,0 0 0,0-41 15,0 41-15,0 0 0,0-40 0,1 40 16,-1 0-16,0 0 15,0 40-15,-40 1 0,40-1 16,-40 0-16,0 0 16,0 0-16,0 0 0,0 0 0,0 0 0,-40 0 15,40 1-15,-40-1 0,40 0 16,-40 0-16,40 0 0,-40 0 0,-1 0 0,1-40 16,40 40-16,-40-40 0,40 40 0,-40-40 15,80-40 16,0 0-15,41-40-16,-41 40 0,0 0 16,0 0-16,0 0 15,0-1-15,-40 1 0,40 40 0,0-40 16,-40 0-16,41 40 0,-1-40 16,0 0-16,-40 0 0,40 40 0,-40-40 15,40 40-15,-40-40 0,0-1 0,40 41 16,-40-40-1,0 0-15,0 0 16,-40 40 0,0 0-1,0 40 1,0 40-16,0-80 0,40 41 0,-41-1 16,41 0-16,0 0 0,0 0 0,0 0 0,0 0 15,0 0-15,0 0 0,0 1 16,0-1-16,0 0 0,41-40 0,-41 40 0,40 0 15,-40 0 1,40-40-16,-40 40 0,40-40 16</inkml:trace>
  <inkml:trace contextRef="#ctx0" brushRef="#br0" timeOffset="105083.9846">18137 15320 0,'0'40'0,"0"0"31,0 80-15,-40-80-16,0 81 31,40-41-16</inkml:trace>
  <inkml:trace contextRef="#ctx0" brushRef="#br0" timeOffset="105403.8937">18659 14798 0,'0'-40'16,"0"80"-16,0-120 0,0 40 0,0 0 16,-40 120-1,40-40-15,-40 0 16,-1 40-16,41-39 0,-40-1 0,40 40 15,0-40 1,-40 0-16,40 0 0,0 0 0,0 0 0,0 1 16,0-1-16,0 0 15,0 0-15,40-40 0,0 40 0,1-40 16,-1 0 0,0 0-16,0 0 0</inkml:trace>
  <inkml:trace contextRef="#ctx0" brushRef="#br0" timeOffset="105803.9428">18940 14959 0,'0'-40'16,"40"40"-1,-40 40 1,40-40-16,-40 40 0,40-40 15,0 80-15,-40-40 0,0 0 16,0 0-16,0 0 0,0 1 16,0-1-1,-40-40-15,40-40 32,80-1-32,-40 1 15,-40 0-15,81 0 0,-81 0 0,40 40 0,0-40 16,0 0-1,0 40-15,0 0 0,-40 40 16,40-40 0,-40 40-16,41-40 0,-41 40 0,0 0 0,0 0 15,0 0-15,0 1 16,0-1-16,0 0 0,0 0 16</inkml:trace>
  <inkml:trace contextRef="#ctx0" brushRef="#br0" timeOffset="106033.9299">20023 14798 0,'40'0'16,"0"0"-16,-40 40 15,81 81 1,-81-41 0,0-40-16,-41 120 15,1-119-15,40-1 0,-120 80 16,80-120-16,-81 120 16,81-80-16</inkml:trace>
  <inkml:trace contextRef="#ctx0" brushRef="#br0" timeOffset="106363.839">20705 15239 0,'-40'0'0,"40"-40"16,40 40-16,40 0 15,-39-40-15,-1 40 0,0 0 16,0-40-16,0 40 0,0 0 0,40 0 0,-39 0 15,-1 0-15,0 0 16,0-40-16,0 40 0,0 0 16</inkml:trace>
  <inkml:trace contextRef="#ctx0" brushRef="#br0" timeOffset="106653.8947">21106 14878 0,'-80'-40'16,"160"80"-16,-160-120 16,80 160 15,0-39-31,0-1 0,-40 0 0,40 0 15,0 0-15,0 0 0,-40 0 16,40 0-16,0 0 0,0 1 0,0-1 0,0 0 16,-40 0-16,40 0 15,0 0-15,0 0 0,0 0 16,40 0 0</inkml:trace>
  <inkml:trace contextRef="#ctx0" brushRef="#br0" timeOffset="107213.8627">21347 15039 0,'0'-40'31,"0"0"-31,80 0 15,1-1 1,-41 41-16,120 0 16,-120 41-16,1 39 15,-41 80 17,-41-120-32,-39 81 15,80-81-15,-80-40 0,40 80 16,-40-40-1,120-80 17,0 0-32,0 0 0,0 40 15,0-40-15,0 0 0,-40-1 16,40 41-16,1-40 0,-41 0 0,40 40 0,0-40 16,-40 0-16,40 0 0,0 0 0,0 0 15,-40 0 1,40 40-16,-40-41 0,41 41 0,-41-40 15,0 0 1,40 40-16,-40 80 31,-40-80-31,40 41 0,-41-1 0,1 0 16,40 0-16,-40 0 16,0 0-16,40 0 0,-40 0 0,40 0 0,-40 1 15,40-1-15,0 0 0,0 0 0,0 0 0,0 0 16,0 0-1,0 0-15,40-40 0,-40 40 16,80-40-16</inkml:trace>
  <inkml:trace contextRef="#ctx0" brushRef="#br0" timeOffset="107593.7846">22431 15280 0,'0'0'16,"0"-41"-1,40 41 17,-40 41-32,40-41 15,-40 40-15,40-40 0,-40 40 0,40-40 16,-40 40-16,40-40 0,-40 40 15,0 0-15,0 0 16,-40-40-16,40 40 0,-40-40 16,40 40-16,-80-40 0,80 40 0,-40-40 0,0 41 15,80-41 17,0-41-32,0 41 15,40 0 1,-40 0-16,-40-40 0,40 40 15,1 0 1,-1-40-16</inkml:trace>
  <inkml:trace contextRef="#ctx0" brushRef="#br0" timeOffset="108193.7446">23033 14598 0,'-41'40'78,"41"0"-62,-40 0-16,40 0 0,-40 0 0,40 0 0,-40 0 0,0 41 16,40-41-16,-40 0 15,40 40-15,0-40 0,0 0 0,0 41 0,0-41 16,0 0-16,0 0 16,0 0-16,0 0 0,0 0 15,80-40-15,-80 40 0,40-40 0,0 0 0,0 0 16,1 0-16,-1 0 15</inkml:trace>
  <inkml:trace contextRef="#ctx0" brushRef="#br0" timeOffset="109903.6353">23434 14838 0,'0'-40'31,"-40"40"391,0 0-344,-1 0-31,82 0 62,-1 0-46,0 0-32,-40 40-31,40-40 0,-40 40 0,40 1 0,-40-1 16,0 0-1,0 0-15,40 0 0,-40 0 16,0 0-16,0 0 16,-40 0-16,0 1 15,40-82 16,40 1-15,0 0 0,-40 0-16,40 0 0,41 0 0,-81 0 15,40 0-15,0 0 16,0 40-16,-40-41 0,40 41 0,0 0 16,-40 41 15,0-1-31,40-40 15,-40 80 1,0-40-16,0 0 0,0 0 16,0 0-16,0 0 15,0 1-15,0-1 0,0 0 16,0 0-16,0 0 16,0 0-16</inkml:trace>
  <inkml:trace contextRef="#ctx0" brushRef="#br0" timeOffset="110183.6166">24437 14798 0,'40'0'31,"-40"40"-31,40 0 16,-40 1-16,0-1 15,0 0-15,0 40 0,0-40 0,-40 0 16,40 0-16,-80 0 16,40 1-16,40-1 0,-40 0 0,-1 0 0,1 0 15,0-40-15,0 40 0,0 0 0,0 0 16,0-40-16,40 40 0</inkml:trace>
  <inkml:trace contextRef="#ctx0" brushRef="#br0" timeOffset="110643.5933">25039 15199 0,'0'0'16,"40"0"0,0-40-1,40 40 1,1 0-1,79-40 1,1 40 15,39 0-15,-119 0-16</inkml:trace>
  <inkml:trace contextRef="#ctx0" brushRef="#br0" timeOffset="110933.6496">25480 14878 0,'-40'0'31,"0"0"-31,40 41 16,0 39-1,0 0-15,0 0 0,0 121 32,0-161-32,0 0 0,0 80 15,0-80-15</inkml:trace>
  <inkml:trace contextRef="#ctx0" brushRef="#br0" timeOffset="116043.2863">26363 14798 0,'0'40'16,"-40"-40"-1,40-40 313,40 40-328,0 0 16,0 0 47,-40-40-48,40 40 16,1 0-15,-1 0 15,0 40 1,-40 0-32,0 0 15,0 1-15,0-1 16,0 0-16,0 0 0,-40 0 15,40 0 1,-40 0-16,40 0 0,0 0 16,-41 1-16,1-1 15,40 0-15,-40 0 0,0 0 16,0-40 0,40 40-1,0-80 16,40 40-31,-40-40 0,40 40 0,-40-40 0,40 0 16,0 40-16,1-40 16,-41-1-16,40 41 0,-40-40 0,40 0 0,0 0 15,0 0-15,0 0 16,-40 0-16,40 40 0,0-40 0,-40 0 0,41-1 16,-1 1-16,-40 0 0,40 40 15,-40-40 1,-40 40 46,0 40-46,-1 0 0,1-40-1,40 40-15,-40 1 0,40-1 16,-40 0-16,40 0 15,-40-40-15,40 40 0,0 0 0,0 0 16,-40 0-16,40 0 16,0 1-16,0-1 0,80-40 15,-80 40 1,40-40-16,-40 40 0,40-40 16,0 0-16,1 0 0,-1 0 15</inkml:trace>
  <inkml:trace contextRef="#ctx0" brushRef="#br0" timeOffset="116593.3268">27085 15239 0,'0'41'141,"0"-1"-125,0 0-16,0 0 15,0 0-15,0 0 0,0 0 16,-40 0-16,40 0 0,0 0 0,0 1 0,0 39 15,-40-40-15,40 0 16,0 0-16,0 0 0</inkml:trace>
  <inkml:trace contextRef="#ctx0" brushRef="#br0" timeOffset="117273.2119">27567 14558 0,'-40'0'16,"0"0"15,40 40-15,-41-40-1,41 80-15,0-40 0,-40 0 0,40 0 16,-40 0-16,40 0 0,0 41 15,0-1-15,0-40 0,0 0 0,-40 40 0,40-40 16,0 41-16,0-41 16,0 0-16,0 0 0,40 0 0,-40 0 15,40-40-15,-40 40 16,40-40-16,1 0 0,-1 0 0,0 0 16</inkml:trace>
  <inkml:trace contextRef="#ctx0" brushRef="#br0" timeOffset="117713.2616">27808 14999 0,'0'0'15,"0"-40"-15,0 0 16,40 40-16,40-41 15,-40 41 1,0 81 0,40 39-1,-80 0 1,-40-80 0,40-80 15,40-40-16,81-40 1,-41 40 15,-40 120-15,0 40-16,-40 80 31,0-79-31,0-1 31,0-40-31</inkml:trace>
  <inkml:trace contextRef="#ctx0" brushRef="#br0" timeOffset="117933.249">28650 15119 0,'-40'0'31,"80"0"-31,40 0 16,-39-40-1,39 0-15,40 0 16,-39 0 15</inkml:trace>
  <inkml:trace contextRef="#ctx0" brushRef="#br0" timeOffset="119353.0927">29292 14678 0,'0'-40'47,"0"0"156,0 80-187,0 0 234,0-80 78</inkml:trace>
  <inkml:trace contextRef="#ctx0" brushRef="#br0" timeOffset="124902.8521">26162 14758 0,'0'40'15,"0"0"157,41 0-172,-41 1 0,0-1 16,0 0-16,0 0 15,40-40-15,-40 40 0,40-40 16,-40 40-16,40-40 0,0 0 16,0 0-1,0 0-15,-40-40 0,40 40 0,-40-40 16,41 40-16,-1-40 0,0 40 15,0-40-15,0 40 16,-40-40-16,40-1 16,-40 1-1,0 0-15,40 0 16,-40 0 0,0 0-16,0 0 0,40 40 15,-40-40 1,0 0-16,0 80 156,-40-40-156,40 40 16,0 0-16,0 0 15,-40-40-15,40 40 0,0 0 16,0 0 0,-40-40-16,40 40 0,0 1 0,0-1 15,0 0-15,0 0 16,0 0-16,0 0 0,0 0 0,0 0 15,0 41-15,0-41 16,0 0-16,0 0 0,0 0 0,0 40 0,0-40 16,-40 0-16,40 0 0,0 1 15,-40-1-15,40 0 0,-40 0 0,40 0 0,-40-40 16,40 40-16,0 0 0,-41-40 0,41 40 0,-40-40 16,40 40-1,-40-40 16,0 0-31,0 0 16,0 0 0,0 0-16,0 0 15,40-40-15,0 0 16,0 0 0,0 0-16,40 0 0,0 0 15,-40 0 1,40 0-16,0-1 0,-40 1 0,40 0 0,0 40 15,-40-40-15,40 40 0,1-40 16,-1 0-16,0 40 0,0 0 16,0 0-1</inkml:trace>
  <inkml:trace contextRef="#ctx0" brushRef="#br0" timeOffset="125412.8222">26243 14798 0,'40'0'78,"0"-40"-78,0 40 16,0-40-1</inkml:trace>
  <inkml:trace contextRef="#ctx0" brushRef="#br0" timeOffset="126332.769">29332 14598 0,'0'0'0,"0"40"109,0 0-109,0 0 0,0 0 0,0 0 16,0 0-16,0 0 0,0 41 16,0-41-16,-40 0 0,40 0 0,0 0 0,0 0 15,0 0 1,0 0-16,0 1 0</inkml:trace>
  <inkml:trace contextRef="#ctx0" brushRef="#br0" timeOffset="126902.6624">29694 14477 0,'-41'-40'16,"41"80"124,41-40-140,-1 0 16,0 41-16,-40-1 16,40 0-1,-40 0-15,0 0 16,0 0-16,0 40 0,0-40 0,0 41 15,0-41-15,0 0 0,0 0 16,0 40-16,0-40 0,0 0 0,-40 0 0,40 1 16,-40-1-16,40 0 15,-40 0-15,-1 0 0,1 0 16,0 0-16,0-40 0</inkml:trace>
  <inkml:trace contextRef="#ctx0" brushRef="#br0" timeOffset="127402.6497">30175 14999 0,'-40'0'15,"80"0"-15,-120 0 0,80-40 32,80 40-32,-40 0 31,-40-40-31,121 40 15,-81 0-15,0 0 16,80 0 0,-80 0-1,0 40-15,1-40 0,-1 0 16,0 0-16</inkml:trace>
  <inkml:trace contextRef="#ctx0" brushRef="#br0" timeOffset="127642.6934">30496 14718 0,'0'-40'16,"-40"40"-16,40 40 47,0 0-32,0 0-15,0 0 16,0 0-16,0 1 0,0-1 0,-40 0 16,40 0-16,0 0 0,-40 0 15,40 0-15,0 0 0,0 0 0,0 1 16,0-1-16</inkml:trace>
  <inkml:trace contextRef="#ctx0" brushRef="#br0" timeOffset="128512.6442">30857 14598 0,'-40'0'31,"40"40"32,0 0-47,0 0-16,0 0 0,0 0 15,0 0-15,80 0 0,-80 1 16,40-41-16,-40 40 0,41-40 15,-1 0-15,0 0 16,-40-40 0,40 40-16,-40-41 15,0 1-15,0 0 0,40 0 16,-40 0-16,0 0 0,0 0 0,0 0 16,0 80 46,0 0-46,0 0-16,0 0 0,0 0 15,0 0-15,-40 0 0,40 1 0,0-1 0,0 0 16,0 40-16,-40-40 0,40 0 16,0 0-16,0 0 0,0 1 0,0 39 0,-40-40 15,40 0-15,0 0 16,0 0-16,-40 0 0,40 0 0,0 0 0,-41-40 15,41 41-15,0-1 0,-40-40 16,40 40-16,-40-40 0,40 40 0,0 0 16,-40-40-16,0 0 31,40-40 0,0 0-31,0 0 0,0 0 0,0-1 16,40 1-16,-40 0 15,40 40-15,-40-40 0,40 0 0,-40 0 0,40 40 16,1-40-16,-41 0 0,40 40 16,0-40-16,0 40 15,-40-40-15,40 40 0,0 0 16</inkml:trace>
  <inkml:trace contextRef="#ctx0" brushRef="#br0" timeOffset="128902.5464">31339 15520 0,'-40'0'0,"80"0"47,0 0-32,-40 40-15,0 0 0,40-40 16,-40 40 0,0 1-16,0-1 0,0 0 15,-40-40-15,40 40 0,-40 0 0,0-40 16,40 40-16,-41-40 16,41 40-16,-40-40 0,80 0 46,1 0-30,-1 0-16,0-40 16,0 40-16,0-40 15,0 40-15,0 0 16,-40-40-16,40 40 0,1-40 0,-1 0 16</inkml:trace>
  <inkml:trace contextRef="#ctx0" brushRef="#br0" timeOffset="129342.5961">31700 14558 0,'0'-40'0,"0"-1"16,-40 41-1,0 41 1,40-1 0,-81 120-1,81-120-15,-80 161 16,80-161-16,0 40 0,0 40 16,0-80-16,80 41 31,-80-41-31,40-40 0,41 0 15,-1-40 1,-40 40-16</inkml:trace>
  <inkml:trace contextRef="#ctx0" brushRef="#br0" timeOffset="129742.5151">31900 14838 0,'0'-40'16,"0"0"0,41 40-16,-41 80 15,40-80-15,-40 40 16,0 1-16,0-1 16,0 0-16,0 0 0,0 0 0,0 0 15,0 0 1,0-80 31,0 0-32,0 0-15,0 0 0,40 0 16,0 40-16,0 40 31,-40 0-31,0 0 0,0 0 16,0 0-16,0 0 15,0 0-15,0 1 0,0-1 16,0 0 0,0 0-16,40-40 15</inkml:trace>
  <inkml:trace contextRef="#ctx0" brushRef="#br0" timeOffset="130092.5535">32302 15119 0,'0'0'16,"-40"0"-1,80 0 17,40 0-17,-40 0-15,40-40 16,-40 40-16,1 0 15,-1-40 1,0 40-16</inkml:trace>
  <inkml:trace contextRef="#ctx0" brushRef="#br0" timeOffset="130372.5377">32783 14758 0,'0'-40'15,"0"80"17,40-40-32,-40 40 15,0 0-15,0 0 16,0 1-16,0-1 0,0 0 0,0 0 0,0 0 15,0 0-15,0 0 16,0 0-16,0 0 0,41 1 0,-41-1 16,0 0-16,0 0 15</inkml:trace>
  <inkml:trace contextRef="#ctx0" brushRef="#br0" timeOffset="130692.5226">33144 14437 0,'0'0'0,"0"40"16,41-40-1,39 201 1,-40-81-16,-40-80 0,0 281 31,-40-241-31,0 1 0,0-1 0,-241 241 16</inkml:trace>
  <inkml:trace contextRef="#ctx0" brushRef="#br0" timeOffset="134022.3283">29814 10026 0,'0'-40'156,"40"0"-140,0 40-16,0 0 15,-40-41-15,40 41 0,1 0 16,-1 0-16,0 0 0,0-40 0,0 40 0,0 0 16,0-40-16,0 40 15,1 0-15,-1 0 0,0-40 0,0 40 0,0 0 16,-40-40-16,40 40 0,0 0 31,0 0 0,-40 40-31,0 0 16,0 0 0,0 0-1,-40-40-15,40 41 0,0-1 16,0 0 0,0 0-16,0 0 0,0 0 0,0 0 15,0 0-15,0 0 0,0 0 16,0 41-16,0-41 0,40 40 0,-40-40 0,0 0 15,0 40-15,0 1 16,0-41-16,0 40 0,0-40 0,0 40 0,0-40 16,0 41-16,0-41 0,0 0 15,0 0-15,0 40 0,0-40 0,0 0 0,0 0 16,0 1-16,0-1 0,0 0 0,0 0 16,0 0-16,0 0 15,0 0-15,41 0 0,-41 0 0,0 0 16,40-40-16,-40 41 0,0-1 15,40 0-15,-40 0 0,0 0 32,0 0-17,40 0-15,-40 0 16,0 0 0,0 1-16,0-1 15,0 0 1,-40-40 93,0 0-93,0 0-1,-1 0-15,-39 0 0,40 40 0,0-40 16,0 0-16,0 40 0,0-40 16,-1 0-16,1 0 0,0 0 0,0 0 15,40-40 17,40 40-32</inkml:trace>
  <inkml:trace contextRef="#ctx0" brushRef="#br0" timeOffset="134452.3043">30215 11389 0,'-40'0'16,"0"0"-16,0-40 16,80 40 15,0 0-16,40 0 1,-40 0-16,1 0 0,-1-40 0,40 40 0,-40 0 16,40-40-16,1 40 15,-1 0-15,0-40 0,0 40 0,1 0 0,-1 0 16,0 0-16,-40-40 0,0 40 0,41 0 0,-41 0 16,0-40-16,0 40 15,0 0-15</inkml:trace>
  <inkml:trace contextRef="#ctx0" brushRef="#br0" timeOffset="135272.1822">31258 10667 0,'0'0'0,"-40"0"16,0 0-16,0 0 0,40-40 16,-40 40-16,0 0 15,0 0-15,0-40 0,-1 40 0,1 0 16,0 0-16,0 0 0,0 0 15,40-40-15,-40 40 0,0 0 0,0 0 0,-1 0 16,1 0 0,0 0-16,0 0 0,0 0 0,0 0 0,0 0 15,0 0-15,-1 40 0,1-40 0,0 0 16,0 0-16,40 40 0,-40-40 16,0 40-16,0 1 0,0-41 0,40 40 15,-41 0-15,41 0 16,0 40-16,-40-40 0,40 0 0,0 0 0,-40 0 15,40 41-15,0-41 0,0 0 16,0 0-16,0 0 0,0 0 0,40 0 16,41 0-1,-81 1-15,40-1 0,0-40 0,-40 40 0,40 0 16,0 0-16,0 0 0,-40 0 0,40-40 16,0 0-16,-40 40 0,41-40 15,-1 40-15,0-40 0,0 0 0,0 0 16,0 0-1,0 0-15,0 0 0,1 0 0,-1 0 16,0 0-16,0 0 16,0-40-16,0 40 0,0 0 0,0 0 15,1 0-15,-1 0 0,0-40 0,0 40 16,0 0 0,0-40-16,0 40 0,-40-40 15,40 40-15,-40-40 16,0 0-16,41 40 0,-41-40 0,0 0 15,40-1 1,-40 1-16,40 0 0,-40 0 0,40 0 0,-40 0 16,40 0-16,-40 0 0,0 0 0,0-1 15,0 1-15,0 0 16,0 0-16,0 0 0,-40 0 16,0 0-1,40 0-15,-40 0 0,0 0 0,-1-1 16,41 1-16,-40 40 15,40-40-15,-40 40 0,40-40 0,-40 40 16,40-40 0,0 80-1,-40-40 1,40 40-16</inkml:trace>
  <inkml:trace contextRef="#ctx0" brushRef="#br0" timeOffset="135722.2343">31258 11068 0,'0'0'15,"81"-40"-15,-41 40 31,40 0-15,-40-40-16,40 40 16,-39 40-16,-41 0 15,0 1-15,0 39 16,0-40-16,0 120 16,0-79-1,0 39 1,40-80-16,0 0 31,0-40-31,0 0 0,80 0 16,-79-40-1,-1 40-15,40-40 16,-40 40-16,-40-40 31,0 0 0,-40 40-31,0 0 16</inkml:trace>
  <inkml:trace contextRef="#ctx0" brushRef="#br0" timeOffset="136372.195">30255 13756 0,'0'40'16,"0"-80"31,0-1-47,0 1 31,0 0-31,40 40 0,-40-40 16,41 40-16,-41-40 0,40 40 0,0-40 0,0 40 15,-40-40-15,40 0 0,0 40 16,0-40-16,0 40 0,1-41 0,-1 41 16,0-40-16,0 40 15,0 0-15,0-40 0,0 40 16,0 0-1,1 40 17,-1-40-17,0 0-15,0 0 16,0 0-16,0 0 16,0 0-16,0 0 15,1 0 1,-1 0-1,-40-40 1,40 40-16,-40-40 0,0 0 16</inkml:trace>
  <inkml:trace contextRef="#ctx0" brushRef="#br0" timeOffset="136742.1728">31660 12633 0,'0'-41'47,"80"41"-31,-40 0-16,0 0 0,0-40 0,0 40 16,1-40-16,-1 40 15,0-40-15,0 40 0,0-40 0,0 40 0,0 0 16,0 0-16,1-40 0,-1 40 15,0 0-15,-40 40 47</inkml:trace>
  <inkml:trace contextRef="#ctx0" brushRef="#br0" timeOffset="137142.1519">31820 13114 0,'-40'0'16,"80"0"-16,-160 40 0,80-40 0,40-40 31,40 40-15,0-40-1,40 0 1,0 40-1,81-81 1,-121 81-16,161-80 16,-161 80-16,0 0 0,40-40 15,-40 40-15,0-40 16,-80 40 93,0 40-93,0-40-16</inkml:trace>
  <inkml:trace contextRef="#ctx0" brushRef="#br0" timeOffset="138472.0739">17696 16924 0,'0'0'16,"0"-40"0,-40 80-1,40 160 16,0 81-15,0-201 0,0 1-16,0 79 15,0-120-15,0 0 0,0 80 16,0-39 0,0-41 15,40-40-16,0-40 1,40 40 0,-80-40-16,40 40 0,0 0 0,121-41 31,-121 1-31,0 40 0,81 0 16,-81-40-16,40 40 15,-40 0-15,80 0 16,-39 0-1,-41 0-15</inkml:trace>
  <inkml:trace contextRef="#ctx0" brushRef="#br0" timeOffset="138682.0622">18819 17566 0,'-40'-41'15,"80"82"-15,-80-122 16,40 41-1,0 80 17,0 0-32,0 1 0,0-1 15,0 0-15,0 0 16,40 0-16,-40 0 0,0 0 0,0 0 16,0 0-1,0 0-15,0 1 0</inkml:trace>
  <inkml:trace contextRef="#ctx0" brushRef="#br0" timeOffset="138872.0521">18859 17205 0,'-40'-41'0,"80"82"0,-120-122 15,80 41-15,0 0 16,80 40 0,-39 0-16</inkml:trace>
  <inkml:trace contextRef="#ctx0" brushRef="#br0" timeOffset="139292.0245">19301 17285 0,'-40'40'15,"80"-80"-15,0 120 32,0-80-32,0 80 15,0-40-15,0 81 16,-40-81-16,0 0 31,0 0-31,0-80 16,41 40-1,-1-80 1,40-41 0,40 41-1,-39 80 16,-1 161-15,-80-1 0,0 0-1,-40-79 17,40-41-32</inkml:trace>
  <inkml:trace contextRef="#ctx0" brushRef="#br0" timeOffset="140401.8885">20625 17646 0,'-40'0'16,"0"0"-16,40-40 16,80 40-1,-40-40-15,0-1 0,0 41 16,-40-40-16,40 40 15,1-40-15,-1 0 0,-40 0 0,0 0 16,0 0 0,-40 0-16,-1 40 15,1 0-15,0 40 0,0-40 16,0 40-16,0 40 16,0-80-16,40 40 0,-40 0 0,40 0 15,-41 1-15,41-1 0,0 0 16,0 0-16,0 0 0,41 0 15,39 0 1,-40 0-16,0-40 0,0 0 0,-40 40 16,40-40-16,0 0 0,1 0 0,-1 0 0,-40 40 15,40-40-15,0 0 0,0 0 16,0 0-16,0 0 0,0-40 16,1 40-16,-1-40 15,0 40-15,0-40 0,0 40 0,0-40 0,0 0 16,0 40-16,1-40 0,-1 40 15,0-40-15,0 0 0,0 0 16,-40-1 0,0 1-16,-40 40 15,0 0-15,40-40 0,-40 40 0,0 0 16,-1 0-16,1 80 16,0-39-16,40-1 0,-40 0 15,40 0 1,0 0-16,0 0 0,0 0 15,40-40-15,-40 40 0,40-40 16,0 0-16,1 0 16,-1-40-16,-40 0 15,40 40-15,-40-40 16,0 0-16,40 0 0,-40 0 0,0 0 16,0-1-16,0 1 15,0 0-15,40 120 31,-40-39-31,0-1 16,40-40-16,-40 40 0,0 0 16,40-40-16,-40 40 0,40-40 0,-40 40 0,41-40 15,-1 0-15,0 0 0,0 0 0,0 0 16,40 0-16,-39 0 16,-1-40-16,0 40 0,0-40 0,0 40 0,-40-40 15,40 40-15,0-40 0,-40 0 16,40-1-16,-40 1 0,41 0 0,-41 0 15,40 0-15,-40 0 16,40 0-16,0 40 0,0 0 16,-40-40-16,40 40 0,0 0 0,0 0 15,1 80-15,-1-40 16,-40 0-16,0 0 0,0 0 16,0 0-1,0 1-15,0-1 0,-40 0 0,40 0 0,0 0 16,0 0-16,0 0 15,0 0-15,40-40 16,40 0 0,-40 0-16,40 0 0,-40-40 0,41 40 0,-41-40 15,40 40-15,-40-40 0,40 40 0,-39-40 0,-1 0 16,0 40-16,-40-40 0,40 40 16,0-40-16,-40-1 0,40 1 15,-40 0 1,0 0-1,40 40 48,41 0-63,-41 0 0,0 0 0,40-40 16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1T07:42:27.7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13081 1884 0,'0'0'0,"40"-40"16,121 0 0,-121 40-16,120 0 31,1 0-15,-81 0-1,0 0-15</inkml:trace>
  <inkml:trace contextRef="#ctx0" brushRef="#br0" timeOffset="27548.349">7383 1483 0,'0'0'0,"40"-40"0,1 40 15,-41-40-15,0 0 16,0 0-16,0 0 16,-41 40-1,41-40-15,-40 40 0,40 40 32,0 0-32,0 0 15,40 0-15,-40 0 0,81 0 0,-41 0 0,-40 1 16,40-1-16,0-40 15,0 40-15,0 0 0,0 0 0,1-40 0,-1 0 16,0 40-16,0-40 0,0 0 16,0 0-16,0 0 0,0-40 0,-40-40 15,41 40-15,-41 0 0,0-1 0,0 1 16,40 0-16,-40 0 16,0 0-16,0 0 0,-81 0 0,81 0 15,0 0-15,-40 40 16,40-41-16,-40 122 15,40-41 1,0 0-16,-40 0 0,40 40 0,0 0 0,-40-39 16,40 39-16,0 0 0,0 0 15,0 0-15,0 1 0,0-1 0,0 0 0,0 0 16,0 0-16,0 1 0,0-1 0,0-40 0,0 40 16,0 0-16,0 1 15,-80-41-15,80 40 0,0-40 0,-40 0 0,40 40 16,-41-40-16,41 1 0,-40-41 15,40 40-15,-40 0 0,0 0 0,0-40 16,0 0 0,0 0-16,0 0 0,-1-40 0,1 40 15,40-80-15,-40 39 0,40 1 0,-40 0 0,40 0 16,0-40-16,0 40 0,0 0 16,0-41-16,0 41 0,0 0 0,40 0 0,-40 0 15,40 0-15,-40 0 16,40 40-16,1-40 0,-1 0 0,0 40 0,0-40 15,40 40-15,-40 0 0,0 0 16,1 0-16,-1 0 0,0 0 0,0 0 0</inkml:trace>
  <inkml:trace contextRef="#ctx0" brushRef="#br0" timeOffset="27858.4056">9028 1323 0,'0'0'16,"-40"0"-16,-80 80 16,120-40-16,-40 0 0,-81 121 31,1 160-16,240-41 1,81-119 15,0-161-15,-161 0-16</inkml:trace>
  <inkml:trace contextRef="#ctx0" brushRef="#br0" timeOffset="28188.317">9470 1564 0,'0'0'0,"0"40"0,0 0 15,0 40-15,0 120 32,0-79-32,40-41 15,0 40 1,-40-160 15,40-80-15,81 0-1,-81 79 1,0 162 15,0 79-15,-40 1-1,0-81 17</inkml:trace>
  <inkml:trace contextRef="#ctx0" brushRef="#br0" timeOffset="28418.3741">10473 1443 0,'0'40'0,"0"-80"0,40 120 0,-40 81 31,40-121-31,-40 0 0,40 120 16,-40 121 0,-120-40-1,-81-41 16,161-119-31</inkml:trace>
  <inkml:trace contextRef="#ctx0" brushRef="#br0" timeOffset="28638.3609">11235 2045 0,'41'0'31,"39"-40"-15,-40 0-16,120 40 15,-119-41-15,79 41 16,0 0 0,-80 41-1,1-41-15</inkml:trace>
  <inkml:trace contextRef="#ctx0" brushRef="#br0" timeOffset="28838.3501">11597 2686 0,'-41'41'0,"82"-82"0,-122 82 0,81-1 31,40-40-31,1-40 15,199-41 1,-39 1 15,-41 40-31</inkml:trace>
  <inkml:trace contextRef="#ctx0" brushRef="#br0" timeOffset="29668.2279">13001 1844 0,'40'0'0,"-40"-40"0,40 40 32,-40-40-32,40 40 0,-40-40 15,40 40-15,1 0 0,-1 0 16,0 0-16,-40 40 16,40-40-16,-40 40 0,40 0 0,0 0 0,-40 0 15,0 1-15,40-1 0,-40 0 16,40 0-16,-40 0 0,0 0 0,0 0 15,0 0-15,0 0 16,0 1-16,0-1 0,-40 0 0,40 0 16,-40-40-16,40 40 0,-80 0 15,40 0-15,0-40 0,40 40 16,-40-40-16,40-40 31,40 0-31,0 0 16,0 0-16,0 0 15,0 40-15,0-40 0,0 0 0,41-1 0,-41 1 16,0 0-16,0 0 16,0 0-16,40 40 0,-39-40 0,-1 0 0,40 0 15,-40 0-15,40-1 0,-40 1 0,41 0 0,-1 0 16,-40 40-16,40-40 0,-40 40 16,1-40-16,-1 40 0,-40-40 0,40 40 15,-120 0 1,39 0-1,1 40-15,0-40 16,0 40-16,0 0 0,0-40 0,0 40 0,0 0 16,-1 0-16,41 1 15,-40-1-15,0 0 0,0 0 0,40 0 0,-40 0 16,0 0-16,40 0 0,0 0 0,-40-40 0,40 41 16,0-1-16,0 0 15,80-40-15,-80 40 0,40-40 0,0 0 0,0 0 16,0 0-16,1 0 15,-1 0-15,0 0 0,40 0 0,-40 0 0,40 0 16,1-40-16,-1 40 0</inkml:trace>
  <inkml:trace contextRef="#ctx0" brushRef="#br0" timeOffset="29938.2875">15569 1323 0,'-80'0'31,"160"0"-31,-200 0 0,39 120 16,41-80-16,40 0 0,-80 121 16,80 120-1,80-41 16,1-119-15,-1-81 0</inkml:trace>
  <inkml:trace contextRef="#ctx0" brushRef="#br0" timeOffset="30298.2643">16010 1804 0,'41'0'31,"-1"40"-15,0 0-1,-40 41-15,40-81 0,-40 40 16,40 0-16,-40 0 0,0 0 16,40-40-1,0-40 1,0-40-1,1 40-15,-41-1 0,40 1 16,-40 0-16,40 40 0,-40-40 16,40 40-16,0 0 15,-40 40-15,0 0 16,0 0-16,40 1 16,-40-1-16,0 0 0,0 0 0,0 0 0,0 0 15,0 0-15,0 0 0,0 0 16,0 1-16,40-1 0,-40 0 15,40-40 1,1-80-16</inkml:trace>
  <inkml:trace contextRef="#ctx0" brushRef="#br0" timeOffset="30518.2534">17254 1523 0,'0'0'15,"40"41"1,41 199 0,-41 1-1,-120 40 17,-121-81-17,81-160 1</inkml:trace>
  <inkml:trace contextRef="#ctx0" brushRef="#br0" timeOffset="30738.2416">17977 2045 0,'0'0'15,"120"0"1,161 0-1,40-80 17,-40 80-17,-81-41 1,-79-39 0</inkml:trace>
  <inkml:trace contextRef="#ctx0" brushRef="#br0" timeOffset="30958.2282">18699 1564 0,'-40'0'16,"80"0"-16,-80 80 31,40-40-31,0 40 15,0-40-15,0 40 0,0-40 0,0 1 0,0 39 16,0 0-16,0-40 16,0 0-16,0 40 0,0-39 0,0 39 0,0-40 15,0 0-15,0 40 0,-80-40 0</inkml:trace>
  <inkml:trace contextRef="#ctx0" brushRef="#br0" timeOffset="35087.9335">20424 1483 0,'0'40'16,"0"1"31,0-1-32,0 0-15,0 0 0,40 0 16,-40 0-16,41 0 15,-1 0-15,0 0 0,0 0 0,0 1 16,0-41-16,0 0 16,0 0-16,1 0 0,-1 0 0,0 0 15,0-41-15,0 41 0,-40-40 0,40 0 16,0 0-16,-40-40 16,0 40-16,40 0 0,-40-40 0,0 39 0,0-39 15,0 0-15,0 40 0,0 0 16,0 0-16,0 0 0,0-1 0,0 82 31,0-1-31,0 40 16,0-40-16,0 0 0,0 0 0,0 40 15,0-39-15,0 39 0,0-40 16,0 40-16,0-40 0,0 40 0,0-40 0,0 41 16,0-41-16,0 40 15,0-40-15,0 40 0,0-40 0,0 41 0,0-41 16,0 40-16,0 0 0,-40-40 15,40-40-15,0 121 0,-40-41 0,40-40 0,-40 40 16,40-40-16,-40 0 16,0 0-16,40 1 0,-40-1 0,40 0 0,-40-40 15,-1 40-15,41-40 0,-40 0 0,0 0 0,0 0 16,40-40-16,-40 40 16,40-80-16,-40 39 0,40 1 0,0 0 0,-40 0 15,40 0-15,0 0 16,0-40-16,0 40 0,0-1 0,0 1 0,40 0 15,-40 0-15,40 0 0,-40 0 16,80 0-16,-40 0 0,0 40 0,-40-40 16,41 40-16,-1 0 0,0-40 0,0 40 0,40 0 15,-40 0-15,0-41 16</inkml:trace>
  <inkml:trace contextRef="#ctx0" brushRef="#br0" timeOffset="35357.9767">22190 1363 0,'-80'0'32,"160"0"-32,-200 40 0,120 0 0,-81 81 31,41 119-16,40-120 1,40 121 0,0-201-16,121 81 31,-81-81-31</inkml:trace>
  <inkml:trace contextRef="#ctx0" brushRef="#br0" timeOffset="35697.8814">22631 1644 0,'0'-40'0,"0"120"31,0-40-31,40 0 16,-40 0-16,41 0 0,-41 0 0,40-40 15,-40 40-15,40 1 16,-40-1-16,40-40 15,0 0 1,-40-40-16,40 40 0,-40-41 0,40 1 16,0 0-16,-40 0 0,41 40 0,-1-40 0,-40 0 15,40 40-15,0-40 16,0 120 0,-40-40-1,0 0-15,40-40 0,-40 40 0,0 0 0,0 1 16,0-1-16,0 0 15,0 0-15,0 0 0,0 0 16,0 0 0,40-40-16</inkml:trace>
  <inkml:trace contextRef="#ctx0" brushRef="#br0" timeOffset="35927.8713">24156 2205 0,'-40'0'16,"80"0"-16,-120 0 0,80-80 31,80 40-15,121 40-1,-81 0 1,41 0-1,-41-80 1</inkml:trace>
  <inkml:trace contextRef="#ctx0" brushRef="#br0" timeOffset="36147.9306">25239 1644 0,'-40'0'16,"80"0"-16,-160 80 16,120-40-16,0 0 31,0 0-31,0 0 0,40 0 0,-40 1 16,0-1-16,40 0 15,-40 0-15,0 0 0,0 0 0,0 0 16</inkml:trace>
  <inkml:trace contextRef="#ctx0" brushRef="#br0" timeOffset="36417.9171">25641 1363 0,'0'0'0,"40"0"16,0 40-16,0 121 31,0-1-31,-40-80 16,-40 281-1,-120-120 1,-1-41-1,-80 41-15</inkml:trace>
  <inkml:trace contextRef="#ctx0" brushRef="#br0" timeOffset="40177.6248">2568 4692 0,'0'-40'125,"40"40"-125,-40-40 16,40 40-1,-40-41-15,40 41 16,1 0 0,-1 0-16,0 0 0,0 81 15,0-41-15,-40 0 16,0 0-16,0 0 16,0 40-16,0-40 0,0 0 0,0 41 0,0-1 15,0-40-15,0 0 0,0 0 16,0 0-16,-40 0 0,40 1 0,0-1 0,-40-40 15,40 40 1,0-120 0,0 39-16,0 1 15,40-40-15,-40 40 16,40-40-16,-40 40 0,40-41 0,-40 41 0,40 0 16,-40 0-16,40 0 15,1 0-15,-1 0 0,0 40 16,0 0-1,0 40-15,0 0 16,0 0 0,-40 0-16,40 0 0,-40 0 0,0 1 0,0-1 15,0 40-15,0-40 0,0 0 0,0 0 0,0 0 16,0 0-16,0-80 47,0-40-47,0 40 0,0 0 0,41 0 15,-41 0-15,40 0 0,0-41 16,-40 41-16,40 0 0,0 0 0,0 0 16,0 40-16,1 0 0,-1 0 15,0 0 1,-40 40-16,40-40 0,-40 40 0,40 0 0,-40 0 16,0 41-16,0-41 0,40 0 15,-40 40-15,0-40 0,0 0 0,0 40 0,0-39 16,0-1-16,0 0 15,-40 0-15,40 0 0,0 0 0,-40-40 0,40 40 16</inkml:trace>
  <inkml:trace contextRef="#ctx0" brushRef="#br0" timeOffset="40557.6789">4334 5133 0,'0'40'16,"0"-80"-16,40 80 15,0-80 1,161-80 0,-81-1-1,-120 81 1,0 0-16,-40-40 15,0 80-15,0-40 32,-1 40-32,-39 40 0,80 40 0,-120 40 15,40 161 17,80-201-32,0-40 0,120 81 31,-80-81-31,40-40 15,1 40 1,-41-40-16</inkml:trace>
  <inkml:trace contextRef="#ctx0" brushRef="#br0" timeOffset="41057.598">5096 4812 0,'0'0'0,"40"0"16,-40 40-1,0 0 1,40 40 0,-40-39-16,40 159 15,-40-160-15,0 0 16,0 0 0,41-80 15,39-120-16,-40 40 1,0 79-16,-40-39 0,40 80 0,0-40 16,-40 241 15,0-1-15,-40-79-1,40-81 1,0-80-1,121-81 1,-1-119 0,-80 199-16,-40 1 15,40 40-15,0-40 16,-40 80-16,0 81 16,40-81-16,1 200 31,-41-159-31,0-1 15,0-40-15,40 40 16,0-80-16,40 40 0</inkml:trace>
  <inkml:trace contextRef="#ctx0" brushRef="#br0" timeOffset="41387.6311">6741 4812 0,'0'0'16,"40"40"0,-40 0-16,121 121 15,-121-81-15,40 40 32,0-120-32,-40 80 0,0-39 0,-40-1 31,-40-40-31,39 0 0,-79-40 31,80 40-31,0-41 0,0-39 16,0 40-16,40-40 0,0 40 0,0 0 31,40 0-15,0-1-1,0 41-15</inkml:trace>
  <inkml:trace contextRef="#ctx0" brushRef="#br0" timeOffset="41677.5432">7383 4812 0,'0'0'0,"40"0"32,1 40-17,-41 0 1,40 0-16,40 161 31,-80-81-15,-40-80-1,40-120 1,0 0 0,0 40-16,0-81 15,0 41-15,40 40 16,40 0-1,41 40 1</inkml:trace>
  <inkml:trace contextRef="#ctx0" brushRef="#br0" timeOffset="42247.549">8226 4852 0,'-40'0'0,"0"-40"32,40 80-17,0 40 1,40-80-16,-40 40 16,80-40-16,-80 41 0,40-41 0,0 0 0,0 0 15,1 0 1,-1 0-16,0 0 0,-40-41 15,40 41-15,-40-40 0,40 40 16,-40-80-16,0 40 0,0 0 16,-40 0-16,40 120 62,0-40-62,0 0 0,0 40 0,0-39 16,0-1-16,0 40 15,0 0-15,0-40 0,0 40 0,0 1 0,0-1 16,0-40-16,0 40 0,0 0 16,0 1-16,0-1 0,-40-40 0,40 40 0,-80-40 15,39 40-15,-39-39 0,40 39 0,-40-40 0,40-40 16,-41 40-16,1 0 16,40-40-16,-40 40 0,0-40 0,39 0 0,-39 0 15</inkml:trace>
  <inkml:trace contextRef="#ctx0" brushRef="#br0" timeOffset="44327.3875">10192 4812 0,'40'0'31,"0"0"0,0 0-31,-40 40 0,41-40 16,-1 80-16,-40-40 0,0 1 16,0-1-16,-40 0 15,-41 0-15,41-40 0,40 40 16,-80-40-16,40 0 16,0 0-16,0 0 0,-1 0 0,1-80 0,0 40 15,40 0-15,-40-1 16,40 1-16,0 0 0,0 0 15,80 0 1,-40 0-16,1 40 0,-1 0 16,0-40-16,0 40 0,0 0 0,0 0 0,0 0 15</inkml:trace>
  <inkml:trace contextRef="#ctx0" brushRef="#br0" timeOffset="44597.45">10553 4772 0,'80'40'15,"-160"-80"-15,201 80 0,-81-40 16,0 0-1,0 0-15,40 40 16,-40 0 0,41 40-1,-81-39 17,0-1-32,-40-40 0,40-40 31,40-41-16,0 1 1,0 40-16,0 40 16,121-40-1,-121 40 1,0 0-16,0 0 0</inkml:trace>
  <inkml:trace contextRef="#ctx0" brushRef="#br0" timeOffset="45157.416">12359 4732 0,'0'0'16,"40"0"-16,-40-40 15,40 40 1,0 0-16,0 80 31,1-80-31,-41 40 0,40 40 16,-40-40-16,0 121 15,-40-121-15,40-80 47,40 40-47,-40-40 0,40 0 0,-40-1 0,40 1 16,0 40-16,-40-40 0,40 0 15,0 40-15,0-40 0,1 40 16,-41 40-16,0 0 16,40 40-1,-40-39-15,0-1 0,0 0 0,0 0 16,0 0 0,40-40-1,-40-80 1,40 80-16,-40-40 0,40 0 0,0-1 0,-40 1 15,40 40-15,0-40 0,-40 0 16,41 40-16,-41-40 0,40 40 0,0 0 16,-40 40-1,0 40 1,0-40-16,0 1 0,0-1 0,0 0 0,0 0 16,0 0-16,-40 0 0,40 40 15,0-40-15,0 1 0,0-1 0,0 0 0,0 0 16,0 0-1,40-40-15</inkml:trace>
  <inkml:trace contextRef="#ctx0" brushRef="#br0" timeOffset="45527.3215">13964 4932 0,'0'40'31,"0"-80"-31,80 80 0,-40-40 16,41-40-1,-41 40-15,0 0 16,0-40-16,40 0 16,-40-40-1,-40 40 1,-120 0-1,80 40-15,-40 40 16,39 40-16,1-80 0,40 80 16,-80 161-1,80-161 1,0-40-16,40 121 16,40-161-16,-80 40 0,81 0 31,-41-40-31,40 0 0</inkml:trace>
  <inkml:trace contextRef="#ctx0" brushRef="#br0" timeOffset="45977.3062">14767 4852 0,'40'-40'16,"-40"80"15,0 40-31,0-40 0,0 1 0,0 39 16,40-40-16,-40 0 15,0 0-15,0 0 0,0 0 0,0 0 0,40 1 16,-40-1-16,0 0 0,40-40 31,-40-40-31,40 40 0,-40-81 0,80 41 0,-39 0 16,-1 0-16,0 0 16,0 0-16,0 0 0,-40 0 0,40 40 15,-40-40 1,40 40-16,-40 80 0,0-40 15,0 0 1,0 0-16,0 0 0,0 0 16,0 0-16,0 1 0,40-82 31,1-39-31,-1 40 16,0 40-16,0-40 15,0 0-15,0 40 0,-40-40 0,40 40 16,0 0-1,-40 40-15,41-40 0,-41 80 0,40-40 16,-40 0-16,0 0 0,0 1 0,0-1 0,0 0 16,0 0-16,0 0 15,40 0-15,-40 0 0,0 0 0,40 0 16,0-40 0</inkml:trace>
  <inkml:trace contextRef="#ctx0" brushRef="#br0" timeOffset="46287.3509">16572 4972 0,'0'0'15,"40"0"-15,0 0 16,-40 81 0,0-41-16,41 80 15,-41-80-15,0 0 0,0 41 16,0-1-1,-41 40 1,-39-80 0,0-40-16,80-80 15,-40-40 1,80-81 0,80 41 15,-120 120-31,40-1 0</inkml:trace>
  <inkml:trace contextRef="#ctx0" brushRef="#br0" timeOffset="46867.3181">17214 4812 0,'0'0'16,"80"40"-1,-80 0 1,0 0-16,0 81 15,0-81-15,0 0 0,0 0 16,0 0 0,0-80-1,41 0 1,-1-80 0,0 120-16,80-81 31,-80 81-31,0 0 0,1-40 0,79 40 31,-40 0-15,-40 0-1,-40 40 17,0 0-17,40 1-15,1-41 16,-1 0-1,-40 40-15,40-40 0,0 0 0,0 0 16,0 0-16,-40-40 0,40-1 16,-40 1-1,-40 40 17,40 40-32,0 1 15,-40-1-15,40 0 0,0 0 16,0 40-16,-40-40 0,40 40 0,-40-39 0,40 39 15,-40 0-15,40-40 16,-40 40-16,40-40 0,-41 41 0,1-41 0,40 0 16,-40 0-16,0 0 0,40 0 0,-40 0 0,0 0 15,0-40-15,40 40 0,-40-40 16,-1 0-16,1 0 0,0 0 0,0-40 16,0 0-1,0 0-15</inkml:trace>
  <inkml:trace contextRef="#ctx0" brushRef="#br0" timeOffset="47187.3">18900 4612 0,'0'-41'31,"-41"41"-31,41 81 16,0-1-1,0-40-15,-40 80 16,40-40-16,0 161 15,0 0 1,-40-201 0</inkml:trace>
  <inkml:trace contextRef="#ctx0" brushRef="#br0" timeOffset="47837.2229">19261 5213 0,'0'0'16,"40"0"0,0 0-16,80-80 15,-80 80-15,1-40 16,-1 40-16,-40-40 0,0 0 31,-40-1-31,-1 41 16,1 0-16,-80 121 15,120-41-15,-40 0 16,40-40-16,40 0 16,-40 1-16,80 39 15,0-80 1,81-40 0,-121 40-16,121-161 31,-121 121-31,0 0 0,-40 0 0,120-80 31,-120 160-15,0 40-1,0 0 1,0-40-16,-40 121 16,40-121-16,-40-40 0,40 40 15,-80 40 1,80-120-1,160-120 1,-80 79 0,-39 41-16,119-160 15,-160 119-15,40 41 0,0 0 16,0-40 0,-40 240 15,0-39-31,0-81 0,0 241 31,0-201-31,0 0 0,-40 80 16,40-119-16,-80 39 0,0-40 0,-201 40 15</inkml:trace>
  <inkml:trace contextRef="#ctx0" brushRef="#br0" timeOffset="105253.98">8427 6898 0,'0'-41'16,"-41"41"15,41 41 0,-40-41-31,0 0 0,40 80 16,-40-40-16,0 0 16,40 0-16,0 0 15,0 0 1,0 0-16,40-40 16,-40 40-16,40 1 0,0-41 15,0 40-15,1-40 16,-41 40-16,40-40 0,-40 40 0,40-40 15,-40 40-15,0 0 16,0 0-16,-80 0 16,80 0-16,-41-40 0,1 41 15,0-1-15,0-40 0,0 40 0,0 0 0,0-40 16,0 40-16,-1-40 0,1 0 0,40 40 16,-40-40-1,40-80-15</inkml:trace>
  <inkml:trace contextRef="#ctx0" brushRef="#br0" timeOffset="105683.9524">8908 7178 0,'0'0'0,"0"40"31,0 0-31,0 41 31,120-1-15,41-40-1,-41-40 1,-80-40 0,-40 0-1,0 0 1,-40 40-1,40 40 17,-40 120-17,-40 41 1,40-1 0,-40-79-1,-41 39 1,81-120-1,40 0 1</inkml:trace>
  <inkml:trace contextRef="#ctx0" brushRef="#br0" timeOffset="106023.932">10032 7218 0,'-81'0'16,"162"0"-16,-202 0 16,121 40-16,0 1 31,80 159-16,-80-80 1,41 1 15,-41-81-31,0 0 0,-121 80 16,-79-40 15,119-80-31,81-40 0</inkml:trace>
  <inkml:trace contextRef="#ctx0" brushRef="#br0" timeOffset="106243.9197">10553 6938 0,'-40'0'0,"80"0"0,-120 40 15,80 0 1,0 80 0,0 81-1,40-41 1,0 1 15</inkml:trace>
  <inkml:trace contextRef="#ctx0" brushRef="#br0" timeOffset="107093.8141">10674 7459 0,'0'-40'15,"80"40"1,80-120-1,1 39 1,-121 41 15,-40 0-31,0 0 16,-120 80 15,39 0-31,1 0 16,0 121-1,80-41 17,160-40-17,1-80 1,-1-80 0,-79-40 15,-1-1-16,-40 1 1,-40 160 15,0 0-15,40 0-16,-40 1 16,0-1-1,40-40-15,-40 40 0,0 0 0,0 0 16,40 0-1,-40-80 17,41 40-32,-41-40 0,0 0 15,40 40-15,0-40 16,0 40 0,-40 40-16,0 0 15,0 0 1,0 0-16,0 0 0,0 0 0,0 0 15,0 1 1,40-41 0,-40-81-16,40 81 15,-40-40-15,40 0 0,0 0 0,1 0 0,-41 0 16,40 40-16,0-40 0,-40 0 0,40 40 0,-40-41 16,40 41-16,-40 41 15,40-1 1,-40 40-1,0-40-15,40 0 16,-40 0-16,0 0 16,40-40-16,-40 40 0,0 1 0,41-41 15,-1 0 1</inkml:trace>
  <inkml:trace contextRef="#ctx0" brushRef="#br0" timeOffset="107883.7507">13763 7299 0,'-40'0'0,"40"-41"0,-40 41 0,40-40 16,-40 40 0,40 40 15,0 1-31,40-41 16,-40 40-16,0 0 0,40 0 0,-40 0 0,40-40 15,-40 40-15,0 0 0,40 0 16,1 0-16,-1-40 0,0 0 15,0 0 1,-40-40-16,40 40 0,-40-40 16,40 0-16,-40 80 47,0 0-32,40-40-15,0 40 16,1-40-1,-1 0-15,-40-40 0,40 40 16,-40-40-16,40 0 16,-40 0-16,0 0 0,0 0 15,-40 0 1,0 0-16,0 40 16</inkml:trace>
  <inkml:trace contextRef="#ctx0" brushRef="#br0" timeOffset="108103.8141">14566 7178 0,'0'0'0,"-40"0"16,40 40-1,0 81 16,0-41-31,0 40 32,0-80-32,0 41 31</inkml:trace>
  <inkml:trace contextRef="#ctx0" brushRef="#br0" timeOffset="108263.804">14606 7018 0,'-40'0'16</inkml:trace>
  <inkml:trace contextRef="#ctx0" brushRef="#br0" timeOffset="108513.7898">15449 7018 0,'0'0'0,"-40"0"15,40 40-15,-81 40 16,81-40-16,0 0 0,0 81 31,0-81-31,40 40 0,-40-40 0,41 80 16,-41 1 15</inkml:trace>
  <inkml:trace contextRef="#ctx0" brushRef="#br0" timeOffset="108963.7064">15368 7619 0,'41'0'15,"-41"-40"1,240-40-1,-79-40 1,-121 40 0,-40-41-1,0 81 1,0 80 15,0 121-15,0-41-1,0-80-15,0 80 32,40-120-17,-40-40-15,40 40 16,-40-40-16,40 40 0,0-40 0,1 0 0,-41 0 16,40 40-16,-40-40 0,40 40 0,-40-40 0,40 40 15,0 0 1,-40 40-16,0 0 15,40 0 1,-40 0-16,0 0 0,40 0 0,0 0 16,-40 1-16,41-1 15,-41 0-15,40-40 0</inkml:trace>
  <inkml:trace contextRef="#ctx0" brushRef="#br0" timeOffset="109703.7226">17696 7459 0,'-40'0'15,"80"0"-15,-80-40 0,40 0 16,40 40 0,0 0-1,0 40 1,0 40 0,0 81-1,-40-1 1,-40-120 15,40-80-15,161-80-1,-81-1 1,-40 81 0,0 80-1,-40 41-15,40 39 31,-40-80-31,0 0 16,40-80 15,1 0-15,-1 0-16,-40 0 0,40 40 0,0 0 16,-40-40-16,40-1 0,0 41 15,0 41 1,-40-1-16,0 40 15,40-40 1,-40 0-16,0 0 0,41 0 31,-1-40-31</inkml:trace>
  <inkml:trace contextRef="#ctx0" brushRef="#br0" timeOffset="109993.6303">18980 7660 0,'0'0'16,"0"-41"0,40 1-1,40 40 1,-40-40-16,0 40 0,-40-40 0,41 40 16,-41-40-16,0 0 0,-81 40 15,41 0 1,0 0-16,0 0 0,0 40 15,0 0-15,40 40 16,-40-40-16,40 1 0,0-1 16,0 0-1,0 0-15,40 0 0,40-40 16,-80 40-16,40-40 0,0 0 0,0 0 16,0 0-16,1 0 15</inkml:trace>
  <inkml:trace contextRef="#ctx0" brushRef="#br0" timeOffset="110473.6783">19742 7339 0,'0'0'31,"-40"0"-31,40 80 16,0 0-1,40 40 1,-40-79-16,0-1 15,40 0 1,0-40-16,1-80 31,39-1-31,-40-39 16,0 120-16,0 0 16,-40 40-1,0 80 16,0 1-15,0-81 0,40-40-16,0 0 15,1 0-15,39-120 16,-80 79-16,40 1 0,0 40 16,0-80-1,0 80 1,-40 120 15,0-39-15,0-1-1,40-80 1</inkml:trace>
  <inkml:trace contextRef="#ctx0" brushRef="#br0" timeOffset="110723.6649">20986 7379 0,'0'0'15,"40"0"-15,-40 40 32,0 40-17,0 40 1,-80-39 0,0-41-1,40-40-15,-1 0 16,41-40-16,0 0 0,0-1 15,0 1 1,81-80 0,-1 120-16,0-120 15,-80 80-15,40 40 16</inkml:trace>
  <inkml:trace contextRef="#ctx0" brushRef="#br0" timeOffset="111253.5574">21307 7178 0,'80'0'31,"-160"0"-31,200 40 16,-120 0-16,41 41 16,-1-41-16,-40 0 15,40 0-15,-40 40 16,40-80-16,-40-40 47,0 0-47,0 0 0,80 0 15,-80 0-15,40 0 0,0-1 16,1 41-16,-41-40 0,40 40 16,0 0-1,-40 40 1,40-40-16,-40 41 0,40-41 16,-40 40-16,40-40 15,0 0-15,1 0 16,-1 0-16,0 0 15,-40-40-15,40 40 0,-40-41 0,40 41 0,-40-40 16,0 0-16,0 0 0,40 40 16,-40-40-16,0 0 0,40 40 0,-40-40 15,0 80 32,0 0-47,40 0 16,-40 0-16,0 0 0,41 0 15,-41 1-15,0-1 16,0 0-16,0 0 0,0 0 0,0 0 16,0 0-16,-41 0 0,41 41 15,-40-41-15,40 0 0,-40 0 0,0 0 0,0 40 16,0-40-16,0 0 0,0 0 0,-41 1 0,41-41 16,-40 40-16,0 0 15,-1-40-15,-39 40 0,40-40 0,-1 0 0</inkml:trace>
  <inkml:trace contextRef="#ctx0" brushRef="#br0" timeOffset="115713.3047">2448 9625 0,'-40'0'0,"-1"0"16,1 0 0,0 40-16,0-40 0,0 40 0,0-40 15,0 40-15,0 0 0,40 0 0,-41-40 0,1 40 16,40 0-16,-40-40 16,0 41-16,40-1 0,0 0 0,-40 0 0,40 0 15,0 0-15,0 0 16,0 0-16,0 40 0,0-39 0,40-1 0,-40 0 15,40 40-15,-40-40 16,40 0-16,0 0 0,1 0 0,-1 1 16,0-1-16,0-40 0,0 0 15,0 0-15,0 40 0,0-40 0,1 0 0</inkml:trace>
  <inkml:trace contextRef="#ctx0" brushRef="#br0" timeOffset="116133.3554">3050 10066 0,'-41'0'15,"82"0"-15,-162 0 32,121 40-32,-80 40 15,80 81 1,0-81 15,40-40-15,0-40-16,0-40 15,-40-40 1,40-41 0,-40 81-16,0-40 15,0 120 16,0 0-31,0 0 0,0 0 16,0 0-16,0 1 16,0-1-16,0 0 0,41 0 0,-41 0 15,40 0-15,-40 0 0,40-40 0,-40 40 0,0 0 16,40-40 0,0 0-16,0 0 15,-40-40 1</inkml:trace>
  <inkml:trace contextRef="#ctx0" brushRef="#br0" timeOffset="116533.2558">3531 10066 0,'0'0'0,"-40"40"31,0 0-31,40 80 16,0-80-16,0 1 15,80 39 1,0-40 0,-39-40-1,-1-80 1,-40-1 0,80-79-1,-80 120 1,40 0-1,-40 80 32,-40-40-47,40 40 0,0 0 0,0 0 0,0 0 16,-40 0-16,40 1 0,0-1 0,0 0 16,0 0-16,0 0 15,0 0-15,40-40 0,-40 40 16,40-40-16,40 0 15,-40 0-15</inkml:trace>
  <inkml:trace contextRef="#ctx0" brushRef="#br0" timeOffset="116853.3123">4574 10066 0,'0'-40'16,"-40"40"-16,0-40 15,0 40 1,0 80 15,40-40-31,0 0 0,80 40 16,-80-40-16,40 0 0,0 1 31,-40-1-31,41 40 31,-41-40-31,0 0 0,-121 40 32,81-80-32,0 0 0,0 0 0,-40 0 15,39 0-15</inkml:trace>
  <inkml:trace contextRef="#ctx0" brushRef="#br0" timeOffset="117533.2747">5497 10186 0,'-40'0'16,"0"-40"-16,-40 40 15,40 40 17,0 80-17,40-39 1,40-41 0,0-40 15,0-80-16,0-41 1,-40 81 15,40 80-15,0 0-16,0 0 31,1 1-31,-1-1 16,40-40-1,-80 40-15,40-40 16,0 0-16,0-80 16,0-81-1,-40-39 17,0 79-17,0 81 1,0 0-1,-40 40 1,40 40-16,-40 40 31,40-39-31,0-1 0,0 0 0,0 80 16,40-40 0,-40-40-16,0 81 15,0-81-15,0 0 0,0 0 16</inkml:trace>
  <inkml:trace contextRef="#ctx0" brushRef="#br0" timeOffset="118403.2245">7343 10186 0,'-40'0'15,"40"-40"1,40 40-16,40 0 31,-39 40-31,-1 40 16,-40-40-16,0 1 0,0 39 15,0-40-15,-81 0 32,41 0-32,0-40 0,0 0 15,0-40 1,40 0-16,-40 0 16,40-40-16,0 39 0,80 1 31,-80 0-31,80 0 0</inkml:trace>
  <inkml:trace contextRef="#ctx0" brushRef="#br0" timeOffset="118683.2095">7664 10146 0,'40'0'16,"-80"0"-16,120 40 16,-39-40-1,-1 0-15,0 40 16,0 0-16,40 41 15,-40-41 17,-80-40-17,0 0-15,40-81 32,0 41-32,80-80 31,-40 80-31,41 0 31,-41 40-31,0 0 16,0 0-16</inkml:trace>
  <inkml:trace contextRef="#ctx0" brushRef="#br0" timeOffset="119343.1131">10152 9986 0,'0'0'0,"-40"-40"0,0 40 31,0 0-31,-121 120 32,41 0-17,120-40-15,40 1 32,120-41-17,-39-80 1,-81-1-16,0-39 31,0 40-31,-40 0 0,0 0 16,0 0-16,0-40 15,-40 80-15,40 40 16,0 0 0,0 0-1,0 0-15,0 0 0,0 0 16,0 0-1,40-40-15,-40 40 0,40-40 0,-40 41 0,40-41 16,0 40 0,1-40-16,-41 40 0,40-40 15</inkml:trace>
  <inkml:trace contextRef="#ctx0" brushRef="#br0" timeOffset="119733.0779">10513 10026 0,'0'-40'0,"0"80"0,40-120 31,-40 120-31,0 0 16,40-40-16,-40 40 0,0 0 0,40-40 16,-40 40-16,0 0 15,41-40-15,-41 40 0,0 0 16,0-80 15,0 0-15,40 40-16,-40-80 0,40 80 0,-40-40 15,40 0-15,0 0 0,0 40 32,-40 40-17,40 0-15,-40 0 16,0 0-16,0 0 15,0 0-15,0 0 16,0 0-16,0 1 0,41-1 0,-1 0 16,-40 0-16,0 0 15,40 0-15,0-40 0,0 40 16,0-40-16,0 0 0,0 0 0</inkml:trace>
  <inkml:trace contextRef="#ctx0" brushRef="#br0" timeOffset="120003.1334">11837 9625 0,'0'-40'0,"0"80"0,0-40 32,-40 40-17,0 120 1,40 1 15,0-1-15,0 0-1,0-119-15,0 39 16,0-40 0,0 0-16</inkml:trace>
  <inkml:trace contextRef="#ctx0" brushRef="#br0" timeOffset="120373.1112">11797 10146 0,'-40'0'16,"80"0"-16,-120 40 16,120-40-1,40 0-15,-40 0 16,1 0-16,39 0 0,-40 0 0,0 0 0,0 0 15,0 0-15,0-40 16,1 40-16,-1 0 0,0-40 0,-40 0 31,0 0 16,0 80-16,0 0-31,0 0 16,0 0 0,-40 0-16,40 0 0,-40 0 15,40 1-15,-41-1 0,41 0 0,0 0 16,-40 0-16,40 0 16,-40-40-16,40 40 15</inkml:trace>
  <inkml:trace contextRef="#ctx0" brushRef="#br0" timeOffset="120563.1002">12519 9905 0,'-80'0'0,"160"0"0,-200-40 0,80 40 16,40-40-1,40 40 1,0 0 0</inkml:trace>
  <inkml:trace contextRef="#ctx0" brushRef="#br0" timeOffset="122362.9411">13242 10026 0,'40'0'16,"0"0"31,0 0 203,-40-40 172,-40 40-391,0 0-31,40 40 0,-40-40 16,0 40-16,-1 0 15,1 0-15,0 0 0,0 0 16,0 0-16,40 0 15,-40-40-15,40 41 0,0-1 0,0 0 16,0 0 0,40-40-16,-40 40 0,40-40 0,40 40 15,-40-40-15,1 40 0,-1-40 16,0 0-16,0 0 0,0 0 16,0 0-16,0 0 0</inkml:trace>
  <inkml:trace contextRef="#ctx0" brushRef="#br0" timeOffset="123232.9474">14205 10066 0,'0'0'0,"-40"0"15,-41 0 16,1 80-15,40-40 0,0 40-1,40 1 1,40-41 0,40-40 15,0-81-16,-80 41 1,41-80 0,-1 120-16,-40-80 15,0 120 17,0 0-17,0 0-15,0 0 0,0 0 16,0 0-1,40 1-15,0-41 0,0 0 16,0 40 0,0-40-16,0 0 0,1 0 0,-1 0 0,0 0 15,0-81-15,0 41 0,0 0 16,-40 0 0,0 0-16,40 40 0,-40-40 0,0 0 15,0 0 1,0 0-16,0 80 47,0 0-47,0 0 0,0 0 15,0 0 1,0 0-16,0 0 16,0 0-1,81 1-15,-41-41 16,0 0-16,0 0 15,0 0-15,0 0 0,0 0 0,1-41 16,-1 41-16,-40-40 16,0 0-16,40 0 0,-40 0 15,0 0-15,0 0 16,40 40 0,-40 40-1,0 0 1,0 0-16,0 0 0,0 0 15,0 0 1,0 1-16,0-1 16,80-40-16,-40 0 0,0 0 0,1 0 15,-1 0-15,40 0 0,-40 0 16,0 0-16,0 0 0,0-40 0,1-1 16</inkml:trace>
  <inkml:trace contextRef="#ctx0" brushRef="#br0" timeOffset="123612.8505">16091 10026 0,'40'0'31,"-80"0"-31,80-40 0,-80 40 16,0 40-16,-1 0 15,1 0 1,40 0-16,0 0 16,0 0-16,0 0 15,0 0-15,40-40 0,-40 41 0,0-1 16,41-40-16,-41 40 15,0 0-15,0 0 0,40-40 16,-40 40-16,0 0 16,-81-40-16,41 0 15,0 40-15,0-40 0,0 0 0,0 0 16,0 0 0,40-40-16,-40 40 0,40-40 0</inkml:trace>
  <inkml:trace contextRef="#ctx0" brushRef="#br0" timeOffset="124322.8276">16893 10186 0,'0'-40'15,"-40"40"-15,0 0 16,0 0 0,0 40-16,0-40 0,40 40 15,-41 0-15,41 0 16,0 1-16,0-1 15,41-40 1,-1 0 0,-40-40-16,40 40 0,0-41 31,0 41-15,-40-40-16,40 40 15,0 0 1,-40 40-1,40-40-15,1 41 0,-41-1 16,40-40-16,0 0 16,-40 40-16,40-40 0,0 0 15,0 0-15,0 0 0,-40-40 16,40 40-16,-40-40 16,0-1-16,0 1 0,41 0 15,-41 0-15,0 0 16,0 0-16,0 0 0,0 0 15,40 0-15,-40-41 0,0 41 16,0 0-16,0 0 0,0 0 16,-40 40-1,40 40 1,-41 0-16,41 0 16,0 0-16,-40-40 0,40 41 15,0-1-15,-40 0 0,40 0 0,0 40 0,0-40 16,0 0-16,0 0 15,-40 0-15,40 1 0,0-1 0,0 0 0,0 0 16,0 0-16,0 0 16,40 0-16,-40 0 0,40-40 15</inkml:trace>
  <inkml:trace contextRef="#ctx0" brushRef="#br0" timeOffset="127492.6412">1485 11590 0,'0'0'0,"0"40"47,40-40-31,0 0 0,0 0-1,0 0 1,0 0-16,0 0 15,1 0 1,-1 0-16,0 0 0,0 0 0,0 0 16,0 0-16,0 0 0,0 0 0,1 0 15,-1 0-15,0 0 16,0 0-16,0 0 0,0 0 0,0 0 0,0-40 16,1 40-16,-1 0 15,0-40-15,0 40 0,0 0 0,0 0 0,0 0 16,0 0-16,1 0 0,-1-40 15,0 40-15,0 0 0,0 0 0,0 0 16,0 0-16,0 0 16,1 0-16,-1 0 0,0 40 0,0-40 15,0 0-15,40 0 0,-40 0 0,41 0 0,-1 40 16,0-40-16,1 0 0,-1 0 16,-40 0-16,40 0 0,0 0 0,1 0 0,-1 0 15,-40 0-15,0 0 16,0 0-16,0 0 0,1 0 0,-1-40 0,0 40 15,0-40 1,0 40-16,0 0 0,-40-40 16,40 40-16,0 0 0,1 0 0,-1 0 15,0 0-15,0 0 16,40 0-16,-40 0 0,41 0 0,-41 0 0,40 0 16,-40 0-16,40 0 0,-40 0 15,1 0-15,-1 0 0,0 0 0,0 0 0,0 0 16,0 0-16,0 0 15,0 0-15,-40-41 32,41 41-32,-1 0 15,0 0 1,0 0 0,0 0-16,0 0 0,-40 0 15,40 0-15,0 0 0,1 0 16,-1 0-16,0 0 0,0 0 0,0 0 0,0 0 15,0 0 1,0 0-16,-40-40 0,-40 40 31,0 0-31,0 0 16,0 0-16,0 0 0,0 0 16,0 0-1</inkml:trace>
  <inkml:trace contextRef="#ctx0" brushRef="#br0" timeOffset="128232.5893">4253 11590 0,'0'40'125,"0"0"-78,0 0-47,0 0 15,0 0-15,41 0 0,-41 1 0,0-1 16,0 0-16,0 0 0,0 0 16,0 0-16,0 0 0,0 0 0,0 0 15,40 1 1,-40-1-16,0 0 0,40 0 15,0-40 32</inkml:trace>
  <inkml:trace contextRef="#ctx0" brushRef="#br0" timeOffset="128692.5597">4053 12272 0,'0'0'0,"-40"0"0,40 40 62,40-40-62,0 40 0,0-40 16,-40 40-16,40-40 0,-40 40 0,40 0 15,0 0 1,-40 0-16,0 0 0,41 1 16,-41-1-1,0 0-15,40-40 16,0-40-1,0 0 1,0-1 0,0 41-16,-40-40 0,40 40 0,-40-40 0,40 40 15,-40-40-15,41 40 0,-41-40 0,40 40 0,0-40 16,0 40-16,0-40 16,0 40-16,0 0 0,0-40 15,1 40 1,-82 0 15,41 40-31,-40-40 0,0 0 16,0 40-16,0-40 0,0 40 0</inkml:trace>
  <inkml:trace contextRef="#ctx0" brushRef="#br0" timeOffset="132212.359">2648 13234 0,'40'0'16,"1"0"171,-41-40-187,40 40 63,0 0-32,0 0-16,-40-40 1,40 40 0,-40 40-1,40 40-15,-40-40 16,40 0-16,-40 1 0,0-1 0,0 0 16,40-40-16,-40 40 15,0 0-15,0 0 0,0 0 0,0 0 16,0 0-16,0 1 15,-40-41-15,0 0 16,0 0-16,0 0 16,0 0-1,0 0-15,0 0 0,-1 0 0,1 0 16,0 0-16,0 0 0,0 0 16,0 0-16,40-41 0,-40 41 0,0-40 0,-1 40 15,1-40 1,40 0-16,0 0 15,40 40-15,-40-40 16,81 40-16,-41-40 0,0 0 0,0 40 0,0-40 16,0 40-16,0-41 0,1 41 0,39 0 0,-40 0 15,0-40-15,0 40 16,0 0-16</inkml:trace>
  <inkml:trace contextRef="#ctx0" brushRef="#br0" timeOffset="132522.4168">3411 12994 0,'0'40'31,"-40"-40"-31,40 40 0,-41-40 15,41 160 1,0 41 0,0 79 15,0 1-15,0-80-1,0-121-15</inkml:trace>
  <inkml:trace contextRef="#ctx0" brushRef="#br0" timeOffset="132982.3895">3772 13675 0,'-40'0'15,"80"0"-15,-80 40 0,0 41 16,40-41-16,0 0 15,0 40 1,0 121 0,80-41-1,-80-40 1,0-160 15,0 0-15,-40-120-1,40-81 1,40 41 15,80 119-15,-39 41 0,-1 80 15,-40 121-16,-160-1 1,-81-80 0,161-40-16,0-40 31</inkml:trace>
  <inkml:trace contextRef="#ctx0" brushRef="#br0" timeOffset="133742.282">5578 13555 0,'0'0'0,"-41"0"0,1-40 31,40 0-31,0 0 32,-40 40-32,-80 0 31,-1 80-16,1 80 1,120-39 0,40-41 15,40-40-15,41-80-1,-41-80 16,-80-41-15,-40-80 0,-40 41-1,40 120 17,40 120-17,0 40 1,0 80-1,80-39 1,-40 160 0,80-41-1,-39-160 1,-41-40-16</inkml:trace>
  <inkml:trace contextRef="#ctx0" brushRef="#br0" timeOffset="134042.2703">6059 13515 0,'0'0'16,"0"40"0,0 0-16,120 80 31,-39 1-16,-121-41 1,-121-80 0,121 0-16,-40-80 31,40-81-15,40 81-1,120 40 16,0 40-31</inkml:trace>
  <inkml:trace contextRef="#ctx0" brushRef="#br0" timeOffset="134362.3109">6741 13675 0,'40'0'15,"0"0"1,41-80 0,39 0-1,-80 0 1,-80 40 15,-40-1-15,-41 162-1,1 39 1,120 1 15,80-41-15,41-120 0</inkml:trace>
  <inkml:trace contextRef="#ctx0" brushRef="#br0" timeOffset="134642.2951">7423 13395 0,'-40'0'16,"0"0"-16,-40 80 16,40 0-1,40 40 16,80-39-15,0-1 0,-40 0-1,-160-40 17,-81 0-17,81-40 1</inkml:trace>
  <inkml:trace contextRef="#ctx0" brushRef="#br0" timeOffset="135362.2569">8306 13515 0,'0'0'0,"-40"0"31,40-40-15,40 40 0,0 80-16,0-40 15,-40 0-15,41-40 16,-41 40-16,40 0 0,-40 1 0,0 39 0,0-40 15,0 0-15,0 0 0,0 0 16,-40 0-16,40 0 0,-41 0 0,41-80 47,41 40-47,-41-40 0,40 0 0,-40 0 0,80 0 16,-40 0-16,-40 0 0,40 0 15,0 40-15,-40-40 0,40 40 0,-40-41 0,41 41 16,-1 41-1,-40-1 1,0 0-16,40 0 0,-40 0 0,0 0 16,0 0-16,0 0 15,0 0-15,0 0 0,0 1 16,40-41 0</inkml:trace>
  <inkml:trace contextRef="#ctx0" brushRef="#br0" timeOffset="135672.2405">9430 13595 0,'0'-40'15,"0"80"-15,0 0 16,0 0-16,0 121 31,0-81-31,-40 40 16,-41 1-1,1-81 1,40-80 15,0-161-15,40 1 0,80 79 15,-40 121-16,0 0 1</inkml:trace>
  <inkml:trace contextRef="#ctx0" brushRef="#br0" timeOffset="135992.2189">10232 13034 0,'0'0'16,"-40"0"-1,40 200 1,0 1 15,0-81-31,0 40 16,-40-119-16,40 79 15,0 0 1,40-80 15</inkml:trace>
  <inkml:trace contextRef="#ctx0" brushRef="#br0" timeOffset="136192.142">10112 13675 0,'-80'40'16,"160"-80"-16,-241 80 16,201-40 15,41 0-31,-41 0 0,0-40 0,0 40 15,0-40-15,0 40 16,0 0-16,1 0 0,-1 0 0,-40-40 0,40 40 16,0 0-16,0 0 0</inkml:trace>
  <inkml:trace contextRef="#ctx0" brushRef="#br0" timeOffset="136782.1746">11918 13715 0,'0'0'0,"-41"0"15,-159-40 1,79 40 0,-39 81-1,80 79 1,80-120 0,120 80-1,-40-120 1,41-40-1,-41-40 1,-80-120 15,-40-1-15,40-40 0,0 121 15,0 160-16,-40 121 1,0 79 0,80 41 15,40-81-15,-40-79-1,0-121 1,0 0-16</inkml:trace>
  <inkml:trace contextRef="#ctx0" brushRef="#br0" timeOffset="137132.1524">12118 13956 0,'0'0'0,"-40"40"15,201-40 1,-81 0-1,40-80 1,41 0 0,-161 40-16,0-41 15,-40 41 1,-41 0 0,-39 80-1,40 81 16,40 39-15,40-40-16,80 1 31,0-81-15,-40-40 0,81-40-16,-81 0 0</inkml:trace>
  <inkml:trace contextRef="#ctx0" brushRef="#br0" timeOffset="137312.0689">13001 13675 0,'0'0'16,"-80"0"-16,-1 121 15,81-81-15,-40 0 0,40 80 16,0 121 15,81-41-15,-41-119-1,-40-1 1</inkml:trace>
  <inkml:trace contextRef="#ctx0" brushRef="#br0" timeOffset="137562.1305">12961 14116 0,'0'0'0,"0"-160"16,0 80-1,0 0 1,160-1 0,-39 81-1,-81 0 1,-40 121 0,-80 39-1,-81-40 16,41-79-31,80-41 16,40-41-16</inkml:trace>
  <inkml:trace contextRef="#ctx0" brushRef="#br0" timeOffset="137882.1095">13643 13996 0,'0'0'0,"0"40"16,40-40 0,80-80-1,-39-40 1,-81 40 0,-81 39-1,1 41 1,-40 81-1,40 79 1,80-40 0,40 1-1,80-41 17,-40-80-32,1 0 15</inkml:trace>
  <inkml:trace contextRef="#ctx0" brushRef="#br0" timeOffset="138322.0091">14165 13796 0,'-41'-40'31,"82"80"-31,-82-121 16,122 81-16,-41 0 16,0 81-1,40 79 17,-80 0-17,0-79 1,-40-41-1,80-80 1,0 0 0,41-121-1,-1 81 1,-80 120 15,0 0-31,40 121 31,0-81-15,-40-40-16,40 0 16</inkml:trace>
  <inkml:trace contextRef="#ctx0" brushRef="#br0" timeOffset="138741.9879">15368 13956 0,'0'0'0,"-40"0"0,-40 0 16,40 0-16,0 80 15,0 41 1,40-81 0,40 40-1,40-80 1,-40-40-1,0-121 1,-40-39 15,0-81-15,-40 201 0,40 0-1,0 160 1,0 120 15,0 41-15,40 0-1,41-81 1,-41-120-16</inkml:trace>
  <inkml:trace contextRef="#ctx0" brushRef="#br0" timeOffset="139092.0421">16572 13836 0,'0'-40'31,"0"80"-31,80-120 15,1 80-15,-41 40 16,0 80 0,-40-80-16,-80 40 31,-1 0-15,-39-80-1,40-80 16,80-40-15,80-81 0,40 161-1,1 0 1</inkml:trace>
  <inkml:trace contextRef="#ctx0" brushRef="#br0" timeOffset="139402.0239">17014 13595 0,'0'0'0,"40"0"0,-40 40 15,40 0-15,0 0 16,40 41 0,-80-41-1,40 0 1,-40-80 15,40 40-31,-40-40 16,41 40-16,-41-40 15,40 40-15,0-41 0,0 41 0,0 0 16,-40-40-16,40 40 0,0 0 0,-40 81 16,40-41-1,-40 0-15,0 0 0,0 0 16,0 0 0,0 0-16,0 0 0,0 0 0,0 0 15,0 1 1,41-41-16</inkml:trace>
  <inkml:trace contextRef="#ctx0" brushRef="#br0" timeOffset="139821.9983">19341 13234 0,'-80'-40'15,"160"80"-15,-200-80 0,79 120 16,41-40-16,0 41 16,41 159-1,39 81 16,-80-40-15,-80-161-16,-1 41 16</inkml:trace>
  <inkml:trace contextRef="#ctx0" brushRef="#br0" timeOffset="140591.883">18900 14237 0,'-41'-40'0,"82"80"0,-82-120 16,202 39-1,-81 1-15,161 0 16,0-80 15,-81 0-15,-80-41-1,-80 41 1,0 40 15,0 120-15,0 80 0,0 41 15,81-41-16,-1-80 1,201 0 0,-121-120-1,-120-81 1,-40 41 15,-40 120-31,40-40 31,0 120-31,0-40 16,81 81 15,39-81-15,0-80 0,-80-41-1,1 41 1,-1-160-1,-40-1 1,0-39 0,-40 159-1,-1 81 1,1 161 15,40 160-15,40-41-1,161-39 1,-121-201 0,-40 0-1</inkml:trace>
  <inkml:trace contextRef="#ctx0" brushRef="#br0" timeOffset="141581.8239">20826 13555 0,'-41'0'0,"82"0"0,-82 40 16,82-40-16,119 40 31,-80-40-31,121 0 31,-81-40-15,-80-80-1,-40 80 1,0 80 15,0 0-31,0 0 16,0 0-16,0 0 16,41 0-16,-41 0 0,40 1 0,0-41 15,0 40-15,0-40 16,0 40-16,0-40 0,0 0 0,1 0 0,-1-40 15,0 0 1,-40-1-16,0 1 0,0 0 0,40 40 16,-40-40-16,0 0 0,0 0 0,0 0 15,0 0-15,0 80 32,40-40-32,-40 40 15,0 0-15,40-40 0,-40 40 0,40-40 16,-40 40-16,41-40 0,-1 40 15,0-40-15,0 0 0,0 0 0,0 0 0,40 0 16,-39 0-16,-1-40 0,0 40 0,0-80 0,0 40 16,0 0-1,-40 0-15,40 0 0,-40-1 0,40 1 0,1 0 16,-1 40 0,-40 40-1,0 0 1,40 1-16,-40-1 15,0 0-15,0 0 32,40-40-32,0 0 0,0-40 15,0 40 1,0-40-16,1 0 0,-1-1 0,0 41 16,0-40-16,-40 0 15,40 40-15,-40-40 0,-40 40 47,40 40-47,-40-40 16,40 40-16,-40-40 15,0 0-15,40 40 0,-41-40 16,41 41 0,0-82 15,41 41-31,-41-40 0,40 40 15,-40-40-15,0 80 32,0 0-32,0 1 15,0-1-15,-40-40 0,40 40 16,0 0-16,-41 0 0,41 0 0,0 0 16,0 0-1,0 0-15,0 1 0,0-1 16,0 0-16,41-40 0,-1 40 15,40-40-15,-40 0 0,0 40 0,40-40 16,41 0-16,-41 0 0,0 0 0,1 0 0,-1 0 16,0-40-16,0 40 15,-40-80-15,41 40 0,-81-1 0,40 1 0</inkml:trace>
  <inkml:trace contextRef="#ctx0" brushRef="#br0" timeOffset="171120.1322">8707 15360 0,'-40'0'16,"40"40"46,-80-40-46,40 0-1,0 40 1,0-40-16,0 0 0,40 40 16,-41-40-16,41 40 0,-40-40 15,40 40-15,-40-40 0,40 40 0,-40 0 16,0 1-16,40-1 0,0 0 15,0 0 1,0 0-16,0 0 0,0 0 0,40 0 16,0 0-16,-40 1 15,40-41-15,-40 40 0,40-40 0,1 0 0,-41 40 16,40-40-16,0 0 16,0 40-16,0-40 0,0 0 0,0 0 15,0 0-15</inkml:trace>
  <inkml:trace contextRef="#ctx0" brushRef="#br0" timeOffset="172390.0625">9109 15881 0,'0'-40'31,"0"0"-15,-40 40 15,40 40-15,-41-40-1,41 40-15,-40-40 0,40 40 16,0 0-16,0 0 15,0 1 1,0-1 0,40-40-16,1 0 31,-41-40-31,40 40 0,-40-41 16,0 1-1,40 40-15,-40-40 0,0 0 0,0 0 16,0 0-16,0 80 62,0 40-46,40-80 0,-40 40-16,0 0 0,40 1 15,0-41-15,0 0 0,-40 40 16,40-40-16,1 0 15,-1 0-15,-40-40 16,40 40-16,-40-41 16,40 41-16,-40-40 0,40 0 0,-40 0 0,0 0 15,40 40-15,-40-40 16,0 0-16,0 0 31,0 80 0,0 0-15,0 0 0,0 0-1,40-40-15,0 40 0,1-40 16,-1 0 0,0 40-16,0-40 15,-40-40 1,40 40-16,-40-40 15,0 0-15,0 0 0,0 0 16,0 0-16,0 0 16,0-1-16,0 82 47,0-1-47,0 0 15,0 0-15,40-40 0,-40 40 16,40-40-16,-40 40 0,40-40 0,1 0 15,-41 40 1,40-40-16,0 0 0,0 0 16,0 0-16,0-40 15,0 40-15,-40-40 0,40 0 16,-40 0 0,41 0-16,-41 0 0,0-1 15,0 1-15,0 0 16,0 0-1,-41 40 17,1 0-17,40 40-15,0 0 16,0 0-16,0 1 0,0-1 16,40-40-1,-40 40-15,41-40 0,-41 40 0,40-40 0,0 40 16,0-40-16,0 40 0,0-40 0,-40 40 15,40-40-15,-40 40 16,0 0-16,0 1 16,-40-41-1,0 40-15,0-40 0,0 0 16,0 0-16,0 40 16,-1-40-16,1 0 0,0 0 15,40-40-15</inkml:trace>
  <inkml:trace contextRef="#ctx0" brushRef="#br0" timeOffset="173220.0118">11316 15841 0,'0'0'0,"0"-40"0,-40 40 15,-1-40-15,1 40 16,0 0 0,0 0 15,40 40-31,0 0 16,0 0-1,0 0-15,40-40 16,0 0 15,-40-40-31,40 40 16,-40-40-16,41 0 15,-41 0-15,40 40 0,-40-40 16,40 40 15,-40 40-31,0 0 16,40-40-16,-40 40 15,40-40-15,-40 40 0,40-40 16,0 0-16,0 0 16,1 0-16,-41-40 0,40 40 15,-40-40 1,40 0-16,-40 0 0,0 0 16,0-1-16,0 1 15,0 0-15,0 0 0,0 0 0,0 0 0,0 0 16,0 0-16,0 0 0,-80 0 15,80-1 1,-41 41-16,41-40 0,-40 40 0,0-40 16,40 0-1,0 80 32,40-40-47,-40 40 0,0 41 0,40-81 16,1 40-16,-1 0 0,-40 0 15,40 0-15,0 0 0,-40 0 0,40 0 0,-40 0 16,40 0-16,-40 1 16,40-1-16,-40 0 0,0 0 0,0 0 15,0 0-15,0 0 0,0 0 16</inkml:trace>
  <inkml:trace contextRef="#ctx0" brushRef="#br0" timeOffset="189809.1393">24036 10948 0,'-40'0'0,"-1"0"15,82 0 32,-41-40-31,40 40-16,0 0 31,-40-40-31,40 40 0,-40-40 0,40 0 16,0 0-16,0 40 15,-40-40 1,0-1-16,0 1 0,40 40 0,-40-40 0,0 0 15,0 0-15,0 0 0,0 0 16,0 0-16,-40 40 0,40-40 0,-40-1 16,0 41-1,0-40-15,0 40 16,40 40 62,0 1-78,0-1 16,0 0-16,0 0 0,0 0 0,0 0 0,0 0 15,0 0-15,0 0 16,0 1-16,0 39 0,0-40 0,0 0 0,40 40 16,-40-40-16,0 40 0,0-39 0,40-1 0,-40 40 15,0-40-15,0 0 0,0 0 16,0 40-16,0-39 0,0-1 0,0 0 15,0 0-15,0 0 16,0 0-16,0-80 31,0 0-15,40 0-16,-40 0 0,40-41 0,-40 41 0,40 0 16,1 0-16,-41-40 15,40 40-15,0 0 0,-40 0 0,40-1 0,-40 1 16,40 0-16,0 0 15,0 40-15,0 0 32,-40 40-32,0 0 15,0 0-15,41 1 16,-41-1-16,0 0 0,0 0 16,0 0-16,0 0 0,0 0 0,0 0 15,0 0 1,0 1-16,0-1 0,0 0 15,40-40 1,0 0-16,0-40 16</inkml:trace>
  <inkml:trace contextRef="#ctx0" brushRef="#br0" timeOffset="190109.1203">25199 10507 0,'0'0'16,"-80"0"-16,40 0 16,0 40 15,0 121-16,80 79 1,0-39 15,40-81-15,0-120-16</inkml:trace>
  <inkml:trace contextRef="#ctx0" brushRef="#br0" timeOffset="190479.1001">25480 10708 0,'0'40'16,"40"-40"-16,-40 40 0,41 0 15,-41 0-15,40 0 16,-40 0-16,0 0 0,40-40 15,-40 40-15,0-80 47,0 0-47,40 0 0,-40 0 16,40 0-16,0 0 0,0 0 16,0 40-16,-40-40 15,41 40-15,-1 0 0,-40 40 16,0 0-1,40-40-15,-40 80 0,0-40 0,0 0 16,0 0-16,0 0 16,0 0-16,0 1 0,0-1 15,0 0 1,40-40 0</inkml:trace>
  <inkml:trace contextRef="#ctx0" brushRef="#br0" timeOffset="190739.0098">26483 10587 0,'0'-40'16,"0"80"-16,41-80 15,-41 80 1,40 0-1,-40 0-15,0 1 0,0-1 0,0 0 16,0 0-16,0 0 16,0 0-16,-40 0 0,40 0 0,-41 0 0,41 0 15,-40 1-15,0-1 16,0 0-16,40 0 0,-40 0 0,40 0 0,-40-40 0,40 40 16</inkml:trace>
  <inkml:trace contextRef="#ctx0" brushRef="#br0" timeOffset="191119.0631">27166 10948 0,'0'0'15,"-41"0"-15,41-40 16,41 40-16,-1-80 31,40 80-31,-40-40 0,0 40 0,81-40 31,39 40-15,-80 0 0,-80 40-1</inkml:trace>
  <inkml:trace contextRef="#ctx0" brushRef="#br0" timeOffset="191328.9753">27286 11189 0,'-40'0'16,"80"0"-16,0 0 31,0 0-31,0 0 0,0 0 15,1 0-15,-1-40 0,0 40 16,-40-40-16,40 40 0,0 0 0,0 0 16,-40-41-1,40 41-15</inkml:trace>
  <inkml:trace contextRef="#ctx0" brushRef="#br0" timeOffset="191808.9479">28329 10667 0,'-80'-40'31,"120"80"-15,-40 1-1,40-1 1,-40 0-16,0 0 0,40 0 15,0 0-15,1 0 16,-1-40-16,0 0 16,0 0-16,0-40 15,0 40-15,0-40 0,-40 0 16,40 0-16,-40 0 0,41 40 16,-41-40-16,0-1 15,0 1-15,0 0 0,0 0 16,0 0-1,-41 40-15,41 40 32,0 0-1,0 0-31,0 0 0,0 1 0,0-1 16,0 0-16,0 0 15,0 0-15,41-40 0,-41 40 16,40 0-16,-40 0 0,40-40 0,-40 40 15,40-40-15,0 0 16,0 0-16,-40 40 0,40-40 0,1 0 0,-1 0 16</inkml:trace>
  <inkml:trace contextRef="#ctx0" brushRef="#br0" timeOffset="192088.9319">29573 10306 0,'-80'0'15,"160"0"-15,-200 0 0,40 41 16,80 79 0,0 0 15,80 1-16,40-41 1,-80-80 0,0 0-1,81-40-15</inkml:trace>
  <inkml:trace contextRef="#ctx0" brushRef="#br0" timeOffset="192458.9859">29854 10387 0,'40'0'0,"-40"40"32,0 0-32,0 40 31,40 40-15,-40-79-1,40-41 1,1-41 15,39-79-15,-40 80-1,0 0 1,0 40-16,0 40 16,0 0-16,-40 0 15,41 0-15,-1 41 31,40-41-15,-40 0 0,0-40-1</inkml:trace>
  <inkml:trace contextRef="#ctx0" brushRef="#br0" timeOffset="192708.9713">30737 10306 0,'0'0'16,"40"41"-1,0-1 1,-40 0 0,40 80-1,0 81 16,-160-41-15,40 0 0,-1-119-1</inkml:trace>
  <inkml:trace contextRef="#ctx0" brushRef="#br0" timeOffset="193888.8325">25199 12392 0,'-40'0'0,"40"40"78,0 0-63,0 0-15,0 0 0,0 0 0,0 41 0,0-1 16,0 0-16,0 40 0,0-39 0,0-1 0,-40 0 16,40 0-16,0 0 0,-40-39 15,40 39-15,0-40 0,0 0 0,0 0 16</inkml:trace>
  <inkml:trace contextRef="#ctx0" brushRef="#br0" timeOffset="194538.7937">25280 13034 0,'-41'0'16,"41"40"-16,0 0 0,81-40 16,-41 0-1,80 80 1,-80-80-16,81-40 31,-41-40-15,-40-41-1,-40 41-15,0-80 32,-40 160-32,0-80 15,40 39 1,0 82 31,0-1-47,0 40 0,0-40 15,40 0 1,-40 0-16,40-40 16,-40-40 31,-40 40-1,40 40-14,0 0-32,0 0 0,0 1 15,-40-1-15,40 0 0,0 40 16,0-40-16,0 0 0,0 0 0,0 0 16,0 0-16,0 1 0,0-1 0,0 0 0,0 0 15,0 0-15,40-40 16,-40 40-16,40 0 0,0-40 15,-40-40 1</inkml:trace>
  <inkml:trace contextRef="#ctx0" brushRef="#br0" timeOffset="194898.7713">26403 12673 0,'0'0'0,"-40"0"16,0-40-1,0 80 1,0 40-1,-41 80 1,81 81 15,81-41-15,-81-159-16,120 79 16,-80-120-16,0 0 0,41 0 15</inkml:trace>
  <inkml:trace contextRef="#ctx0" brushRef="#br0" timeOffset="195388.7468">26684 12833 0,'-40'0'0,"80"0"0,-80 40 31,80-40-31,0 0 0,40-40 16,-39 40-16,79-80 15,-80 40-15,0 40 0,0-40 16,-40 0 15,-40 80 0,0 0-31,0 40 0,40-40 16,-40-40-16,40 40 0,0 0 16,-40 0-16,40 1 0,0-1 0,-40-40 0,40 40 15,0 0-15,0 0 16,-41-40-16,41 40 0,0 0 0,0 0 16,-40-40-16,40 40 0,40-40 62,1 0-62,-1 0 16,0 0-16,0 0 15,0 0-15,0-40 0,0 40 0,0 0 16,1 0-16,-1 0 0,-40-40 0,40 40 16,0 0-16,0 0 15,-40-40-15,40 0 16</inkml:trace>
  <inkml:trace contextRef="#ctx0" brushRef="#br0" timeOffset="195698.8009">27286 12633 0,'0'0'16,"-40"0"-16,40 40 31,40-40-31,-40 40 0,40 0 16,0 0-16,-40 0 0,40 0 16,-40 0-16,40 0 0,-40 1 15,0-1-15,0 0 0,0 0 0,0 0 0,0 0 16,0 0-16,-40 0 15,40 40-15,-40-39 0,40-1 0,-40-40 0,0 40 16,40 0-16,-40 0 0,0-40 16,40 40-16,-40-40 0</inkml:trace>
  <inkml:trace contextRef="#ctx0" brushRef="#br0" timeOffset="195968.7117">27888 13034 0,'0'0'16,"0"-40"-16,0-1 15,120-39 1,1 40-1,119-40 1,-39 0 0,-161 80-16,-40 40 31</inkml:trace>
  <inkml:trace contextRef="#ctx0" brushRef="#br0" timeOffset="196158.7748">28008 13314 0,'-80'81'15,"160"-162"-15,-120 162 16,201-122 15,39 1-15,-160 0-16,41-40 15,-41 80-15</inkml:trace>
  <inkml:trace contextRef="#ctx0" brushRef="#br0" timeOffset="196978.677">29092 12312 0,'-40'0'16,"80"0"-16,-121 0 16,122 0-1,-1 0 1,0 0-16,0 0 0,0-40 0,0 40 16,0 0-16,41 0 0,-41-40 15,0 40-15,40 0 0,-40 0 0,40-41 0,-39 41 16,-1 0-16,0 0 15,0 0-15,-40 41 32,-40-1-32,0 0 15,0-40 1,40 40-16,-41-40 0,1 40 0,40 0 0,-40-40 16,40 40-16,-40 0 0,40 0 0,-40-40 0,0 40 15,40 1-15,-40-1 0,0 0 16,40 0-16,-41-40 0,41 40 0,-40 0 0,0 0 15,0 0 1,0 0-16,80-40 63,0 0-48,-40-40-15,40 40 0,0 0 0,1 0 0,39 0 16,-40-40-16,0 40 0,40 0 15,-40 0-15,1 0 0,39 0 0,-40 0 0,0 0 16,0 0-16,0 0 16,0 0-16,1 0 0,-1 0 0,0 0 15,0 0 1</inkml:trace>
  <inkml:trace contextRef="#ctx0" brushRef="#br0" timeOffset="197288.6342">29011 13475 0,'-40'40'0,"80"-80"0,-80 120 0,-40-80 31,160 0-31,-40 0 16,81-40-1,-41 40-15,201-40 32,40-40-17,-40 80 1,-81 0 0,41 0-1,-161 0 1,1 0-16</inkml:trace>
  <inkml:trace contextRef="#ctx0" brushRef="#br0" timeOffset="197878.6762">29011 13956 0,'0'0'0,"-40"40"0,-80 0 31,120 0-31,40-40 16,0 0-1,81-40 1,79-40 15,-79 40-15,-162 40 15,41 40-31,-80 40 31,-40 41-15,-1 39-1,41-80 17,0 0-17,40 1 1,80-81 0,40-40 15,81-1-16,-1 1 1,-39 40 15,-41-40-15,0 40 0,0-40-1</inkml:trace>
  <inkml:trace contextRef="#ctx0" brushRef="#br0" timeOffset="198038.5913">29814 14317 0,'40'0'16,"0"0"-1,0-40 1,41 0-16,-41 40 15,0-40-15</inkml:trace>
  <inkml:trace contextRef="#ctx0" brushRef="#br0" timeOffset="198278.6533">30336 13956 0,'0'-40'15,"-41"40"-15,41 40 16,-40 0 0,40 0-1,-40 121 1,0-81 0,40-40-16,0 80 31,0-39-31</inkml:trace>
  <inkml:trace contextRef="#ctx0" brushRef="#br0" timeOffset="198798.6232">27647 15520 0,'0'40'31,"0"0"-31,0 0 16,0 1 0,0-1-16,0 0 0,0 0 0,0 0 15,0 0-15,0 0 0,0 0 16,0 0-16,0 1 0,0-1 0,0 0 0,0 0 15,0 0-15,0 0 16,0 0-16,0 0 0,40-40 0</inkml:trace>
  <inkml:trace contextRef="#ctx0" brushRef="#br0" timeOffset="199348.5171">28209 15681 0,'-40'0'0,"80"0"0,0 0 15,40 0 17,81 0-17,-1 0 1,-120 0 15,-40 40 16,-40-40-47,40 40 16,-40 0-16,40 0 15,-40 0-15,0-40 0,40 40 0,-40-40 0,40 40 16,-40-40-16,40 40 15,-41-40-15,1 41 0,0-1 16,0-40-16,40 40 16,-40 0-16,80-40 62,0 0-62,0 0 16,0 0-16,1 0 0,-1-40 0,0 40 15,0 0 1,0 0-16,0 0 0,0 0 0,0 0 0,1 0 16,-1-40-16,0 40 15,0 0-15,0 0 0,0-40 16,0 40-16</inkml:trace>
  <inkml:trace contextRef="#ctx0" brushRef="#br0" timeOffset="199648.5029">29212 15600 0,'-40'0'15,"80"0"-15,-120 0 16,80 40 15,0 1-15,0-1-16,0 0 15,0 40-15,0-40 0,0 0 0,40 0 16,-40 0-16,0 1 0,0-1 0,0 0 0,0 0 16,0 0-16,0 0 15,0 0-15,0 0 0,0 0 0,0 0 31</inkml:trace>
  <inkml:trace contextRef="#ctx0" brushRef="#br0" timeOffset="200158.4883">29814 15600 0,'0'0'16,"0"40"15,0 1-15,0-1-16,80-40 15,-40 0-15,0 40 0,1-40 0,39 0 16,-40 0-16,0 0 16,0 0-16,0 40 0,0-40 0,1 0 0,-1 0 15,0 0-15,0 0 0,-40 40 47,-80-40-31,40 40-16,-1-40 0,1 40 15,0 0-15,0 0 16,0-40-16,40 41 0,-40-1 0,0-40 16,40 40-16,-40 0 15,-1 0-15,1-40 0,40 40 0,-40 0 0,0 0 16,40 0-16,-40 0 0,0-40 0,40 41 0,-40-1 16,40 0-16,-40-40 15,40 40-15,40-40 31,-40-40-31,40 0 0</inkml:trace>
  <inkml:trace contextRef="#ctx0" brushRef="#br0" timeOffset="200688.44">30978 15400 0,'0'0'15,"-41"0"-15,41 40 141,0 0-110,0 0-31,0 0 16,0 0-16,0 0 16,0 1-1,0-1-15,0 0 0,0 0 16,0 0-16,0 0 15,0 0-15,0 0 0,0 0 0,0 1 16,0-1-16,0 0 0,0 0 16,-40 0-16</inkml:trace>
  <inkml:trace contextRef="#ctx0" brushRef="#br0" timeOffset="201798.4545">23233 16001 0,'-40'0'16,"0"0"-1,40-40-15,-40 40 0,40-40 16,0 0 0,0 80-1,0 0 1,40 0-1,-40 1-15,0 39 0,40-40 0,-40 0 0,40 0 16,-40 40-16,0-40 0,0 41 16,40-41-16,-40 40 0,0 0 0,0 0 0,0 1 15,0-1-15,0 40 0,0-40 0,0 0 0,0 41 16,0-41-16,0 0 16,-40 0-16,40 1 0,0-1 0,0-40 0,0 40 15,0-40-15,0 40 0,0-39 16,0-1-16,40 0 0,-40 0 0,40-40 15,1 0 1,-1 0-16,0-40 0</inkml:trace>
  <inkml:trace contextRef="#ctx0" brushRef="#br0" timeOffset="202338.424">22150 17405 0,'0'0'16,"-121"-40"0,81 40-1,80-40 1,41 0 15,79 0-15,81 40-1,160 0 17,161 0-17,-40 0 1,-242-40 0,122-1-1,-1 41 1,-241 0-1,41 0 1,-161 0 15,-80 0-15</inkml:trace>
  <inkml:trace contextRef="#ctx0" brushRef="#br0" timeOffset="203628.3515">23835 16362 0,'0'0'32,"-40"0"-32,-40 0 15,40 0-15,-1 0 16,1 0 0,-80-40 15,-41 40-16,41-40 1,0 80 15,-1 0-15,1 41 0,40-41-1,40 40 16,-1-80-15,-39 120 0,80-80-16,-40 41 15,0 39 17,0 0-17,40 41 1,0-1 15,80-40-15,-40 1-1,40-1 1,41 0 15,-1 1-15,1-41-1,-41-40 17,40-40-17,1 40 1,-1-40 0,-40 0-16,41-40 15,-81 0 1,160-40-1,-79-1 1,-41 41 0,80-80-1,-79 40 1,-1 0 15,-40-41-15,0 41-1,-40-40 17,-40-1-17,-80 1 1,-1 0 0,1-41 15,0 1-16,39 120 1,41 40 15,0 0-15,0 0 0,40 40-1</inkml:trace>
  <inkml:trace contextRef="#ctx0" brushRef="#br0" timeOffset="204128.3217">24357 16563 0,'0'0'0,"-40"40"16,-41 0 15,81-120 0,40 80-31,81-40 32,240-121-17,-281 121-15,362-160 16,-1-41 0,-200 121 15,-201 80-16,-40 0 1,-40 80 15,0-40-15,-41 40 0</inkml:trace>
  <inkml:trace contextRef="#ctx0" brushRef="#br0" timeOffset="204588.2347">24437 17325 0,'40'0'16,"-40"-40"15,80 40 0,-40 0-31,1 0 0,39 0 16,-40 0-16,40 0 0,0-40 15,1 40-15,-1-40 0,0 40 0,41-41 0,-41 41 16,0-40-16,41 40 16,-41 0-16,0-40 0,40 40 0,1 0 0,-41 0 15,0 0-15,41-40 0,-41 40 0,0 0 0,-40 0 16,41 0-16,-41 0 0,0 0 16,0 0-16,0-40 0,0 40 0,-80 0 46,40 40-46,-40-40 16,0 40-16,0-40 16,40 40-1,-40-40-15,-1 0 16</inkml:trace>
  <inkml:trace contextRef="#ctx0" brushRef="#br0" timeOffset="205128.2624">24597 17766 0,'-80'0'16,"160"0"-16,-240 0 31,160-40 16,0 80 78,0 0-109,80 0-16,-40 0 15,0 0 1,1 1-16,-1-41 0,0 40 0,0 0 0,40-40 15,-40 40-15,0 0 0,41-40 16,-41 40-16,0-40 0,0 40 0,0-40 0,0 0 16,0 40-16,1-40 15,-1 0-15,0 40 0,0-40 16,-40-40 15,-40 40-31</inkml:trace>
  <inkml:trace contextRef="#ctx0" brushRef="#br0" timeOffset="205458.2423">23996 18047 0,'-41'0'0,"82"0"0,-122 80 16,81-40 0,0 0-1,-40 0-15,0 81 31,-40-1-15,40-40 0</inkml:trace>
  <inkml:trace contextRef="#ctx0" brushRef="#br0" timeOffset="205878.2188">22752 18207 0,'-40'0'31,"-1"0"-31,1 40 15,0-40 1,0 40-16,0-40 0,0 41 0,0-1 0,-41 0 16,41-40-16,0 40 0,0-40 15,0 40-15,40 0 0,-40-40 0,0 40 0,0-40 16,40 40-16,-41-40 0,41 40 0,-40-40 16,40 40-16</inkml:trace>
  <inkml:trace contextRef="#ctx0" brushRef="#br0" timeOffset="206238.1225">22471 17766 0,'-40'0'15,"0"0"-15,-1 0 0,1 40 16,0-40-1,0 0-15,0 0 0,0 0 16,0 0-16,0 0 0,-41 0 16,41 40-16,0-40 0,0 40 0,-40-40 0,39 40 15,1-40-15,0 41 0,0-41 0,0 0 0,0 40 16,0-40 0</inkml:trace>
  <inkml:trace contextRef="#ctx0" brushRef="#br0" timeOffset="206628.1762">21548 15921 0,'0'40'16,"40"-40"15,80 40-16,-39 1 1,159 159 0,1 41-1,-80-41 1,-81-79 0,-80-81-16</inkml:trace>
  <inkml:trace contextRef="#ctx0" brushRef="#br0" timeOffset="206898.1029">23514 15721 0,'-40'0'16,"80"0"-16,-120 0 15,80 40-15,-40 40 16,40 0 0,0 201-1,40-121 1</inkml:trace>
  <inkml:trace contextRef="#ctx0" brushRef="#br0" timeOffset="207168.1446">24437 15360 0,'0'0'15,"0"40"-15,-80 120 16,80 1 15,0 39-15,0 1-1,-40 79-15</inkml:trace>
  <inkml:trace contextRef="#ctx0" brushRef="#br0" timeOffset="210077.9139">10674 17566 0,'0'0'0,"-41"-41"16,41 1 0,-40 40-16,40 40 31,0 41-15,0-41-16,0 0 0,0 0 15,0 0-15,40 40 0,-40-40 0,0 0 0,0 1 16,0-1-16,41 0 15,-41 0-15,40 0 0,-40 0 0,0 0 16,40-40-16,-40 40 16,0-80-1,0-40-15,0 40 16,-40 0 0,40-40-16,0 39 0,0 1 0,0-40 0,0 0 15,0 40-15,0-40 0,40-1 16,-40 1-16,0 40 0,40-40 0,-40 40 0,0 0 15,40 0-15,0-1 16,0 41-16,-40 41 16,41-41-16,-1 80 0,-40-40 0,40 0 0,0 0 15,-40 0-15,40 40 0,-40-39 16,0-1-16,0 40 0,0-40 0,0 0 0,0 0 16,-40 40-16,40-40 15,-40 1-15,0-1 0,0 0 0,-1 0 0,-39-40 16,40 40-16,0-40 0,0 0 15,0 0-15,-1 0 0,1 0 0,40-40 16,-40 40-16,40-40 16,-40 40-16,40-80 0,0 39 0,0 1 15,0 0-15,80 40 0,-80-40 0,40 40 16,1 0 0,-1 0-16,0 40 0,0 0 0,0-40 15,0 81-15,0-81 16,1 40-16,-1-40 0,0 40 0,0-40 0,0 40 15,40-40-15,-40 0 0,1 40 16,-1-40-16,0 40 0,0-40 0,0 0 0,-40 40 16,40-40-16,0 0 0,0 0 0,1 0 15</inkml:trace>
  <inkml:trace contextRef="#ctx0" brushRef="#br0" timeOffset="210587.8739">11998 17525 0,'0'0'0,"-80"0"15,-1 41-15,-39 119 32,80-40-17,40-80-15,120 81 16,-80-81-16,121 0 31,-81-40-31,81-120 16,-41 39 15,-120-79-15,0 80-1,40-41 1,0 121-1,0 0 1,41 41 0,-41 79-1,-161 40 17,-119-80-17,79-80 1,121-120 15,80 40-31,201 0 16,-81 40-1</inkml:trace>
  <inkml:trace contextRef="#ctx0" brushRef="#br0" timeOffset="211167.9157">11958 17445 0,'0'0'0,"40"0"62,0 0-62,40 0 16,-40 0-16,0 0 0,1 0 15,-1 0 1,0 0-16,0 0 0,0 0 0,-40 40 16,40-40-16,-40 40 0,0 1 15,0-1-15,0 0 0,0 0 0,0 0 16,0 0-16,-40 0 15,40 0-15,0 0 0,0 0 0</inkml:trace>
  <inkml:trace contextRef="#ctx0" brushRef="#br0" timeOffset="211557.8583">13202 17205 0,'-201'80'15,"402"-160"-15,-563 240 16,322-120-16,0 0 0,40 0 16,0 0-16,80 1 15,-80-1-15,241 0 16,80-40 15,-160 0-31</inkml:trace>
  <inkml:trace contextRef="#ctx0" brushRef="#br0" timeOffset="211927.8724">14325 16603 0,'-80'0'15,"40"0"1,0 0-16,40 40 16,0 40-1,0-40-15,0 161 16,40-161-16,-40 40 0,40 81 31,0-121-31,80 160 16,-120-160-16,81 1 15,-41-1-15,40-40 16</inkml:trace>
  <inkml:trace contextRef="#ctx0" brushRef="#br0" timeOffset="212687.7724">14245 17485 0,'-40'-40'31,"80"80"-31,40-200 16,-40 120-16,161-81 15,80 1 1,-121 80 15,-79 40-31,-41 40 31,-40 0-31,40 81 16,-40-81-16,-40 0 16,0 0-16,-1 0 15,1-40-15,0 40 0,-80-40 32,80-40-17,40-40-15,0-41 16,40 81-16,0 0 0,0 0 31,-40 0-31,80 40 0,-40-40 0,1 40 16,79-40-1,-80 40 1,-40-40-16,0 80 78,0 0-62,0 0-16,0 0 0,40 0 0,-40 0 15,40-40-15,-40 40 0,40-40 0,-40 41 16,41-1-16,-1-40 16,0 0-16,0 0 15,0 0 1,-40-40-16,0-1 0,40 41 15,-40-40-15,0 0 16,0 0-16,0 0 0,0 0 16,0 0-16,0 0 15,0 80 17,0 0-17,0 0-15,40-40 0,-40 80 16,40-40-1,-40 0-15,41-40 16,-41 41 0,40-41-16</inkml:trace>
  <inkml:trace contextRef="#ctx0" brushRef="#br0" timeOffset="212927.8151">16291 16683 0,'0'0'0,"-80"40"16,-40 121 15,120-1-15,80 1-1,80-161 16,-79 0-31,-41 0 0,80-81 32,-120 41-32</inkml:trace>
  <inkml:trace contextRef="#ctx0" brushRef="#br0" timeOffset="213267.7955">16532 16523 0,'0'0'0,"0"40"31,40 0-31,-40 0 0,0 0 16,0 0-16,0 0 0,0 1 0,40-1 15,-40 0-15,0 0 16,40-40-16,-40 40 0,0 0 16,0-80-1,41 0 1,-41-40-1,40 80-15,-40-40 0,0-1 16,0 1-16,40 40 16,-40 40-1,40-40-15,-40 41 0,0-1 0,0 40 16,0-40 0,0 0-16,0 0 15</inkml:trace>
  <inkml:trace contextRef="#ctx0" brushRef="#br0" timeOffset="213597.7769">17415 16763 0,'0'0'0,"-40"0"16,40-40-1,80-40 1,0 0 0,-80 0-1,-160 80 17,39 80-17,121-40 1,0 0-16,0 121 15,40-121-15,1 40 16,39-80-16,40 40 16,-40-40-16,1 0 31,-41-40-31,0 0 0</inkml:trace>
  <inkml:trace contextRef="#ctx0" brushRef="#br0" timeOffset="213827.6877">17856 16603 0,'0'0'0,"0"-160"31,0 79-15,0 41 0,0 80-1,40 0 1,0 121 0,41-1 15,-81-79-31,0-41 0,-40 80 31,40-80-31,-41-40 0,-39 80 16,40-80-16,-40 0 15,40 0-15</inkml:trace>
  <inkml:trace contextRef="#ctx0" brushRef="#br0" timeOffset="214427.7291">19100 16322 0,'0'0'0,"-40"0"15,160-40 1,-79 40-16,159-40 16,-160 0-16,41 40 0,39-40 31,-80 40-31,40 0 0,-40-40 0,1 40 31,-41-40-31,-41-41 31,41 41-31,-160 0 16,120 40-16,-40 0 16,39 0-16,1 0 15,40 40-15,-40 0 16,0 1 0,40-1-16,-80 120 15,40-120-15,-41 80 16,41-79-16,-80 39 31,80-40-31,0-40 0,-41 0 16,41 0-16,-80-40 15,80 0-15,40 0 0,0-41 16,0 41-16,120-80 31,-80 80-31,41 40 0,79-40 16,-80 40-16,1 0 15,-41 0-15,0 40 0,0-40 0,0 40 0</inkml:trace>
  <inkml:trace contextRef="#ctx0" brushRef="#br0" timeOffset="215727.6553">14004 18087 0,'-40'0'16,"0"0"-1,0 0-15,40 40 16,-40-40-16,40 40 0,-41 0 0,41 0 16,-40 0-16,40 1 0,0-1 31,81-40-31,-81 40 0,40-40 16,0 0-16,0 40 15,0-40-15,0 0 0,0 40 0,0 0 16,-40 0-1,0 0-15,0 0 0,0 0 16,0 1-16,-40-41 0,40 40 16,-40-40-16,40 40 0,-40-40 0,40 40 0,-40-40 15,0 0-15,0 0 0,0 0 0,-1 0 16,41-40 0,-40 40-16,40-80 0</inkml:trace>
  <inkml:trace contextRef="#ctx0" brushRef="#br0" timeOffset="216047.6396">14405 18247 0,'40'40'0,"-80"-80"0,201 121 31,-161-41-31,40 0 16,-40 40-1,-40-40-15,0 0 16,-41-40-16,41 40 16,-40-40-1,40-40-15,40-40 16,0 0 0,0 40-16,40 0 31,0 40-31,0 0 0,0 0 15,1 0-15</inkml:trace>
  <inkml:trace contextRef="#ctx0" brushRef="#br0" timeOffset="216417.6197">15328 17967 0,'0'-41'16,"0"82"-16,-40-82 16,-40 41-1,40 41-15,-40 79 16,39-80-16,41 0 0,0 0 31,41 0-31,39 41 16,0-1 15,-80 0-15,-201-40-1,1-40 16,160 0-31</inkml:trace>
  <inkml:trace contextRef="#ctx0" brushRef="#br0" timeOffset="216837.5911">15649 18047 0,'0'40'0,"0"-80"0,0 120 16,40 0 15,81-40-15,-1-40-1,-80 0-15,0-40 31,-40 0-31,41 0 16,-41 0 0,-41 40-1,41 40 1,-40-40 0,40 80-1,0-40-15,-40 41 16,40-41-16,0 0 0,-40 80 31,0-120-31,40 80 0,0-40 0,-80 41 16</inkml:trace>
  <inkml:trace contextRef="#ctx0" brushRef="#br0" timeOffset="217167.5733">16572 18047 0,'0'-40'16,"-40"40"0,-40 0-16,40 0 15,40 40 1,-40-40-16,40 40 0,-41-40 0,41 40 15,0 0 1,0 0-16,41 0 0,-41 0 16,40-40-16,-40 41 0,40-41 0,-40 40 15,40-40-15,-40 40 16,0 0-16,0 0 16,-40 0-1,0-40-15,0 40 0,-1-40 0,1 0 16,0 40-16,0-40 15,0 0-15,0 0 0,0 0 0,40-40 16</inkml:trace>
  <inkml:trace contextRef="#ctx0" brushRef="#br0" timeOffset="217417.5583">16773 17886 0,'0'0'0,"0"40"31,0 41-15,0-41-16,0 0 0,0 0 0,0 0 16,0 0-16,0 0 15,0 0-15,0 1 0,0-1 0,0 0 16,0 0-16,0 0 15,40-40-15</inkml:trace>
  <inkml:trace contextRef="#ctx0" brushRef="#br0" timeOffset="218237.436">16973 18247 0,'41'-40'16,"39"0"-16,0 0 15,81-80 1,-121 120 0,-40-40-16,0-1 15,-40 41 1,-1-40-1,-39 40-15,0 0 16,40 40-16,0-40 0,-41 121 16,81-81-1,41 80 1,79-80 0,81-40 15,-81-40-16,-40-80 1,-80 40 0,0-41-1,40 81 1,-40 80 15,40-40-31,1 81 31,-41-1-31,40 0 32,0-40-17,0-40-15,0-40 0,0 0 16,0 0-16,0 0 16,-40 0-16,41 40 0,-41 40 46,0 0-30,0 0-16,0 0 0,0-80 47,40 40-47,0-40 16,-40 0-1,40 0-15,0 40 0,0 0 31,0 0-15,-40 40 0,41 0-16,-41 0 0,0 0 15,40-40-15,0 40 0,0-40 16,0 40 0,0-40-16,0 0 0</inkml:trace>
  <inkml:trace contextRef="#ctx0" brushRef="#br0" timeOffset="218717.4124">18980 17365 0,'0'40'31,"-40"-40"-31,0 0 16,-1 0-1,41 40-15,-40 0 0,40 0 16,-40 1-16,40-1 15,-40 0-15,40 0 0,0 0 0,0 0 16,0 0-16,40 0 16,0 0-16,-40 0 0,40-40 0,1 0 15,-1 0-15,0 0 0,0 41 0,0-41 0,0 0 16,0 0-16</inkml:trace>
  <inkml:trace contextRef="#ctx0" brushRef="#br0" timeOffset="219687.3529">19662 17445 0,'-40'0'15,"80"0"-15,-201 0 16,121 0-16,0 0 0,-80 80 31,40 1-15,80-1-1,0-40-15,40-40 32,0 0-17,0 0-15,0 0 0,0-40 32,0-80-17,-40 39 1,40 81 31,1 40-47,-1-40 15,-40 41 1,40-41-16,0 0 16,0-41-1,-40 1-15,40 40 0,-40-40 16,0 0-1,0 0-15,0 0 16,0 80 15,0 0-15,0 0 0,0 0-16,0 0 15,40-40-15,0 41 16,1-41-16,-1 0 0,0 0 31,-40-41-31,40 1 0,-40 0 16,0 0-16,0 0 0,0 0 15,0 0-15,0 0 16,0 0-16,0 80 31,0 0-15,0 0-1,40 0-15,0 0 0,-40 0 16,40-40 0,0 0-16,1 0 15,-41-40-15,0 0 16,0 0 0,0 0-16,0 0 0,0 0 0,0-1 15,-41 1 1,41 0-16,0 0 15,0 80 17,81 0-32,-81 0 15,0 1-15,40-41 16,-40 40-16,40 0 0,-40 0 0,0 0 16,0 0-16,0 0 15,0 0-15,0 0 0,-40 1 0,0-1 16,-41-40-1,81 40-15,-40-40 0,0 0 0,0 0 16,0-40 0</inkml:trace>
  <inkml:trace contextRef="#ctx0" brushRef="#br0" timeOffset="220227.3969">20745 16924 0,'0'0'0,"-40"40"15,-40 40 1,40-80-16,40 40 16,0 0-16,0 41 15,80-81 16,-40 0-31,40-41 32,-80 1-17,41 0-15,-41-40 16,0 40 0,40 40-16,-40 40 31,40-40-31,-40 40 0,40-40 15,0 0-15,0 0 16,0 0-16,-40-40 16,0 0-16,40 40 0,-40-40 0,0 0 15,0 0-15,0 0 16,0-1-16,0 1 0,-40 0 16,40 0-16,-40 0 15,40 0-15,-40 40 0,40 40 31,0 40-31,-40-40 0,40 0 16,0 1-16,0-1 0,0 0 0,0 40 0,0-40 16,0 0-16,40 0 0,-40 0 15,0 0-15,40 1 0,-40-1 0,40 0 0,-40 0 16,40-40 0</inkml:trace>
  <inkml:trace contextRef="#ctx0" brushRef="#br0" timeOffset="220377.3133">21628 17325 0,'0'40'0,"0"-80"0,-40 80 16,0-40-16,0 0 15,-41 0 1,81-40 0,-80 0-1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44.20712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1T07:46:16.68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3451 1403 0,'-40'0'0,"40"-40"15,0 80 17,40 0-17,-40 0 1,0 0-16,0 1 0,0-1 15,0 0-15,0 40 0,0-40 16,0 0-16,0 40 0,0 1 0,0-41 0,0 40 16,0 0-16,0 0 0,0-40 0,0 41 0,0-41 15,0 40-15,40-40 0,-40 0 16,40 40-16,0-40 0,0-40 0,1 41 16,-1-41-16,0 40 0,0-40 15,0 0-15,40 0 0,-40 0 0,1-81 0,-1 81 16,0-40-16</inkml:trace>
  <inkml:trace contextRef="#ctx0" brushRef="#br0" timeOffset="420.0506">3210 2326 0,'-120'0'15,"240"0"-15,-160 0 16,241-41 0,-121 41-16,201-80 31,-201 80-31,0 0 0,161-40 16,-161 0-16,121-40 15,-161 80-15,40-40 16,-40 0-1,41-41 1,-81 1 0,-40 80-1,40 40-15,0 40 16,-41-39 0,41-1-16,0 0 0,0 0 0,0 0 0,0 40 15,0-40-15,0 0 16,0 1-16,0-1 0,0 0 0,0 0 15,-40-40-15,40 40 0,0 0 16</inkml:trace>
  <inkml:trace contextRef="#ctx0" brushRef="#br0" timeOffset="580.0413">4454 1604 0,'-120'-81'16,"240"162"-16,-280-242 31,160 121-31,40 40 0</inkml:trace>
  <inkml:trace contextRef="#ctx0" brushRef="#br0" timeOffset="1080.0131">5016 1804 0,'0'40'0,"0"-80"0,0 120 31,40-40-31,0 1 0,0-1 16,0 80-1,-40-40 16,0-40-31,40-40 16,1 0-16,-41-40 16,120-40-1,-80 80-15,40 0 32,-40 0-32,1 0 0,-1 40 15,0 40 1,-40-40 15,0-80-15,40-40-1,120-80 1,1 79 15,-121 122-15,0 159-1,-120-39 1,0-1 15,40-120-31</inkml:trace>
  <inkml:trace contextRef="#ctx0" brushRef="#br0" timeOffset="1459.9911">6741 2165 0,'40'0'0,"0"0"31,121 0-15,-81-40-16,-40 40 16,0-40-16,1-40 15,-41 40-15,-41 40 32,-119-41-17,-41 82 1,81 119 15,160 0-15,121-79-1,-1-41 1</inkml:trace>
  <inkml:trace contextRef="#ctx0" brushRef="#br0" timeOffset="1989.8869">8587 1965 0,'0'-41'0,"0"82"0,-40-82 31,40 82-15,0 39-16,0-40 0,40 0 0,-40 0 15,0 0-15,0 0 16,0 0-16,0 1 0,0-1 0,0 0 16,0 0-16,0 0 15,0 0-15</inkml:trace>
  <inkml:trace contextRef="#ctx0" brushRef="#br0" timeOffset="2179.9504">8547 1523 0,'-80'-40'15,"160"80"-15,-120-80 16,80 40 0</inkml:trace>
  <inkml:trace contextRef="#ctx0" brushRef="#br0" timeOffset="2539.9294">9149 1884 0,'0'81'16,"0"-41"-16,0 0 16,80 40-1,-80-40-15,40 40 32,-40-40-32,40-40 15,-40-40 1,40 0-1,41-80 17,-1 120-17,-40 120 1,0 41 15,-80-41-15,0-80-1</inkml:trace>
  <inkml:trace contextRef="#ctx0" brushRef="#br0" timeOffset="2839.9149">10072 2045 0,'-40'0'16,"-1"40"-1,82 40 1,79 81 0,-80-121-16,0 40 31,-40-40-31,40-40 16,-40-40-1,81-80 16,39-41-15,-40 41 0,0 120-1,81 40 1</inkml:trace>
  <inkml:trace contextRef="#ctx0" brushRef="#br0" timeOffset="3179.8928">11356 2125 0,'-40'0'16,"80"0"-16,-241 0 15,161 0-15,-40 40 16,40 80 15,120-79-15,40-1-1,-80-121 1,1-39 15,-41 80-31,0 0 16,-41 40 0,41 80 15,0 81-16,81-41 1,-1-80 0</inkml:trace>
  <inkml:trace contextRef="#ctx0" brushRef="#br0" timeOffset="3669.8017">11837 2005 0,'0'0'15,"0"40"1,40-40 0,1 80-1,-41 0-15,40-40 0,-40 41 32,0-41-32,0 0 15,0-80 1,40 0-1,-40-1-15,40 1 0,-40 0 16,40 40-16,-40-40 16,40 40-16,-40 40 47,0 0-32,0 0-15,0 1 31,0-82 1,0 1-17,40 40-15,-40-40 0,40 40 0,1-40 16,-1 0 0,0 40-16,-40-40 0,40 40 15,-40-40-15,40 40 16</inkml:trace>
  <inkml:trace contextRef="#ctx0" brushRef="#br0" timeOffset="3919.8554">12840 1965 0,'-80'0'16,"80"40"-1,0 0-15,0 40 32,0 121-17,0-41 1,-40-80-1,0-40 1</inkml:trace>
  <inkml:trace contextRef="#ctx0" brushRef="#br0" timeOffset="4069.7685">12680 1684 0,'0'0'0,"-80"0"0,-41 0 16,161 0 15,1 0-31,-1 40 0,0-40 0</inkml:trace>
  <inkml:trace contextRef="#ctx0" brushRef="#br0" timeOffset="4419.8219">13482 2045 0,'0'0'16,"-160"40"0,-1-40 15,41 80-15,120 0-1,40-80 16,40-40-15,1 0 0,-81 0-1,40 40 17,0 120-17,40-39 1,0-1-1,-39-80 1</inkml:trace>
  <inkml:trace contextRef="#ctx0" brushRef="#br0" timeOffset="4739.8042">13844 2005 0,'0'0'15,"0"-40"-15,0 80 31,0 0-31,0 40 16,40 0 15,-40-40-15,80-80 0,40-40 15,-39 40-16,-41 160 1,-40 1 0,40-41 15,0-40-15,80-80-1</inkml:trace>
  <inkml:trace contextRef="#ctx0" brushRef="#br0" timeOffset="4959.7949">14807 1684 0,'40'-120'16,"-80"240"-16,80-281 0,-40 121 15,-40 121 1,40-41 0,-40 160-1,-1 121 1,82-80-1,39-81 17,80-160-17,-39-80 1</inkml:trace>
  <inkml:trace contextRef="#ctx0" brushRef="#br0" timeOffset="5239.7755">14726 2005 0,'0'0'0,"-80"0"0,40 40 16,80-40-1,40 0 1,-39-40-16,39 40 16,0 0-16,0 0 0,1-40 0,-41 40 0,40-41 15,-40 41-15,40 0 0,1 0 16,-41 0-16,40-40 0,-40 40 0,40 0 0,-40 0 15,1 0-15,-1 0 0,0-40 0,0 40 0,0 0 32,-80 0-1,40 40-31,-40-40 16,0 40-1,0-40-15,-1 0 0</inkml:trace>
  <inkml:trace contextRef="#ctx0" brushRef="#br0" timeOffset="6809.6343">17615 922 0,'0'-40'15,"0"120"32,-40-80-47,0 80 0,40-40 0,-40 40 16,0 1-16,40 39 16,-40 0-16,0-39 0,0 39 0,-1 0 0,41 0 15,-40-39-15,0 39 0,40 0 16,-40-39-16,0 39 0,40-40 0,-40 40 0,40-39 15,0-1-15,0 40 0,-40-40 0,40 1 0,0-1 16,0-40-16,0 40 16,0-40-16,0 0 0,0 0 0,0 0 0,0 1 15,40-41 1,-40-41 15,0 1-15,0 0-1,0 0-15,0 0 0,0 0 16,0 0-16,0 0 16,40 0-16,-40 0 15</inkml:trace>
  <inkml:trace contextRef="#ctx0" brushRef="#br0" timeOffset="7639.6401">18619 1804 0,'0'-40'31,"0"80"16,40 40-47,-40-40 16,40 1-16,-40 39 0,0-40 0,0 0 15,0 40-15,40-40 16,-40 41-16,0-41 0,0 0 0,0 0 0,40 40 16,-40-40-16,0 0 15,0 0-15,0 0 16,40-40-1,-40-80-15,40 80 16,-40-40-16,41 0 0,-41 0 0,40 0 0,0 0 16,-40 0-16,40 0 0,0-1 15,-40 1-15,40 0 0,-40 0 0,0 0 0,40 0 16,-40 0 0,40 0-16,-40 0 15,41 40 1,-1 0-16,0 0 0,0 0 15,0 0-15</inkml:trace>
  <inkml:trace contextRef="#ctx0" brushRef="#br0" timeOffset="8019.6165">20023 1965 0,'0'0'0,"-80"0"15,-41 0 16,1 80-15,40 80 0,40-39-1,80-81 1,0-40 0,40-40-1,0-121 1,-39 81-1,-1 40 17,-40 80-17,40 80 1,80 1 15,1-41-15,79-80-1</inkml:trace>
  <inkml:trace contextRef="#ctx0" brushRef="#br0" timeOffset="8329.5231">20785 1924 0,'-40'0'16,"80"0"-16,-120 0 15,80 41 1,40-1-1,-40 0-15,40 0 0,1 0 16,-1-40 0,-40 40-16,40-40 15,-40-40 17,40 0-17,-40 0-15,40 40 0,0-80 16,0 39-16,-40 1 15,40 40-15,1 0 16,-1 0-16,0 0 16,0 0-1,0 0-15,0 0 0,0 0 16</inkml:trace>
  <inkml:trace contextRef="#ctx0" brushRef="#br0" timeOffset="8489.5948">21508 1804 0,'40'-40'0,"-40"80"47,0 0-47,0 40 15,0-39 1,0-1-16,0 0 0,0 0 16,0 0-16</inkml:trace>
  <inkml:trace contextRef="#ctx0" brushRef="#br0" timeOffset="8649.5837">21789 1604 0,'0'0'0,"-41"0"0,1 0 0,0-40 15,0 40-15,0 0 0,40-41 16,-40 41-16,120 0 15</inkml:trace>
  <inkml:trace contextRef="#ctx0" brushRef="#br0" timeOffset="9029.5626">22350 1804 0,'-40'0'0,"0"0"15,-120 40 1,39 161 15,121-81-15,40-80 0,1-40-1,-1-80 1,40-40-1,0-1 1,-40 81 0,0 80 15,1 121-15,-1-81-1,0-40 16</inkml:trace>
  <inkml:trace contextRef="#ctx0" brushRef="#br0" timeOffset="9329.4652">23033 1804 0,'0'-40'16,"0"80"-16,40-80 15,-40 80 1,0 0-16,0 0 15,0 0-15,80 1 16,-40-1 0,0-40-16,0 0 15,0 0 1,-40-40-16,41 40 0,-1 0 16,-40-41-16,40 41 15,-40-40-15,40 40 0,0 0 16,-40 40-16,0 1 15,0 39-15,0-40 0,0 0 16,0 0-16,-40-40 0,40 40 0,0 0 16,40-40-1,40 0 1,-40 0-16</inkml:trace>
  <inkml:trace contextRef="#ctx0" brushRef="#br0" timeOffset="9529.5367">24357 1523 0,'0'-40'16,"0"80"-16,-81-80 16,41 40-16,-40 121 31,80-41-31,0 40 16,80 161-1,-40-121 16,-40-120-31</inkml:trace>
  <inkml:trace contextRef="#ctx0" brushRef="#br0" timeOffset="9689.532">24236 2045 0,'0'-40'16,"0"80"-16,121-120 15,-81 39-15,40 41 16,121-80-16,160 40 15,-241 0 1,41 0 0,-121 40-16</inkml:trace>
  <inkml:trace contextRef="#ctx0" brushRef="#br0" timeOffset="10679.4657">6862 5454 0,'40'0'0,"-40"40"31,0 40-15,40 161-1,120-41 16,121-120-15,0-200 0,-160 0-1,-81-201 1,0 161 0,-40-81-1,0 201 1,-40 160-1,0 201 1,40 80 0,0 40 15,-41-240-31,-159 240 31,79-201-31,-39 1 31,80-201-31,-41 0 16,41-280 15,40-121-15,40 40 0,120 201 15,1 39-31,119 41 15,41 0 17,-200 40-32</inkml:trace>
  <inkml:trace contextRef="#ctx0" brushRef="#br0" timeOffset="10919.3977">9109 5333 0,'-121'0'15,"242"0"-15,-523 161 16,362-121-16,-80 201 16,80-81-1,120 41 1,121 79-1,-1-79 1,-119-201-16</inkml:trace>
  <inkml:trace contextRef="#ctx0" brushRef="#br0" timeOffset="11249.3748">9550 5654 0,'0'0'16,"40"0"-16,-40-40 15,0 80 1,0 0-16,0 0 0,40 1 0,-40 39 16,0-40-16,40 0 0,-40 0 15,0 0-15,0 0 0,0 0 0,0 1 0,0-1 16,0 0-16,0 0 16,41-80-1,-1 0 1,0 0-16,0-1 0,0 1 0,0 0 0,0 0 15,-40 0-15,40 40 0,1 0 0,-1-40 16,0 40 0,-40 40-16,40 0 0,-40 0 15,0 0-15,0 0 0,0 1 16,0-1-16,0 0 0,-40 0 0,40 0 16,-80 0-1,80 0-15</inkml:trace>
  <inkml:trace contextRef="#ctx0" brushRef="#br0" timeOffset="11469.4196">11155 5534 0,'0'40'15,"0"-80"-15,0 120 0,0 40 16,0-79-16,0-1 0,40 80 15,0 40 1,-40-39 0,-200 159-1,-81-79 1,201-161-16</inkml:trace>
  <inkml:trace contextRef="#ctx0" brushRef="#br0" timeOffset="11659.4087">11717 6176 0,'40'0'0,"-80"0"0,241-81 32,-161 41-32,200-40 15,-119 40 1,120 40-16,-81 0 15,-40 0-15</inkml:trace>
  <inkml:trace contextRef="#ctx0" brushRef="#br0" timeOffset="11859.3974">12158 6617 0,'-40'40'16,"80"-80"-16,-120 80 15,160-40-15,161-80 16,160-41 15,-280 81-31,119-40 32,-199 40-32</inkml:trace>
  <inkml:trace contextRef="#ctx0" brushRef="#br0" timeOffset="12259.2986">13884 5775 0,'0'0'0,"120"-41"16,-40 82 15,1 199-15,-81-160-1,-41 161 1,-79-121-1,80-160 1,321-160 15,-241 160-31,201-121 16,-41-120 0,-119 161-1,-1 80 1,-40-80-1,-80 200 1,0 40 0,0 161-1,120-80 1,0-121 0,161 0-1,-81-80 1</inkml:trace>
  <inkml:trace contextRef="#ctx0" brushRef="#br0" timeOffset="12509.3589">16211 5454 0,'0'0'0,"-80"0"0,40 0 15,0 0-15,-41 0 16,-39 200 0,160 81 15,121 0-15,-81-161-1,-40-120 1</inkml:trace>
  <inkml:trace contextRef="#ctx0" brushRef="#br0" timeOffset="12819.3429">16612 5775 0,'40'-41'32,"-80"82"-32,80-41 15,-40 40 1,41 40-1,-1 0 1,0-40 0,120-120 15,1 0-15,-81 80-1,-80 200 16,0-39-15,-40-81-16,0-40 31</inkml:trace>
  <inkml:trace contextRef="#ctx0" brushRef="#br0" timeOffset="13029.3297">17936 5694 0,'41'0'32,"-41"40"-32,40 81 31,40 160-15,-80-41-1,-40-160 1,-40 1-1,-121-1 1</inkml:trace>
  <inkml:trace contextRef="#ctx0" brushRef="#br0" timeOffset="13219.2752">18579 6055 0,'40'-40'16,"0"40"-16,0-40 15,0 40-15,0 0 0,0-40 0,41 40 0,-41 0 16,40-40-16,0 40 16,41 0-16,-41 0 0,0 0 0,40 0 0,-39 0 15,-1 0-15,0 0 0,0 40 16,1-40-16,-41 0 0,0 0 0,0 0 0</inkml:trace>
  <inkml:trace contextRef="#ctx0" brushRef="#br0" timeOffset="13459.3046">19301 5654 0,'0'0'0,"-201"-40"16,161 40 0,40 40-1,40 40 1,-40 1-16,80 199 15,-39-119 1,-41-81 0,-81 121-1,81-161-15</inkml:trace>
  <inkml:trace contextRef="#ctx0" brushRef="#br0" timeOffset="14029.2162">20826 5614 0,'-41'0'16,"82"0"-16,-122 0 16,121 0-1,1 40 1,119 121-1,1-121 1,-41-40 0,-40-121-1,-40-79 1,-40 160 0,0-40-1,-40 120 1,0 120 15,0 161-15,40-120-1,-80 119 1,40-199 0,-121 159-1,-80-119 1,121-121-1,80-241 17,80-39-17,161-1 1,-81 161 0,40-40-1,-39 120 1,-81 0-16</inkml:trace>
  <inkml:trace contextRef="#ctx0" brushRef="#br0" timeOffset="14259.2607">22230 5734 0,'40'-120'15,"-80"240"-15,80-320 16,-80 200-16,0 40 15,0 40 1,40 81 0,-40-41-16,40 201 31,0-201-31,160 81 31,41-161-15,-161-40-16</inkml:trace>
  <inkml:trace contextRef="#ctx0" brushRef="#br0" timeOffset="14609.2425">23113 5694 0,'0'-40'16,"0"80"-16,40-120 0,0 40 15,-40 120 1,0-40-16,0 0 0,0 1 0,0 39 15,0-40-15,0 0 0,0 0 0,0 0 0,0 0 16,0 0-16,0 1 0,0-1 16,0 0-16,40-40 0,0 0 31,-40-40-31,40 40 0,-40-40 0,41-1 16,-1 1-16,0 0 0,0 40 15,-40-40-15,40 0 0,0 40 0,0-40 0,0 40 16,-40 40 15,0 0-31,0 0 0,0 0 0,0 0 16,0 1-16,0-1 15,0 0-15,0 0 0,0 0 32,41-40-32,-1 0 15</inkml:trace>
  <inkml:trace contextRef="#ctx0" brushRef="#br0" timeOffset="14799.1526">24196 6176 0,'0'0'16,"40"0"15,0-40-31,121-1 31,-81 41-31,81-40 16,39-40 15,-79 80-31</inkml:trace>
  <inkml:trace contextRef="#ctx0" brushRef="#br0" timeOffset="15009.2167">25681 5494 0,'0'0'0,"-40"0"0,40 40 15,-40-40-15,0 0 16,40 40-16,-81 120 16,81-119-16,0 79 31,0-80-31,0 40 0,0-40 0,0 121 31,0-121-31,40 0 0</inkml:trace>
  <inkml:trace contextRef="#ctx0" brushRef="#br0" timeOffset="15229.2033">26564 5213 0,'-81'40'16,"81"0"-16,0 161 15,-40-41 1,0 322 0,-40-162-1,-281 162 1,240-442-16</inkml:trace>
  <inkml:trace contextRef="#ctx0" brushRef="#br0" timeOffset="53832.5248">5537 9304 0,'0'0'0,"41"0"16,-41-40-16,40 0 16,-40 0-1,40 40-15,-80 0 47,80 0-16,0 0-15,40 0 0,-40 0-16,-40-41 0,40 41 15,1 0-15,-1 0 16,-40 41-1,0-1 1,0 0 0,0 0-16,0 0 0,0 0 15,0 0-15,0 0 16,-40 0-16,40 0 0,0 1 0,0-1 16,0 0-16,0 0 15,-41-40 1,41 40-16,0 0 0,-40-40 15,0 0 1,40-40 15,0 0-15,0 0-16,40 0 16,-40 0-16,40-1 0,-40 1 15,0 0-15,41 0 0,-1 40 0,-40-40 16,40 40-16,0-40 15,-40 0-15,40 40 0,0-40 0,-40 0 0,40 40 16,-40-40-16,40 40 0,-40-41 16,41 41-16,-1-40 0,0 0 15,0 40 1,-40-40 0,-40 40 15,0 0-16,0 40 1,-1 0-16,41 0 16,-40-40-16,40 41 15,-40-41-15,0 40 0,0 0 16,40 0 0,-40 0-16,40 0 0,0 0 0,0 0 15,0 0-15,0 0 0,40 1 16,-40-1-16,80-40 0,-80 40 15,40-40-15,0 40 0,1-40 0,-41 40 0,40-40 16,0 0-16,0 0 16,0 0-16,0 40 0,0-40 0,0 0 15,1 0-15,-1 0 0,0-80 16,0 40-16</inkml:trace>
  <inkml:trace contextRef="#ctx0" brushRef="#br0" timeOffset="54242.559">7062 8823 0,'-40'80'0,"0"-80"16,-80 80 15,79 0-16,41 0 1,-40-39-16,40 119 16,0-120-16,0 0 0,81 40 15,-41-40-15,40 81 32,-40-121-32,0 40 0,40-40 15,-39 0-15</inkml:trace>
  <inkml:trace contextRef="#ctx0" brushRef="#br0" timeOffset="54692.5336">7303 9224 0,'0'-40'15,"0"80"-15,0-121 16,40 81-1,0-40 1,41 40 0,-1 161-1,-80-1 17,-40-40-17,40-160 16,40 0-31,40-80 32,40 0-17,-79 80 1,-1 40-16,0 0 16,-40 40-16,40-40 0,-40 40 15,0 0-15,40 40 16,0-40-16,-40 0 0,0 0 31,0 0-31,0 41 16,0-41-16,40-40 0,-40 40 15</inkml:trace>
  <inkml:trace contextRef="#ctx0" brushRef="#br0" timeOffset="54942.518">8507 9544 0,'-80'0'31,"160"0"-31,-201 0 16,202-40-16,-41 0 0,160-40 31,-159 80-31,199-80 15,-200 80-15,1-40 0,79 40 16,-80 0-16,0 0 16,-40-40-16</inkml:trace>
  <inkml:trace contextRef="#ctx0" brushRef="#br0" timeOffset="55482.4299">10152 9023 0,'0'0'16,"0"-40"-1,0 120 17,0-40-32,0 0 0,0 1 0,0-1 15,0 0-15,0 0 0,0 0 16,0 0-16,0 0 15,0 0-15,0-80 32,40 0-17,-40 0-15,0 0 16,40 0-16,-40 0 0,40 0 0,0-1 16,1 1-16,-1 0 0,0 40 15,0 0 1,0 0-16,-40 40 0,40-40 0,-40 40 15,0 1-15,40-1 0,-40 0 16,40 0-16,-40 0 0,0 0 0,41 0 16,-41 0-1,0 0-15,0 0 0,40 1 0,-40-1 16,0 0 0,40-40-16</inkml:trace>
  <inkml:trace contextRef="#ctx0" brushRef="#br0" timeOffset="55882.3894">11276 9424 0,'40'0'15,"-80"0"-15,80-40 0,40 40 16,-40 0-16,0 0 16,40 120-1,-120 1 16,0-81-31,-40 0 32,40-40-32,-40 0 15,80-40-15,0 0 16,0 0-16,0-1 0,40 1 16,0 0-16,-40 0 0,40 40 15,0-40 1,0 40-16,-40-40 0</inkml:trace>
  <inkml:trace contextRef="#ctx0" brushRef="#br0" timeOffset="56152.4519">12158 8863 0,'0'0'32,"121"160"-17,-121-120-15,40 0 16,-40 0-16,40 161 16,-40-161-16,0 40 0,-40 81 15,40-121-15,-201 160 16,161-160-16,0 1 0,-40-1 15,-1 0 1,41-40-16</inkml:trace>
  <inkml:trace contextRef="#ctx0" brushRef="#br0" timeOffset="56822.3382">14927 9424 0,'0'0'0,"0"40"0,40-40 31,0 0-15,0 0-16,1 0 15,-1 0-15,40 0 0,-40 0 0,40 0 0,1 0 16,-1 0-16,0 0 0,0 0 0,1 0 0,-1 0 16,-40 0-16,40 0 15,0 0-15,1 0 0,-41 0 0,40 0 0,0 0 16,-40-40-16,41 40 0,-41 0 15,0 0-15,0-40 0,0 40 0,0 0 0,0 0 16,1 0-16,-1 0 16,-40-40-16,0 0 15</inkml:trace>
  <inkml:trace contextRef="#ctx0" brushRef="#br0" timeOffset="57112.3941">16412 9023 0,'-40'0'0,"80"0"0,-80 40 16,40 0 0,80 41-1,-40-81-15,80 80 16,-80-80-16,161 120 15,-121 0 17,-40-80-32,-40 1 0,-120 39 31,80-40-31,-161 40 16,161-80-16,0 40 0,0-40 0</inkml:trace>
  <inkml:trace contextRef="#ctx0" brushRef="#br0" timeOffset="58112.3371">19542 8903 0,'0'40'31,"40"40"0,-40-40-31,160 81 31,-39-41-15,-41-80-16,80-121 31,-120 81-31,1-40 0,-1 40 0,40-120 31,-80-1-15,-40 121 0,0 80 15,-41 121-15,41 79-1,40 81 1,40-201-1,-80 121 1,40-201-16,-120 121 31,40-121-31,40 0 0,-1 0 0,-199 80 16,159-80 0,-119-40-1,160-120 16,40 80-31,40-121 16,-40 121-16,80 0 0,-80 0 16,40 0-16,0 0 0,0 0 0,41 0 15,-41 40-15,120-81 16,-79 41 0,-41 40-16,120-40 15,-120 0-15</inkml:trace>
  <inkml:trace contextRef="#ctx0" brushRef="#br0" timeOffset="58402.2845">21026 8702 0,'-40'0'15,"80"0"-15,-120 0 32,40 0-32,40 40 0,0 81 15,-40-81-15,40 241 16,0-241-16,0 0 0,0 40 16,80 80-1,40-79 1,-80-81-1</inkml:trace>
  <inkml:trace contextRef="#ctx0" brushRef="#br0" timeOffset="58842.2952">21387 8863 0,'0'0'0,"-40"0"0,80 40 31,41-40-15,-81 40-16,40 0 0,0 0 0,0 80 31,-40 1-16,0-81 1,-40-40-16,40 40 0,0-80 31,40-40-31,120-81 16,-119 161-16,39-80 31,-40 40-31,0 40 0,-40 80 16,40 40-1,-40-79-15,0 79 32,0-80-32,0 0 0,0 40 15,0-40-15,0 0 16,0 1-16,40-41 16</inkml:trace>
  <inkml:trace contextRef="#ctx0" brushRef="#br0" timeOffset="59062.2128">22551 8702 0,'0'0'16,"0"80"-16,0 121 31,0 80-15,0-41-1,-201 1 17,-200-81-17</inkml:trace>
  <inkml:trace contextRef="#ctx0" brushRef="#br0" timeOffset="61802.0903">18177 11630 0,'0'0'16,"0"-40"-16,40 80 31,1 0-15,-41 0-16,40-40 0,0 40 0,-40 0 15,40 0-15,0 1 0,0-1 16,0 0-16,0 0 0,1 0 0,-1 0 0,0-40 15,0 40-15,0-40 16,0 0-16,-40-40 16,0-40-1,0 40-15,0-40 0,0 39 0,0 1 16,0 0-16,0 0 0,0 0 0,0 0 0,0 0 16,0 0-1,0 120 16,0-40-31,0 0 0,0 40 0,0-40 16,0 41-16,0-41 16,-40 40-16,40-40 0,0 40 0,0-40 0,0 41 15,0-1-15,-40-40 0,40 40 16,0 0-16,-40-40 0,40 41 0,-40-1 0,40 0 16,-40-40-16,-1 40 0,1-39 0,0 39 0,40-40 15,-40 0-15,0 40 16,0-80-16,0 40 0,0 0 0,-1 0 0,1-40 15,0 41-15,0-41 0,0 0 16,0 0-16,0 0 0,-1-41 0,1 1 16,40 0-1,0 0-15,0 0 0,0 0 0,0-40 0,0 40 16,40-41-16,-40 1 0,41 40 0,-1 0 0,0-40 16,0 40-16,0 0 0,0-1 15,0 41-15,1-40 0,-1 0 0,0 40 0,0 0 16,0 0-16,0 0 15,40-40-15,-39 40 0,-1 0 0,0 0 0,0 0 16,0 0-16,0 0 0,0 0 16,0 0-16,1 0 0</inkml:trace>
  <inkml:trace contextRef="#ctx0" brushRef="#br0" timeOffset="62092.1105">19622 11710 0,'0'0'15,"-40"0"-15,0 40 0,-41-40 0,41 80 16,0-39 0,0 159-1,0 81 16,40-241-31,80 160 16,-80-159-16,80-41 0,-40 40 16,1 0-16,-1-40 0,80 0 31,-80-40-31</inkml:trace>
  <inkml:trace contextRef="#ctx0" brushRef="#br0" timeOffset="62472.0875">20224 11871 0,'0'0'16,"0"40"-1,-40-40-15,40 120 16,0-80-16,0 80 31,0-79-31,0-1 0,0 40 16,0 0-1,40-160 17,0 0-17,0 40-15,80-41 16,-80 41-16,1 0 0,-1 40 16,40-40-1,-40 120 1,0 81 15,-40-81-31,0-40 0,0 120 31,-40-120-31,40 1 0,0-1 16,0 40-16</inkml:trace>
  <inkml:trace contextRef="#ctx0" brushRef="#br0" timeOffset="62712.0733">21468 12352 0,'0'0'16,"-41"0"-16,-39 0 15,40 0-15,120 0 16,-40 0-16,81-40 15,-1 40 1,201-40 0,-80-41-1,-161 1 1</inkml:trace>
  <inkml:trace contextRef="#ctx0" brushRef="#br0" timeOffset="63292.0411">22511 11790 0,'40'0'16,"-40"-40"0,40 40-1,0 40-15,-40 41 31,40 119-15,-40-80 0,0-79-16,0-1 31,0-80-15,81-121-1,-41 121-15,80-80 16,-80 80-16,0-1 15,-40 82 1,0-1 0,-40 160-1,40-39 1,-40 39 15,40-120-15,121-80-1,-81-40-15</inkml:trace>
  <inkml:trace contextRef="#ctx0" brushRef="#br0" timeOffset="63552.0255">23554 12151 0,'80'-40'0,"-160"80"0,201-80 16,-81 40-16,0 40 15,-40 0 1,40 81-1,-80-1 1,-40-80-16,-81 0 31,121-40-31,-80 0 16,39-80-16,81 0 16,81-40-1,39-1 16,-80 121-31,121-40 16,-121 40-16,0 0 16,0-40-16</inkml:trace>
  <inkml:trace contextRef="#ctx0" brushRef="#br0" timeOffset="63792.0115">24798 11590 0,'0'80'31,"0"-40"-31,0 40 0,0 41 16,0 159 15,-201 41-15,1-160-1,-1-41-15,-40 0 0</inkml:trace>
  <inkml:trace contextRef="#ctx0" brushRef="#br0" timeOffset="65001.8695">24999 9665 0,'-40'0'0,"40"-40"0,0 0 31,40 80 32,40-40-63,-40 0 0,0 80 0,0-80 16,41 40-16,-41-40 0,80 40 0,-40-40 0,41 40 15,-1-40-15,1 40 0,-1-40 16,0 40-16,1-40 0,-41 41 0,40-41 0,-39 40 15,-1-40-15,0 0 16,-40 40-16,40-40 0,-39 0 0,-1 0 0,0 0 16,0 0-16,-40 40 62,0 0-62,-40-40 16</inkml:trace>
  <inkml:trace contextRef="#ctx0" brushRef="#br0" timeOffset="65401.8443">25159 10868 0,'-40'40'16,"80"-80"-16,-120 80 0,0 0 15,160-40 1,-40 0-16,201 0 31,281-40-15,-1 40-1,-280-40 17,-161 40-17,-80-40 48,0 0-63,0 0 15,0 0 1</inkml:trace>
  <inkml:trace contextRef="#ctx0" brushRef="#br0" timeOffset="66401.7914">28771 9184 0,'0'-41'0,"-41"41"16,1-40-1,0 40 1,40 40 46,0 1-46,0-1 0,0 0-1,0 0-15,0 0 0,0 0 16,0 0-1,0 0-15,0 40 0,0-39 0,0-1 0,-40 40 16,40-40-16,0 40 0,0-40 16,0 0-16,0 41 0,0-41 0,0 0 0,0 0 15,0 0-15,0 0 0,80-40 0,-80 40 0,40 0 16,1 0 0,-1-40-16,-40 41 0,40-41 0,0 0 15,0 0 1,0 0-16,-40-41 0,40 41 15,-40-40 1,41 40-16,-41-40 0</inkml:trace>
  <inkml:trace contextRef="#ctx0" brushRef="#br0" timeOffset="66641.7781">28530 9905 0,'-40'0'16,"80"0"-16,-120 0 16,120 0-1,40 0-15,-40 0 0,40 0 16,-40-40-16,41 40 0,-41 0 16,40-40-16,0 40 0,1 0 0,-41 0 0,40-40 15,-40 40-15,0 0 16,0 0-16,1-40 0,-1 40 0,0 0 15,-40-40-15</inkml:trace>
  <inkml:trace contextRef="#ctx0" brushRef="#br0" timeOffset="66831.7804">29533 9705 0,'0'-40'15,"0"80"-15,0-120 16,0 40-16,0 80 31,0 0-15,-40 120-1,0 1 17,40-81-17,0-40-15,-40 0 16</inkml:trace>
  <inkml:trace contextRef="#ctx0" brushRef="#br0" timeOffset="67011.8274">29533 9344 0,'-80'0'16,"160"0"-16,-200-40 0,80 0 15,40 0-15,40 40 31</inkml:trace>
  <inkml:trace contextRef="#ctx0" brushRef="#br0" timeOffset="67571.7983">29854 9464 0,'40'0'31,"-40"40"-31,40 0 0,-40 1 16,0-1-1,40 0-15,-40 0 0,0 0 0,0 0 16,0 0-16,-40 0 0,40 0 0,0 1 16,-80-41-16,80 40 0,0 0 15,40-80 16,40 0-15,-80-1-16,41 41 0,-1-40 16,0 0-16,0 40 0,0-40 0,-40 0 0,40 40 15,0 0-15,-40 40 32,0 0-32,0 0 0,-40 0 15,40 1-15,-40-1 16,40 0-16,40-80 47,0 0-32,0 40-15,1-41 0,-41 1 0,40 40 0,0-40 16,0 0-16,0 0 0,0 40 0,0 0 31,-40 40-31,0 0 16,0 0-16,0 0 15,0 1-15,-40-41 0,40 40 0,0 0 0,-40-40 16,40 40-16,0 0 16,-40-40-16,40 40 0,0 0 0,40-40 15,-40 40-15,80-40 0</inkml:trace>
  <inkml:trace contextRef="#ctx0" brushRef="#br0" timeOffset="67891.7794">31098 9986 0,'40'0'31,"0"-40"-31,40-41 31,1 1-15,-121 40-1,-161 80 17,40 121-17,161-81-15,201 80 32,-121-120-32,161 0 31,-121-40-31</inkml:trace>
  <inkml:trace contextRef="#ctx0" brushRef="#br0" timeOffset="68411.7477">28209 11269 0,'0'0'0,"0"40"32,0 0-17,0 40 1,0 41 0,0-81-16,0 120 31,-40 1-16,40-121 1</inkml:trace>
  <inkml:trace contextRef="#ctx0" brushRef="#br0" timeOffset="68591.7371">28209 11068 0,'-80'0'16,"160"0"-16,-160-40 0,39 0 15</inkml:trace>
  <inkml:trace contextRef="#ctx0" brushRef="#br0" timeOffset="68991.7141">28450 11269 0,'0'0'0,"40"40"31,40 0-15,-40 81-1,-40 39 17,0-80-17,40-120 1,0 0 0,121-80 15,-121 80-31,0 40 15,-40 40 1,0 80 15,0 0-15,0-40 0</inkml:trace>
  <inkml:trace contextRef="#ctx0" brushRef="#br0" timeOffset="69291.698">29292 11309 0,'0'0'0,"-40"40"16,40 40 0,-80 41-1,80-81-15,0 80 16,0-80-16,40 0 15,0 0 1,0-40 15,-40-40-31,81-80 16,-1 0 15,-40 40-15,0 80-1,0 0 1</inkml:trace>
  <inkml:trace contextRef="#ctx0" brushRef="#br0" timeOffset="69661.6776">30175 11510 0,'-40'0'16,"80"0"-16,-241-40 15,161 40-15,-40 40 16,40 80 15,40 0-15,80-120 0,0 40-1,-80-200 16,0 40-15,0 39 0,0 122-1,0 39 17,0 40-32,41 0 31,39-80-16</inkml:trace>
  <inkml:trace contextRef="#ctx0" brushRef="#br0" timeOffset="69971.658">30376 11429 0,'40'0'31,"-40"41"-31,0-1 0,0 0 16,0 0-16,0 0 16,0 0-16,0 0 0,0 0 15,0 0-15,0 0 16,0 1 0,-40-41-16,0 0 15,40-41 1,0 1-16,0 0 15,40 40 1,-40-40-16,40 0 0,40 40 0,-80-40 16,40 0-16,0 40 15,0 0-15,-40-40 0,41 40 0,-41-40 16,40 40-16</inkml:trace>
  <inkml:trace contextRef="#ctx0" brushRef="#br0" timeOffset="70141.652">30697 11429 0,'0'41'32,"40"-41"-17,-40 40-15,0 0 0,0 0 16,0 0-16,0 0 0,0 0 16,0 0-16,0 0 15,0 0 1,0 1-16,0-1 0</inkml:trace>
  <inkml:trace contextRef="#ctx0" brushRef="#br0" timeOffset="70321.6439">30817 11269 0,'-40'-80'16,"80"160"-16,-40-160 31,0 120-31</inkml:trace>
  <inkml:trace contextRef="#ctx0" brushRef="#br0" timeOffset="70711.5643">31218 11510 0,'-40'0'15,"40"40"-15,-40-40 16,40 40-16,-40-40 0,0 40 0,0 0 16,0 0-1,40 0-15,0 0 16,40-40-1,0 0-15,-40-40 32,40 40-32,-40-40 0,0 0 15,40 40-15,-40-40 0,0 0 0,0 0 16,0 80 31,0 0-47,0 0 15,0 0-15,0 0 0,0 0 16,0 0-16,0 1 0,0-1 16,40-40-1,-40 40-15,40-40 0</inkml:trace>
  <inkml:trace contextRef="#ctx0" brushRef="#br0" timeOffset="71091.5955">31579 11470 0,'0'0'16,"0"40"-16,-80 40 15,40 40 17,40-40-17,0-40 1,40-80 15,81-80-15,-1 80-1,-80 0 1,-40 80 0,0 0-1,0 0-15,-80 121 31,80-81-15,0-40 0,40-40-1,-40-40-15,40 40 0</inkml:trace>
  <inkml:trace contextRef="#ctx0" brushRef="#br0" timeOffset="71341.5804">32221 11149 0,'41'-40'16,"-82"80"-16,82-121 16,-82 81-1,41 81-15,-120 79 16,40-40 0,40 121-1,40-40 16,0-161-31,80 80 32,80-80-17,-79-80-15,-41 0 0</inkml:trace>
  <inkml:trace contextRef="#ctx0" brushRef="#br0" timeOffset="71511.5714">32141 11590 0,'-80'0'16,"160"0"-16,-80 0 15,40-40 1,161 0-16,200-41 31,-320 81-31,39-40 0</inkml:trace>
  <inkml:trace contextRef="#ctx0" brushRef="#br0" timeOffset="170965.8031">14566 6898 0,'-40'0'125,"0"40"-94,80-40 63,0 0-78,0 0-1,0 0-15,0 0 0,0 0 0,1 0 16,-1-40-16,0 40 15,40 0-15,-40 0 0,40 0 0,-39-41 0,39 41 16,0 0-16,0 0 0,-40-40 16,41 40-16,-1 0 0,-40 0 0,40 0 0,1-40 15,-41 40-15,40 0 0,0 0 0,0 0 0,-39 0 16,39 0-16,0 0 16,-40 0-16,40 0 0</inkml:trace>
  <inkml:trace contextRef="#ctx0" brushRef="#br0" timeOffset="171595.8432">15489 6857 0,'40'0'15,"0"0"-15,0 0 16,40 0 0,41-40 15,79 0-16,81 40 1,80 0 0,-40 0 15,-200 0-31</inkml:trace>
  <inkml:trace contextRef="#ctx0" brushRef="#br0" timeOffset="171985.8245">16773 6777 0,'0'0'31,"40"0"1,0 0-32,0 0 15,0 0-15,0 0 0,1 0 0,-1 0 0,40 0 16,-40 0-16,0 0 16,0 0-16,0 0 0,1 0 0,-1 0 0,0 0 15,0-40-15,0 40 0</inkml:trace>
  <inkml:trace contextRef="#ctx0" brushRef="#br0" timeOffset="172185.8133">17455 6777 0,'40'0'16,"0"0"-16,0 0 0,41 0 15</inkml:trace>
  <inkml:trace contextRef="#ctx0" brushRef="#br0" timeOffset="175345.6306">4173 13595 0,'-40'0'31,"40"40"126,0 0-142,0 0 1,40 1-16,-40-1 0,40-40 0,-40 40 0,40 0 16,1 0-16,-41 0 15,40 0-15,-40 0 0,40-40 16,0 0-1,-40 40-15,40-40 0,0 0 16,-40-80 0,40 40-16,-40 0 15,40 40-15,-40-40 0,0 0 0,0 0 0,41 0 16,-41-1 0,0 1-16,0 0 0,0 0 15,0 0-15,0 80 47,0 0-31,0 0-16,-41-40 0,41 40 0,0 1 0,0 39 15,0-40-15,0 0 0,-40 0 16,40 40-16,-40-40 0,40 0 0,0 1 0,0-1 16,-40 0-16,40 40 15,0-40-15,-40 0 0,40 0 0,0 0 0,-40 1 16,40-1-16,0 0 0,-40-40 15,40 40-15,-40 0 0,40 0 0,-41 0 0,41 0 16,-40 0-16,40 0 16,-40-40-16,0 41 0,0-1 0,0 0 15,0-40-15,40 40 0,-40-40 0,-1 0 16,41-40 0,-40 40-16,40-40 0,0 0 0,0-1 0,0 1 15,0 0-15,0 0 16,0 0-16,40 0 0,-40 0 0,41 0 0,-41 0 15,80 0-15,-40-1 16,0 1-16,0 0 0,0 40 0,0-40 16,1 40-16,-1-40 0,0 40 0,0-40 15,0 40 1,0 0-16,0-40 0</inkml:trace>
  <inkml:trace contextRef="#ctx0" brushRef="#br0" timeOffset="175845.5993">5497 13555 0,'-40'0'16,"0"0"-1,0 0 1,40 40 0,0 0-16,-40 0 0,40 0 15,0 1-15,0-1 16,-40 40-16,40-40 0,0 0 0,-40 40 0,40-40 15,0 41-15,0-41 0,0 40 16,0-40-16,0 0 0,0 0 0,0 40 0,0-39 16,0-1-16,40 0 0,-40 0 0,0 0 15,40-40 1,-40 40-16,40-40 16</inkml:trace>
  <inkml:trace contextRef="#ctx0" brushRef="#br0" timeOffset="176265.5759">5778 14076 0,'0'-40'16,"0"80"-16,0-120 16,40 80-1,-40 40 1,40-40-16,-40 40 0,41 0 0,-1 1 15,-40-1 1,0 0-16,0 0 0,0 0 16,0 0-16,0 0 15,-40-40-15,80-40 32,40 0-17,-40-40-15,0 40 0,-40 0 16,40 40-16,0-41 0,1 1 15,-1 40-15,0 0 16,0 0-16,-40 40 0,0 41 16,0-41-1,0 0-15,0 0 0,0 0 0,40 0 16,-40 0-16,0 0 16,0 1-16,0-1 0,-40 0 0,40 0 15,-40-40 1,0 0-16</inkml:trace>
  <inkml:trace contextRef="#ctx0" brushRef="#br0" timeOffset="176555.5602">6661 13836 0,'0'0'0,"40"-40"0,40 40 31,1 80-15,-81 120 0,0 41 15,-41-121-31,-79 81 31,80-121-31,-80 0 16</inkml:trace>
  <inkml:trace contextRef="#ctx0" brushRef="#br0" timeOffset="177065.5302">8186 14437 0,'0'0'0,"-121"0"15,121-40 32,41 40-47,39 0 16,-40 0-16,40-40 0,-40 40 0,41 0 0,-41 0 15,40-40-15,-40 40 16,40 0-16,-40 0 0,41-40 0,-41 40 0,0 0 16,0 0-16,40 0 0,-40 0 0,1 0 15,-1 0-15</inkml:trace>
  <inkml:trace contextRef="#ctx0" brushRef="#br0" timeOffset="177405.5122">8507 14959 0,'-161'40'15,"322"-80"-15,-362 80 0,121-40 32,160 0-32,-40 0 15,41 0 1,-41 0-16,0 0 0,40 0 0,-40 0 0,0 0 15,41 0-15,-41 0 0,0 0 16,0 0-16,0 0 0,0 0 0,0 0 0,0 0 16,1 0-16,-1 0 0,0 0 15,-40-40 17,-40 40-17,0 0 16</inkml:trace>
  <inkml:trace contextRef="#ctx0" brushRef="#br0" timeOffset="178825.3719">12198 14317 0,'0'-40'0,"41"40"47,-1 40-31,40 0-16,-40 0 15,0 0-15,-40 0 0,0 1 16,40-41-16,-40 40 16,0 0-16,0 0 0,0 0 0,-40 0 15,40 0-15,-40 0 16,40 0-16,-40 0 0,0 1 15,40-82 17,40-39-32,0 40 0,-40 0 15,80 0-15,-40 0 0,1 0 16,-1 40-16,0-40 0,0 0 0,0-1 0,0 41 16,40-40-16,-39 0 15,-1 0-15,0 40 0,0-40 0,0 0 0,0 40 16,-40-40-16,40 40 15,-40-40 1,-40 40 0,0 0-1,0 0-15,0 0 0,0 40 16,0-40-16,40 40 16,-41 0-16,1 0 0,40 0 15,0 0-15,0 0 16,-40 1-16,40-1 0,0 0 0,0 0 0,0 0 15,0 0-15,80 0 0,-80 0 16,41 0-16,-41 0 0,40 1 0,0-41 0,0 40 16,0-40-16,0 0 0,0 0 0,0 0 0,1 0 15,-1 0-15,40 0 16,-40-40-16</inkml:trace>
  <inkml:trace contextRef="#ctx0" brushRef="#br0" timeOffset="179095.3482">13924 14157 0,'0'0'15,"-40"0"-15,0 0 0,-1 0 16,1 80 0,0-40-1,40 0-15,0 161 16,0-161-16,0 120 31,0-120-31,40 40 0,-40-40 0,40 81 16,1-81-16,-41 0 31</inkml:trace>
  <inkml:trace contextRef="#ctx0" brushRef="#br0" timeOffset="179485.3915">14285 14397 0,'0'-40'15,"0"80"-15,0-120 32,40 80-32,0 40 15,81 121 1,-81-41 15,-40-40-15,0-40-1,40-120 1,80-40 15,-80 120-15,-40 40-1,0 120 1,0-40 15,41 1-15,79-81 0,-80-40-16</inkml:trace>
  <inkml:trace contextRef="#ctx0" brushRef="#br0" timeOffset="179685.3799">15730 14878 0,'-41'0'0,"82"0"0,-122 0 31,162-40-15,-41 40-16,0-40 15,0 40-15,40-40 0,-40 40 0,0 0 0,1-40 16,-1 40-16,0-40 0,0 40 0,0 0 0,0-40 16,0 40-16,0 0 15,1-40-15</inkml:trace>
  <inkml:trace contextRef="#ctx0" brushRef="#br0" timeOffset="180185.3505">16733 14357 0,'0'-40'15,"0"80"-15,-40-80 16,80 40 0,-40 40-1,40-40-15,-40 40 0,40 0 0,-40 0 0,0 1 16,40-1 0,-40 0-16,0 0 0,0 0 0,0 0 15,-40-40-15,40 40 0,-40 0 16,80-80 15,0 0-31,40-40 16,-40 80-16,-40-40 0,41 0 0,-1 40 0,0-40 15,0-1-15,0 41 16,-40 41 0,0-1-1,0 0-15,0 0 0,0 0 16,0 0-16,0 0 15,0 0-15,-40 0 0,40 0 0,0 1 16,0-1-16,-40 0 0,40 0 31</inkml:trace>
  <inkml:trace contextRef="#ctx0" brushRef="#br0" timeOffset="180485.3338">17615 14758 0,'0'-40'0,"0"80"16,0 0-1,0 0 1,41-40-16,-41 81 0,0-41 0,0 0 16,0 0-16,-41 0 15,1-40-15,0 0 16,0 40-1,0-40-15,0 0 0,40-80 0,-40 80 16,40-40-16,-40 40 0,40-40 0,0 0 16,0-1-1,40 1-15,0 0 16,0 40 0,0 0-16,0 0 0,0 0 0,0 0 15</inkml:trace>
  <inkml:trace contextRef="#ctx0" brushRef="#br0" timeOffset="180735.3199">18378 14357 0,'0'40'16,"0"0"-16,0 41 31,0-41-31,40 200 16,-40-160-16,-80 121 16,40-121-16,-121 41 15,81-41-15</inkml:trace>
  <inkml:trace contextRef="#ctx0" brushRef="#br0" timeOffset="181765.2632">19943 14638 0,'40'0'62,"0"0"-46,0 0-16,0 0 0,0 0 0,1 0 16,-1 0-16,0 0 15,0 0-15,0 0 0,40 0 0,-40 0 0,41 0 16,-41 0-16,40 0 0,-40 0 16,40 0-16,1-40 0,-41 40 0,0 0 0,40 0 15,-40 0-15,0 0 16,1 0-16,-1 0 0,0 0 15</inkml:trace>
  <inkml:trace contextRef="#ctx0" brushRef="#br0" timeOffset="182125.1652">20585 14437 0,'-40'0'47,"40"40"-31,0 1-1,0-1-15,0 40 16,-40-40-16,40 40 0,0-40 0,0 40 0,0 1 16,0-1-16,0 0 15,0-40-15,-41 40 0,41-39 0,0-1 0,0 0 16,0 0-16,0 0 0</inkml:trace>
  <inkml:trace contextRef="#ctx0" brushRef="#br0" timeOffset="193534.516">21829 14477 0,'0'41'15,"0"-1"126,0 0-110,0 0-31,-40-40 0,40 40 0,0 0 16,0 0-16,0 0 15,0 0-15,40 0 0,0 1 0,0-41 16,0 0-16,0 0 0,0 0 0,1 0 16,-1-41-1,0 41-15,0-40 0,-40 0 0,40 0 0,-40 0 16,40 0-16,-40 0 0,0 0 16,0 0-16,0 0 0,0-1 15,0 1-15,40 40 16,-40-40-16,0 120 15,0-39 1,-40-1 0,40 0-16,0 0 0,-40 40 0,40-40 15,-40 0-15,40 40 0,0-39 16,0 39-16,-40-40 0,0 40 0,40-40 0,0 40 16,-40-39-16,40 39 0,-41-40 15,41 40-15,-40-40 0,0 0 0,40 0 0,-40 0 16,0 1-16,40-1 15,-40 0-15,0 0 0,-1-40 0,41 40 0,-40-40 16,0 40-16,0-40 0,0 0 16,0 0-1,40-40-15,0 0 0,0 0 16,0 0-16,0 0 16,80-1-16,-40 1 0,0 0 0,-40 0 15,40 0-15,1 0 0,-1 0 16,0 40-16,0-40 0,0 0 0,0 40 0,0 0 15,1-40-15,-1-1 0,0 41 0,0 0 16,-40-40-16</inkml:trace>
  <inkml:trace contextRef="#ctx0" brushRef="#br0" timeOffset="193814.4959">22912 14357 0,'0'-40'16,"0"80"-16,-40-80 15,40 80 1,-40 0-16,40 0 16,0 0-16,-40 1 0,40 39 0,0-40 0,-40 0 15,40 40-15,0-40 16,0 0-16,-40 41 0,40-41 0,0 0 0,0 0 15,0 0-15,0 0 0,0 0 0,0 0 16,40-40-16,-40 40 16,40-40-16,0 0 0</inkml:trace>
  <inkml:trace contextRef="#ctx0" brushRef="#br0" timeOffset="194184.5503">23434 14558 0,'-40'0'16,"40"40"-1,0 0-15,0 0 32,40-40-32,0 120 15,-40-80-15,0 0 16,0 1-1,0-82 1,120-159 0,-80 200-16,1-40 15,-1 0-15,40 40 16,-40 40 0,-40 0-1,0 40-15,0 121 31,-40-81-15,40-80 0,40-40-1</inkml:trace>
  <inkml:trace contextRef="#ctx0" brushRef="#br0" timeOffset="194384.5385">24397 14959 0,'0'0'0,"-40"40"0,0-40 32,40-40-32,80 40 0,0-40 15,-40 40 1,0-41-16,0 41 0,41-40 0,-41 40 0,0-40 16,0 40-16,0-40 0,0 40 15,0-40-15,1 40 0,-1 0 0,0-40 0,0 40 16,40-40-16,-40 40 15</inkml:trace>
  <inkml:trace contextRef="#ctx0" brushRef="#br0" timeOffset="194784.5159">25520 14598 0,'-40'-40'16,"40"0"-1,0 120 17,40-80-32,1 80 0,-41-40 15,0 0-15,0 0 16,0 0-16,0 0 0,0 1 0,0-1 31,0-80-15,40-41-1,0 41-15,-40 0 0,80 0 16,-80 0-16,40 0 0,0 40 0,0-40 16,1 40-1,-41 40 1,40-40 0,-40 80-16,0-40 0,0 0 0,0 0 15,0 0-15,0 1 16,0-1-16,0 0 0,0 0 15,0 0-15</inkml:trace>
  <inkml:trace contextRef="#ctx0" brushRef="#br0" timeOffset="195084.5029">26764 14678 0,'0'0'15,"0"80"1,0 40 0,0-79-16,0 79 15,-40-120-15,40 40 0,-40 0 32,0-40-32,-40 40 15,40-40-15,40-80 16,0-40-1,40-41 1,0 81 0,40 80-16,-80-40 15,40 40-15,40 0 16</inkml:trace>
  <inkml:trace contextRef="#ctx0" brushRef="#br0" timeOffset="195424.4058">27848 14638 0,'0'0'16,"-40"0"0,-1 0-16,1 0 15,80 0 1,121 0 15,160-40-15,-241 40-1,41-40 1</inkml:trace>
  <inkml:trace contextRef="#ctx0" brushRef="#br0" timeOffset="195664.4313">29212 14197 0,'-80'-40'16,"40"40"-16,0 0 16,-1 0-1,41 40-15,0 80 16,0-80-16,0 40 0,0-40 16,0 41-1,0-41-15,0 160 16,0-160-16,0 0 0,0 1 15,0-1-15,41 0 16,-41 0-16</inkml:trace>
  <inkml:trace contextRef="#ctx0" brushRef="#br0" timeOffset="195904.4528">29774 14237 0,'0'-40'16,"0"0"0,0 80-1,40 0 1,-40 80-16,0 161 31,-40-161-31,-321 281 31,280-321-31,-440 201 0</inkml:trace>
  <inkml:trace contextRef="#ctx0" brushRef="#br0" timeOffset="198074.3388">1525 11871 0,'0'-41'16,"-40"1"15,0 40-16,40 40 17,0 1-17,40-41-15,-40 40 0,0 0 16,0 0 0,40-40-1,-40 40-15,0 0 78,0 40-78,0-40 0,0 1 16,0-1-16,-40 0 16,40 0-16,0 0 15,0 0 1,0 0-16,0 0 15</inkml:trace>
  <inkml:trace contextRef="#ctx0" brushRef="#br0" timeOffset="198364.3107">1244 12031 0,'0'0'0,"-40"0"31,40-40-16,40 40 1,161-80 0,-161 40-16,200-41 31,-199 41-31,39 40 0,-40 0 0,40-40 16,-40 40-1</inkml:trace>
  <inkml:trace contextRef="#ctx0" brushRef="#br0" timeOffset="198584.2987">1164 12833 0,'-40'40'15,"80"-80"-15,-40 40 16,40-40-16,80 0 15,-80 0-15,81 0 16,-81 40-16,0-40 16,201-41-1,-201 41-15</inkml:trace>
  <inkml:trace contextRef="#ctx0" brushRef="#br0" timeOffset="198824.2099">2327 11790 0,'0'0'16,"0"40"0,-40 41-1,40-1 1,0 161-1,-40 79 1,0-79 0,40-201-16</inkml:trace>
  <inkml:trace contextRef="#ctx0" brushRef="#br0" timeOffset="199284.2583">3009 12111 0,'0'0'0,"-40"80"0,-40-39 32,80-1-32,-40 0 0,40 40 15,0 80 1,40-79-1,-40 39 1,0-80 0,0 0-16,0-80 15,0-80 1,-40-81 15,120-80-15,-40 161-16,81 40 31,-81 80-31,80 80 31,-40 81-15,-200-1 0,-121 0 15,41-120-16</inkml:trace>
  <inkml:trace contextRef="#ctx0" brushRef="#br0" timeOffset="200044.1583">4013 12151 0,'-40'-40'16,"80"80"-16,-80-120 0,40 40 16,0 0-1,40 40 1,160 40-1,-79 161 1,-81 79 0,-201-119 15,161-201-15,81-81-1,119-119 1,-39-1 15,-121 201-15,40 200-1,0 41 17,-80-1-17,0-79 1,81-121-1,-41 0-15</inkml:trace>
  <inkml:trace contextRef="#ctx0" brushRef="#br0" timeOffset="200224.1324">5377 12352 0,'0'0'16,"-40"0"-16,120 0 31,-40 0-31,201 0 31,-40-40-15,-161 40 0</inkml:trace>
  <inkml:trace contextRef="#ctx0" brushRef="#br0" timeOffset="200484.1533">5778 12071 0,'0'0'16,"-40"0"-16,120 40 31,-40-40-15,1 40-16,-1-40 0,-40 40 0,40-40 15,0 41-15,0-41 0,0 40 16,0-40-16,-40 40 0,40-40 0,-40 40 16,0 0-1,-40 0-15,0 0 16,-40 0-16,40-40 16,40 40-16,-40-40 0,0 0 0</inkml:trace>
  <inkml:trace contextRef="#ctx0" brushRef="#br0" timeOffset="201404.137">6821 12071 0,'-40'0'0,"40"-40"16,40 40-1,1-40 1,79 120-1,-80 81 1,-80 39 15,-40-120-15,80-40 0,80-200 15,40 0-16,1 79 1,-41 121 0,-40 201 15,0-81-15,0-39-1,81-81 1,-41-40-16</inkml:trace>
  <inkml:trace contextRef="#ctx0" brushRef="#br0" timeOffset="201554.0523">8065 12432 0,'0'0'0,"0"-40"31,41 40-16,-1 0-15,40 0 0,-40-40 0,40 40 16,-40-40-16,41 40 0,-41 0 16,40 0-16,-40-40 0,0 40 0</inkml:trace>
  <inkml:trace contextRef="#ctx0" brushRef="#br0" timeOffset="201964.1048">9309 11991 0,'0'0'0,"-40"0"0,0 0 31,40 40-15,40 40 0,0 81 15,0-81-16,-40-120 17,41 0-32,39-121 31,40 81-15,-40 40-1,-39 200 1,-1 1 15,-40-81-31,40 0 31,0-80-15,-40-40-16</inkml:trace>
  <inkml:trace contextRef="#ctx0" brushRef="#br0" timeOffset="202244.0889">10152 12071 0,'80'-40'15,"-160"80"-15,200-80 32,-120 80-32,0 0 0,0 40 15,0 81 1,-80-81 15,-80-40-15,79-80-1,81-120 1,81 39 15,39 81-15,-80 80 0,0 0-16</inkml:trace>
  <inkml:trace contextRef="#ctx0" brushRef="#br0" timeOffset="204593.9013">1324 16162 0,'0'-40'16,"0"0"140,-40 40-140,-40-81 124,160 162-140,-80-121 188,0-1-157,0 1 0,40 40-31,-40-40 32,40 40-32,0 0 31,1 0-16,-1 0 17,0 0-32,-40 40 0,40-40 15,-40 40-15,40-40 0,-40 41 16,40-41-16,0 0 0,-40 40 0,40 0 16,-40 0-1,0 0-15,0 0 0,0 0 16,0 0-16,-40 0 0,40 0 15,-40-40-15,40 41 0,0-1 16,-40-40-16,0 40 0,0-40 16,0 40-1,0-40-15,-1 0 0,1 0 16,0 0-16,0 0 16,0-40-16,40 0 15,-40 40 1,40-40-16,0-1 0,0 1 0,0 0 0,0 0 15,0 0-15,0 0 0,0 0 16,0 0-16,40 40 16,0 0-1,-40 40 1,40-40-16,0 0 0,-40 40 0,40-40 0,1 40 16</inkml:trace>
  <inkml:trace contextRef="#ctx0" brushRef="#br0" timeOffset="205773.8118">2287 15640 0,'-40'0'16,"40"81"31,0-41-47,0 0 0,0 0 15,-40 40-15,40 0 0,0-39 0,0 39 0,0 0 16,0-40-16,0 40 16,-40-40-16,40 41 0,0-41 0,0 0 0,0 40 15,-40-40-15,40 0 0,0 0 16,0 0-16,0 1 0,0-1 0,0 0 15</inkml:trace>
  <inkml:trace contextRef="#ctx0" brushRef="#br0" timeOffset="206003.8763">2769 16122 0,'0'80'31,"0"-40"-31,0 40 16,0 41-1,0-81-15,0 80 32,40-40-17</inkml:trace>
  <inkml:trace contextRef="#ctx0" brushRef="#br0" timeOffset="206293.7984">2849 16322 0,'-80'-80'31,"160"160"-31,-160-200 0,80 80 0,-40 0 0,40-40 16,80-41 15,40 121-15,-80 0-1,41 0-15,-41 201 32,-80-81-17,-81 0 1,-39-80-1,120-40 17</inkml:trace>
  <inkml:trace contextRef="#ctx0" brushRef="#br0" timeOffset="207073.7377">3852 16001 0,'-40'0'16,"40"-40"-1,0 0 17,40 40-32,40 0 15,1 161 1,-1 39 15,-80-39-15,-40-121-16,40 0 15,0-80 1,120-161 15,1 41-15,-41 120 0,-40 120 15,40 80-16,-40 1 1,0-41 0,1-120-1,-1 40 1</inkml:trace>
  <inkml:trace contextRef="#ctx0" brushRef="#br0" timeOffset="207353.7394">5216 16242 0,'-40'0'15,"80"0"-15,-120 0 16,40-40-16,80 40 31,0 0-15,0 0-16,1 0 0,-41 40 0,40-40 15,0 0-15,0 0 0,0 40 16,0-40-16,0 0 0,0 0 0,1 0 0,-1 0 16,0 0-16,0 0 15,0 0-15</inkml:trace>
  <inkml:trace contextRef="#ctx0" brushRef="#br0" timeOffset="207613.7818">5858 16042 0,'-80'0'0,"160"0"0,-200 0 31,120 40-16,40-40-15,-40 40 0,40-40 16,-40 40-16,40 0 0,1 0 16,-41 0-16,40 0 0,-40 0 15,0 0 1,0 1-16,0-1 0,0 0 16,-40-40-16,40 40 0</inkml:trace>
  <inkml:trace contextRef="#ctx0" brushRef="#br0" timeOffset="208323.6719">6701 16042 0,'-40'0'16,"80"0"-16,-120-41 15,80 1-15,40 40 16,40 0 0,-80 40-16,80 41 31,-80-1-31,0 0 16,0 0-1,0 0 1,0-39-1,0-82 1,121-159 0,-81 120-1,80-41 1,-80 121 0,-40 81-1,0-41 1,0 160-1,0-39 1,0-81 0,121-80-1</inkml:trace>
  <inkml:trace contextRef="#ctx0" brushRef="#br0" timeOffset="208493.7318">7945 16443 0,'-40'0'16,"80"-41"15,40 41-31,-40 0 16,1-40-16,-1 40 0,40 0 0,-40 0 0,0-40 15,40 40-15,-39 0 16,39-40-16</inkml:trace>
  <inkml:trace contextRef="#ctx0" brushRef="#br0" timeOffset="208923.637">8748 16162 0,'-41'-40'0,"82"80"0,-82-120 16,41 120 15,0 0-31,0 0 16,0 0-16,0 0 0,41 0 15,-41 0-15,0 0 0,0 1 16,0-1 0,0 0-16,0-80 31,40 40-31,-40-40 15,40-1-15,-40 1 0,40 0 0,0 0 16,0 0-16,0 0 16,-40 0-16,40 40 15,-40 40 1,41 0 0,-41 0-1,40-40-15,-40 40 0,0 0 0,40 0 16,-40 1-16,0-1 0,40-40 15,-40 40-15,40-40 16</inkml:trace>
  <inkml:trace contextRef="#ctx0" brushRef="#br0" timeOffset="209223.6166">9510 16242 0,'0'0'0,"0"40"15,40 40 1,-40 1 0,0 39-1,0-80-15,-80 0 16,40-40 0,-81-80-1,121-81 1,0 121-1,81-80 1,-1 80 15,-40 40-31,0 40 16,-40 0-16</inkml:trace>
  <inkml:trace contextRef="#ctx0" brushRef="#br0" timeOffset="210063.6034">6661 17606 0,'0'-40'16,"0"80"-16,0-121 16,0 122 31,0-1-47,80 0 15,-40 0-15,-40 0 0,40-40 16,1 40-16,-1-40 0,0 40 0,0 0 15,0-40-15,0 0 16,0 0-16,0 0 0,1 0 0,-1 0 16,-40-40-16,40 40 0,-40-40 15,0 0-15,40 0 0,-40 0 0,0 0 16,0 0 0,0-1-16,0 1 0,0 0 15,-40 40-15,0 0 16,40 40-1,-40-40-15,40 40 0,-41 1 16,41-1-16,0 0 16,-40 0-16,40 0 0,0 0 0,0 0 15,0 0-15,0 0 0,0 0 16,0 41-16,0-41 0,0 0 0,0 0 0,0 0 16,0 40-16,0-40 15,-40 1-15,40-1 0,-40 0 0,40 0 0,-40 0 16,0 0-16,0 0 0,0-40 15,40 40-15,-41-40 0,1 40 16,0-40-16,0 0 16,0 0-1,40-40-15,-40 0 0,40 0 16,-40 40-16,40-40 0,0 0 16,0 0-16,0 0 0,0 0 15,0-1-15,40 41 0,-40-40 0,40 40 16,0-40-1,0 40-15,0 0 0,0-40 16,1 40-16,-1 0 16,0-40-16,0 40 0,0 0 0,0-40 0,0 40 15</inkml:trace>
  <inkml:trace contextRef="#ctx0" brushRef="#br0" timeOffset="210383.6233">8025 17405 0,'-120'0'15,"240"0"-15,-320 40 16,160 0-16,-41 81 15,41-81 1,40 80 0,0 81-1,161-41 1,-121-120 0,120 0-1,-79-40 1</inkml:trace>
  <inkml:trace contextRef="#ctx0" brushRef="#br0" timeOffset="210783.6011">8507 17606 0,'0'0'16,"-40"0"-16,40 40 15,0 0 1,0 0-1,0 120 1,40-39 0,-40-81 15,40-80-15,-40 0-1,40 40-15,80-161 16,1 41 15,-81 80-15,0 80-1,-40 0-15,40 120 32,-40-39-17,0-41 1,40-40-1,41-40-15</inkml:trace>
  <inkml:trace contextRef="#ctx0" brushRef="#br0" timeOffset="210973.5147">9630 17926 0,'-40'0'16,"80"0"-16,-120 0 0,80-40 31,40 40-31,40 0 0,-39 0 16,-1 0-1,0 0-15,0 0 0,0 0 0,0-40 0,0 40 16,0 0-16,1 0 0,-1 0 16,0 0-16</inkml:trace>
  <inkml:trace contextRef="#ctx0" brushRef="#br0" timeOffset="211393.5651">10633 17405 0,'-40'0'15,"80"0"-15,-80-40 0,40 80 16,0 0-1,0 0-15,0 0 16,0 1-16,0-1 0,0 0 0,0 0 0,0 0 16,0 0-16,0 0 15,0 0-15,0 0 0,0 0 16,40-40 15,-40-40-31,41 40 0,-41-40 0,40 40 0,0-80 16,0 80-16,-40-40 0,40 0 15,0 40-15,-40-40 0,40 0 0,1 40 32,-41 40-17,0 0-15,40 0 16,-40 0-16,0 0 0,0 0 16,40 0-1,-40 0-15,40 1 0,-40-1 16,40-40-16,-40 40 0,40-40 15</inkml:trace>
  <inkml:trace contextRef="#ctx0" brushRef="#br0" timeOffset="211683.5488">11516 17686 0,'0'0'16,"40"-40"-16,1 40 15,-1 80 16,-40 80-15,0-120 0,-81 41-1,-39-81 1,80-81 15,80-79-15,80 40-1,1 80 1,-121 0-16</inkml:trace>
  <inkml:trace contextRef="#ctx0" brushRef="#br0" timeOffset="211883.5391">12279 17285 0,'0'0'16,"40"0"-1,-40 40 1,40 160 0,-40 41 15,-40-81-15,-40-39-1</inkml:trace>
  <inkml:trace contextRef="#ctx0" brushRef="#br0" timeOffset="212153.5243">13683 17686 0,'-80'-40'32,"160"80"-32,-200-120 0,120 40 15,80 40 1,121-41 15,-1 41-15,1 0-1</inkml:trace>
  <inkml:trace contextRef="#ctx0" brushRef="#br0" timeOffset="212303.5139">13924 18047 0,'-40'40'0,"80"-80"0,-80 120 15,80-80-15,0 0 16,201-40-1,-161 0-15,40 0 16,-39 0-16,-41-1 16,40 1-16,40-40 0,-79 40 0</inkml:trace>
  <inkml:trace contextRef="#ctx0" brushRef="#br0" timeOffset="213943.3565">15890 17084 0,'0'-40'0,"40"40"15,0 0 1,-40 80-16,40-80 0,-40 81 15,41-81 1,-41 40-16,0 0 0,0 0 0,0 0 16,0 0-16,0 0 0,0 0 15,-41-40-15,41 40 0,-40 1 0,0-41 32,120-41-17,-39 1-15,-1 0 0,0 0 0,0 0 16,0 0-16,0 0 0,0 40 15,0-40-15,1 0 0,-1-1 0,0 41 0,0-40 16,0 40-16,0-40 16,-40 0-16,40 40 0,0-40 0,-80 40 31,40 40-31,-40-40 16,0 40-16,0 0 15,0 0-15,0 1 0,0-1 0,-1 0 0,41 0 16,-40 0-16,40 0 0,0 0 0,0 0 0,0 0 15,40 1-15,1-1 16,39 0-16,-40 0 16,40-40-16,-40 0 15,0 0-15,1 0 0,39 0 0</inkml:trace>
  <inkml:trace contextRef="#ctx0" brushRef="#br0" timeOffset="214153.4091">17455 16964 0,'-201'80'16,"161"-40"-16,0 0 15,-80 201 1,160 0 15,201-121-15,-201-80-16,0 0 0,0-40 15</inkml:trace>
  <inkml:trace contextRef="#ctx0" brushRef="#br0" timeOffset="214483.3913">17816 17124 0,'0'0'0,"40"-40"0,0 40 15,-40 40 1,0 0-16,0 41 15,0-41-15,0 160 16,0-39 0,-40-81 15,120-200-15,121-41-1,-121 41 1,-39 120-1,-41 120 1,0-80-16,0 121 31,0-121-31,0 0 0,0 40 16,0-40 0,40-40-16</inkml:trace>
  <inkml:trace contextRef="#ctx0" brushRef="#br0" timeOffset="214663.3155">19020 17525 0,'-80'41'31,"120"-82"-15,0 41-16,40 0 15,-40 0-15,41 0 0,-41-40 0,40 40 0,0-40 16,-40 40-16,41 0 0,-41 0 0,0-40 0,0 40 15,0 0-15,0 0 16,-40-40-16,40 40 0</inkml:trace>
  <inkml:trace contextRef="#ctx0" brushRef="#br0" timeOffset="215023.3575">20184 17124 0,'0'40'15,"0"1"1,0-1 0,0 0-16,0 0 0,0 0 0,0 0 15,0 0-15,0 0 16,0 0-16,0 1 0,0-82 31,40 41-15,-40-40-16,40 0 0,0 0 0,0 40 0,0-40 15,0 0-15,-40 0 0,40 40 16,1-40-16,-1 40 0,-40-40 0,40 40 0,0 0 16,-40 40-1,40-40-15,-40 80 16,0-40-16,0 0 16,0 0-16,0 0 0,0 0 0,0 1 15,0-1-15,0 0 0,-40-40 0,40 40 0</inkml:trace>
  <inkml:trace contextRef="#ctx0" brushRef="#br0" timeOffset="215303.3424">21187 17325 0,'0'0'31,"0"80"-15,0 0-16,0-40 0,0 121 31,0-81-31,-40-40 0,-41 80 31,-39-160-15,120-120 0,40 80-1,-40 40-15,80-121 16,-40 121-16,-40 0 0,41 40 15,-1-40 1,0 40 0</inkml:trace>
  <inkml:trace contextRef="#ctx0" brushRef="#br0" timeOffset="215543.2705">22270 17124 0,'0'0'16,"80"40"15,-39 1-31,-41-1 16,0 0-16,0 0 0,40 40 0,-40-40 0,0 0 15,0 41-15,0-41 0,0 0 0,-40 40 0,40-40 16,-81 0-16,41 0 15,0 0-15,0 0 0,0 1 0,0-1 0,0-40 16,40 40-16,-41-40 16</inkml:trace>
  <inkml:trace contextRef="#ctx0" brushRef="#br0" timeOffset="215763.3153">23474 17606 0,'0'0'0,"80"-121"31,281 81-15,-200 0 0,-81 40-16,201-40 15,-201 40-15,-40-40 0,0-40 16</inkml:trace>
  <inkml:trace contextRef="#ctx0" brushRef="#br0" timeOffset="216003.3018">24276 17004 0,'-80'-40'16,"160"80"-16,-240-80 15,120 40-15,0 40 0,0 40 16,40 0-16,0 161 31,0-201-31,0 40 0,40 121 16,-40-161-16,40 80 16,-40-80-16,40 81 15</inkml:trace>
  <inkml:trace contextRef="#ctx0" brushRef="#br0" timeOffset="216483.2741">25039 17164 0,'-80'0'31,"39"0"-31,41 41 16,0 39-16,0-40 0,81 40 31,-1-80-31,0 40 16,0-80-1,-39-160 1,-41 39 0,0 121-1,-41 241 16,1 119-15,-40 1 0,-40 0 15,-1-120-15,41-161-1,40 0-15,-80-80 16,79 40-16,1-80 0,0-41 15,0 81-15,40-80 16,0 80-16,161-161 16,-81 121-1,-40 80-15,161-80 16,-161 80-16,0 0 0,120-40 16,-120 40-16,41 0 0</inkml:trace>
  <inkml:trace contextRef="#ctx0" brushRef="#br0" timeOffset="216733.2606">26403 16884 0,'-160'-40'31,"320"80"-31,-360-80 0,159 40 0,1 0 0,-80 120 16,120-80-16,-40 120 31,40-79-31,0-1 0,0 80 16,40-79-16,-40 39 15,40-80-15,40 120 16,-80-120 0,40 1-16</inkml:trace>
  <inkml:trace contextRef="#ctx0" brushRef="#br0" timeOffset="217063.1843">26524 17044 0,'0'-80'31,"0"160"-31,0-120 16,0 120-1,0 41 1,0-81-16,40 120 15,0-120-15,0-40 32,-40-40-32,40 40 15,0-40-15,0 40 0,0-40 0,1 0 0,-1 40 16,0-40-16,0 40 16,-40-40-16,40 40 0,-40 40 15,0 40-15,0-40 0,0 0 16,-40 0-1,40 0-15,0 0 0,-40 1 0,40-1 0,0 0 16,-40 0-16,40 0 16,80 0-16,-40-40 15,0 40-15</inkml:trace>
  <inkml:trace contextRef="#ctx0" brushRef="#br0" timeOffset="217283.2283">27968 17686 0,'-40'0'0,"80"0"0,-120-40 0,40-40 31,0 39-31,40 1 0,80 0 16,201 0 0,-41 0-1,-119 40 16,-81-40-31</inkml:trace>
  <inkml:trace contextRef="#ctx0" brushRef="#br0" timeOffset="217653.2103">28771 16924 0,'0'-40'16,"0"80"-16,0-120 0,40 120 31,-40 0-31,40 0 16,-40 0-16,0 0 15,0 0-15,40 0 0,-40 0 0,0 1 0,0-1 16,0 0-16,0 0 0,0 0 16,0 0-16,-40-40 0,40 40 15,0-120 1,40 80-1,-40-40-15,40 40 0,-40-40 0,40 0 0,-40 0 16,81 40-16,-81-41 0,40 41 16,-40-40-16,40 40 0,-40 40 31,0 1-31,0-1 16,0 0-16,0 0 0,0 0 15,0 0-15,0 0 0,0 0 0,0 0 16,0 1-16,0-1 0,40-40 15</inkml:trace>
  <inkml:trace contextRef="#ctx0" brushRef="#br0" timeOffset="217943.1531">29814 17245 0,'0'0'0,"0"40"16,0 0-1,-40 80 1,0-80 0,40 0-16,-40 121 15,40-121-15,-41 0 16,-39-40 15,80-40-31,-80-80 16,80 80-16,0-1 0,0-39 15,0 40-15,40-80 16,0 120-16,0-40 0,41 0 31,-41 40-31,0 0 0</inkml:trace>
  <inkml:trace contextRef="#ctx0" brushRef="#br0" timeOffset="218133.1799">30456 17405 0,'-40'0'0,"80"0"0,-80-40 0,40 0 31,40 40-31,161-40 31,-1-40-15,-160 80-16</inkml:trace>
  <inkml:trace contextRef="#ctx0" brushRef="#br0" timeOffset="218323.0954">31299 16683 0,'-41'40'16,"1"0"-1,-120 161 1,160-161-16,-80 201 15,80-201-15,-41 0 0,41 0 16,-40 120 0,40-119-1</inkml:trace>
  <inkml:trace contextRef="#ctx0" brushRef="#br0" timeOffset="218533.0813">31860 16603 0,'40'-40'15,"-80"80"-15,80 0 16,-40 40-16,0-40 16,-40 281-1,-120 40 1,39-240-1,41-41-15,-201 120 16,161-200-16,40 40 0</inkml:trace>
  <inkml:trace contextRef="#ctx0" brushRef="#br0" timeOffset="219673.0181">30416 15039 0,'-40'0'0,"120"0"31,-40-40-15,0 40-16,0-40 0,0 40 0,41-40 0,-41-1 15,40 1-15,0 0 16,-40 0-16,41 0 0,-1 0 0,0 40 0,0-40 16,-39 0-16,39 0 0,-40 40 0,40-40 0,-40-1 15,0 41-15,1-40 0,-1 40 16,-40-40-16,40 40 0,-40 40 31,-40 0-15</inkml:trace>
  <inkml:trace contextRef="#ctx0" brushRef="#br0" timeOffset="220323.0563">30937 15841 0,'-80'120'31,"160"-240"-31,-200 280 16,80-119-16,0-41 0,40 40 31,40-80-15,0-1-1,0 1-15,40 0 0,-39 40 0,-1-40 16,0 0-16,40 0 0,-40 0 16,0 40-16,41-40 0,-41 0 0,0 40 0,0 0 15,0-41-15,0 41 0,0-40 0,0 40 16,1 0-16,-1 0 15,0-40-15,0 40 0,0 0 0,0 0 16,0 0-16,0 0 16,1 0-16,-1 0 0</inkml:trace>
  <inkml:trace contextRef="#ctx0" brushRef="#br0" timeOffset="221672.9069">32542 14197 0,'0'80'16,"0"-160"-16,-40 160 16,40-120-16,0 0 0,0 0 15,0-41 1,0 1 15,0 40-31,-40 0 31,40 0-31,0 80 47,0-80 63,0 0-79,0 0-31,0 0 15,-40-1 1,40 1-16,0 0 0,-40 0 16,40 0-16,0 0 0,-40 0 15,40 0-15,0 0 0,-40-1 0,40 1 0,-40 0 16,40 0 0,-41 0-16,41 0 0,-40 0 0,40 0 0,-40 0 15,0 0-15,40-1 0,-40 1 0,40 0 0,0 0 16,-40 0-16,40 0 15,0 0-15,0 80 141,0 0-141,-40-40 16,40 40-1,0 0-15,-40-40 0,40 40 0,-41 0 16,1-40-16,40 41 16,-40-41-16,0 0 0,0 40 0,0-40 0,40 40 15,-40-40-15,0 0 0,40 40 0,-41-40 16,122-40 15,-41 0-31,0 0 16,0-1-16,0 1 0,0 0 0,0 0 15,1 40-15,-1-40 16,-40 0-16,40 0 0,0 40 0,-40-40 16,40 40-16,-40 40 31,40-40-31,-40 40 0,40 0 0,0-40 15,41 40-15,-41 0 16,80 0-16,-40 41 0,41-41 0,39 0 0,1 0 16,-1 0-16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6:41:48.5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10714 1162 0,'0'-40'0,"-40"40"172,-1 0-172,1 0 0,0 0 15,0 0 1,0 0-16,0 40 0,0-40 0,0 0 15,-1 0-15,41 41 0,-40-41 0,0 40 0,0 0 16,0 0 0,0 0-16,0-40 0,40 40 0,-40-40 15,40 40-15,-41-40 16,41 40-16,0 0 0,0 1 0,-40-1 0,40 0 16,0 0-16,0 0 15,0 0-15,0 0 0,40 0 0,-40 0 16,0 0-16,41-40 15,-41 41-15,40-1 0,0 0 0,0 0 16,0-40-16,-40 40 0,40-40 0,0 40 16,0-40-16,1 0 15,-1 0-15,0 0 0,0 0 0,0 0 0,0 0 16,0 0-16,0 0 16,1-40-16,-1 40 0,0 0 0,0-40 0</inkml:trace>
  <inkml:trace contextRef="#ctx0" brushRef="#br0" timeOffset="499.9506">11597 1283 0,'0'0'16,"40"0"-1,-40 40 1,40-40 0,-40 40-16,40-40 0,-40 40 0,40 0 31,-40 0-31,0 0 15,0 1-15,0-1 0,-40-40 16,0 40-16,0 0 16,0-40-16,40 40 0,-41-40 31,1 0-15,0 0-1,0 0-15,40-40 16,0 0-1,0 0-15,-40 0 0,40-1 16,0 1-16,0 0 16,0 0-16,0 0 15,40 40-15,0 0 32</inkml:trace>
  <inkml:trace contextRef="#ctx0" brushRef="#br0" timeOffset="999.9937">12078 1162 0,'0'0'16,"40"0"-16,-40-40 15,40 40 1,0 40-1,1 1 1,-1-1 0,40 40-1,-40 40 17,-40-80-32,0 0 31,0-80 47,0 0-62,0 0-16,0 0 15,0 0-15,0 0 16,0 0-1,40 40 1,-40-40-16,40 40 0,0 0 16,-40-41-16,41 41 0,-1-40 15,0 40-15,0 0 32</inkml:trace>
  <inkml:trace contextRef="#ctx0" brushRef="#br0" timeOffset="1449.8944">13001 1243 0,'40'0'0,"0"0"47,0 0-47,0 0 16,-40 40-16,41-40 15,-41 40-15,40-40 0,-40 40 0,0 0 0,40-40 16,-40 40-16,40 0 0,-40 0 16,0 1-16,0-1 0,0 0 15,0 0 1,-40-40-16,40 40 0,-40-40 0,0 0 15,40 40-15,-41-40 0,1 0 16,0-40 0,40 0-16,0 0 15,0 0 1,0 0-16,0-1 0,40 1 16,-40 0-16,40 40 0,-40-40 15,41 0-15,-1 0 0,0 40 0,-40-40 16,40 40-16,-40-40 0,40 40 0,0 0 0,0-40 15,0 40 1,1 0-16,-1 0 0,0 0 0,0 0 16</inkml:trace>
  <inkml:trace contextRef="#ctx0" brushRef="#br0" timeOffset="1899.9405">13844 1323 0,'0'40'16,"40"-40"-16,0 0 15,0 0 1,80-80 0,41 40-1,-81 0 16,-40 40-15,-80-41 0,-40 1-1,-41 0 17,81 40-32,0 40 15,0 41 1,0-1-1,40 40 17,80 0-17,41-79 1,-41-1 15,0 0-31</inkml:trace>
  <inkml:trace contextRef="#ctx0" brushRef="#br0" timeOffset="2229.8441">14726 882 0,'41'0'16,"-41"40"46,-41-40-62,41 40 16,0 0-16,0 0 0,0 0 0,0 0 0,0 0 15,0 1-15,0-1 0,0 40 16,0-40-16,0 0 0,0 0 0,0 0 0,0 0 16,0 1-16,0-1 15,0 0-15,41 0 0,-41 0 16,40-40-16</inkml:trace>
  <inkml:trace contextRef="#ctx0" brushRef="#br0" timeOffset="2989.7979">15730 1283 0,'0'0'15,"-41"-40"-15,-39 40 16,-40 0-1,-1 80 1,81 0 15,40 0-15,121 1 0,-1-1 15,-40-80-16,-40-80 1,-40-41 0,0 41 15,0 0-15,0 120-1,81 0 1,-1 80 15,80-80-15,41 1-1,-81-82 1,-79 1 0,-1 40-16,-40-120 15,-40-40 1,-1-41-1,1 41 17,-40 39-17,80 161 32,0 1-47,0-1 0,0 0 16,0 0-16,0 40 0,40-40 0,-40 40 0,0-40 15,40 41-15,-40-41 16,0 0-16,40 40 0,-40-40 0,0 0 0,0 0 16,0 1-16,41-1 0,-41 0 15,0 0-15,0 0 0,40-40 16</inkml:trace>
  <inkml:trace contextRef="#ctx0" brushRef="#br0" timeOffset="3399.849">16492 1403 0,'0'0'16,"-40"0"-16,80 0 31,-40-40-31,40 40 16,0 0-16,0 0 0,0 0 0,1-40 0,-1 40 15,0 0-15,0 0 0,0 0 16,0-40-16,0 40 0,0 0 0,1 0 16,-1-40-1,-40 0 1,-40 40 0,40 40 46,0 0-62,0 0 16,0 0-16,0 0 0,0 0 0,0 0 15,0 0-15,0 1 16,0-1-16,40 0 0,-40 0 0,40-40 0,-40 40 16,0 0-16,40 0 0,-40 0 15,0 0-15,40-40 0,-40 40 16</inkml:trace>
  <inkml:trace contextRef="#ctx0" brushRef="#br0" timeOffset="3599.7647">17174 1002 0,'-40'-40'0,"40"0"15,-40 40-15,40-40 16</inkml:trace>
  <inkml:trace contextRef="#ctx0" brushRef="#br0" timeOffset="4039.8099">17936 1203 0,'-40'0'0,"0"0"15,0 0 1,0 0-16,0 0 0,0 0 0,40 40 15,-40-40-15,40 40 0,-41-40 0,41 40 0,-40-40 16,40 40-16,0 0 16,0 0-16,0 0 0,0 0 0,40 1 15,1-1 1,-41 0-16,40-40 0,-40 40 0,40-40 16,0 0-16,0 40 0,0-40 15,0 0-15,0 0 0,1 0 16,-1 0-16,-40-40 0,40 40 15,-40-40 1,0 0-16,0 0 0,0-1 16,-40 1-16,0 0 15,40 0-15,-41 40 0,41-40 0,-40 0 16,0 0 0,40 0-16,-40 0 0,40-1 15,40 41 16</inkml:trace>
  <inkml:trace contextRef="#ctx0" brushRef="#br0" timeOffset="4629.701">18338 1122 0,'0'40'0,"0"1"47,0-1-47,0 0 16,80-40-16,-80 40 15,0 0-15,0 0 0,40-40 16,0 40-16,-40 0 16,0 0 15,0-80 0,40 40-31,-40-40 0,41 40 16,-41-40-16,40 0 0,-40 0 0,40 40 15,-40-40-15,40 40 16,0-40-16,0 40 16,0 0-16,-40 40 31,0 0-31,0 0 31,0 0-31,0 0 16,0 0-16,0 0 15,40 1-15,-40-1 0,41-40 16,-41 40 0,40 0-16,0-40 0,-40 40 15,40-40-15,0 0 16,-40 40-16,40-40 0,0 0 0,0 0 15,1 0-15,-1 0 16,0 0 0,0 0-16,0 0 0,0 0 31,-40-40-31,0 0 31,0 0-31</inkml:trace>
  <inkml:trace contextRef="#ctx0" brushRef="#br0" timeOffset="5999.6908">11516 1483 0,'-40'0'0,"40"40"0,-40-40 47,40-40-47,0 0 15,40 0 1,0 40 0,-40-40-16,40 40 15,1 0-15,-1 0 0,-40-40 16,40 40-16,0 0 16,0 0-16</inkml:trace>
  <inkml:trace contextRef="#ctx0" brushRef="#br0" timeOffset="7679.5886">10112 2727 0,'40'0'0,"-40"-41"63,40 41-16,0 0-16,0-40-31,0 40 0,1 0 0,-1 0 16,0 0-16,0 0 0,0 0 15,40-40-15,-40 40 0,1-40 0,-1 40 0,40 0 16,-40 0-16,0 0 0,41 0 0,-41 0 0,0 0 15,40-40-15,-40 40 16,40 0-16,-39 0 0,-1 0 0,40 0 0,-40 0 16,0 0-16,0 0 0,41 0 15,-41 0-15,0 0 0,0 0 0,0 0 0,40 0 16,-40 0-16,1-40 16,-1 40-16,40 0 0,-40 0 0,0-40 0,40 40 15,1 0-15,-41 0 0,40 0 16,0-40-16,1 40 0,-1 0 0,0 0 0,0-40 15,1 40-15,-41 0 0,0 0 0,40 0 0,-40-40 16,0 40-16,0 0 16,1 0-16,-1 0 0,40 0 0,-40 0 15,0 0-15,0 0 0,0-41 16,41 41-16,-41 0 0,0 0 0,40-40 0,-40 40 16,41 0-16,-1 0 15,-40-40-15,40 40 0,0 0 0,-39 0 0,39 0 16,-40-40-16,40 40 0,-40 0 0,41 0 0,-1 0 15,-40 0-15,40 0 0,1 0 16,-1-40-16,0 40 0,0 0 0,1 0 0,-1 0 16,0-40-16,40 40 15,-39 0-15,-1 0 0,0-40 0,-40 40 0,41 0 16,-1-40-16,0 40 0,-40 0 16,40 0-16,-39 0 0,-1 0 0,40 0 0,-40-40 15,40 40-15,-40 0 16,1 0-16,39 0 0,-40 0 0,40 0 0,-40 0 15,0 0-15,41 0 0,-41 0 0,0 0 0,40 0 16,-40 0-16,41 0 0,-41 0 16,40-41-16,-40 41 0,40 0 0,-40 0 0,41 0 15,-41 0-15,40 0 16,-40 0-16,40 0 0,-39 0 0,-1 0 0,0 0 16,0 0-16,40 0 0,-40 0 15,0 0-15,1 0 0,-1 0 0,0 0 16,0 41-16,0-41 0,0 0 0,0 0 15,1 0 1,-1 40-16,0-40 0,0 0 16,0 0-16,0 0 15,0 0 1,0 40 0,1-40-1,-1 0 1,0 0-1,-40-40-15,40 40 0,0 0 16,-40-40 0,40 40-16,0 0 0,0 0 15,1 0 1,-1-41-16,0 41 0,0 0 16,0 0-1,0 0-15,0 0 0,0 0 16,-40-40-16,41 40 15,-41-40 1</inkml:trace>
  <inkml:trace contextRef="#ctx0" brushRef="#br0" timeOffset="38897.6212">20224 1483 0,'0'0'0,"40"0"109,0 0-93,0 0-1,0 0-15,0 40 0,0-40 16,1 0 0,-1 41-16,0-41 0,0 0 0,0 0 15,0 0-15,0 0 16,0 0-16,1 0 0,-1 0 16,0 0-16,-40-41 0,40 41 0,0-40 0,0 0 15</inkml:trace>
  <inkml:trace contextRef="#ctx0" brushRef="#br0" timeOffset="39277.5982">20906 1203 0,'0'0'0,"0"40"79,40 0-79,0-40 15,0 40-15,40-40 16,-39 40-16,-1-40 0,0 0 15,-40 40-15,40-40 16,0 0-16,-40 40 0,40-40 0,0 40 16,-40 0-1,0 1-15,-40-41 0,40 40 0,-40-40 16,40 40-16,-80 0 0,40-40 0,40 40 0,-40-40 16,40 40-16,-41-40 15,41 40-15,-40-40 0,40 40 16</inkml:trace>
  <inkml:trace contextRef="#ctx0" brushRef="#br0" timeOffset="39977.5597">22912 521 0,'0'40'16,"-40"0"62,0-40-78,40 40 16,-40-40-16,40 40 15,-40-40-15,40 40 0,-40-40 0,40 40 16,0 1-1,40-1-15,0-40 32,-40 40-32,80-40 0,-40 0 15,0 0-15,0 0 16,1 40-16,-1-40 0,0 0 0,0 40 16,-40 0-16,0 0 15,0 0 1,-40-40-16,0 40 0,0 0 15,-1-40-15,41 41 16,-40-41-16,0 0 0,0 40 0,0-40 16,0 0-16,0 0 15,40-40-15,-40 40 0,40-41 16,0-39-16</inkml:trace>
  <inkml:trace contextRef="#ctx0" brushRef="#br0" timeOffset="40277.5555">23233 802 0,'0'0'16,"0"40"31,40-40-47,-40 40 15,40-40-15,-40 40 0,0 0 0,0 0 16,0 0-16,0 0 16,0 0-1,41 0-15</inkml:trace>
  <inkml:trace contextRef="#ctx0" brushRef="#br0" timeOffset="40467.5268">23313 561 0,'0'0'16,"-40"-40"-1</inkml:trace>
  <inkml:trace contextRef="#ctx0" brushRef="#br0" timeOffset="41107.5628">23634 641 0,'-40'0'0,"80"0"47,1 0-47,-41 40 0,40-40 0,0 40 15,0 0 1,0-40-16,-40 41 0,0-1 0,40-40 16,-40 40-16,0 0 15,0 0 1,0 0-16,0 0 31,0-120 0,40 80-31,-40-40 16,40 40 0,1 0 15,-41 40-31,40 0 16,-40 0-16,0 0 31,40-40 0,-40-40-31,0 0 0,40 40 0,-40-40 16,40 0-1,0 0-15,0 40 0,0-40 16,1 40 0,-1 0-1,-40 40 1,40-40-1,-40 40-15,0 0 0,40-40 16,-40 40-16,0 0 16,0 0-16,0 0 0,0 0 15</inkml:trace>
  <inkml:trace contextRef="#ctx0" brushRef="#br0" timeOffset="41357.5469">24798 922 0,'-40'0'16,"40"40"15,0 0-16,40-40-15,-40 40 16,0 0 0,0 0-16,0 0 0,0 1 15</inkml:trace>
  <inkml:trace contextRef="#ctx0" brushRef="#br0" timeOffset="41557.5342">24918 561 0,'-40'0'0,"40"-40"15,-40 40-15,40-40 16</inkml:trace>
  <inkml:trace contextRef="#ctx0" brushRef="#br0" timeOffset="41957.4548">25400 481 0,'0'40'47,"0"0"-31,0 0-16,0 0 16,0 0-16,0 0 0,0 0 0,0 1 15,0-1-15,0 0 16,0 0-16,0 0 0,0 0 0,0 0 15,-40 0-15,40 0 0,0 0 16,0 1-16,-40-1 0,40 0 0,0 0 16,-40 0-1</inkml:trace>
  <inkml:trace contextRef="#ctx0" brushRef="#br0" timeOffset="42417.4091">26042 922 0,'-120'-40'16,"240"80"-16,-321-120 16,161 80-1,40 40 1,-40 40-1,40 0 1,40 40 0,0-79-1,41-41 1,-81-41 0,40-39-1,-40 0 16,0 40-15,0 80 15,40-40-31,-40 40 16,40 0-16,0 0 16,-40 0-16,40 1 15,0-41-15,1 0 16</inkml:trace>
  <inkml:trace contextRef="#ctx0" brushRef="#br0" timeOffset="42717.4652">26524 922 0,'0'0'15,"40"0"16,0 0-31,0 80 32,40 40-17,-40-120-15,-120 81 32,40-41-17,40-121 1,40 1 15,40-40-15,-40 80-1</inkml:trace>
  <inkml:trace contextRef="#ctx0" brushRef="#br0" timeOffset="42907.4121">27166 842 0,'0'40'15,"0"0"17,40 0-17,-40 0 1,0 0-16,0 0 16,0 0-16,0 0 15,-40-40 1,40 41-16</inkml:trace>
  <inkml:trace contextRef="#ctx0" brushRef="#br0" timeOffset="43087.3713">27326 601 0,'-40'0'0,"40"-40"0,0 0 16,0 0 0</inkml:trace>
  <inkml:trace contextRef="#ctx0" brushRef="#br0" timeOffset="43337.4272">27687 601 0,'0'40'0,"-40"-40"15,40 40 17,0 0-17,0 0-15,0 1 16,0-1-16,0 0 15,0 0-15,0 0 0,0 0 0,0 0 16,0 0-16,0 0 16,0 0-16</inkml:trace>
  <inkml:trace contextRef="#ctx0" brushRef="#br0" timeOffset="43917.3361">27767 842 0,'0'0'16,"-40"0"-16,40 40 15,0 0 1,40-40-16,1 0 16,-41 40-16,40-40 15,0 0-15,0 0 0,0 0 16,0 0-1,0 0-15,0 0 16,-40-40 0,41 40-16,-41-40 0,40 40 15,-40-40-15,0 80 32,-40-40-32,40 40 15,40 0 32,0-40-47,0 0 0,0 0 16,0 0-16,0 0 15,-40-40-15,40 40 0,1-40 0,-1 40 16,-40-40-16,0 0 31,0 80 0,0 0-15,0 0-16,-40-40 16,40 40-16,0 0 0,0 0 0,0 0 0,0 0 15,0 0-15,-41 1 0,41-1 0,0 0 0,0 0 16,0 0-16,-40 0 16,40 0-16,0 0 0,0 0 0,-40-40 0,40 41 15,0-1-15,-40-40 16,0 40-16,0 0 0,0-40 0,0 40 15,-1-40-15</inkml:trace>
  <inkml:trace contextRef="#ctx0" brushRef="#br0" timeOffset="45227.3128">22631 2085 0,'0'40'93,"0"0"-93,0 0 16,-40-40-16,40 40 0,0 0 0,0 1 16,0-1-1,0 0-15,0 0 0,0 0 16,0 0-16,40-40 47,0-40-32,1 40-15,-41-40 0,40 40 16,0 0-16,0-40 16,0 40-16,0 0 15,-40 40-15,0 0 32,0 0-32,-40-40 0,40 40 15,-40-40-15,0 40 16,0-40-16,0 0 0,-1 40 0,1-40 31,0 0-31,0 0 0,0-40 16,40 0-1,0 0 1</inkml:trace>
  <inkml:trace contextRef="#ctx0" brushRef="#br0" timeOffset="45607.2899">22952 2486 0,'40'0'0,"-40"40"0,41-40 15,39 0 1,0-80 0,0 0 15,-40 40-16,-40-1 1,-40 41 15,0 41-15,-40-41-16,40 80 16,0-40-1,40 40 16,160-40-15,-39-40 0,-81-40-1,0 0-15</inkml:trace>
  <inkml:trace contextRef="#ctx0" brushRef="#br0" timeOffset="45827.2763">23594 2045 0,'0'0'0,"40"0"47,-40 40-47,41-40 0,-41 40 16,0 0-16,0 0 15,40-40-15,-40 40 0,0 0 0,0 1 16,0-1-16,0 0 15,0 0-15,0 0 16,0 0 0</inkml:trace>
  <inkml:trace contextRef="#ctx0" brushRef="#br0" timeOffset="46397.2429">23755 2406 0,'0'0'16,"0"-40"-1,120 0 1,1-1 0,-81 1-1,0 40 16,-40 40 16,0 1-47,0-1 16,40-40 0,-40 40-16,40 0 15,0-40 1,0 0-16,0 0 15,1-40 1,-41 0-16,40 40 16,-40-40-16,0-1 15,40 82 17,-40-1-17,40-40-15,0 0 16,0 0-1,0 0-15,0-40 16,1 40 0,-41-41-16,0 1 15,0 0-15,0 0 0,-41 40 32</inkml:trace>
  <inkml:trace contextRef="#ctx0" brushRef="#br0" timeOffset="46717.1495">24918 2326 0,'0'0'0,"41"0"16,-1-81-1,0 41 1,40 0-1,-80 0 1,-40 0 0,0 40-1,-40 40 1,-41 40 0,121-40-1,0 41 1,40-1 15,81-80-15,-41 0-16</inkml:trace>
  <inkml:trace contextRef="#ctx0" brushRef="#br0" timeOffset="47057.1547">25480 2245 0,'-40'0'16,"40"-40"-1,40 40-15,-40-40 0,40 40 16,1 0-16,-1-40 16,0 40-16,-40-40 15,-40 40 16,0 0-15,-1 40-16,1 0 16,40 0-1,-40-40-15,0 40 0,40 0 16,-40 1-16,40-1 16,0 0-1,40-40-15,-40 40 0,40-40 16,0 0-1,0 0-15,1 0 0,-1 0 0,-40-40 16,40 40-16</inkml:trace>
  <inkml:trace contextRef="#ctx0" brushRef="#br0" timeOffset="47767.0842">26002 2165 0,'40'0'15,"-40"-40"1,40 40-16,-40-40 16,40 40-1,-40 40 1,0 0-16,0 0 16,0 0-16,0 0 15,-40-40-15,40 41 0,0-1 16,0-80 31,40 40-32,0-41-15,1 1 0,-1 40 16,-40-40 0,40 40-16,-40 40 31,40-40-16,-40 40 1,0 1-16,0-1 16,0 0-1,40-40-15,-40 40 0,0 0 16,40-40 0,-40 40-1,40-40-15</inkml:trace>
  <inkml:trace contextRef="#ctx0" brushRef="#br0" timeOffset="48187.0953">27406 1844 0,'-40'0'32,"40"40"-17,0 0 16,0 1-15,0-1-16,-40-40 16,40 40-16,0 0 0,0 0 0,-40-40 15,40 40-15,0 0 0,0 0 16,0 0 0,0 1-16,0-1 0,0 0 15,40 0 1,0-40-1,0 0 1,0 0-16</inkml:trace>
  <inkml:trace contextRef="#ctx0" brushRef="#br0" timeOffset="48947.0882">27045 2326 0,'40'-41'15,"0"41"1,1 0-16,-1 0 16,0 0-16,0-40 0,0 40 15,0 0-15,0-40 16,0 40-16,1 0 15,-1 0 1,0 0-16,-40-40 0,40 40 31,-40-40-31,40 0 16,-40 80 62,40-40-62,-40 40-16,0 0 15,0 0-15,0 0 32,0 1-32,0-1 15,40-40 1,0 0-16,1-40 31,-1-1-15,0 41-1,-40-40-15,40 40 63,0 0-48,0 0-15,0 0 16,0 0-16,1 0 16,-1 0-16,0 0 15,0 0-15,-40-40 16,0 0 0,0 0-16,-40 40 15,40-40 1,-40 40-16,40-40 0,-40 40 15,40-40-15,-41 40 0,1 0 16</inkml:trace>
  <inkml:trace contextRef="#ctx0" brushRef="#br0" timeOffset="49357.0623">28690 2045 0,'0'0'0,"40"0"16,-40-40-16,41 40 15,-1 0 17,-40 40-17,0 0-15,0 0 16,0 0-1,-40-40-15,40 40 16,-41-40-16,1 40 0,0 0 16,0-40-16,0 0 15,40 41-15,-40-41 0,0 0 0,0 0 16,-1-41 0,41 1-1,0 0-15,0 0 16,81 0-16,-81 0 15,0 0-15,40 40 0,-40-40 0,40 40 16,0 0 0,0-40-16,0 40 15,-40 40-15</inkml:trace>
  <inkml:trace contextRef="#ctx0" brushRef="#br0" timeOffset="50386.9989">24236 3208 0,'0'0'0,"0"-40"16,-40 40-1,0 0-15,0 0 32,0 0-32,0 0 0,40 40 15,-40-40-15,-1 40 0,1-40 16,40 40-16,-40 0 0,40 0 15,0 0 1,0 0-16,0 1 16,40-1-1,0 0-15,1-40 16,-41 40-16,40-40 0,0 0 0,-40 40 0,40-40 16,0 0-1,-40 40-15,40-40 0,-40 40 16,0 0-1,-40-40 1,0 0 0,0 40-16,0-40 0,0 0 15,-1 0-15,1 0 0,0 0 16,0 0 0,40-40-16</inkml:trace>
  <inkml:trace contextRef="#ctx0" brushRef="#br0" timeOffset="50626.985">24557 3448 0,'0'41'62,"0"-1"-46,0 0-16,0 0 15,40-40-15,-40 40 0,0 0 16,0 0 0</inkml:trace>
  <inkml:trace contextRef="#ctx0" brushRef="#br0" timeOffset="50826.9755">24678 3328 0,'-40'0'16,"-1"0"-16,1 0 15,0 0 1</inkml:trace>
  <inkml:trace contextRef="#ctx0" brushRef="#br0" timeOffset="51516.8609">25119 3448 0,'0'-40'0,"-40"40"16,0 0 15,0 40 0,40 1-31,-40-41 0,40 40 0,0 0 16,0 0 0,40-40-1,-40 40-15,40-40 0,0-80 32,-40 40-32,0 0 31,0-1-31,0 1 0,0 80 62,0 1-46,0-1-16,0 0 16,0 0-1,0 0-15,0 0 0,0 0 16,0 0-16,0 0 15,0 1-15,0-1 0,-40 0 16,40 0 0,0 0-16,0 0 0,-40-40 0,40 40 15,-40-40-15,40 40 0,-41-40 0,41 40 16,-40-40-16,40 40 16,-40-40-16,0 0 31,40-40-31,-40 40 15,40-40-15,0 0 16,0 0-16,0 0 16,0 0-1,40 40-15,0-40 0,0 0 16,0 0-16,1 40 0,-41-41 16,40 41-16,0-40 0,-40 0 15,40 40-15,0-40 0,0 0 0</inkml:trace>
  <inkml:trace contextRef="#ctx0" brushRef="#br0" timeOffset="51986.9026">25601 3368 0,'0'-40'0,"0"80"47,0 0-32,40-40-15,-40 40 0,0 1 16,0-1-16,0 0 16,0 0-1,0 0-15,0 0 16,0-80 31,40 0-47,0 40 15,-40-40-15,40 0 16,0 40 0,0 0-16,-40-40 0,41 40 0,-1 0 15,0 0 1,-40 40 15,0 0-31,0 0 16,0 0-1,0 0-15,0 0 16</inkml:trace>
  <inkml:trace contextRef="#ctx0" brushRef="#br0" timeOffset="52646.866">26564 3448 0,'-40'0'16,"40"-40"-16,-81 40 15,41 0 1,-40 40 0,80 1-16,-40-1 15,40 0-15,0 0 16,40 0-16,0-40 31,0 0-15,-40-40-16,80 0 15,-80 0-15,41 0 0,-41-1 32,0 1-17,40 40-15,-40 40 32,40 41-17,0-41 1,0-40-16,40 40 15,-40-40-15,1 0 0,39-40 16,-80 0-16,80-41 31,-80 41-31,0 0 0,0 0 16,0 0-16,0-40 0,0 40 0,-40-81 31,0 41-15,40 120 15,0 0-15,0 1-16,0 119 15,0-120-15,0 40 16,0-40-16,40 121 16,-40-41-1</inkml:trace>
  <inkml:trace contextRef="#ctx0" brushRef="#br0" timeOffset="95624.2596">14205 2767 0,'0'40'31,"0"0"-15,-40-40 31,40 40-47,-41-40 16,1 0-16,40 40 15,-40-40-15,40 40 0,-40-40 0,40 40 0,-40-40 16,40 40-16,-40-40 15,0 41-15,0-1 0,-1 0 0,1-40 16,40 40-16,-40-40 0,0 40 16,0 0-16,0-40 0,0 40 0,0-40 0,-1 40 15,1 0-15,0-40 16,0 40-16,-40-40 0,40 41 0,0-1 0,-41 0 16,41-40-16,-40 40 0,40 0 15,-40 0-15,39 0 0,-39-40 0,40 40 0,-40 0 16,40 1-16,0-41 0,-1 40 0,-39 0 0,40-40 15,40 40-15,-40 0 16,0-40-16,0 40 0,0-40 0,-1 40 0,1 0 16,0-40-16,0 40 15,0 0-15,0-40 0,0 41 0,0-1 16,-41-40-16,41 40 16,0-40-16,0 40 0,-40 0 0,40-40 0,-1 40 15,1-40-15,0 40 0,0-40 0,0 40 0,0-40 16,0 40-16,0-40 15,-1 0-15,41 41 0,-40-41 32,0 0-1,0 40-31,0-40 31,40 40-31,-40-40 0,0 0 16,40-40 46,0 0-30</inkml:trace>
  <inkml:trace contextRef="#ctx0" brushRef="#br0" timeOffset="96054.1583">10955 4451 0,'-41'0'47,"1"0"-16,0 40-31,0-40 0,40 40 16,-40 0 0,0 1-16,0-1 0,-1 0 15,1 0-15,0 0 0,0-40 16,0 40-16,0-40 15,0 40-15,0 0 0,80-40 63,40 0-63,-40 0 16,0-40-16,0 40 15,0 0-15,1 0 0,-1 0 0,0-40 0,0 40 16,0 0-16,40 0 0,-39 0 0,-1 0 0,0 0 15,40 0-15,-40 0 0,0 0 16,0 0-16</inkml:trace>
  <inkml:trace contextRef="#ctx0" brushRef="#br0" timeOffset="97054.1702">14004 2686 0,'0'0'0,"0"41"0,40-41 16,0 0 31,0 0-32,1 0 17,-1 40-32,0 0 15,0-40-15,0 40 0,0-40 16,0 40-16,0-40 15,1 40-15,-1 0 0,0-40 0,0 40 16,0-40-16,-40 40 0,80 1 16,-39-1-16,-1-40 0,0 40 0,40 0 0,-40-40 15,40 40-15,-39 0 16,39-40-16,-40 40 0,40 0 0,-40 0 0,41-40 16,-41 40-16,40 1 0,-40-1 15,40 0-15,-40 0 0,41 0 0,-41 0 0,40-40 16,-40 40-16,40 0 0,-39 0 0,39-40 0,-40 41 15,0-1-15,40-40 16,-40 40-16,41-40 0,-41 40 0,40-40 0,-40 40 16,0-40-16,0 40 0,41-40 15,-41 40-15,0-40 0,0 0 0,0 40 0,0-40 16,0 0-16,1 40 16,-1-40-16,40 40 0,-40-40 0,0 0 0,0 41 15,0-41-15,1 40 0,-1-40 0,0 0 0,0 0 16,40 40-16,-40-40 0,0 0 15,1 40-15,-1-40 0,40 0 0,-40 0 0,0 40 16,0-40-16,0 0 16,1 0-16,-1 0 0,0 40 0,0-40 15,0 0-15,0 40 16,0-40-16,1 0 47,-41 40-32</inkml:trace>
  <inkml:trace contextRef="#ctx0" brushRef="#br0" timeOffset="97444.1473">18137 4331 0,'0'0'16,"-40"-40"-1,0 0 1,80 80 15,0 0-15,0 0-16,0-40 0,-40 40 15,41 0-15,-1 0 16,0-40-16,-40 40 0,40-40 0,-40 40 16,40 1-16,0-41 0,-40 40 15,40 0-15,0 0 0,1 0 0,-1-40 16,-40 40-16,40 0 16,0-40-16,-40 40 0,40-40 0,-40 40 15,0 0-15,0 1 0,0-1 16,-80-40-16,80 40 0,-40-40 15,0 40-15,-1-40 0,1 40 0,0-40 0,0 40 16,-40-40-16,0 0 16</inkml:trace>
  <inkml:trace contextRef="#ctx0" brushRef="#br0" timeOffset="98614.0015">2327 6015 0,'0'-40'15,"-40"40"-15,0 0 16,40-40-16,-40 40 16,0 0-16,0 0 15,0 40 1,-1-40-16,1 40 0,0-40 0,0 40 0,0 0 16,0 1-1,0-1-15,40 0 0,-40 0 0,40 0 0,-41 0 16,41 0-16,0 0 0,0 0 0,0 0 0,0 1 15,41-41-15,-41 40 0,80 0 16,-40 0-16,0 0 0,0-40 0,0 40 0,41-40 16,-41 0-16,40 40 15,0-40-15,-40 0 0,0 0 0,41 0 0,-41 0 16,0 0-16,0-40 0,0 40 16,0-40-16</inkml:trace>
  <inkml:trace contextRef="#ctx0" brushRef="#br0" timeOffset="98993.9796">2568 6336 0,'0'0'15,"40"0"1,0 0-16,41 0 31,-41 0-31,40 80 16,40 0-1,-120 41 1,0-81 0,0 0-1,0 0 1,-40-80 0,40 0-1,0-121 1,80 41-1,81 0 17,-41 120-32,1-40 31,-81 40-31</inkml:trace>
  <inkml:trace contextRef="#ctx0" brushRef="#br0" timeOffset="99254.0036">3732 6256 0,'0'0'0,"40"40"15,0-40-15,0 0 0,0 0 16,41 0 0,-1 40-1,-80 0 1,-121 80 0,-39 1-1,120-81-15,-81-40 31,121 40-31,-40-40 0,0 0 0,-40-80 32,120-41-17,0 81 1,0 0-16,81 0 16</inkml:trace>
  <inkml:trace contextRef="#ctx0" brushRef="#br0" timeOffset="99993.9944">4615 6176 0,'-41'0'16,"1"0"-1,0 0 1,0 0-16,40 40 16,-40-40-1,40 40-15,0 0 16,40-40 0,-40 40-16,40 0 0,0-40 15,0 40-15,1-40 0,-41 40 16,40-40-16,-40 40 15,0 1-15,0-1 16,-40-40-16,40 40 16,-81 0-16,41-40 0,40 40 0,-80-40 0,80 40 15,-40-40-15,0 0 16,0 0-16,40-40 16</inkml:trace>
  <inkml:trace contextRef="#ctx0" brushRef="#br0" timeOffset="100323.973">5016 6256 0,'0'0'16,"-40"-40"0,0 40-1,-1 40 1,41 40-1,0-40 1,81 0 0,-41 0 15,40 41-15,-80-41-1,-40 40 1,-80 0-1,79-80 1,-39 0-16</inkml:trace>
  <inkml:trace contextRef="#ctx0" brushRef="#br0" timeOffset="100843.9411">6340 5975 0,'-40'0'31,"0"0"-15,0 0 0,40 40-16,0 0 15,-41 0-15,41 1 16,0-1-16,0 0 0,0 0 0,0 0 15,41 0-15,-1 0 16,-40 0-16,40-40 0,0 0 0,-40 40 16,40-40-16,0 0 15,0 0-15,0 0 0</inkml:trace>
  <inkml:trace contextRef="#ctx0" brushRef="#br0" timeOffset="101163.8506">6821 6136 0,'0'-41'16,"41"41"-16,-1 0 0,0 0 31,0 0-31,0 41 0,0-1 16,-40 0-16,0 0 15,0 0-15,0 0 0,0 0 16,-40-40-16,40 40 0,-40-40 0,40 40 15,-40-40-15,0 40 16,0-40-16,-1 0 16,1 0-16,40-40 15,-40 40-15,40-40 0,0 0 0,-40 40 16,40-40-16,0 0 16,0 0-16,40 0 15,0 0-15,0 40 16,1-40-1</inkml:trace>
  <inkml:trace contextRef="#ctx0" brushRef="#br0" timeOffset="101483.9028">7102 6095 0,'40'-40'16,"-80"80"-16,121-80 0,-1 0 15,-40 40-15,0 0 16,0 0-16,41 40 31,-1 81-15,-40-1-1,-40-40 17,0-40-32,-40-40 15,0 0 1,0-120-1,120-40 17,-80 119-32,120-39 31</inkml:trace>
  <inkml:trace contextRef="#ctx0" brushRef="#br0" timeOffset="101793.8084">7945 5935 0,'0'40'0,"0"-80"0,40 80 16,0-40-1,-40 40 17,40 0-32,-40 0 15,0 41 16,0-41-31,0-80 47,0-41-31,0 41-16,0 0 16,41 0-1,-1 40-15,0-40 16,0 40-16,0 0 0,0 0 15,0 0-15,0 0 0</inkml:trace>
  <inkml:trace contextRef="#ctx0" brushRef="#br0" timeOffset="102123.7919">8828 6095 0,'40'0'15,"-80"0"-15,80 41 0,0-41 16,0-41-1,0 1-15,0-40 32,1 40-17,-162 0 1,1 80 15,-1 80-15,121-39-1,81-1 1,-1-40 0,-40-40-1,80 0 1,-39 0-16</inkml:trace>
  <inkml:trace contextRef="#ctx0" brushRef="#br0" timeOffset="102353.7964">9390 5734 0,'0'0'16,"-41"0"-16,41 41 31,0-1-31,0 0 16,0 0-16,41 160 31,-41-39-15,0-121-1,40 0-15</inkml:trace>
  <inkml:trace contextRef="#ctx0" brushRef="#br0" timeOffset="102963.7414">9951 5935 0,'0'0'16,"-80"0"-16,0 0 31,40 0-31,40 80 31,-40 41-15,120-81-1,-80 0 1,40-120 0,-40 39-1,0-39 1,80 0 0,-80 120 15,40 0-16,0 0-15,1 0 16,79 41 0,0-81 15,1-40-15,-121-1-16,40-39 15,-40 40 1,-40-40-16,0-40 31,-41-1-15,41 81-1,40 80 17,0 40-32,0-39 15,40 159 1,0-39-1,41-41 17,-41-120-32</inkml:trace>
  <inkml:trace contextRef="#ctx0" brushRef="#br0" timeOffset="103273.7191">10593 6136 0,'0'0'0,"40"0"32,41 0-17,-41 0-15,0 0 0,0 0 0,0 0 0,-40-41 16,40 41-16,1 0 16,-1 0-16,-40-40 0,40 40 0,-40-40 15,0 0 1,0 80 31,0 0-32,0 0-15,40 1 16,-40-1-16,40 0 0,0 0 16,-40 0-1,0 0-15,40-40 16</inkml:trace>
  <inkml:trace contextRef="#ctx0" brushRef="#br0" timeOffset="103423.7852">11115 5775 0,'0'0'16,"0"-41"-1,0 1-15</inkml:trace>
  <inkml:trace contextRef="#ctx0" brushRef="#br0" timeOffset="103993.677">11877 5935 0,'41'0'15,"-82"0"-15,122 40 16,-81 0-16,0 0 16,0 0-1,-40 1-15,-1-1 16,1 0 0,0-40-16,40 40 0,-40-40 0,0 0 15,0-40 16,40 0-31,0 0 16,0-1-16,0 1 16,80 40-16,-80-40 0,40 0 0,0 0 15,0 0-15,1 40 16,-1-40-16,0 40 0,0 0 16,0 0-16,0 0 0,0 0 15,0 0-15,-40 40 16,41-40-16,-1 40 0,0-40 0,-40 40 15,0 0-15,40 0 16,-40 0-16,0 1 16,-80-41-16,160-41 47,-80 1-47,40 40 15,0-40-15,0 40 0,-40-40 0,40 40 0,-40-40 16,41 40-16,-1 0 15,0 0-15,0 0 0,-40 40 16,40-40-16,-40 40 0,40-40 16,-40 80-16,40-39 0,-40-1 0,40 0 0,-40 0 15,41-40-15,-41 40 16,0 0-16,0 0 0,40 0 0,-40 0 16,0 0-16</inkml:trace>
  <inkml:trace contextRef="#ctx0" brushRef="#br0" timeOffset="105093.6093">19301 6095 0,'-40'0'16,"40"-40"-16,0 0 16,0 80 15,0 41-31,0-41 15,0 0-15,0 0 16,0 0-16,0 0 0,-40-40 0,40 40 0,0 0 16,0 0-16,0 0 15,0 1-15,-41-1 0,41 0 0,-40-40 0,40 40 16,0-120 0,0 40-1,0-1-15,81 1 0,-81 0 0,0-40 0,40 40 16,-40 0-16,40-40 15,0 40-15,0-41 0,0 41 0,-40 0 0,40 0 16,-40 0-16,40 0 0,1 0 16,-41 0-16,40 40 0,-40-41 15,40 41 1,-40 41 0,40-41-16,-40 80 0,0-40 15,40 0-15,-40 0 0,0 0 16,40 0-16,-40 0 0,40 41 0,-40-41 0,0 0 15,40 0-15,-40 40 16,0-40-16,0 0 0,0 0 0,0 1 0,41-1 16,-41 0-16,0 0 15,40 0-15</inkml:trace>
  <inkml:trace contextRef="#ctx0" brushRef="#br0" timeOffset="105323.6704">19381 6496 0,'0'0'16,"-40"-40"0,160-40-1,121 40 1,0 0 15,-121 0-31</inkml:trace>
  <inkml:trace contextRef="#ctx0" brushRef="#br0" timeOffset="105883.6361">20264 6136 0,'0'0'15,"0"40"16,0 0-15,0 0-16,0 0 16,40-40-16,-40 40 0,40-40 15,0 0 1,-40 40-16,40-40 0,0 0 16,1 0-1,-41-40-15,0 0 16,40 40-16,-40-40 0,40 0 15,-40 80 32,40 0-47,-40 0 16,40-40 0,0 0-16,-40 40 0,40-40 0,0 0 15,1 40-15,-1-40 0,0 0 16,0 0-16,0-40 15,0 0-15,-40 0 0,40 40 16,-40-40-16,0 0 16,0 0-16,0 0 0,0-1 0,0 1 15,0 0-15,0-40 0,0 40 16,0 0-16,0 0 0,0 0 0,0-1 0,0 1 16,-40 40-16,0 0 31,40 40-31,0 1 15,0-1-15,0 0 16,0 0-16,0 0 0,0 0 0,0 0 0,0 40 16,0-39-16,0-1 15,0 0-15,0 0 0,0 0 0,0 0 0,0 0 16,40 0-16,-40 0 16,40 0-16,0-40 0,-40 41 15</inkml:trace>
  <inkml:trace contextRef="#ctx0" brushRef="#br0" timeOffset="106323.6087">21187 6256 0,'0'0'0,"40"-80"31,241 40-16,-41-1 1,-39 41 15,-121 0-15,-39 0 0,-41 81-1,0 39 16,-41-80-31,1-40 32,0 0-32,-40-40 31,0-40-15,80 0-1,40 39 1,80 41-1,-80 0 1,0 0-16</inkml:trace>
  <inkml:trace contextRef="#ctx0" brushRef="#br0" timeOffset="106663.5159">23233 5734 0,'-80'41'31,"160"-82"-31,-200 82 0,80-1 15,40 0-15,0 0 16,-40 80 15,120 1-15,80-41 0,-39-40-1,-1-80 1</inkml:trace>
  <inkml:trace contextRef="#ctx0" brushRef="#br0" timeOffset="106963.4954">23835 5815 0,'0'0'16,"40"0"-16,0 0 0,0 0 15,81 40 1,-81-40-16,40 120 31,-80 0-15,-80-39-1,-40-1 17,39-80-32,41-40 15,0-81 1,40 1-1,80 40 17,41 40-32</inkml:trace>
  <inkml:trace contextRef="#ctx0" brushRef="#br0" timeOffset="107573.458">24357 5775 0,'0'0'16,"40"0"-16,0 0 15,0 40 1,40-40 0,-40 40-1,41 40 1,-81 0 0,0 0-1,0-39 16,0-82-15,0 1 0,0-80 15,40 80-15,0 0-1,0 0 1,0 0 15,40 40-15,41 0-1,-1 40 17,-80 40-17,41 0 1,-81-40-1,-41-40 32,41-40-31,0 0-16,0 0 16,0 0-16,41 0 0,-1 0 15,0-1 1,0 41-16,0-40 0,0 40 31,0 0-31,1 0 0,-1 0 16,0 0-16,-40 40 0</inkml:trace>
  <inkml:trace contextRef="#ctx0" brushRef="#br0" timeOffset="107933.4377">25761 5895 0,'40'0'31,"41"0"-15,-41-40-16,0 40 0,0 0 15,0 0-15,0 0 0,0 0 16,-40-40-16,40 40 0,1 0 0,-41-40 16,0-1-1,-41 41 1,41-40-1,-40 40 1,0 0-16,0 0 0,0 0 16,0 0-1,40 40-15,-40-40 0,40 41 0,-40-41 16,40 40-16,0 0 16,0 0-16,40-40 0,-40 40 15,80-40-15,-80 40 0,40-40 0,0 40 0,0-40 16,41 0-16,-41 40 15,0-40-15,40 0 0,-40 40 0,0-40 0,0 0 16,1 0-16</inkml:trace>
  <inkml:trace contextRef="#ctx0" brushRef="#br0" timeOffset="108173.4256">26724 5374 0,'0'-41'15,"0"82"-15,-40-82 0,40 1 16,0 80 15,0 41-31,0-41 0,40 0 16,-40 40-16,0-40 16,40 0-16,-40 0 0,0 0 0,0 1 0,40 39 15,1-40-15,-41 0 0,0 0 0,40 0 16,-40 0-16,40 0 15,0 1-15</inkml:trace>
  <inkml:trace contextRef="#ctx0" brushRef="#br0" timeOffset="108783.4599">27687 5855 0,'-40'0'0,"40"-40"0,-120 0 31,-1 40-15,41 120-1,40 0 17,40-80-17,120-40 1,1-40-1,-41-80 17,-40 40-17,-40 120 1,40 0 0,40 40 15,121-40-16,-81-40 1,-79-40 0,-1 0-1,-40-120 1,40-1 0,-80-39-1,0 160 16,-1 40-31,41 40 16,0 80 0,-40 80 15,121-39-15,-81-121-16,80 40 15,-40-40 1</inkml:trace>
  <inkml:trace contextRef="#ctx0" brushRef="#br0" timeOffset="109093.4224">28249 5815 0,'0'0'15,"40"0"1,161-40-1,-1 40 17,-119 0-17,-81-41 1,40 41 0,-40 41-1,0-1 1,40-40-16,-40 40 0,0 0 0,0 0 15,40-40-15,-40 40 16,0 0-16,40 0 0,-40 0 16</inkml:trace>
  <inkml:trace contextRef="#ctx0" brushRef="#br0" timeOffset="109253.356">28971 5574 0,'-40'0'0,"80"0"0,-80-40 0,-40 0 31,80 0-31,40 40 16</inkml:trace>
  <inkml:trace contextRef="#ctx0" brushRef="#br0" timeOffset="109653.4071">29332 5654 0,'-40'0'46,"40"40"-30,0 0-16,0 1 16,-40-41-16,40 40 0,0 0 15,0 0-15,0 0 16,0 0-16,0 0 16,40-40-16,0 40 0,1-40 15,-1 0 1,0 0-16,0 0 0,-40-40 15,40 40-15,-40-40 16,0 0-16,0 0 16,0 0-16,0 0 15,-40 0-15,40-1 0,-40 41 0,40-40 16,0 80 15</inkml:trace>
  <inkml:trace contextRef="#ctx0" brushRef="#br0" timeOffset="110233.3723">29814 5694 0,'0'40'47,"0"1"-47,0-1 15,0 0 1,80 0 0,-80 0 15,0-80 0,40 0 0,0 40-31,1 0 16,-1 0 0,0 0-16,0 0 15,-40 40 1,40-40-16,0 40 0,-40 0 16,0 0-16,40-40 0,-40 40 15,0 0 1,0 1-16,0-1 31,0 0-31,40-40 78,1 0-62,-41-40 46,0 0-46</inkml:trace>
  <inkml:trace contextRef="#ctx0" brushRef="#br0" timeOffset="113023.2094">1846 7459 0,'40'-40'0,"0"40"16,0 0-1,-40-40-15,40 40 47,0 0-31,1 0-1,-1 0-15,0-40 0,0 40 16,0 0-16,0 0 16,0 0-16,0 0 0,1 0 15,-1 0-15,0 0 0,0 0 16,0 0-16,0 0 0,40 0 0,-39 0 16,-1 0-16,0 0 0,0 0 0,40 0 0,-40 0 15,0 0-15,1 0 16,39 0-16,-40 0 0,40 0 0,-40 0 0,0 0 15,41 0-15,-41-40 0,40 40 16,-40 0-16,41 0 0,-41 0 0,40 0 0,0 0 16,-40-41-16,0 41 15,41 0-15,-41 0 0,0 0 0,40 0 0,-40 0 16,0-40-16,1 40 0,-1 0 16,0 0-16,0 0 0,40 0 0,-40 0 0,0-40 15,1 40-15,39 0 0,-40 0 0,0 0 0,40 0 16,-40-40-16,1 40 15,39 0-15,-40 0 0,0 0 0,0 0 0,0 0 16,0 0-16,1-40 0,-1 40 16,0 0-16,0 0 0,0 0 0,0 0 15,0 0-15,0 0 16,1 0-16,-1 0 0,40 0 0,-40 0 0,0-40 16,40 40-16,-39 0 0,39 0 0,0 0 0,-40 0 15,40-40-15,-39 40 0,39 0 16,-40 0-16,0-40 0,40 40 0,-40 0 0,1 0 15,-1 0-15,0 0 16,0-40-16,0 40 0,0 0 0,0 0 16,0 0-16,1 0 0,-1 0 15,40-40-15,-40 40 0,0 0 0,0 0 0,41 0 16,-41 0-16,0 0 16,0 0-16,40 0 0,-40 0 0,1 0 0,-1 0 15,0 0-15,0 0 0,0 0 0,40 0 0,1-41 16,-41 41-16,0 0 15,40-40-15,-40 40 0,0 0 0,0 0 16,41 0-16,-41 0 16,40 0-16,-40 0 0,40 0 0,-39 0 0,39 0 15,-40 0-15,0 0 0,0 0 16,0 0-16,0 0 0,1 0 0,-1 0 0,0 0 16,0 0-16,0 0 0,0 0 0,0 0 15,0 0-15,1 0 16,39 0-16,-40 0 0,0 0 0,40 0 0,-40 0 15,41 0-15,-41 0 0,0 0 16,0 0-16,0 0 0,0 0 0,0 0 0,1 0 16,-1 0-16,0 0 15,0 0-15,0 0 0,0 0 0,0 0 0,41 0 16,-41 0-16,0 0 0,0 0 16,40 0-16,0 0 0,-39 0 0,39 0 0,0 0 15,-40 0-15,40 0 0,1 0 0,-1 0 0,0 0 16,-40 0-16,41 0 15,-41 0-15,40 0 0,-40 0 0,0 0 0,41 0 16,-41 0-16,40 0 0,-40 0 16,40 0-16,-40-40 0,41 40 0,-41 0 0,40 0 15,0 0-15,-40 0 16,41-40-16,-1 40 0,0 0 0,0 0 0,-39 0 16,39 0-16,0 0 0,0 0 0,1 0 0,-1 0 15,0 0-15,0 0 0,1 0 16</inkml:trace>
  <inkml:trace contextRef="#ctx0" brushRef="#br0" timeOffset="114123.1368">4615 8020 0,'0'0'0,"-41"-40"15,41 0 1,41 40 0,-41-40-16,120 0 15,-40 40 1,81 0-1,-41 120 1,-80-80 0,40 41-1,1 39 1,-81 0 0,0-80-1,-40-40 16,-1 0-31,1 0 32,0-120-17,0 40 1,40-40 0,161-1-1,-81 81 1,40-40-1,-40 0 1,-39 80 0,-1 0-1,-40 40 1</inkml:trace>
  <inkml:trace contextRef="#ctx0" brushRef="#br0" timeOffset="114853.0918">5618 8221 0,'-40'0'0,"40"-40"15,0 0 16,40 40-31,0 0 0,40 0 16,-40 0-16,0 0 16,0 40-16,1 0 15,-41 0 1,0 0-16,0 0 0,0 0 0,0 1 16,0-1-16,-41 0 0,41 0 15,-40-40-15,40 40 16,-40-40-16,40-40 31,40 0-15,-40 0-16,0 0 15,40 40-15,-40-41 0,41 41 0,-1-40 0,0 40 16,-40-40-16,40 40 0,0 0 0,0-40 0,0 40 16,-40-40-16,40 40 15,1-40-15,-41 0 16,40 40-1,-40-40 17,-40 40-17,-1 0 1,1 0-16,40 40 16,-40-40-16,40 40 0,-40-40 0,40 40 15,0 0 1,0 0-16,0 0 0,80 0 15,-80 1 1,40-41-16,-40 40 0,41-40 0,-1 40 16,0-40-1,0 0-15,0 0 0</inkml:trace>
  <inkml:trace contextRef="#ctx0" brushRef="#br0" timeOffset="115323.0252">6460 8101 0,'40'0'16,"-80"0"-16,80 40 15,-40 0 1,0 0-16,81 40 16,-1-40 15,0-40-16,41-80 1,-81 40 0,-40 0-1,0-40 1,0 120 31,0 0-47,-40 0 15,40 0-15,0 0 0,0 0 16,0 0-16,0 1 16,0-1-16,-41 0 0,41 0 0,0 0 0,0 0 15,0 0-15,-40 0 16,40 0-16,0 0 0,0 1 0,-40-1 0,40 0 16,-40 0-16,40 0 0,-40 0 0,0 0 15,0-40 1,40 40-16,-40-40 0,-1 0 0,1 0 15,0-40 1,40 0-16,0 0 16,0 0-16</inkml:trace>
  <inkml:trace contextRef="#ctx0" brushRef="#br0" timeOffset="116123.0145">7624 7780 0,'-40'0'16,"0"0"0,0 0 30,40 40 142,-40-40-172,40 40-16,0 0 0,-41-40 0,41 40 15,-40 0-15,40 0 16,-40 1-16,40-1 0,0 0 0,0 0 15,0 0-15,0 0 16,0 0-16,0 0 0,40 0 0,-40 1 16,40-41-16,-40 40 0,41 0 15,-1-40-15,0 40 0,0-40 0,0 0 16,0 0-16,0 0 0,0 0 16</inkml:trace>
  <inkml:trace contextRef="#ctx0" brushRef="#br0" timeOffset="116602.9303">7985 8381 0,'40'0'31,"0"-40"-15,1 0-16,-41 0 15,0 0 1,40 40-16,-40-40 0,0 0 0,0 0 16,0 0-1,0-1-15,0 1 0,0 0 16,0 0-16,0 0 0,0 0 16,-40 40 30,40 40-14,0 0-32,-41 0 15,41 0 1,0 0-16,-40 1 0,40-1 16,0 0-16,0 0 0,0 0 0,0 0 15,0 0-15,40 0 16,-40 0-16,41-40 0,-41 41 15,40-41-15,0 0 16,-40 40-16,40-40 0,0 0 16,0 0-16,0 0 15,-40-40-15,40 40 0,-40-41 0,41 41 0,-41-40 16</inkml:trace>
  <inkml:trace contextRef="#ctx0" brushRef="#br0" timeOffset="116882.9327">8748 7780 0,'0'-40'31,"40"40"-31,0 0 15,0 0-15,0 40 16,0 0-16,-40 40 16,40-80-16,-40 40 15,0 0-15,0 0 0,0 1 0,0-1 0,0 0 16,-40 0-16,40 0 0,-40 0 0,0 0 0,0 0 16,0 41-16,-41-41 0,41 0 15,-40 0-15</inkml:trace>
  <inkml:trace contextRef="#ctx0" brushRef="#br0" timeOffset="119612.7286">19582 6938 0,'0'0'0,"-40"0"31,-1 0 1,82 0 46,-1 0-78,-40-40 15,40 40-15,0 0 16,0 0-16,0-41 0,0 41 0,0 0 16,1 0-16,-1 0 0,0 0 0,0 0 0,0 0 15,0 0-15,0 0 0,0 0 16,1 0-16,39-40 0,-40 40 0,0 0 15,0 0-15,0 0 16,0 0-16,41 0 0,-41 0 0,40 0 0,-40-40 16,0 40-16,41 0 0,-41 0 15,40 0-15,-40 0 0,0 0 0,0 0 0,0 0 16,1 0-16,-1 0 0,0 0 0,0 0 0,0-40 16,0 40-16,0 0 15,41 0-15,-41-40 0,0 40 0,0 0 16,0 0-16,0 0 0,0 0 15,41-40-15,-41 40 0,40 0 0,-40 0 0,40 0 16,-39-40-16,39 40 16,-40 0-16,40 0 0,-40 0 0,41 0 0,-41-40 15,40 40-15,-40 0 0,0 0 16,0 0-16,0 0 0,1 0 0,-1 0 0,0 0 16,0 0-16,0 0 0,0 0 0,0 0 0,0 0 15,1 0-15,-1 0 16,0 0-16,0-40 0,0 40 0,0 0 0,0 0 15,41 0-15,-41 0 0,0 0 16,0 0-16,40 0 0,-40 0 0,0 0 0,1 0 16,39 0-16,-40 0 15,0 0-15,0 0 0,0 0 0,0 0 16,1 0-16,-1 0 0,0 0 16,0 0-16,0-41 0,0 41 15,0 0-15,41 0 0,-41 0 0,0 0 0,0 0 16,0 0-16,0 0 15,0 0-15,0 0 0,1 0 0,-1 0 16,0 0 0,0 0-1,0 0 1,0 0-16,0 0 0,0 0 16,1 0-16,-1 0 0,0 0 15,0 0-15,0 0 16,0 0-16,0 0 15,0 0 1,1 0-16,-1 0 0,0 0 16,0 0-16,0 0 0,0 0 15,0 0-15,1 0 0,-1 0 0,0 0 0,0 0 16,0 0-16,0 0 0,0 0 0,0 0 0,1 0 16,-1 0-1,0 0-15,0 0 0,0-40 0,0 40 16,0 0-16,0 0 0,1 0 15,-1 0-15,0 0 0,0 0 0,40 0 0,-40 0 16,0 0-16,1 0 16,-1 0-16,0 0 0,0 0 0,0 0 0,0 0 15,0 0-15,0 0 0,1 0 16,-1 0-16,0 0 0,0 0 0,0 0 16,0 0-16,0 0 0,41 0 0,-41 0 0,0 0 15,40 0-15,-40 0 16,0 0-16,0 0 0,41 0 0,-41 0 0,0 0 15,0 0-15,40 0 0,-40 0 16,1 0-16,-1 0 0,0 0 0,0 0 0,0 0 16,0 0-16,0 0 15,0 0-15,1 0 0,-1 0 0,0 40 0,40-40 16,-40 0-16,0 0 0,41 0 0,-41 0 0,0 0 16,40 0-16,-40 0 0,0 0 15,0 0-15,41 0 0,-41 0 0,0 0 0,0 0 16,0 0-16,0 0 15,1 0-15,-1 0 0,0 0 0,0 0 0,40 0 16,-40 0-16,0 0 0,41 0 16,-41 0-16,40 0 0,-40 0 0,40 0 0,-39 0 15,39 0-15,-40 0 16,0 0-16,0 0 0,40 0 0,-39 0 0,-1 0 16,0 0-16,0 81 0,0-81 0,0 0 0,0 0 15,0 0-15,1 0 0,-1 0 16,0 0-16,40 0 0,-40 0 0,0 0 0,41 0 15,-41 0-15,0 0 16,40 0-16,-40 0 0,0 0 0,0 0 0,1 0 16,-1 0-16,0 0 0,0 0 15,0 0-15</inkml:trace>
  <inkml:trace contextRef="#ctx0" brushRef="#br0" timeOffset="120922.6491">21628 7379 0,'0'40'15,"40"-40"16,0 0-15,-40-40-16,40 40 0,1 0 0,-1 0 0,0 0 16,0 0-16,0 0 15,0 0-15,0 0 0,1 0 0,-1 0 0,0 0 16,0 0-16,0 40 0,0-40 16,0 40-1,0-40-15,-40 40 0,0 0 0,41-40 0,-41 40 16,40 0-16,-40 1 15,40-1-15,-40 0 0,0 0 16,0 0 0,0 0-16,0 0 15,-40-40 17,40-40-32,0 0 31,0 0-31,-40 0 0,40 0 15,0 0-15,0-1 0,80-39 16,-80 40-16,40 0 0,-40 0 0,40 0 0,-40 0 16,80 0-16,-80-1 15,40 41-15,1-40 0,-1 0 0,0 0 16,0 40-16,0-40 0,0 40 16,0 0-16,0 0 15,1 0-15,-1 0 31,0 0-31</inkml:trace>
  <inkml:trace contextRef="#ctx0" brushRef="#br0" timeOffset="121682.6031">23073 7700 0,'0'0'0,"40"0"63,-40-40-63,40 40 0,0 0 16,0 0-16,0 0 15,0 40 1,-40 0-16,0 0 15,0 0-15,0 0 16,0 0-16,0 0 0,-40 0 16,40 0-1,0 1 1,-40-41 0,40-41-1,0 1-15,40 40 16,-40-40-16,40 40 15,-40-40-15,81 0 0,-41 40 0,40-40 16,-80 0-16,40 40 0,0 0 16,0-40-16,1 40 0,-1-40 0,0 40 31,-40-40-31,-40 40 47,0 0-32,40 40-15,-41-40 16,1 0-16,40 40 0,-40-40 0,0 0 16,40 40-16,0 0 0,-40-40 15,40 40-15,0 0 0,0 0 16,0 0-16,40 0 0,0 1 31,0-41-31,0 0 0,1 0 16,-1 0-16,0 0 15,0 0-15,0-41 0,0 41 16</inkml:trace>
  <inkml:trace contextRef="#ctx0" brushRef="#br0" timeOffset="122172.5924">23955 7780 0,'0'-40'31,"41"40"-31,-1 0 0,0 0 16,-40 40-1,40 0-15,-40 0 0,0 0 16,0 0-16,-40 0 0,40 0 16,-40-40-16,40 41 15,-40-41-15,40 40 0,-41-40 0,41 40 16,41-80 15,-1 0-15,0-1-16,0 41 0,0-80 15,0 40 1,0 40-16,-40-40 0,40 40 0,-40-40 0,41 40 16,-41-40-16,40 0 0,-80 40 62,-1 0-62,41 40 0,0 0 16,-40-40-1,40 40-15,0 0 0,0 0 16,0 0-16,0 0 16,40-40-1,-40 41-15,41-1 0,-1-40 16,0 0-16,-40 40 0,40-40 15,0 0-15,0 0 0,40 0 0</inkml:trace>
  <inkml:trace contextRef="#ctx0" brushRef="#br0" timeOffset="122572.6242">25280 7138 0,'-41'0'16,"1"0"-1,40 40 32,-40 0-31,0 0-16,40 1 0,-40-1 0,40 0 16,0 0-16,0 0 0,-40 0 0,40 0 0,0 0 15,0 0-15,0 1 0,0-1 16,0 0-16,0 0 0,40 0 0,-40 0 0,0 0 15,40 0-15,0-40 16,-40 40-16,40 0 0,0-40 0,1 41 16,-1-41-16</inkml:trace>
  <inkml:trace contextRef="#ctx0" brushRef="#br0" timeOffset="123082.5392">25841 7740 0,'-40'0'16,"80"0"-16,-40 0 31,41 0-31,-41-40 16,40 40-16,-40-40 0,40 40 0,-40-41 0,0 1 15,40 0 1,-40 0-16,0 0 0,0 0 0,0 0 15,40 0-15,-40 0 16,0-1-16,-40 41 0,40-40 16,-40 0-1,40 0-15,-40 40 16,0 80 46,40-40-46,-41-40 0,41 41-16,0-1 0,0 0 0,0 40 15,0-40-15,-40 0 16,40 0-16,0 0 0,0 1 0,0-1 0,0 0 16,-40 0-16,40 0 0,0 0 0,0 0 0,0 0 15,40-40 1,-40 40-16,40-40 0,41 0 0,-41 0 15,0-40 1,0 40-16,0-40 0,0 40 0,-40-40 0,40 40 16,1-40-16,-1 0 15</inkml:trace>
  <inkml:trace contextRef="#ctx0" brushRef="#br0" timeOffset="123472.569">26644 7178 0,'0'40'0,"80"-40"16,-40 0-1,0 0-15,41 81 31,-41-41-31,-40 0 0,40 160 32,-281 81-17,121-201 1,-1 0-16</inkml:trace>
  <inkml:trace contextRef="#ctx0" brushRef="#br0" timeOffset="129122.1543">1525 9224 0,'0'-40'15,"40"40"1,-40-41 0,0 1-1,0 80 32,-40-40-31,0 41-1,40-1-15,-81-40 0,81 40 0,-40-40 16,0 0-16,40 40 0,-40-40 0,0 40 0,0-40 16,40 40-16,-40-40 0,40 40 15,-40-40-15,40 40 0,0 0 31,80-40-15,-80 40-16,80-40 16,-40 41-16,0-41 0,0 0 15,1 40-15,-1-40 0,-40 40 16,40-40 0,-40 40-16,0 0 0,0 0 15,0 0 1,-40 0-16,0 0 15,-1-40 1,41 41-16,-40-41 0,0 0 0,0 0 16,0 0-16,0 0 15,0 0-15,40-41 0,-40 41 16,40-40-16,0 0 16</inkml:trace>
  <inkml:trace contextRef="#ctx0" brushRef="#br0" timeOffset="129422.2084">1725 9464 0,'0'40'31,"0"0"0,41-40-31,-41 41 16,40-41-16,-40 40 0,0 0 0,0 0 16,0 0-1,0 0-15,0 0 16,0 0-1</inkml:trace>
  <inkml:trace contextRef="#ctx0" brushRef="#br0" timeOffset="129622.1218">1926 9384 0,'0'0'0,"-40"0"16,0-40-1</inkml:trace>
  <inkml:trace contextRef="#ctx0" brushRef="#br0" timeOffset="130182.1649">2207 9384 0,'0'40'16,"0"0"31,40 0-47,-40 0 0,0 1 15,0-1-15,0 0 16,0 0-16,0 0 0,0 0 0,0 0 16,40-40 15,-40-40-31,40 0 16,0-40-16,1 40 15,-41 0-15,40 40 0,-40-41 0,40 41 16,0 0-1,-40 41 1,40-41 0,-40 80-16,0-40 0,0 0 15,0 0 1,0-80 15,0 0-15,0 0-16,40 0 0,-40 0 15,0-1 1,40 41-16,0-40 0,1 40 0,-1 0 16,0 0-1,-40 40-15,40-40 0,-40 41 16,0-1-16,40 0 0,-40 0 16,0 0-1,0 0-15,0 0 16,0 0-16,0 0 15</inkml:trace>
  <inkml:trace contextRef="#ctx0" brushRef="#br0" timeOffset="130402.1499">3050 9625 0,'0'-40'16,"0"80"31,40 0-32,-40 0-15,0 0 0,0 0 16,0 0-16,0 0 0,0 0 16,0 1-16</inkml:trace>
  <inkml:trace contextRef="#ctx0" brushRef="#br0" timeOffset="130612.1084">3290 9264 0,'0'-40'15,"0"80"-15,-80-161 16,40 121-16,40-40 16,0 80 15,0 1-31</inkml:trace>
  <inkml:trace contextRef="#ctx0" brushRef="#br0" timeOffset="130942.1172">3652 9304 0,'0'40'47,"0"0"-47,0 0 16,0 0-16,40 0 15,-40 0-15,0 1 0,0-1 16,0 0-16,0 0 15,0 0-15,0 0 0,0 0 0,0 0 16,0 0 0</inkml:trace>
  <inkml:trace contextRef="#ctx0" brushRef="#br0" timeOffset="131432.0883">4213 9625 0,'0'0'0,"-40"-40"16,0 40 15,0 0 0,40 40-31,-40-40 0,40 40 0,0 0 0,-40 0 16,40 0 0,0 0-16,40-40 15,0 0 1,0 0 0,-40-40-16,40 40 0,-40-40 15,0 0 1,0 0-16,-40 40 31,40 40 0,40-40-15,-40 40-16,0 0 0,40 0 16,-40 0-1,0 0-15,40-40 0,-40 41 0,41-41 16,-41 40-16,40 0 15</inkml:trace>
  <inkml:trace contextRef="#ctx0" brushRef="#br0" timeOffset="132542.019">4855 9665 0,'-40'0'62,"80"0"48,0 0-110,1 0 15,-1 0 1,0 0-16,0 0 15,0 40 1,-40 0-16,40 0 16,-40 0-16,0 0 15,40-40-15,-40 40 0,0 1 16,0-1-16,0 0 16,-40-40-1,0 0 1,0 0-1,40-40-15,0 0 32,0-1-32,0 1 0,40 0 0,-40 0 15,40 0-15,0 40 0,-40-40 16,40 40-16,1-40 16,-1 40-16,0 0 15,0 0 1,0 0-16,0 0 15</inkml:trace>
  <inkml:trace contextRef="#ctx0" brushRef="#br0" timeOffset="132762.003">5658 9705 0,'0'40'78,"0"0"-78,40 0 15,-40 0-15,0 0 0,0 1 16,0-1 0</inkml:trace>
  <inkml:trace contextRef="#ctx0" brushRef="#br0" timeOffset="132941.9233">5778 9464 0,'0'-40'16,"0"80"-16,-40-80 15,40 0-15,0 0 0,0 0 32</inkml:trace>
  <inkml:trace contextRef="#ctx0" brushRef="#br0" timeOffset="133221.9787">5979 9344 0,'-80'0'47,"80"40"-31,40-40 0,-40 40-16,0 0 15,40 0-15,-40 0 0,0 1 0,40-41 0,-40 40 16,0 0-16,40 0 0,-40 0 15,0 0-15,0 0 0,0 0 16,0 0 0,0 1-16</inkml:trace>
  <inkml:trace contextRef="#ctx0" brushRef="#br0" timeOffset="133791.9443">6179 9745 0,'81'0'47,"-41"0"-47,-40-40 16,40 40-16,0 0 15,-40 40 48,0 0-48,40-40-15,-40 40 16,40-40 0,0 0-16,1 0 15,-1 0 1,0 0-16,0 0 15,-40-40-15,0 0 16,40 40-16,-40-40 0,0 0 16,0 80 46,0 0-62,0 0 16,0 0-16,0 0 15,0 0-15,0 1 0,0-1 0,0 0 0,0 0 16,0 0-16,-40 0 16,40 0-16,0 0 0,0 0 0,0 0 0,-40 1 15,0-1-15,40 0 0,-40-40 0,-1 40 0,1 0 16,0-40 0,0 40-16,0-40 0,0 0 0,0 0 0,0 0 15,-1 0-15,1 0 16,0-40-16,0 0 0</inkml:trace>
  <inkml:trace contextRef="#ctx0" brushRef="#br0" timeOffset="134761.812">7343 9504 0,'0'0'16,"-40"-40"-1,40 0 1,0 80 0,0 0-1,40 81 1,0-41-16,-40 80 31,0-39-15,0-81-1,0-80 17,40 40-32,81-40 15,-81-1 1,0 41 0,0 0-1,-40 41 1,0-1-1,-40 0 1,-80 0 0,-1-40-1,121-40 1,0 0 0,121 0-1,-1-1 16,0 1-15,1 0 0,-41 0-1,-80 0-15,40 40 32,-40-40-32,0 0 15,0 0 16,-40 40 16,0 0-31,40 40 0,-40-40-1,40 40-15,0 0 0,0 0 31,0 0-31,40-40 0,-40 40 16,40-40-16,0 0 16,0 0-16,0 0 15,1 0-15,-41-40 0,40 40 16,-40-40 0,40 40-16,-40-40 0,40 40 15,-40-40-15</inkml:trace>
  <inkml:trace contextRef="#ctx0" brushRef="#br0" timeOffset="135071.8668">8547 9304 0,'0'0'0,"0"40"47,0 0-47,0 0 0,0 0 16,-40 0-16,40 0 16,0 1-16,0-1 0,0 0 0,0 0 15,40 0-15,-40 0 16,40 0-16,-40 0 0,0 0 15,40 1 1</inkml:trace>
  <inkml:trace contextRef="#ctx0" brushRef="#br0" timeOffset="135571.8359">8667 9825 0,'0'0'0,"-40"0"0,40-40 32,40 40-32,-40-40 0,40 40 15,-40-40-15,41 40 0,-1 0 0,0-40 32,-40 80 30,0 0-46,40 0-16,-40 0 0,40-40 15,-40 40-15,0 0 16,40-40-16,-40 41 0,0-1 16,40-40-1,0 0 1,-40-40-1,0-1-15,0 1 16,0 0 0,0 0-16,0 0 31,41 40-15,-1 0-16,-40 80 15,40-80-15,0 0 16,0 0-16,-40 40 15,40-40-15,0 0 16,0 0-16,1 0 0,-1 0 0,0 0 16,0 0-16</inkml:trace>
  <inkml:trace contextRef="#ctx0" brushRef="#br0" timeOffset="135961.7449">9590 9785 0,'-40'0'0,"80"0"0,0 0 47,0 0-47,1 0 16,-1 0 0,0 0-16,0 0 15,-40-40-15,40 40 16,-40-40-16,40 40 15,-40-40-15,0 0 16,-40 40 0,0 0-16,0 0 15,0 0 1,0 40-16,40 0 0,-41-40 16,1 0-1,40 40-15,0 0 0,0 0 0,0 0 16,0 0-1,81-40-15,-81 41 0,40-41 16,0 40 0,0-40-16,0 0 0,0 0 15</inkml:trace>
  <inkml:trace contextRef="#ctx0" brushRef="#br0" timeOffset="136411.7963">10232 9705 0,'0'40'0,"40"-40"31,0 0-15,-40-40-1,0 0 17,-40 40-32,0 0 31,0 40-31,0 0 31,40 0-31,0 40 16,80 1 15,41-41-15,-1-40-1</inkml:trace>
  <inkml:trace contextRef="#ctx0" brushRef="#br0" timeOffset="136831.7596">10593 9705 0,'0'0'0,"0"-40"31,40 0-15,1 120-1,39 0 1,-80 0 15,40-80 0,-40-40-31,40 40 16,40-40 0,1 0-1,-1 40 1,-40 80 0,0-40-16,-40 81 31,40-41-16,41 0 1</inkml:trace>
  <inkml:trace contextRef="#ctx0" brushRef="#br0" timeOffset="137511.7362">12319 9264 0,'0'0'0,"-40"0"0,40 40 47,0 0-32,0 0-15,0 0 0,0 0 0,0 0 16,0 0-16,0 1 16,0 39-16,0-40 0,40 0 0,-40 0 0,0 0 15,0 0-15,40 0 0,-40 1 0,0-1 0,0 0 16,0 0-16,0 0 0,0 0 16,0 0-16</inkml:trace>
  <inkml:trace contextRef="#ctx0" brushRef="#br0" timeOffset="138111.7048">12118 9905 0,'40'0'16,"0"0"-1,161-40 17,-81 0-17,-39 0 1,-41-40 0,-40 120 30,0 0-30,0 0-16,0 0 0,40-40 16,-40 40-16,0 1 0,40-41 0,-40 40 0,40-40 15,0 0-15,-40 40 0,40-40 16,1 0-16,-1 0 0,0 0 0,0 0 16,0 0-1,-40-40-15,40 40 0,-40-40 0,40-1 16,-40 1-1,0 0-15,0 80 47,0 0-47,0 1 0,0-1 16,40 0 0,1-40-16,-1 0 0,0 0 15,0 0 1,-40-40-16,40 40 15,-40-40-15,0-1 16,0 1-16,0 0 0,-40 0 16,40 0-16,0 0 0,0 0 31</inkml:trace>
  <inkml:trace contextRef="#ctx0" brushRef="#br0" timeOffset="138461.6077">13763 9665 0,'40'0'15,"-80"0"-15,161 0 16,-81 0-16,0 0 0,0 40 16,-40 40 15,0 0-16,-80 1 1,-41-41 0,41-40 15,0-81-15,80-79-1,40 80 16,0 40-15,0 80 0,-40 0-16</inkml:trace>
  <inkml:trace contextRef="#ctx0" brushRef="#br0" timeOffset="139731.5833">1445 10988 0,'0'-40'16,"-41"0"0,1 40 15,-80 120-15,40 1-1,40-1 16,80-40-15,0-80-16,0 0 16,0 0-16,0 0 0,0-40 15,41-80 17,-41-41-17,-40-39 1,-40 80 15,-1 120-15,41-41-1,-40 41 1,40 41 15,0 79-15,0 80-1,81-39 17,-41-41-17,0-120-15</inkml:trace>
  <inkml:trace contextRef="#ctx0" brushRef="#br0" timeOffset="139951.5722">1886 10948 0,'-40'0'16,"0"0"-1,40 40 1,0 40 0,40 81-1,-40-41 16,0-40-15,40-80 0</inkml:trace>
  <inkml:trace contextRef="#ctx0" brushRef="#br0" timeOffset="140101.4859">2087 10748 0,'-41'-40'16,"1"40"-16</inkml:trace>
  <inkml:trace contextRef="#ctx0" brushRef="#br0" timeOffset="140391.544">2608 10868 0,'-40'0'16,"80"0"-16,-120 0 16,40 0-16,40 40 46,0 0-46,0 0 16,0 0-16,0 0 0,0 1 0,0 39 0,0-40 16,0 0-16,0 0 0,0 0 0,0 40 0,0-39 15,0-1-15,40 40 0,-40-40 16,0 0-16,0 0 0,0 0 0,0 0 0,0 0 16,0 1-1</inkml:trace>
  <inkml:trace contextRef="#ctx0" brushRef="#br0" timeOffset="140571.5331">2327 11670 0,'-40'0'15,"80"0"1,41-40-16,-1 0 15,0 0 1,40-40-16</inkml:trace>
  <inkml:trace contextRef="#ctx0" brushRef="#br0" timeOffset="140871.5154">3250 10788 0,'0'0'16,"-40"0"-16,40 40 15,-40-40 1,40 40 0,0 40-16,0 81 31,0 79-16,40-79 1,-40-1 0,-80-120 15,40 0-31</inkml:trace>
  <inkml:trace contextRef="#ctx0" brushRef="#br0" timeOffset="141011.5065">2929 11670 0,'0'-40'16,"0"0"-1,40 0-15,81-40 32,-41-1-32</inkml:trace>
  <inkml:trace contextRef="#ctx0" brushRef="#br0" timeOffset="141411.4817">3571 11068 0,'0'0'15,"-40"0"-15,0 0 16,80 0-1,81 0 17,-41 0-17,0 121 1,-80-1 0,-40 0 15,0-79-16,0-41 1,40-161 0,40 1 15,40 39-15,40 81-1,-79 40-15</inkml:trace>
  <inkml:trace contextRef="#ctx0" brushRef="#br0" timeOffset="141731.4061">4173 11109 0,'0'0'0,"0"40"15,40-40-15,0 0 32,1-40-17,39-1 1,-40-39 15,-40 40-15,-80 0-1,-1 40 1,1 120 15,80 1-15,0-1-1,40-80 17,81 0-17,-41-40-15</inkml:trace>
  <inkml:trace contextRef="#ctx0" brushRef="#br0" timeOffset="142121.3635">4855 10988 0,'-40'0'0,"40"40"47,0 0-31,40 1-1,-40-1-15,40-40 16,-40 40-1,0-80 17,41 0-32,-41-1 15,40 1-15,0 0 0,0 0 16,0 0-16,0 40 16,-40-40-16,40 40 0,0 0 31,-40 40-31,41-40 15,-41 80-15,0-40 16,0 0-16,0 1 0,0-1 0,0 0 16,0 0-16,0 0 0,0 0 0,0 0 15,0 0 1</inkml:trace>
  <inkml:trace contextRef="#ctx0" brushRef="#br0" timeOffset="142401.3553">5698 10748 0,'-40'0'16,"80"0"-16,-160 0 31,120 40-16,0 0 1,0 0-16,0 0 0,0 0 16,0 0-16,40 0 0,-40 0 0,0 1 0,0-1 15,0 0-15,0 0 16,0 0-16,0 0 0,0 0 0,40 0 31,40-40-15</inkml:trace>
  <inkml:trace contextRef="#ctx0" brushRef="#br0" timeOffset="142611.3383">5618 11149 0,'0'0'16,"-40"0"-16,-1 0 15,1 0 1,161-40 15,79-1-15,-39 1-1,-161 0-15</inkml:trace>
  <inkml:trace contextRef="#ctx0" brushRef="#br0" timeOffset="143011.3873">7022 10828 0,'-40'-40'15,"80"80"-15,-160-120 16,80 80-16,-1 40 16,-39 40 15,80 80-15,40 1-1,0-1 16,-40-80-15,0-39 0,-120-41-1,-40-81 17,119 41-32</inkml:trace>
  <inkml:trace contextRef="#ctx0" brushRef="#br0" timeOffset="143291.3679">7223 11028 0,'0'40'15,"-40"-40"1,40 41 0,0-1-1,0 80 1,0 0 0,0-39 15,40-81-31</inkml:trace>
  <inkml:trace contextRef="#ctx0" brushRef="#br0" timeOffset="143451.3555">7263 10948 0,'-40'0'15,"80"0"-15,-120 0 16,80-40-16,40 40 16</inkml:trace>
  <inkml:trace contextRef="#ctx0" brushRef="#br0" timeOffset="144041.3213">7825 11068 0,'-121'0'15,"242"0"-15,-322 0 16,161 0-16,40 41 31,0-1-15,40-40-1,-40 40-15,40-40 32,-40-121-17,0 81 1,0 121 15,40-41-15,-40 0-16,40 0 0,-40 0 0,0 0 15,0 0-15,0 0 16,0 0-16,0 1 0,0-1 0,0 40 0,0-40 16,0 0-16,0 0 0,0 40 0,0-40 0,0 1 15,-40-1-15,40 0 0,-40 0 16,40 0-16,-40-40 0,40 40 0,0 0 0,-40-40 16,40 40-1,-40-40 1,0-40-1,0 0 1,40 0 0,0 0-16,0 0 0,0 0 15,0 0-15,0-1 0,40 41 0,-40-40 16,40 40-16,-40-40 16,40 40-16,-40-40 0,40 0 15,0 0 1,0 40-16,-40-40 0,0 0 15,40 40-15,-40-40 0</inkml:trace>
  <inkml:trace contextRef="#ctx0" brushRef="#br0" timeOffset="144451.298">7985 11149 0,'0'-40'15,"0"80"-15,0-121 31,40 81-15,0 0 0,-40 41-16,0-1 0,41-40 0,-41 40 15,0 0-15,40-40 0,-40 40 0,0 0 16,0 0 0,0 0-16,0 0 0,0 1 15,0-82 32,0 1-47,40 40 0,0-40 16,-40 0-16,40 40 15,-40 40 17,0 0-17,40-40-15,-40 40 16,0 1-16,0-1 15,0 0-15,0 0 16,40 0 0,0-40-16</inkml:trace>
  <inkml:trace contextRef="#ctx0" brushRef="#br0" timeOffset="145041.2616">8988 11389 0,'-40'0'16,"80"0"-16,-120-40 0,40 40 0,0 0 16,0-40-1,0 40 1,40 40 0,0 0-1,40-40-15,-40 40 31,40-40-15,-40-80 0,40 80-1,-40-40 1,0 80 0,40 0-1,0 41 1,0-81-1,0 0 1,1 0 0,-1-81-1,-40-79 1,0-1 15,-40 41-15,-1 80-1,41 80 17,0 80-17,41 121 1,-1-40 0,-40-81 15</inkml:trace>
  <inkml:trace contextRef="#ctx0" brushRef="#br0" timeOffset="146001.2037">9951 11028 0,'-40'0'0,"80"0"47,0 0-31,1 0-16,-1 0 0,0 0 15,0 0-15,0 40 16,0 1-16,-40-1 15,0 0-15,0 0 16,0 0-16,0 0 0,0 0 0,0 0 16,-40 0-16,0 1 0,40-1 15,-40-40 1,40 40-16,-40-40 0,40-40 31,0 0-31,40 40 0,-40-41 16,40 1-16,-40 0 15,40 40-15,0-40 0,-40 0 0,40 0 0,0 0 16,1 0-16,-1 0 16,0-1-16,0 41 0,-40-40 15,40 40-15,-40-40 0,40 0 16,-40 0 15,-40 80-15,40 0-16,-80-40 15,80 40-15,0 0 16,-40 1-16,40-1 0,-40 0 0,40 0 16,0 0-16,0 0 0,40-40 15,-40 40-15,40-40 0,0 40 16,0-40-16,0 0 0,0 0 0,0 40 0,41-40 16,-41 0-16,0 0 15,0 0-15,0 0 0,0 0 16,-40-40-16,41 40 15,-41-40-15,-41 0 32,1 40-17,0 0-15</inkml:trace>
  <inkml:trace contextRef="#ctx0" brushRef="#br0" timeOffset="146681.0902">11436 11510 0,'0'40'0,"0"0"31,0 0-15,0 0-16,0 0 15,-40-40-15,40 40 16,-40 0-1,0-40-15,0 0 16</inkml:trace>
  <inkml:trace contextRef="#ctx0" brushRef="#br0" timeOffset="147381.1198">12399 10868 0,'-40'0'0,"80"0"0,-80 40 16,0-40-16,40 40 15,0 40 16,0 1-31,80-41 16,-40 0 15,-40-80-15,0 0 0,80-1-1,-39 1 1,-41 0-1,0 80 32,0 0-31,-41 1-16,41-1 0,0 0 16,0 0-16,0 0 15,0 0-15,0 0 0,-40 0 0,40 0 0,0 1 16,0-1-16,0 0 15,0 0-15,0 0 0,0 0 0,0 0 16,-40 0-16,40 0 0,0 0 16,-40 1-16,40-1 15,-40-40-15,40 40 0,-40-40 0,0 0 16,40 40 0,-40-40-16,-1 0 0,1 0 15,0 0-15,0 0 16,40-40-16,-40 40 15,40-40-15,0 0 16,0-1-16,0 1 16,40 40-16,-40-40 0,40 40 0,-40-40 0,80 0 15,-39 40-15,-1-40 16,0 40-16,0 0 0,0 0 0,-40-40 16,40 40-16,0 0 15</inkml:trace>
  <inkml:trace contextRef="#ctx0" brushRef="#br0" timeOffset="150520.9303">19742 9184 0,'0'-41'63,"40"41"-63,-40-40 31,-40 40 16,0 0 0,0 40-31,0-40-16,0 41 0,40-1 0,-40-40 15,-1 40-15,1 0 16,40 0-16,-40-40 0,40 40 0,0 0 15,0 0 1,0 0-16,40-40 16,-40 40-16,40-40 0,1 41 0,-1-41 15,0 40-15,0-40 16,0 40-16,0-40 0,0 40 16,-40 0-1,0 0 1,0 0-1,0 0-15,-40-40 16,40 40-16,-40-40 0,0 0 16,40 41-16,-40-41 15,0 0-15,0 0 0,-1 40 16,1-40 0,40-81-1</inkml:trace>
  <inkml:trace contextRef="#ctx0" brushRef="#br0" timeOffset="150840.8589">20264 9464 0,'0'40'79,"0"0"-64,0 1-15,0-1 0,0 0 16,0 0-16,0 0 0,0 0 0,0 0 0,-40 0 15,40 0 1,0 1-16,0-1 0</inkml:trace>
  <inkml:trace contextRef="#ctx0" brushRef="#br0" timeOffset="151040.8993">20384 9304 0,'-80'-40'15,"40"0"-15,0 40 16,40-40-16,-81-1 16,81 1-16,41 40 31</inkml:trace>
  <inkml:trace contextRef="#ctx0" brushRef="#br0" timeOffset="151690.8583">20545 9464 0,'-40'40'15,"80"-80"1,0 40 0,-40 40-1,40-40-15,-40 40 16,40-40-16,-40 41 16,0-1-16,0 0 0,0 0 15,0 0-15,0 0 16,0 0-16,0 0 31,0-120-15,40 40-1,0 0 1,-40 0-16,40 0 0,1 0 0,-1-1 16,0 41-1,-40-40-15,40 40 0,0 0 16,-40 40-1,40 1 1,-40-1-16,0 0 0,0 0 31,0-80 1,40 0-17,-40 0 1,40-1-16,-40 1 0,41 0 0,-41 0 15,40 40-15,-40-40 16,40 40-16,-40-40 0,40 40 0,0 0 16,-40 40-1,0 0 1,0 0-16,0 0 0,0 0 16,0 1-1,0-1-15,0 0 0,0 0 16,0 0-1</inkml:trace>
  <inkml:trace contextRef="#ctx0" brushRef="#br0" timeOffset="151920.8444">21708 9304 0,'0'-40'16,"0"80"-16,0 0 31,0 40-15,0-40 0,0 0-1,0 0-15,0 1 0,0-1 16,0 0-16,0 0 15,-40-40-15</inkml:trace>
  <inkml:trace contextRef="#ctx0" brushRef="#br0" timeOffset="152120.8331">21668 8983 0,'0'0'16,"-40"0"-16,40-40 0,0 0 0,-40 40 16</inkml:trace>
  <inkml:trace contextRef="#ctx0" brushRef="#br0" timeOffset="152420.8152">22230 9143 0,'-40'0'0,"40"41"47,0-1-47,40-40 15,-40 80-15,0-40 0,40 0 16,-40 0-16,0 0 0,0 0 0,0 0 16,0 1-16,0-1 15,0 0-15,0 0 0,0 0 16,-40-40-16,40 40 15</inkml:trace>
  <inkml:trace contextRef="#ctx0" brushRef="#br0" timeOffset="152910.7126">22992 9424 0,'-40'0'16,"0"0"-16,40 40 47,-80-40-32,80 40-15,0 0 0,0 1 0,-40-1 16,40 0-1,0 0-15,40-40 16,0 0 0,40 0-16,-40-40 15,1 0-15,-1 0 16,-40-1 0,40 41-16,-40-40 0,0 0 0,0 0 15,0 0-15,0 0 16,0 120 15,0 0-15,0-40-1,0 1-15,40-1 16,-40 0-16,40-40 0,-40 40 16,40-40-16,-40 40 15</inkml:trace>
  <inkml:trace contextRef="#ctx0" brushRef="#br0" timeOffset="153230.7201">23354 9504 0,'40'0'31,"-40"-40"-15,80 40-16,-40 0 0,0 0 0,0 0 15,0 0 1,1 0-16,-1 0 0,-40 40 16,0 0-16,0 1 31,0-1-31,-40-40 16,40 40-1,0-120 16,80 80-31,-80-41 16,0 1-16,40 0 0,0 40 0,0-40 0,-40 0 16,40 40-16,0-40 0,-40 0 15,41 40-15,-41-40 0,40 40 0,0 0 16</inkml:trace>
  <inkml:trace contextRef="#ctx0" brushRef="#br0" timeOffset="153420.7544">24116 9224 0,'0'0'16,"40"0"-1,-40 40 17,40-40-32,-40 40 15,0 0 1,0 0-16,0 0 16,0 0-1,-40-40-15,40 40 0,0 0 16,0 1-1</inkml:trace>
  <inkml:trace contextRef="#ctx0" brushRef="#br0" timeOffset="153620.7414">24357 9103 0,'-40'-80'16,"40"40"-16,0 0 16,40 40 15</inkml:trace>
  <inkml:trace contextRef="#ctx0" brushRef="#br0" timeOffset="153890.7252">24918 8943 0,'0'0'16,"-80"0"-16,40 40 15,40 0 1,0 40-1,40 81 1,-40-1 0,0-80-1,0 1 1,0-122 15</inkml:trace>
  <inkml:trace contextRef="#ctx0" brushRef="#br0" timeOffset="154490.6147">24999 9264 0,'0'0'0,"40"40"32,-40 0-1,40-40-31,0 0 0,0 0 15,0 0 1,0 0 0,-40-40-1,41 40 1,-41-40-16,40 40 0,-40-40 0,0 80 47,0 0-32,0 0-15,40-40 16,-40 40-16,40-40 16,-40 40-1,40-40-15,-40-40 32,0 0-17,0 0 1,0 0-16,0 80 47,0 0-32,0 0-15,0 0 16,0 0-16,0 0 0,-40-40 0,40 40 16,-40 1-16,40-1 15,-40 0-15,40 0 0,-40 0 0,40 0 0,-41 0 16,1 0-16,40 0 0,-40 1 15,40-1-15,-40 0 0,40 0 0,-40-40 0,40 40 16,0 0-16,-40-40 0,40 40 0,-40-40 16,0 0-1,-1 0-15,1 0 16,40-40-16,-40 40 16</inkml:trace>
  <inkml:trace contextRef="#ctx0" brushRef="#br0" timeOffset="155140.6499">26524 8943 0,'-41'0'0,"82"0"0,-82 40 31,41 0-15,41-40-16,-41 40 0,40 0 16,-40 0-1,0 1-15,40-1 0,-40 0 0,0 0 0,0 0 16,0 0-16,0 0 15,0 0-15,0 0 0,0 0 0,0-80 47,40 40-31,0 0 0,-40-40-16,40 40 0,0 0 0,0 0 15,1 40 1,-1 0-1,-40 1-15,0-1 16,-40-40-16,40 40 16,-81-40-16,41 0 0,0 0 0,40 40 15,-40-40-15,0 0 16,0 0-16,0-40 0,40 0 16,0-41-1,80 41-15</inkml:trace>
  <inkml:trace contextRef="#ctx0" brushRef="#br0" timeOffset="155480.5539">27246 9424 0,'0'40'0,"0"-80"47,80 40-47,-40-40 0,-40 0 31,40 40-31,-40-40 0,40 0 16,-40 0-16,0 0 15,-40 40-15,0 0 16,0 0-16,0 0 16,0 0-16,40 40 15,-40-40-15,40 40 0,-40-40 0,40 40 0,-41 0 16,41 0-16,0 0 15,0 0-15,0 0 0,0 0 16,41 1-16,-1-41 0,-40 40 0,40-40 16,0 0-1,0 0-15,0 0 16</inkml:trace>
  <inkml:trace contextRef="#ctx0" brushRef="#br0" timeOffset="155990.5985">28088 8903 0,'-40'-40'0,"0"40"31,40 40 0,0 0-15,-40 0-16,40 0 0,0 0 15,0 0-15,0 41 0,0-41 0,-40 0 0,40 0 16,0 40-16,0-40 0,0 0 0,0 0 0,0 0 16,0 1-16,0-1 15,0 0-15,0 0 16,40-40-16</inkml:trace>
  <inkml:trace contextRef="#ctx0" brushRef="#br0" timeOffset="156600.5608">28129 9424 0,'-41'0'16,"82"0"-16,-41 0 31,40-40-15,0 40-1,-40-40-15,40 40 0,0-40 16,0 0 15,-40 80 32,0 0-63,0 0 15,40-40 1,-40 40-16,40 0 0,-40 0 16,41-40-16,-1 0 31,0-40-15,0 0-1,-40 0-15,40 40 16,-40-40-1,0 80 1,0 0-16,40-40 31,-40 40-31,0 0 0,40-40 16,0 0-16,1 0 16,-1 0-16,-40-40 15,40 40-15,-40-40 16,0 0-16,0 0 0,0 0 15,0 0-15,0 0 0,0 0 16,0-1-16,-40 41 16,40-40-16</inkml:trace>
  <inkml:trace contextRef="#ctx0" brushRef="#br0" timeOffset="156930.483">29252 9424 0,'0'40'16,"-40"-40"-16,80-40 31,0 0-31,0 0 32,41-40-17,-81 40-15,0 0 16,-81 40-1,-39 40 17,40 40-17,80-40-15,0 80 16,0-80-16,40 41 31,0-81-31,0 40 0,0-40 0,41 40 31,-1-40-31</inkml:trace>
  <inkml:trace contextRef="#ctx0" brushRef="#br0" timeOffset="157270.5234">29694 9344 0,'-41'0'16,"82"0"-16,-41 0 15,40 0 1,120-40 0,-120 0-16,0 40 15,-40-40 1,0 0 0,-40 40-16,40-41 15,-40 41-15,0 0 16,-80 41-1,80 119 1,40-40 15,40-80-31,0 41 32,0-81-32,0 0 0,0 0 0,0 0 15</inkml:trace>
  <inkml:trace contextRef="#ctx0" brushRef="#br0" timeOffset="157950.4043">30295 9143 0,'0'-40'31,"0"80"16,41-40-31,-41 81-16,40-81 0,-40 40 15,0 0-15,40 0 0,-40 0 0,0 0 16,0 0 0,0 0-16,40-80 31,-40 0-16,40 0-15,0 0 0,0 40 16,-40-40-16,40 40 16,-40-40-16,41 40 0,-1 0 15,-40 40 1,40-40-16,-40 40 16,40 0-1,0 0-15,-40 0 0,40 0 16,0-40-16,-40 40 15,40-40-15,-40 41 0,41-41 0,-1 0 16,0 0 0</inkml:trace>
  <inkml:trace contextRef="#ctx0" brushRef="#br0" timeOffset="159190.4063">19822 10667 0,'-40'0'16,"0"0"-1,0 0 1,0 0 0,0 41-1,40-1 1,-40-40-16,40 40 0,-40 0 16,40 0-16,0 0 0,0 0 0,-41 0 15,41 0 1,0 0-16,0 1 0,81-1 0,-81 0 15,40 0-15,0-40 16,0 0 0,-40 40 15,-40-40-15,0 40-16,0-40 15,0 0-15,-1 40 0,1-40 0,0 40 16,0-40-1,0 0-15</inkml:trace>
  <inkml:trace contextRef="#ctx0" brushRef="#br0" timeOffset="159720.3187">20304 10828 0,'0'0'16,"-40"0"-1,-40 40-15,-1 40 31,41 0-15,40-40-16,0 41 31,0-41-31,40-40 0,0 0 0,1 0 32,-1-40-17,-40 0 1,40 40-16,-40-81 15,0 41-15,0 0 0,0 0 16,0 0 0,0 80 31,0 0-32,40-40-15,-40 40 0,0 0 16,0 0-1,40 1-15,-40-1 0,40 0 0,0 0 16,-40 0 0,40-40-16</inkml:trace>
  <inkml:trace contextRef="#ctx0" brushRef="#br0" timeOffset="160280.2918">20665 10908 0,'-40'0'16,"40"40"46,0 0-62,0 0 16,0 0-16,0 1 15,0-1-15,0 0 0,0 0 16,80-40 15,-80-40-31,40 0 16,-40 0-16,40-1 16,1 1-16,-1 0 0,0 40 31,0 0-31,-40 40 15,40 0-15,-40 1 16,0-1 0,0 0-16,0 0 15,0-80 32,0 0-47,40 0 0,-40-1 0,40 41 16,-40-40-16,0 0 15,40 0-15,-40 0 16,41 40-16,-1 0 0,-40 40 31,0 0-31,0 0 0,0 0 16,0 1-16,0-1 16,0 0-16,0 0 0,0 0 15,0 0-15</inkml:trace>
  <inkml:trace contextRef="#ctx0" brushRef="#br0" timeOffset="160710.2442">21748 11149 0,'0'0'0,"-40"0"15,80 0 1,1 0 0,-1 0-1,0 0-15,0 0 16,0 0 0,-40-40-16,0-1 15,40 41 1,-40-40-16,0 0 0,0 0 15,-40 40 1,40-40 0,-40 40-16,0 0 15,0 40 1,40 0-16,-40-40 0,40 40 0,0 0 16,-41-40-16,41 41 0,0-1 15,0 0-15,0 0 0,0 0 0,41 0 16,-1 0-1,0-40-15,0 40 16,0-40-16,0 0 16,0 0-16</inkml:trace>
  <inkml:trace contextRef="#ctx0" brushRef="#br0" timeOffset="161260.2799">22952 10667 0,'-40'0'31,"0"0"-31,0 0 15,0 0-15,0 0 16,0 41-16,-1-41 16,1 80-16,40-40 15,0 0 1,0 0-16,0 0 0,40 0 0,-40 0 16,0 0-16,41-40 15,-41 41-15,80-41 0,-80 40 0,40-40 0,-40 40 16,40-40-1,-40 40-15,0 0 32,-40-40-32,0 0 15,40 40-15,-40-40 0,0 0 0,-1 40 16,1-40 0,0 0-16,0 0 0,0 0 15</inkml:trace>
  <inkml:trace contextRef="#ctx0" brushRef="#br0" timeOffset="161530.2159">22992 11028 0,'0'-40'16,"0"0"-16,0 80 31,0 0-31,0 41 31,0 39-15,0-80 0,0 0-1,41-40 1</inkml:trace>
  <inkml:trace contextRef="#ctx0" brushRef="#br0" timeOffset="161690.2533">23193 10748 0,'-40'0'16,"80"0"-16,-120-40 15,120 40 1</inkml:trace>
  <inkml:trace contextRef="#ctx0" brushRef="#br0" timeOffset="162370.1364">23474 11028 0,'0'-40'0,"-40"40"15,40 40 48,40 0-48,-40 1-15,40-41 16,0 0 0,0 0-1,-40-81 1,0 41 0,-40 40 15,40 40-16,0 0 1,0 1 0,0-1-16,0 0 0,0 0 15,0 0-15,0 0 16,0 0-16,0 0 0,0 0 0,0 1 16,0-1-16,0 0 0,-40 0 15,40 0-15,-40 0 0,40 0 0,0 0 16,0 0-16,-40-40 15,40 40-15,-40 1 0,40-1 0,-40 0 16,40 0-16,-41-40 0,41 40 0,-40-40 16,0 0-1,0 0 1,0 0 0,40-40-16,-40 40 15,40-40-15,0 0 16,0 0-16,0-1 0,0 1 0,40 0 15,-40 0-15,40 40 0,0-40 16,0 0 0,0 0-16,1 0 15,-1 40 1,-40-40-16,40 40 0,0-40 16,0 40-16</inkml:trace>
  <inkml:trace contextRef="#ctx0" brushRef="#br0" timeOffset="162850.1822">23835 11068 0,'0'0'15,"40"0"16,-40 41 1,40-41-32,-40 40 0,40 40 15,-40-40 1,0 0-16,0 0 0,41 0 16,-41 0-1,0-80 16,0 0-15,40 0-16,-40 0 0,0 0 16,40 0-16,0 0 15,0 0-15,0 40 32,-40 40-1,0 0-31,40-40 0,-40 40 15,0 0-15,0 0 0,0 0 32,40-40-32,-40 40 0</inkml:trace>
  <inkml:trace contextRef="#ctx0" brushRef="#br0" timeOffset="163540.1401">24678 11109 0,'0'-41'0,"-40"41"16,-1 0-1,1-40 17,0 80-17,0 81 1,0-81-1,40 0 17,80-40-17,-40-80 1,41 0 15,-81 39-15,0 82-1,40-1 1,0 40 15,0-40-15,0-40 0,0-80 15,0-41-16,-40-39 1,0 80 0,0 40-16,-40 0 15,40 0 1,0 80 62,0 0-78,0 0 16,0 0-16,0 0 15,0 40-15,0-40 0,0 0 0,0 1 0,0-1 16,0 0-16,0 0 0,0 0 16,0 0-16,0 0 0,0 0 0,0 0 0,0 1 15,0-1 1,0 0-1</inkml:trace>
  <inkml:trace contextRef="#ctx0" brushRef="#br0" timeOffset="164190.0278">25159 10507 0,'0'40'47,"0"0"-47,0 0 15,-40 0-15,40 1 16,0-1-16,0 0 0,0 0 0,0 40 0,0-40 16,0 40-16,0 1 0,0-41 15,0 0-15,0 0 0,40 0 0,-40 0 0,40 0 16,0 0-16,1-40 15,-1 40-15,0-40 0,0 0 0,0 0 16,40 0-16,-39-40 0</inkml:trace>
  <inkml:trace contextRef="#ctx0" brushRef="#br0" timeOffset="164760.0663">25882 10667 0,'40'0'16,"0"0"0,0 0 15,40 0-16,-40 0-15,0 41 0,1-41 0,-1 120 32,-40-40-17,-81 40 1,-39-80 15,80-40-31,-40-80 31,40-40-15,40 80-16,0 0 0,0 0 0,0 0 31,40-1-31,40 41 32,-40 0-32,40-40 15</inkml:trace>
  <inkml:trace contextRef="#ctx0" brushRef="#br0" timeOffset="165109.9707">26443 10627 0,'0'0'0,"40"0"16,1 0 15,-1 40-31,0 1 16,0-1-1,-40 0-15,40 40 16,-40-40-16,0 0 31,0-80 1,0 0-17,0 0 1,0 0-16,40 0 0,40 40 15,-80-40-15,41-1 0,-1 41 0,0-40 16,0 40-16,0-40 16,0 40-16</inkml:trace>
  <inkml:trace contextRef="#ctx0" brushRef="#br0" timeOffset="165829.9324">27446 10627 0,'41'0'0,"-82"0"31,1 0 16,0 0-16,0 40-31,0 1 0,0-41 16,40 40-16,-40-40 0,40 40 15,0 0-15,0 0 0,40-40 32,0 0-17,0 0-15,-40-40 16,40 40-16,-40-40 0,0 0 16,0 0-16,40-1 0,-40 1 15,0 0 1,0 80-1,0 0 1,40 1 0,-40-1-16,0 0 0,0 0 0,0 0 15,0 0 1,0 0-16,0 0 0,0 40 0,0-39 16,0 39-16,-40-40 0,40 0 15,-40 0-15,40 0 0,-40 0 0,40 0 0,-40-40 16,40 41-16,-40-1 15,0-40-15,0 40 16,-1-40-16,1-80 16,40 39-1,0 1-15,0 0 0,0 0 16,40 40-16,-40-40 16,41 0-16,-41 0 0,40 0 0,0 0 15,0 40-15,-40-41 16,40 41-16,0 0 0,-40-40 15,40 40-15,0 0 0,1-40 16,-1 40 0,0-40-16,0 40 0</inkml:trace>
  <inkml:trace contextRef="#ctx0" brushRef="#br0" timeOffset="166729.8903">27085 10748 0,'0'0'0,"0"-40"16,40 40 62,-40 40-47,0 0-31,0 0 0,0 0 16,0 0-16,0 0 16,0 0-1,-40-40 1</inkml:trace>
  <inkml:trace contextRef="#ctx0" brushRef="#br0" timeOffset="166919.9356">27166 10427 0,'-41'0'0,"1"0"31</inkml:trace>
  <inkml:trace contextRef="#ctx0" brushRef="#br0" timeOffset="167369.9085">27687 10587 0,'0'40'94,"0"0"-79,0 1-15,0-1 16,0 0-16,0 0 16,0 0-16,0 0 0,0 0 15,0 0 1,40-40 0</inkml:trace>
  <inkml:trace contextRef="#ctx0" brushRef="#br0" timeOffset="167539.8454">27647 10467 0,'0'0'0</inkml:trace>
  <inkml:trace contextRef="#ctx0" brushRef="#br0" timeOffset="168009.7977">27888 10708 0,'80'0'47,"-80"-41"-47,40 41 0,0 0 16,0 0 0,-40 41-1,0-1 1,0 0-16,0 0 15,0 0-15,0-80 63,0 0-63,41 0 0,-1 40 16,-40-40-16,40 40 15,0 0-15,0 0 16,-40 40-16,40-40 15,-40 40 1,0 0-16,0 0 16,0 0-16,0 0 15,0 0 17,40-40-32,41 0 0,-41 0 15</inkml:trace>
  <inkml:trace contextRef="#ctx0" brushRef="#br0" timeOffset="168579.7765">28931 10667 0,'-80'0'0,"160"0"0,-200 0 16,80 0-16,-1 0 15,41 41 1,0-1-16,0 0 31,41 0-31,-41-80 47,40 40-47,0-40 16,-40 0-16,40 40 15,0 0 16,-40 40-15,40-40 0,-40 40-16,40-40 0,1 0 0,-1 40 15,-40 0-15,40-40 16,0 0-16,0 0 0,0 0 16,-40-40-1,0 0 1,0 0-16,0 0 0,0-1 15,0 1-15,0 0 0,0 0 16,-40 0-16,40 0 0,0 0 16,0 0-1,-40 80 17,40 0-17,0 0-15,0 0 16,0 0-16,0 0 0,0 0 0,0 1 15,0-1-15,0 0 0,0 0 0,0 0 0,0 0 16,40-40-16,-40 40 16,0 0-16,40-40 0</inkml:trace>
  <inkml:trace contextRef="#ctx0" brushRef="#br0" timeOffset="169949.717">29814 10948 0,'40'0'203,"0"0"-187,0 0-1,-40-40-15,40 40 0,-40-40 0,0 0 16,41 40-16,-41-40 0,0 0 15,0 0-15,0-1 16,0 1-16,0 0 16,-41 40-1,41-40-15,-40 80 47,40 0-31,-40 0-16,40 1 15,0-1-15,40-40 0,0 40 16,1 0 0,-41 0-16,40-40 0,-40 40 15,40-40 1,-40 40-16,0 0 16,0 0-1,-40-40 1,40 40-16,-40-40 0,-1 0 15,1 0-15,0 0 16,0-80-16,0 40 0,40 0 16</inkml:trace>
  <inkml:trace contextRef="#ctx0" brushRef="#br0" timeOffset="170339.7283">30657 10387 0,'0'40'78,"-41"-40"-62,41 40-16,0 0 0,0 0 0,0 0 0,0 0 15,0 0-15,0 1 16,0-1-16,0 0 0,0 0 0,0 0 15,0 0-15,0 0 0,0 0 16,41-40-16,-1 0 16,0 0-16,0 0 15</inkml:trace>
  <inkml:trace contextRef="#ctx0" brushRef="#br0" timeOffset="170539.7158">30576 10788 0,'-40'0'16,"80"-40"-1,41 40 1,-81-40 0,40 40-16,0 0 0,0 0 0,0 0 15,0 0-15,0-41 16,0 41-16</inkml:trace>
  <inkml:trace contextRef="#ctx0" brushRef="#br0" timeOffset="170719.7052">30937 10627 0,'41'0'15,"-82"0"-15,82 40 47,-41 1-16,0-1-31,0 0 16,0 0-16,0 0 16,40-40-1</inkml:trace>
  <inkml:trace contextRef="#ctx0" brushRef="#br0" timeOffset="170889.6563">30937 10427 0,'-40'-40'16,"80"80"-16,-80-120 0</inkml:trace>
  <inkml:trace contextRef="#ctx0" brushRef="#br0" timeOffset="171489.6019">31098 10467 0,'0'-40'0,"0"80"15,0 0 17,40 0-17,-40 0-15,0 0 16,0 0 0,0 1-1,0-1 1,40-40 15,-40-40-31,40 40 16,-40-41-16,40 41 15,-40-40-15,41 40 0,-41-40 0,40 40 16,0 40 15,-40 0-15,0 1-16,0-1 15,0 0-15,0 0 16,0-120 31,0 40-47,40 40 0,-40-41 16,40 41-16,0-40 15,0 0-15,-40 80 31,40-40-15,-40 40-16,0 1 0,0-1 16,0 0-1,0 0-15</inkml:trace>
  <inkml:trace contextRef="#ctx0" brushRef="#br0" timeOffset="171819.6385">31780 10667 0,'40'0'31,"40"0"-15,-39 0-1,-1-40 1,-40-40 15,0 40-15,-81 40-1,-39 80 17,120-40-32,-40 0 15,80 41 1,40-1-1,1-80 1</inkml:trace>
  <inkml:trace contextRef="#ctx0" brushRef="#br0" timeOffset="172479.5239">30857 11269 0,'-40'0'32,"0"0"-32,40 40 15,-40 0 1,-40 40-1,39 1 17,122 39-17,39-40 1,-40-40 15,-80 0-15,-80-40-1,-80 40 1,-1 1 15,81-41-31</inkml:trace>
  <inkml:trace contextRef="#ctx0" brushRef="#br0" timeOffset="172939.5705">31018 11309 0,'0'40'15,"0"0"1,0 0-16,0 1 31,0 79-15,0-40-1,-40-40 17,40 0-32,0-80 31,40 40-31,0-40 15,-40 0-15,40 40 0,0 0 16,-40-40-16,40 40 16,-40 40 15,40-40-31,-40 40 16,0 0-1,0 0 1,40-40-16,1 0 31</inkml:trace>
  <inkml:trace contextRef="#ctx0" brushRef="#br0" timeOffset="173139.5581">31459 11590 0,'0'0'0,"0"40"47,0 0-32,40-40 1,-40 40-16,0 0 16,40-40-1</inkml:trace>
  <inkml:trace contextRef="#ctx0" brushRef="#br0" timeOffset="173299.5488">31579 11429 0,'0'0'16,"-40"0"-16,40-40 0,-40 40 0,40-40 15,40 40 16,-40-40-31</inkml:trace>
  <inkml:trace contextRef="#ctx0" brushRef="#br0" timeOffset="173579.4752">31740 11349 0,'-40'0'15,"40"40"1,0 0-16,0 1 16,0-1-1,0 40 1,0 80 0,0-39 15,40-41-16,40-40 1,-40-40-16</inkml:trace>
  <inkml:trace contextRef="#ctx0" brushRef="#br0" timeOffset="173759.5209">31459 11911 0,'0'0'0,"40"0"31,0-40-31,0 40 0,1 0 16,-1 0-1,0-41-15,0 41 0,0-40 0,0 40 16,0 0-16,-40-40 16,40 40-16,1-40 0,-41 0 15</inkml:trace>
  <inkml:trace contextRef="#ctx0" brushRef="#br0" timeOffset="174009.4339">32181 11309 0,'0'0'15,"-40"0"1,40 40 31,0 0-32,0 0 1,0 1-16,0-1 0,0 0 0,0 0 16,0 0-16,0 0 15,-40 0-15,40 0 0,0 0 0,0 0 32</inkml:trace>
  <inkml:trace contextRef="#ctx0" brushRef="#br0" timeOffset="174769.3866">32101 11670 0,'0'0'16,"80"0"15,-40-40-31,1 40 0,-1-40 16,0 40-16,-40-40 0,40 40 0,0-40 15,-40 0 1,0-1 15,-40 41 1,0 41-17,0-1 1,40 0-1,0 0-15,0 0 16,40 0 0,0-40-16,40 0 15,-40 0 1,0 0-16,1 0 16,-1 0-16,-40-40 15,40 40-15,-40-40 16,40 40-16,-40-40 0,0 0 31,0 80 16,-40-40-47,0 0 16,40 40-16,0 0 15,40-40 16,0 0-31,-40-40 16,40 40-16,-40-40 16,0 0-16,0 0 0,0-1 15,0 1-15,0 0 16,0 0-16,-40 0 0,40 0 0,0 0 16,0 0-1,0 80 32,0 0-47,0 0 16,0 0-16,0 0 15,0 0-15,0 0 0,0 1 0,0-1 16,0 0-16,0 0 16,0 0-16,40-40 15</inkml:trace>
  <inkml:trace contextRef="#ctx0" brushRef="#br0" timeOffset="175019.4455">33024 10988 0,'0'-40'15,"0"120"1,0-40-16,40 121 31,0 120-15,-120-41 0,-121-160-1</inkml:trace>
  <inkml:trace contextRef="#ctx0" brushRef="#br0" timeOffset="252194.6915">7985 13274 0,'-40'0'16,"80"0"140,0 0-156,0 0 0,1 0 31,-1 0-31,0 0 0,0 0 0,0 0 16,0 0-16,0 0 0,0 0 15,1 0-15,-1 0 0,-40 40 0,40-40 16,-40 40-16,40 1 16,-40-1-16,0 0 0,40-40 15,-40 40-15,0 0 0,0 0 16,0 0-16,0 0 0,40 0 0,-40 1 15,0-1-15,0 0 0,0 0 16,0 0 0,-40-40-1,0 40 1,0-40 0,40-40-1,-40 40-15,40-40 0,0 0 16,0 0-16,0 0 0,0-1 0,0 1 15,0 0-15,0 0 0,0 0 16,40 0-16,-40 0 0,40 0 16,-40 0-1,40-1-15,0 41 0,-40-40 0,40 40 16,0-40-16,1 0 16,-1 40-16,0 0 0,-40-40 0,40 40 15,-40-40-15,40 40 16,0-40-16,0 40 15,-80 40 17</inkml:trace>
  <inkml:trace contextRef="#ctx0" brushRef="#br0" timeOffset="253524.6112">9189 13796 0,'0'40'0,"-40"-40"31,40-40 141,40 40-156,-40-40-16,40 40 0,0 0 0,0 0 15,0 0 1,1 0-16,-1 0 0,0 0 31,-40 40-31,0 0 16,0 0-16,0 0 0,0 0 15,-40-40-15,40 40 0,-40 0 16,40 0-16,-41 0 16,41 1-1,-40-41-15,0 40 16,40 0 0,0-80 30,0 0-46,40 40 0,-40-41 16,0 1-16,40 0 16,1 0-16,-1 40 15,-40-40-15,40 40 16,-40-40-16,40 40 0,-40-40 0,40 40 0,-40-40 16,40 40-16,-40-40 0,40 40 15,-40-40-15,40-1 0,1 41 16,-41-40-16,0 80 62,-41-40-30,41 41-32,-40-41 0,40 40 0,-40-40 15,40 40-15,-40-40 16,40 40-16,-40 0 0,0 0 15,40 0 1,0 0 0,0 0-16,40-40 15,-40 40-15,40-40 16,0 0-16,0 0 31,0 0-31,1 0 16</inkml:trace>
  <inkml:trace contextRef="#ctx0" brushRef="#br0" timeOffset="254815.0763">9951 13796 0,'0'0'0,"0"-40"0,0 80 78,0 0-62,0 0-16,0 0 15,40-40-15,-40 40 16,41-40 0,-1 0-16,0 0 15,0 0-15,0 0 16,-40-40-16,40 40 0,0-40 15,-40 0-15,0 0 0,40 0 32,-40-1-32,-40 41 31,0 0 0,40 41-31,0-1 16,0 0-16,0 0 15,0 0-15,-40 0 0,40 0 0,0 0 16,0 0-16,0 0 0,0 1 16,0-1-16,0 0 15,0 0-15,0 0 0,0 0 0,0 0 16,0 0-16,0 0 16,0 1-16,-40-1 0,40 0 15,-40-40 1,40 40-16,-40-40 0,0 40 15,-1-40-15,1 0 16,40-40 0,-40 40-16,40-40 15,0 0 1,0 0-16,0-1 16,40 41-16,-40-40 0,40 40 15,-40-40-15,41 40 0,-41-40 0,40 40 16,0-40-1,0 0-15,0 0 16</inkml:trace>
  <inkml:trace contextRef="#ctx0" brushRef="#br0" timeOffset="255295.0473">11075 13114 0,'0'0'16,"0"-40"0,0 0-1,-40 40 1,-81 160-1,81-40 1,-40 81 0,80 40 15,0-81-15,120-80-1,-39-40 1,-1-40-1</inkml:trace>
  <inkml:trace contextRef="#ctx0" brushRef="#br0" timeOffset="255744.9982">11356 13876 0,'-40'0'0,"80"-40"31,0 40-15,0 0-16,-40-40 0,40 40 15,-40-40-15,40 40 0,-40-41 16,40 41-16,-40-40 0,0 0 16,0 0-1,0 0-15,0 0 16,0 0-16,-40 0 15,40 0-15,0-1 0,0 1 16,-40 40-16,40-40 16,0 80 31,0 0-32,0 1 1,0-1-16,0 0 0,0 0 0,0 0 15,0 0-15,0 0 0,0 0 0,0 0 16,0 1-16,0-1 16,0 0-16,0 0 0,40-40 0,-40 40 15,40-40 1,1 0-16,-1 0 16</inkml:trace>
  <inkml:trace contextRef="#ctx0" brushRef="#br0" timeOffset="256164.9743">12078 13194 0,'40'0'0,"0"0"31,0 0-15,1 40-16,-1 0 0,-40 0 16,40-40-16,-40 40 15,40 1-15,-40-1 0,0 0 0,0 0 16,0 0-16,0 0 0,0 0 16,-80 0-16,80 0 0,-40 1 0,40-1 0,-41-40 15,1 40-15,0 0 16,0 0-16,0 0 0,0-40 0,0 40 15,0 0-15</inkml:trace>
  <inkml:trace contextRef="#ctx0" brushRef="#br0" timeOffset="256604.9464">13763 13314 0,'-40'40'15,"80"-40"32,-40-40-47,40 40 0,1 0 16,-1-40-16,0 40 0,0 0 15,0 0-15,0 0 0,0-40 16,0 40-16,1 0 0,-41-40 16,40 40-16,0 0 15,0-40-15</inkml:trace>
  <inkml:trace contextRef="#ctx0" brushRef="#br0" timeOffset="256814.9349">13803 13715 0,'0'81'47,"0"-162"-47,201 122 15,-161-41-15,40-41 16,81 1-1,-41 0 1</inkml:trace>
  <inkml:trace contextRef="#ctx0" brushRef="#br0" timeOffset="258645.3994">17335 12673 0,'0'0'0,"-41"0"47,1 0-31,0 0-16,0 0 15,0 0 1,0 0-16,0 0 0,0 0 0,-1 0 15,1 0-15,0 0 0,0 0 0,-40 0 0,40 0 16,0 0-16,-1 0 16,1 40-16,0-40 0,0 0 0,0 40 0,0-40 15,0 40-15,0-40 0,-1 40 16,1 0-16,0-40 0,40 40 16,-40-40-16,0 40 15,0-40-15,40 41 0,-40-41 0,40 40 16,-40-40-16,40 40 15,-41-40-15,41 40 0,-40-40 16,80 0 15,1 0-31,39 0 16,-40 0-16,0 0 16,0 0-16,0 0 0,0 0 0,1 0 0,-1 40 15,0-40 1,0 0-16,0 40 0,0 0 0,0-40 0,0 0 15,1 40-15,-1-40 0,-40 40 16,40-40 0,-40 40-16,0 1 15,0-1 1,-40 0-16,0-40 16,40 40-16,-81-40 15,81 40-15,-40-40 0,0 40 0,0 0 0,0 0 16,0 0-1,0 1-15,-1-1 0,1 0 16,40 0-16,-40-40 0,40 40 0,-40-40 0,40 40 16,-40-40-16,40 40 15,-40-40-15,40 40 0,40-40 63,0 0-63,0 0 15,0 0-15,0 0 0,-40-40 0,41 40 16,-1 0-16,0 0 16,0 0-16,0 0 0,0-40 15,0 40-15,0 0 0,1 0 16,-1-40-16,0 40 0,0 0 0,0 0 0,0 0 16,0 0-16,0-40 15,41 40-15,-41 0 0,0 0 0,0 0 0,0 0 16,0 0-16,0 0 0,1 0 15,-41-40 79,-41 40-78</inkml:trace>
  <inkml:trace contextRef="#ctx0" brushRef="#br0" timeOffset="259385.3546">15649 14838 0,'0'-40'63,"40"40"-48,1 0 1,-41-40-16,40 40 15,0 0 1,0 0-16,-40 40 0,40 0 16,-40 0-1,0 1-15,0-1 0,0 0 16,0 0-16,-40-40 0,40 40 16,0 0-16,-40-40 0,40 40 0,-40 0 15,40-80 16,0 0-15,0 0-16,40 0 16,-40 0-16,40 0 0,0 0 15,-40-1 1,40 41-16,0 0 0,-40-40 0,40 40 16,-40-40-16,41 40 15,-1 0 1,-40 40-16,0 0 15,0 1-15,0-1 16,0 0-16,0 0 0,0 0 16,0 0-1,0 0-15,0 0 32,40-40-17</inkml:trace>
  <inkml:trace contextRef="#ctx0" brushRef="#br0" timeOffset="259635.3391">16452 14959 0,'160'-161'62,"-120"161"-62,1 0 0,-1 0 31,0-40-31,0 40 32</inkml:trace>
  <inkml:trace contextRef="#ctx0" brushRef="#br0" timeOffset="259845.3264">16492 15159 0,'0'0'0,"201"-40"78,-161 40-78,-40-40 16,80 40 0,-80-40-16</inkml:trace>
  <inkml:trace contextRef="#ctx0" brushRef="#br0" timeOffset="260045.3143">17375 14878 0,'40'0'63,"-80"0"-63,120 0 0,0-40 15,-40 40-15,0 0 16,-40-40-16,41 40 15</inkml:trace>
  <inkml:trace contextRef="#ctx0" brushRef="#br0" timeOffset="260585.2811">18097 14838 0,'40'0'15,"-80"0"-15,160-40 16,-79 40-16,39-40 16,-40 40-1,80-80 1,-120 40 0,0 0-1,-40 0 16,0 40-31,0 0 16,-40 0 0,-1 40-1,1 80 17,80-80-32,-40 40 31,0 1-31,0-41 15,-41 0 17,41-40-17,40-40 1,0 0 15,0-1-31,81-39 31,-41 40-31,0 40 16</inkml:trace>
  <inkml:trace contextRef="#ctx0" brushRef="#br0" timeOffset="261675.2153">16331 12472 0,'0'40'0,"41"-40"32,-1-40-17,120 0 1,-120 40 0,0-40-1,1 0 16,-41 0-31,0-81 16,-41 81 15,-39 40-31,0 40 32,40 1-32,-40 39 31,39 80-16,1-80-15,-40 1 32,40-41-32,0 0 31,-40 0-15,39-40-1,1-80 1,-40-1-1,40-39 1,40 40 15,80 80-31,0 0 16,-39 0 0,79 80-1,0 0 1,-80-80-16,1 40 0</inkml:trace>
  <inkml:trace contextRef="#ctx0" brushRef="#br0" timeOffset="264095.0715">17977 13154 0,'-41'0'31,"41"-40"-15,41 40 15,-41-40-31,40 40 16,0-40-16,0 40 0,0 0 15,0 0-15,0 0 0,1 0 16,-41 80-16,40-80 0,-40 40 16,0 0-16,0 0 15,0 0 1,0 0-16,-40 0 0,-1 1 16,1-1-16,0 0 15,0-40-15,0 0 16,80-80 15,40 39-31,-80 1 16,40 0-16,1 40 0,-1-40 15,0 0-15,-40 0 0,40 0 0,0 0 0,0 40 16,0-40-16,0 40 16,-40-40-16,41 40 0,-41-41 0,40 41 0,-40-40 15,40 40 1,-40-40-1,-40 40 17,0 0-32,-1 0 15,41 40-15,-40-40 0,0 40 16,40 1-16,-40-41 0,40 40 16,0 0-16,-40-40 15,40 40-15,0 0 0,0 0 0,0 0 16,0 0-16,0 0 15,0 0-15,40 1 0,-40-1 16,40-40-16,-40 40 0,40-40 0,0 0 31,1 0-31,-1 0 0,-40-40 0,40 40 0</inkml:trace>
  <inkml:trace contextRef="#ctx0" brushRef="#br0" timeOffset="264435.0476">19100 12793 0,'-80'0'47,"80"40"-47,0 0 16,-40 0-16,40 0 15,0 1-15,0-1 0,0 0 0,0 0 16,0 0-16,0 0 16,0 0-16,0 0 0,0 0 0,0 0 15,40 1 1,0-41-16,0 0 0,0 0 15,0 0-15,-40-41 16</inkml:trace>
  <inkml:trace contextRef="#ctx0" brushRef="#br0" timeOffset="264885.0202">19381 12953 0,'0'-40'15,"0"80"-15,40-80 32,0 40-17,-40 40-15,40-40 0,-40 41 16,41-41-16,-41 40 0,0 0 16,40-40-16,-40 40 0,0 0 15,0 0 1,0 0-1,-40-40-15,40-40 32,0 0-32,40 40 0,-40-40 15,40 0 1,-40 0-16,40 40 0,-40-40 0,40 40 16,0 0-1,-40 40 1,40-40-1,-40 40-15,0 0 0,0 0 16,0 0-16,0 0 16,0 0-16,-40-40 0,40 40 15,0 0-15,-40-40 0,40 41 16</inkml:trace>
  <inkml:trace contextRef="#ctx0" brushRef="#br0" timeOffset="265215.0233">20063 12753 0,'0'0'15,"80"-40"1,-39 80 15,-1 0-31,0 80 32,-40 81-17,-40-121 1,-41 80-1,-39-79 1,80-41 0,0-40-16</inkml:trace>
  <inkml:trace contextRef="#ctx0" brushRef="#br0" timeOffset="265984.9538">21026 12873 0,'-40'-40'32,"40"80"-1,40-40-31,-40 40 0,0 0 16,0 1-16,40-1 15,-40 0-15,40 0 0,-40 0 16,41-40-1,-41 40-15,40-40 16,-40-40 0,40 40-1,-40-40-15,40 0 0,-40 0 0,40 0 16,-40-1-16,0 1 16,0 0-16,0 80 62,-40-40-62,40 40 16,0 1-16,0-1 0,0 0 0,0 0 15,0 0-15,-40 0 16,40 0-16,0 0 0,0 0 0,0 0 0,0 1 16,0-1-16,0 0 0,0 0 15,0 0-15,-40 0 0,40 0 0,0 0 16,-40 0-16,40 1 15,0-1-15,0 0 0,-41-40 16,41 40-16,-40-40 0,40 40 16,-40-40-16,0 0 15,0 0 1,0 0 0,40-40-16,0 0 15,0 0-15,0 0 16,0-1-16,40 41 0,-40-40 15,0 0-15,40 40 0,-40-40 0,40 40 16,0-40 0,0 40-16,-40-40 0,41 40 15,-1 0 1,0-40-16</inkml:trace>
  <inkml:trace contextRef="#ctx0" brushRef="#br0" timeOffset="266764.929">21989 12592 0,'-40'0'94,"40"41"-79,0-1-15,0 0 0,-40 0 0,40 0 16,0 0-16,0 0 16,0 0-16,0 0 0,0 1 0,0-1 15,0 0-15,0 0 16,40-40-16,-40 40 0,40-40 16,0 0-1,1 0-15,-1 0 16,0 0-1,-40-40 1,0 0-16,0 80 78,-40-40-78,40 40 16,0-80 93</inkml:trace>
  <inkml:trace contextRef="#ctx0" brushRef="#br0" timeOffset="267934.8355">22230 12753 0,'40'0'0,"0"0"16,0 0-1,1 0 1,-1 0 0,-40 40-16,40 40 31,-40-40-31,0 0 0,0 1 15,0-1-15,0 0 0,0 0 16,-40 0-16,40 0 16,-40-40-1,40-40 1,40-40 0,0 40-16,-40 0 15,40-1-15,-40 1 0,40 40 0,0-40 0,-40 0 16,40 40-16,-40-40 0,40 0 0,1 40 15,-41-40 1,40 40-16,0 0 16,-40 40-16,0 0 15,40-40-15,-40 40 0,0 0 0,0 0 16,0 0-16,0 1 16,0-1-16,0 0 0,0 0 15,40 0-15,-40 0 16,0 0-16,40-40 15,0 0-15</inkml:trace>
  <inkml:trace contextRef="#ctx0" brushRef="#br0" timeOffset="268224.8191">23514 12994 0,'-80'-41'16,"160"82"-16,-200-82 15,160 41 17,0 0-17,40 0 1,-40 0-16,0 0 0,1 0 0,-1 0 15,0 0-15,0 0 0,0 0 0,0 0 16,0 0 0,0 0-1,-40-40 1</inkml:trace>
  <inkml:trace contextRef="#ctx0" brushRef="#br0" timeOffset="268744.8086">24276 13074 0,'0'0'16,"0"40"-1,41-40 1,-1 0-16,0-40 15,40-81 17,-80 81-32,0-80 31,0 40-31,0-41 31,0 41-15,-40 40-1,40 0 1,-40 40 15,0 40-15,40 0 0,-40 121-1,40 39 1,40-39-1,40-81 1,-40 0 0,80-80 15,-79 0-15</inkml:trace>
  <inkml:trace contextRef="#ctx0" brushRef="#br0" timeOffset="269004.7959">24999 12552 0,'40'0'15,"-40"40"-15,40-40 0,0 41 16,-40-1-16,40-40 16,-40 40-16,0 0 0,40 40 0,-40-40 0,0 0 15,0 0-15,0 1 0,0-1 16,0 40-16,0-40 0,-40 0 0,40 0 0,-40 0 16,0 0-16,0 0 15,0-40-15,0 41 0</inkml:trace>
  <inkml:trace contextRef="#ctx0" brushRef="#br0" timeOffset="270824.6609">24798 14838 0,'0'40'16,"40"-40"78,-40-40-79,40 40 1,-40-40-16,40 40 0,-40-40 0,0 0 16,0 0-1,41 0-15,-41 0 0,0 0 16,0 0-16,0-1 0,0 1 15,0 0-15,0 0 16,-41 40 15,1 0 16,40 40-31,-40 0-1,40 0-15,0 1 16,0-1-16,0 0 16,0 0-16,-40 0 0,40 0 0,0 0 15,0 0 1,0 0-16,0 0 0,0 1 0,0-1 16,0 0-16,40-40 15,-40 40-15,40-40 0,-40 40 0,40-40 0,1 0 16,-1 0-16,0 0 0,0 0 0,0 0 15,0 0 1,-40-40-16,40 40 0,0-80 16</inkml:trace>
  <inkml:trace contextRef="#ctx0" brushRef="#br0" timeOffset="271444.6227">25801 14317 0,'0'40'15,"-40"-40"-15,80 0 110,0 0-110,1 0 0,-1-40 15,0 40-15,0 0 16,0-40-16,0 40 0,0 0 0,0-40 15,1 40-15,-1 0 16</inkml:trace>
  <inkml:trace contextRef="#ctx0" brushRef="#br0" timeOffset="271704.684">25962 14598 0,'-80'0'16,"160"0"-16,-120 0 31,80 0-15,80 0-1,-40 0 1,-39 0-16,79 0 15,-80-40 17,0 40-32</inkml:trace>
  <inkml:trace contextRef="#ctx0" brushRef="#br0" timeOffset="272594.572">27125 13956 0,'-40'0'15,"40"40"1,-40-40-16,0 0 31,0 0-15,0 40-16,0 40 15,0-80 1,40 41-16,-41-1 0,41 0 0,-40 0 16,40 0-16,0 0 15,0 0-15,0 0 0,40-40 16,-40 40-16,41-40 16,-1 0-16,0 0 0,0 0 15,0 0-15,0 0 16,0-40-16,0 40 0,-40-40 15,41 40-15,-41-40 0,0 0 16,0 0 0,0 0-16,0 0 0,40 40 0,-40-40 15,0-1-15,0 1 16,-40 40 0,-1 0-1,1 0-15,0 0 16,0 0-16,0 0 15,40 40 32,40-40-47</inkml:trace>
  <inkml:trace contextRef="#ctx0" brushRef="#br0" timeOffset="272914.5345">27406 14437 0,'0'40'31,"40"-40"-31,-40 41 0,0-1 31,0 0-31,0 0 16,0 0-16,-40-40 16,40 40-16,-40-40 0,40 40 0,-40-40 0,40 40 15,-40-40-15,0 0 0,40 40 16,-40-40-16,0 0 0,40 40 0</inkml:trace>
  <inkml:trace contextRef="#ctx0" brushRef="#br0" timeOffset="273494.5747">28008 14197 0,'0'40'0,"-40"-40"16,0 0-1,0 0-15,80 0 63,0 0-63,0 0 15,40 0-15,-39 0 0,-1 0 0,0 0 0,0 0 16,0 0-16,0 0 16,40 0-16,-39 0 0,-1-40 0,0 40 0,0 0 15,0 0-15,0-40 16</inkml:trace>
  <inkml:trace contextRef="#ctx0" brushRef="#br0" timeOffset="273804.555">28249 14036 0,'0'0'0,"0"-40"31,0 80 16,0 0-16,0 0-31,0 1 0,0-1 16,0 0-16,0 0 15,0 0-15,0 0 0,0 0 16,0 0-16,40-40 0,-40 40 15</inkml:trace>
  <inkml:trace contextRef="#ctx0" brushRef="#br0" timeOffset="274034.4914">28169 14638 0,'0'0'15,"40"0"17,0 0-1,0-40-31,0 40 16,40 0-1,1 0 1</inkml:trace>
  <inkml:trace contextRef="#ctx0" brushRef="#br0" timeOffset="275154.399">29052 13836 0,'0'0'0,"0"-40"15,0 80 79,-41-40-94,41 40 0,0 0 0,0 0 16,0 0-1,0 0-15,0 0 0,0 0 0,0 1 0,0-1 16,0 0-16,0 0 16,0 0-16,0 0 0,0 0 15,41-40 1,-41 40-16</inkml:trace>
  <inkml:trace contextRef="#ctx0" brushRef="#br0" timeOffset="275454.3834">29332 14437 0,'0'40'16,"41"-40"15,-41 41-15,0-1-16,0 0 31,-41 40-16,1-40-15,0 0 32,0-40-32</inkml:trace>
  <inkml:trace contextRef="#ctx0" brushRef="#br0" timeOffset="275774.3854">30055 14076 0,'-40'0'15,"80"0"-15,-40 0 32,80 0-17,0 0 1,-40 0-16,121 0 16,-121 0-16,0 0 0,40 0 15,-40 0-15</inkml:trace>
  <inkml:trace contextRef="#ctx0" brushRef="#br0" timeOffset="276054.3446">30175 13916 0,'-40'0'15,"80"0"-15,-80-40 16,0 40-1,40 80 1,0-40 0,40 161 15,0-41-15,-40-40-1,0-79 1</inkml:trace>
  <inkml:trace contextRef="#ctx0" brushRef="#br0" timeOffset="276274.3316">30015 14638 0,'0'0'15,"40"0"1,-40-40 0,120 40-1,41 0 1,-121 0 15,0-40-31</inkml:trace>
  <inkml:trace contextRef="#ctx0" brushRef="#br0" timeOffset="276664.3208">30777 13956 0,'0'-40'16,"40"40"15,0 0-15,40 40 0,-39-40-1,-1 40-15,0 40 16,-40-40-16,0 1 0,-40-1 15,0 0-15,-81 40 16,121-40-16,-40 0 0,40 0 31,40-40-15,81 0 0,-41-40-16,-40 40 0,80-40 15,-80 0-15</inkml:trace>
  <inkml:trace contextRef="#ctx0" brushRef="#br0" timeOffset="277124.3042">29894 14116 0,'-40'0'0,"40"-40"47,-40 40-47,40 40 31,80-40 16,-40 0-31,41 0-16</inkml:trace>
  <inkml:trace contextRef="#ctx0" brushRef="#br0" timeOffset="277674.2455">31700 14237 0,'0'0'0,"0"40"0,40-40 78,0 0-62,0 0-1,0 0-15</inkml:trace>
  <inkml:trace contextRef="#ctx0" brushRef="#br0" timeOffset="277844.2577">32181 14197 0,'0'40'0,"40"-40"47,1 0-47,-41-40 15,40 40-15,0 0 0,-40-40 0</inkml:trace>
  <inkml:trace contextRef="#ctx0" brushRef="#br0" timeOffset="277984.2298">32583 14116 0,'0'41'15</inkml:trace>
  <inkml:trace contextRef="#ctx0" brushRef="#br0" timeOffset="278154.2398">33064 14076 0,'0'0'32,"40"0"-17,0 0-15,1-40 0</inkml:trace>
  <inkml:trace contextRef="#ctx0" brushRef="#br0" timeOffset="282353.3603">13202 16563 0,'40'0'78,"0"0"-63,0 0 1,0 0-16,0 0 0,0 0 0,0 0 16,1 0-16,-1 0 15,0 0-15,0-80 0,0 80 0,0 0 16</inkml:trace>
  <inkml:trace contextRef="#ctx0" brushRef="#br0" timeOffset="282603.4187">13402 16804 0,'0'0'16,"40"0"0,0 0 15,121-81-16,-121 81-15,121 0 16,-121 0-16,40-40 31</inkml:trace>
  <inkml:trace contextRef="#ctx0" brushRef="#br0" timeOffset="284043.3314">16492 16122 0,'-40'0'109,"0"0"-109,0 0 16,-1 0-16,1 0 16,0 0-16,0 0 0,0 0 15,0 0-15,0 0 0,0 0 0,-1 0 16,1 40-16,0-40 15,0 40-15,0-40 0,0 40 0,0-40 0,0 0 16,40 40-16,-41-40 16,1 0-16,40 40 0,-40-40 0,0 0 15,0 0-15,0 40 16,0-40-16,0 0 0,40 40 16,-41-40-16,41 41 31,41-41 0,-1 0-31,0 0 31,0 40-31,0-40 0,0 0 0,0 0 16,0 0-16,1 0 16,-1 0-16,0 0 0,0 0 0,0 0 0,0 0 15,0 0-15,0 0 0,1 0 0,-1 0 16,-40 40-16,40-40 15,0 0-15,0 0 0,0 0 32,-40 40-17,0 0 1,0 0-16,-40-40 16,40 40-16,-40 0 0,0 0 15,0-40-15,40 41 16,-40-41-16,40 40 0,-41-40 0,1 40 0,40 0 15,-40-40-15,0 40 16,40 0-16,-40-40 0,0 40 0,40 0 0,-40-40 16,40 40-16,-40-40 0,40 40 15,-41-40-15,1 41 0,0-1 0,0-40 16,40 40 0,-40-40-16,40 40 31,0 0 16,40-40-32,0 0 1,0 0-16,0 0 0,1 0 0,-1 0 16,0-40-16,0 40 0,0 0 15,0 0 1,0 0-16,0 0 0,1 0 15,-1 0-15,0-40 16,0 40-16,0 0 0,0 0 16,0 0-16,0 0 15,1-40-15,-1 40 0,0 0 0,0 0 16,0 0-16,0 0 0,0 0 16,0 0-16,1-40 0,-1 40 0,0 0 15,0 0 1,0 0-1,0 0 17,0 0-17,-80 0 32,40-41-47,-40 41 16</inkml:trace>
  <inkml:trace contextRef="#ctx0" brushRef="#br0" timeOffset="284853.2076">15368 17886 0,'0'0'16,"-40"0"-1,80 0 17,1-40-17,-1 40 1,0 0 0,0 40 15,-40 0-16,0 81 1,0-81 15,40-40 16,-40-40-47,40 0 16,0 0-16,0 40 15,1 0-15,-1-41 0,0 1 16,0 40 0,0 0-16,-40 40 47,0 1-16,0-1-31,0 0 15,0 0 1,0 0-16,0 0 31,40-40-31,0 0 16</inkml:trace>
  <inkml:trace contextRef="#ctx0" brushRef="#br0" timeOffset="285123.195">16211 18007 0,'40'0'31,"-40"-40"-31,40 40 16,0 0-16,1 0 16,-1 0-16,0-41 15,0 41-15,0 0 32,0 0-32</inkml:trace>
  <inkml:trace contextRef="#ctx0" brushRef="#br0" timeOffset="285373.1765">16412 18167 0,'0'0'16,"-40"40"-16,80-40 31,0 0 0,0 0-31,0 0 31,0 0-31,0 0 0,0 0 16,1 0 0,-1 0-16,0 0 0</inkml:trace>
  <inkml:trace contextRef="#ctx0" brushRef="#br0" timeOffset="285713.1572">17174 18007 0,'40'0'47,"0"0"-47,0 0 16,1 0-16,-1 0 15,0 0-15,0 0 0,0 0 16,-40-40 0,40 40-16,0 0 0</inkml:trace>
  <inkml:trace contextRef="#ctx0" brushRef="#br0" timeOffset="286293.1253">18057 17967 0,'40'0'16,"0"0"0,0 0-16,0 0 0,1 0 15,-1 0-15,0 0 0,-40-41 16,40 41-16,0 0 15,-40-40-15,0 0 32,0 0-32,-40 40 31,40-40-31,-40 40 0,0 0 31,0 0-15,-1 40-16,1-40 15,40 40 1,-40 0-16,40 0 16,0 1-1,-40-1-15,40 0 16,-40 0 0,0-40-1,40 40-15,-40-40 0,-1 0 16,1 0-1,0 0-15,0 0 16,40-40 0,0 0-16,0 0 15,40 40 1,0 0-16,-40-40 0,40 40 16,1 0-16,-1 0 0,0-41 15,0 41 1,0 0-16,0 0 15</inkml:trace>
  <inkml:trace contextRef="#ctx0" brushRef="#br0" timeOffset="287483.0486">15529 15961 0,'0'40'16,"40"-40"-16,0 0 0,0 0 15,0 0 1,1 0-16,-1-40 0,0 40 16,-40-40-1,40 40 1,-40-40-16,40 0 31,-40 0-15,0 0-1,-40 40 17,0 0-17,0 0-15,0 40 16,-1-40-1,41 40-15,-40-40 0,0 0 16,40 40-16,-40-40 16,0 40-16,0 0 15,0-40-15,40 40 16,-40-40-16,-1 41 0,1-1 16,0-40-16,40 40 0,-40-40 15,40 40 1,-40-40-16,0 0 31,0 0-15,40-40-16,0 0 15,-40 40-15,40-40 16,0-1 0,0 1-16,40 40 15,0 0-15,0 0 16,0 0-1,0 0-15,0 0 0,0 0 16,-40 40-16,41-40 16,-1 41-16,-40-1 15,40-40-15,0 40 16,0-40-16</inkml:trace>
  <inkml:trace contextRef="#ctx0" brushRef="#br0" timeOffset="289622.9237">17014 16402 0,'0'-40'203,"40"40"-188,0 0 1,0 0 0,-40-40-16,40 40 15,0 0 1,0 0-16,0 0 16,1 0-16,-1 0 15,0 0 1,-40 40-16,40-40 0,0 0 15,-40 40 1,40-40-16,-40 41 0,40-41 16,-40 40-1,0 0-15,0 0 16,0 0-16,-40-40 0,40 40 0,-40 0 16,40 0-1,-40-40 1,0 0 15,40-40-15,0 0-1,40 0 1,0 0-16,0 40 16,-40-40-16,40 40 0,0-40 0,1 40 15,-1 0 1,0-40-16,0 40 0,0 0 15,-40-41-15,40 41 16,0 0-16,0 0 16,-40-40-1,41 40-15,-41-40 16,0 0 31,0 80 31,-41-40-78,1 0 0,40 40 0,-40-40 16,0 40-16,40 1 0,-40-1 15,40 0-15,0 0 16,-40-40-16,40 40 0,0 0 15,0 0 1,0 0-16,40-40 0,0 0 16,-40 40-16,40-40 0,40 0 15,-39 0-15,-1 0 0,0 0 16,0 0-16,0 0 0,-40-40 16,40 40-16</inkml:trace>
  <inkml:trace contextRef="#ctx0" brushRef="#br0" timeOffset="290402.9459">18659 16082 0,'0'40'0,"-40"-40"47,40 40-32,-40-40-15,40 40 0,-41 0 16,41 0-16,-40 0 0,40 0 0,0 0 16,0 1-16,0-1 15,0 0-15,0 0 0,0 0 16,40-40-16,-40 40 0,41 0 0,-1-40 16,0 40-1,0-40-15,0 0 0,0 0 0,0 0 16</inkml:trace>
  <inkml:trace contextRef="#ctx0" brushRef="#br0" timeOffset="290872.8469">18940 16322 0,'0'-40'15,"0"80"-15,0-120 16,0 40-1,80 40 1,-40 0-16,0 40 16,0 0-1,0 0-15,-40 0 0,0 0 0,0 1 16,0-1-16,0 0 0,-40 0 16,0-40-1,40-40 32,40 0-31,-40 0-16,40-1 0,1 1 15,-1 0-15,0 0 16,0 40 0,-40-40-16,40 40 0,0 0 31,0 40-31,-40 0 15,0 0-15,0 0 16,0 1-16,0-1 0,0 0 16,0 0-1,-40-40-15,40 40 0,0 0 16,0 0-16</inkml:trace>
  <inkml:trace contextRef="#ctx0" brushRef="#br0" timeOffset="291152.8647">19943 16443 0,'-40'0'16,"80"0"-16,-80-41 31,120 1-31,-40 40 15,121 0 1,-41 40 15,0-40-15,1 0 0,-81 0-1,-40-40-15</inkml:trace>
  <inkml:trace contextRef="#ctx0" brushRef="#br0" timeOffset="291462.8816">20264 16122 0,'-40'0'16,"40"40"31,0 0-47,0 0 0,0 0 16,0 0-16,0 0 15,0 0-15,0 1 0,-40-1 0,40 0 16,0 0-16,0 0 15,0 0-15,0 0 0,0 0 16,0 0 0</inkml:trace>
  <inkml:trace contextRef="#ctx0" brushRef="#br0" timeOffset="291992.8495">20705 16683 0,'0'-40'16,"0"80"-16,40-120 15,0 40-15,41 40 16,-41 0-1,0-40 1,-40-40 0,0-41 15,0 41-31,0-40 16,0 80-16,0 0 31,-40 80 47,40 0-78,-40 0 16,40 0-16,0 0 15,0 0-15,-40-40 0,40 40 0,0 0 0,0 0 16,0 1-16,0-1 15,0 0-15,0 0 0,0 0 16,40-40-16,-40 40 16,40-40-16,0 0 0,0 0 15,0 0 1,0 0-16,0-40 0,1 40 16</inkml:trace>
  <inkml:trace contextRef="#ctx0" brushRef="#br0" timeOffset="292412.8246">21548 15841 0,'0'0'0,"40"0"31,0 40-15,0-40-16,-40 40 0,40-40 15,0 40-15,1 0 16,-41 1-16,40-41 0,-40 40 0,0 0 0,40 0 16,-40 0-1,0 0-15,0 0 0,0 0 0,-80 0 0,39 0 16,41 1-16,-40-41 0,40 40 0,-40-40 16,40 40-16,-40-40 15,40 40-15,-40-40 0,0 0 16</inkml:trace>
  <inkml:trace contextRef="#ctx0" brushRef="#br0" timeOffset="293302.7311">22110 16082 0,'0'-40'16,"0"80"31,0 0-47,40-40 15,-40 40 1,0 0-16,40-40 0,0 40 16,0 0-16,0-40 0,-40 40 15,40-40-15,1 0 16,-1 0-16,0 0 15,-40-40 1,40 40-16,-40-40 0,40 40 16,-40-40-1,0 0-15,40 40 0,-40-40 0,0 0 16,0 0-16,0-1 16,40 41-16,-40-40 15,-40 40 32,40 40-31,-40-40-16,40 41 15,0-1 1,-40 0-16,40 0 0,0 0 16,0 0-16,0 0 0,0 0 0,0 0 15,0 0-15,0 1 16,0-1-16,0 0 0,0 0 15,0 0 1,0 0-16,0 0 16,0 0-16,-40-40 15,40 40-15,-40-40 0,40 41 0,-40-41 16,40 40-16,-41-40 0,1 0 16,0 40-1,0-40 1,0 0-1,40-40-15,0 0 16,0-1 0,0 1-16,0 0 0,0 0 15,40 0-15,-40 0 16,40 40-16,0-40 0,0 40 16,1 0-1,-41-40-15,40 40 16,0 0-1,0 0-15</inkml:trace>
  <inkml:trace contextRef="#ctx0" brushRef="#br0" timeOffset="293792.6858">23113 15921 0,'0'0'0,"0"-40"16,-40 80 31,40 0-32,-40-40-15,40 40 0,-41-40 0,41 41 0,0-1 16,-40 0 0,40 0-16,0 0 0,0 0 0,0 0 15,0 0-15,0 0 16,0 0-16,0 1 0,40-41 16,-40 40-16,0 0 0,41-40 15,-1 0 1,0 0-16,0 0 15</inkml:trace>
  <inkml:trace contextRef="#ctx0" brushRef="#br0" timeOffset="294342.6676">23313 16122 0,'0'0'0,"0"-40"16,0 0-1,0 80 17,41-40-32,-41 40 15,0 0 1,0 0-16,0 0 0,40 0 16,-40 0-16,0 0 0,0 0 15,-40-40 1,40 41-16,-41-41 0,1 0 15,80 0 32,-40-41-47,41 1 0,-41 0 0,40 40 16,0-40-16,0 0 0,0 40 0,-40-40 16,40 40-16,-40-40 15,40 40-15,0 0 0,1 0 16,-1 0-1,0 0 1,-40 40 0,0 0-16,0 0 15,40-40 1,-40 40-16,0 0 0,0 0 16,0 1-16,0-1 15,0 0 1,40-40 15,-40 40-31,40-40 16,0 0-1,0 0-15,-40-40 0</inkml:trace>
  <inkml:trace contextRef="#ctx0" brushRef="#br0" timeOffset="294782.618">24236 16001 0,'0'0'0,"0"41"15,40-41-15,-40 40 0,41 0 32,-41 0-32,40-40 0,0 40 15,-40 0-15,0 0 16,0 0-16,0 0 0,-40 0 16,40 1-16,-40-1 0,-1-40 0,1 40 0,0 0 15,0-40-15,0 40 16,0 0-16,-40-40 0,39 40 0</inkml:trace>
  <inkml:trace contextRef="#ctx0" brushRef="#br0" timeOffset="297132.5383">26443 15320 0,'0'-40'0,"0"-1"16,-40 41 31,0 0-16,0 0-15,40 41-1,0-1 1,-40-40-16,40 40 16,0 0 109,-40 0-125,40 0 31,0 0-31,0 0 0,-40-40 16,40 40-16,0 0 0,-41 1 0,41-1 15,-40 0-15,40 0 16,-40 0-16,0 0 0,40 0 15,-40-40-15,0 40 16,40 0-16,-40-40 0,40 41 0,-40-41 0,40 40 16,-41-40-16,41 40 15,-40-40-15,40 40 16,0-120 15,40 80-31,-40-40 0</inkml:trace>
  <inkml:trace contextRef="#ctx0" brushRef="#br0" timeOffset="297502.5164">25601 16001 0,'-81'0'15,"122"0"16,-41 41-31,40-41 16,-40 40-16,40-40 0,-40 40 16,40-40-16,-40 40 15,0 0-15,40-40 0,-40 40 16,0 0-16,40-40 0,-40 40 0,0 0 16,0 0-1,40-40 1,0 0-1,1-40-15,-1 0 16,0 0 0,0 40-16,-40-40 0,40 40 0,0 0 15,-40-40-15,40 40 16</inkml:trace>
  <inkml:trace contextRef="#ctx0" brushRef="#br0" timeOffset="315141.3715">3009 17365 0,'41'0'250,"-41"-40"-250,40 40 15,0 0 32,0 0-16,-40-40-31,40 40 0,0 0 16,0-40 0,0 40-16,1 0 15,-1 0-15,-40 40 0,40-40 0,-40 40 16,40-40-16,-40 40 16,40 0-16,0 0 0,-40 0 0,40 0 15,-40 1-15,41-1 16,-41 0-16,0 0 0,40 0 15,-40 0 1,0 0-16,0 0 16,0 0-16,0 0 15,0 1 1,-40-41 15,40-41 0,-41 41-31,41-40 16,0 0 0,0 0-16,0 0 0,0 0 15,0 0-15,0 0 0,0 0 16,0 0-16,41-1 16,-41 1-16,0 0 0,40 0 15,0 40 1,-40-40-16,40 40 15,0 0 1,0 0-16,0 0 0,0 0 16,1 0-16,-1 0 0,0 0 15</inkml:trace>
  <inkml:trace contextRef="#ctx0" brushRef="#br0" timeOffset="315831.4053">3973 17926 0,'0'41'15,"40"-41"16,-40-41-31,40 41 0,0 0 32,0 0-32,0 0 0,0 0 15,0 41-15,-40-1 32,0 0-32,-40 0 15,0 0 1,0 0-16,0-40 15,40 40 1,-40-40-16,80-40 31,0 0-15,0 40-16,0 0 0,0-40 16,-40 0-16,41 40 0,-1-40 15,0 0-15,0-1 0,0 41 16,-40-40-1,0 0-15,-40 40 47,0 40-47,40 0 32,-40-40-32,40 41 0,-40-1 15,40 0-15,0 0 16,0 0-16,40-40 15,-40 40-15,40-40 16,0 0-16,-40 40 0,40-40 0,0 0 16,0 0-16,0 0 0</inkml:trace>
  <inkml:trace contextRef="#ctx0" brushRef="#br0" timeOffset="316411.3123">4615 17846 0,'0'0'0,"80"-40"32,0 40-17,-40 0-15,0 0 16,0 40-16,-40 40 31,41-39-15,-82 39-1,1 0 1,0-80 0,40-40 30,80 40-30,-80-40-16,41 40 16,-41-40-16,40 40 0,-40-40 0,40 40 0,0-41 15,0 1 1,-40 80 78,0 1-94,-40-41 15,40 40-15,0 0 16,0 0-16,0 0 0,0 0 16,40-40-1,0 0-15,0 40 16,0-40-16</inkml:trace>
  <inkml:trace contextRef="#ctx0" brushRef="#br0" timeOffset="318901.1435">5899 17325 0,'0'40'16,"-41"-40"78,41 40-94,-40 0 15,40 0-15,-40-40 0,40 40 16,0 1-16,-40-1 0,0 0 0,40 0 15,0 0-15,-40-40 16,40 40-16,-40 0 0,40 0 0,0 0 16,0 0-16,0 1 0,0-1 15,40-40-15,0 40 16,0-40-16,0 0 16,0 0-16,0 0 15,1-40-15,-1 40 0,0 0 16,-40-40-16</inkml:trace>
  <inkml:trace contextRef="#ctx0" brushRef="#br0" timeOffset="319361.1316">6059 17926 0,'0'41'0,"0"-82"0,0 122 31,40-81 0,-40-40-15,40 40-16,0-41 15,-40 1 1,41 40-16,-41-40 0,40 0 16,-40 0-16,40 0 15,-40 0-15,0 0 0,40 0 16,-40 0-1,-40 40 32,0 0-15,0 0-32,40 40 0,0 0 15,-41-40-15,41 40 16,0 0-16,0 0 0,0 0 0,0 0 15,0 0 1,0 0-16,41 1 0,-41-1 16,40-40-16,-40 40 0,40-40 31</inkml:trace>
  <inkml:trace contextRef="#ctx0" brushRef="#br0" timeOffset="319701.0972">6821 17606 0,'0'-40'16,"41"40"15,-41 40-31,40-40 0,-40 40 16,0 0-16,40-40 0,-40 40 0,0 0 15,40 0 1,-40 0-16,0 0 0,0 0 0,0 1 16,-80-41-16,80 40 0,0 0 15,0 0-15,-81-40 0,81 40 0,-40-40 0,40 40 16,-40-40-16,0 40 15,0-40-15,40 40 16</inkml:trace>
  <inkml:trace contextRef="#ctx0" brushRef="#br0" timeOffset="320011.1509">7423 17886 0,'-40'0'0,"80"0"31,-40-40-15,121 0 0,-1 40-1,-40 0 17,-39 0-32</inkml:trace>
  <inkml:trace contextRef="#ctx0" brushRef="#br0" timeOffset="320171.0686">7423 18127 0,'-40'40'31,"80"-80"-31,-40 80 16,41-40-1,39 0 1,40-40-1</inkml:trace>
  <inkml:trace contextRef="#ctx0" brushRef="#br0" timeOffset="321290.9989">8988 17205 0,'0'-41'15,"40"41"-15,-80 0 94,0 0-78,0 0-1,0 0 1,0 0-16,0 0 0,0 0 16,-1 0-16,1 0 0,0 41 15,0-41-15,0 40 0,0-40 0,0 0 0,0 40 16,-1-40-16,1 0 15,0 40-15,0-40 0,0 0 0,40 40 16,-40-40-16,0 0 0,40 40 0,-40-40 16,40 40-1,0 0-15,-41-40 0,41 40 16,0 1 0,0-1-1,81-40-15,-1 40 16,-40-40-16,0 0 15,0 0-15,0 0 16,1 0-16,-1 0 0,0 0 0,40 0 0,-40 0 16,0 40-16,0-40 0,1 0 0,-1 0 0,0 0 15,0 0-15,0 0 16,-40 40 0,-40 0-1,0-40 1,40 40-16,-40-40 15,0 0-15,40 40 0,-41-40 0,1 40 0,0-40 16,40 40-16,-40-40 0,0 41 0,0-41 0,0 40 16,0-40-16,-1 40 15,1-40-15,40 40 0,-40-40 0,0 40 16,0 0 0,0 0-16,80 0 62,0-40-62,0 0 16,0 0-16,0 0 0,1 0 0,-1 0 15,0 0-15,0 0 16,0-40-16,0 40 0,0 0 0,0-40 0,1 40 16,-1 0-16,0 0 0,0 0 15,0-40-15,0 40 0,0-40 0,0 40 0,1 0 16,-1 0-1,0-40-15,0 40 0,0 0 0,0 0 32,-80 0 15,0 0-47,0 0 31,0 0-31</inkml:trace>
  <inkml:trace contextRef="#ctx0" brushRef="#br0" timeOffset="322091.0266">8146 18568 0,'-40'0'16,"80"40"109,-40 0-125,40-40 0,-40 40 15,0 1 16,0-1-15,-40-40-16,40-40 47,40 40-47,-40-41 0,40 41 16,-40-40-16,0 0 15,40 40-15,0-40 0,-40 0 16,40 40-16,0 0 15,1 0 1,-1 0 0,-40 40-1,40 0 1,-40 0 0,0 0-16,0 1 0,-40-41 15,40 40-15,0 0 16,0 0-16,40-40 47,-40-40-47,40 40 15</inkml:trace>
  <inkml:trace contextRef="#ctx0" brushRef="#br0" timeOffset="322281.0038">8667 18528 0,'0'0'0,"40"0"31,1 0-15,-1 0 0,0 0-16,0 0 0,0-40 15,0 40 1</inkml:trace>
  <inkml:trace contextRef="#ctx0" brushRef="#br0" timeOffset="322491.0022">8748 18729 0,'-41'0'16,"82"0"-16,-41 0 31,40 0-31,40 0 16,0 0-1,-40-41 1</inkml:trace>
  <inkml:trace contextRef="#ctx0" brushRef="#br0" timeOffset="322690.9936">9269 18528 0,'0'0'31,"40"0"-15,41 0-1,-41 0-15</inkml:trace>
  <inkml:trace contextRef="#ctx0" brushRef="#br0" timeOffset="323190.9586">9630 18528 0,'40'0'16,"1"0"-16,-1 0 16,0 0-16,0 0 15,0 0 1,0 0 0,-40-40-1,0 0-15,0 0 16,-40 0-1,0 40 1,0 0 0,0 0-1,0 0-15,40 40 16,-41-40-16,41 40 16,-40-40-16,40 40 0,-40-40 0,40 40 15,-40-40 1,40 40-16,-40-40 15,40 40 1,-40-40-16,40-40 47,0 0-47,40 0 31,0 40 0,0 0-31,0 0 16</inkml:trace>
  <inkml:trace contextRef="#ctx0" brushRef="#br0" timeOffset="324200.8974">8226 16723 0,'0'40'31,"0"1"-31,-40-41 16,40 40 0,-40 0-16,120-40 31,-40 0-31,80 0 31,1-40-15,-41-41-1,-80 41 1,0-40 0,0 0-1,-120 80 16,-1 0-15,1 80 0,80 0-1,-81 41 1,81 39 0,-40-80 15,40-40-31,0-40 31,0-40-15,40-40-16,0 0 31,40-40-15,0 79-1,80 41 16,-39 81-15,-1-1-16</inkml:trace>
  <inkml:trace contextRef="#ctx0" brushRef="#br0" timeOffset="325640.8098">9349 17405 0,'0'40'0,"-40"-40"16,80 0 31,1 0-47,-1 0 0,0 0 31,-40 40-31,0 0 0,40-40 0,-40 41 16,0-1-16,0 0 0,0 0 15,0 0 1,0 0-16,-40-40 16,40 40-1,0-80 141,0 0-140,40 0 0,0 0-16,0 40 15,-40-40 1,40 40-16,0 0 0,1 0 0,-1 0 16,-40-40-1,40 40-15,0 0 0,-40-41 16,40 41-16,-40-40 31,0 0-15,0 0-1,-40 40 1,0 0 0,0 40-1,0 0 1,-1 0-16,41 1 0,-40-1 15,40 0 1,0 0-16,0 0 0,0 0 16,0 0-16,0 0 0,40 0 31,1-40-31,-41 40 0,40-40 0,0 0 16,0 0-16,0 0 15,0 0-15,0 0 0</inkml:trace>
  <inkml:trace contextRef="#ctx0" brushRef="#br0" timeOffset="326070.7126">10272 17325 0,'-40'0'0,"0"40"47,40 0-47,-40 0 16,40 0-1,-40 0-15,0 1 0,40-1 16,0 0-16,-40 0 16,40 0-16,0 0 15,80-40-15,-80 40 16,40 0-16,0-40 15,0 0-15,-40 40 16,40-40-16</inkml:trace>
  <inkml:trace contextRef="#ctx0" brushRef="#br0" timeOffset="326540.7566">10312 17566 0,'0'0'0,"0"-41"16,81 41-1,-41 0 17,-40 41-17,40 39 1,-40 40 15,0-80-15,0-80 31,40 0-32,-40 0-15,40 40 0,0 0 0,0-40 16,-40 0-16,41 40 15,-1 0 1,-40 40-16,0 0 16,0 0-1,40-40-15,-40 40 0,0 0 16,0 0-16,0 0 16,0 0-16,0 1 15,0-1 1</inkml:trace>
  <inkml:trace contextRef="#ctx0" brushRef="#br0" timeOffset="326850.7395">10914 17365 0,'0'0'0,"41"0"31,39 80-15,-40 41 0,0-81-16,-40 40 31,0 0-31,0 0 15,-80 41 1,40-81 0,40 0-16,-40-40 15</inkml:trace>
  <inkml:trace contextRef="#ctx0" brushRef="#br0" timeOffset="327950.6071">11396 17646 0,'-40'0'15,"80"0"142,0 0-142,0 0 1,0 0-16,0 40 16,-40 0-16,0 0 15,0 0-15,0 0 0,-40-40 0,40 40 16,-40-40-16,40 40 15,-40-40-15,40 41 0,-40-41 0,0 40 16,80-80 15,0 40-31,0 0 16,0-41 0,0 41-16,-40-40 0,41 40 0,-1-40 0,0 0 15,0 0 1,0 40-16,-40-40 0,40 0 15,-80 40 32,0 0-31,0 40-16,0 0 16,40 0-16,-40-40 15,40 40-15,0 0 0,0 0 0,0 1 16,40-1-1,0-40-15,-40 40 16,40-40-16,0 0 0,0 0 0,0 0 16</inkml:trace>
  <inkml:trace contextRef="#ctx0" brushRef="#br0" timeOffset="328240.654">12078 17566 0,'-40'0'16,"80"0"-16,-120 0 31,80 40-31,0 0 16,-40 80-1,40-40 1,0 0-16,0 1 31,80-1-15,-40-80-16</inkml:trace>
  <inkml:trace contextRef="#ctx0" brushRef="#br0" timeOffset="328700.6247">12319 17686 0,'0'-40'0,"0"0"31,40 40-15,-40 40-1,0 40 1,0 80 0,0-79-1,0-41 17,-40-80-17,120-81 1,-40 41-1,40-40 1,1 80 0,-41 80-1,-40 40 1,0 80 15,-40-79-15,40-1-1,0-40 1</inkml:trace>
  <inkml:trace contextRef="#ctx0" brushRef="#br0" timeOffset="328900.6131">12840 17967 0,'-40'0'16,"80"0"-16,-80 40 16,80-40-1,1 0 1,39 0 0,-40-40-1,0 40-15,40-41 0</inkml:trace>
  <inkml:trace contextRef="#ctx0" brushRef="#br0" timeOffset="329290.5893">13242 18047 0,'0'0'0,"40"0"31,-40-40-31,40 40 16,0 0-16,-40-40 0,0-1 15,40 41-15,-40-40 16,0 0-16,0 0 0,40 0 16,-40 0-1,0 0-15,0 0 31,-40 80-15,40 0 0,-40 0-16,40 0 15,0 0-15,0 0 0,0 0 0,0 1 0,0-1 16,0 0 0,0 0-16,0 0 0,40 0 15,-40 0-15,40-40 16,0 0-1</inkml:trace>
  <inkml:trace contextRef="#ctx0" brushRef="#br0" timeOffset="329520.5038">13723 17566 0,'40'0'16,"-40"40"-16,40 0 16,-40 0-16,0 0 15,0 0-15,0 0 0,0 40 0,0-40 0,0 1 16,0-1-16,0 40 0,0-40 16,-40 0-16,40 0 0,-40 0 0,0 0 0,0-40 15,40 41-15,-40-1 16,0-40-16,0 0 0</inkml:trace>
  <inkml:trace contextRef="#ctx0" brushRef="#br0" timeOffset="332080.4203">8427 15640 0,'-41'0'16,"41"41"-16,41-41 47,-1 0-32,0 0-15,0 0 16,0 0-16,0 0 16,0 0-16,-40 40 15,40-40-15,1 0 0,-1 0 0,0 0 0,0 0 16,0 0-16,0 40 0,40-40 16,-39 0-16,-1 0 0,0 0 0,0 0 0,0 0 15,0 0-15,0 0 16,0 40-16,1-40 0,-1 0 0,0 0 15,0 40-15,0-40 0,0 0 0,0 40 0,0-40 16,1 0-16,39 40 0,-40-40 16,0 0-16,40 0 0,-40 40 0,41-40 0,-41 0 15,0 40-15,0-40 16,0 0-16,0 41 0,0-41 0,1 0 0,-41 40 16,40-40-16,0 0 0,-40 40 15,40-40-15,0 0 0,0 0 0,0 0 16,0 40-1,1-40-15,-1 0 0,0 40 16,0-40-16,0 0 0,0 40 0,0-40 16,1 0-16,-1 0 15,0 0-15,0 0 16,-40 40-16,40-40 16,0 0-1,-40 40-15,40-40 16,0 0-16,-40 40 0,41-40 0,-1 0 15,-40 40-15,40-40 0,0 41 16,0-1 0,0-40-16,0 0 15,-40 40-15,40-40 0,1 0 16,-1 0-16,-40 40 16,40-40-1,0 0-15,0 0 16,0 0-1,0 0-15,0 0 0,-40 40 0,41-40 16,-1 0-16,0 40 0,0-40 16,0 0-1,0 0-15,-40 40 32,40-40-32,0 0 15,1 0-15,-41 40 16,40-40-16,0 40 0,0-40 0,0 0 15,-40 41-15,40-41 0,0 0 0,0 40 16,1-40 0,39 0 31,-40 40-32,0-40-15,0 40 0,0-40 16,0 0-1,1 40-15,-1-40 16,0 0-16,-40 40 16,0 0 15,40-40-15,0 0-1,-40 40-15,40-40 16,0 0-16,0 0 15,1 0-15,-41 40 16,40-40-16,0 0 16,0 0-16,-40 40 0,40-40 0,0 0 15,0 0-15,-40 41 16,40-41-16,1 0 31,-41 40-15,40-40-1,0 0-15,0 0 16,0 0-16,-40 40 16,40-40-1,0 0-15,0 0 16,1 0 0,-1 0-1,0 0 1,-40 40-1,40-40-15,-40 40 0,40-40 0,0 40 16,0-40 0,-40 40-16,40-40 0,1 0 15,-41 40 1,40-40-16,0 0 16,-40 40-16,0 1 46,40-1-30,-40 0 15,0 0 1,40-40-32,-40 40 0,40 0 15,0-40 1,0 40-16,1-40 15,-41 40-15,40-40 32,-40 40-32,0 0 15,0 1 1,0-1-16,0 0 16,40-40-1,-40 40-15,0 0 0,0 0 16,0 0-1,0 0 1,0 0 0,0 1-1,0-1-15,0 0 16,0 0-16,0 0 16,40-40-16,-40 40 0,0 0 15,40-40-15,-40 40 16,0 0-16,0 0 0,0 1 15,0-1-15,0 0 0,40-40 0,-40 40 0,81 0 16,-41 0-16,40 0 16,-40-40-16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6:49:00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2006 1323 0,'-40'-40'0,"0"40"31,40-40-31,-40 40 16,0 0-1,40 40-15,-40-40 0,40 40 0,-40-40 16,40 40-16,-41 0 16,41 0-16,0 0 0,-40 0 0,40 1 15,0-1-15,0 0 0,0 0 16,0 0-16,40 0 0,-40 0 0,0 0 15,41 0-15,-41 0 0,40 1 0,40-1 16,-40 0 0,0-40-16,0 0 0,0 40 0,1-40 15,-1 0-15,0 0 16,0-40-16,0 0 0,0 40 0,-40-40 16,0-1-16,40 1 15,-40 0-15,0 0 0,0 0 0,0 0 16,0 0-16,0 0 0,0 0 0,0-41 0,-40 41 15,40 0-15,-40 0 0,40 0 16,-40 0-16,0 0 0,0 0 16,0 40-1,-1 0-15,41 40 16,-40 40-16,40-40 16,0 0-16,0 0 0,0 0 15,0 1-15,0-1 16,0 0-16,0 0 0,40 0 0,-40 0 15,0 0-15,41 0 0,-41 0 0,0 0 16,0 1-16,40-1 0,-40 0 16,0 0-16,0 0 0,0 0 15,0 0 1,0 0-16,0 0 0,-40 1 16</inkml:trace>
  <inkml:trace contextRef="#ctx0" brushRef="#br0" timeOffset="299.907">2006 2486 0,'0'40'16,"0"-80"-16,40 80 31,81-120-16,-1 0-15,-80 40 0,41-1 16,-1 1-16,120-120 16,-39-1 15,-121 161-15,-80 0 15,40 41-31,-40-41 0,0 0 15,40 40-15,-40-40 0</inkml:trace>
  <inkml:trace contextRef="#ctx0" brushRef="#br0" timeOffset="6149.5863">4334 1644 0,'0'-40'0,"-40"40"16,40-40-1,0-1 1,80 41 0,-80-40-16,40 40 0,-40-40 15,40 40-15,0 0 0,0 0 16,0 0-16,1 0 16,-1 0-1,-40 40-15,40-40 0,0 40 0,0 1 16,0-1-16,-40 0 0,0 0 0,0 0 0,0 0 15,0 0-15,0 0 0,0 0 16,-40 0-16,40 1 0,-40-1 0,40 0 0,-40 0 16,40 0-16,-40-40 15,40 40-15,-40-40 0,40 40 0,-41-40 0,41-40 32,41 0-17,-41 0-15,40 0 0,0 0 0,0 40 0,0-40 16,0-1-16,-40 1 15,40 0-15,0 0 0,1 0 0,-1 0 0,-40 0 16,40 0-16,0 0 0,0 0 16,0-1-16,-40 1 0,40 0 15,-40 0 1,0 0-16,-40 0 31,0 40-31,0 0 16,40 40-16,-40-40 0,40 40 0,-40 0 15,0 0 1,-1 0-16,41 1 0,-40-41 0,40 40 0,-40 0 16,40 0-16,0 0 0,-40 0 15,40 0-15,0 0 0,0 0 0,0 0 16,0 1-16,0-1 16,40-40-16,-40 40 0,40 0 0,0-40 15,-40 40-15,41-40 0,-1 0 0,0 0 16,0 0-16</inkml:trace>
  <inkml:trace contextRef="#ctx0" brushRef="#br0" timeOffset="6449.5369">5658 1283 0,'-80'-40'15,"160"80"-15,-201-80 16,121 80 15,0 0-15,-40 0-16,40 80 16,0-80-16,0 1 0,0 79 15,0-80-15,81 40 31,-81-40-31,40-40 0,0 40 16,40 0 0</inkml:trace>
  <inkml:trace contextRef="#ctx0" brushRef="#br0" timeOffset="6829.5861">5858 1483 0,'-40'-40'16,"80"80"-16,-80-120 31,40 40-31,40 40 16,-40 40-1,41-40-15,-41 40 0,40-40 0,0 40 0,0-40 16,-40 40 0,0 1-16,40-1 0,-40 0 0,0 0 15,0 0-15,0 0 16,0-80-1,40 40 1,-40-80-16,40 40 16,-40 0-16,81-1 0,-81 1 0,40 40 15,-40-40-15,40 40 0,0-40 16,0 40 0,-40 40-1,40-40-15,-40 80 0,0-39 16,40-41-16,-40 40 0,0 0 0,0 0 15,0 0-15,0 0 16,0 0-16,0 0 0,0 0 16,0 0-1</inkml:trace>
  <inkml:trace contextRef="#ctx0" brushRef="#br0" timeOffset="7069.5732">6621 1403 0,'0'0'0,"40"0"0,-40-40 0,40 40 15,0 0 1,0 0-16,0 0 0,1 40 16,-1 0-1,-40 0-15,40 0 0,-40 1 0,40-1 0,-40 0 16,0 0-16,0 0 0,0 0 0,0 0 0,0 0 15,-80 0-15,80 0 16,-40-40-16,40 41 0,-81-1 0,41 0 16,0-40-16</inkml:trace>
  <inkml:trace contextRef="#ctx0" brushRef="#br0" timeOffset="7689.534">7865 1443 0,'-40'40'15,"0"-40"1,-1 0-16,41-40 62,81 40-62,-41 0 16,0-40 0,0 40-16,0 0 0,0 0 0,0-40 15,1 40-15,-1-40 0,0 40 0,0 0 0,0 0 16,0 0-16,0 0 0,-40-40 15,40 40-15,1 0 0,-1 0 16</inkml:trace>
  <inkml:trace contextRef="#ctx0" brushRef="#br0" timeOffset="7909.5302">8065 1724 0,'0'0'0,"-40"40"0,40 0 31,40-40-15,1 0 0,39 0-1,80 0 1,-120-40-16</inkml:trace>
  <inkml:trace contextRef="#ctx0" brushRef="#br0" timeOffset="10069.3888">9991 842 0,'-40'0'16,"0"0"-1,0 0-15,0 0 0,0 0 16,0 40 0,0 0-16,-1 0 0,41 0 15,-40 0-15,40 0 16,0 0-16,-40 0 0,40 1 16,0-1-16,0 0 15,0 0-15,40 0 0,-40 0 0,40 0 16,-40 0-16,41 0 0,-41 1 0,40-1 0,-40 0 15,0 0-15,0 0 16,40 0-16,-40 0 0,0 0 0,-40 0 16,-41 0-1,41 1-15,0-41 16,0 0-16,0 0 16,40-41-16,0 1 15,0 0-15,0 80 47,40-40-47,-40 40 16,40-40-16,-40 41 0,40-1 0,-40 0 0,40-40 15,-40 40-15,0 0 16,0 0-16,41 0 0,-41 0 0,0 0 16,0 1-16,40-1 15,0 0 1,0-40-16,0 0 15,0-40 1,-40 0-16,40 40 16</inkml:trace>
  <inkml:trace contextRef="#ctx0" brushRef="#br0" timeOffset="10359.3828">10232 1363 0,'0'0'0,"0"-40"15,40 40-15,-40-80 16,0 40 0,0 120 15,0-40-31,0 0 0,40 0 0,-40 0 15,0 40-15,41-39 16,-41-1-16,0 0 0,0 0 0,0 0 0,0 0 16,0 0-1,40 0-15,-40 0 0,0 0 0,0 1 16,-40-1-16,-1 0 16</inkml:trace>
  <inkml:trace contextRef="#ctx0" brushRef="#br0" timeOffset="10579.3168">10874 1764 0,'0'40'0,"0"0"16,0 0-1,0 0-15,0 1 16,0-1-16,-40 0 0,40 0 15,-40 0 1,0 0-16,40 0 0,-40-40 0,40 40 16,-40-40-16,-1 0 15,41 40-15</inkml:trace>
  <inkml:trace contextRef="#ctx0" brushRef="#br0" timeOffset="11039.3304">11797 1162 0,'-40'0'16,"0"0"-1,0 0 1,40 41-16,-40-41 0,0 160 31,-1-120-31,41 0 0,0 40 16,0-39-16,41-1 16,-41 0-16,120 40 15,0-80 1,-39 0-1,-81-40-15,80-40 16,-80 40-16,40 40 0,-40-121 16,-40 41-1,-40 0 1,-1 80 15,41 0-31,0 0 16,40 40-1</inkml:trace>
  <inkml:trace contextRef="#ctx0" brushRef="#br0" timeOffset="11279.2606">12640 1644 0,'0'40'16,"0"-80"-16,0 160 16,-40-120-16,0 120 31,-81 41-15,1-41-1,-1-40 1</inkml:trace>
  <inkml:trace contextRef="#ctx0" brushRef="#br0" timeOffset="12349.2525">13683 1042 0,'40'0'0,"-80"0"109,0 0-93,0 0-1,40 40 1,0 0-16,-40 0 16,40 1-16,0-1 0,0 0 15,0 0-15,0 0 0,0 0 0,40 0 16,0-40-16,-40 40 15,40-40-15,0 0 0,0 0 0,0 0 16,1 0 0,-1 0-16,-40-40 0,40 40 0,-40-40 15,40 0-15,-40 0 16,0 0-16,0 0 0,0 0 16,-40-1-16,40 1 0,-40 0 15,0 0 1,40 0-16,-41 40 0,1 0 31,40 40 0,0 0-15</inkml:trace>
  <inkml:trace contextRef="#ctx0" brushRef="#br0" timeOffset="12649.2336">14365 1604 0,'0'0'0,"0"40"16,0 0-16,0 0 16,0 0-1,0 0-15,0 0 32,-40-40-32,40 40 0,-40-40 0,0 40 15,0-40-15,40 41 0,-40-41 0</inkml:trace>
  <inkml:trace contextRef="#ctx0" brushRef="#br0" timeOffset="13099.1322">15007 922 0,'0'40'31,"0"0"-15,0 0-16,0 0 0,0 0 15,0 0-15,0 1 16,0-1-16,0 0 0,0 0 0,0 0 0,0 0 16,0 0-16,0 0 0,0 0 15,0 1-15,0-1 0,0 0 16</inkml:trace>
  <inkml:trace contextRef="#ctx0" brushRef="#br0" timeOffset="13899.0828">15649 962 0,'0'0'0,"40"0"16,1 0-16,-1 0 15,-40-40 1,40 40-16,0 0 15,-40 40 1,0 0-16,40 0 0,-40 0 16,0 0-1,0 0-15,0 1 0,0-1 0,0 0 16,0 0-16,-40-40 16,40 40-16,0 0 0,0 0 0,0 0 15,0 0-15,0 1 0,40-41 16,0 40-1,0-40-15,0 0 16,1 0-16,-41-40 16,40 40-16,-40-41 0,0 1 15,40 40-15,-40 40 47,0 1-31,-40-41-16,40 40 0,0 0 0,-40 0 15,40 0-15,0 0 16,0 0-16,0 0 0,0 0 16,0 0-16,0 1 15,0-1-15,-41 0 0,41 0 0,-40 0 16,40 0-16,-40-40 0,0 40 16,0-40-16,40 40 0,-40-40 0,0 40 0,0-40 15,-1 0-15,1 0 0,0 0 0,0 0 0,0 0 16</inkml:trace>
  <inkml:trace contextRef="#ctx0" brushRef="#br0" timeOffset="15409.0652">17696 1483 0,'0'40'0,"40"-40"79,0 0-64,0 0 1,0-40-16,0 40 0,-40-40 15,40 40-15,1 0 16,-41-40-16,0 0 0,40 40 0,-40-40 0,40 0 16,-40 0-1,0 0-15,0-1 0,0 1 16,0 0 0,0 0-16,0 0 0,0 0 0,-40 40 15,40-40-15,0 0 16,-40 40-1,40 40 95,0 0-110,0 0 0,0 0 15,0 0-15,0 0 0,0 0 16,40 1-16,-40-1 0,0 0 0,0 0 0,0 0 16,0 0-16,40 0 0,-40 0 15,0 0-15,0 1 0,0-1 16,0 0-16,40-40 16,-40 40-16,0 0 0,0 0 15,0 0 1,40-40 31,-40-40-32,40 40 1,-40-40-16,0 0 0,40 0 0,1 0 16,-41 0-16,40 40 0,-40-41 0,40 41 15,-40-40 1,40 40-16,0 0 15,0 0 1,-40 40 0,40 1-1,-40-1-15,0 0 0,0 0 16,0 0-16,0 0 16,40-40-16,-40 40 0,0 0 15,41-40-15,-41 40 0,40-40 16</inkml:trace>
  <inkml:trace contextRef="#ctx0" brushRef="#br0" timeOffset="15718.9735">19140 1122 0,'0'-40'16,"-40"40"-16,0 0 31,0 0-15,40 40 0,0 41-1,0-1-15,40 120 31,40 1-15,1-121 0,-1-40-1</inkml:trace>
  <inkml:trace contextRef="#ctx0" brushRef="#br0" timeOffset="16118.9497">19421 1203 0,'-40'0'31,"80"40"-15,0 0 0,0 0-16,1 0 0,-1 0 15,0 0-15,-40 0 16,40-40-16,-40 40 0,0 1 15,0-82 32,0 1-47,0 0 16,40 40-16,-40-40 0,0 0 16,40 40-16,-40-40 0,40 40 15,0 0 1,1 0-16,-1 40 15,-40 0 1,40 0-16,-40 0 0,0 0 16,40 1-16,-40-1 15,0 0-15,0 0 0,0 0 16,-40-40-16,40 40 16,-40-40-16</inkml:trace>
  <inkml:trace contextRef="#ctx0" brushRef="#br0" timeOffset="16349.0091">20304 1122 0,'0'40'16,"40"-40"-1,-40 41-15,40-1 16,0 0-16,-40 0 0,40 0 0,-40 0 15,0 0-15,0 0 0,0 0 16,0 1-16,0-1 0,0 0 16,-40 0-16,40 0 0,-40 0 15,-40 0-15,40-40 0,40 40 16</inkml:trace>
  <inkml:trace contextRef="#ctx0" brushRef="#br0" timeOffset="16578.9228">20906 1403 0,'0'-40'16,"40"40"-16,0-40 15,0 40 1,0 0-16,0 0 0,1 0 15,-1 0 1,0 0-16,0 0 0,0 0 0,0 0 16,0 0-1</inkml:trace>
  <inkml:trace contextRef="#ctx0" brushRef="#br0" timeOffset="16788.9823">21227 1684 0,'-40'40'16,"80"-80"-16,-120 80 0,80 0 15,80-40 1,-80-40-16,80 40 16,-40-40-16,40 40 0,-39 0 0,-1 0 0,0 0 15,0-40 1,0 40-16,0 0 0,0-40 0,0 40 15</inkml:trace>
  <inkml:trace contextRef="#ctx0" brushRef="#br0" timeOffset="17508.9382">23113 641 0,'0'-40'31,"-40"40"-15,0 0 0,-1 0-1,1 0 1,0 0-16,0 0 15,40 40-15,-40 40 16,0 1 0,40-1-16,40 40 31,0 40-15,0 1-1,-80-81 1,0-80-1,-40 40 1,80-120 15,-40 40-15,40 0 0,80 80-1,0 120 16,0 1-15,1-41 0,79-40 15,-40-40-15</inkml:trace>
  <inkml:trace contextRef="#ctx0" brushRef="#br0" timeOffset="19778.726">24236 802 0,'-40'0'31,"0"40"-16,0-40-15,0 0 16,0 40-16,0-40 0,-1 40 0,1-40 16,40 40-1,-40-40-15,40 40 0,-40-40 16,0 0 0,40 40-16,-40-40 0,40 40 15,0 0-15,40-40 31,40 0 1,-40 0-32,0 0 0,1 0 0,-1 0 15,0 0-15,0-40 16,0 40-16,0-40 0,0 40 0,0 0 0,1 0 16,-1 0-16,0 0 0,0 0 0,0 0 15,0 0-15,0 0 16</inkml:trace>
  <inkml:trace contextRef="#ctx0" brushRef="#br0" timeOffset="20058.7104">24317 761 0,'0'41'47,"0"-1"-31,0 0-16,0 0 16,-41-40-16,41 40 0,0 0 0,0 0 15,0 0 1,0 0-16,0 0 0,0 1 0,0-1 0,0 0 15,0 0-15,0 0 16,0 0-16,41 0 0,-41 0 0,0 0 0</inkml:trace>
  <inkml:trace contextRef="#ctx0" brushRef="#br0" timeOffset="20308.7692">25079 1604 0,'0'0'15,"0"40"1,0 40 0,0 0 15,-40 0-16,40-40-15,-40 1 16</inkml:trace>
  <inkml:trace contextRef="#ctx0" brushRef="#br0" timeOffset="20908.7324">25681 922 0,'0'-40'16,"40"40"15,0-40-31,40 40 32,41 0-17,-81 120 1,0 40-1,-200-39 17,79-41-17,81-40 1,40-40 0,1 0-1,-1 40 1,40 40-1,-40 41 1,-160-1 15,-41-40-15,41-80 0,120-40-1,40 0 1</inkml:trace>
  <inkml:trace contextRef="#ctx0" brushRef="#br0" timeOffset="21138.6437">26564 1724 0,'0'0'0,"0"40"31,0 0-31,-40-40 16,40 40-1,-41-40-15,41 40 0,-40-40 0,40 40 0,0 1 16,-40-1-16,0-40 0,40 40 16,0 0-1,-40-40-15</inkml:trace>
  <inkml:trace contextRef="#ctx0" brushRef="#br0" timeOffset="21618.6148">27005 1042 0,'0'0'0,"0"-40"15,40 0-15,0 40 16,0 0-16,1 0 16,-1 40-16,0 0 15,0-40-15,-40 40 0,40 0 0,0-40 16,-40 81-16,0-41 15,0 0-15,0 0 0,0 0 16,-40 0 0,40 0-16,-40-40 0,40 40 0,-40-40 0,40 40 15,-40-40-15,40 41 0,-40-41 16,80 0 46,0 0-46,0 0-16,0 0 16,0 0-16,0 0 15,0 0-15,-40 40 0,41-40 0,-1 0 16,0 0-16,0 0 0</inkml:trace>
  <inkml:trace contextRef="#ctx0" brushRef="#br0" timeOffset="21828.6308">27888 1684 0,'0'40'16,"0"0"0,0 0 15,0 0-31,0 0 0,0 0 0,0 1 15,-40-1 1,40 0-16,-40-40 0,40 40 0,-41-40 0,1 40 16,0-40-1</inkml:trace>
  <inkml:trace contextRef="#ctx0" brushRef="#br0" timeOffset="22428.6089">28530 962 0,'0'0'0,"-40"0"31,40-40-16,-40 40 1,40 40 15,-41 120-15,41 121 0,41-40-1,-1-121 16,0-80-31</inkml:trace>
  <inkml:trace contextRef="#ctx0" brushRef="#br0" timeOffset="23198.5184">28931 922 0,'40'0'16,"0"0"31,1 0-31,-1 0-16,-40 40 15,40-40 1,-40 40-1,40-40-15,-40 40 16,0 0-16,40-40 0,-40 40 0,0 0 16,0 1-1,0-1-15,0 0 0,0 0 0,-40 0 16,40 0-16,0 0 0,-40 0 0,40 0 16,0 1-1,0-1-15,0 0 0,40-40 31,0 0-31,0 0 16,0 0 0,0 0-16,1 0 15,-41-40-15,0 0 16,-41 40 46,41 40-46,-40-40-16,40 40 0,0 0 16,-40-40-1,40 40-15,-40 0 0,40 0 16,0 0-16,-40 0 0,40 0 0,0 1 16,-40-1-16,40 0 15,0 0-15,-40 0 0,40 0 0,-40-40 16,40 40-16,-41 0 15,1 0-15,0-40 0,40 41 0,-40-41 16,0 0-16,0 0 0,0 40 16,-1-40-16,1 0 0,0 0 0</inkml:trace>
  <inkml:trace contextRef="#ctx0" brushRef="#br0" timeOffset="27838.2714">4093 3088 0,'0'40'16,"-40"-40"15,0 0-31,0 0 16,-1 0-16,1 40 15,0-40-15,0 0 0,80 40 0,-120-80 16,40 40-16,0 40 16,40 0-16,-40-40 0,-1 40 0,1-40 15,40 40-15,-40 0 16,40 0-16,-40 0 0,40 1 0,0-1 16,0 0-16,0 0 0,0 0 0,0 0 15,0 0-15,40 0 16,40-40-16,-39 40 15,-1-40-15,40 0 16,-40 0-16,0 0 0,40 0 0,-39-40 0,-1 40 16,40-40-16,-40 40 0,0-40 15,0 40-15,0-40 0</inkml:trace>
  <inkml:trace contextRef="#ctx0" brushRef="#br0" timeOffset="28278.2137">4253 3288 0,'41'-40'31,"-1"0"-15,0 40-16,0 0 31,0 0-31,0 0 15,-40 40-15,40-40 0,-40 40 16,40-40-16,-40 40 0,41 0 0,-41 0 16,40-40-1,-40 40-15,0 1 0,0-1 16,-40-40-16,-1 0 16,1 0-1,0-40-15,40-1 31,0 1-31,0 0 0,40 40 0,-40-40 16,40 40-16,-40-40 0,41 40 16,-41-40-16,40 40 0,0 0 0,0-40 15,0 40 1,0 0 0,0 0 15</inkml:trace>
  <inkml:trace contextRef="#ctx0" brushRef="#br0" timeOffset="28598.2671">5016 3128 0,'40'0'15,"-40"-40"-15,40 40 16,0-41 0,0 41-1,0 0 1,-40 41-16,0-1 15,0 40-15,0-40 16,0 0 0,0 0-16,-40-40 0,40 40 0,0 0 15,0 0 1,-40-40-16,0 0 16,0 0 15,40-40-31,0 0 0,0 0 15,0 0 1,0 0-16,0 0 0,0 80 47</inkml:trace>
  <inkml:trace contextRef="#ctx0" brushRef="#br0" timeOffset="29388.2189">5939 2927 0,'0'0'0,"-40"0"31,-1 0-31,1 0 0,40 40 16,-40-40-16,0 0 16,0 0-16,0 0 15,40 40 1,0 0-16,0-40 0,0 41 0,0 39 16,40-80-16,-40 40 0,40 0 0,-40 0 15,40 0 1,0 0-16,0-40 0,-40 40 15,41-40-15,-41 40 16,0 1-16,0-1 16,-81-40-1,81 40-15,-40-40 0,40 40 0,-80 0 16,40-40 0,0 0-1</inkml:trace>
  <inkml:trace contextRef="#ctx0" brushRef="#br0" timeOffset="29738.197">6260 3047 0,'-40'0'15,"-1"0"-15,41 81 16,0-41 15,0 0-31,81 40 16,-1 0 15,-40 41-15,-80-1-1,-121-40 17,1-40-17,80-40 1,80-40-16</inkml:trace>
  <inkml:trace contextRef="#ctx0" brushRef="#br0" timeOffset="30738.1373">7624 3248 0,'0'-40'0,"-40"40"16,0-40-1,0 40 1,0 0 0,-1 0-1,41 40-15,-40-40 0,40 40 0,-40 0 16,40 0-1,-40 0-15,40 0 0,0 0 0,0 1 16,0-1-16,0 0 0,0 0 16,40 0-16,-40 0 0,40 0 0,0 0 15,1-40 1,-1 40-16,0-40 0,0 0 16,0 0-16,0 0 0</inkml:trace>
  <inkml:trace contextRef="#ctx0" brushRef="#br0" timeOffset="31108.1141">7945 3408 0,'40'-40'15,"0"40"-15,-40-40 16,40 40 0,41 40-1,-1 0 1,-40 121-1,-80-81 17,0-40-32,-40 0 31,-81-40-15,121-40-16,0 0 15,0-120 1,40-1 15,120 81-15,0 80-1,-79 0-15</inkml:trace>
  <inkml:trace contextRef="#ctx0" brushRef="#br0" timeOffset="31468.0923">8386 3288 0,'41'0'15,"-82"0"-15,122 0 0,-41-40 32,0 40-17,-40 80 1,40 0 0,-80 41 15,0-81-16,40-80 1,0 0 15,40-81-15,0 41 0,0 40-1,0 0 16,0 80-31,-40 0 16,41 0 0,-1-40-16</inkml:trace>
  <inkml:trace contextRef="#ctx0" brushRef="#br0" timeOffset="31808.0721">8868 3368 0,'40'0'78,"0"0"-63,-40 40-15,40-40 16,-40 40-16,40-40 0,-40 41 0,0-1 0,41-40 16,-41 40-16,40 0 15,-40 0-15,0 0 31,-40-40-31,-1 0 16,41-40 0,0 0-16,-40 40 0,40-40 15,0 0-15,0 0 0,0-1 0,0 1 16,40 0 0,1 0-16,-1 40 15,0-40-15,0 40 16,0 0-16,0 0 15,-40 40 1,40-40-16</inkml:trace>
  <inkml:trace contextRef="#ctx0" brushRef="#br0" timeOffset="32138.0519">9430 3408 0,'0'0'0,"0"40"31,40-40-31,0-40 31,0 0-15,-40 0 0,-40 0-1,0 40 1,0 0 0,0 40-1,-1-40-15,41 80 16,0-40-1,0 41 1,41-1 15,-1-80-31,0 0 16,40-40 0,-80 0-16</inkml:trace>
  <inkml:trace contextRef="#ctx0" brushRef="#br0" timeOffset="32358.0379">9871 3088 0,'0'-41'16,"0"82"-16,0-122 0,-80 81 16,120 81 15,-40-41-16,0 0 1,40 0-16,-40 0 0,0 0 0,0 0 0,0 0 16,40-40-16,-40 40 0,0 0 15,0 1-15,0-1 0,0 0 0,40-40 16,-40 40-16</inkml:trace>
  <inkml:trace contextRef="#ctx0" brushRef="#br0" timeOffset="32988.0009">10633 3368 0,'-80'-40'16,"160"80"-16,-240-80 16,120 40-16,0 80 31,40 41-16,0-81 1,80 40 0,0-40-1,-40-40 1,-40-80 0,0-81-1,0 81 16,0 120 1,40 0-32,1 1 0,-41-1 15,40-40-15,-40 40 0,40-40 0,-40 40 0,40-40 16,0 40-16,0-40 16,0 40-16,1-40 15,-1 0 1,-40-40-16,40-40 0,-40 40 15,0 0 1,0-1-16,40 1 0,-40 0 0,0 0 16,0 0-16,0 0 0,0 0 15,0 0-15,0 0 0,0 0 0,0-1 0,0 1 16,0 0-16,-40 40 0,0 0 31,40 40-15,0 0-16,0 1 15,0-1-15,0 0 0,0 0 0,0 0 0,0 0 16,0 0-16,0 0 16,0 0-16,0 41 0,0-41 0,0 0 15,40 0-15,-40 0 0,0 0 0,40-40 16,-40 40-16</inkml:trace>
  <inkml:trace contextRef="#ctx0" brushRef="#br0" timeOffset="33347.9808">11115 3489 0,'0'0'0,"40"0"16,0 0 0,41 0-1,-41 0-15,0 0 16,0 0-16,0 0 15,0 0 1,-40-41 0,0 1-16,0 0 15,0 80 17,0 0-17,0 1 1,0 79-1,0 0 1,0-80 15</inkml:trace>
  <inkml:trace contextRef="#ctx0" brushRef="#br0" timeOffset="33497.9162">11516 3248 0,'-40'0'16,"80"0"-16,-120-40 0,40 0 15,40 80 17</inkml:trace>
  <inkml:trace contextRef="#ctx0" brushRef="#br0" timeOffset="34957.8814">12038 3408 0,'0'40'16,"0"-80"-16,-40 80 93,40-80-77,-40 40-16,0 0 16,40 40 77,-41-40-93,41 41 0,-40-1 16,40 0 0,0 0-16,-40-40 15,40 40 1,40-40-16,0 0 15,1 0 1,-1 0-16,0 0 0,0-40 16,0 40-1,-40-40 1,0 0-16,0 0 31,-40 40-31,0-41 0,0 1 31,0 40-15</inkml:trace>
  <inkml:trace contextRef="#ctx0" brushRef="#br0" timeOffset="35627.7665">12439 3248 0,'0'-40'15,"0"80"16,0 0-15,0 0 0,40 0-16,-40 0 0,40-40 15,-40 40-15,41-40 0,-41 41 16,0-82 31,0 1-32,80 40 1,-80-40-16,0 0 0,40 40 16,-40-40-16,40 40 0,0 0 15,0-40-15,0 40 16,1 0-16,-41 40 16,0 0-1,40-40-15,-40 40 0,0 0 0,40 0 16,-40 1-16,40-41 15,-40 40-15,0 0 0,40-40 0,-40 40 16,40-40 0,0 0-1,-40 40-15,40-40 0,1 0 16,-1 0 0,-40-40-16,40 40 0,-40-40 31,40 0-16,-40 0 32,-40 40-31,40-41 0,-40 41-16</inkml:trace>
  <inkml:trace contextRef="#ctx0" brushRef="#br0" timeOffset="38547.6633">1043 3649 0,'0'0'0,"0"40"0,0 0 32,-40-40-17,40 40-15,0 0 0,0 1 16,0-1 0,0 0-16,40 0 0,0 0 15,-40 0-15,41 0 16,-41 0-16,0 0 0,0-80 62,0 0-46,0 0-16,-41 0 0,41 0 16,-40 0-16,40 0 15,-40 40-15,40-40 0,-40-1 0,40 1 0,-40 0 16,40 0-16,-40 0 15,40 0-15,0 0 0,0 0 32,0 0-17,40 40-15,-40-41 0,40 41 0,-40-40 16,40 40-16,0 0 16,-40-40-16,40 40 0,1 0 15,-1 0 1,0 0-1,0 0 1</inkml:trace>
  <inkml:trace contextRef="#ctx0" brushRef="#br0" timeOffset="38977.5803">1003 3809 0,'0'41'32,"40"-41"-1,41-41-15,-41 41-16,0 0 0,-40-40 15,40 40-15,0-40 0,0 40 16,-40-40-16,40 40 0,0 0 0,1 0 15,-41-40 1,40 40-16,0 0 78,-40 40-62,0 0-1,40 0-15,-40 0 16,0 1 0,0-1-16,0 0 0,0 0 15,0 0-15</inkml:trace>
  <inkml:trace contextRef="#ctx0" brushRef="#br0" timeOffset="39157.6257">1485 3408 0,'0'0'15</inkml:trace>
  <inkml:trace contextRef="#ctx0" brushRef="#br0" timeOffset="39597.5989">1645 3529 0,'40'0'0,"0"0"15,1 0 1,-1 40 0,0-40-1,-40 40-15,0 0 16,40-40-16,-40 40 0,0 0 31,0-80 0,0 0-15,40 40 0,-40-40-16,40 0 0,0 0 15,-40 0-15,40 40 16,-40-41 0,0 82 15,41-1-16,-41 0 1,0 0-16,0 0 0,0 0 16,40-40-1,-40 40-15,40 0 16</inkml:trace>
  <inkml:trace contextRef="#ctx0" brushRef="#br0" timeOffset="40057.5715">2568 3328 0,'-40'-40'15,"0"40"-15,0 40 32,40 0-17,-40-40-15,40 40 0,0 0 16,-41 1-16,41-1 31,0 0-15,41-40-1,-1 0-15,0 0 16,-40-40-16,40 0 0,-40-1 16,0 1-1,0 0-15,0 0 0,0 0 16,0 0-16,0 0 15,-40 0-15,40 0 0,-40 40 16,40-40-16,0-1 16,-40 41-16,40 41 47,0-1-32,0 0-15,40 0 16,-40 0-16,0 40 0,0-40 0,0 0 0,0 41 15,40-41-15,-40 40 0,0-40 16,0 40-16,0-40 0,0 0 0</inkml:trace>
  <inkml:trace contextRef="#ctx0" brushRef="#br0" timeOffset="49866.9765">2448 5333 0,'0'41'15,"40"-41"189,-40-41-189,40 41-15,-40-40 16,40 40-1,0 0-15,0 0 47,0 0-31,-40 40 0,0 1-1,41-41-15,-41 40 16,0 0-16,0 0 0,40-40 15,-40 40-15,0 0 16,0 0-16,0 0 16,0 0-16,0 0 15,0 1 17,0-82 46,0 1-47,0 0-31,0 0 0,0 0 16,0 0-16,0 0 0,40 40 15,-40-40-15,0 0 16,0 0-16,40 40 15,-40-41-15,0 1 16,40 40 0,-40-40-16,40 40 15,0 0 1,0 0 15,1 0 0,-1 0 1,-40 40 15,0 0-47,40 1 15,-40-1 1,0 0-16,0 0 31,0 0-15,0 0 15,0 0-15,80 0-1,-80 0-15,0 0 31,40-40 1,0 0 30,0 0-46,1 0-16,-1 0 31,-40-40-15,40 40-1,-40-40 1,0 0 0</inkml:trace>
  <inkml:trace contextRef="#ctx0" brushRef="#br0" timeOffset="54746.6418">5899 5414 0,'-41'0'0,"41"40"16,-40-40 15,0 0-15,0 0 46,80 0 32,0 0-79,0 0-15,1-40 0,-1 40 0,0 0 0,0 0 16,0 0-16,0 0 0,0 0 0,0 0 16,1 0-16,-1 0 15,0 0-15,0 40 16,0-40-16</inkml:trace>
  <inkml:trace contextRef="#ctx0" brushRef="#br0" timeOffset="55806.5469">6661 5133 0,'0'-40'78,"40"40"-47,0 0-15,0 0-1,0 0-15,-40-40 16,41 40-16,-1 0 15,-40 40 1,40-40-16,-40 40 0,0 0 16,0 0-1,0 0-15,0 0 16,-40 0 0,40 1-16,-40-41 0,40 40 0,0 0 15,-41-40 1,41 40-16,41-40 47,-41-40-32,40 40-15,0 0 16,0 0-16,0 0 31,0 0-31,0 0 16,-40 40-16,0 0 15,0 0-15,0 0 16,0 0-16,-40 0 31,40 0-15,-40-40-16,0 0 16,0 0-16,40 41 15,-40-41 1,0 0-16,-1 0 0,1 0 15,0 0 1</inkml:trace>
  <inkml:trace contextRef="#ctx0" brushRef="#br0" timeOffset="56636.5662">8065 5333 0,'-40'0'94,"80"0"-63,1 0 1,-1 0-32,0 0 0,0 0 0,0-40 0,0 40 15,0 0-15,0 0 0,1 0 16,-1 0-16,0 0 0,0 0 0,0 0 0,0 0 15,0 0 1,0 0-16,1 0 0,-41 40 47</inkml:trace>
  <inkml:trace contextRef="#ctx0" brushRef="#br0" timeOffset="57206.4567">8868 5173 0,'0'-40'16,"0"0"-16,40 40 0,0-40 15,40 0 1,1 40 15,-1 0-15,-40 80-1,0 0 1,0-40 15,-80 40-15,-40 1 0,40-41-16,0 0 31,80-40 16,0-40-32,0 40 1,0 0 0,0 0-1,0 40-15,1-40 16,-41 40-16,40-40 15,0 0-15,0 40 16,0-40-16,-40 40 0,40-40 16</inkml:trace>
  <inkml:trace contextRef="#ctx0" brushRef="#br0" timeOffset="57716.5015">10633 5253 0,'0'40'15,"41"-40"48,-1 0-47,0 0-1,0 0-15,0 0 0,0 0 0,0 0 0,1 0 16,-1 0-16,0 0 0,0 0 15,0 0-15,0 0 0,0 0 0,0-40 0,1 40 16,-1 0-16,0 0 16,0 0-1</inkml:trace>
  <inkml:trace contextRef="#ctx0" brushRef="#br0" timeOffset="58206.3993">11757 4932 0,'0'0'16,"-40"0"-16,40-40 16,-40 40-16,80 0 46,-40 40-30,0 0 31,0 1-16,0-1-31,0 0 0,0 0 16,0 0-16,0 0 15,0 0-15,0 0 0,0 41 0,0-41 0,0 0 16,0 0-16,0 0 0,0 0 0,40-40 0,-40 40 16,0 0-16,0 0 15,40-40-15</inkml:trace>
  <inkml:trace contextRef="#ctx0" brushRef="#br0" timeOffset="59336.347">13723 4972 0,'-40'0'78,"0"0"-47,0 0 0,0 0-15,40 41-16,-40-41 0,40 40 16,-41 0-1,41 0-15,-40 0 16,40 0 0,0 0-16,0 0 0,81 0 15,-41 1 1,0-41-1,0 40 1,0-40-16,0 0 0,0 0 16,0 0-16,1 0 0,-1-40 0,0 40 15,0 0 1,-40-41-16,40 41 16,-40-40-1,0 0 1,0 0-1,0 0-15,-40 40 0,40-40 0,0 0 16,-40 40-16,40-40 0,0 0 16,-40 40-16,40-41 15,-40 41-15,40-40 0,-41 40 16,1 0 0,0 0 15,0 0 0,40 40-31,0 1 16,0-1-16</inkml:trace>
  <inkml:trace contextRef="#ctx0" brushRef="#br0" timeOffset="60386.2965">15730 4892 0,'0'-40'47,"0"80"16,-41-40-48,41 40 1,0 0-16,0 1 16,0-1-16,0 0 0,0 0 0,0 0 15,0 0 1,0 0-16,41 0 0,-41 0 16,0 1-16,0-1 15</inkml:trace>
  <inkml:trace contextRef="#ctx0" brushRef="#br0" timeOffset="61356.2806">17254 4972 0,'0'-40'31,"0"0"1,0 0-17,40 40 1,1 0-1,-1 0 1,0 0-16,0 0 16,0 0-16,0 0 15,0 0 1,-40 40-16,0 0 16,0 0-16,0 1 15,0-1-15,0 0 16,-40 0-16,40 0 15,-40-40-15,40 40 0,-40-40 0,40 40 16,0 0-16,-40-40 0,80 0 78,0 0-62,0 0-1,0 0-15,0 0 16,1 0-16,-1 0 0,0 0 16,0 0-16,0 0 0,0 0 15,0 0 1,0 0-16,1 0 0</inkml:trace>
  <inkml:trace contextRef="#ctx0" brushRef="#br0" timeOffset="62266.2276">18859 4852 0,'0'-40'31,"41"40"16,-1 0-16,0 0-31,0 0 16,0 0-16,0 0 15,0 0-15,0 0 16,1 0-1,-41 40 1,0 0 0,-41 0-1,1 0-15,0-40 16,40 41 0,-40-41-16,40 40 0,-40-40 15,80 0 63,40 0-62,-80 40-16,40-40 0,-40 40 16,41-40-16,-41 40 15,0 0-15,0 0 16,0 0-1,0 0-15,-41 1 0,1-1 16,0-40-16,40 40 16,-40-40-1,0 0-15,0 0 0,40 40 16,-40-40-16,0 0 16,40-40-16,-41 40 15,41-40 1</inkml:trace>
  <inkml:trace contextRef="#ctx0" brushRef="#br0" timeOffset="63146.1718">20785 4812 0,'41'0'0,"-41"40"109,-41-40-93,1 0-1,40 40 1,-40-40-1,40 40-15,-40-40 0,40 40 16,-40-40-16,40 41 0,0-1 0,-40-40 0,40 40 16,-40-40-16,40 40 15,0 0-15,0 0 32,40-40-1,0 0-31,0 0 15,0 0-15,0 0 0,0 0 16,1-40 0,-1 40-16,0 0 0,0 0 15,0 0 1,0 0-16,0 0 16,-40-40-1</inkml:trace>
  <inkml:trace contextRef="#ctx0" brushRef="#br0" timeOffset="63426.1235">20866 4852 0,'0'0'16,"-40"0"-1,-1 0 1,41 80 31,0-40-47,0 1 16,41-1-16,-41 0 0,0 0 15,0 0-15,0 0 0,0 0 0,0 0 16,0 0-16,0 1 15,0-1-15,0 0 0,-41-40 0,41 40 16</inkml:trace>
  <inkml:trace contextRef="#ctx0" brushRef="#br0" timeOffset="65106.0573">22471 4852 0,'0'0'0,"-40"0"0,40 40 15,-40-40-15,40 40 32,0 0-17,0 1 1,0-1 0,40-40-16,-40 40 0,0 0 15,40 0 1,0 0-16,-40 0 0,40-40 0,-40 40 15,40 0-15,-40 1 0,0-1 16,-40-40 0,0 0-1,0 0-15,0 0 16,0-40-16,-1-1 0</inkml:trace>
  <inkml:trace contextRef="#ctx0" brushRef="#br0" timeOffset="65286.0423">22591 4812 0,'0'0'15,"40"0"1,0 0 0,81 0 15,-81 0-31</inkml:trace>
  <inkml:trace contextRef="#ctx0" brushRef="#br0" timeOffset="66065.954">24236 4652 0,'40'0'16,"1"0"15,-82 0 16,1 0-47,0 40 0,40 0 15,-40-40 1,0 0-16,40 40 0,-40 0 16,40 0-1,0 0-15,-40-40 0,40 40 0,0 0 0,0 1 16,0-1-16,0 0 15,0 0-15,40 0 0,-40 0 0,40 0 0,-40 0 16,40-40-16,-40 40 0,40 1 0,40-1 16,-39 0-16,-1-40 15,-40-40 17,0 0-32,-40-1 15,-1 1 1,1 40-16,0 0 0,0-40 0,0 40 15,0 0-15,0 0 0,0 0 0,-1 0 16,41 40-16,-40-40 16,40 40-16</inkml:trace>
  <inkml:trace contextRef="#ctx0" brushRef="#br0" timeOffset="70905.7016">25280 4812 0,'-41'0'0,"1"0"15,0 0-15,0 0 16,40-40 15,40 40 47,0 0 47,0 0-125,1 0 16,-1 0-16,0 0 16,-40 40-16,40-40 0,0 0 15,0 0-15,0 0 0,1 0 0,-1 0 16,0 0-16,0 0 16,0 0-16,0 0 0,0 0 15,-80 0 157,0 40-141,40 0-15,-40-40-16,40 40 16,0 41-16,-40-81 0,40 40 0,-40 0 15,40 0-15,-40 0 16,-1 0-16,41 0 0,0 0 0,-40-40 15,40 40-15,0 1 0,-40-41 0,40 40 16,0 0 0,-40-40-16,40 40 47</inkml:trace>
  <inkml:trace contextRef="#ctx0" brushRef="#br0" timeOffset="71205.6832">25280 5253 0,'80'0'62,"-40"0"-62,0 0 16,-40-40-16,80 40 0,1 0 16,-41-40-1</inkml:trace>
  <inkml:trace contextRef="#ctx0" brushRef="#br0" timeOffset="142281.3755">963 6777 0,'0'-40'47,"0"0"31,40 40-78,-40-40 0,40 40 0,-40-40 15,40 40-15,1 0 16,-1 0-16,-40-40 0,40 40 0,0 0 16,0 0-16,0 0 15,0 0-15,0 80 0,-80-160 16,80 80-16,-40 40 15,81 40-15,-162-120 0,122 40 0,-82 40 0,41 0 16,0-40-16,0 40 0,-40 0 0,40 0 16,0 1-16,-40-1 0,40 0 15,-40 0-15,0 0 0,40 0 0,-40 0 16,0-40-16,40 40 16,-40-40-16,-1 0 0,41 40 15,41-80 1,-41 0-1,40 40 1,-40-40-16,80 0 0,-80 0 0,40 40 0,-40-40 16,40 0-16,0 0 0,0-1 0,1 41 15,-41-40-15,40 0 0,0 40 16,-40-40-16,40 40 0,0-40 16,0 0-1,0 40-15,-40-40 0,40 40 16,-40-40-16,41 0 15,-82 40 64,1 0-48,40 40-31,0 0 0,-80-40 0,80 40 15,-40 0-15,0 0 16,0 0-16,40 0 0,-40-40 0,40 40 16,-41 1-16,41-1 0,0 0 0,0 0 15,-40 0-15,40 0 16,0 0-16,0 0 16,81-40-16,-41 0 15,0 0-15,0 0 16,0 0-16,0 0 15</inkml:trace>
  <inkml:trace contextRef="#ctx0" brushRef="#br0" timeOffset="142731.2743">2207 6537 0,'0'-41'15,"-40"41"1,40 41 0,-40-1-1,0 40 17,-1 0-17,41 0 1,0 81 15,0-41-15,81-40-1,-41-80 1</inkml:trace>
  <inkml:trace contextRef="#ctx0" brushRef="#br0" timeOffset="143311.237">2367 6737 0,'0'-40'0,"41"40"15,-1-40 1,0 40 15,0 0-15,-40 40-16,40 0 31,0 0-31,-40 40 31,0-39-31,0-1 16,0 0-16,-40 0 15,40 0-15,-40-40 0,40-80 32,40 80-32,-40-40 15,40 40-15,-40-40 0,40 40 0,-40-41 16,0 1-16,40 40 16,-40-40-16,41 40 0,-41-40 0,40 40 15,0 0 1,0 0 15,-40 40-15,0 0-1,0 0-15,0 1 16,0-1-16,0 0 16,0 0-16,0 0 15,0 0-15,0 0 16</inkml:trace>
  <inkml:trace contextRef="#ctx0" brushRef="#br0" timeOffset="143711.216">3290 6496 0,'0'41'16,"40"-1"-1,1 0 17,-1 80-17,-40-80 1,0 0-16,-40 121 15,40-121-15,-41 40 0,-39 40 16,40-80-16,0 41 16,0-41-16,0 0 0</inkml:trace>
  <inkml:trace contextRef="#ctx0" brushRef="#br0" timeOffset="183237.2551">10232 2486 0,'0'40'0,"-40"-40"125,40 40 0,0 0-110,0 0 1,40-40 15,-40 40 0,0 1-15,40-1 15,-40 0-31,40-40 31,1 0-31,-41-40 16,40 40 0,-40-40-16,40 40 0,-40-41 15,40 41-15,-40-40 16,40 40-16,-40-40 16,0 0 15,0 0 0,0 0-15,-40 40-16,40-40 47,-40 40-32,0 0 1,0 0-1,40 40 1,-41-40 0,41 40-16,-40-40 15,40 40 1</inkml:trace>
  <inkml:trace contextRef="#ctx0" brushRef="#br0" timeOffset="183827.201">11476 2406 0,'40'0'78,"0"40"-62,-40 0-1,0 0 1,0 0-16,41-40 0,-41 40 16,0 0-16</inkml:trace>
  <inkml:trace contextRef="#ctx0" brushRef="#br0" timeOffset="184717.1807">13242 2326 0,'40'0'16,"0"-41"-16,0 41 15,0 0 1,-40-40 0,40 40-16,-40 40 31,0 1-31,0-1 15,40 0 1,-40 0 0,-40-40 15,40 40-31,40-40 62,1 0-62,-1 0 0,0 0 16,0 0-16,0 0 16,0 0-16,0 0 0,0 0 15,1 0-15</inkml:trace>
  <inkml:trace contextRef="#ctx0" brushRef="#br0" timeOffset="185467.1013">14646 2326 0,'-40'0'0,"40"-41"15,40 41 32,0 0-31,0 0-1,1 0 1,-1 0-16,0 0 16,0 0-16,0 0 15,-40 41-15,0-1 32,-40 0-17,0 0 1,0-40-16,80 0 47,0 40-32,0-40 1,0 0-16,0 0 0,-40 40 0,40-40 31,-40 40-31,-40 0 31,-40-40-31,40 0 32,0 40-32,0-40 0,0 0 15,-1 0-15</inkml:trace>
  <inkml:trace contextRef="#ctx0" brushRef="#br0" timeOffset="188826.9154">6541 6456 0,'-41'40'375,"1"-40"-344,40 41-15,-40-41 0,40 40 30,-40-40-30,40 40 0,-40-40-16,40 40 15,-40-40 1,40 40 62,0 0-62,0 0-1,40-40 17,0 0-32,0 0 15,0 0 1,0 0 15,1 0-15,-1 0-16,0 0 15,0 0 1,0 0 15,0 0 0,0 0-31,0 0 32,1 0-17,-41-40-15,0 0 16,0 0 0,40 40-16,-40-40 31,0 0-16,0 0 1,0-1 15,-40 41 1,-1 0-17,1 0 1,40-40-1,-40 40-15,0 0 32,0 40 15,40 1-32,-40-41-15,40 40 16,-40-40-1,40 40 1,-40-40 0,40 40-16</inkml:trace>
  <inkml:trace contextRef="#ctx0" brushRef="#br0" timeOffset="190706.8589">9229 6296 0,'0'40'62,"-40"-40"-62,0 0 16,0 0 62,0 0-78,-1 0 15,1 0 1,40 40-16,-40 0 16,0-40-1,0 0 17,40 40 14,0 0-46,0 1 0,0-1 16,40-40-16,-40 40 16,40-40-16,-40 40 0,40-40 15,-40 40-15,40-40 16,1 0 15,-1 0-15,0 0 15,0 0-15,0-40-16,0 40 15,0 0 1,0 0-16,-40-40 16,41 40-1,-41-40-15,0 0 16,40 40-16,-40-41 0,0 1 47,0 0-32,-40 40-15,-1 0 16,41-40 0,-40 0-16,0 40 31,40-40-16,-40 40 1,0 0 0,40-40-16,-40 40 31,40 40 0,-40-40-31,40 40 16,-40-40-1,40 40-15,-41 0 16,41 0 0,-40-40-1</inkml:trace>
  <inkml:trace contextRef="#ctx0" brushRef="#br0" timeOffset="192406.6813">11637 6376 0,'-40'0'63,"-1"0"-16,41 40-47,-40-40 31,40 40 0,-40-40-31,40 40 16,0 1-1,0-1 1,0 0 15,40 0-31,-40 0 16,40-40-1,-40 40-15,41-40 16,-1 0-16,0 0 31,0 0 1,0 0-17,0 0 1,-40-40-16,40 40 15,0 0 1,-40-40 0,0 0 15,41 40-31,-41-40 16,40 40-1,-40-40-15,0-1 16,-40 41 15,40-40 0,-41 40-31,41-40 16,-40 40 0,40-40-16,-40 40 15,0 0 1,0 0 15,40 40 0,-40-40-15,40 40 0,-40-40-1,40 40-15,-40-40 0,40 41 31</inkml:trace>
  <inkml:trace contextRef="#ctx0" brushRef="#br0" timeOffset="195276.5404">14004 6176 0,'-40'0'219,"40"40"140,0 0-297,40 0-62,-40 0 16,0 0-16,0 0 16,40-40-16,-40 40 15,40-40-15,-40 40 0,40-40 16,-40 41 0,41-41-16,-41 40 0,0 0 46,0 0-30,40-40 15,-40 40-31,40-40 16,-40 40-16,40-40 0,-40 40 47,40-40-47,-40-40 31,-40 40 0,40-40 1,0 0-1</inkml:trace>
  <inkml:trace contextRef="#ctx0" brushRef="#br0" timeOffset="196566.429">15730 6296 0,'-41'0'31,"41"-40"-15,-40 40 31,40 40-32,-40-40-15,40 40 16,-40-40-16,40 40 16,-40-40-16,40 40 15,0 0-15,0 0 16,0 1 0,40-41-16,-40 40 0,40-40 15,0 0 1,-40 40-16,40-40 0,1 0 0,-1 40 15,0-40 1,0 0-16,-40-40 16,40 40-16,-40-40 0,40 40 15,-40-40-15,40 40 16,-40-41 0,0 1-1,0 0 16,-40 40-31,40-40 0,-40 40 16,0-40-16,0 40 16,0 0-1,0 0-15,-1 0 16,1 0 0,40 40-1,-40-40 1,40 40-16,0 0 31,0 0-15</inkml:trace>
  <inkml:trace contextRef="#ctx0" brushRef="#br0" timeOffset="197806.3572">17656 6216 0,'-41'0'16,"1"0"0,0 0-1,40 40 1,-40-40 0,40 40-16,0 0 15,0 0 1,0 0-16,0 0 31,40-40-31,-40 40 0,40-40 0,0 41 16,-40-1-16,41-40 15,-1 0-15,-40 40 0,40-40 16,0-40 15,-40 0-31,40 40 0,-40-41 16,40 41-1,-40-40-15,0 0 0,0 0 0,0 0 16,0 0-16,0 0 31,-40 40-31,0-40 0,0 40 16,0 0 0,0 0-16,-1 0 0,1 0 15,40 40 1,0 0-16,0 0 31</inkml:trace>
  <inkml:trace contextRef="#ctx0" brushRef="#br0" timeOffset="199146.2947">19140 6136 0,'-40'40'0,"40"-80"63,-40 40-32,40 40 0,0 0-15,0 0-16,0 0 15,0 0-15,0 0 16,0 0-16,0 0 0,0 0 0,0 1 16,0-1-1,0 0-15,0 0 16</inkml:trace>
  <inkml:trace contextRef="#ctx0" brushRef="#br0" timeOffset="200306.2082">20906 6336 0,'0'-40'16,"-40"40"62,0 0-63,-1 0 1,41 40 0,0 0-16,-40-40 0,40 40 15,0 0 1,-40-40-16,40 40 0,0 1 15,40-41 1,-40 40-16,40-40 16,1 0-16,-1 0 15,0 0 1,0 0-16,0 0 31,-40-40-31,40 40 0,-40-41 16,0 1-16,0 0 15,0 0 17,-40 40-17,0 0-15,0 0 16,0 0 0,0 0-16,40-40 0,-41 40 0,1 0 31,121 0-16,-81 40 1,40-40-16,0 0 0</inkml:trace>
  <inkml:trace contextRef="#ctx0" brushRef="#br0" timeOffset="201136.1701">22671 6216 0,'-40'0'16,"0"0"15,40-40-31,-40 40 31,40 40-15,-40 0-16,40 0 15,-40 0 1,40 0-16,0 0 16,0 0-1,40 0-15,0-40 31,0 0-31,0 0 16,0 0-16,1 0 16,-1 0-1,-40-40-15,40 0 16,0 0 0,-40 0-1,0 0 1,0 0-1,-40 40-15,40-40 16,-40 40-16,0 0 16,-1 0-16,1 0 15,40 40 17,0 0-17</inkml:trace>
  <inkml:trace contextRef="#ctx0" brushRef="#br0" timeOffset="201926.1057">24357 6296 0,'0'-80'16,"-40"80"31,-1 0-31,41 40-1,0 0-15,-40-40 0,40 40 0,0 0 16,0 0-1,0 0-15,40-40 16,-40 40-16,41-40 0,-1 41 16,0-41-1,0 0 1,0 0 0,-40-41-16,40 41 15,-40-40 1,40 40-16,-40-40 0,0 0 15,0 0 1,0 0 0,-40 40-16,40-40 0,-40 40 15,0-40 1,0 40-16,0 0 16,0 0-1,80 40 16,0-40-15</inkml:trace>
  <inkml:trace contextRef="#ctx0" brushRef="#br0" timeOffset="202666.0589">25480 6176 0,'-40'0'16,"0"0"-16,0 0 78,40 40-78,0 0 16,-80-40-1,80 40-15,-41-40 16,41 40 0,0 0 15,0 0-15,41-40-1,-41 40-15,40-40 16,0 0-16,0 0 15,0 0-15,0 0 16,-40-40 15,0 0 1,40 0-17,-40 0 1,0 0-1,0 0 1,-40 40 62,0 0-62</inkml:trace>
  <inkml:trace contextRef="#ctx0" brushRef="#br0" timeOffset="209275.6641">923 8261 0,'0'40'0,"-40"-40"31,40 40-15,40-40 93,0 0-93,0 0-1,0 0 1,-40-40 0,0 0-16,0 0 31,0 0-31,0 0 16,0 0-1,0 0 1,0 80 46,-40-40-46,40 40 0,0 0 30,0 0-30,0 0 0,0 0-1,0 0 1,0 0-16,0 1 16,0-1-16,0 0 15,0 0-15,0 0 0,80-40 0,-80 40 16,0 0-16,0 0 15,0 0 1,0-80 47,0 0-48,41 40 1,-41-40-16,0 0 0,40 40 15,-40-40-15,40 0 16,0 40 0,-40-40-1,40 40 17,-40 40-1,0 0-16,40-40-15,-40 40 0,0 0 16,0 0-16,0 0 16,0 0 15,40-40 16</inkml:trace>
  <inkml:trace contextRef="#ctx0" brushRef="#br0" timeOffset="209795.6641">1605 8101 0,'0'0'0,"-40"0"32,40 40 46,0 0-78,-40-40 15,40 40-15,0 0 0,-40-40 16,40 40-16,0 0 0,0 0 16,0 1-1,0-1-15,40 0 16,-40 0 0,40 0-16,0-40 15,0 0 1,0 0-1,-40-40-15</inkml:trace>
  <inkml:trace contextRef="#ctx0" brushRef="#br0" timeOffset="210425.6633">1766 8221 0,'40'0'32,"0"0"-1,0 0-16,-40 40-15,40-40 16,-40 40-16,0 0 16,0 0-1,0 1 1,0-1-16,0-80 62,0-1-46,40 41-16,-40-40 0,0 0 0,40 40 16,-40-40-16,0 0 15,40 40 17,1 0-1,-1 0-16,0 0 1,0 40 0,-40 0-16,0 0 15,0 0 1,0 1 0,0-1-1,0 0-15,0 0 16,40-40 15</inkml:trace>
  <inkml:trace contextRef="#ctx0" brushRef="#br0" timeOffset="210745.574">2448 8422 0,'-40'-41'15,"80"41"32,0-40-47,0 40 16,0 0-1,0 0 1,0 0-16,0 0 16,1 0-1,-1 0 1</inkml:trace>
  <inkml:trace contextRef="#ctx0" brushRef="#br0" timeOffset="211265.6127">2488 8181 0,'0'0'0,"40"0"125,-40 40-125,0 0 16,0 0-16,0 0 0,40-40 16,-40 40-16,0 1 15,0-1-15,0 0 16,0 0 0</inkml:trace>
  <inkml:trace contextRef="#ctx0" brushRef="#br0" timeOffset="212035.5098">2929 8101 0,'0'-40'15,"-40"40"-15,40-41 32,40 41-17,0 0 1,0 41 0,1-41 15,-41 40-31,0 0 15,40-40 1,-40 40-16,0 0 16,0 0-1,0 0-15,-40-40 16,40 40-16,-41-40 16,1 0-16,40 40 31,40-40 16,1 0-32,-1 0 17,0 0-17,-40 41 16,0-1-15,-40-40-16,40 40 0,-40 0 16,-1-40-1,41 40-15,-40-40 0,0 0 16,40 40-16,-40-40 16,0 0-1,40-40 1</inkml:trace>
  <inkml:trace contextRef="#ctx0" brushRef="#br0" timeOffset="212545.5382">3411 8061 0,'80'0'31,"-40"40"1,0 0-17,-40 0-15,0 0 16,40-40-16,-40 40 16,0 0-16,0 0 0,-80 0 15,80 1-15,-40-41 16,40 40-16,-40 0 0,40 0 0,-40 0 15,40 0-15</inkml:trace>
  <inkml:trace contextRef="#ctx0" brushRef="#br0" timeOffset="213905.4534">843 9585 0,'0'0'0,"40"0"47,-40-41-32,0 1-15,0 0 16,40 0 0,-40 0-16,0 0 15,40 40 1,-40-40-16,0 0 16,0 0 15,-40 40-16,40 40 48,-40 0-47,40 0-16,0 0 15,0 0 1,0 0-16,0 0 0,0 0 15,0 1-15,0-1 0,0 0 16,0 0-16,0 0 16,0 0-16,0 0 0,0 0 15,0 0-15,0 1 16,0-1-16,0-80 62,80 40-62,-80-41 0,0 1 16,0 0 0,0 0-1,40 40-15,0-40 0,0 0 16,1 40 0,-41 40 30,0 0-30,40-40-16,-40 40 16,0 0-16,0 0 0,0 1 31,0-1-31,40-40 31,0 0-15,-40-40-16</inkml:trace>
  <inkml:trace contextRef="#ctx0" brushRef="#br0" timeOffset="214275.4303">1645 9264 0,'0'0'16,"-40"40"0,0 40-1,0-40 1,40 0-16,0 0 0,-40-40 0,40 81 31,0-1-15,0-40-1,0 0-15,80 0 16,-40 0-16,0 0 16,0-40-1</inkml:trace>
  <inkml:trace contextRef="#ctx0" brushRef="#br0" timeOffset="214805.3978">1846 9384 0,'0'-40'15,"0"0"1,40 40 0,0 0-1,0 0-15,0 40 0,0 0 16,-40 0 0,0 0-16,0 0 15,41-40-15,-41 40 0,0 1 16,0-1-16,0 0 15,-41-40 17,41-40-17,0 0 1,0-1-16,0 1 16,0 0-1,41 40-15,-41-40 0,40 40 16,0 0-16,-40-40 0,40 40 31,0 40 0,-40 0-31,0 0 16,0 0-16,0 1 16,0-1-16,0 0 15,0 0 1</inkml:trace>
  <inkml:trace contextRef="#ctx0" brushRef="#br0" timeOffset="215115.3795">2488 9585 0,'-40'0'16,"40"-41"-1,40 41-15,0-40 32,0 40-32,0 0 15,0 0-15,-40-40 16,81 40-1,-1 0 1,-40 0 0,0 0 15</inkml:trace>
  <inkml:trace contextRef="#ctx0" brushRef="#br0" timeOffset="215555.2778">2688 9224 0,'0'0'0,"0"40"78,0 0-63,0 0 1,0 0 0,0 0-1,0 0-15,0 0 16,0 0 0,0 1-16,0-1 15,0 0-15,0 0 16,-40-40-16,40 40 0,0 0 15,0 0-15</inkml:trace>
  <inkml:trace contextRef="#ctx0" brushRef="#br0" timeOffset="216275.3108">3090 9264 0,'-40'0'15,"40"-40"16,40 40-15,0 0-16,0 0 16,0 0-16,-40-40 0,40 40 15,0 0-15,-40 40 16,40-40 0,-40 40-16,0 0 0,41-40 15,-41 40-15,0 0 16,0 0-16,-41 0 0,41 0 15,-40 0-15,0 1 0,0-1 16,40 0 0,-40-40-16,40-40 62,0 0-46,40 40-1,0 0 1,0 0-16,0-41 0,1 41 16,-1 0-16,0 0 15,-40 41-15,40-41 0,0 40 16,0-40-16,-40 40 16,40-40-16,1 0 0,-1 0 31</inkml:trace>
  <inkml:trace contextRef="#ctx0" brushRef="#br0" timeOffset="216595.2144">3692 9184 0,'0'0'0,"0"40"63,40 0-48,-40 0-15,0 0 16,0 0-16,0 0 0,0 0 0,0 0 15,0 0-15,0 1 0,0-1 0,0 0 0,0 0 16,0 0 0,-40 0-16,0 0 0,-1 0 15,1 0-15</inkml:trace>
  <inkml:trace contextRef="#ctx0" brushRef="#br0" timeOffset="217925.2091">803 10828 0,'0'0'0,"0"40"16,0-80 15,40 40-15,-40-40-16,40 40 15,-40-40 1,0 0 0,0-1-16,0 1 15,0 0-15,0 0 16,0 0-16,0 0 31,-40 40 0,40 40 1,-40-40-32,40 40 0,0 0 15,0 0 1,0 0-1,0 1-15,40-1 16,-40 0 0,40 0-16,-40 0 0,0 0 15,40-40 1,-40 40-16,0 0 0,0 0 16,0 0-1,0 1-15,0-1 0,0-80 47,0-1-31,0 1-16,0 0 15,0 0-15,40 40 0,-40-40 16,0 0-16,40 0 16,-40 0-1,40 40-15,0 0 16,1 0-1,-41 40 1,0 0 0,40-40-16,-40 40 0,0 0 0,0 0 15,0 0-15,0 0 16,40 1-16,-40-1 0,0 0 16,40-40-16,-40 40 15,40-40 1,0 0-1,-40-40 1,0 0-16</inkml:trace>
  <inkml:trace contextRef="#ctx0" brushRef="#br0" timeOffset="218505.1333">1685 10587 0,'-40'0'31,"40"-40"-31,-40 40 62,40 40-46,-40-40 0,40 40-1,-40 0-15,40 1 16,0-1-16,0 0 0,0 0 15,0 0-15,0 0 16,0 0-16,0 0 0,0 0 0,0 0 0,0 1 16,0-1-16,40 0 15,-40 0-15,40-40 0,-40 40 0,40-40 16,0 0 0,0 0-16,1 0 0,-41-40 15</inkml:trace>
  <inkml:trace contextRef="#ctx0" brushRef="#br0" timeOffset="219345.1231">1926 10627 0,'-40'0'16,"40"-40"0,0 0-1,40 40 17,0 40-17,0-40 1,-40 40-16,40 0 0,-40 1 15,41-41-15,-41 40 0,0 0 16,0 0 0,0 0-16,0 0 0,0 0 0,0 0 15,0-80 32,0 0-47,0 0 16,40 40-16,-40-40 0,0 0 0,0 0 15,40 40-15,0-40 16,0 40-16,-40-41 16,40 41-1,0 0 1,-40 41 0,40-41-16,-40 40 15,0 0 1,0 0-16,0 0 0,0 0 15,0 0-15,0 0 0,0 0 0,41-40 16,-41 40-16,0 1 16,40-41 15</inkml:trace>
  <inkml:trace contextRef="#ctx0" brushRef="#br0" timeOffset="219575.0365">2608 10828 0,'0'0'16,"40"-40"15,0 40-15,1 0-16,-1 0 15,0 0 1,0 0-16,0 0 15,0 0-15,0 0 32</inkml:trace>
  <inkml:trace contextRef="#ctx0" brushRef="#br0" timeOffset="220025.008">2809 10587 0,'0'40'78,"0"0"-63,0 1 1,0-1-16,0 0 16,0 0-1,0 0-15,0 0 16,0 0 0,0 0-16,0 0 15</inkml:trace>
  <inkml:trace contextRef="#ctx0" brushRef="#br0" timeOffset="220414.985">3290 10627 0,'-40'0'16,"40"40"-16,0 1 47,0-1-32,0 0 1,0 0-16,0 0 0,0 0 16,40 0-16,-40 0 15,0 0-15,0 0 0,0 1 16,0-1-16</inkml:trace>
  <inkml:trace contextRef="#ctx0" brushRef="#br0" timeOffset="220804.993">3571 10427 0,'0'40'16,"40"-40"-16,-40 40 16,0 0-1,41-40-15,-41 40 0,0 0 16,0 0 0,0 1-16,0-1 15,0 0 1,0 0-16,0 0 0,0 0 0,0 0 15,-41-40-15,41 40 0,-40-40 0,40 40 16,-80-40-16</inkml:trace>
  <inkml:trace contextRef="#ctx0" brushRef="#br0" timeOffset="222164.9525">1124 12232 0,'-41'0'16,"41"40"-16,0-80 46,41 40-46,-1-41 16,0 41 0,-40-40-16,0 0 15,0 0 1,0 0-16,0 0 16,0 0-1,0 0-15,-40 40 16,40-40-16,-40 40 15,40 40 64,0 0-79,0 0 15,40-40 1,-40 40-16,0 0 0,0 0 15,40 0-15,-40 0 0,0 1 16,0-1-16,40-40 16,-40 40-16,0 0 0,0 0 15,40 0 1,-40 0-16,0 0 31,0-80 16,0 0-47,0 0 0,0 0 16,0 0-16,40 40 15,-40-40-15,40 0 0,0 40 32,-40-41-32,41 41 15,-1 0 1,-40 41-1,40-41-15,-40 40 16,0 0 0,0 0-16,0 0 15,40 0 1,-40 0-16,0 0 16,0 0-1,40-40 1</inkml:trace>
  <inkml:trace contextRef="#ctx0" brushRef="#br0" timeOffset="224664.8011">2327 11871 0,'-40'0'78,"0"40"-47,0 0-31,40 0 0,-40 0 16,40 0 0,0 0-16,0 0 0,0 0 15,0 1-15,0-1 16,40 0-16,-40 0 16,40 0-1,-40 0-15,40 0 0,0-40 16,0 0-1</inkml:trace>
  <inkml:trace contextRef="#ctx0" brushRef="#br0" timeOffset="225164.7707">2488 12111 0,'0'-40'0,"0"80"0,0-120 32,0 40-32,40 40 15,0 0 1,0 0 0,-40 40-16,40 0 15,-40 0-15,0 0 0,0 0 16,0 1 15,0-1-15,0-80-1,0-1 17,0 1-32,40 40 15,-40-40-15,0 0 0,41 40 16,-1 0-16,0 0 15,0 0 1,0 0 0,-40 40-16,0 0 15,40-40 1,-40 40-16,0 1 31,0-1-15</inkml:trace>
  <inkml:trace contextRef="#ctx0" brushRef="#br0" timeOffset="225454.7535">3050 11911 0,'40'0'0,"-40"40"15,40-40 1,-40 40 0,40 40-1,-40 40 1,0-79-16,0-1 15,0 0-15,-80 40 16,40-40 0,40 0-16,-41 0 15</inkml:trace>
  <inkml:trace contextRef="#ctx0" brushRef="#br0" timeOffset="226734.6758">1525 13314 0,'-40'0'0,"40"-40"94,0 0-78,0 0-16,0 0 15,0 0 1,0 0-16,0 0 16,0 0-1,0-1-15,0 82 94,-40-41-78,40 40-16,0 0 15,0 0 1,0 0-16,40-40 0,-40 40 16,0 0-16,0 0 15,0 0-15,0 0 16,0 1-16,40-41 0,-40 40 0,0 0 15,0 0 1,0 0-16,0-80 78,0 0-78,0 0 16,0 0-16,40 40 15,0-41-15,0 41 32,0 0-32,-40-40 0,40 40 0,1 0 31,-1 0-31,0 40 16,-40 1-1,40-1-15,-40 0 16,0 0-16,0 0 15,0 0 1,0 0-16,0 0 31</inkml:trace>
  <inkml:trace contextRef="#ctx0" brushRef="#br0" timeOffset="227254.6435">2287 13114 0,'0'40'63,"-40"-40"-47,40 40-1,-40 0-15,40 0 16,0 0-16,0 0 15,0 1-15,0-1 16,40 0 0,0 0-1,0 0-15,0-40 16,1 0 0</inkml:trace>
  <inkml:trace contextRef="#ctx0" brushRef="#br0" timeOffset="227834.6098">2528 13154 0,'-40'-40'15,"80"40"32,-40-40-47,40 40 0,0 0 16,-40 80 0,40-80-16,-40 40 15,0 0-15,0 0 16,0 0-1,0 0-15,0-80 63,0 0-47,40 40-16,-40-40 15,41 40-15,-41-40 16,40 40-16,0 0 47,-40 40-32,40-40-15,-40 40 32,40-40-32,-40 40 15,0 0-15,0 1 16,0-1-1,0 0 1</inkml:trace>
  <inkml:trace contextRef="#ctx0" brushRef="#br0" timeOffset="228244.5835">3170 13234 0,'-40'0'16,"40"40"-16,-40-40 31,40-40 16,40 40-47,0 0 0,0 0 15,0 0 1,0 0-16,0 0 0,1 0 16,-1 0-1,0 0 1,0 0 0</inkml:trace>
  <inkml:trace contextRef="#ctx0" brushRef="#br0" timeOffset="228644.5596">3692 13034 0,'0'40'78,"0"0"-62,0 0-16,0 0 16,0 0-16,40 0 31,-40 0-31,0 0 31</inkml:trace>
  <inkml:trace contextRef="#ctx0" brushRef="#br0" timeOffset="229044.535">4053 12913 0,'40'0'47,"0"40"-31,0-40-1,-40 41-15,40-41 0,-40 40 16,0 0-16,0 0 16,0 0-16,0 0 0,0 0 15,0 0-15,-40-40 0,40 40 16,-40-40-16,40 40 15,-40-40-15,40 41 0</inkml:trace>
  <inkml:trace contextRef="#ctx0" brushRef="#br0" timeOffset="230714.3607">1164 14518 0,'0'40'0,"40"-40"47,0 0-31,0 0 15,-40-40 0,0-1-31,40 41 31,0 0 1,0 0-32,1 0 31,-1 0-15,-40-40-16,40 0 15,-40 0 1,0 0-1,0 0 1,0 0 15,-40 40-31,40 40 63,0 0-48,0 0 17,0 0-32,0 0 15,0 0 1,0 1-16,0-1 0,0 0 16,0 0-1,0 0-15,0 0 0,0 0 16,0 0-16,40 0 0,-40-80 78,0 0-78,0 0 16,40 40-16,-40-40 15,40 0-15,0 40 16,0-40-1,0 40-15,1 0 32,-1 0-32,0 0 15,-40 40 1,0 0 0,0 0-1,0 0-15,0 0 16,0 0-16,0 0 15,0 1 1,40-41 0,-40 40-1,40-40-15</inkml:trace>
  <inkml:trace contextRef="#ctx0" brushRef="#br0" timeOffset="231094.3464">2287 14397 0,'0'0'0,"0"40"31,-40-40-15,40 40-16,0 1 16,0-1-16,-40-40 0,40 40 15,0 0-15,0 0 16,0 0-1,0 0-15,40 0 16,-40 0 0,40-40-16,-40 40 0,40-40 15,0 0 1</inkml:trace>
  <inkml:trace contextRef="#ctx0" brushRef="#br0" timeOffset="231674.3372">2408 14558 0,'0'-40'15,"40"40"1,0 0-1,-40 40 1,40 0 0,-40 0 15,40 0-31,-40 0 31,0 0-31,0-80 31,0 0-15,0 0-16,0 0 16,40 40-1,-40-40 1,40 40 0,0 0 15,-40 40-16,41-40 17,-41 40-17,0 0 1,0 0 0,0 0-1,40-40 32</inkml:trace>
  <inkml:trace contextRef="#ctx0" brushRef="#br0" timeOffset="231984.3565">2929 14678 0,'40'0'62,"0"0"-46,1-40 0,-1 40-1,-40-40 17</inkml:trace>
  <inkml:trace contextRef="#ctx0" brushRef="#br0" timeOffset="232714.2495">3371 14437 0,'-41'0'31,"41"-40"-31,41 40 16,-1 0 0,0 0 15,0 0-15,0 0-1,0 40 1,-40 41 15,0-1-15,-40-40-1,0 0 17,0-40-17,40-40 16,0 0 1,40 40-17,0 0 1,0 0 0,0 0-1,1 40-15,-1-40 0,-40 40 16,40-40-16,0 0 15,-40-40 1,40 40-16,0 0 16</inkml:trace>
  <inkml:trace contextRef="#ctx0" brushRef="#br0" timeOffset="233084.2901">4013 14317 0,'0'0'15,"40"0"17,-40 40-17,40 80 1,0-39-1,-80 79 17,-40 0-32</inkml:trace>
  <inkml:trace contextRef="#ctx0" brushRef="#br0" timeOffset="234464.2067">1445 15721 0,'0'40'0,"40"-40"32,0 0-17,-40-40 1,0 0 0,0-1 15,40 1-31,-40 0 15,40 0-15,-40 0 16,0 0-16,0 0 16,0 0-1,-40 40-15,0 40 63,40 0-48,0 0 1,0 0 0,40-40-16,-40 40 0,0 0 15,40-40 1,-40 40-16,40-40 0,-40 41 0,40-1 16,-40 0-16,0 0 15,0 0-15,40-40 16,-40 40-16,0 0 0,0 0 31,0 0-15,0-80 15,0 0-15,0 0-1,0 0-15,41 40 16,-1-40-16,0 0 15,0 40-15,0-40 16,0 40 0,0 0-1,0 0 1,-40 40 0,0 0-16,41 0 15,-41 0 1,0 0-16,0 0 15,40-40-15,-40 40 16</inkml:trace>
  <inkml:trace contextRef="#ctx0" brushRef="#br0" timeOffset="234884.1095">2528 15560 0,'-40'0'15,"0"0"1,40 40 15,-40-40-31,40 40 0,0 1 16,0-1-16,-41 0 15,41 0-15,0 0 0,0 0 16,0 0 0,41-40-16,-41 40 0,40-40 15,0 0 1,0 0-16,0 0 16,0 0-16</inkml:trace>
  <inkml:trace contextRef="#ctx0" brushRef="#br0" timeOffset="235514.0762">2889 15560 0,'0'0'0,"40"0"31,-40 40-15,40-40-1,-40 40 1,0 1-16,0-1 0,0 0 31,0 0-15,0-80 15,0 0-31,0 0 16,40-1-1,-40 1-15,41 40 0,-41-40 16,40 40 0,-40-40-1,40 40 17,-40 40-32,40-40 15,-40 40 1,0 0-1,0 1-15,0-1 16,40-40-16,-40 40 0,0 0 31,0 0-31,0 0 47</inkml:trace>
  <inkml:trace contextRef="#ctx0" brushRef="#br0" timeOffset="235834.0507">3531 15721 0,'80'0'63,"-39"0"-63,-1 0 15,0-40 16,0 40 1,-40-41-17,40 41-15</inkml:trace>
  <inkml:trace contextRef="#ctx0" brushRef="#br0" timeOffset="236494.0111">4013 15440 0,'0'0'0,"40"0"31,0 0 1,0 0-1,0 0-31,0 0 16,-40 40 15,0 0-31,0 0 31,-40-40-31,40 40 0,0 0 16,-40-40-1,0 0-15,40 41 16,0-82 15,40 41-15,-40-40-16,40 40 15,0 0 1,0 0 15,-40 40-31,0 1 16,41-41-16,-41 40 16,0 0-16,0 0 31,-41-40-31,41 40 0,-40-40 15,0 40 1,0-40-16,0 0 16,0 0-1,0-40 1,40 0 0</inkml:trace>
  <inkml:trace contextRef="#ctx0" brushRef="#br0" timeOffset="236993.9779">4454 15320 0,'40'0'62,"0"0"-31,-40 40-15,40-40-16,-40 40 0,0 0 16,0 0-1,0 0-15,0 0 16,0 0-16,-40 0 16,40 1-16,-40-1 0</inkml:trace>
  <inkml:trace contextRef="#ctx0" brushRef="#br0" timeOffset="282821.2357">3571 12232 0,'40'0'93,"1"0"142,-1 0-220,0 0 1,0 0-16,0 0 16,0 0-16,0 0 31,0 0-31,1 0 0,-1 0 16,0 0-16,0 0 15,0 0 1,0 0-1,0 0 1,-40-41-16,40 41 0</inkml:trace>
  <inkml:trace contextRef="#ctx0" brushRef="#br0" timeOffset="283351.1676">4093 12071 0,'0'40'94,"0"0"-31,40-40-63,0 40 15,0-40 1,0 0-16,1 0 16,-1 0-1,0 41-15,0-1 31,-40 0-15,0 0-16,-40 0 16,-40 0-16,39-40 15,1 40-15,0-40 0,0 40 0,0-40 0</inkml:trace>
  <inkml:trace contextRef="#ctx0" brushRef="#br0" timeOffset="290190.8277">13603 11991 0,'40'0'32</inkml:trace>
  <inkml:trace contextRef="#ctx0" brushRef="#br0" timeOffset="291140.7733">13603 12191 0,'40'0'31,"-40"-40"79,40 40-95,-40-40-15,0 0 16,40 40 0,-40 40 62,-40-40-63,40 40-15,-40-40 16,40 40 0,-40-40-16,40 41 0,-40-1 0,0-40 15,40 40 1,-41 0-16,1 0 0,40 0 15,-40-40-15,40 40 32,40-40 15,0 0-32,1 0-15,-41-40 0,40 40 0,0-40 16,0 40-16,0-40 15,0 40-15,0 0 16,-40-40-16,40 40 0,1 0 0,-1 80 31,0-40-31,-40 0 16,40-40 0</inkml:trace>
  <inkml:trace contextRef="#ctx0" brushRef="#br0" timeOffset="291480.6753">13683 12151 0,'0'0'0,"0"-40"32,0 80 15,40-40-47,-40 40 0,0 1 15,0-1-15,0 40 16,0-40-16,0 0 0,0 40 0,0-40 15,0 0-15,0 1 0,0-1 16,0 0 0,0 0-1</inkml:trace>
  <inkml:trace contextRef="#ctx0" brushRef="#br0" timeOffset="292650.6791">15088 12151 0,'0'-40'94,"80"0"-94,-80 0 15,40 40 1,0-40-16,0 40 16,-40-40-16,40 40 0,0 0 15,-40-40 1,41 40-16,-1 0 0,0 0 16,0 0-16,0 0 15,0 40 1,-40 0-1,0 0-15,0 0 0,0 0 16,-40 0-16,40 0 0,-40 1 16,0-1-16,40 0 15,-40-40-15,40 40 0,-40-40 32,40 40-32,40-80 46,0 0-30,0 40 0,0 0-1,0 0 1,0 40 0,0-40-1,-40 40-15,0 0 16,0 0-1,0 0-15,-40-40 16,40 40-16,-40-40 0,40 40 0,-40-40 16,0 0-1,40 41-15,-40-41 0,0 0 16,0 0-16,-1 0 16,1 0-16,0 0 15,0 0 1,0 0-16</inkml:trace>
  <inkml:trace contextRef="#ctx0" brushRef="#br0" timeOffset="293710.616">16853 12071 0,'0'0'0,"0"-40"31,40 40-31,0-40 16,0 40-1,-40-40-15,41 40 16,-1 0-16,0-40 0,0 40 16,0 0-1,0 0-15,0 0 0,0 0 16,1 40 0,-1 0-16,-40 0 15,0 0-15,0 0 16,0 0-16,-40 0 0,40 1 15,-41-41-15,41 40 0,-40 0 16,40 0 0,-40 0-16,0 0 15,0-40-15,40 40 16,-40-40-16,0 0 0,40-40 47,40 40-47,0 0 15,0 0 1,0 0-16,0 0 16,0 0-1,1 0-15,-1 0 0,0 0 16,0 0-16,0 0 16,0 0-16,0 0 46</inkml:trace>
  <inkml:trace contextRef="#ctx0" brushRef="#br0" timeOffset="294580.4912">18619 11871 0,'0'-41'31,"0"1"-15,40 40-1,-40 40 48,0 1-47,0-1-1,0 0-15,0 0 0,0 0 16,0 0-16,0 0 0,0 0 15,0 0-15,0 1 16,0-1-16,-40 0 0,40 0 0,-40 0 16,40 0-1</inkml:trace>
  <inkml:trace contextRef="#ctx0" brushRef="#br0" timeOffset="320528.9893">11998 10627 0,'0'0'0,"-40"0"0,80 0 63,0 0-63,-40-40 141,0 80-63,-40 0-47,40 1-15,-40-41-16,0 40 0,-1-40 15,41 40 1,-40-40-16,40 40 0,-40-40 0,40 40 15,-40-40-15,40 40 16,-40-40-16,40 40 16,40-40 31,-40 40-32,40-40 1,0 0-1,0 0-15,1 0 0,-1 40 0,0-40 16,0 0-16,0 0 16,0 0-16,0 0 0,0 0 15,1 0 1,-1 0-16,0 0 0,0 0 16,0 0-16,-40-40 31</inkml:trace>
  <inkml:trace contextRef="#ctx0" brushRef="#br0" timeOffset="320938.9644">12118 10708 0,'-40'0'78,"40"40"-78,0 0 31,0 0-31,0 0 0,0 0 16,0 0-16,0 0 16,0 0-16,0 0 0,0 1 0,0-1 0,0 0 15,0 0-15,0 0 0,0 0 0,0 0 16,0 0-1,0 0 1</inkml:trace>
  <inkml:trace contextRef="#ctx0" brushRef="#br0" timeOffset="322338.8079">14044 10708 0,'0'0'0,"-40"0"15,0 0 95,0 0-95,0 0-15,0 0 16,-1 0-1,1 0 79,0 0-47,40-41 16,40 41-32,0 0-16,1 0-15,-1 0 0,0 0 16,0 0 0,0 0-16,0 0 0,0 0 15,0 0 1,-40 41 15,0-1-31,-40 0 16,40 0-16,-40-40 0,40 40 0,-40 0 15,0-40-15,40 40 16,-40-40-16,0 40 0,0-40 0,40 40 0,-41 0 16,1-40-1,40 41-15,40-41 32,-40-41-32,41 41 15,-1 0-15,-40-40 0,40 40 0,0 0 16,0 0-1,0 0-15,-40 40 32,0 1-17,0 39 1,-80-40-16,40 0 0,0 0 16,0-40-16,-1 40 0,1 0 15,0-40 1,0 0-16,40 40 0,-40-40 0,0 0 0,0 0 15,0 0 1,40-40-16,0 0 16,0 0-1,0 0-15</inkml:trace>
  <inkml:trace contextRef="#ctx0" brushRef="#br0" timeOffset="323258.8255">15088 10547 0,'40'0'156,"0"0"-140,40 0-16,-40 0 0,0 0 16,0 0-16,-40 40 0,41-40 15,-41 40-15,40-40 16,-40 40-16,0 1 0,-40-41 15,40 40-15,-41-40 16,41 40-16,-80 0 0,40 0 0,40 0 16,-40-40-16,0 40 0,0 0 15,0-40-15,40 40 0,-41-40 0,41 40 16,-40-40-16,0 41 16,80-41 15,-40-41-31,40 41 15,1 0-15,-1 0 0,0 0 0,0 0 16,0 0-16,0 0 16,0 0-16,0 0 0,1 0 0,-1 0 15,0 0-15,0 0 0,0 41 16,0-41-16,0 0 0,0 0 0,1 0 16,-41 40-16,40-40 0,0 0 15</inkml:trace>
  <inkml:trace contextRef="#ctx0" brushRef="#br0" timeOffset="323938.7104">16893 10547 0,'-40'0'0,"80"40"140,-40 0-140,40-40 16,-40 40-16,40-40 16,-40 41-16,0-1 0,0 0 15,0 0-15,0 0 0,0 0 0,0 0 0,0 0 16,0 0-16,0 0 15,0 1-15,0-1 0,0 0 0,0 0 16,-40-40-16,40 40 0</inkml:trace>
  <inkml:trace contextRef="#ctx0" brushRef="#br0" timeOffset="327398.501">9550 9143 0,'0'41'16,"-40"-1"0,40 0 93,0 0-78,-40 0-15,40 0-16,-40-40 0,40 40 16,0 0-1,-40 0-15,-1 0 0,41 1 0,-40-1 16,40 0-16,-40 0 15,40 0-15,-40-40 16,80-40 31,0 40-47,0 0 0,1-40 16,-1 40-16,0-40 15,0 40 1,0 0-16,0 0 15,0 0 1,0 0-16,1 0 16,-1 0-16,0 0 15,0 0-15,0 0 0,0 0 16,0 0-16,0 0 0,1 0 16</inkml:trace>
  <inkml:trace contextRef="#ctx0" brushRef="#br0" timeOffset="327848.548">9590 9224 0,'-40'0'15,"80"0"17,-40 40-17,40-40-15,-40 40 110,0 0-110,0 40 15,0-40 1,0 0-16,-40 0 0,40 1 0,0-1 15,0 0-15,0 0 16,0 0-16,0 0 0,0 0 0,0 0 16,0 0-16,0 1 15,40-41-15,-40 40 16</inkml:trace>
  <inkml:trace contextRef="#ctx0" brushRef="#br0" timeOffset="329018.4782">11235 9304 0,'-40'0'0,"80"0"47,1 0-32,-41-40-15,40 40 0,0 0 0,0 0 16,-40-40-16,40 40 0,0 0 0,0 0 16,0 0-16,1 0 15,-1 0-15,-40 40 63,0 0-63,0 0 0,0 0 15,0 0-15,-40-40 16,40 40-16,0 0 0,-41-40 0,41 40 16,-40-40-16,40 41 0,-40-41 0,40 40 0,-40-40 15,80 0 32,0 0-47,0 0 16,1 0-16,-1 0 15,0 0-15,0 0 0,0 0 16,0 0-16,-40 40 16,40-40-1,-40 40-15,0 0 0,0 0 16,0 0-1,-40 0-15,40 0 0,-40-40 0,40 41 16,-40-41-16,40 40 0,-40-40 16,0 40-16,0-40 0,-1 40 15,1-40-15,0 0 16,0 0-16,40-40 16,0 0-1,0 0 1</inkml:trace>
  <inkml:trace contextRef="#ctx0" brushRef="#br0" timeOffset="330038.3381">13402 9304 0,'40'0'125,"0"0"-109,1 0-16,-1 0 16,0 0-16,0 0 0,0 0 15,0 0 1,0 0-16,0 0 0,1 0 16,-41 40-1,0 0 1,0 0-16,0 0 15,-41 0-15,1 0 16,40 1-16,0-1 0,-40 0 16,0 0-1,0 0-15,0 0 0,0 0 16,0-40-16,-1 0 16,82 0 30,-1 0-46,0 0 16,0-40 0,0 40-16,0 0 0,0 0 15,0 0 1,1 0-16,-1 0 0,0 0 0,0 40 16,0-40-16,0 0 15,0 0 1,0 40-16,1-40 15</inkml:trace>
  <inkml:trace contextRef="#ctx0" brushRef="#br0" timeOffset="330788.332">15609 9264 0,'0'-40'16,"0"80"140,0 0-156,0 0 16,0 0-16,0 0 0,0 0 16,0 0-16,0 0 0,0 1 0,0 39 15,40-80-15,-40 40 0,0 0 16,0 0-16,0 0 0,40 0 0,-40 0 0,0 1 15</inkml:trace>
  <inkml:trace contextRef="#ctx0" brushRef="#br0" timeOffset="334258.0945">6902 8061 0,'-40'0'109,"-1"0"-93,1 0 109,40 40-125,-40-40 0,0 0 15,0 40 1,40 0-16,-40-40 0,0 40 0,0 0 15,-1-40-15,1 40 16,0 0-16,80-40 94,0 0-79,1 0-15,39 0 16,-40 0-16,0 0 16,0 0-16,0 0 0,0 0 0,1 0 15,-1 40-15,0-40 16,0 0-16,0 0 0,0 0 0,0 0 16,0 0-16,1 0 15</inkml:trace>
  <inkml:trace contextRef="#ctx0" brushRef="#br0" timeOffset="334638.0784">7062 8101 0,'0'40'78,"0"0"-63,40-40-15,-40 40 16,0 0-16,0 0 0,0 0 16,0 0-16,0 1 15,0-1-15,-40-40 0,40 40 0,0 0 16,0 0-16,-40 0 0,40 0 16,0 0-16</inkml:trace>
  <inkml:trace contextRef="#ctx0" brushRef="#br0" timeOffset="335757.9906">9189 8181 0,'0'-40'0,"0"0"31,40 40 47,0 0-78,0 0 16,0 0-1,1 0-15,-1 0 0,0 0 16,-40 40-1,0 0 1,-40 0 0,0 0-16,-1 0 15,1 0 1,0-40-16,40 40 0,-40-40 16,40 41-16,40-41 62,0 0-46,0 0-1,1 0-15,-1 0 16,0 40-16,-40 0 16,0 0-16,0 0 15,-40 0 1,0-40-1,40 40-15,-41-40 0,1 0 16,0 0-16,0 0 16,0 0-16,0 0 0,0-40 0,0 40 15,-1 0-15,41-40 16,0 0 0</inkml:trace>
  <inkml:trace contextRef="#ctx0" brushRef="#br0" timeOffset="336857.9258">11276 8181 0,'0'-40'16,"40"40"15,0 0-31,0 0 0,0 0 16,0 0-1,0 0-15,-40 40 0,40-40 0,1 40 31,-41 0-31,0 0 16,0 0-16,0 0 16,-41-40-16,1 41 0,0-1 15,0 0-15,0-40 0,40 40 16,-40-40 0,0 0-16,40 40 15,40-40 1,0 0-1,40 0 1,-40 0-16,0 0 0,1 0 0,-1 0 0,0 0 16,0 0-16,0 0 0,0 0 15,0 0-15,0 0 0,1 0 0,-1 0 0,0 0 16,0 0-16,0 0 0</inkml:trace>
  <inkml:trace contextRef="#ctx0" brushRef="#br0" timeOffset="337797.882">13924 8221 0,'-40'0'31,"0"0"-15,40 40 125,-41 0-141,41 0 0,0 0 0,0 1 0,0-1 15,0 0-15,0 0 0,0 0 16,0 40-16,0-40 0,0 0 0,0 0 0,41 1 15,-41-1-15,40 0 16</inkml:trace>
  <inkml:trace contextRef="#ctx0" brushRef="#br0" timeOffset="342807.6395">15689 13234 0,'0'40'15,"-40"-40"1,80 0 46,-40 40 32,-40-40-78,0 40-16,0 1 15,0-1 1,40 0-16,-40-40 31,40 40-31,0 0 0,-40-40 16,40 40-16,40-40 62,0 0-62,0 0 16,0 0-16,0 0 16,0 0-16,1 0 0,-1 0 15,0 0-15,0 0 0,0-40 0,0 40 16,0 0-16,0 0 16,1 0-16,-1 0 0,0 0 0,0 0 15,0 0 1,0 0-1,-40-40 1</inkml:trace>
  <inkml:trace contextRef="#ctx0" brushRef="#br0" timeOffset="343327.6064">15970 13274 0,'0'-40'15,"-40"40"1,0 0-1,0 0 17,40 40 77,-40 0-93,40 0-1,-40 1-15,40-1 16,0 0 0,0 0-16,0 0 0,0 0 15,0 0-15,0 0 0,0 0 16,0 1-16,0-1 0,0 0 15,0 0 1,0 0-16</inkml:trace>
  <inkml:trace contextRef="#ctx0" brushRef="#br0" timeOffset="344597.5341">17455 13194 0,'-40'0'16,"0"0"0,40 40-16,-40-40 15,40 40-15,-41-40 32,82-40 93,-1 40-110,-40-40 1,40 40-1,0-40-15,0 40 16,0 0-16,0 0 16,0 0-16,1-40 15,-1 40 1,-40 40 0,0 0-16,0 0 0,0 0 15,-40 0 1,40 0-16,-41-40 0,41 41 0,0-1 15,-40 0 1,0-40 0,40 40-16,40-40 62,0 0-46,1 0-1,-1 0-15,0 0 0,-40 40 32,40-40-32,0 0 15,-40 40-15,0 0 16,0 0 0,-40-40-16,40 40 15,-40-40-15,-40 41 16,39-41-16,1 0 15,40 40-15,-40-40 0,0 0 16,0 0 15,40-40-31,0-1 16</inkml:trace>
  <inkml:trace contextRef="#ctx0" brushRef="#br0" timeOffset="345247.4167">18579 13154 0,'40'0'47,"0"0"-32,0 0-15,0 0 0,0 0 16,0 0-16,0 0 16,1 0-16,-1 0 0,-40 40 15,0 0 1,0 0-16,0 0 15,0 0-15,-40 1 16,-1-1-16,41 0 16,0 0-16,-40-40 15,40 40 1,40-40 46,1 0-62,-1-40 16,0 40-16,0 0 16,0 0-16,0 0 0,0 0 15,0 0-15,1 0 0,-41-40 0,40 40 0,0 0 16,0-40 0,0 40-16</inkml:trace>
  <inkml:trace contextRef="#ctx0" brushRef="#br0" timeOffset="345757.4036">20224 12913 0,'-40'0'0,"40"40"0,-41-40 31,41 41 0,41-41-31,-41 40 16,40 0-16,-40 40 16,0-40-16,0 0 15,0 0-15,0 0 0,0 0 0,0 1 16,-40-41 0,40 40-16,0 0 0,0 0 0,0 0 15</inkml:trace>
  <inkml:trace contextRef="#ctx0" brushRef="#br0" timeOffset="347737.3404">18097 14397 0,'-40'0'0,"40"40"63,0 0-47,-40-40-16,40 41 0,-40-41 15,40 40 1,-41-40-16,1 40 15,0 0 1,0 0-16,0 0 16,0-40-1,40 40 1,40-40 0,0 0-1,0 0-15,40 0 0,-39-40 16,-1 40-1,0-40-15,0 40 0,0 0 0,0 0 16,0 0-16,1 0 16,-1 0-16,0 0 15,0 0-15,0 0 16</inkml:trace>
  <inkml:trace contextRef="#ctx0" brushRef="#br0" timeOffset="348057.3214">18298 14477 0,'0'0'0,"-40"0"16,40 41-1,0-1 17,-41-40-32,41 40 0,-40 0 15,40 0-15,-40 0 16,40 0-16,0 0 16,-40 0-16,40 0 0,0 1 15,0-1 1,0 0-16,40-40 0,0 0 15,0 0 1,1 0-16</inkml:trace>
  <inkml:trace contextRef="#ctx0" brushRef="#br0" timeOffset="348777.2379">19381 14317 0,'-40'0'0,"40"40"15,-40-40-15,80 0 32,40 0-17,-80-40-15,40 40 0,0 0 0,1 0 16,-1 0 0,0 0-16,-40 40 0,40-40 31,-40 40-16,0 0 1,-40-40-16,40 40 0,0 1 0,-40-41 0,40 40 16,-40-40-16,40 40 0,-41-40 0,41 40 31,41-40-15,39 40-1,-40-40-15,0 0 0,0 0 16,0 0-1,-40 40-15,0 0 16,0 0 0,-40 0-16,0-40 15,40 40-15,-40-40 0,0 41 0,0-41 0,0 40 16,-1-40 0,1 0-16,0 0 15,40-40 1</inkml:trace>
  <inkml:trace contextRef="#ctx0" brushRef="#br0" timeOffset="349717.2192">20745 14357 0,'-40'0'15,"80"0"63,0 0-62,-40-40-16,41 40 0,-1 0 16,0 0-16,0 0 0,0 0 0,0 0 15,0 0-15,0 0 0,1 0 16,-1 0-16,0 0 0,-40 40 31,0 0-15,0 0-1,-40 0-15,40 1 0,-40-1 16,-1 0 0,1-40-1,40 40-15,-40-40 0,40 40 16,40-40 31,0 0-32,1 0 1,-41-40-16,40 40 0,0 0 0,0 0 16,0 0-16,0 0 15,0 0 1,0 0-16,-40-40 31,-40 40 47</inkml:trace>
  <inkml:trace contextRef="#ctx0" brushRef="#br0" timeOffset="350657.1626">22792 14197 0,'0'0'0,"-40"0"422,0 40-407,40 0-15,0 0 16,0 0-16,-41-40 16,41 40-16,0 0 0,0 0 15,0 1 1,0-1-16,41 0 0,-41 0 16,40-40-1,-40 40-15,0 0 0,40-40 16,-40 40-16</inkml:trace>
  <inkml:trace contextRef="#ctx0" brushRef="#br0" timeOffset="366316.2148">14004 7299 0,'0'-41'31,"0"82"32,0-1-48,0 0-15,0 0 16</inkml:trace>
  <inkml:trace contextRef="#ctx0" brushRef="#br0" timeOffset="366556.2011">13964 7820 0,'0'40'31,"-40"0"-16,40 0 1</inkml:trace>
  <inkml:trace contextRef="#ctx0" brushRef="#br0" timeOffset="366736.1315">14004 8181 0,'0'0'0</inkml:trace>
  <inkml:trace contextRef="#ctx0" brushRef="#br0" timeOffset="368366.0148">15689 7459 0,'0'0'0,"-40"0"15,40 40-15,0 0 32,40-40-32,-40 40 15,41-40 1,-41 40 0</inkml:trace>
  <inkml:trace contextRef="#ctx0" brushRef="#br0" timeOffset="368556.0777">15609 8181 0,'0'0'0,"0"40"15,-40-40 1,40 40-1,0 0 1</inkml:trace>
  <inkml:trace contextRef="#ctx0" brushRef="#br0" timeOffset="369365.9657">17535 7339 0,'0'40'63,"0"0"-63</inkml:trace>
  <inkml:trace contextRef="#ctx0" brushRef="#br0" timeOffset="369565.9432">17535 7740 0,'0'40'46,"0"0"-30</inkml:trace>
  <inkml:trace contextRef="#ctx0" brushRef="#br0" timeOffset="370025.9334">17656 8301 0,'-41'0'16,"41"40"-16,-40-40 15,40 40-15,-40-40 63</inkml:trace>
  <inkml:trace contextRef="#ctx0" brushRef="#br0" timeOffset="371055.9258">18980 7539 0,'0'40'0,"40"-40"78,0 0-62</inkml:trace>
  <inkml:trace contextRef="#ctx0" brushRef="#br0" timeOffset="371235.9154">18980 7980 0,'0'0'16,"-40"40"0,40 1-1</inkml:trace>
  <inkml:trace contextRef="#ctx0" brushRef="#br0" timeOffset="371415.905">18940 8542 0,'0'0'15</inkml:trace>
  <inkml:trace contextRef="#ctx0" brushRef="#br0" timeOffset="373505.7026">18017 13956 0,'-40'0'16</inkml:trace>
  <inkml:trace contextRef="#ctx0" brushRef="#br0" timeOffset="374025.6706">19622 13675 0</inkml:trace>
  <inkml:trace contextRef="#ctx0" brushRef="#br0" timeOffset="374495.7176">20745 13475 0</inkml:trace>
  <inkml:trace contextRef="#ctx0" brushRef="#br0" timeOffset="375385.6635">18338 15320 0,'-40'0'32,"0"0"-17</inkml:trace>
  <inkml:trace contextRef="#ctx0" brushRef="#br0" timeOffset="376355.6049">19702 15119 0</inkml:trace>
  <inkml:trace contextRef="#ctx0" brushRef="#br0" timeOffset="377245.479">21106 14999 0</inkml:trace>
  <inkml:trace contextRef="#ctx0" brushRef="#br0" timeOffset="377935.5092">22992 14838 0</inkml:trace>
  <inkml:trace contextRef="#ctx0" brushRef="#br0" timeOffset="380135.3773">19782 15681 0,'40'0'16,"1"0"15,-82 0 94,41 40-109,-40-40-16,40 40 0,-40-40 15,40 40 1,-40-40-16,40 40 0,-40-40 16,40 40-1,0 0 16,0 0 16,40-40-15,0 0-17,0 0 1,0 0-16,1 0 0,-1 0 15,0 0-15,0 0 0,-40-40 16,40 40-16,0 0 16,0 0-16,0 0 15,1 0-15,-1 0 16,0 0-16</inkml:trace>
  <inkml:trace contextRef="#ctx0" brushRef="#br0" timeOffset="380425.2856">19943 15721 0,'-40'0'16,"80"0"-16,-80-40 15,40 80 17,40 0-17,-40 0 1,40-40-16,-40 40 0,0 0 0,0 0 16,40 0-1,-40 0-15,0 1 0,0-1 16,0 0-1</inkml:trace>
  <inkml:trace contextRef="#ctx0" brushRef="#br0" timeOffset="381295.2709">21066 15520 0,'0'-40'47,"40"0"-31,1 40-1,-1 0 1,0 0-16,0 0 0,0 0 16,0 0-1,0 0-15,-40 40 0,40-40 16,-40 40 0,0 0-1,41-40-15,-41 40 16,-41 0-16,-39 1 15,80-1 1,-40-40 0,0 0-16,40 40 31,40-40-31,0 0 16,0 0-1,0 0-15,1 0 0,-1 0 16,0 0-16,0 0 15,-40 40 1,40 0-16,-40 0 31,-40-40-31,40 40 0,-80 0 0,40 0 16,-1-40-16,1 41 0,0-1 16,0-40-16,0 0 0,0 0 15,40 40-15,-40-40 16,0 0-16,40-40 15</inkml:trace>
  <inkml:trace contextRef="#ctx0" brushRef="#br0" timeOffset="382175.1776">22631 15520 0,'0'-40'16,"40"40"109,1 0-125,-1 0 16,40 0-1,-40 0-15,0 0 0,-40-40 0,40 40 16,0 0-16,1 0 16,-41 40-1,0 0-15,0 0 16,0 0-16,0 0 0,0 1 15,0-1-15,-41 0 0,41 0 16,-40-40 0,40 40-16,-40-40 0,40 40 0,40-40 47,41 0-32,-41 0-15,0-40 0,0 40 0,0 0 16,0 0-16,40 0 0,-39 0 0,-1 0 0,0-40 15,40 40-15,-40 0 0,40 0 16</inkml:trace>
  <inkml:trace contextRef="#ctx0" brushRef="#br0" timeOffset="383075.123">24597 15239 0,'0'-40'16,"0"80"171,0 1-187,0-1 16,0 0-16,0 0 0,0 0 0,0 0 15,0 0-15,0 0 0,0 0 0,0 0 0,0 1 16,0-1-16,0 0 16,0 0-16,0 0 0,41 0 0,-41 0 0</inkml:trace>
  <inkml:trace contextRef="#ctx0" brushRef="#br0" timeOffset="387074.8799">21668 16763 0,'40'0'94,"-40"41"-79,0-1-15,-40 0 16,0 0 0,0-40-16,40 40 15,-40 0 1,40 0-16,-40-40 16,40 40-16,-40 0 15,80-40 63,0 0-78,0 0 16,40 0 0,-40 0-16,0 0 0,1 0 15,-1 0-15,0 0 16,0 0-16,0 0 0,0 0 15,0 0-15,1 0 16,-1 0 0</inkml:trace>
  <inkml:trace contextRef="#ctx0" brushRef="#br0" timeOffset="387384.9374">21909 16804 0,'0'0'16,"-40"0"0,40-41-1,0 122 1,0-41-1,-40 80 1,40-80-16,0 40 16,0-40-16,0 1 0,0-1 15,0 40 1,40-40 0</inkml:trace>
  <inkml:trace contextRef="#ctx0" brushRef="#br0" timeOffset="388144.8908">23113 16723 0,'40'0'47,"0"0"-31,0-40-16,0 40 15,0 0 16,-40 40-15,41-40-16,-41 40 16,0 1-16,0-1 0,0 0 15,0 0-15,0 0 16,0 0-16,0 0 0,-41-40 16,41 40-16,-40 0 15,0 0-15,40 1 16,-40-41-16,80 0 47,0 0-32,0 0-15,1 0 16,-1 0 0,-40 40-16,40-40 0,0 40 15,-40 0 1,40-40-16,-40 40 0,0 0 15,-40-40-15,40 40 0,-40 0 16,0 0 0,0 1-16,-1-41 0,41 40 15,-40-40-15,0 0 16,0 0 0,40-40-1,0-1-15</inkml:trace>
  <inkml:trace contextRef="#ctx0" brushRef="#br0" timeOffset="388854.7719">24678 16723 0,'-40'0'16,"40"-40"-1,0 0 17,40 40-32,0 0 15,-40-40-15,40 40 0,0 0 16,0 0-16,0 0 16,0 0-1,1 40-15,-1 0 16,-40 0-16,0 0 15,0 1-15,0-1 16,-40 0-16,40 0 0,-41-40 0,41 40 16,-80-40-16,80 40 15,-40-40-15,40 40 0,-40-40 0,40 40 16,40-40 15,0 0-31,0 0 16,0 0-16,1 0 15,-1 0-15,0 0 0,0 0 0,0 0 0,0 0 16,0-40-16,0 40 0,1 0 16,-1 0-16,0 0 0,0 0 15,0 0 1,0 0-16,0 0 0,1 0 0</inkml:trace>
  <inkml:trace contextRef="#ctx0" brushRef="#br0" timeOffset="389394.7516">26604 16402 0,'0'-40'16,"0"80"46,0 1-46,0-1-16,0 0 0,0 0 0,0 0 0,0 0 16,0 40-16,0-40 0,0 1 15,0 39-15,0-40 0,0 40 0,0-40 0,40 0 16,-40 40-16</inkml:trace>
  <inkml:trace contextRef="#ctx0" brushRef="#br0" timeOffset="416193.1898">3973 6777 0,'40'0'47,"0"0"93,0 0-124,0 0-1,0 0-15,0 0 0,0-40 0,1 40 16,-1 0 0,-40-40-16,40 40 0,0 0 0,0 0 15,-80 0 32,40 40-31,0 0 46,0 0-46,0 0-16,0 1 16,0-1-1,0 0-15,0 0 16,-40-40-1,40 40-15,0 0 0,0 0 16,40 0 0,-40 0-1,40-40 1,-40 40-16,0 1 16,0-1-16,0 0 15,0 0 1,-40-40-16,40 40 0,0 0 0,-40-40 15,40 40 1,0 0-16,0 0 0,-40-40 16,40 41-1,0-1-15,0 0 16,-40-40-16,40 40 16,0 0-1,0 0 1,0 0-1,0 0-15,0 0 32,0 0-32,-41 1 15,1-41 1,40 40-16,0 0 16,0 0 155,-40-40-171,40 40 16,-40-40 0,0 0-16,0 40 15,0-40 1,0 0 0,-1 0-1,1 0-15,0 0 16,40-40-16,-40 40 15,0 0 1,40-40-16,0 0 16</inkml:trace>
  <inkml:trace contextRef="#ctx0" brushRef="#br0" timeOffset="417413.1156">4173 7419 0,'80'0'219,"-80"40"-203,41 0-1,-1 0-15,0-40 0,0 40 16,0-40 0,-40 40-16,40-40 0,-40 41 0,40-41 15,-40 40 1,40-40-16,-40 40 16</inkml:trace>
  <inkml:trace contextRef="#ctx0" brushRef="#br0" timeOffset="417803.0361">4735 7419 0,'0'0'16,"-40"0"-1,40-40 1,-40 40 93,40 40-109,-40-40 0,40 40 0,-41 0 16,1-40-16,40 40 0,-40-40 0,0 40 16,0 0-16,0 1 15,0-1-15,0-40 0,-1 40 0,1-40 16,0 40-16,0 0 15,0-40-15,40 40 0,-40-40 0</inkml:trace>
  <inkml:trace contextRef="#ctx0" brushRef="#br0" timeOffset="419522.932">4735 7178 0,'-40'0'47,"0"0"-32,0 0 17,-1 0 14,1 0-30,0 0 15,0 0 1,0 0-17,0 0 1,0 0-1,0 0 1,-1 0 0,1 0-1,0 40 1,0-40 15,0 0-15,40 40-16,-40 1 15,40-1 1,-40-40-16,40 40 16,-40-40-1,40 40-15,0 0 16,-41-40-16,41 40 16,0 0-1,0 0 1,0 0-1,41-40 1,-41 41 0,40-41-16,-40 40 15,40-40-15,-40 40 16,40-40-16,0 0 16,0 0-1,0 0 1,-40 40-16,40-40 15,1 0 1,-1 40-16,0-40 31,0 0-31,0 0 16,0 0-16,0 0 16,0 0-16,1 0 15,-41-40 1,40 40 31,0 0-16,-40-40-31,40 40 16,0 0-16,0-40 31,0 40-16,-40-40 1,40 40 0,-40-41-16,0 1 31,41 0 0,-41 0-31,0 0 31,0 0-31,0 0 32,0 0-17,-41 40-15,1 0 16,40-40 0,-40 40 15,40-41-31,-40 41 0,40-40 15,-40 40-15,0 0 16,0 0-16,0 40 63,-1-40-48,41 41-15,-40-41 0,0 40 16</inkml:trace>
  <inkml:trace contextRef="#ctx0" brushRef="#br0" timeOffset="421662.8581">27125 5494 0,'0'40'16,"0"0"0,0 0-16,41 0 15,-41 0-15,40 0 16,-40 1-16,0-1 16,40 0-16,0 0 0,-40 0 15,40 0-15,-40 0 16,0 0-16,0 0 15</inkml:trace>
  <inkml:trace contextRef="#ctx0" brushRef="#br0" timeOffset="421892.8461">27406 7018 0,'-40'40'0,"80"-80"0,-80 120 15,40-40 1,0 0-16,0 0 16,0 0-16,0 1 15</inkml:trace>
  <inkml:trace contextRef="#ctx0" brushRef="#br0" timeOffset="422142.7539">27406 7740 0,'0'0'15,"0"40"-15,40-40 31,1 0-15,-41 40-16,40-40 16,-40 40-1,0 0-15,0 0 16,0 0 0,0 0-16,0 1 0,0-1 15,0 0-15</inkml:trace>
  <inkml:trace contextRef="#ctx0" brushRef="#br0" timeOffset="422342.7425">27607 8261 0,'0'40'16,"0"-80"-16,40 120 31,-40-40-15,40-40 15,0 0-31,-40 41 0,0-1 16,0 0-1,0 0-15,-40 0 16,40 0 0,-40 0-16,40 0 0,0 0 15</inkml:trace>
  <inkml:trace contextRef="#ctx0" brushRef="#br0" timeOffset="422642.7974">27446 9544 0,'-40'121'31,"80"-242"-31,-120 282 0,80-121 0,-40 0 32,40 40-17,0-40 1,0 41 0</inkml:trace>
  <inkml:trace contextRef="#ctx0" brushRef="#br0" timeOffset="422742.7454">27366 10387 0,'0'80'16,"0"-160"-16</inkml:trace>
  <inkml:trace contextRef="#ctx0" brushRef="#br0" timeOffset="422982.7042">27366 10828 0,'0'160'15,"0"-320"-15,0 360 16,0-160-16,0 1 31,0-1-15,0 0-1,0 0 1,0 0-16,0 0 16,-40-40-1,40 40-15,0 0 0,0 0 0,0 1 16,0-1-16,0 0 0</inkml:trace>
  <inkml:trace contextRef="#ctx0" brushRef="#br0" timeOffset="423162.7207">27406 11790 0,'0'81'32,"0"-41"-32,0 0 15,0 0 1,0 0 0,0 0 15,0 0-31</inkml:trace>
  <inkml:trace contextRef="#ctx0" brushRef="#br0" timeOffset="423312.7586">27326 12633 0,'0'40'16,"0"-80"-16,0 160 15,0-80-15,40-40 16,0 0-1</inkml:trace>
  <inkml:trace contextRef="#ctx0" brushRef="#br0" timeOffset="424302.6983">27446 13154 0,'0'160'31,"0"-320"-31,0 360 0,0-159 0,0-1 31,0 40-15,0 80-1,-40 1 1,40-41 15,0 40-15,40-79-1,-40-1 1,0 40 0,0-80-16,0 41 15,-40-41-15,40 40 16,-40 80 0,40-39 15,0-1-16,0 80 1,0-39 15,0-1-15,0-120-16,0 0 0,0 1 16,0-1-1,40 40 16,-40 0-15,0 0 0,-40 41-1,0-1 17,40-40-17,40-40 1,0 81 15,0 39-15,-40-120-1,0 0-15,0 40 16,0-39-16,0-1 0,0 0 16,0 0-16,0 0 15,-40 40 1,0 40-1,40 1 17,0-41-17,80 0 1,-39-80 0,-41 40-16,80 41 15,-80-41-15,0 40 16,-40 0 15,40 0-15,0-40-16,0 0 15,0 1-15,0-1 16,0 0-16,0 40 31,0-40-31,0 80 31,-40-39-31</inkml:trace>
  <inkml:trace contextRef="#ctx0" brushRef="#br0" timeOffset="424432.6576">27446 18648 0,'0'0'15,"0"40"-15,-40-40 16</inkml:trace>
  <inkml:trace contextRef="#ctx0" brushRef="#br0" timeOffset="429172.4046">28851 8301 0,'0'0'0,"0"-40"281,0 0 31</inkml:trace>
  <inkml:trace contextRef="#ctx0" brushRef="#br0" timeOffset="430882.2249">31780 7820 0,'-40'0'16,"0"0"-16,0 0 15,40-40-15,0 80 157,0 0-142,0 0-15,0 0 16,0 0-1,0 0-15,0 1 16,0-1 0,40-40-16,-40 40 0,0 0 15,0 0 1,0 0 0,40-40 15,-40 40 0,0-80-15,0 0-16,0 0 15,0 0-15,0 0 0,0 0 16,0-1-16,0 1 0,0 0 0,0 0 16,0 0-16,0 0 15,0 0-15,0 0 0,0 0 16,0 80 31,0 0-32,0 0-15,-40 0 0,40 0 16,0 0-16,0 0 0,0 0 16,-40 1-16,40-1 0,0 0 0,0 0 15,0 0 1,0 0-16,0 0 0,-40-40 0,40 40 15,0 0-15,0 1 16,-41-41-16,41-41 47,0 1-31,0 0-16,0 0 15,0 0-15,0 0 0,0 0 0,0 0 0,0 0 16,0-1-16,0 1 15,41 0-15,-41 0 0,0 0 16,40 40-16,-40 40 47,0 0-31,0 0-16,0 0 0,0 1 0,0-1 15,0 0-15,0 0 0,0 0 16,0 0-16,0 0 0,0 0 0,0 0 15,40 1 1,-40-82 31,0 1-47,0 0 0,0 0 16,40 40-16,-40-40 15,0 0-15,40 0 0,-40 0 0,0 0 0,0-1 16,40 41-16,-40-40 15,0 80 17,0 1-32,-40-1 15,40 0-15,0 0 0,0 0 16,0 0-16,-40-40 0,40 40 16,-40 0-16</inkml:trace>
  <inkml:trace contextRef="#ctx0" brushRef="#br0" timeOffset="435161.9663">27326 8181 0,'-40'0'15,"40"40"-15,-40-40 16,80 0 78,0 0-94,0 0 15,0 0-15,0 0 16,1 0-16,-1 0 0,0 0 16,0-40-16,0 40 0,0 0 0,0-40 15,0 40-15,1 0 16,-1 0-16,0-40 0,0 40 0,0 0 16,0 0-16,0 0 15,0 0-15,1 0 0,-1 0 31,-40-40-31,-40 40 32,-1 0-17,1 0-15,0 0 0,0 0 0,0 0 16,0 0-16,0 40 0,0-40 16,-1 0-16,1 0 15,0 0-15,40 40 0,-40-40 16,0 0-16,0 0 0,0 0 31,80 0 78,0 0-109,0 0 0,0 0 16,0 0 0,0 0-16,1 0 0,-1 0 15,-121 0 48,41 0-63,0 0 0,0 0 0,0 40 15,0-40-15,0 0 0</inkml:trace>
  <inkml:trace contextRef="#ctx0" brushRef="#br0" timeOffset="444461.4763">13964 9946 0,'0'40'16,"-40"-40"46,0 0-62,40 40 31,0-80 126</inkml:trace>
  <inkml:trace contextRef="#ctx0" brushRef="#br0" timeOffset="446991.3231">31339 9344 0,'0'0'0,"0"40"0,0 0 16,-40-40-16,80 0 109,0 0-93,0 0-16,0-40 15,0 40 1,0-40-16,0 40 15,1 0 1,-1 0 0,-40 80-16,0-40 15,0 0-15,0 0 16,0 1-16,-40-41 0,40 40 16,0 0-16,-41-40 15,41 40-15,-40-40 0,40 40 0,-40-40 0,40 40 16,-40-40-16,40 40 0,-40-40 15,40 40-15,-40-40 16,80 0 109,0 0-109,0 0-16,0 0 15,0 0-15,1 0 16,-1 40-16,0-40 0,0 0 16,0 0-16,0 0 15,-40 41-15,40-41 16,0 0-1,1 0-15,-41 40 16,0 0 15</inkml:trace>
  <inkml:trace contextRef="#ctx0" brushRef="#br0" timeOffset="450661.1003">11877 11309 0,'41'0'250,"-1"0"218</inkml:trace>
  <inkml:trace contextRef="#ctx0" brushRef="#br0" timeOffset="451850.9563">14325 11189 0,'-40'0'31</inkml:trace>
  <inkml:trace contextRef="#ctx0" brushRef="#br0" timeOffset="454360.8573">31419 10708 0,'-40'0'15,"80"0"95,0 0-95,0 0 1,0 0-16,0-41 16,1 41-16,-1 0 15,0 0 1,0 0 0,-40 41 15,0-1-16,-40 0-15,40 0 16,-40 0 0,0-40-16,40 40 15,-41-40 1,41 40-16,-40-40 0,80 0 94,1 0-79,-1 0-15,-40 40 16,40-40 0,-40 40-16,0 0 15,40-40-15,-40 41 16,0-1-1,0 0 17,0 0-32,0 0 31,-40-40-15,40 40-1,-40-40-15,0 0 0,40 40 16,-41-40-16,1 0 15,0 40-15,0-40 16,0 0-16,0 0 16,0 0-16,0 0 15,40-40-15,-41 40 0,1 0 16,40-40-16,-40 0 16</inkml:trace>
  <inkml:trace contextRef="#ctx0" brushRef="#br0" timeOffset="460570.4292">13803 12673 0</inkml:trace>
  <inkml:trace contextRef="#ctx0" brushRef="#br0" timeOffset="463890.2264">14245 12592 0,'0'0'0</inkml:trace>
  <inkml:trace contextRef="#ctx0" brushRef="#br0" timeOffset="466470.0714">28931 12552 0,'40'0'0,"-80"0"110,0 0-48,0 0 16,0 40-62,0-40 0,-1 41-16,1-41 15,0 0-15,0 40 16,0-40-16,0 40 0,0-40 16,0 40-16,-1 0 15,41 0 1,41-40 15,-1 0 0,0 0-31,0 0 0,0 0 16,0 0 0,0 0-16,0 0 0,1 0 15,-1 0-15,0 0 16,0 0-16,0 0 15,-40 40-15,40-40 16,0 0 0,-40 40-16</inkml:trace>
  <inkml:trace contextRef="#ctx0" brushRef="#br0" timeOffset="466820.1206">28851 12592 0,'0'0'0,"0"-40"31,40 40-31,0 0 15,-40 40 1,0 1 15,0-1-15,-40 0-16,-40 160 31,40-39-15,-1-1-1,41-120 1,0 0-16</inkml:trace>
  <inkml:trace contextRef="#ctx0" brushRef="#br0" timeOffset="467250.0197">29573 12873 0,'-80'0'0,"80"-40"63,40 40-32,0 0-16,0 0-15,0 0 0,1 0 16,-1 0-16,40 0 16,-40 40-16,0-40 15,0 0 1,0 40-16,1-40 31</inkml:trace>
  <inkml:trace contextRef="#ctx0" brushRef="#br0" timeOffset="467650.0703">29814 12633 0,'0'0'0,"0"40"93,0 0-77,0 0-16,0 0 16,0 0-16,0 0 15,-40-40-15,40 40 0,0 0 0,-40 1 0,40-1 16,-40 0 0,-1 0-16,41 0 0,0 0 15,-40-40-15,40 40 16</inkml:trace>
  <inkml:trace contextRef="#ctx0" brushRef="#br0" timeOffset="467960.011">30095 12432 0,'40'0'15,"0"0"17,-40 40-32,0 0 15,0 0 1,0 0-16,0 1 0,0-1 15,0 0-15,-40 0 0,40 0 0,-40 0 16,40 0-16,0 0 0,0 0 16,0 1-16,-40-41 0,40 40 0</inkml:trace>
  <inkml:trace contextRef="#ctx0" brushRef="#br0" timeOffset="468929.9929">30937 12512 0,'41'0'234,"-41"-40"-218,40 40-1,0 0-15,0 0 0,0-40 16,0 40-16,0 0 0,0 0 16,1 0-16,-1 0 0,0 0 15,0 0-15,0 0 16</inkml:trace>
  <inkml:trace contextRef="#ctx0" brushRef="#br0" timeOffset="469179.9778">31058 12873 0,'0'0'15,"80"0"1,-40 0 0,0 0-1,0 0 1,41 0-1</inkml:trace>
  <inkml:trace contextRef="#ctx0" brushRef="#br0" timeOffset="469859.9385">32061 12312 0,'0'40'0,"-40"-40"46,40 40-30,-40-40 0,40 40-16,0 0 15,0 0 1,0 0 0,40 0-1,40 1-15,-80-1 16,0 0-1,0 0 1,-40-40-16,0 40 16,-40-40-1,39 0-15,1 0 0,40-40 16,0 0-16,-40 40 16</inkml:trace>
  <inkml:trace contextRef="#ctx0" brushRef="#br0" timeOffset="470039.9254">32061 12312 0,'0'0'0,"40"0"15,-40-40-15,80 40 16,-40 0-16,41-40 31,-41 40-31,80 0 16,-80 0-16</inkml:trace>
  <inkml:trace contextRef="#ctx0" brushRef="#br0" timeOffset="472069.7273">26483 13555 0,'0'0'0,"0"40"0,41-40 141,-1 0-126,0 0-15,0 40 16,0-40-16,0 0 0,0 40 16,0-40-16,1 0 15,-41 40-15,40-40 0,0 0 0,0 41 16,0-41 0,0 0-16,0 0 0,0 0 15,1 40-15,-1-40 0,0 0 16,0 0-16,0 0 15,0 0-15,0 0 0,0 0 110,-80 0-63</inkml:trace>
  <inkml:trace contextRef="#ctx0" brushRef="#br0" timeOffset="472519.7753">27366 13595 0,'0'40'47,"40"-40"-31,0 0-16,-40 40 15,41-40 1,-1 40-16,0-40 0,0 41 16,0-41-1,-40 40-15,40-40 16,0 0 0,-40 40 93,0 0-93,-40-40-16,0 0 15,0 0-15,40 40 0,-40-40 0,0 0 16</inkml:trace>
  <inkml:trace contextRef="#ctx0" brushRef="#br0" timeOffset="479389.3593">29132 14076 0,'-40'0'15</inkml:trace>
  <inkml:trace contextRef="#ctx0" brushRef="#br0" timeOffset="480209.3093">29092 14076 0,'-40'0'32,"40"-40"124,40 40-140,0-40-1,0 40-15,0 0 16,0 0-1,0 0 1,0 40 0,-40 0-1,0 0 1,0 1 15,-40-41-31,40 40 16,-40-40-16,40 40 15,-40-40 1,40 40-16,-40 0 16,40 0 15,40-40 31,0 0-30,0 0-32,0-40 0,1 40 31,-1 0-31,0 0 16,0 0-1,0 0-15,0-40 16,0 40-16,0 0 0,1 0 15,-1 0 1,0 0-16,0 0 16,0 0-16,0 0 15,0 0 1,-80 0 15,0 0 16,0 0-31,0 0-1</inkml:trace>
  <inkml:trace contextRef="#ctx0" brushRef="#br0" timeOffset="486768.856">29011 14838 0,'0'0'0,"-40"0"15,0 0-15,0 0 16,0 0-16,40 40 16,-40-40-16,40 41 31,0-82 94,-40 41-47,-1 0-78,41-40 47,41 40-47,-1 0 15,0 0 1,0 0-16,0 0 16,0 0-1,0 0 1,-40 40 0,41 1-16,-41-1 15,0 0 16,-41 0-15,41 0 0,0 0-1,-40-40 1,0 40-16,0-40 16,0 40-16,80-40 62,0 0-46,-40 40-16,40-40 15,0 41 1,1-41 15,-41 40-31,0 0 31,-41-40-15,41 40-16,-40-40 16,40 40-16,-40-40 0,0 0 15,0 0-15,0 40 16,0-40-16,-1 0 0,1 0 0,0 0 16,0 0-16,0 0 0,0 0 0,0 0 0,0 0 15,-1 0-15,1 0 16,0-40-16</inkml:trace>
  <inkml:trace contextRef="#ctx0" brushRef="#br0" timeOffset="493508.5037">28730 15961 0,'41'0'16,"-82"0"93,1 0-93,40 40-16,-40-40 0,0 41 16,40-1-1,-40-40-15,0 0 16,40 40-16,-40-40 15,40 40 32,0 0-31,40-40-16,-40 40 16,40-40-16,0 0 15,0 0-15,0 0 16,0 0-1,1 0-15,-1 0 0,0 0 0,0 0 16,0 0-16,0 0 0,0 0 16,1 0-16,-1 40 0,0-40 0,0 0 31</inkml:trace>
  <inkml:trace contextRef="#ctx0" brushRef="#br0" timeOffset="493858.4089">28891 16162 0,'0'-40'31,"0"0"-15,0 80 62,-40-40-62,40 40-16,0 0 0,-40 0 0,40 0 15,0 0-15,0 0 16,0 0-16,0 1 0,0-1 0,0 0 16,0 0-16,0 0 15,0 0-15,0 0 0,0 0 16,0 0-16</inkml:trace>
  <inkml:trace contextRef="#ctx0" brushRef="#br0" timeOffset="679100.354">4855 17004 0,'-40'0'15,"0"0"1,0 40 0,40 0 15,0 0-16,0 0-15,0 1 16,0-1 0,-40-40-16,40 40 0,-40 0 0,40 0 15,0 0-15,0 0 16,-40 0-16,40 0 0,0 1 16,0-1-16,40-40 0,-40 40 15,0 0-15,40-40 0,-40 40 0,0 0 0,0 0 16,0 0-16,0 0 0,0 0 0,-40 1 15,40-1-15,-81 0 16,81 0-16,-40-40 0,0 40 0,0 0 0,0 0 16,0 0-16,0-40 15,40 40-15,0-120 32,40 40-32,0 0 15,40 0-15,-80 0 16,40 40-16,0-40 0,1 40 15,-1 0-15,-40-40 0,0 120 16,40-80 0,-40 40-16,0 0 0,0 0 15,0 0-15,0 0 16,0 0-16,0 1 0,0-1 0,0 0 0,0 0 16,40 0-1,-40 0-15,40-40 0,-40 40 0,0 0 16,40-40-16,0 40 0,0 0 15,1-40 1,-1 0-16,0 0 0,0 0 16,0 0-16,0-40 15,0 40-15,0-40 0,1 40 16,-41-40-16</inkml:trace>
  <inkml:trace contextRef="#ctx0" brushRef="#br0" timeOffset="680370.2026">6862 17205 0,'0'-41'0,"40"41"32,-80 0 30,40 41-62,0-1 16,0 0-16,0 0 0,0 0 0,0 0 15,0 40-15,0-40 16,0 1-16,0-1 0,0 0 0,0 0 0,0 0 16,-41 0-16,41 0 0,0 0 15,0 0-15,0 0 0,0 1 0,0-1 16,0 0 0</inkml:trace>
  <inkml:trace contextRef="#ctx0" brushRef="#br0" timeOffset="680730.2039">8146 17806 0,'0'0'0,"0"40"31,-40-40-31,-1 121 15,41-81-15,0 0 0,-40 0 16,40 0-16,-40 0 16,40 0-16,-80 0 15,40 0 1</inkml:trace>
  <inkml:trace contextRef="#ctx0" brushRef="#br0" timeOffset="681180.1806">8828 17285 0,'0'0'15,"0"-40"-15,80 0 32,-80-1-32,161 41 15,-121 0-15,0 0 0,0 0 16,0 0-16,0 41 0,0 39 31,0-40-31,-40 0 0,0 0 0,-120 161 16,-81-41 15,121-80-15,80-40-1,80-80 17,41 0-17,-41 40 1,40 0-1,-120-40-15,81 40 0</inkml:trace>
  <inkml:trace contextRef="#ctx0" brushRef="#br0" timeOffset="681390.1756">9711 17726 0,'0'0'16,"0"40"-16,0 0 31,0 0-31,-81 81 31,81-1-15,0-40 0</inkml:trace>
  <inkml:trace contextRef="#ctx0" brushRef="#br0" timeOffset="681980.1417">10714 17084 0,'40'0'0,"0"-40"16,0 40-16,0 0 16,0 0-16,1 0 0,-1 0 15,0 0 1,0 0-16,0 0 16,-40 40-1,0 0-15,0 0 0,0 1 16,-40-1-16,0 0 0,40 0 0,-40-40 15,40 40-15,-40-40 16,40 40-16,0 0 0,-41-40 0,41 40 16,0 0-1,41-40-15,-1 0 16,0 0 0,0 41-16,0-41 0,0 40 15,-40 0 1,0 0-16,-40-40 0,40 40 0,-40-40 15,0 40-15,0 0 0,0-40 0,-1 40 0,1-40 16,0 40-16,0-40 16,0 40-16,0-40 0,0 0 0,-1 0 0,41 41 15,-40-41-15,0 0 16</inkml:trace>
  <inkml:trace contextRef="#ctx0" brushRef="#br0" timeOffset="682230.1264">11677 17846 0,'0'40'31,"0"0"-16,0 1-15,-40-1 16,0 0-16,-1 0 16,1-40-16,0 40 15,0 0 1</inkml:trace>
  <inkml:trace contextRef="#ctx0" brushRef="#br0" timeOffset="682620.1389">12800 16844 0,'-80'0'16,"80"40"-16,-40 40 31,40 80-15,120 1-1,1-1 1,-121-80 15,0-39-31,-121 39 31,41-80-31,0 0 16,0-40 0</inkml:trace>
  <inkml:trace contextRef="#ctx0" brushRef="#br0" timeOffset="682800.0534">12800 17004 0,'40'-40'15,"-80"80"-15,161-80 16,-81 0-16,0 40 16,40 0-16,81 0 15,-161-40-15,40 40 0,0 0 16,0 0-16,-40 40 0</inkml:trace>
  <inkml:trace contextRef="#ctx0" brushRef="#br0" timeOffset="683080.1111">13643 17686 0,'0'0'16,"0"40"-16,0 0 31,0 0-31,0 0 16,-40 0-16,-40 41 15,39-41-15,-39 0 16,40-40-16</inkml:trace>
  <inkml:trace contextRef="#ctx0" brushRef="#br0" timeOffset="683690.002">14526 17164 0,'0'0'15,"-40"0"1,120 0-1,-40-40 17,0 40-32,0 0 0,0 0 0,41 81 31,-41 79-15,-120 0-1,-1-79 1,81-41-16,-120 40 15,80-40-15,40 0 0,-40-40 16,80 0 15,0-40-15,80 40 0,-80 0-16,121 0 31,-121 0-31,0 0 0,81 80 15,-1-40 1</inkml:trace>
  <inkml:trace contextRef="#ctx0" brushRef="#br0" timeOffset="683900.0429">15529 17766 0,'0'0'15,"0"40"1,0 40 0,0-40-16,0 41 15,0-41-15,0 0 0,-80 40 32,40-40-32,-1 40 15,1-80-15,40 41 0</inkml:trace>
  <inkml:trace contextRef="#ctx0" brushRef="#br0" timeOffset="684509.9542">16171 17285 0,'40'0'31,"0"0"-15,0 0-1,0 0 1,1 0-16,-1 0 0,0 0 0,0 0 16,0 0-16,0 40 15,0-40-15,-40 40 0,40-40 16,-40 40-16,0 0 0,-80 0 15,40 0 1,0 1-16,0-41 0,0 40 0,0 0 16,-1 0-16,1-40 15,40 40-15,0 0 16,40-40 0,1 0-16,-1 40 15,0-40 1,0 0-16,-40 40 0,40-40 15,-40 40-15,0 0 16,-40-40 0,0 41-16,0-41 0,0 40 0,-1 0 15,1-40-15,0 40 0,0-40 16,0 40-16,0-40 0,0 40 0,0-40 16,-1 0-1</inkml:trace>
  <inkml:trace contextRef="#ctx0" brushRef="#br0" timeOffset="684750.0129">17014 17926 0,'0'41'0,"0"-1"0,0 0 16,0 0 0,-41-40-16,41 40 0,-40-40 0,0 40 15,0-40 1,40 40-16,-40-40 0,40 40 16,-40-40-1</inkml:trace>
  <inkml:trace contextRef="#ctx0" brushRef="#br0" timeOffset="685149.9104">18177 17566 0,'-40'0'0,"-40"40"31,40-40-31,0 40 0,-41 40 31,41-80-31,40 40 0,0 0 16,40 0-1,121-40 1,-121 0-16,40 0 16,-40 0-16,81 0 15,-81 0 1,0 0-16,40 0 16,-40 0-1</inkml:trace>
  <inkml:trace contextRef="#ctx0" brushRef="#br0" timeOffset="685409.97">18177 17566 0,'0'40'15,"0"0"1,0 0-16,0 80 31,0 41-15,-40-1 0,40-80 15</inkml:trace>
  <inkml:trace contextRef="#ctx0" brushRef="#br0" timeOffset="686099.8865">19060 17485 0,'40'0'31,"0"0"-31,0 40 16,-40 1-1,41-41-15,-1 0 0,0 40 0,0 0 16,-40 0-16,0 0 15,0 0 1,0 0-16,-40-40 0,40 40 0,-40-40 16,40 40-16,-40-40 0,-1 40 15,1 1-15,40-1 16,0 0 0,40-40-16,41 0 15,-41 0-15,0 0 0,0 0 0,0-40 16,0 40-16,0-40 15,1 40-15,-41-41 32,-41 41-17,41 41 1,-40-41-16,40 40 0,0 0 16,-40 0-16,40 0 15,-40-40-15,40 40 0,0 0 0,-40 0 0,40 0 16,-40 1-16,40-1 0,-40 0 0,0 0 15,-1 0-15,1 0 16,40 0-16,-40-40 0,0 40 0,0-40 0,40 40 16,-40-40-16,0 0 15,0 0-15,-1 0 0,1 0 0,0 0 0,0 0 16</inkml:trace>
  <inkml:trace contextRef="#ctx0" brushRef="#br0" timeOffset="698789.0864">29011 17205 0,'0'-41'31,"41"41"-15,-41-40-16,0 0 31,-41 40 1,41 40-32,-40-40 0,0 40 15,0-40 1,0 0-16,40 41 0,-40-41 31,40 40-15,0 0-1,0 0 1,0 0 0,40-40-16,-40 40 0,0 0 15,40 0-15,0-40 0,0 40 16,0-40-16,1 0 15,-1 0-15,0 0 16,0 0 0,0-40-16,0 0 0,0 0 15,0 0-15,-40 0 0,41 40 16,-41-40-16,40 0 0,-40 0 0,40 40 16,-40-41-16,0 1 15,-80 40-15,39 0 16,1 0-16,0 0 0,0 0 0,0 0 15,0 40-15,-40-40 0</inkml:trace>
  <inkml:trace contextRef="#ctx0" brushRef="#br0" timeOffset="706658.6824">12800 18167 0,'40'0'219,"-40"40"-219,41-40 15,-41 80-15,0-39 16,0-1-16,0 0 0,0 0 15,0 0 1,0 0-16,0 0 0,0 0 16,0 0-16,0 0 15,-41-40-15,41 41 0,0-1 0,0 0 16,0-80 31</inkml:trace>
  <inkml:trace contextRef="#ctx0" brushRef="#br0" timeOffset="707218.6479">12881 18328 0,'-41'0'78,"1"0"-47,0 40-31,0 0 0,40 0 16,-40-40-16,0 40 16,0-40-16,40 40 15,-40-40 1,80 0 31,-40-40-32,40 40 1,-40-40-16,40 40 0,-40-40 16,40 40-16,-40-40 15,40 40-15,-40-40 0,40 40 16,-40-41-16,40 41 16,1 0-1,-41 41 1,40-41-1,0 40-15,-40 0 0,0 0 16,40-40-16,-40 40 16,0 0-16,40-40 0,-40 40 15</inkml:trace>
  <inkml:trace contextRef="#ctx0" brushRef="#br0" timeOffset="709098.5338">441 12272 0,'0'40'0,"-40"-40"32,0 0 30,40 40-46,-40-40-1,0 0 1,40 40 0,-40-40-1,80 0 32,-40-40-47,40 40 16,0-40-1,0 40-15,0 0 16,-40-40-16,41 40 0,-1 0 16,0 0-16,-40-40 0,40 40 0,0 0 0,0 0 15,0 0 1,0 0 0,-40 40-16,41-40 31,-1 0-16,0 0 1,-40-40 15,0-1-15</inkml:trace>
  <inkml:trace contextRef="#ctx0" brushRef="#br0" timeOffset="709498.4381">722 12111 0,'-40'0'15,"0"0"1,0 0 0,40-40-1,0 80 63,0 0-62,80-40-16,-80 40 31,40-40-31,0 0 0,1 0 16,-1 0-1,0 0-15,0 0 0,-40 41 16,40-41-16,0 0 16,-40 40-16,0 0 0,0 0 15,-40 0 1,40 0-16,-80 0 0,40 0 0,0 0 0,-41 0 16,41 1-16,-40-41 0,0 40 0,40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7:01:18.7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3050 2085 0,'0'-40'47,"0"0"-16,40 40-16,0-40 1,0 40-16,0 0 0,0 0 16,0 0-1,0-41-15,1 41 0,-1 0 0,0 0 0,0 0 16,0 0-16,0 0 0,0 0 0,1 0 16,-41 41-16,0-1 15,40 0-15,-40 0 0,0 0 16,0 0-1,0 0-15,-40 0 0,-1 0 0,41 1 16,-40-1-16,0 0 16,0 0-16,0-40 0,40 40 15,-40-40-15,40-40 32,40 40-32,0-40 15,0 0 1,-40 0-16,40 40 0,0-41 0,1 1 0,-1 40 15,-40-40-15,40 40 0,0-40 0,0 0 0,0 40 16,0-40-16,0 40 0,1-40 16,-41 0-16,40 40 0,0-40 0,0-1 15,0 41 1,-40-40-16,0 0 0,40 40 16,-40-40-16,-80 40 46,40 40-46,0 0 16,0-40-16,-1 40 0,1 1 0,0-1 16,0 0-16,40 0 15,-40-40-15,40 40 0,0 0 0,-40 0 0,40 0 16,0 0 0,0 1-16,80-1 0,-40 0 15,0-40 1,0 40-16,1-40 0,-1 0 0,0 0 0,0 0 15,0 0-15,0 0 0,0-40 0</inkml:trace>
  <inkml:trace contextRef="#ctx0" brushRef="#br0" timeOffset="269.984">4976 1564 0,'-40'0'16,"80"0"-16,-201 80 31,121-40-31,0 80 16,0 81 0,40-1 15,40-120-31,40 1 15,0-81 1</inkml:trace>
  <inkml:trace contextRef="#ctx0" brushRef="#br0" timeOffset="630.001">5216 1804 0,'0'0'16,"41"0"-16,-1 0 31,-40 40-31,40-40 0,-40 40 16,40-40-16,-40 40 0,40 1 15,-40-1-15,0 0 0,0 0 16,0 0 0,0 0-1,0-80 1,0 0-1,40 0-15,-40 0 0,40 0 0,0-1 16,1 1 0,-1 40-16,0 0 15,-40 40 1,0 1-16,40-41 0,-40 80 16,0-40-1,0 0-15,0 0 0,0 0 0,-40 0 16,40 0-1,-40-40-15,40 41 0</inkml:trace>
  <inkml:trace contextRef="#ctx0" brushRef="#br0" timeOffset="859.9805">6099 1724 0,'0'-40'0,"0"80"0,40-80 31,-40 80-31,40-40 0,-40 40 16,41-40-16,-41 80 0,40-80 0,-40 40 0,40 0 15,-40 1 1,0-1-16,0 0 0,0 0 0,0 0 16,-80 0-16,80 0 0,-41 0 15,1-40-15,0 40 0,0 1 0,0-41 16,0 0-16,0 0 15</inkml:trace>
  <inkml:trace contextRef="#ctx0" brushRef="#br0" timeOffset="1069.9779">6862 1965 0,'0'-41'15,"80"41"-15,80-120 32,-79 120-32,39-40 31,-40 40-31,-40 0 0</inkml:trace>
  <inkml:trace contextRef="#ctx0" brushRef="#br0" timeOffset="1269.9972">7263 2366 0,'-40'40'0,"80"-80"0,-40 80 32,0-80-32,241 0 31,-1-41-16,-159 81-15,-41-40 0</inkml:trace>
  <inkml:trace contextRef="#ctx0" brushRef="#br0" timeOffset="1779.9666">8828 1443 0,'0'0'0,"-80"-80"16,80 40-1,-41 40-15,1 0 16,0 40 0,0 161 15,40-41-31,0 81 15,0-81 17,-120-80-17,80-40 1,-121-40 0,161-40-16,0 0 15,40-80 1,40 80-1,1 80 1,-1 120 15,-40-120-31,0 81 32,40-41-17,1 0 1,39-80-1,-40 40 1,-40-40-16</inkml:trace>
  <inkml:trace contextRef="#ctx0" brushRef="#br0" timeOffset="2009.9146">9791 1764 0,'-40'0'0,"0"0"16,40-40-16,-41 40 0,41 40 31,0 0-15,0 40-16,0-40 0,41 1 0,-41-1 15,0 0-15,0 0 16,0 0-16,40 0 0,-40 0 0,0 0 0,0 0 15,0 1-15,40-41 0,-40 40 0,0 0 16</inkml:trace>
  <inkml:trace contextRef="#ctx0" brushRef="#br0" timeOffset="2209.8822">10353 2285 0,'0'41'31,"0"-1"-31,0 0 16,0 0-1,0 0-15,-41 0 0,41 0 0,-40-40 16,40 40-16,-40-40 0,40 40 16,-40-40-16,40 40 0,-40-40 0,0 0 15</inkml:trace>
  <inkml:trace contextRef="#ctx0" brushRef="#br0" timeOffset="2679.86">11276 1724 0,'0'-40'15,"0"80"-15,120-160 16,-80 80-16,121 40 31,-1 0-31,-40 80 32,-79 120-17,-41-160 1,-121 81-16,41-1 15,40-80 1,40 0 0,120 0 15,-40 41-15,-80-41-16,0 0 15,-80 40 16,-80 0-15,39-40-16,81-40 16,-40 0-1</inkml:trace>
  <inkml:trace contextRef="#ctx0" brushRef="#br0" timeOffset="2879.9013">12359 2366 0,'0'40'16,"40"0"-16,-40 40 31,0 0-15,-40 81-1,40-121 1,-40 0-1</inkml:trace>
  <inkml:trace contextRef="#ctx0" brushRef="#br0" timeOffset="3489.7909">13844 1684 0,'-41'0'16,"41"-40"0,41 40 46,-1 0-46,0 0-16,0 0 0,0 0 15,0 40 1,0-40-16,-40 40 0,40 0 16,-40 0-16,0 0 15,0 0-15,0 0 0,0 1 0,-40-1 0,40 0 16,-40 0-16,40 0 0,-80 0 0,40 0 15,40 0-15,-40-40 16,0 40-16,-1 1 0,82-41 31,-1 0-15,0-41 0,0 41-16,0 0 0,0 0 0,0 0 15,0 0-15,1 0 0,-1 0 16,0 0-16,0-40 0,0 40 0</inkml:trace>
  <inkml:trace contextRef="#ctx0" brushRef="#br0" timeOffset="3689.7938">14887 2245 0,'0'0'0,"0"40"0,0 1 16,0 39-1,-40 40 1,-40-40 0,-81 0-1,121-80-15</inkml:trace>
  <inkml:trace contextRef="#ctx0" brushRef="#br0" timeOffset="3989.776">15810 1483 0,'-40'0'16,"80"0"-16,-80 40 15,40 41 1,0-1 0,0-40-16,0 40 15,0-40-15,0 161 16,40-41 0,0-80 15,0-80-31</inkml:trace>
  <inkml:trace contextRef="#ctx0" brushRef="#br0" timeOffset="4189.7734">16492 2366 0,'0'0'0,"0"40"0,0 0 16,0 0-16,0 0 15,0 0 1,0 0-16,-80 0 0,40 0 16,-1-40-1,1 0-15,40 41 0,-40-41 0,0 0 16,0 0-16,0 0 16</inkml:trace>
  <inkml:trace contextRef="#ctx0" brushRef="#br0" timeOffset="4679.7494">17656 1724 0,'0'0'0,"40"0"32,0 0-17,0 0-15,40 0 16,-40 0-16,0 0 0,1 40 15,-1 0-15,-40 0 16,40 0-16,-40 0 16,0 1-16,0-1 0,0 0 0,-40 0 15,40 0-15,-40-40 0,40 40 16,-41 0-16,1 0 0,40 0 0,-40-40 16,40 41-1,80-41 1,-39 0-16,-1 0 0,0 0 0,0 0 15,0-41-15,0 41 0,0 0 16,1 0-16,-1 0 0,0 0 0,0 0 16,0 0-16,0 0 15,0 0-15,0 0 0,1 0 0,-1 0 16,0 0-16,0-40 0</inkml:trace>
  <inkml:trace contextRef="#ctx0" brushRef="#br0" timeOffset="5556.7328">19501 1323 0,'-40'40'15,"0"0"1,40 0 15,40-40-31,0 0 0,1 40 16,-1-40-16,0 0 0,0 40 15,0-40-15,-40 41 16,40-41-16,-40 40 0,40-40 0,0 40 31,-40 0-31,0 0 16,0 0 0,0 0 15,0 0 0,41-40-15,-1 0-16,0 0 31,-80 40 78,40 0-109,0 1 16,0-1 0,0 0-16,0 0 0,-40 0 15,40 0-15,0 0 0,0 0 0,-41 0 16,41 1-16,0-1 15,-40 0-15,0 0 0,40 0 0,-40 0 16,0-40-16,40 40 0,-40-40 16,0 0-16,0 40 0,-1-40 0,1 0 0,0 0 15,0 0-15,-40 0 0,40 0 0,0 0 16</inkml:trace>
  <inkml:trace contextRef="#ctx0" brushRef="#br0" timeOffset="7396.6625">4013 4010 0,'-40'40'0,"80"-40"31,40 0-15,-40-40-16,0 0 0,40 40 0,-39 0 16,-1-40-16,0 0 15,0 40-15,0-40 0,0 40 0,-40-41 0,40 41 16,-40-40-16,0 0 15,0 0-15,0 0 0,0 0 16,-40 0 0,40 0-16,-40 0 0,40-1 15,0 1-15,-40 40 0,40 40 63,-40 1-63,40-1 0,0 0 15,0 0-15,0 0 0,0 0 16,-40 0-16,40 0 0,0 0 0,0 1 0,0-1 16,0 0-16,0 0 0,0 0 0,0 0 15,0 0 1,0 0-16,0 0 0,0 0 16,0 1-1,0-122 16,0 41-31,40 40 0,-40-40 16,40 0-16,-40 0 0,40 40 16,0-40-16,0 0 0,0 40 15,1 0-15,-1 0 16,-40 40 0,0 0-16,40-40 0,-40 40 15,0 0-15,0 0 0,0 0 16,0 0-16,0 1 0,0-1 15,0 0-15,0 0 16,0 0-16</inkml:trace>
  <inkml:trace contextRef="#ctx0" brushRef="#br0" timeOffset="7645.6691">5377 3609 0,'0'-40'0,"0"80"0,-40-80 16,0 40-16,0 0 15,-41 120 17,81 41-17,0-121-15,0 0 16,40 0-16,1 80 15,39-40-15,-40-80 16,0 0-16</inkml:trace>
  <inkml:trace contextRef="#ctx0" brushRef="#br0" timeOffset="8019.8974">5899 3569 0,'0'40'31,"40"-40"-15,-40 80-16,0-40 15,40-40-15,-40 40 0,0 0 0,0 1 0,0-1 16,0 0-16,0 0 0,0 0 0,0 0 16,0 0-1,0-80 16,0 0-31,40 0 16,-40 0-16,80 0 0,-80 0 0,40-1 0,0 1 16,1 0-1,-1 40-15,0 0 0,-40-40 0,40 40 16,0 0 0,0 40-16,-40 0 0,40-40 15,-40 81-15,0-41 16,0 0-16,0 0 0,0 0 0,0 0 15,0 0-15,-40 0 0,40 0 0,-40 0 16,0-40 0</inkml:trace>
  <inkml:trace contextRef="#ctx0" brushRef="#br0" timeOffset="8269.8812">7102 3649 0,'-40'0'0,"40"40"16,0 0-1,40 0 1,0 121 0,1-121-1,-82 120 1,-39 1-1,0-161-15</inkml:trace>
  <inkml:trace contextRef="#ctx0" brushRef="#br0" timeOffset="8479.9438">7785 3930 0,'40'0'16,"0"-40"0,160-41-1,-119 41 1,39 40 0,0 0 15,-79 0-31</inkml:trace>
  <inkml:trace contextRef="#ctx0" brushRef="#br0" timeOffset="8669.8597">8186 4251 0,'-40'0'15,"80"0"-15,-120 40 0,39-40 0,122 0 31,-41 0-31,80-40 16,121 40-16,-121-41 16,81 1-1</inkml:trace>
  <inkml:trace contextRef="#ctx0" brushRef="#br0" timeOffset="9209.8257">10553 3368 0,'0'-40'16,"0"80"-16,-40-80 15,0 40-15,-40-40 0,-1 40 31,41 160-15,80 41 0,-40-121-1,81 121 1,-81-121 0,-121 0-1,81-40 1,-40-40-1,40-40-15,40-80 32,80 40-17,-40 80 1,0 0 0,41 120-1,-41-40 1,40 40-1,-40-79 1,40 39 0,-40-40-1,41 0 17,79-80-32</inkml:trace>
  <inkml:trace contextRef="#ctx0" brushRef="#br0" timeOffset="9509.8084">11717 3569 0,'0'0'0,"0"-40"31,-40 40-15,40 120-1,0-40 1,40 81 0,0 39 15,-40-39-16,0-121-15</inkml:trace>
  <inkml:trace contextRef="#ctx0" brushRef="#br0" timeOffset="9739.7925">12519 4251 0,'41'0'47,"-41"40"-47,0 0 16,40-40-16,-40 40 0,0 0 16,0 0-16,-40-40 15,40 40-15,-81 0 16,41-40-16,40 40 0,-40-40 15,0 0-15</inkml:trace>
  <inkml:trace contextRef="#ctx0" brushRef="#br0" timeOffset="10689.735">13844 3729 0,'0'-40'32,"80"40"-32,-40 0 15,0 0-15,0 0 16,0 0-16,0 0 0,1 0 15,-41 40-15,0 0 0,40-40 0,-40 40 16,0 1-16,0-1 16,0 0-16,0 0 0,-40 0 0,40 0 0,-81-40 15,81 40-15,-40 0 0,0 0 16,0-40-16,40 40 0,-40-40 0,40 41 0,-40-41 16,120 0 15,-40-41-31,0 41 15,0 0-15,0 0 0,1 0 16,-1 0-16,0 0 0,0 0 0,0 0 0,0 0 16,0 0-16,0 0 15,1 0-15,-1 0 0,0 0 16,0 0 0</inkml:trace>
  <inkml:trace contextRef="#ctx0" brushRef="#br0" timeOffset="10909.7241">15088 4170 0,'0'0'0,"0"40"31,0 1-31,0-1 16,-41 0-16,41 0 15,-40-40-15,0 80 16,-80-40 0</inkml:trace>
  <inkml:trace contextRef="#ctx0" brushRef="#br0" timeOffset="11539.6868">16010 3689 0,'-40'-40'31,"40"80"16,0 40-47,0-40 16,0 1-16,0-1 0,0 0 0,0 40 15,0-40-15,0 0 0,0 0 0,0 0 0,0 0 16,0 1-16,0-1 16,0 0-16,0 0 0,0 0 0</inkml:trace>
  <inkml:trace contextRef="#ctx0" brushRef="#br0" timeOffset="12229.6426">17014 3729 0,'0'0'0,"0"-40"31,40 40-15,0-40-1,80 40 1,-40 40-1,-80 0 1,41 0-16,-41 81 16,-41-81-16,1 40 15,0 0 1,0 0 0,40 1 15,40-41-16,81-40 1,-1-81 0,-80 41 15,-80 80 16,40 1-47,-40-41 0,40 40 0,0 0 15,-40-40-15,0 40 16,40 0-16,-41 0 0,41 0 0,-40-40 16,40 40-16,0 0 15,-40 1-15,40-1 0,-40-40 0,40 40 0,0 0 16,-40-40-16,40 40 0,-40-40 16,0 40-16,0-40 0,-41 0 0,41 40 15,0-40-15,0 0 16,0 0-16,-40 0 0,39 0 0,-39 0 0</inkml:trace>
  <inkml:trace contextRef="#ctx0" brushRef="#br0" timeOffset="15249.4811">4534 5775 0,'-40'0'344,"0"0"-328,40 40-1,-40-40-15,0 0 16,40 40-16,-40 0 15,40 0-15,-40 0 16,40 40-16,0-40 0,0 1 0,0 39 16,0-40-16,0 0 15,0 0-15,0 40 0,0 0 0,0-39 16,40-1-16,0 0 16,0 0-16,0-40 0,0 0 15,0 0 1,0 0-16,1-40 0,-1-40 0,0 80 15,0-41-15,0 1 0</inkml:trace>
  <inkml:trace contextRef="#ctx0" brushRef="#br0" timeOffset="15849.4241">5096 6136 0,'40'0'0,"0"0"31,0 0-15,1 0-16,-41 40 16,40-40-16,0 0 0,-40 40 15,40-40-15,-40 40 0,40 0 0,-40 0 16,40-40-16,-40 40 16,0 0-16,0 0 0,0 0 15,-40 1-15,0-41 16,40 40-16,-40-40 0,0 0 15,40-40-15,0-1 16,0-39 0,0 40-16,0 0 0,40 0 15,-40 0-15,40 0 0,-40 0 16,40 40-16,-40-40 0,40 40 0,-40-41 0,40 41 16,0-40-1,1 40-15,-1 0 16,0 0-16,0 40 0,0-40 15,0 41 1,0-41-16,0 0 0,1 0 16,-1 0-1,0 0-15,0 0 0,0 0 0,0 0 16,0 0-16,0 0 16,1 40-16,-1-40 0,0 0 15,-40 40-15,0 0 16,0 0-16,-40 0 15,0-40-15,40 40 0,-41-40 0,1 40 16,0-40 0,0 0-16,0 0 0,0 0 0,0 0 15,40-40 1,0 0-16,0 0 31,40 40-31,0 0 0,-40-40 0,40 40 16</inkml:trace>
  <inkml:trace contextRef="#ctx0" brushRef="#br0" timeOffset="16589.377">6621 6055 0,'40'0'0,"-80"0"0,120 0 46,-40 0-30,0 0 125,0 0-110,-40-40 94,0 0-125,-40 40 47,0 0-32,0 0 1,40 40 0,-40-40-16,40 40 15,0 0-15,0 1 16,0-1 0,40-40-16,-40 40 0,40-40 15,-40 40-15,40-40 16,-40 40-16,40-40 15,-40 40-15,0 0 16,0 0 0,-40-40-16,40 40 15,-40-40-15,0 0 16,0 40-16,40-80 31</inkml:trace>
  <inkml:trace contextRef="#ctx0" brushRef="#br0" timeOffset="16899.3764">7383 6015 0,'-40'0'15,"0"0"1,40 40-16,0 0 16,0 1-16,0-1 0,40-40 15,-40 40 1,40 0-16,-40 0 0,40-40 16,-40 40-16,0 0 15,0 0-15,0 0 16,-40-40-16,0 40 0,0-40 15,40 41 1,-40-41-16,0 0 0</inkml:trace>
  <inkml:trace contextRef="#ctx0" brushRef="#br0" timeOffset="17349.3704">9510 5855 0,'-40'40'15,"80"-80"-15,-120 80 0,-1-40 16,41 0-16,0 40 15,40 0 1,0 40 0,0-40-16,40 81 31,0-121-31,-40 40 0,81-40 0,39 80 31,-40-80-31</inkml:trace>
  <inkml:trace contextRef="#ctx0" brushRef="#br0" timeOffset="17669.3174">9911 6015 0,'40'0'0,"-80"0"0,120-40 16,-39 40 0,-1 0-16,0 40 15,0 0-15,-40 0 16,40-40-16,-40 41 0,0-1 15,0 0-15,0 0 0,0 0 16,0 0 0,-40-40-16,40 40 0,-40-40 0,0 0 15,0 0 1,-1 0-16,1 0 0,0-40 16,40 0-1,0 0-15,0 0 0,40 0 16,-40 0-16,40-1 0,41 1 15,-81 0-15,40 40 0,0-40 16,0 0-16,0 0 0,0 40 0,0 0 16,-40-40-16,41 40 15,-1 0-15,0 0 0</inkml:trace>
  <inkml:trace contextRef="#ctx0" brushRef="#br0" timeOffset="18509.2647">10553 5815 0,'40'0'16,"-80"0"-16,120 40 15,-39-40-15,-1 40 16,80 40-1,-80 0 17,0-40-32,-40 81 31,-40-41-15,0-80-16,0 0 15,40 40 1,0-160-1,0 80 1,40 0-16,40-81 16,-39 121-16,-41-40 0,80 0 15,-40 40-15,0 0 16,-40-40-16,120 40 16,-79 0-1,-1 40 1,0-40-16,0 0 15,0 0 17,-40 40-32,40-40 15,-40 40-15,40-40 16,0 40-16,-40 0 16,41 1-1,-41-1-15,40 0 0,-40 0 16,40-40-16,-40 40 0,0-80 62,0 0-62,0 0 0,0 0 16,40-1-16,0 1 16,0 0-16,0 40 0,-40-40 0,40 40 15,1-40 1,-1 40-16,0 0 0,0 0 0,0 0 15,0 40-15,0-40 0,0 0 0,-40 40 16,41-40-16,-1 0 16,0 0-16,-40 40 0,40-40 0,0 0 31,0 0-31,0-40 16,0 40-1,-40-40-15,41 0 0,-1 0 16,-40 0-16,-40 40 31,-1 0-31,-39 0 16,40 40-16,40 0 15,-40 0-15,0 0 0,40 0 0,0 0 16,0 1-16,0-1 16,0 0-16,40 0 0,0 0 15,0 0-15,0-40 16,0 0-16,1 0 0,-1 0 0,0 0 0,40 0 15,-40 0-15,0-40 0,41 40 0,-41-40 0,0 40 16,0-40-16</inkml:trace>
  <inkml:trace contextRef="#ctx0" brushRef="#br0" timeOffset="18749.3219">13322 5534 0,'0'0'0,"-40"0"16,40 40-1,-40 0 1,40 0-16,0 121 31,0-121-31,40 80 16,-40-80-16,0 0 0,40 41 16,0-1 15,0-40-31,40-40 15</inkml:trace>
  <inkml:trace contextRef="#ctx0" brushRef="#br0" timeOffset="19299.2123">14084 6015 0,'-40'0'16,"0"-40"-16,0 40 15,-40 0 1,40 80-1,40-40 1,0 1-16,0-1 16,0 0-16,40-40 15,0-40 1,0 0 0,-40-1-16,40 41 0,0-40 15,-40 0-15,40 40 16,0-40-16,1 40 15,-1 0-15,0 40 32,0-40-32,0 0 15,-40 40-15,40-40 16,0 0-16,-40 40 0,40-40 0,1 0 31,-1 0-31,-40-40 0,40 0 16,-40 0-16,0 0 0,0 0 15,0 0-15,0 0 16,0 0-16,0-1 0,0 1 0,0 0 16,40 0-16,-40 0 15,0 80 32,0 0-31,0 0-16,0 0 0,0 1 0,0 39 15,-40-40-15,40 0 0,0 0 0,0 0 0,0 0 16,0 0-16,0 1 16,0-1-16,0 0 15,40-40-15</inkml:trace>
  <inkml:trace contextRef="#ctx0" brushRef="#br0" timeOffset="19599.27">14646 5935 0,'-40'40'16,"80"-80"-16,-40 80 15,80-40 1,161-40 0,-40 0-1,-121 40 1,-40-40-16,40 40 15,-39 0-15,-41 40 32,0 0-32,0 0 15,0 0-15,0 0 16,0 0-16,-41-40 0,41 41 0,0-1 16,0 0-1,-40-40 1</inkml:trace>
  <inkml:trace contextRef="#ctx0" brushRef="#br0" timeOffset="19759.2605">15449 5614 0,'-121'0'15,"81"0"-15,40-40 16,80 40-1,-39 0 1</inkml:trace>
  <inkml:trace contextRef="#ctx0" brushRef="#br0" timeOffset="20339.168">16010 5815 0,'0'40'0,"41"-40"0,-41 40 0,0 0 31,40 0-15,-40 80-1,-40-79 1,-41 39 0,-39-80-1,80 0 1,40-40-1,0 0-15,0-41 32,40 81-32,-40-40 0,40 0 0,121-40 31,-41 40-15,-80 40-1,0 0-15,40 0 16,-39 0-16,-1 40 15,-40 0-15,40-40 16,-40 40-16,0 0 16,0 0-1,0-80 17,40 40-17,-40-40-15,40 40 0,0 0 16,0-40-1,0 40-15,-40 40 16,0 0-16,0 0 16,41-40-16,-41 40 0,0 1 0,0-1 15,40 0 1,0 0-16,0-40 16,0 0-16,0 0 15,0 0-15,41 0 0</inkml:trace>
  <inkml:trace contextRef="#ctx0" brushRef="#br0" timeOffset="838969.1517">1725 7860 0,'0'0'0,"0"-40"16,0 0-1,41 40 64,-1 0-64,0 0-15,0 0 16,0 0-1,0 0 17,0 0-17,0 40 1,-40 0-16,41 0 0,-41 0 16,0 0-16,0 0 15,0 1-15,0-1 0,0 0 16,0 0-16,0 0 0,0 0 0,-41 0 15,41 0-15,-40 0 16,121-80 15,-81 0-15,40 40-16,-40-80 0,0 40 16,40 0-16,-40 0 0,40 40 0,-40-40 15,40-1-15,-40 1 0,40 0 0,0 0 16,-40 0-1,40 0-15,-40 0 0,41 40 16,-41-40-16,40 40 0,-40-40 16,40 40-16,0 0 15,-40 40 1,40 0 0,-40 0-1,0 0-15,0 0 16,0 0-16,0 0 0,0 0 15,0 1 1,0-1-16,0 0 0,0 0 16,0 0-1,0 0-15,0 0 0,40-40 16,-40 40 0,40-40-1</inkml:trace>
  <inkml:trace contextRef="#ctx0" brushRef="#br0" timeOffset="839239.0605">2849 7940 0,'0'0'16,"0"-40"46,40 40-62,-40-40 0,40 40 16,0-40-16,0 40 16,1 0-16,-1 0 0,0 0 15,0 0-15,0 0 16,0 0-1</inkml:trace>
  <inkml:trace contextRef="#ctx0" brushRef="#br0" timeOffset="839599.0507">3130 8221 0,'0'0'16,"-40"40"-16,0-40 0,80 0 94,0-40-94,0 40 15,0-40-15,0 40 0,0 0 16,0-40-16,1 40 15,-1-40-15,0 40 16,-80 0 47,0 0-48,-1 0-15,1 0 16,40 40-16,-40-40 0</inkml:trace>
  <inkml:trace contextRef="#ctx0" brushRef="#br0" timeOffset="844198.764">5738 7940 0,'0'40'781,"-40"-40"-499</inkml:trace>
  <inkml:trace contextRef="#ctx0" brushRef="#br0" timeOffset="846528.6939">5698 7940 0,'40'0'985,"0"0"-954,0 0-15,0 0-1,1 0 16,-1 0-31,0 0 0,0 0 16,0 0-16,0 0 16,0 0-16,0 0 0,1 0 0,-1 0 15,0 0 1,0 0-16,0 0 0,0-40 16,0 40-1,-80 0 126</inkml:trace>
  <inkml:trace contextRef="#ctx0" brushRef="#br0" timeOffset="847078.613">7223 7459 0,'40'0'15,"-80"0"32,40 40-31,-40 0-16,40 0 16,-41-40-16,1 40 15,0 1-15,40-1 0,-40-40 0,0 40 16,40 0-16,-40-40 0,0 40 15,40 0 1,-40-40 0,40 40-1,40-40 17,0-40-17,0 40-15,0 0 0,0 0 0,-40-40 0,80 40 16,-39 0-16,-1 0 0,0 0 15,0 0-15,0-40 0,0 40 0,0 0 0,1 0 16,-1 0 0,0 0-16,0 0 0,0 0 0,0 0 15,0 0-15,0 0 16</inkml:trace>
  <inkml:trace contextRef="#ctx0" brushRef="#br0" timeOffset="847378.572">7303 7499 0,'0'0'15,"-40"0"-15,40-40 16,-40 40-16,40 40 31,0 0-31,0 0 16,0 0-16,0 1 15,0-1-15,40 0 16,-40 0-16,0 0 0,0 0 16,0 0-16,40 0 15,-40 0-15,0 0 16,40 1-16,0-41 15</inkml:trace>
  <inkml:trace contextRef="#ctx0" brushRef="#br0" timeOffset="848278.5494">9109 7459 0,'0'-40'47,"0"0"-31,40 40-1,0 0 1,-40-40-16,40 40 16,0 0-1,0 0-15,-40 40 32,0 0-32,0 0 15,0 0-15,0 0 16,-40-40-16,40 40 0,0 0 15,0 1 1,-40-41 0,80 0 31,0 0-47,0 0 0,1 0 15,-41 40 1,40-40-16,0 0 0,-40 40 15,0 0 1,0 0-16,0 0 0,0 0 16,-40-40-1,40 40-15,-40-40 0,40 40 0,-41-40 0,1 0 16,0 40-16,0-40 16,0 0-16,0 0 0,0 0 15,40-40 16,40 40-31,-40-40 16,40 40-16,-40-40 0,40 0 16,0 40-16,0 0 0</inkml:trace>
  <inkml:trace contextRef="#ctx0" brushRef="#br0" timeOffset="848908.5496">10633 7459 0,'0'0'16,"0"-40"0,41 40-16,-1-40 15,80 40 1,-40 0 15,-39 80-15,-122 40-1,-79 1 17,-1-41-17,121-40 1,80-80-1,0 0 17,41 40-32,-41 0 15,120 40 1,-39 40 0,-41 0-1,-40 0 1,0-39 15,0-41-31</inkml:trace>
  <inkml:trace contextRef="#ctx0" brushRef="#br0" timeOffset="849448.4645">12279 7218 0,'-40'0'16,"40"40"46,0 1-46,0-1-16,0 0 0,0 0 0,0 0 0,0 0 15,0 40 1,0-40-16,0 1 0,0-1 0,0 0 0,0 0 16,0 0-16,0 0 15,0 0-15,0 0 0,0 0 0</inkml:trace>
  <inkml:trace contextRef="#ctx0" brushRef="#br0" timeOffset="850298.3903">13964 7539 0,'-40'0'79,"40"-40"-64,-40 40-15,0 0 0,-1 0 16,1 0-1,0 40 1,40 0 0,0 0-16,0 1 0,0-1 15,0 0-15,0 0 16,0 0-16,40 0 0,-40 0 0,40 0 16,1-40-16,-41 40 0,40-40 15,0 0 1,0 0-16,0 0 0,0 0 15,0-40-15,0 40 16,1-40-16,-1 0 0,-40 0 16,40 40-1,-40-40-15,0 0 0,0 0 0,0 0 16,0-1-16,-40 41 16,40-40-16,-40 40 0,-1-40 15,1 40-15,0 0 0,0 0 16,0 0-16,0 0 15,0 0-15,0 0 0,-1 0 16,41 40-16,-40-40 0,40 40 16</inkml:trace>
  <inkml:trace contextRef="#ctx0" brushRef="#br0" timeOffset="851868.3719">15569 7339 0,'0'40'266,"0"0"-266,0 0 15,0 0 1,40 0-16,-40 0 0,0 0 0,0 1 16,0-1-16,0 0 0,0 0 0,0 0 15,0 0-15,0 0 16,0 0-16,0 0 0,40 0 15</inkml:trace>
  <inkml:trace contextRef="#ctx0" brushRef="#br0" timeOffset="852528.2892">16733 7499 0,'0'0'0,"0"-40"31,40 40-16,0 0-15,0 0 16,0-40-16,0 40 16,0 0-16,1 0 0,-1 0 0,0 0 15,0 0 1,-40 40-16,40-40 0,-40 40 16,0 0-16,0 0 0,0 0 0,-80 1 15,80-1-15,0 0 0,-40-40 16,40 40-16,-40 0 0,-1 0 0,1 0 15,0 0 1,0-40-16,80-40 47,0 40-31,-40-40-16,40 40 0,1 0 15,-1 0-15,0 0 0,0 0 0,0 0 16,0 0-16,0 0 15,0 40-15,1-40 0,-1 0 0,0 0 16,0 40 0,0-40-16,0 0 0</inkml:trace>
  <inkml:trace contextRef="#ctx0" brushRef="#br0" timeOffset="853398.2211">18659 7459 0,'-40'-40'15,"40"0"17,80 40-17,-40 0 1,0 0-16,0 0 31,0 0-31,-40-40 0,41 40 125,-41 40-109,40-40-1,-40 40-15,0 0 16,40-40 0,-40 40-16,0 0 0,0 0 15,0 0-15,-40-40 16,40 41-16,-40-41 0,40 40 0,-41-40 0,41 40 15,-40-40-15,40 40 0,-40-40 16,0 40-16,0-40 31,80 0 16,-40-40-47,40 40 0,0 0 16,0 0-1,1 0-15,-1 0 32,-40 40-32,0 0 15,40 0 1,-40 0-16,0 0 0,0 0 16,0 1-16,-40-41 0,40 40 0,-40-40 15,40 40-15,-41-40 0,1 40 16,0-40-16,0 0 0,-40 40 0,40-40 15,0 0-15,-1 0 16,1 0-16,0 0 0,-40 0 0,40-40 0,0 40 16</inkml:trace>
  <inkml:trace contextRef="#ctx0" brushRef="#br0" timeOffset="854398.143">8306 7860 0,'-40'0'16,"80"0"-16,-40 0 62,80 0-46,-80-40-16,41 40 0,-1 0 0,0 0 15,0 0-15,0 0 16,0 0-16,0 0 0,0-40 0,1 40 0,-1 0 16,0 0-16,0 0 0</inkml:trace>
  <inkml:trace contextRef="#ctx0" brushRef="#br0" timeOffset="854888.1867">10232 7820 0,'40'0'47,"0"0"-32,-40-40-15,41 40 16,-1 0-16,0 0 0,0 0 15,0 0 1,-40-40-16,40 40 0</inkml:trace>
  <inkml:trace contextRef="#ctx0" brushRef="#br0" timeOffset="855328.1032">11396 7740 0,'-40'0'15,"120"0"17,-40-40-32,0 40 15,0 0-15,1 0 16,-1-40-16,0 40 0,0 0 0,0 0 16,0 0-16</inkml:trace>
  <inkml:trace contextRef="#ctx0" brushRef="#br0" timeOffset="856958.0616">20665 7419 0,'-40'0'0,"40"-40"0,-40 40 16,0 0-1,0 0 1,40 40-16,0 0 16,-41-40-16,41 40 0,0 0 15,-40-40 1,40 40-16,0 0 47,40-40-47,1 0 15,-1 0 1,0 0-16,0 0 16,0 0-16,0 0 15,0 0-15,0 0 0,1 0 16,-1 0-16,0 0 16,0 0-16,0 0 0,-40-40 15</inkml:trace>
  <inkml:trace contextRef="#ctx0" brushRef="#br0" timeOffset="857218.049">20785 7299 0,'0'-41'0,"0"82"0,-40-82 31,40 82-16,0 79 1,0-80-16,0 120 31,0-79-31,0-41 0,0 120 32,-40-80-17</inkml:trace>
  <inkml:trace contextRef="#ctx0" brushRef="#br0" timeOffset="857608.022">22310 7339 0,'0'0'15,"-80"0"1,40 0 0,40 40-1,40 80 1,0-80-16,0 40 15,-40-39-15,40 79 16,-40 40 0,-40-39 15,-80-121-15,80 0-16,0-41 15,0 1-15</inkml:trace>
  <inkml:trace contextRef="#ctx0" brushRef="#br0" timeOffset="857758.013">22270 7419 0,'40'0'16,"-80"0"-16,80-40 16,41 0-1,39 0 1,-40-1-1,41 41 1,-121-40-16</inkml:trace>
  <inkml:trace contextRef="#ctx0" brushRef="#br0" timeOffset="858367.9763">24397 7058 0,'-40'0'16,"80"0"-16,-120 0 15,39 40 1,41 0-1,-40 40-15,40 81 16,0-121-16,-40 0 0,40 120 31,0-119-31,40 119 16,0-80-16,41 0 16,-41-80-16,40 40 15,-40-40-15,81 0 16,-1-160-1,-160 40 17,-40 80-32,39 40 0,-79-40 31,40 40-31,40 0 16,0 40-16,40 0 31,40 0-31</inkml:trace>
  <inkml:trace contextRef="#ctx0" brushRef="#br0" timeOffset="858907.8716">25962 7098 0,'-40'0'15,"80"0"-15,-40 0 32,0 40-17,40-40-15,120 0 16,-119 0-16,-1 0 0,80-40 16,-80 40-16,0 0 15,0-40-15,41 40 16,-121 0 31,40 40-32,-41-40-15,41 40 16,0 40-16,-40-80 0,40 40 0,0 1 16,-40-1-16,40 0 0,0 0 0,-40 0 0,40 0 15,0 0-15,-40 0 0,40 0 16,0 1-16,-40-1 0,40 0 0,0 0 0,0 0 15,0 0 1,0 0-16,0 0 0</inkml:trace>
  <inkml:trace contextRef="#ctx0" brushRef="#br0" timeOffset="859167.9289">26122 7740 0,'-80'0'16,"160"0"-16,-160-80 31,160 80-31,1 0 0,79-41 16,-80 1-16,81 40 31,-121-40-31,0 40 0,0 0 0,81-40 31,-121 0-15</inkml:trace>
  <inkml:trace contextRef="#ctx0" brushRef="#br0" timeOffset="861247.727">722 9224 0,'-40'0'0,"80"0"63,0 0-48,1 0 1,-41 40-16,40-40 0,0 0 15,0 40 1,0 0-16,0 0 0,-40 0 16,0 0-1,0 0-15,0 0 0,0 1 16,0-1-16,-40-40 0,40 40 0,-40-40 0,0 40 16,0-40 15,40-40-31,0 0 15,0 0-15,0-1 0,0 1 16,40 0-16,0 0 16,-40 0-16,40 0 0,40 0 15,-80 0-15,40 40 0,1 0 16,-41-40-16,40 40 0,0-40 0,0 40 16,-40-41-16,40 41 0,-40-40 0,-40 40 62,0 0-62,40 40 16,-40-40-16,40 41 15,0-1-15,0 0 0,-40-40 0,40 40 16,0 0-16,0 0 0,0 0 16,40 0-16,0-40 15,-40 40-15,40-40 0,0 0 0,0 0 16,0 0-1,0 0-15,1 0 0</inkml:trace>
  <inkml:trace contextRef="#ctx0" brushRef="#br0" timeOffset="861497.7129">1685 9063 0,'-80'0'15,"160"0"-15,-280 40 16,160 41-16,40 39 31,0-80-31,0 0 0,40 80 16,0-120-16,-40 40 0,80 1 31,40-1-15,-79-40-16</inkml:trace>
  <inkml:trace contextRef="#ctx0" brushRef="#br0" timeOffset="861827.7662">1886 9224 0,'-40'0'16,"40"40"15,40-40-16,-40 40-15,40 0 16,-40 0-16,0 0 31,40-40-31,0-40 16,0 0 0,-40 0-16,41 0 15,-1 0-15,0 40 0,-40-40 16,40 40-16,0 0 15,0 0-15,-40 40 0,40 0 16,-40 40 0,40-80-16,-40 40 0,0 0 0,0 0 15,0 0-15,0 0 16,0 1-16,0-1 16,-40-40-16</inkml:trace>
  <inkml:trace contextRef="#ctx0" brushRef="#br0" timeOffset="862037.6817">2608 9063 0,'0'0'16,"0"80"15,0 1-31,40 39 16,-40-80-16,0 0 0,0 40 15,0-40-15,-40 121 32,0-121-32,-40 0 0</inkml:trace>
  <inkml:trace contextRef="#ctx0" brushRef="#br0" timeOffset="865167.4892">14004 8742 0,'0'40'94,"0"1"-94,0-1 0,0 40 15,0-40-15,0 0 0,0 40 16,0-40-16,0 1 0,0 39 0,0-40 0,0 0 16,0 0-16,0 0 15,0 0-15</inkml:trace>
  <inkml:trace contextRef="#ctx0" brushRef="#br0" timeOffset="866037.511">15770 8943 0,'-40'0'0,"-1"0"15,41-40 1,-40 40 0,40-40 15,0 0-31,40 40 0,1 0 16,-1 0-1,0 0-15,0 0 0,0 0 16,0 0-1,0 40-15,0 0 0,-40 0 16,41-40-16,-41 40 16,0 0-16,0 0 0,0 0 15,-41-40-15,41 40 16,-40 1-16,40-1 0,-40-40 0,40 40 0,-40-40 16,40 40-16,-40-40 0,80 0 31,40 0-16,-40-40 1,1 40-16,-1 0 0,0 0 0,0 0 16,0 0-1,0 0-15,-40 40 0,0 0 16,0 0-16,0 0 0,-40 0 16,0 0-1,40 0-15,-80-40 0,80 41 0,-40-41 0,-1 40 16,1-40-16,0 40 15,0-40-15,0 0 0,0 0 16,0 0 0,0 0-16,40-40 15</inkml:trace>
  <inkml:trace contextRef="#ctx0" brushRef="#br0" timeOffset="867027.379">17054 8823 0,'-40'0'16,"-1"0"-1,41-41 16,41 41-15,-41-40-16,40 40 16,0 0-16,0 0 0,0 0 15,0 0 1,0 0-16,0 0 0,1 0 16,-1 40-16,-40 41 15,0-41-15,0 0 16,0 0-16,0 0 0,-40 0 0,40 0 15,-41 0 1,41 1-16,-40-41 0,40 40 0,-40-40 0,0 40 16,0-40-1,80 0 17,40 0-17,1 0-15,-41 0 0,0 0 16,0 0-16,0 0 0,0 0 15,40 0-15,-39 0 0,-1 0 0,0 0 16,0 0-16,0 0 16,0 0-16</inkml:trace>
  <inkml:trace contextRef="#ctx0" brushRef="#br0" timeOffset="867747.3348">18699 8702 0,'40'0'16,"-80"0"31,0 0 15,40 40-31,0 41-31,0-41 0,0 0 16,0 0-16,0 0 0,0 0 0,0 0 0,0 0 16,0 0-16,0 1 0,80-1 15,-80 0-15,0 0 0,0 0 16,0 0-1</inkml:trace>
  <inkml:trace contextRef="#ctx0" brushRef="#br0" timeOffset="868557.3582">20143 8863 0,'0'-40'0,"0"-1"16,41 41-16,-41-40 0,40 40 16,0 0-1,0 0-15,0 0 16,0 0-1,-40 40-15,40-40 0,-40 41 0,40-41 0,-40 40 16,0 0-16,0 0 0,0 0 16,0 0-16,0 0 0,-40 0 0,40 0 0,-40 1 15,0-1-15,40 0 0,-40 0 0,0 0 16,0 0 0,0-40-16,40 40 15,40-40 16,0 0-15,0 0-16,0 0 0,40 0 0,-40 0 0,1 0 16,-1-40-16,0 40 0,40 0 15,-40 0-15,0 0 0,0 0 0,1 0 16,-1 0-16,0 0 0,0 0 16,-80 0 30,0 0-46,0 0 0,-1 0 32,41 40-32,-40-40 15</inkml:trace>
  <inkml:trace contextRef="#ctx0" brushRef="#br0" timeOffset="881086.5456">762 10587 0,'0'40'110,"0"0"-79,41-40-15,-41-40 15,40 40-31,0-40 0,0 40 16,-40-40-1,0 0-15,40 40 0,-40-40 16,0 0-1,0 0-15,0 0 16,0-1 0,-40 41-16,40-40 15,-40 40 48,40 40-48,0 1 1,0-1 0,0 0-1,0 0-15,0 0 16,0 0-16,0 0 16,0 0-16,0 0 15,0 1-15,0-1 0,0 0 16,0 0-1,0 0-15,0 0 0,0 0 16,0 0 0,40-40-1,-40-40 17,0 0-32,0 0 31,0 0-31,0 0 0,40 0 15,0 0 1,0 40-16,-40-41 16,40 41-16,1 0 15,-1 0 1,0 0 15,-40 41-15,0-1-1,0 0-15,40-40 16,-40 40 0,0 0-16,0 0 15,0 0 17,40-40-32</inkml:trace>
  <inkml:trace contextRef="#ctx0" brushRef="#br0" timeOffset="881606.4939">1685 10306 0,'-40'0'47,"0"0"-47,0 0 31,40 41-31,-40-1 0,0 0 31,40 0-31,-40 0 0,40 0 16,0 0-16,0 0 16,0 0-16,0 1 0,40-1 15,-40 0-15,0 0 16,40-40 0,-40 40-16,40-40 0,0 0 15,0 0-15,0 0 16,0 0-16,1-40 0</inkml:trace>
  <inkml:trace contextRef="#ctx0" brushRef="#br0" timeOffset="882166.4807">1886 10547 0,'0'0'0,"-40"0"16,40-40 0,40 0 15,0 40-15,0 0-16,0 40 15,0 0 1,-40 0-16,41-40 15,-41 40-15,0 0 16,0 1 0,0-1-16,0 0 31,0-80 16,0 0-32,40-1-15,-40 1 16,40 0-16,0 40 16,-40-40-16,40 40 0,-40-40 0,40 40 15,-40-40-15,40 40 0,0 0 32,-40 40-17,0 0 1,41-40-16,-41 40 0,0 0 0,0 0 15,0 1 1,0-1-16,-41-40 16,41 40-16,0 0 0</inkml:trace>
  <inkml:trace contextRef="#ctx0" brushRef="#br0" timeOffset="882776.4241">2648 10627 0,'0'0'0,"-40"0"62,80 0 16,0 0-62,41 0-16,-41 0 0,0 0 16,0 0-1,0 0-15,0 0 0,0 0 16,1 0-16,-1-40 15,0 40-15,0 0 16,0 0 0,-40-40-16</inkml:trace>
  <inkml:trace contextRef="#ctx0" brushRef="#br0" timeOffset="883106.423">3009 10427 0,'-40'0'16,"80"0"-16,-120 0 16,40 0-1,40 40 48,0 0-48,0 0-15,0 0 0,0 0 16,0 0 0,0 1-16,0-1 0,0 0 15,0 0-15,0 0 16,0 0-16</inkml:trace>
  <inkml:trace contextRef="#ctx0" brushRef="#br0" timeOffset="883746.3636">3451 10387 0,'0'40'47,"-40"0"-16,0 0-31,-1-40 16,1 40 0,0 0-16,40 0 0,-40-40 15,40 40-15,-40-40 16,40 41-16,40-41 47,0 0-47,0 0 15,0-41-15,1 41 0,-1 0 16,0 0-16,0 0 0,0-40 0,0 40 0,0-40 16,1 40-16,-1 0 15,-40-40-15,40 40 0,0 0 16,-40-40-1,40 40-15</inkml:trace>
  <inkml:trace contextRef="#ctx0" brushRef="#br0" timeOffset="884056.3435">3451 10387 0,'-40'0'15,"40"40"32,0 0-31,0 0-1,0 0-15,0 0 0,0 0 16,0 0-16,0 1 16,0-1-16,0 0 0,0 0 15,0 0-15,0 0 0</inkml:trace>
  <inkml:trace contextRef="#ctx0" brushRef="#br0" timeOffset="884656.3299">3692 10347 0,'40'0'62,"0"0"-62,-40 40 16,40 40-16,0-40 15,-40 0-15,0 0 16,0 0-16,0 0 0,-80 41 0,80-41 0,-40 0 16,0 0-16,40 40 0,-40-40 0,-1 0 0</inkml:trace>
  <inkml:trace contextRef="#ctx0" brushRef="#br0" timeOffset="885716.265">923 11871 0,'0'-41'15,"40"41"1,-40-40-16,40 40 31,-40-40-31,40 40 16,0-40-1,1 0-15,-1 40 16,0-40-16,0 0 16,-40 0-16,40 0 0,-40 0 15,0-1-15,0 1 16,-40 0-16,0 0 16,0 40-1,0 0 1,40 40-16,-41-40 0,41 40 15,-40-40-15,40 40 16,0 1-16,0-1 0,0 0 16,0 0-16,40 0 0,-40 0 0,0 0 15,41 0 1,-41 0-16,0 0 0,40-40 0,-40 41 16,40-41-16,-40 40 0,0 0 15,40 0-15,-40 0 16,0-80 31,40 0-47,-40-40 15,40 80-15,-40-41 16,40 41-16,-40-40 16,40 40-16,-40-40 0,41 40 15,-1 0 1,-40 40-16,40-40 0,-40 40 15,0 1 1,0-1-16,0 0 0,0 0 16,0 0-16,0 0 0,0 0 15,0 0-15,40-40 16,-40 40-16,40-40 31,0 0-31,-40-40 0</inkml:trace>
  <inkml:trace contextRef="#ctx0" brushRef="#br0" timeOffset="886006.2284">2247 11550 0,'-80'0'31,"160"0"-31,-200 0 16,80 0-16,40 40 0,0 0 15,-41 80 1,41 1 15,41-41-31,39 0 31,0-80-31</inkml:trace>
  <inkml:trace contextRef="#ctx0" brushRef="#br0" timeOffset="886426.2214">2488 11590 0,'0'0'31,"0"-40"-15,0 80-1,40 40 1,-40 40 15,0-80-31,0 1 31,0-82-15,40-39 0,0 40-1,40 0 1,-39 40 0,-1 40-1,-40 80 1,0-39-1,-40 39 1,-1-80 0</inkml:trace>
  <inkml:trace contextRef="#ctx0" brushRef="#br0" timeOffset="886656.1884">3130 11750 0,'0'0'0,"-40"0"0,40-40 15,120 40 17,0-40-17,-79 40-15,39 0 16,0-40 15,-40 40-31,-40-40 16</inkml:trace>
  <inkml:trace contextRef="#ctx0" brushRef="#br0" timeOffset="886906.1933">3371 11510 0,'-41'-40'16,"82"80"-16,-122-80 16,41 40-16,40-41 15,0 82 1,0-1 0,0 40-16,0 40 31,0-40-31,0 1 15,0 39 1,0-80 0</inkml:trace>
  <inkml:trace contextRef="#ctx0" brushRef="#br0" timeOffset="887346.1464">3692 11590 0,'0'-40'16,"40"0"-1,0-41 1,0 81 0,0 41 15,0 39-31,-80 0 31,40-40-31,0 40 16,-40-80-1,40 40 1,40 41 15,-40-41-15,-80 80-1,0-40 17,-41-80-17,81 0 1,40-40 0,0 0-16</inkml:trace>
  <inkml:trace contextRef="#ctx0" brushRef="#br0" timeOffset="887616.1523">3973 11510 0,'40'0'15,"-80"0"-15,120 0 16,-80 40 0,0 40-16,0-40 15,0 0-15,0 0 0,0 0 16,0 0-16,0 1 16,-40-1-16,40 0 0,-40 0 0,-1 0 15,1 0-15,40 0 16,-40-40-16,0 40 0,0 0 0,0-40 15</inkml:trace>
  <inkml:trace contextRef="#ctx0" brushRef="#br0" timeOffset="888516.0732">1244 12994 0,'-40'0'0,"80"0"47,0-81-31,0 41-16,0 0 0,0 40 0,-40-40 15,41 0-15,-1 40 16,-40-40-16,0 0 0,0 0 16,0-1-16,0 1 15,-40 0-15,40 0 16,-41 40 0,1 0-1,40 40-15,0 0 16,0 0-1,0 1-15,0-1 0,0 0 0,0 0 0,40-40 16,-40 40-16,0 0 0,41 0 0,-41 0 0,0 0 16,0 1-16,40-41 15,-40 40-15,0 0 0,0 0 16,0-80 31,0 0-47,0 0 15,0-1 1,0 1-16,40 40 0,-40-40 16,40 40-16,0 0 15,0 0 1,0 40 0,-40 0-1,0 1-15,0-1 0,0 0 16,0 0-1,40-40 1</inkml:trace>
  <inkml:trace contextRef="#ctx0" brushRef="#br0" timeOffset="888776.0568">2247 12633 0,'0'0'0,"-40"0"0,0 40 16,0 0-1,40 0 1,0 0-16,0 0 16,0 0-16,0 81 15,80-41 16,0-80-15,-40 0-16</inkml:trace>
  <inkml:trace contextRef="#ctx0" brushRef="#br0" timeOffset="889146.0356">2608 12673 0,'40'0'31,"-40"40"-15,40-40-16,-40 40 0,0 0 15,0 0 1,0 0-16,0 0 0,0 0 0,0 1 16,0-1-1,-40-40-15,40-40 31,40 40-31,-40-41 0,41 41 0,-41-80 16,40 80-16,-40-40 0,40 40 0,-40-40 0,40 40 16,-40-40-16,40 40 15,-40 40 17,40-40-32,-40 80 15,0-40 1,0 0-16,0 1 0,0-1 15,-40 0 1</inkml:trace>
  <inkml:trace contextRef="#ctx0" brushRef="#br0" timeOffset="889376.0435">3210 12913 0,'-40'0'0,"80"0"32,0 0-17,0 0-15,0 0 0,1 0 16,-1 0-16,0 0 16,0 0-16,0 0 0,0 0 15,0 0 1,1 0-16,-1 0 15</inkml:trace>
  <inkml:trace contextRef="#ctx0" brushRef="#br0" timeOffset="889626.0081">3491 12633 0,'-40'0'0,"40"40"32,0 0-17,0 0-15,0 80 32,0-80-32,0 81 15,0-81-15,0 0 0,-40 0 16,40 0-16,-40 0 15</inkml:trace>
  <inkml:trace contextRef="#ctx0" brushRef="#br0" timeOffset="889955.9857">3732 12833 0,'0'-40'16,"40"40"-16,0-40 15,0 40 1,0 0 0,-40 40-1,0 0-15,0 40 16,-40 1-16,40-41 16,-40-40-16,0 80 31,0-80-31,80 0 31,0 0-31,-40-40 16,40 40-16,0 0 0,0 0 15,1-40 1,-1 40-16,0 0 0,0 0 16,0 0-1</inkml:trace>
  <inkml:trace contextRef="#ctx0" brushRef="#br0" timeOffset="890185.9939">4454 12633 0,'0'0'15,"0"40"1,0 80-1,0-40 1,0-40-16,-80 121 16,80-121-16,-80 0 0,-1 80 15,1-80-15,-40 81 16</inkml:trace>
  <inkml:trace contextRef="#ctx0" brushRef="#br0" timeOffset="891075.9175">1164 14157 0,'0'0'0,"40"0"78,-40-41-78,0 1 0,40 40 0,-40-40 16,40 40-16,-40-40 15,40 40-15,-40-40 0,0 0 0,40 0 16,-40 0-16,0 0 15,0 0-15,0-1 0,0 1 16,-40 40-16,40 40 47,0 1-31,0-1-16,0 0 0,0 0 0,0 0 15,0 0-15,0 0 16,0 0-16,0 0 0,0 0 0,0 1 0,0-1 15,0 0 1,0 0-16,0-80 47,0 0-47,40 40 0,-40-40 0,40-1 16,1 1-1,-1 0-15,0 40 16,-40 40-1,40-40-15,-40 40 16,0 41-16,0-41 0,0 0 16,0 0-16,0 0 15,0 0-15,0 0 16</inkml:trace>
  <inkml:trace contextRef="#ctx0" brushRef="#br0" timeOffset="891295.9048">1926 13796 0,'-80'40'16,"160"-80"-16,-160 160 31,40-80-31,40 0 0,0 40 16,0-40-16,0 1 15,0-1-15,0 0 16,80 40 0,-40-80-1</inkml:trace>
  <inkml:trace contextRef="#ctx0" brushRef="#br0" timeOffset="891635.9076">2127 13916 0,'0'40'47,"40"-40"-47,-40 40 16,0 0-16,0 0 0,0 0 16,0 1-16,0-1 15,0 0 16,0-120-15,40 39-16,0 1 0,0 0 16,0 40-1,0 0-15,1 40 32,-41 0-32,0 1 15,0-1-15,0 0 16,0 0-16,-41-40 0,41 40 0,0 0 15,-40-40 1,40 40-16</inkml:trace>
  <inkml:trace contextRef="#ctx0" brushRef="#br0" timeOffset="891845.8716">2769 14076 0,'40'0'31,"0"0"-15,0 0-1,0 0-15,-40-40 0,40 40 0,0 0 0,1 0 16,-1 0 0,0 0-16</inkml:trace>
  <inkml:trace contextRef="#ctx0" brushRef="#br0" timeOffset="892105.8579">3090 13876 0,'-40'-40'16,"80"80"-16,-80-40 31,40 40-31,40-40 16,-40 40-16,0 0 15,0 0-15,0 0 0,0 0 16,0 1-16,0-1 16,0 0-16,0 0 31</inkml:trace>
  <inkml:trace contextRef="#ctx0" brushRef="#br0" timeOffset="892345.8414">3491 13876 0,'0'0'0,"-40"0"31,40 40-15,0 80 0,0-40-1,0 1 17,0-41-17</inkml:trace>
  <inkml:trace contextRef="#ctx0" brushRef="#br0" timeOffset="892705.8221">3892 13836 0,'40'0'16,"1"0"15,-41 40-31,40 0 16,-40 0-16,0 0 0,0 0 15,0 0-15,0 0 16,-40 1-16,40-1 0,-81 0 0,81 0 0,-40 0 16,0 0-16,0 0 15,-40 0-15,40 0 0</inkml:trace>
  <inkml:trace contextRef="#ctx0" brushRef="#br0" timeOffset="893655.7836">1404 15280 0,'0'40'0,"0"-80"31,41 40-15,-41-41-1,40 1-15,0 0 0,-40 0 16,0 0-1,0 0-15,0 0 0,0 0 16,0 0-16,0-1 0,0 1 31,-40 40-31,0 0 32,40 40-17,-41 41 1,41-41-16,0 0 0,0 0 0,0 0 15,0 40-15,0-40 0,0 1 16,0-1-16,0 0 0,0 0 0,0 40 0,0-40 16,0 0-16,41 0 0,-41 0 0,0 1 15,40-41 1,-40-41 15,0-39-15,0 40-16,0 0 15,0 0-15,40 0 0,-40 0 16,0 0-16,40 40 0,-40-40 0,40 40 16,0 40 15,-40 0-15,0 0-16,0 0 0,0 0 15,40 0-15,-40 0 0,0 0 16,0 0-16,0 1 0,0-1 0,0 0 15,0 0 1,40-40 0</inkml:trace>
  <inkml:trace contextRef="#ctx0" brushRef="#br0" timeOffset="893905.7683">2287 15079 0,'-120'0'16,"80"0"-16,0 40 31,40 0-15,-41 0-16,41 81 16,0-81-16,41 40 31,-1 0-31,0-40 31,-40 0-31,40-40 0</inkml:trace>
  <inkml:trace contextRef="#ctx0" brushRef="#br0" timeOffset="894245.7259">2448 15239 0,'40'0'31,"-40"41"-31,0-1 16,0 0-16,40-40 15,-40 40-15,0 0 0,0 0 16,0 0 0,0-80 15,40 40-31,-40-80 15,40 80-15,0-40 16,-40 0-16,40 0 16,1 40-16,-41 40 15,0 0 1,0 0-16,0 40 0,0-40 16,-41-40-1,41 40-15,0 0 0,0 0 16,-40-40-1</inkml:trace>
  <inkml:trace contextRef="#ctx0" brushRef="#br0" timeOffset="894445.7139">2969 15119 0,'40'0'16,"-40"40"-16,0 0 15,0 41 1,0-1 0,0 80-1,-40-80 1,0-40-16,-80 81 16,120-81-16,-40-40 0</inkml:trace>
  <inkml:trace contextRef="#ctx0" brushRef="#br0" timeOffset="895345.6812">1244 16443 0,'0'40'16,"0"-80"-1,0-1 1,0 1-16,40 0 16,0 0-16,-40 0 15,0 0-15,0 0 16,0 0-1,0 0-15,-40 40 47,40 40-47,0 40 32,0-40-32,0 0 0,0 0 15,0 0-15,0 0 0,0 1 16,0-1-16,0 0 0,0 0 15,40 0 1,-40 0-16,0-80 47,0 0-47,0 0 16,40 0-1,0 40 1,1 0 15,-1 0-31,-40 40 0,0 0 16,0 0-1,0 0-15,0 0 0,0 0 16,0 0 0</inkml:trace>
  <inkml:trace contextRef="#ctx0" brushRef="#br0" timeOffset="895595.6448">1966 16322 0,'-40'0'15,"0"0"1,-40 40-1,80 81 1,0-41 15,40 0-15,40-40 0,-40-40-1</inkml:trace>
  <inkml:trace contextRef="#ctx0" brushRef="#br0" timeOffset="895965.6237">2207 16322 0,'0'40'31,"0"0"-15,0 1-16,0-1 15,40 0-15,-40 0 16,0 0-16,40-80 47,0 0-31,0 0-16,-40 0 15,41-1 1,-1 41-16,-40 41 31,0-1-15,0 0-16,0 0 0,0 0 31,0 0-31,0 0 16</inkml:trace>
  <inkml:trace contextRef="#ctx0" brushRef="#br0" timeOffset="896175.6115">2849 16523 0,'0'-40'31,"40"40"-15,0-40-16,0 40 15,0 0 1,1 0-16,-1 0 16,0 0-16,-40-41 0,40 41 15,-40-40-15</inkml:trace>
  <inkml:trace contextRef="#ctx0" brushRef="#br0" timeOffset="896365.6197">3330 16202 0,'0'-40'15,"0"80"32,0 0-47,0 0 16,0 0-16,0 0 16,0 0-16,0 1 0,0-1 0,0 0 15,0 0 1,-40-40-16</inkml:trace>
  <inkml:trace contextRef="#ctx0" brushRef="#br0" timeOffset="896595.5848">3652 16042 0,'0'40'0,"0"0"32,40 0-32,-40 0 15,0 0-15,0 0 0,0 0 16,0 0-16,0 0 16,0 1-16,-40-1 0,40 0 0,-41 0 0,1 0 15,0 0-15,0 0 0,0 0 16,0 0-16</inkml:trace>
  <inkml:trace contextRef="#ctx0" brushRef="#br0" timeOffset="899506.1876">1404 17365 0,'0'40'15,"-40"-40"16,80 0 16,1-40-47,-1 0 0,0 0 32,-40 0-32,40 0 15,-40-1 1,0 1-16,0 0 31,0 0-15,0 80 62,-40-40-78,40 40 0,0 0 15,0 1-15,0-1 16,0 0 0,0 0-16,0 0 0,0 0 15,0 0-15,0 0 0,0 0 16,0 1 0,0-82 30,0 1-30,80 40-16,-80-40 0,40 40 0,0 0 16,0 0-1,1 40 1,-1 0-16,-40 1 16,0-1-1,0 0-15,0 0 16</inkml:trace>
  <inkml:trace contextRef="#ctx0" brushRef="#br0" timeOffset="899756.1726">2247 17245 0,'-40'0'15,"0"40"1,40 0-16,-80 40 16,80 40 15,0-39-15,80-41-1,0-40 16,-40-40-31</inkml:trace>
  <inkml:trace contextRef="#ctx0" brushRef="#br0" timeOffset="900096.0779">2488 17245 0,'0'0'31,"0"40"0,40 0-31,-40 0 16,40-40-16,-40 40 0,0 0 31,40-80 0,-40 0-31,40 0 0,0 0 16,1 40-1,-41-40-15,40 40 16,0 0 0,-40 40-16,0 0 15,0 0-15,0 0 0,0 0 16,-40 0 0,40 0-16,0 1 15</inkml:trace>
  <inkml:trace contextRef="#ctx0" brushRef="#br0" timeOffset="900306.0636">3009 17365 0,'41'0'62,"-1"0"-46,0 0 0,0 0-1,-40-40-15,40 40 0,-40-40 16</inkml:trace>
  <inkml:trace contextRef="#ctx0" brushRef="#br0" timeOffset="900646.0608">3611 17124 0,'-40'0'0,"40"-40"0,0 0 31,40 40-31,-40-40 16,41 40-1,-1 40 1,-40 0-1,0 0-15,0 0 16,0 1 0,0-1-16,-40-40 0,40 40 0,-41 0 15,1-40-15,40 40 16,40-40 0,1 0-1,-1 0 1,0 0-1,0-40 1,-40 0 0</inkml:trace>
  <inkml:trace contextRef="#ctx0" brushRef="#br0" timeOffset="900866.0484">3973 17084 0,'0'0'15,"0"40"32,40-40-47,-40 40 0,0 1 0,0-1 16,0 0-16,0 0 16,-40 0-16,40 0 0,-41-40 0,41 40 15,-40 0-15,0 0 16,0-40-16,0 41 0,40-1 0,-40-40 0,0 0 15</inkml:trace>
  <inkml:trace contextRef="#ctx0" brushRef="#br0" timeOffset="901776.0502">1525 18207 0,'0'-40'78,"40"40"-62,0 0-16,-40-40 16,40 40-16,-40-40 0,0 0 0,40 40 15,-40-40-15,0 0 16,40 40-16,-40-41 16,-40 41 30,40 41-30,0-1-16,0 0 16,0 0-16,0 0 15,0 0-15,0 0 16,0 0-16,0 0 16,0 1-16,0-1 31,0-80 0,0-1-15,40 1-16,-40 0 0,41 40 15,-41-40-15,40 40 16,0 0-16,0 0 16,0 40-1,-40 0 1,0 0-16,0 1 15,0-1-15,0 0 16</inkml:trace>
  <inkml:trace contextRef="#ctx0" brushRef="#br0" timeOffset="902016.0353">2367 18047 0,'-40'40'16,"40"0"-1,-40 40 1,40 41 15,0-1-15,40-80-1,41-40 1</inkml:trace>
  <inkml:trace contextRef="#ctx0" brushRef="#br0" timeOffset="902376.0139">2769 18087 0,'0'40'62,"40"0"-46,-40 0 0,0 0-1,40-40 16,-40-40-31,40 40 16,0-40-16,0 40 31,-40 40-15,0 0 0,0 0-16,0 1 0,-40-41 15,40 40-15,-40 0 16</inkml:trace>
  <inkml:trace contextRef="#ctx0" brushRef="#br0" timeOffset="902566.0017">3090 18207 0,'0'0'15,"40"0"16,0 0-15,0 0-16,0 0 16,0 0-1,0 0 17</inkml:trace>
  <inkml:trace contextRef="#ctx0" brushRef="#br0" timeOffset="903035.9735">3652 18047 0,'40'0'16,"-40"-40"-16,40 40 31,0 40 1,-40 0-17,0 0 1,0 0-16,-40-40 15,40 40-15,40-40 32,0 0-1,0 0-31,-40 40 16,0 0-1,0 1 1,-40-1-16,-40-40 15,80 40-15,-40-40 0,0 40 16,-1-40-16,1 0 0,40-40 31</inkml:trace>
  <inkml:trace contextRef="#ctx0" brushRef="#br0" timeOffset="903275.9624">4294 17886 0,'0'0'16,"0"81"0,-81 39-1,-79 0 16,-1 1-15,121-121-16</inkml:trace>
  <inkml:trace contextRef="#ctx0" brushRef="#br0" timeOffset="906105.787">1806 18688 0,'0'41'15,"0"-1"32,40-40 797,0 0-516,-40-40-187,40 40 155,0 0-280,0 0 0,-40-41-16,40 41 15,1 0 1,-41-40-16,0 0 16,0 0-1,0 0 1,-41 80 78,41 0-94,0 0 0,0 0 15,0 1 1,-40-1-16,40 0 0,0 0 0,0 0 15,-40-40-15,40 40 16,0 0-16,-40-40 16,40-40 46,40 40-62,0 0 16,0 0 15,-40 40-31,41-40 16,-41 40-1,0 0-15,0 1 16,0-1 0,-41-40-1</inkml:trace>
  <inkml:trace contextRef="#ctx0" brushRef="#br0" timeOffset="906355.7721">2367 18769 0,'0'-40'0</inkml:trace>
  <inkml:trace contextRef="#ctx0" brushRef="#br0" timeOffset="906705.7512">2568 18608 0,'0'-40'16,"-40"40"47,0 0-32,40 80-31,0-40 15,0 1 1,-40-1-16,40 0 0,0 0 16,0 0-16,40-40 15,-40 40 1,40-40-16</inkml:trace>
  <inkml:trace contextRef="#ctx0" brushRef="#br0" timeOffset="907095.67">2729 18688 0,'0'-40'32,"40"40"-32,0 0 15,0 0 16,-40 40-15,0 1 0,0-1-16,0-80 62,40 40-46,0 0 15,-40 40-15,0 0-16,0 0 15,0 0-15,0 0 32,-40-40-32,40 40 15</inkml:trace>
  <inkml:trace contextRef="#ctx0" brushRef="#br0" timeOffset="907315.6451">3290 18769 0,'0'0'0,"40"0"31,1 0-15,-1 0-16,0 0 31,0 0-31,0 0 16,0 0-16</inkml:trace>
  <inkml:trace contextRef="#ctx0" brushRef="#br0" timeOffset="907725.6892">3892 18648 0,'40'0'16,"-120"0"30,40 0-46,40 40 0,-40-40 16,0 41 0,80-41 93,0 0-93,0 0-16,-40 40 15,40-40-15,0 0 0,1 0 16,-1 0-16,0 0 0,0 0 16,0 0-1,-40-40-15,40 40 0,0 0 0,-40-41 0</inkml:trace>
  <inkml:trace contextRef="#ctx0" brushRef="#br0" timeOffset="907965.6183">3892 18608 0,'0'40'47,"0"0"-47,0 1 0,0-1 15,0 0 1,0 0-16,0 0 0,0 0 0,0 0 16,0 0-1</inkml:trace>
  <inkml:trace contextRef="#ctx0" brushRef="#br0" timeOffset="908185.6612">4334 18488 0,'40'0'31,"-40"40"-31,0 0 15,40 0 1,-40 0-16,0 81 16,-80-81-16,40 0 0,-1 0 15,1-40-15,0 40 0</inkml:trace>
  <inkml:trace contextRef="#ctx0" brushRef="#br0" timeOffset="909175.529">3692 15239 0,'40'0'15,"-40"41"-15,0-1 32,40-40 30,40 0-46,-40 0-16,0 0 15,1 0-15,-1-40 0</inkml:trace>
  <inkml:trace contextRef="#ctx0" brushRef="#br0" timeOffset="910955.4938">14044 14076 0,'0'40'0,"-40"-40"31,40 41-31,0-1 47,40-40 234,-40-40-202,0-1-64</inkml:trace>
  <inkml:trace contextRef="#ctx0" brushRef="#br0" timeOffset="912335.3374">4213 15199 0,'40'0'16,"-40"40"-16,41-40 16,-1 0-1,0 0-15,-40 41 0,40-41 0,0 0 16,0 0-16,0 0 16,0 0-16</inkml:trace>
  <inkml:trace contextRef="#ctx0" brushRef="#br0" timeOffset="912495.349">5497 15320 0,'40'0'16,"1"0"-16,79-40 15</inkml:trace>
  <inkml:trace contextRef="#ctx0" brushRef="#br0" timeOffset="912905.3039">9149 15119 0,'40'40'15,"0"-40"-15,0 0 16</inkml:trace>
  <inkml:trace contextRef="#ctx0" brushRef="#br0" timeOffset="913165.2871">11155 15079 0,'80'0'32,"-160"0"-32,241 0 15,-121 0-15,-40-40 0,40 40 16,0 0-1,121 0 17,39 0-32</inkml:trace>
  <inkml:trace contextRef="#ctx0" brushRef="#br0" timeOffset="914735.1928">13723 14999 0,'40'0'172,"0"0"-126,-40-40 267,0 0-282,0 80 157,0 0-173,0 0 1,0 0-16,0 0 0,0 0 0,0 0 16,0 0-16,0 1 15,0-1-15,0 0 0,0 0 16,0 0-1,0-80 17,0-40-17,0 40-15,0-1 16,0 1-16,0 0 16,0 0-16,0 0 0,0 0 0,0 0 15,0 0-15,0 0 31,0 80 1,0 40-32,0-40 15,0 0-15,0 0 0,0 0 16,0 0-16,0 1 0,0-1 0,0 0 16,0 0-1,0 0-15</inkml:trace>
  <inkml:trace contextRef="#ctx0" brushRef="#br0" timeOffset="915605.2119">15248 14919 0,'0'0'0,"0"40"16,0-80 31,0-1-31,40 41-16,-40-40 15,40 0 1,0 40-16,1 0 0,-1 0 0,0 0 15,0 0-15,0 0 0,0 0 16,-40 80 0,0-39-16,0-1 0,0 0 15,-40 0-15,40 0 16,-40 0-16,40 0 0,-40 0 0,0 0 0,40 1 16,-40-41-16,40 40 0,-41-40 15,41 40-15,41-40 31,-41-40-31,40 40 16,40-40-16,-40 40 0,0-41 16,0 41-16,0 0 0,1 0 15,-1 0-15,0 41 0,0-41 16,0 0 0,-40 40-16,40-40 0,0 0 31,-40-40-31</inkml:trace>
  <inkml:trace contextRef="#ctx0" brushRef="#br0" timeOffset="916445.0865">16733 14638 0,'0'-40'0,"0"80"188,0 0-188,0 0 0,0 0 15,0 0-15,0 0 16,0 0-16,0 1 0,0-1 0,0 0 0,0 40 0,0-40 16,0 0-16,0 0 15,0 0-15,0 1 0,0-1 0,0 0 0,-40-40 16,40 40-16,0 0 15,0-80 1,0 0 0,0 0-1,40 0-15,-40-1 0,0 1 16,0 0-16,40 0 0,-40 0 16,0 0-16,0 0 0,0 80 46,0 0-46,0 0 16,0 0-16,0 0 0,0 0 16,0 1-16,0-1 0,0 0 15,0 0 1,0 0-16</inkml:trace>
  <inkml:trace contextRef="#ctx0" brushRef="#br0" timeOffset="918614.9551">12359 13956 0,'0'0'0,"0"40"218,0 0-218,40-40 16,-40 40-16,0 0 0,40 1 16,-40-1-16,40 0 15,-40 0-15,0 0 0,0 0 16,0 0-16,0 0 16,0 0-16,40-40 15,-40 41 1</inkml:trace>
  <inkml:trace contextRef="#ctx0" brushRef="#br0" timeOffset="919254.918">13482 13996 0,'41'-40'47,"39"40"-31,-40 0-1,0 0-15,0 0 16,0 0-16,0 40 16,1 0-16,-41 0 0,0 0 15,0 1 1,0-1-16,0 0 0,-41-40 0,41 40 15,-40 0-15,0 0 0,0 0 16,0 0-16,80-40 47,0 0-31,0 0-1,0 0-15,1 0 0,-1 0 0,0 0 0,-40-40 16,40 40-16,0 0 15,0-40-15,0 40 0,0-40 16,1 40-16</inkml:trace>
  <inkml:trace contextRef="#ctx0" brushRef="#br0" timeOffset="919734.9616">15128 13916 0,'0'40'125,"0"0"-125,0 0 16,0 0-16,0 0 15,0 1 1,0-1-16,0 0 0,0 0 0,0 0 16,0 0-16,0 0 15,0 0-15,0 0 0,0 1 16</inkml:trace>
  <inkml:trace contextRef="#ctx0" brushRef="#br0" timeOffset="921684.8418">10914 13074 0,'0'-40'47,"-40"40"78,40 40-125,0 0 0,0 0 15,0 0 1,0 0-16,0 0 0,0 0 0,0 0 15,0 1-15,40-1 0,-40 0 0,0 0 0,41 0 16,-41 0-16,0 0 16,0 0-16,40-40 0,-40 40 0,0 1 0,40-41 15,-40 40 1,40-40-16</inkml:trace>
  <inkml:trace contextRef="#ctx0" brushRef="#br0" timeOffset="922324.8044">11556 13074 0,'41'0'16,"-41"-40"31,40 40-32,-40-40-15,40-1 16,0 41-16,0 0 0,-40-40 0,40 40 15,0 0-15,0 0 0,1 0 16,-1 40-16,-40 1 16,0-1-16,0 0 15,0 0-15,0 0 16,-40 0-16,40 0 0,0 0 0,-41 0 16,1 0-16,40 1 15,-40-1-15,40 0 0,-40-40 16,40 40-16,40-40 31,0 0-31,41-40 16,-41 40-1,0 0-15,0 0 0,0 0 0,0-40 0,0 40 16,0-40-16,1 40 16,-1 0-16,0-41 0,0 41 0</inkml:trace>
  <inkml:trace contextRef="#ctx0" brushRef="#br0" timeOffset="922974.6931">13523 12994 0,'0'-41'15,"0"1"17,40 40-32,-80 0 62,40 40-46,0 1-16,0-1 15,0 0-15,0 0 16,0 0-16,-41 0 0,41 0 0,0 0 16,0 0-16,0 0 15,0 1-15,0-1 0,0 0 0,0 0 16</inkml:trace>
  <inkml:trace contextRef="#ctx0" brushRef="#br0" timeOffset="930464.3107">15569 15961 0,'0'40'31,"0"1"125,-40-1-140,40 0-16,-40 0 0,40 0 15,0 0 1,0 0-16,-40-40 0,40 40 16</inkml:trace>
  <inkml:trace contextRef="#ctx0" brushRef="#br0" timeOffset="931284.2622">16733 16202 0,'0'-40'31,"0"0"-15,0 0-1,40 40 1,-40-40-16,40 40 16,0 0-1,0 0-15,0 0 0,-40 40 16,40-40-16,1 80 16,-41-40-16,0 0 15,0 0-15,0 0 0,0 0 0,-41-40 16,41 40-16,-40 1 15,0-1-15,40 0 0,-40-40 16,40 40-16,-40-40 16,80 0 31,0-40-32,0 40-15,0-40 0,1 40 16,-1 0-16,0 0 0,0 0 0,0 0 15,0 0 1,0 0-16,0 0 16</inkml:trace>
  <inkml:trace contextRef="#ctx0" brushRef="#br0" timeOffset="932244.1283">18498 15921 0,'0'-40'250,"0"80"-62,40 0-188,-40 0 0,0 1 15,0-1 1,0 0-16,0 0 0,0 0 0,0 0 16,0 0-16,0 0 0,0 0 15,0 0-15,-40 1 0,40-1 0,0 0 16,-40-40-1</inkml:trace>
  <inkml:trace contextRef="#ctx0" brushRef="#br0" timeOffset="933064.1034">15489 16162 0,'0'-40'47,"-40"40"-16,40 40-15,0 0-1,40-40-15,-40 40 16,0 0-16,0 0 0,40 0 0,-40 0 0,40 1 16,-40-1-1,0 0-15,0 0 0,0 0 16</inkml:trace>
  <inkml:trace contextRef="#ctx0" brushRef="#br0" timeOffset="934334.0764">16933 17044 0,'40'0'47,"-40"-40"47,0 80-47,0 40-32,0-40 1,0 1-16,0-1 0,0 0 0,0 0 16,-40-40-16,40 40 0,0 0 15,0 0-15,0 0 0,0 0 16,40-40 0,-40 41-16,41-41 15</inkml:trace>
  <inkml:trace contextRef="#ctx0" brushRef="#br0" timeOffset="935143.9529">18298 17164 0,'0'0'0,"-40"0"16,40-40-1,0 0 1,80 40 0,-80-40-16,40 40 0,-40-40 15,40 40-15,0 0 0,0 0 16,0 0-16,1 40 16,-41 0-1,40-40-15,-40 40 0,0 0 16,0 1-16,0-1 0,-40-40 0,40 40 15,0 0-15,-41 0 0,1 0 16,40 0-16,-40-40 0,40 40 0,-40-40 16,40 40-16,-40-40 15,80 0 17,0 0-32,40 0 15,-39 0-15,-1 0 0,0 0 16,0 0-1,0 0-15,0 0 0,0 0 16,0 0 0</inkml:trace>
  <inkml:trace contextRef="#ctx0" brushRef="#br0" timeOffset="935793.9144">19863 16964 0,'0'40'265,"0"0"-265,0 0 16,0 0-16,0 0 0,0 1 15,0-1-15,0 0 16,0 0-16,0 0 0,0 0 16,0 0-1</inkml:trace>
  <inkml:trace contextRef="#ctx0" brushRef="#br0" timeOffset="936933.919">18579 18167 0,'0'-40'15,"0"0"1,0 80 93,0 0-93,0 0-1,0 0-15,0 0 16,0 1 0,40-41-16,-40 40 0,0 0 15,0 0 1</inkml:trace>
  <inkml:trace contextRef="#ctx0" brushRef="#br0" timeOffset="937593.8074">19903 18087 0,'-40'40'15,"-1"-40"1,41-40 0,41 40-1,-1 0 1,-40-40-16,120 40 15,-80 0-15,0 0 0,0 0 32,1 40-32,-1 40 31,-80 0-15,-41 1-1,81-41 1,40-40 15,1 0-31,79 0 31,-80 0-31,80-40 16,-79 40-16,39-41 16,-40 41-16,0 0 0,0-40 15</inkml:trace>
  <inkml:trace contextRef="#ctx0" brushRef="#br0" timeOffset="937903.8596">21588 17886 0,'0'0'0,"-40"0"16,40 40-1,40 1 17,-40-1-32,0 120 15,0 1 16,-40-81-15,0-40-16</inkml:trace>
  <inkml:trace contextRef="#ctx0" brushRef="#br0" timeOffset="938443.7526">20264 18688 0,'40'0'16,"-40"41"30,0-1-30,0 0 0,0 0-16,0 0 15,0 0-15,0 0 16,0 0 0</inkml:trace>
  <inkml:trace contextRef="#ctx0" brushRef="#br0" timeOffset="938923.7565">20826 18729 0,'0'0'0,"40"0"16,0 0 0,0-41-16,0 41 31,0 0-31,0 0 0,-40 41 16,40-41-16,-40 40 15,0 0-15,0 80 16,0-80-16,0 0 31,0 0-15,0-80 31,0 0-32,41 40-15,-41-40 0,40 40 16,0 0-16,0 0 15,0 0-15,0 0 16,0 0-16,-40 40 16,40-40-16,1 0 0,-1 0 0,-40 40 15,40-40-15,0 0 16,0 0-16</inkml:trace>
  <inkml:trace contextRef="#ctx0" brushRef="#br0" timeOffset="939573.7053">22912 18488 0,'-40'0'15,"40"40"16,40-40-31,-40 40 16,0 0-16,40 0 0,-40 0 0,0 41 16,0-1-1,0-40-15,0 0 0,0 0 0,0 0 0,0 0 16,-40 1 0</inkml:trace>
  <inkml:trace contextRef="#ctx0" brushRef="#br0" timeOffset="943743.4316">10473 9103 0,'0'-40'63,"-40"40"93,0 0-47,80 0 141</inkml:trace>
  <inkml:trace contextRef="#ctx0" brushRef="#br0" timeOffset="947763.1886">20505 13154 0,'40'0'297,"0"0"15,-40-40-124,40 40-173,0 0 1,0 0 15,0 0-15,-40-40 0,40 40-16,1 0 31,-1 0-16,0 0 1,0-40-16,0 40 16,0 0-1,0 0 1,0 0-16,1 0 16,-1 0 15,0 0-16,0 0 1,0 0-16,0 0 0</inkml:trace>
  <inkml:trace contextRef="#ctx0" brushRef="#br0" timeOffset="948203.2355">23153 13074 0,'0'0'15,"40"0"32,0 0-31,0 0-16,0 0 16</inkml:trace>
  <inkml:trace contextRef="#ctx0" brushRef="#br0" timeOffset="948363.1511">24397 13034 0,'-40'0'15,"80"-40"1</inkml:trace>
  <inkml:trace contextRef="#ctx0" brushRef="#br0" timeOffset="948593.1372">25520 12873 0,'0'0'0,"81"0"31,-41 0-31,0 0 0,0 0 16,0 0-16,121 0 15,-81 0 1,-40 0-16,121 0 16,-121 0-16,0 0 0</inkml:trace>
  <inkml:trace contextRef="#ctx0" brushRef="#br0" timeOffset="948733.17">26684 12873 0,'-40'0'0,"321"80"47,-522-160-47,522 160 0,-241-80 0,0 0 16,0 0-16,0 0 31</inkml:trace>
  <inkml:trace contextRef="#ctx0" brushRef="#br0" timeOffset="949043.1846">27005 12873 0,'0'0'0,"-40"0"16,0 0-16,0 0 15,40-40 1,40 40 31,-80-40 15,40 0-62</inkml:trace>
  <inkml:trace contextRef="#ctx0" brushRef="#br0" timeOffset="949483.0846">26885 12673 0,'0'0'0,"-40"-40"31,-1 40-31,1 0 32,40 40 93,40-40-110,1 0 1,-1 0 0,0 0-16,0 0 0,0 0 0,0 40 15,0-40-15,0 40 0,1-40 0,-41 40 0,40-40 16,0 0-16,0 0 0,-40 40 15,40-40-15,0 40 0,0 0 16,-40 0 0,40-40-16,-40 41 0,0-1 0,0 0 15,0 0-15,-40-40 16,40 40-16,-40 0 0,40 0 0,-40 0 0,0 0 16,40 0-16,-40 1 0,0-41 0,40 40 15,-40 0-15,-1-40 16,1 0-16</inkml:trace>
  <inkml:trace contextRef="#ctx0" brushRef="#br0" timeOffset="950723.0074">29854 12994 0,'-40'0'16,"80"0"0,0 0-1,0 0 1,41 0-16,-41 0 0,0 0 15,0 0-15,0-41 16,0 41-16,-40-40 0,0 0 16,40 40-16,-40-40 15,0 0-15,0 0 0,0 0 0,0 0 16,0 0-16,0-1 16,0 1-16,0 0 15,0 0 16,0 80 16,0 0-31,0 0-16,0 1 16,0-1-16,0 0 15,0 0 1,0 0-16,0 0 0,0 0 0,0 0 15,0 0-15,0 1 16,0-1-16,40-40 0,-40 40 0,0 0 0,0 0 16,0 0-16,0 0 0,0 0 15,0 0-15,0 0 16,0 1 0,-40-41-1,0 0 16,0 0-31,0 0 16,0 0 0,0 0-16,0 0 0,-1 0 15,1 0 1,40 40-16,-40-40 16,80-40 30,41 40-30,-81-41-16,40 41 0,0 0 16,-40-40-1,40 40-15,0 0 0,0 0 0,0 0 16,0 0-16,1 0 16,-1 0-16,0 0 0,0 0 15,0 0-15,0 0 16,0 0-1,-40 40 17,0 1-1,-40-41 0</inkml:trace>
  <inkml:trace contextRef="#ctx0" brushRef="#br0" timeOffset="951842.9425">12800 14598 0,'0'-40'78,"40"40"-78</inkml:trace>
  <inkml:trace contextRef="#ctx0" brushRef="#br0" timeOffset="954352.863">26965 14157 0,'-40'0'0,"80"0"63,0 0-48,0 0 1,0 0-16,0 0 0,1 0 15,-1 0 1,0 0-16,0 0 0,0 0 0,0 0 16,0 0-1,0 0-15,1 0 0,-1 0 16,0 0-16,-80 0 47,0 0-32,40-41 1,0 1 0,0 0-1,40 40 63,-40 40-62,40-40-16,-40 40 16,40-40-16,-40 41 15,40-41-15,-40 40 0,0 0 0,0 0 16,0 0-16,0 0 16,-40-40-1,40 40-15,-40-40 0,0 0 16,0 0-16</inkml:trace>
  <inkml:trace contextRef="#ctx0" brushRef="#br0" timeOffset="955672.783">11998 14598 0,'0'40'16</inkml:trace>
  <inkml:trace contextRef="#ctx0" brushRef="#br0" timeOffset="956202.676">15128 14437 0,'40'0'0,"-40"40"31,-40-40 32,0 0-48,-1 0 1,1 0 0,0 0-16</inkml:trace>
  <inkml:trace contextRef="#ctx0" brushRef="#br0" timeOffset="957782.5824">14124 9464 0,'0'40'15</inkml:trace>
  <inkml:trace contextRef="#ctx0" brushRef="#br0" timeOffset="958862.517">12359 8943 0,'0'-40'47,"-40"40"-32,0 40 32,40 0-47,-40-40 0,40 40 0,-41-40 16,41 40-16,0 0 0,0 0 15,0 1-15,0-1 16,41 0 0,-1-40-16,0 0 15,-40 40-15,40-40 16,0 0-16,40 0 0,-40 0 16,1 0-16,-1-40 0,0 40 0,0-40 15,0 40-15,-40-40 16,40-1-16,-40 1 0,0 0 15,0 0 1,-40 0-16,0 0 16,0 40-1,0-40-15,0 40 0,-1-40 0,1 40 16,0 0-16,0 0 16,120 40-1,-40-40 1,1 40-1</inkml:trace>
  <inkml:trace contextRef="#ctx0" brushRef="#br0" timeOffset="960142.4366">16693 9745 0,'-41'0'0,"1"0"31,80 0 0,1 0-15,-1 0-16,-80 0 125</inkml:trace>
  <inkml:trace contextRef="#ctx0" brushRef="#br0" timeOffset="960862.3937">14205 9304 0,'-40'40'0,"-1"0"16</inkml:trace>
  <inkml:trace contextRef="#ctx0" brushRef="#br0" timeOffset="961382.3903">14124 14277 0,'0'0'0,"-40"0"16,40-40 62</inkml:trace>
  <inkml:trace contextRef="#ctx0" brushRef="#br0" timeOffset="961972.4012">16051 9625 0,'0'40'31,"0"0"0,0 0-15</inkml:trace>
  <inkml:trace contextRef="#ctx0" brushRef="#br0" timeOffset="962422.3747">15328 14357 0,'0'0'15,"-40"0"1,80 0 46</inkml:trace>
  <inkml:trace contextRef="#ctx0" brushRef="#br0" timeOffset="963742.2188">28490 14116 0,'0'-40'16,"0"0"-1,40 40-15,-40-40 0,40 40 0,0-40 16,0 0 0,0 40-16,0-40 0,1 40 15,-1 0 1,0 0-16,-40 40 0,40-40 15,-40 40-15,0 0 16,0 0-16,0 0 0,0 0 16,-40 1-1,40-1-15,-40 0 0,0 0 16,40 0-16,-41-40 0,41 40 16,-40-40-1,40-40 1,0 0-1,40 40 1,1 0 0,-1 0-16,0 40 15,0-40-15,-40 40 0,40-40 16,-40 40-16,40-40 16,0 40-16,-40 0 0,41-40 0,-1 41 15,0-41 1,0 0-16,0 0 15,-40-41-15</inkml:trace>
  <inkml:trace contextRef="#ctx0" brushRef="#br0" timeOffset="963962.2816">29373 14277 0,'0'0'0,"-41"0"0,82 0 47,39 0-47,0 0 16,-40 0-16,0 0 15,0 0-15,1-40 16,-1 40 0,-40-40-16</inkml:trace>
  <inkml:trace contextRef="#ctx0" brushRef="#br0" timeOffset="964252.2629">29493 14036 0,'-40'0'0,"80"0"0,-120 0 31,40 0-31,40 40 47,0 0-31,0 1-16,0-1 15,0 0-15,40 0 16,-40 0-16,40 0 16,-40 0-16,40 0 31,0-40-16</inkml:trace>
  <inkml:trace contextRef="#ctx0" brushRef="#br0" timeOffset="964722.2363">29774 14036 0,'0'-40'16,"40"0"0,-40 0-1,80 0 1,41 40 0,-81 0-1,-40 80 1,0 0 15,0-40-31,-40 0 31,40 1-15,40-41 15,0 0-15,0 0-1,0 40-15,-40 0 16,0 0 0,0 0-16,-40 0 0,40 0 15,-40-40-15,0 40 0,0-40 16,-1 40 0,1-40-16,40-40 31</inkml:trace>
  <inkml:trace contextRef="#ctx0" brushRef="#br0" timeOffset="965002.217">30657 14076 0,'-41'0'0,"82"0"0,-82-40 32,82 40-17,79-40 1,-40 40 0,-40 0-1,41 0 1,-41 0-1</inkml:trace>
  <inkml:trace contextRef="#ctx0" brushRef="#br0" timeOffset="965192.1305">30817 14277 0,'-40'0'16,"80"0"-16,-40 0 31,40-40-15,0 40-16,0 0 0,1 0 15,-1 0-15,0 0 0,0 0 16,-40-40-16,40 40 16</inkml:trace>
  <inkml:trace contextRef="#ctx0" brushRef="#br0" timeOffset="965502.1887">31459 13836 0,'-40'0'31,"80"0"-31,-120 0 16,80 40-16,0 40 15,0-40 1,80 80 0,-80-39-1,0-1 1,0 0 0,-40-40-1,-40-40 1,80-40-16</inkml:trace>
  <inkml:trace contextRef="#ctx0" brushRef="#br0" timeOffset="965812.097">31459 13916 0,'40'-80'16,"-80"160"-16,120-160 15,-40 40-15,41 0 16,-41 40-1,80-81 1,-40 81 0,-39 0-1,-1 0 1,-80 0 109</inkml:trace>
  <inkml:trace contextRef="#ctx0" brushRef="#br0" timeOffset="967262.08">27045 15480 0,'-40'-40'15,"80"40"95,0 0-95,0 0-15,1 0 0,-1 0 16,0 0-16,0 0 0,0 0 16,0 0-16,0 0 0,0 0 0,1 0 0,-1 0 15,0 0 1,0 0-16,0 0 0,0 0 15,0 0 1</inkml:trace>
  <inkml:trace contextRef="#ctx0" brushRef="#br0" timeOffset="967472.0032">27647 15320 0,'0'-40'0,"40"80"47,0 0-31,0 0-16,-40 0 0,41-40 0,-1 40 15,-40 0-15,40 0 0,-40 0 0,0 0 16,0 1 0,-40-1-16,-41 0 0,41-40 15,0 0-15,0 0 0,0 0 16</inkml:trace>
  <inkml:trace contextRef="#ctx0" brushRef="#br0" timeOffset="968831.9849">15850 17044 0</inkml:trace>
  <inkml:trace contextRef="#ctx0" brushRef="#br0" timeOffset="969551.9227">19301 16483 0,'0'0'15,"0"-40"17,40 40-32,-40-41 31,-40 41 297</inkml:trace>
  <inkml:trace contextRef="#ctx0" brushRef="#br0" timeOffset="970101.9105">15288 16924 0,'0'0'0,"-40"0"16,0 0-16,0 0 0,80 0 62,-40-40 1</inkml:trace>
  <inkml:trace contextRef="#ctx0" brushRef="#br0" timeOffset="970821.8643">15890 9745 0,'0'0'0,"0"40"78,-40-40-78,40 40 0,0 0 16,0 0-1</inkml:trace>
  <inkml:trace contextRef="#ctx0" brushRef="#br0" timeOffset="971561.7476">16773 16643 0,'0'-40'31,"-40"40"-31,0 0 78</inkml:trace>
  <inkml:trace contextRef="#ctx0" brushRef="#br0" timeOffset="972581.7046">17335 9304 0</inkml:trace>
  <inkml:trace contextRef="#ctx0" brushRef="#br0" timeOffset="973501.702">18298 16402 0,'0'41'0,"-40"-41"32,40-41 14</inkml:trace>
  <inkml:trace contextRef="#ctx0" brushRef="#br0" timeOffset="976431.4539">28329 15280 0,'0'0'0,"-40"0"0,40-41 16,-40 41-1,40-40 1,40 40-1,-40-40-15,40 40 16,0-40 0,0 40-16,1 0 0,-41-40 0,40 40 15,0 0-15,-40-40 0,40 40 0,0 0 16,0 0 0,-40 40-1,0 0 1,-40 0-16,40 0 15,-40 0 1,40 1-16,0-1 16,0 0-1,40-40 1,-40 40-16,40-40 16,-40 40-1,40-40-15,-40 40 16,0 0-1,-40-40-15,0 40 16,0-40-16,0 0 16,0 0-16,40 40 0,-40-40 15,-1 0-15,1 0 0</inkml:trace>
  <inkml:trace contextRef="#ctx0" brushRef="#br0" timeOffset="976671.5097">28771 15360 0,'40'-40'0,"0"40"16,0 0-1,80-40 1,-79 40-16,-1-41 15,0 41-15,40 0 16</inkml:trace>
  <inkml:trace contextRef="#ctx0" brushRef="#br0" timeOffset="977021.4886">29011 15039 0,'-40'-40'31,"80"40"32,-40 40-48,0 0-15,0 0 16,0 0 0,0 0-16,0 0 0,0 1 15,0-1 1,0 0-16,0 0 0,0 0 31,41-40-31</inkml:trace>
  <inkml:trace contextRef="#ctx0" brushRef="#br0" timeOffset="977541.4568">29613 15079 0,'-40'0'15,"40"40"17,0 0-1,0 0-16,-40-40-15,40 40 0,-40-40 16,40 41 0,40-41 31,0 0-47,0 0 15,0 0-15,1 0 16,-41-41-16,40 41 0,0 0 15,0 0 1</inkml:trace>
  <inkml:trace contextRef="#ctx0" brushRef="#br0" timeOffset="977861.3895">29653 14999 0,'0'-40'16,"-40"40"0,40 40 30,0 0-30,0 0-16,0 0 16,0 0-16,0 0 0,0 0 15,0 1-15,0-1 16,0 0-16,0 0 16,0 0-1,40-40 1</inkml:trace>
  <inkml:trace contextRef="#ctx0" brushRef="#br0" timeOffset="978191.3441">30015 15159 0,'0'-40'15,"0"80"32,40-40-47,0 0 16,0 0-1,0 0-15,0 0 16,0 40 0,0-40-16,1 0 31</inkml:trace>
  <inkml:trace contextRef="#ctx0" brushRef="#br0" timeOffset="978541.3406">30175 14959 0,'0'40'63,"0"0"-47,0 0-16,0 0 0,0 0 15,0 0-15,-40-40 16,40 40-16,0 1 0,0-1 15,0 0 1,0 0-16,0 0 16</inkml:trace>
  <inkml:trace contextRef="#ctx0" brushRef="#br0" timeOffset="978891.304">30496 14999 0,'0'40'47,"40"0"-32,-40 0 1,0 0-16,0 0 16,0 0-16,0 1 15,0-1-15,0 0 16,0 0-1,-40-40 1,40 40-16</inkml:trace>
  <inkml:trace contextRef="#ctx0" brushRef="#br0" timeOffset="979191.3587">30777 15239 0,'0'-40'16,"40"40"-1,0-40 1,0 40-1,0 0 1,1 0 0</inkml:trace>
  <inkml:trace contextRef="#ctx0" brushRef="#br0" timeOffset="979431.3424">30857 15440 0,'-40'0'16,"80"0"-16,-40 0 62,40 0-62,0 0 16,1 0 0,-1 0-16,0 0 15,0-40 1</inkml:trace>
  <inkml:trace contextRef="#ctx0" brushRef="#br0" timeOffset="980251.2926">31860 14878 0,'40'0'31,"1"0"-16,-1 0 1,-40 41 15,0-1-15,-40 0 0,40 0-1,-41 0-15,41 0 0,-40-40 0,0 40 16,40 0-1,-40-40-15,40 40 0,-40-40 0,40 41 0,-40-41 16,40 40-16,-40-40 16,40 40-16,-40 0 15,40 0-15,-41-40 32,41 40-32,0 0 0,41 0 31,-1-40-16,0 0 1,0 0-16,0 0 16,-40-40-16,40 40 0,0 0 15,-40-40-15,40 40 16,-40-40-16,0 0 16,41 40-1,-41-40-15,0 0 16,0 0-1,-41 40-15,41-41 16,-40 41-16,40-40 16,-40 40-16,40-40 0,-40 40 0,0-40 15,0 0-15,40 0 16,0 0 0,0 0-16,40 40 15,-40-40 1,40 40-16,0 0 15,0 0-15,0 0 16</inkml:trace>
  <inkml:trace contextRef="#ctx0" brushRef="#br0" timeOffset="981691.2058">16933 17686 0,'-40'0'0,"0"0"15,80 0 32</inkml:trace>
  <inkml:trace contextRef="#ctx0" brushRef="#br0" timeOffset="983131.0465">16973 17686 0,'41'0'46,"-41"-40"-46</inkml:trace>
  <inkml:trace contextRef="#ctx0" brushRef="#br0" timeOffset="985920.9493">17495 17926 0,'0'-40'15,"0"0"1,0 0-1,-40 0 1,40 0 0,0 0-1</inkml:trace>
  <inkml:trace contextRef="#ctx0" brushRef="#br0" timeOffset="986780.8969">18739 9986 0,'0'0'0,"40"0"16</inkml:trace>
  <inkml:trace contextRef="#ctx0" brushRef="#br0" timeOffset="987410.8207">18739 18207 0,'-40'0'15,"0"0"1,0 0 0,0 0-1</inkml:trace>
  <inkml:trace contextRef="#ctx0" brushRef="#br0" timeOffset="987700.8415">20224 17245 0,'-40'0'16,"80"0"-16,-121 0 0,1 0 16</inkml:trace>
  <inkml:trace contextRef="#ctx0" brushRef="#br0" timeOffset="992550.4727">27567 16362 0,'-40'0'16,"0"0"93,40 40-93,-41-40-16,1 0 31,40 41-15,0-82 93,40 41-93,1 0-1,-1 0-15,0 0 16,0 0 0,0 0-16,0 0 0,0 0 15,0 0 1,1 0-16,-1 0 15,0 0 1,0 0-16,0 0 0,0 0 16,0 0-1</inkml:trace>
  <inkml:trace contextRef="#ctx0" brushRef="#br0" timeOffset="993000.5184">28088 16242 0,'-40'0'15,"80"0"79,1 40-78,-1 0-1,0-40 1,0 40-16,-40 0 0,40-40 0,0 0 16,-40 41-1,40-41-15,-40 40 16,0 0 0,-40 0-16,40 0 15,-40-40-15,40 40 16,-40-40-16,40 40 0,-40-40 0,0 40 15,0-40-15</inkml:trace>
  <inkml:trace contextRef="#ctx0" brushRef="#br0" timeOffset="995850.3243">17054 17646 0,'0'40'343,"40"-40"-218,0 0-78,0 0-15,0 0 499,-40-40-516,40 40 220</inkml:trace>
  <inkml:trace contextRef="#ctx0" brushRef="#br0" timeOffset="998620.1778">17375 16362 0,'0'0'0,"0"40"500,40-40-343,0 0-111</inkml:trace>
  <inkml:trace contextRef="#ctx0" brushRef="#br0" timeOffset="1.00263E6">18779 16362 0,'0'40'16,"0"1"796,0-82-93,0 82-32,0-82-499,-40 41 484,0 0-657,40 41 1,-40-41-16</inkml:trace>
  <inkml:trace contextRef="#ctx0" brushRef="#br0" timeOffset="1.00361E6">17214 17525 0</inkml:trace>
  <inkml:trace contextRef="#ctx0" brushRef="#br0" timeOffset="1.0058E6">18418 17405 0,'0'40'922</inkml:trace>
  <inkml:trace contextRef="#ctx0" brushRef="#br0" timeOffset="1.00692E6">19983 17405 0,'0'40'47,"0"0"109</inkml:trace>
  <inkml:trace contextRef="#ctx0" brushRef="#br0" timeOffset="1.00858E6">30055 16282 0,'0'0'0,"-40"-40"32,40 0-17,-41 40 95,1 0-79,0 0-16,0 0 1,0 0 62,40 40-62,-40-40-16,0 0 15,80 0 142,0 0-110,-40-40-47,40 40 15,-40-40-15,40 40 16,0 0-16,0 0 15,1 0 17,-41 40-32,0 0 15,0 0 1,0 0-16,-41-40 0,41 40 0,-40 0 16,40 1-1,-40-41-15,40 40 0,-40-40 0,40 40 16,-40 0-16,40 0 15,-40-40 1,40 40-16,0-80 63,40 40-63,0 0 15,-40-40-15,40 40 16,0 0-16,0 0 0,1 0 15,-1 0-15,0 0 16,-40 40-16,40-40 0,0 40 16,0-40-16,-40 40 0,40-40 0,-40 40 15,40-40-15,1 0 16,-41 40-16,40 1 16</inkml:trace>
  <inkml:trace contextRef="#ctx0" brushRef="#br0" timeOffset="1.00884E6">30576 16402 0,'0'41'0,"40"-41"0,1 0 32,-1 0-32,0 0 15,0 0-15,0 0 16,0 0-16,0 0 16</inkml:trace>
  <inkml:trace contextRef="#ctx0" brushRef="#br0" timeOffset="1.00915E6">30657 16282 0,'0'0'0,"-41"40"15,41 0 17,0 0-1,41-40-31,-41 41 0,0-1 16,0 0-1,40-40-15,-40 40 0,0 0 0,40-40 16,-40 40-16,0 0 0,0 0 0,40-40 15,-40 40 1,0 1-16</inkml:trace>
  <inkml:trace contextRef="#ctx0" brushRef="#br0" timeOffset="1.0097E6">31058 16242 0,'40'0'63,"0"0"-47,0 0-1,-40 40 1,0 0-16,0 0 15,-40-40-15,40 40 16,0 1 0,-40-41-16,40 40 31,40-40 0,0 0 0,0 0-15,0 40 0,-40 0-1,41-40-15,-1 0 32</inkml:trace>
  <inkml:trace contextRef="#ctx0" brushRef="#br0" timeOffset="1.00993E6">31419 16443 0,'0'0'0,"-40"0"16,80 0 15,40 0-31,-40 0 0,0 0 15,1 0-15,-1 0 16,0 0-16</inkml:trace>
  <inkml:trace contextRef="#ctx0" brushRef="#br0" timeOffset="1.01019E6">31579 16322 0,'-80'0'31,"80"40"16,40 0-47,-40 1 15,0-1-15,40-40 16,-40 40-16,0 0 0,0 0 16,0 0-1,0 0-15</inkml:trace>
  <inkml:trace contextRef="#ctx0" brushRef="#br0" timeOffset="1.01059E6">31820 16322 0,'40'0'16,"-40"-40"-16,40 40 15,1 0 1,-1 0-16,-40 40 16,40-40-16,-40 40 15,0 0-15,0 1 16,-40-41 0,40 40-16,-40-40 0,40 40 15,-41-40-15,41 40 16,41-40-1,-1 0 1,0 0 0,0 0-1,0 0 1,0 0 0,0 0-1</inkml:trace>
  <inkml:trace contextRef="#ctx0" brushRef="#br0" timeOffset="1.01101E6">32302 16362 0,'0'-40'31,"40"40"-15,0 0 0,0 0-16,0 0 0,0 0 15,0 0-15,1 0 16,-1 0-16</inkml:trace>
  <inkml:trace contextRef="#ctx0" brushRef="#br0" timeOffset="1.01123E6">32542 16523 0,'0'0'16,"41"0"15,-1 0-15,0 0 0,0 0-16,0 0 15,0 0 1</inkml:trace>
  <inkml:trace contextRef="#ctx0" brushRef="#br0" timeOffset="1.01164E6">33225 16162 0,'0'-40'31,"-40"40"-15,-1 0 15,41 40-15,-40 0-16,40 0 0,0 0 15,0 0 1,0 0-16,0 0 0,0 1 15,0-1-15,40-40 0,-40 40 0,0 0 16,41-40-16,-1 0 16,0 0-16,0 0 31,-40-40-15,-40 40-1,0-40 1,0 40-16,-1 0 15,1 0 1,0 0-16,0 0 0,0 40 0,0-40 0</inkml:trace>
  <inkml:trace contextRef="#ctx0" brushRef="#br0" timeOffset="1.01318E6">18699 18448 0,'-40'0'15</inkml:trace>
  <inkml:trace contextRef="#ctx0" brushRef="#br0" timeOffset="1.01537E6">20103 18167 0</inkml:trace>
  <inkml:trace contextRef="#ctx0" brushRef="#br0" timeOffset="1.01631E6">21628 18047 0</inkml:trace>
  <inkml:trace contextRef="#ctx0" brushRef="#br0" timeOffset="1.01798E6">27727 17806 0,'-40'0'141,"80"0"15,0 0-156,1 0 16,-41-40-1,40 40-15,0 0 0,0 0 0,0 0 16,0 0-16,0-40 15,0 40 1,1 0 15,-1 0-31,-40-40 16,40 40-16,0 0 16</inkml:trace>
  <inkml:trace contextRef="#ctx0" brushRef="#br0" timeOffset="1.01837E6">28209 17566 0,'40'0'0,"0"0"16,0 0 31,0 0-32,0 0 1,1 0 0,-1 0-16,0 40 15,-40 0 1,0 0 0,-40-40-16,40 40 15,-40-40-15,-1 40 0,1-40 16,40 40-16,-40-40 0,40 40 15</inkml:trace>
  <inkml:trace contextRef="#ctx0" brushRef="#br0" timeOffset="1.04694E6">28048 18528 0,'-40'0'15,"80"0"79,0 0-78,1 0-16,-1 0 15,0 0 1,0 0-16,0 0 16,0 0-16,0 0 15,0 0 17,1 0-1,-1 0-16,-40-40 95,-40 40-79,-1 0 0,1 0-15,40-40 0,40 40 77,1 0-93,-41 40 32,40-40-32,0 0 0,0 0 15,-40 40 1,0 0 15,-40 0-31,40 0 0,-40-40 16,0 40-16,-1 1 15,1-41-15,40 40 16</inkml:trace>
  <inkml:trace contextRef="#ctx0" brushRef="#br0" timeOffset="1.05436E6">29613 18127 0,'40'0'203,"1"0"47,-1 0 0,0 0-188,-40-40 1985,0 0-1500,0 80-516,0 0-15,0 0 0,0 0-1,0 0-15,0 0 16,40-40-16,-40 41 0,0-1 16,40-40-1,-40 40-15,40-40 0,-40 40 0,40-40 16,0 0-16,-40 40 15,41-40-15,-1 0 16,-40 40-16,0 0 31,0 0-31,-40-40 16,-1 0 0,41 40-16,-40-40 0,0 0 0,0 0 15,0 0-15,0 0 16,0-80-16</inkml:trace>
  <inkml:trace contextRef="#ctx0" brushRef="#br0" timeOffset="1.05455E6">30095 17846 0,'80'-40'16,"-160"80"-16,200-120 0,121-80 15,-201 120-15,40 40 0,81-81 32,39 41-32,-119 40 0</inkml:trace>
  <inkml:trace contextRef="#ctx0" brushRef="#br0" timeOffset="1.20778E6">4013 1523 0,'40'0'172,"-80"0"2734,80 0-2765,-80 0 250,80 0-251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7:21:32.92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3290 1844 0,'0'-40'16,"0"0"0,0 0-1,-40 40-15,40-40 0,0 0 31,0 0-31,40 40 16,0 0-16,1-40 16,-1 40-16,0 0 15,0 0 1,0 0-16,-40 40 0,40-40 16,-40 40-16,40 0 0,-40 0 0,0 0 15,41 0-15,-41 0 0,0 0 16,0 0-16,0 1 0,0-1 0,-81 0 0,81 0 15,0 0-15,-40 0 16,40 0-16,0 0 0,-40-40 0,40 40 0,0 1 31,0-82 1,0 1-32,40-40 0,-40 40 15,0 0-15,40 0 0,-40 0 0,40 0 0,1-1 16,-1 1-16,0 0 0,-40 0 15,40 0-15,0 0 0,0 0 0,0 0 0,0 0 16,1 0-16,-1 40 16,-40-41-16,40 1 0,0 40 0,-40-40 0,40 40 15,-40-40-15,-40 40 32,0 0-17,0 40 1,0-40-16,40 40 0,-41-40 0,1 40 15,0 1-15,40-1 0,-40 0 16,0 0-16,40 0 0,-40 0 0,40 0 0,0 0 16,0 0-16,0 0 15,0 1-15,0-1 0,0 0 0,0 0 16,40-40-16,-40 40 0,40-40 16,-40 40-16,40-40 0,-40 40 0,40-40 0,0 0 15,1 0-15</inkml:trace>
  <inkml:trace contextRef="#ctx0" brushRef="#br0" timeOffset="290.058">4615 1323 0,'-81'80'16,"162"-160"-16,-202 200 0,81 41 31,40-121-31,0 0 0,0 80 16,80 41 0,41-41-1,-1 0 16</inkml:trace>
  <inkml:trace contextRef="#ctx0" brushRef="#br0" timeOffset="670.035">4895 1684 0,'0'-40'16,"0"80"-16,0-120 0,41 80 31,-1 40-15,80 80-1,-80 0 17,-40-39-17,40-81 1,-40-121-1,0 1 17,40 80-17,-40 80 1,41 80 0,-41 1 15,0-1-16</inkml:trace>
  <inkml:trace contextRef="#ctx0" brushRef="#br0" timeOffset="890.0221">5537 1363 0,'0'0'31,"41"40"-31,-1 40 16,-40-40-16,0 1 0,40 79 16,0 120 15,-40-79-15,-80-41-1</inkml:trace>
  <inkml:trace contextRef="#ctx0" brushRef="#br0" timeOffset="1099.9481">6059 1604 0,'0'0'15,"0"-40"1,120-1-1,81-39 17,0 40-17,-1 0 1,-119 40 0</inkml:trace>
  <inkml:trace contextRef="#ctx0" brushRef="#br0" timeOffset="1289.9971">6541 2045 0,'-41'40'16,"82"-80"-16,-41 80 16,40-40-1,200-80 16,-119 40-31</inkml:trace>
  <inkml:trace contextRef="#ctx0" brushRef="#br0" timeOffset="3579.7856">8547 882 0,'0'-40'16,"-40"40"0,0 0-1,0 0-15,-1 0 0,1 0 16,0 0-16,0 40 0,40 0 16,-40 0-16,40 0 15,0 0-15,-40 40 0,40-40 0,0 1 16,0-1-16,0 40 0,0-40 15,40 0-15,-40 0 0,0 0 0,40-40 0,-40 40 16,40 1-16,-40-1 16,40 0-16,-40 0 0,0 0 15,0 0-15,-40-40 16,40 40-16,-80-40 0,40 40 16,0-40-16,0 0 0,-1-80 15,41 40 1,0 0-16,0 0 0,41 0 15,-41 0-15,40 40 16,0 0-16,0 0 16,-40 40-1,40 0-15,-40 0 0,0 0 0,0 0 16,0 0-16,0 0 0,40 0 0,-40 0 0,0 1 16,0-1-16,40 0 0,-40 0 15,0 0-15,40 0 0,1-40 16,-41 40-16,40-40 15,0 0-15,0 40 0,0-40 0,0 0 16,0 0-16,0 0 16,1 0-16,-1 0 0,-40-40 0,40 40 15,-40-40-15,40 40 16</inkml:trace>
  <inkml:trace contextRef="#ctx0" brushRef="#br0" timeOffset="3839.7897">9149 1283 0,'0'-40'16,"0"80"-16,-40-80 16,40 80-1,0 0-15,0 0 16,40 0-16,-40 0 0,40 0 15,-40 41-15,40-41 0,-40 0 0,0 40 0,0-40 16,0 0-16,40 0 16,-40 40-16,0-39 0,0-1 0,0 0 0,0 0 15,0 0-15,0 0 0,0 0 16,0 0-16,-40 0 0</inkml:trace>
  <inkml:trace contextRef="#ctx0" brushRef="#br0" timeOffset="4109.7887">9751 1924 0,'0'0'0,"0"41"0,40-41 16,-40 40-1,40-40-15,-40 40 16,0 0 0,-80 0-16,40 0 0,40 0 15,-41-40-15,41 40 16,-40-40-16,40 40 0,-40 1 16,0-41-16</inkml:trace>
  <inkml:trace contextRef="#ctx0" brushRef="#br0" timeOffset="4639.7956">10433 1403 0,'0'0'16,"40"-80"0,0 80-16,40-80 15,41-1 1,-1 81 15,-120 121-15,-40 39-1,-40 1 1,40-81 15,80-40-15,40 40-1,-40 0 17,-40 1-17,-120 39 1,-41-40 0,121-40 15</inkml:trace>
  <inkml:trace contextRef="#ctx0" brushRef="#br0" timeOffset="4839.7841">11276 2045 0,'0'40'15,"0"-80"-15,0 160 16,0-80-16,-81 40 16,-39 81 15,80-121-31</inkml:trace>
  <inkml:trace contextRef="#ctx0" brushRef="#br0" timeOffset="7019.6085">12319 1443 0,'0'-40'31,"0"0"-15,40 40-1,-40-40-15,40 40 0,0 0 16,-40-40 0,40 40-16,0 0 0,1 0 0,-41 40 15,40-40-15,-40 40 16,0 0-16,40 0 0,-40 0 0,0 0 0,0 1 16,-40-41-16,40 40 0,0 0 0,-81 0 0,81 0 15,-40 0-15,40 0 16,-40 0-16,40 0 0,0 0 0,-40-40 15,80 0 32,0 0-31,0 0-16,1 0 0,-1 0 0,0 0 0,0 0 16,0 0-16,0 0 0,40 0 15,-39 0-15,-1 41 0,0-41 0,0 0 0,0 0 16,0 0-16,0 0 15</inkml:trace>
  <inkml:trace contextRef="#ctx0" brushRef="#br0" timeOffset="7199.5876">13523 1965 0,'0'0'16,"0"40"-1,0 80 1,-41 40 15,-39-39-15,0-81-1</inkml:trace>
  <inkml:trace contextRef="#ctx0" brushRef="#br0" timeOffset="7489.5801">14084 1283 0,'0'-40'0,"0"0"15,-40 40 1,40 40 15,0 0-31,0 0 0,0 0 16,40 0-16,-40 0 15,40 0-15,-40 0 0,0 1 0,0-1 0,41 40 16,-41-40-16,0 0 0,40 0 0,-40 0 0,0 0 16,0 0-16,0 1 0,40-1 15,-40 0-15</inkml:trace>
  <inkml:trace contextRef="#ctx0" brushRef="#br0" timeOffset="7699.6086">14526 2005 0,'0'0'0,"0"40"31,-40 40-16,-1 0 1,1 0 0,0-39-16</inkml:trace>
  <inkml:trace contextRef="#ctx0" brushRef="#br0" timeOffset="8359.5685">15529 1243 0,'0'-40'16,"40"40"15,0 0-31,0 0 16,-40 40-16,40-40 0,1 40 15,-41 0-15,0 0 0,40 0 0,-40 0 16,0 0-16,0 0 0,0 1 0,0-1 0,-81 0 16,81 0-16,0 0 15,-40 0-15,40 0 0,0 0 0,40-40 31,1 0-15,39 0 0,-40 0-16,0 0 0,0 0 15,0 40-15,0-40 0,1 0 16,-1 40-16,0-40 0,0 0 16,0 0-16</inkml:trace>
  <inkml:trace contextRef="#ctx0" brushRef="#br0" timeOffset="8959.5323">16572 1203 0,'-40'0'0,"0"0"32,80 0 15,40 0-16,-40 0-31,1 0 15,-1 0 1,0 40-16,-40 0 16,40 0-16,-40 0 15,40 0-15,-40 0 0,0 0 0,0 0 16,0 1-16,0-1 0,0 0 0,0 0 0,-40 0 16,40 0-1,0 0-15,-40 0 0,80-40 31,0-40-31,0 0 16,40 0 0,-39 0-16,-1 0 0,0 40 15,-40-40 1,40 40-16,0 0 16,-40 80-16,0-40 0,0 0 15,0 0 1,0 0-16,0 0 0,0 0 0,0 1 0,0-1 15,-80 0-15,80 0 16,0 0-16,-40 0 0,40 0 0,-40 0 0,-1 0 16,1-40-16,0 41 15,0-1-15,0 0 0,0-40 0,0 40 0,-41 0 16,41 0-16,-40-40 0</inkml:trace>
  <inkml:trace contextRef="#ctx0" brushRef="#br0" timeOffset="10069.4648">2448 3729 0,'0'0'0,"0"-40"16,0 80 31,0 0-47,0 0 15,0 41-15,0-41 0,0 0 0,0 0 0,80 40 16,-80-40-16,0 0 15,0 41-15,40-41 0,-40 0 0,40 0 0,-40 0 16,40-40-16,-40 40 0,0 0 16,40 0-16</inkml:trace>
  <inkml:trace contextRef="#ctx0" brushRef="#br0" timeOffset="10309.378">2287 3850 0,'0'-81'15,"0"162"-15,0-282 16,0 161-16,40 0 0,81-121 31,79 1-15,-160 120-1,121 0 1,-121 40 0</inkml:trace>
  <inkml:trace contextRef="#ctx0" brushRef="#br0" timeOffset="10529.437">2648 4010 0,'0'0'15,"0"-40"1,40 0 0,1 40-16,39-40 15,-40 0-15,80-41 16,81 41-1</inkml:trace>
  <inkml:trace contextRef="#ctx0" brushRef="#br0" timeOffset="10729.4241">3491 3689 0,'0'40'31,"0"0"-16,0 41 1,80 79 15,-80 0-15,0-39-16</inkml:trace>
  <inkml:trace contextRef="#ctx0" brushRef="#br0" timeOffset="10909.4139">3531 3408 0,'-40'0'0,"80"0"0,-160 0 15,80 0-15,-1 0 16,82 0 15</inkml:trace>
  <inkml:trace contextRef="#ctx0" brushRef="#br0" timeOffset="11339.3877">3932 3609 0,'41'0'16,"-1"-40"0,-40 0-16,40 40 0,0 0 31,0 0-31,0 0 0,0 40 16,0 0-16,-40 0 0,41 0 0,-41 0 15,0 0-15,40 0 0,-40 1 16,0-1-16,40 0 0,-40 0 0,0 0 15,0 0 1,40-40-16,-40-40 31,0 0-31,0 0 0,0 0 0,0 0 16,40-1-16,-40 1 0,0 0 0,0 0 0,40 0 16,0 0-1,0 0-15,1 40 16,-41 40-1,40-40-15,-40 80 0,0-40 0,0 0 16,0 0-16,0 1 16,0-1-16,0 0 0,0 0 0,0 0 0,0 0 15,0 0-15,0 0 0,0 0 16,0 0-16,40-40 0</inkml:trace>
  <inkml:trace contextRef="#ctx0" brushRef="#br0" timeOffset="11839.3579">5377 3729 0,'-40'0'16,"80"0"-16,-120 0 15,80 40 16,-40 0-15,40 1 0,0-1-16,0 0 15,40-40 17,0 0-17,0-40-15,-40 0 16,0-1-16,0 1 0,40 0 0,-40 0 0,0 0 15,0 0-15,0 0 16,0-40-16,0 39 0,-80-39 0,80 0 0,0 40 16,-40 0-16,40 0 0,-40-40 15,40 39-15,0 1 0,-41 40 16,41 40 15,0 1-31,0-1 16,0 0-16,0 0 0,0 40 15,0-40-15,0 0 0,0 40 0,41-39 0,-41-1 16,0 40-16,40-40 16,-40 0-16,40 0 0,0 0 0,-40 41 0,40-41 15,-40 0-15,40 0 0,-40 0 16,40 0-16</inkml:trace>
  <inkml:trace contextRef="#ctx0" brushRef="#br0" timeOffset="13099.2822">7504 3408 0,'-40'-40'16,"80"80"-16,-201-80 16,121 40-16,0 0 0,0 80 31,0-39-31,40-1 0,0 0 31,0 0-31,0 0 0,0 0 16,40-40-16,-40 40 15,40-40-15,0 40 16,0-40-16,0 0 31,0 0-31,-40-80 16,0 40-16,0 0 0,0 0 15,0 0-15,0 0 16,0-1 0,0 82-1,0-1 1,0 0-16,41-40 16,-41 40-16,0 0 0,40-40 0,-40 40 0,40-40 15,0 40-15,-40 0 16,40-40-16,0 0 0,-40 40 0,40-40 15,-40 41-15,40-41 0,1 0 16,-1 0-16,0 0 16,0-41-1,0 1-15,0 0 0,-40 0 16,0 0-16,40 0 0,-40 0 0,0 0 0,0 0 16,0-1-16,0 1 0,40 0 15,-40 0-15,0 0 0,0 0 16,0 80 31,0 0-47,0 0 15,0 0-15,0 0 0,0 1 16,0-1 0,0 0-16,0 0 15,41-40-15,-41 40 16,40-40-16,0 0 0,0 0 31,-40-40-31,40 0 0,-40 0 16,40 0-16,-40-1 15,0 1-15,0 80 47,0 1-47,0-1 16,40-40-16,-40 40 15,40-40-15,-40 40 0,41-40 0,-1 0 32,0 0-32,0 0 0,0 0 15,0-40-15,0 40 0,0 0 16,-40-40-16,41 40 0,-1-40 16,-40-1-16,40 1 0,-40 0 15,0 0-15,0 0 16,0 0-16,0-40 0,0 40 0,0 0 15,-40-1-15,40 1 0,0 0 16,0 0-16,0 0 0,0 0 16,0 120 46,0-40-62,0 0 0,0 0 16,0 1-16,0-1 15,0 0-15,40 40 0,-40-40 0,0 0 0,40 0 16,-40 40-16,0-39 0,0-1 16,0 0-16,0 0 0,0 0 0,40 0 15,-40 0-15,0 0 0,40-40 0,0 0 32</inkml:trace>
  <inkml:trace contextRef="#ctx0" brushRef="#br0" timeOffset="13289.2697">8868 3489 0,'-80'0'16,"160"0"-16,-160-41 31,120 1-31,40 0 16,-40 0-16,40 0 15,1 40-15,79-40 0</inkml:trace>
  <inkml:trace contextRef="#ctx0" brushRef="#br0" timeOffset="13589.2514">9751 3128 0,'0'0'0,"40"0"15,-40 80 1,40 0 15,-40 0-31,-120 41 31,-1-41-15,41-80 0,40 0-16,40-40 15,0 0-15,-40-41 16,40 41-1,0 0-15,0-40 16,40 40-16,40 40 16,0 0-1,-40 0-15,1 0 16</inkml:trace>
  <inkml:trace contextRef="#ctx0" brushRef="#br0" timeOffset="14049.2241">11075 3047 0,'0'-40'31,"-40"40"-31,0 0 15,-41 0 1,41 81 15,0-81-31,40 120 16,-40-80-16,40 0 0,0 80 16,80-80-16,-40 1 15,-40-1-15,121 40 16,-1-40-1,-40-40-15</inkml:trace>
  <inkml:trace contextRef="#ctx0" brushRef="#br0" timeOffset="14669.1885">11597 3208 0,'0'0'15,"40"0"1,0 0-16,0 40 31,0-40-31,0 40 16,-40 0-1,0 80 1,-40-79-16,0-1 31,0-40-31,0 40 16,0-40-16,-1 0 15,1-80 1,40-41 0,0 41-1,81-40 17,-41 120-32,0-40 0,0 0 31,0 40-31,0 0 0,0 0 0,0-41 31,1 41-31,-1 0 0,80 41 31,-80-1-31,0 0 0,41 40 16,-41 40 15,-40-40-15,0-39-1,-40-41 1,-1-41 0,41 1-1,41-80 1,-1 0 0,0 120-1,0-40-15,40 40 16,-40 0-16,0 0 0,1-40 15,39 40-15</inkml:trace>
  <inkml:trace contextRef="#ctx0" brushRef="#br0" timeOffset="15219.1125">12760 3168 0,'-40'0'0,"40"-40"0,0 0 16,40 40-1,0 0 1,-40 40-16,81-40 15,-81 40-15,40-40 0,0 40 0,0 0 16,-40 0-16,40-40 0,-40 40 16,40 0-16,-40 0 0,0 0 15,0 1-15,-40-41 16,0 0 0,40-41-1,0 1 1,0-40-16,40 80 0,-40-40 0,40 0 15,0 0 1,0 40-16,1 0 0,-1-40 0,0 40 16,0 0-16,40 0 0,-40-40 15,0 40-15,1 0 0,-1 0 0,0 0 0,0 0 16,0 80-16</inkml:trace>
  <inkml:trace contextRef="#ctx0" brushRef="#br0" timeOffset="15499.1374">13763 3288 0,'0'40'16,"0"-80"-16,40 80 15,1-40-15,-1-40 16,0 40 0,0-40-1,0 40-15,0-80 16,0 40-16,-40 0 0,0-1 16,-120 41 15,80 41-31,-40 79 31,-1 0-15,81-80-1,0 40-15,40-39 16,81-1 0,-1-40-1,-80 0-15</inkml:trace>
  <inkml:trace contextRef="#ctx0" brushRef="#br0" timeOffset="15719.0827">14486 2967 0,'-41'0'0,"82"0"0,-122 0 31,81 40-16,0 41 1,0-41-16,0 0 0,0 0 16,40 0-16,-40 0 0,0 0 15,41 0-15,-41 0 0,40-40 0,-40 40 0,0 1 16,40-1-16,-40 0 0</inkml:trace>
  <inkml:trace contextRef="#ctx0" brushRef="#br0" timeOffset="16359.084">15007 3368 0,'0'-40'0,"-40"40"16,0 0 15,0 0-31,40 40 0,-40-40 0,0 80 31,40-39-15,40-1-1,0-40 1,0 0-16,0-40 16,0-1-16,-40 1 0,40 0 15,1 0-15,-1-40 31,0 80-31,-40-40 16,40 40-16,-40 40 16,40-40-16,-40 40 0,40 0 15,0 0-15,0 40 32,1-80-32,-1 0 15,0-40 1,40-80 15,-40 0-15,-40 80-16,0-81 15,0 81-15,0 0 0,-40 0 16,40 0 15,0 80-31,0 40 31,0 121-15,0-41 0,40-80-1,0 1 1</inkml:trace>
  <inkml:trace contextRef="#ctx0" brushRef="#br0" timeOffset="16689.0666">15489 3328 0,'0'0'16,"160"-80"15,-79 80-31,-41 0 0,80 0 31,-80 0-31,40-40 16,-39 40-16,79-80 16,-80 40-16,0 40 0,0-41 15,0 41-15,1 0 16,-41 41 0,-41 39 15,41-40-31,0 0 0,0 40 31,0-40-31,0 0 0,0 0 0,-40-40 31</inkml:trace>
  <inkml:trace contextRef="#ctx0" brushRef="#br0" timeOffset="16849.0542">16251 3007 0,'0'-80'15,"0"40"-15,0 0 32</inkml:trace>
  <inkml:trace contextRef="#ctx0" brushRef="#br0" timeOffset="17428.9615">16773 2927 0,'0'40'16,"0"0"-1,0 0-15,0 1 16,0-1 0,0 0-16,-40 40 15,-41-40 17,81-80-17,0 0 1,41-80 15,-1 79-31,-40 1 16,40 40-16,-40-40 0,40 40 15,0 40 1,0 0-16,0 41 31,0-81-31,-40 40 16,41-40-1,-41-40 1,120-81 0,0 81-1,-39 80 17,-41 121-17,-40-121-15,0 40 16,-81 40 15,41-120-31</inkml:trace>
  <inkml:trace contextRef="#ctx0" brushRef="#br0" timeOffset="81275.0735">963 5815 0,'0'-40'16,"0"-1"15,40 41-15,0-40 0,0 40-16,1 0 31,-1 0-16,0 0 1,0 0 0,0 40 15,-40 1-15,0-1-16,0 0 15,0 0-15,40-40 0,-40 40 0,0 0 16,0 0-1,0 0-15,-40 0 16,40-80 31,40 0-31,0 0-16,-40 0 0,0 0 15,40 0-15,-40 0 16,41 0-16,-41-1 0,40 1 15,-40 0-15,0 0 16,40 40-16,-40-40 16,40 40-1,-40 40 17,0 0-32,0 0 15,0 0-15,40 1 16,-40-1-1,0 0-15,40-40 16,-40 40-16,0 0 16,0 0-1,0 0-15,40 0 16,-40 0 0,40-40-16,-40 41 0,41-41 15,-41 40 1</inkml:trace>
  <inkml:trace contextRef="#ctx0" brushRef="#br0" timeOffset="81795.1174">2127 5855 0,'0'0'0,"-40"0"16,-1 0-1,122 0 79,-41 0-94,-40-40 0,40 40 0,0 0 16,0 0-16,0-40 0,0 40 15,1 0-15,-1 0 16,0 0-16,0 0 0,0 0 15,0 0 1</inkml:trace>
  <inkml:trace contextRef="#ctx0" brushRef="#br0" timeOffset="82085.0244">2528 5574 0,'0'0'0,"0"40"31,40 0-15,0 0-16,0 0 31,-40 1-31,40 39 31,-40-40-31,0 0 16,-40 0-16,0-40 15</inkml:trace>
  <inkml:trace contextRef="#ctx0" brushRef="#br0" timeOffset="86374.8391">4213 5694 0,'-40'0'203,"80"0"-172,0 0-15,1 0-16,-1 0 0,0 40 16,0-40-16,0 0 0,0 0 0,40 0 15,-39 0 1,-1 0-16,0 0 0,0 0 0,0 0 0,0 0 15,0-40-15,0 40 16,1-40-16,-1 40 16,-40 40 15</inkml:trace>
  <inkml:trace contextRef="#ctx0" brushRef="#br0" timeOffset="87544.7684">5939 5293 0,'0'0'0,"-40"40"94,-1 1-63,41-1-15,-40-40 0,40 40-16,-40-40 31,40 40 0,-40-40-15,0 0-16,40 40 15,-40-40 1,40 40-16,-40-40 16,40 40-1,-40-40-15,40 40 0,-41-40 16,82 0 46,-1 0-46,0 0-16,0 0 16,0 0-16,0 0 15,0 0 1,0 0-16,1 0 0,-1 0 16,0 0-16,0 0 0,0 0 15,0 0-15,0 0 16,0 0-16,1 0 0,-1 0 0,0 0 15,0 0 1,0-40-16</inkml:trace>
  <inkml:trace contextRef="#ctx0" brushRef="#br0" timeOffset="87814.7524">5979 5494 0,'0'0'16,"0"-40"15,0 80-15,0 0-1,0 0 1,0 0-16,0 0 0,0 0 15,0 0-15,0 1 0,40-41 16,-40 40-16,40 0 0,-40 0 0,40 0 16,-40 0-1</inkml:trace>
  <inkml:trace contextRef="#ctx0" brushRef="#br0" timeOffset="89244.5959">8065 5333 0,'0'41'110,"-40"-41"-110,0 0 31,80 0 31,-40 40-46,40-40 0,1 0-16,39 0 0,-40 0 15,0 0-15,0 0 16,0 0-16,0 0 0,1 0 0,-1 0 16,0-40-16,0 40 0,0-41 0</inkml:trace>
  <inkml:trace contextRef="#ctx0" brushRef="#br0" timeOffset="89734.6376">8748 5213 0,'0'-40'31,"40"0"-15,0 40-16,0 0 16,0 0-16,0 0 0,-40-40 15,40 40 1,0 0-16,-40 40 16,0 0-16,0 0 15,0 0 1,0 0-16,0 0 15,0 1 1,0-1 0,41-40-1,-1 0 1,0 0-16,-40 40 0,40-40 0,0 0 16,-40 40-1,40-40-15,-40 40 0,40-40 16,-40 40-16,0 0 15,0 0-15,-40-40 16,40 40-16,-40-40 16,0 40-16,0-40 0,0 0 15,40 41-15,-40-41 0,-1 0 16,1 0-16,0 0 0,0 0 16</inkml:trace>
  <inkml:trace contextRef="#ctx0" brushRef="#br0" timeOffset="90204.5382">11276 5454 0,'-41'0'15,"82"0"-15,-122-40 16,121 40 15,1-40-31,-1 40 16,0 0-16,0 0 0,0 0 15,0 0-15,0 0 0,0 0 16,1 0 0,-1 0-16,-40-41 0,40 41 15,0 0-15,-40-40 16</inkml:trace>
  <inkml:trace contextRef="#ctx0" brushRef="#br0" timeOffset="90554.5764">12118 5093 0,'40'-40'16,"-80"80"-16,120-80 15,-39 40 1,-1 0-16,40 120 31,-80-80-31,0 40 16,-40-40-1,40 1-15,-80 39 16,80-40-16,-41-40 16,1 0 15,121 0-31,39 0 16,-40-40 15,-40 40-31,0 0 0,81 0 31,-81 0-31,40 0 0,-40 0 0</inkml:trace>
  <inkml:trace contextRef="#ctx0" brushRef="#br0" timeOffset="90874.4932">13803 5374 0,'0'0'0,"41"0"47,-1 0-47,0 0 0,0 0 16,0 0-16,0-41 15,0 41-15,0 0 0,1 0 0,-1 0 16,0 0-16,0 0 0,0 0 0,0 0 0,0 0 16,0 0-16,1-40 15,-1 40-15</inkml:trace>
  <inkml:trace contextRef="#ctx0" brushRef="#br0" timeOffset="91144.4795">14726 5053 0,'0'0'31,"0"-40"-16,41 80 32,-1 0-47,-40 0 0,0 0 16,40 0-16,-40 0 0,0 0 0,0 0 16,0 1-16,0-1 15,0 0-15,0 0 0,0 0 0,0 0 0,0 0 16,0 0-16,-40 0 15</inkml:trace>
  <inkml:trace contextRef="#ctx0" brushRef="#br0" timeOffset="91994.4647">17977 5053 0,'0'0'0,"-41"0"16,1 0 15,0 0-15,40 40-1,-40-40-15,40 40 0,-40-40 16,40 40-16,-40 0 0,40 0 0,0 0 0,-40 0 16,40 1-16,0-1 15,0 0-15,0 0 0,0 0 0,40 0 16,40 0-16,-40 0 0,0-40 16,0 0-16,1 0 15,-1 0-15,0 0 0,0 0 0,-40-40 16,40 40-16,0-40 15,-40 0-15,0 0 0,40 40 0,-40-40 16,0 0-16,0 0 0,0-1 16,0 1-16,0 0 0,-40 40 0,40-40 0,-80 40 15,80-40-15,-40 40 16,0 0-16,0 0 0,40 40 16,0 0-16,0 0 0,0 0 15</inkml:trace>
  <inkml:trace contextRef="#ctx0" brushRef="#br0" timeOffset="92664.3827">20384 4972 0,'-40'0'16,"40"-40"-16,0 80 31,0 1-31,0 39 16,0-40-16,0 0 15,0 0-15,0 0 0,40 0 0,-40 0 16,0 1-16,0-1 0,0 0 15,0 0-15,0 0 0,0 0 0,40 0 16</inkml:trace>
  <inkml:trace contextRef="#ctx0" brushRef="#br0" timeOffset="93244.3498">21989 5013 0,'0'0'0,"0"-41"16,0 1-1,0 0 1,40 40-16,-40-40 0,41 40 0,-1 0 0,0-40 15,0 40 1,0 0-16,0 0 0,0 0 0,0 0 16,1 0-16,-1 0 0,0 0 15,-40 40-15,40-40 0,0 40 0,0 0 16,-40 0-16,0 1 0,0-1 0,0 0 16,0 0-1,0 0-15,-40 0 0,0 0 0,40 0 16,-40 0-16,40 1 15,0-1-15,-40-40 0,80 0 32,40 0-32,-40 0 15,0 0-15,0 0 0,1 0 16,-1 0-16,0 0 0,40 0 0,-40 0 0,0-40 16,41 40-16,-41 0 0,40-41 0,0 41 0</inkml:trace>
  <inkml:trace contextRef="#ctx0" brushRef="#br0" timeOffset="93984.3061">24838 4772 0,'0'-40'16,"0"80"-16,-40-120 15,80 80-15,0 0 16,41 0-16,39 0 16,-80 0-16,0 0 0,40 0 31,-39 0-31,-1 0 0,-40 40 31,-81 40-15,41-80-1,40 40-15,-40 40 16,40-40-16,0 1 0,80 39 16,-39-40-1,-1 80 1,-40-80-1,0 0-15,-121 41 16,81-41-16,0-40 0,-80 40 16,80-40-16,-81 40 31,81-40-31,0 0 0</inkml:trace>
  <inkml:trace contextRef="#ctx0" brushRef="#br0" timeOffset="94624.2643">27366 4732 0,'-40'0'47,"0"0"-47,0 40 15,0-40 1,0 0-16,-1 0 0,1 40 0,0 0 16,0 0-16,0 0 0,40 0 15,-40 1 1,40-1-16,0 0 0,40 0 31,40-40-31,-40 0 0,0 0 16,1 40-16,-1-40 0,0 0 15,0 0-15,40 0 0,-40 0 0,0 0 0,41 0 16,-41 0-16,0 0 0,0 0 0,0 0 0,0 0 16,0 0-16,1 0 15,-1-40-15,0 0 0,0 40 0</inkml:trace>
  <inkml:trace contextRef="#ctx0" brushRef="#br0" timeOffset="94884.2481">27527 4852 0,'0'0'16,"-40"0"-16,-1 40 31,1 81-15,0-81-16,0 160 16,40-160-16,0 0 0,0 1 15,0 199-15</inkml:trace>
  <inkml:trace contextRef="#ctx0" brushRef="#br0" timeOffset="95564.2104">28129 4812 0,'0'-40'0,"-41"40"16,1 0-1,0 0 17,40 40-32,0 0 15,0 0-15,0 0 0,0 0 16,0 1-16,40-1 16,-40 0-16,0 0 0,40 0 0,-40 0 0,41-40 15,-41 40-15,0 0 16,0 0-16,0 1 0,0-1 0,40-40 0,-40 40 0,0 0 15,-40-40 1,-1 0 0,41-40-16,-40 40 15</inkml:trace>
  <inkml:trace contextRef="#ctx0" brushRef="#br0" timeOffset="95764.1981">28289 4892 0,'0'0'16,"0"-40"-16,0 0 15,0 0 1,80 40-16,-40 0 16,1-40-16,-1 40 0,0 0 0,0 0 15,0 0 1,0 0-16</inkml:trace>
  <inkml:trace contextRef="#ctx0" brushRef="#br0" timeOffset="96304.2019">29413 4652 0,'0'-40'16,"-40"40"15,40 80-15,-41-80-16,41 40 0,-40-40 15,0 40-15,40 0 0,-40 0 0,0 40 16,0-40-1,40 41-15,0-1 0,0-40 0,0 0 16,0 0-16,0 0 16,40-40-16,-40 40 0,40 1 0,0-41 15,0 0 1,-40-41 0,0 1-16,-40 0 15,0 0 1,0 0-16,40 0 15,-40 40 1,40 40 0</inkml:trace>
  <inkml:trace contextRef="#ctx0" brushRef="#br0" timeOffset="96834.2061">29814 4732 0,'0'0'0,"40"0"31,0 0-15,81 0-1,-1-40 1,0 40 0,-39-40-1,-122 40 32,41 40-31,0 0-16,0 0 0,0 0 15,0 0-15,0 0 16,0 0-16,0 0 0,0 41 16,0-41-16,0 0 0,0 0 15,0 0-15,41 0 0,-1 0 16</inkml:trace>
  <inkml:trace contextRef="#ctx0" brushRef="#br0" timeOffset="97054.1563">30135 5133 0,'-40'-40'32,"80"80"-32,-40-120 15,40 80-15,40-40 16,81 40 15,-121 0-31,80-41 16,-80 1-16</inkml:trace>
  <inkml:trace contextRef="#ctx0" brushRef="#br0" timeOffset="97604.0856">31018 4612 0,'0'0'0,"40"0"16,0 40 0,0 0 15,-40 0-31,0 40 31,-120 0-15,80-80-1,-41 121 1,1-1 0,80-80-16,0 0 15,80 0 1,-80 0-1,121-40 1,-41 0 0,-80-40-1,-40-120 1,-121-1 0,81 41 15,40 80-31,40 0 0,0 0 31,0 0-31,40 40 0,0 0 31,0 0-31,0 0 0,1 0 16,-1 0-16,0 0 0,0 0 0,0 0 16,0 0-16,0 0 0</inkml:trace>
  <inkml:trace contextRef="#ctx0" brushRef="#br0" timeOffset="98144.0531">32101 4692 0,'-40'-40'31,"80"80"-31,-120-80 16,40 40-16,40 40 31,-40 0-31,40 0 16,-41-40-16,41 40 0,0 0 15,0 0-15,0 0 16,41 0 0,-1-40-16,0 0 15,-40-40-15,40 0 16,0 0 0,-40 0-16,0 0 0,40 40 15,-40-40 1,40 40 15,-40 40-15,40 0-1,-40 40-15,0-40 0,41 0 0,-41 1 16,0-1-16,0 40 0,0-40 0,-41 0 0,41 0 16,-80 0-16,80 0 15,-40 1-15,0-1 0,0 0 0,-40-40 0,39 0 16,-39 0-16,0 0 15,40 0-15</inkml:trace>
  <inkml:trace contextRef="#ctx0" brushRef="#br0" timeOffset="109473.3655">522 6938 0,'0'0'0,"0"-40"31,0-1-15,0 1 15,40 40-16,-40-40-15,40 40 16,0 0-16,0 0 16,0 0-16,0-40 0,1 40 15,-1 0 1,0 0-16,0 0 0,-40 40 16,40-40-16,-40 80 0,0-39 15,0-1-15,0 0 0,0 0 0,0 0 16,-40 40-16,0-40 15,40 0-15,-40 0 0,0 1 16,40-1-16,-41-40 0,41 40 16,-40-40-16,40-40 15,40 40 1,-40-40-16,41-1 16,-41 1-16,40 0 0,-40 0 0,40 40 0,0-40 15,-40 0-15,40 0 0,0 0 16,0 40-16,-40-40 0,40 0 0,1-1 15,-1 1 1,0 0-16,0 40 16,-40-40-16,0 0 15,0 0 1,-40 40 15,0 80-31,0 0 31,-1-80-31,41 40 0,-40 1 0,40-1 0,0 0 16,0 0 0,0 0-16,0 0 0,0 0 0,0 0 0,0 0 15,40-40-15,-40 40 0,0 1 0,41-41 0,-41 40 16,40 0 0</inkml:trace>
  <inkml:trace contextRef="#ctx0" brushRef="#br0" timeOffset="109743.3672">1605 6657 0,'-40'-40'15,"80"80"-15,-120-80 31,80 120-31,0-40 16,0 161 0,0-41-1,0-120 1,0 40 0,40-80-1</inkml:trace>
  <inkml:trace contextRef="#ctx0" brushRef="#br0" timeOffset="110083.3269">1846 6777 0,'0'0'16,"0"-40"0,0 80-1,0 0 1,40 81-1,-40-81 1,0 40 0,40-120-1,0 0 1,40-81 0,-39 81 15,-1 40-31,0 201 31,-40-81-15,0-40-16</inkml:trace>
  <inkml:trace contextRef="#ctx0" brushRef="#br0" timeOffset="110263.3921">2648 6617 0,'0'0'0,"0"120"15,0-80 1,-40 121 0,-40-41-1,-81 80 1</inkml:trace>
  <inkml:trace contextRef="#ctx0" brushRef="#br0" timeOffset="111673.2339">18017 6456 0,'0'40'94,"0"1"-79,0-1-15,0 0 0,0 0 0,0 0 16,0 0-16,0 0 15,40 0-15,-40 0 0,0 1 16,0-1-16,0 0 16,0 0-16</inkml:trace>
  <inkml:trace contextRef="#ctx0" brushRef="#br0" timeOffset="112633.2086">20143 6376 0,'-40'0'16,"0"0"-16,40-40 31,0 0-16,40 40 1,0 0 0,-40-40-16,41 40 0,-1 0 15,0 0-15,0 0 16,0 0-16,0 0 0,0 40 0,0-40 16,1 40-16,-1 0 15,0-40-15,-40 40 0,0 0 16,40-40-16,-40 40 0,0 1 15,0-1-15,-40-40 0,40 40 0,-40 0 16,40 0 0,-40-40-16,80 0 31,0 0-15,0 0-16,0 0 0,0 0 0,0 0 15,0 40 1,1-40-16,-1 0 0,-40 40 0,40-40 15,-40 40-15,0 0 16,0 1-16,-80-1 0,39 0 16,1 0-16,0-40 0,0 40 0,-40 0 0,40-40 15,0 40-15,-1-40 16,1 40-16,0-40 0,0 0 0,0 40 0,0-40 16,40-80-1,0 40-15</inkml:trace>
  <inkml:trace contextRef="#ctx0" brushRef="#br0" timeOffset="113533.1519">22712 6416 0,'-41'0'15,"41"-40"17,41 0-17,-1 40 1,0 0-16,-40-40 0,40 40 0,0 0 16,0 0-1,0 0-15,0 0 0,1 0 0,-41 40 16,40-40-16,-40 40 15,0 0-15,0 0 0,0 0 16,-40-40-16,40 41 16,-41-1-16,41 0 0,-40-40 0,0 40 15,40 0-15,0 0 32,40-40-32,41 0 15,-41 0 1,0 0-16,0 0 0,0 0 0,0 0 15,0 0-15,0 0 0,41 0 16,-41 0-16</inkml:trace>
  <inkml:trace contextRef="#ctx0" brushRef="#br0" timeOffset="114233.0937">25159 6176 0,'0'0'0,"-40"0"16,40 40 46,0 0-62,0 0 16,0 0-16,0 0 0,40 0 0,-40 0 15,0 0-15,0 1 0,0-1 0,0 0 16,0 0 0,0 0-16,0 0 0</inkml:trace>
  <inkml:trace contextRef="#ctx0" brushRef="#br0" timeOffset="114943.057">26965 6176 0,'40'-40'47,"40"40"-47,-40-41 0,1 41 16,-1 0-16,0 0 0,0 0 15,0 0-15,0 0 0,0 41 0,0-41 16,1 40-1,-41 0-15,0 0 0,0 0 16,-41-40-16,41 40 16,-40-40-16,0 40 0,0 0 0,0-40 0,0 40 15,0-40-15,40 40 0,-40-40 0,-1 41 16,41-1 0,41-40-1,-1 0-15,40 0 16,-40 0-16,0 0 0,0 0 15,0 0-15,1 0 16,-1 0-16,0 0 0,0 0 0,0 0 16,0 0-16,0 0 0,0 0 0,1 0 15,-1 0 1,-80 0 31,-1 0-32,1 0 17,0 0-17</inkml:trace>
  <inkml:trace contextRef="#ctx0" brushRef="#br0" timeOffset="119452.771">923 13074 0,'-40'0'0,"0"0"0,40-40 110,0 0-48,40 40-62,0-41 0,0 1 16,0 40-16,0 0 15,-40-40-15,40 40 0,1-40 16,-1 40-16,0 0 31,-40 40-31,40-40 16,-40 40-16,0 0 16,0 41-16,0-41 15,0 0-15,-40-40 16,40 40-16,0 0 0,-40 0 0,40 0 0,0 0 15,-40-40-15,40 40 0,0 1 16,-41-41-16,41 40 0,-40-40 0,40 40 16,0-80 31,0 0-47,40 40 15,-40-41-15,41 1 0,-1 0 0,0 0 16,0 0-1,-40 0-15,40 40 0,-40-40 0,40 40 16,-40-40-16,40 40 0,0-40 0,1 0 16,-1 40-1,-40-41-15,40 41 0,-40-40 0,40 40 16,-40-40-16,40 40 16,-40-40-1,0 80 32,-40-40-31,40 40-16,-40-40 0,0 0 15,40 40-15,-40-40 0,-1 41 16,41-1-16,-40-40 0,40 40 16,0 0-16,-40 0 15,40 0-15,0 0 0,0 0 16,0 0-16,0 0 15,0 1-15,40-41 0,-40 40 0,40 0 16,1-40 0,-1 0-1,0 0-15,0 0 0</inkml:trace>
  <inkml:trace contextRef="#ctx0" brushRef="#br0" timeOffset="119732.7803">2087 12793 0,'-41'-40'16,"82"80"-16,-122-80 31,41 40-31,0 120 16,40-80-1,-40-40-15,0 121 16,40-81-16,0 0 0,0 40 16,0 40-1,40-80 1,40-40 0</inkml:trace>
  <inkml:trace contextRef="#ctx0" brushRef="#br0" timeOffset="120162.7913">2247 12953 0,'0'0'16,"0"-40"15,0 0-31,80 40 31,-40 80-15,1 41 0,-41-41-1,0-40 1,-41-40 0,41-40 15,41 0-31,39-80 31,-40 79-31,0 41 0,0-40 16,0 40-16,0 0 15,-40 40 1,0 1-16,41 39 31,-41 40-15,-81-80-1</inkml:trace>
  <inkml:trace contextRef="#ctx0" brushRef="#br0" timeOffset="120372.7039">3130 12753 0,'-40'0'15,"40"40"17,0 0-32,0 40 0,0-40 15,0 1-15,0-1 16,0 0-16,0 0 0,-40 0 0,40 0 0,-81 0 16,81 0-16,-40 0 15,0 0-15,0-40 0,0 41 0,0-1 0</inkml:trace>
  <inkml:trace contextRef="#ctx0" brushRef="#br0" timeOffset="122422.5834">18097 12392 0,'0'-40'31,"0"80"94,0 0-109,0 0-16,0 0 15,0 0-15,0 0 0,0 1 0,0-1 16,0 0-16,0 0 15,0 0-15,0 0 0,0 0 16,0 0-16</inkml:trace>
  <inkml:trace contextRef="#ctx0" brushRef="#br0" timeOffset="123232.6053">20384 12232 0,'-40'0'0,"0"0"31,80 0 0,-40-41-15,40 41-16,0 0 0,0-40 16,1 40-1,-1 0-15,0 0 0,0 0 16,0 0-16,0 0 16,-40 40-16,0 1 15,0-1 1,0 0-16,0 0 0,-40-40 15,40 40-15,-40 0 16,40 0-16,0 0 16,40 0-1,0-40 1,0 0-16,0 0 0,1 0 16,-1 0-1,0 40-15,-40 1 16,0-1-1,-40-40-15,40 40 0,-81-40 0,81 40 16,-40 0-16,0-40 0,0 40 0,0-40 0,0 40 16,0-40-16,0 0 15,-1 40-15,1-40 0,0 0 0,0 0 0,0 0 16,0 0 0,40-40-16</inkml:trace>
  <inkml:trace contextRef="#ctx0" brushRef="#br0" timeOffset="123792.4989">22952 12151 0,'40'0'0,"-40"-40"16,41 40-16,-1 0 15,0 0-15,0 0 16,0 0-16,0 0 0,0 0 16,0 0-16,1 40 15,-1-40-15,0 0 0,-40 40 0,0 1 16,40-1-16,-40 0 15,0 0-15,0 0 0,-80 0 0,80 0 16,-40 0-16,-1 0 0,1-40 0,0 40 0,0-40 16,0 41-16,0-1 15,0-40-15,40 40 16,40-40 0,40 0-16,-40 0 0,0 0 15,0-40-15,1 40 0,39 0 16,-40-40-16,0 40 0,40 0 0,-40 0 0,1 0 15,-1 0-15,0-41 16,0 41-16,0 0 0</inkml:trace>
  <inkml:trace contextRef="#ctx0" brushRef="#br0" timeOffset="124232.5445">25079 11991 0,'0'40'0,"0"0"62,0 0-62,0 0 0,0 0 16,0 1-16,0-1 0,0 40 15,0-40-15,0 0 0,0 0 0,0 0 0,0 0 16,0 0-16,0 41 16,0-41-16,0 0 0</inkml:trace>
  <inkml:trace contextRef="#ctx0" brushRef="#br0" timeOffset="124792.4387">26764 12071 0,'0'-40'15,"0"80"-15,40-120 16,41 80-16,39 0 31,81 40-15,-161 0-16,0 0 0,-40 40 31,0-39-31,0-1 0,-161 40 31,41 0-15,120 0-1,80-40 1,81 0 0,-121-40-16,161 0 15,-161 0-15,0 0 0,0 0 32,0 0-32,-80 0 46,0 0-30,0 0-16,0 0 0,-1 0 0</inkml:trace>
  <inkml:trace contextRef="#ctx0" brushRef="#br0" timeOffset="126182.4267">482 11871 0,'0'-41'0,"0"1"15,0 0 1,0 0-16,40 40 0,-40-40 0,40 40 16,-40-40-16,40 40 0,0-40 0,0 40 15,-40-40-15,40 40 0,0 0 16,1 0-16,-1 0 0,-40 40 16,0 0-1,0 0-15,40 0 0,-40 0 0,0 0 0,0 0 16,0 41-16,0-41 0,-80 0 15,80 0-15,0 40 0,0-40 0,-41 0 0,41 1 16,-40-1-16,40 0 0,-40-40 0,40 40 0,0-80 31,40 40-15,-40-80-16,40 39 16,-40-39-16,81 40 0,-81 0 0,0 0 0,40 0 15,0 0-15,0 0 16,-40-1-16,40 1 0,-40 0 0,40 0 0,0 0 15,-40 0 1,0 80 15,-40 0-15,40 0-16,0 0 0,-40 0 16,0 1-16,40-1 0,-40 0 15,40 0-15,0 0 0,0 0 0,0 0 16,0 0-16,0 0 15,40 1-15,0-41 0,0 40 16,0-40-16,1 0 0,-1 0 0,0 0 16</inkml:trace>
  <inkml:trace contextRef="#ctx0" brushRef="#br0" timeOffset="126392.4163">1525 11590 0,'-40'-40'15,"0"40"-15,-1 0 32,41 40-32,-40 160 31,40-119-31,0-41 0,121 80 31,-121-80-31,40-40 0,0 80 16,0-80-16,-40 40 0</inkml:trace>
  <inkml:trace contextRef="#ctx0" brushRef="#br0" timeOffset="126722.3225">1846 11630 0,'0'-40'31,"40"80"-16,0 40-15,-40-40 0,0 0 16,40 0-16,-40 1 0,0-1 16,0 0-16,40-40 0,-40 40 15,40-40 1,-40-40-16,41 0 16,-1-41-1,-40 41-15,40 40 0,-40-40 0,40 0 0,0 0 16,0 40-1,0 0-15,0 0 0,-40 40 16,41-40-16,-41 40 0,40 0 16,-40 0-16,0 1 0,0-1 15,0 0-15,0 0 16</inkml:trace>
  <inkml:trace contextRef="#ctx0" brushRef="#br0" timeOffset="126892.3111">2688 11670 0,'41'0'31,"-41"-40"-31,80 40 0,-40 0 0,0 0 16,0-40-16,40 40 15,-39 0-15,-1-40 0,0 40 0,0 0 16,0 0-16</inkml:trace>
  <inkml:trace contextRef="#ctx0" brushRef="#br0" timeOffset="127112.3002">3050 11389 0,'0'-40'16,"0"80"-16,-41-80 0,41 80 15,0 0 1,0 1-16,0-1 0,0 0 16,0 40-16,0-40 0,0 0 0,0 0 15,0 0-15,0 0 16,41 1-16,-41-1 0,0 0 0,0 0 16</inkml:trace>
  <inkml:trace contextRef="#ctx0" brushRef="#br0" timeOffset="127292.3607">3652 11229 0,'0'0'0,"-81"40"16,41-40-1,40 40-15,0 80 16,0-79-16,0 39 0,80 80 15,-80-120-15,41 81 16,-41-41-16</inkml:trace>
  <inkml:trace contextRef="#ctx0" brushRef="#br0" timeOffset="127712.258">4294 11269 0,'0'40'31,"0"0"-31,0 40 16,0-39-16,0-1 0,0 40 0,0-40 16,0 0-16,0 40 0,0-40 15,0 41-15,0-41 0,-81 0 0,81 40 0,-80-40 16,40 0-16</inkml:trace>
  <inkml:trace contextRef="#ctx0" brushRef="#br0" timeOffset="128852.1926">15168 10908 0,'0'40'93,"40"-40"-93,-40 40 16,0 0 0,0 0-16,0 1 0,0-1 0,0 0 0,0 0 15,0 40-15,0-40 0,0 0 16,0 0-16,0 1 0,0-1 0</inkml:trace>
  <inkml:trace contextRef="#ctx0" brushRef="#br0" timeOffset="129852.1305">17656 10948 0,'0'0'0,"0"-40"15,40 40-15,-40-40 0,40 40 16,-40-40-16,40 40 16,0-40-16,0 40 0,0-40 15,0 40-15,1 0 16,-1 0-16,0 0 0,0 40 31,-40 0-31,0 0 0,0 0 16,0 0-16,0 0 0,-40-40 15,40 40-15,0 0 0,-40 1 0,0-1 16,40 0-16,-41 0 0,41 0 0,0 0 16,0 0-1,41-40 1,-1 0 0,-40 40-16,40-40 0,0 0 0,-40 40 15,40-40-15,-40 41 16,40-1-16,-40 0 0,0 0 15,-40 0-15,40 0 16,-80-40-16,80 40 0,-40-40 16,0 40-16,-1-40 0,1 40 0,0-40 15,0 0-15,0 0 16,0 0-16,0 0 0,40-40 16</inkml:trace>
  <inkml:trace contextRef="#ctx0" brushRef="#br0" timeOffset="130772.0754">20063 10788 0,'0'-40'32,"0"0"14,40 40-30,0 0 0,1 0-1,-1 0-15,0 0 16,0 0-16,0 0 0,0 0 16,0 40-16,-40 0 15,0 0 1,0 0-16,0 0 15,-40 0-15,40 0 0,-40 0 0,40 0 0,-40-40 16,40 41-16,-40-1 0,0 0 0,40 0 16,-40 0-1,120-40 1,-40 0 0,0 0-16,0 0 0,0 0 15,0 0-15,1-40 16,-1 40-16,0 0 0,0 0 0,0-40 0,0 40 15</inkml:trace>
  <inkml:trace contextRef="#ctx0" brushRef="#br0" timeOffset="132211.9896">22752 10868 0,'0'-40'79,"0"80"-33,0 0-46,0 0 16,40 0-16,-40 0 0,0 0 0,0 1 0,0 39 16,0-40-16,0 0 15,0 0-15,0 0 0,0 0 0,0 0 0,0 1 16,0-1-16</inkml:trace>
  <inkml:trace contextRef="#ctx0" brushRef="#br0" timeOffset="133042.0109">24678 10828 0,'40'0'31,"-40"-40"-31,40 0 16,0 40 0,40 0-1,-40 0-15,1 40 16,-1-40 0,-40 40-16,0 40 0,0-40 15,0 0-15,0 0 16,0 0-16,-40-40 0,40 41 0,-41-1 0,41 0 0,-40-40 15,40 40-15,-40 0 0,0 0 16,40 0-16,40-40 31,0 0-15,41 0-16,-41-40 0,0 40 16,0 0-16,0 0 0,0 0 15,0-40-15,0 40 0,1 0 0,-1 0 16,0 0-1,-40-40-15,40 40 0,-80 0 110,0 0-95,40 40-15,-40-40 0</inkml:trace>
  <inkml:trace contextRef="#ctx0" brushRef="#br0" timeOffset="134211.9025">13523 9745 0,'0'-40'125,"0"80"-78,-41-40-47,41 40 16,0 0-16,-40-40 15,40 40-15,0 0 0,0 1 0,0-1 16,0 0-16,0 0 0,0 0 0,0 0 16,0 0-16,0 0 15,0 0-15,0 0 0,0 1 16</inkml:trace>
  <inkml:trace contextRef="#ctx0" brushRef="#br0" timeOffset="135011.8289">14445 9825 0,'0'0'0,"-40"-40"15,40 0 1,81 0 0,-81 0-16,120 0 31,-80 40-31,40 0 16,-39 0-1,-1 0 1,0 0-1,-40 40 1,0 80 0,-40 0-1,40-79 1,-81 39 0,81-120 62,41 40-63,-1 0 1,0 0-16,-40-40 0,40 40 16,0 0-16,0 0 15,-40 40-15,40 0 16,-40 0-1,0 0-15,0 0 16,-40 0-16,0-40 16,40 40-16,-40-40 0,0 40 15,0-40-15,0 0 0,-1 40 16,1-40 0,0 0-16,0 0 0,0 0 15,0 0 1,40-40-16,0 0 0</inkml:trace>
  <inkml:trace contextRef="#ctx0" brushRef="#br0" timeOffset="135781.8442">17696 9825 0,'0'-40'0,"0"0"16,40 40 0,-40-40-16,40 40 0,0 0 15,0-40 1,0 40-16,0 0 0,1 0 16,-41 40-16,0 0 15,40-40-15,-40 80 0,0-40 16,0 0-16,0 1 0,0-1 15,-40 0-15,40 0 0,-41 0 0,1 0 16,40 0-16,-40-40 0,0 40 0,0 0 16,0-40-1,120 0 17,-40 0-32,0 0 0,0 0 15,41 0-15,-41 0 16,0-40-16,40 40 0,-40 0 0,1 0 0,-1 0 15,40-40-15,-40 40 0,0 0 0</inkml:trace>
  <inkml:trace contextRef="#ctx0" brushRef="#br0" timeOffset="136321.7405">20063 9625 0,'0'-40'31,"-40"40"1,40 40-1,0 0-31,0 0 0,-40 0 0,40 0 15,0 0-15,0 0 0,0 0 0,0 1 16,0-1-16,0 0 16,0 0-16,0 0 0,0 0 0,0 0 15</inkml:trace>
  <inkml:trace contextRef="#ctx0" brushRef="#br0" timeOffset="137111.6913">22190 9705 0,'0'0'0,"-40"-40"31,40 0-31,80 0 31,-40-1-15,81 41-1,-1 41 1,-80 79 15,-120 40-15,-41-39 0,81-41 15,40-40-31,161-40 15,-81 0 1,121-80 0,-1 80 15,-119-40-31</inkml:trace>
  <inkml:trace contextRef="#ctx0" brushRef="#br0" timeOffset="138211.6238">11717 8582 0,'-40'0'15,"80"0"-15,-80 40 110,40 0-110,0 40 0,0-40 15,0 1-15,0-1 16,0 0-16,0 0 0,0 0 0,0 0 0,0 40 16,0-40-16,0 1 15,0-1-15,0 0 0,0 0 0,0 0 16</inkml:trace>
  <inkml:trace contextRef="#ctx0" brushRef="#br0" timeOffset="138881.6563">12881 8662 0,'0'-40'16,"0"80"-16,0-160 31,40 80-31,0 40 0,0-40 15,0 40-15,0 0 0,0-40 0,0 40 16,1 0-16,-1 0 16,0 0-16,0 0 0,0 0 0,0 0 15,0 40 1,-40 0-16,0 0 0,0 0 16,-40 0-1,40 0-15,-80 0 0,80 0 0,-40-40 16,40 40-16,0 1 0,-40-41 0,0 40 0,-1 0 15,41 0-15,-40-40 16,0 40-16,80-40 47,0 0-47,-40-40 16,41 40-16,-1 0 0,0 0 0,0 0 15,0 0 1,-40 40-16,0 0 15,0 0-15,0 0 0,0 0 0,0 1 16,0-1-16,0 0 16,-40-40-16,40 40 0,-40-40 0,40 40 0,-80 0 31,39-40-31,1 0 0,0 0 16,0 0-16,0 0 15,0 0-15,0 0 0,40-80 16</inkml:trace>
  <inkml:trace contextRef="#ctx0" brushRef="#br0" timeOffset="139611.543">14646 8622 0,'-40'-40'31,"80"80"-31,-80-120 0,80 80 16,40-40-1,81 40 1,-41 40 15,-120 80-15,-40 81 0,-160-41 15,79-40-16,81-120 1,201-40 0,79 0 15,41 0-15,-201 40-16</inkml:trace>
  <inkml:trace contextRef="#ctx0" brushRef="#br0" timeOffset="140221.5017">17656 8582 0,'0'-40'0,"0"80"78,0 0-78,0 0 0,0 0 16,0 0-16,0 0 15,0 41-15,0-41 0,0 0 0,0 40 0,0-40 16,0 0-16,0 0 0,0 1 16,0-1-16</inkml:trace>
  <inkml:trace contextRef="#ctx0" brushRef="#br0" timeOffset="140781.5417">19381 8542 0,'40'0'16,"-80"0"-16,201 0 16,-121 0-16,0 0 15,80 0 1,-80 40-16,-40 80 31,-80 1-15,-40-1-1,80-80 1,120 0 0,161-40 15,-161 0-31,40 0 15</inkml:trace>
  <inkml:trace contextRef="#ctx0" brushRef="#br0" timeOffset="142251.3779">9390 7539 0,'0'0'0,"0"40"109,0 0-109,0 1 0,0-1 0,-41 0 16,41 0-16,0 0 0,0 0 16,0 0-16,-40 40 0,40-40 0,0 1 0,0-1 15,0 0-15,0 0 16,0 0-16</inkml:trace>
  <inkml:trace contextRef="#ctx0" brushRef="#br0" timeOffset="143131.4015">11115 7499 0,'0'-40'15,"40"40"1,-40-40 0,40 40-16,0 0 0,1 0 0,-1 0 15,0 0 1,0 0-16,-40 40 16,40-40-16,-40 40 15,0 0-15,0 0 0,0 0 16,-40 1-16,40-1 0,0 0 15,-40-40 1,40 40-16,-40-40 0,40 40 0,-40-40 0,40 40 16,40-40 31,0 0-47,0 0 15,0 0-15,0 0 16,0 40-1,-40 0-15,0 0 16,-40-40-16,40 40 16,-40-40-16,40 41 0,-40-41 0,0 40 0,0-40 15,40 40-15,-40-40 0,-1 0 16,1 0-16,40 40 0,-40-40 0,0 0 0,0 0 16,0 0-1,0 0-15,40-40 16</inkml:trace>
  <inkml:trace contextRef="#ctx0" brushRef="#br0" timeOffset="143901.2786">13001 7579 0,'0'0'0,"0"-40"16,0 0-16,40 0 31,0 40-31,0 0 0,0 0 16,1-40-1,-1 40-15,0 0 0,0 0 16,0 0 0,-40 40-16,0 0 0,40-40 0,-40 40 15,0 0 1,0 0-16,0 1 0,-80-41 0,80 40 15,0 0-15,-40 0 0,0-40 0,0 40 16,-1 0-16,1-40 16,40 40-16,-40-40 0,80 0 31,0 0-15,1 0-16,-1 0 15,0 0-15,0 0 0,0 0 0,0 0 0,40 0 16,-39 0-16,-1 0 0,0 0 0,0-40 0,0 40 15,0 0-15</inkml:trace>
  <inkml:trace contextRef="#ctx0" brushRef="#br0" timeOffset="144471.2462">14646 7539 0,'0'-40'15,"0"0"1,0 0 15,40 40-31,-40 40 47,0 0-47,0 0 0,0 0 0,0 0 16,0 1-16,40-1 15,-40 0-15,0 0 0,0 0 0,0 0 16,0 0-16,41 0 16</inkml:trace>
  <inkml:trace contextRef="#ctx0" brushRef="#br0" timeOffset="145381.2619">17014 7619 0,'-41'0'0,"41"-40"63,0 0-32,41 0-15,-1 40-1,-40-40 1,40 40-16,0 0 0,0 0 0,0 0 16,0 0-16,0 0 15,1 0-15,-1 0 0,0 0 0,0 0 16,0 0-16,0 0 16,0 0-16,-40 40 0,0 0 15,0 0 1,0 0-16,0 1 0,0-1 0,-40 0 15,40 0-15,-40-40 0,0 40 0,0 0 0,0 0 16,0-40-16,-1 40 0,1 0 16,40 0-1,40-40 1,41 0-16,-41 0 16,40 0-16,-40 0 0,40-40 15,1 40-15,-1-40 0,0 40 0,-40-40 0,41 40 16,-1 0-16</inkml:trace>
  <inkml:trace contextRef="#ctx0" brushRef="#br0" timeOffset="158190.4872">6220 6817 0,'40'0'63,"-40"81"15,0-41-78,40-40 0,-40 40 15,0 0-15,40-40 0,-40 40 16,0 0-16,40 0 0,-40 0 0,0 0 16,0 0-1</inkml:trace>
  <inkml:trace contextRef="#ctx0" brushRef="#br0" timeOffset="159630.3234">8748 6737 0,'0'0'0,"-41"0"16,82 0 31,-41-40-32,0 0 16,40 40-15,0-40 0,0 40-16,0 0 15,0 0 1,0 0 0,0 0 15,-40 40-16,41-40 1,-41 40 15,0 0 1,-41 0-17,41 0 1,0 0-1,0 1-15,-40-1 32,40 0-17,-40-40 1,40-40 46,40 40-30,0 0-17,-40 40 17,41-40-32,-41 40 0,0 0 15,0 0-15,0 0 0,0 0 16,0 0-1,-41-40-15,1 0 32,0 0-32,40 40 0,-40-40 0,0 0 15,0 0 1,0 0-16,0 0 0,-1 0 16,1 0-16,40-40 0,-40 40 15</inkml:trace>
  <inkml:trace contextRef="#ctx0" brushRef="#br0" timeOffset="160340.2861">10633 6697 0,'0'-40'31,"41"40"-15,-1 0-16,40 0 0,-40 0 15,0 0 1,0-40-16,1 40 0,-1 0 0,0 0 0,0 40 15,-40 0 1,40-40-16,-40 40 0,0 0 31,-80-40-31,80 40 0,-40-40 0,40 40 16,-40 1-16,-1-1 16,1-40-16,40 40 0,-40-40 0,80 0 46,0-40-46,41 40 16,-41 0-16,0 0 0,0 0 16,0-40-16,0 40 0,0 0 0,1 0 0,-1 0 15,0 0-15,0 0 16,0 0-16,0 0 0,0 0 0</inkml:trace>
  <inkml:trace contextRef="#ctx0" brushRef="#br0" timeOffset="161050.2436">13202 6496 0,'-41'0'16,"41"41"31,0-1-32,0 0-15,0 0 0,0 0 16,0 0-1,0 0-15,0 0 0,0 0 0,0 1 16,0-1 0</inkml:trace>
  <inkml:trace contextRef="#ctx0" brushRef="#br0" timeOffset="162220.1666">14245 6737 0,'40'0'312,"-40"-40"-280,40 40-32,0 0 15,0 0 1,0 0-1,1 0-15,-1 0 16,0 0 0,-40 40 15,0 0-31,0 0 16,0 0-16,0 1 0,-40-1 15,0 0 1,40 0-16,0 0 0,-41-40 0,1 40 0,40 0 15,0 0 1,40-40 0,1 0-1,-1 0-15,0 0 0,0-40 0,0 40 0,0 0 16,0 0-16,1 0 0,-1 0 16,0-40-16</inkml:trace>
  <inkml:trace contextRef="#ctx0" brushRef="#br0" timeOffset="164750.0245">20826 13675 0,'40'0'0,"-40"40"78,0 1-63,0-1-15,0 0 16,0 0-16,0 0 16,0 0-16,0 0 0,0 0 0,0 0 15,0 0-15,0 1 0,0-1 0</inkml:trace>
  <inkml:trace contextRef="#ctx0" brushRef="#br0" timeOffset="165549.9683">23394 13675 0,'0'-40'15,"0"0"1,40 0 0,0 40-16,-40-40 15,80 40-15,-40-40 0,0 40 0,1 0 16,-1 0-16,0 0 15,0 0-15,0 0 16,-40 40-16,0 0 16,0 0-16,0 0 0,0 0 15,0 0-15,-40 1 16,40-1-16,-40 0 0,40 0 16,0 0-16,-40-40 15,40 40 1,40-40-1,0 40 1,0-40-16,0 0 0,-40 40 16,40-40-16,0 0 15,-40 40-15,41-40 16,-41 40-16,0 1 16,-41-1-16,-39 0 15,80 0-15,-40-40 0,0 40 0,0-40 0,40 40 16,-40-40-16,0 0 0,-1 0 15,1 40-15,0-40 0,0 0 16,0 0 0</inkml:trace>
  <inkml:trace contextRef="#ctx0" brushRef="#br0" timeOffset="166119.9303">25159 13555 0,'0'0'15,"-40"-80"1,160 40 15,-39 0-31,-1 40 16,0 40-1,-40 80 1,-120 121 0,40-161-1,-121 80 1,121-80-1,121-80 17,-1-40-32,121-40 31,-1 80-15,-120-40-16</inkml:trace>
  <inkml:trace contextRef="#ctx0" brushRef="#br0" timeOffset="166669.8975">27607 13555 0,'0'-40'15,"-40"0"1,40 0 0,0 120 31,0-40-47,0 0 0,-40 0 15,40 0-15,0 0 16,0 1-16,0-1 0,0 0 0,0 0 0,0 0 15,0 0 1,0 0-16,0 0 0</inkml:trace>
  <inkml:trace contextRef="#ctx0" brushRef="#br0" timeOffset="167109.8923">28610 13635 0,'40'0'31,"-40"-40"-31,40 40 0,0 0 16,1 0-16,-1 0 0,0 0 0,0 40 16,0-40-1,-40 40-15,0 0 0,40-40 16,-40 41-16,0-1 0,0 0 16,-40 0-1,0 0-15,0 0 0,0 0 31,120-40-15,-40 0-16,0-40 16,41 40-16,-41 0 0,0-40 0,40 40 0,-40-40 15,0 40-15,41 0 16,-41 0-16,0 0 0,40 0 0,-40 0 0,40 0 16,-39 0-16,-1 0 0,0 0 0,40 0 0</inkml:trace>
  <inkml:trace contextRef="#ctx0" brushRef="#br0" timeOffset="167919.8241">24236 14999 0,'0'0'16,"0"40"31,0 0-31,0 0-16,0 0 0,0 0 0,-40 0 15,40 1-15,0-1 16,0 0-16,0 0 0,0 0 0,0 0 15,40 0-15,-40 0 16,0 0-16,40-40 0,-40 40 0</inkml:trace>
  <inkml:trace contextRef="#ctx0" brushRef="#br0" timeOffset="168529.8603">25601 15159 0,'0'0'0,"0"-80"31,120 40-15,41-40 0,-81 40-1,-40 40 1,-40 40-1,0 0 1,0 0-16,-80 80 16,80-80-16,0 0 31,-40 1-15,40-1-16,40-40 0,40 40 31,-40 0-31,0 0 31,-40 40-15,-40 0-1,-40-40 1,-41 1 0,81-41-1,-40 0 1,80-41-1</inkml:trace>
  <inkml:trace contextRef="#ctx0" brushRef="#br0" timeOffset="169149.7495">27527 15119 0,'-40'0'0,"40"-40"16,80 40 0,-80-40-16,40 40 0,0 0 15,0 0-15,0 0 0,0 40 31,1 0-31,-41 0 0,0 0 16,0 0 0,0 1-16,-41-41 0,41 40 0,-40-40 15,40 40-15,0 0 16,40-40-16,1 0 16,-1 0-16,0 0 0,0 0 0,40-40 15,-40 40-15,0 0 0,1-40 16,-1 40-16,0-40 0,0 40 0,40-41 0,-40 41 15,0-40-15</inkml:trace>
  <inkml:trace contextRef="#ctx0" brushRef="#br0" timeOffset="169569.7248">29373 14838 0,'0'0'16,"0"-40"-1,40 0-15,0 40 16,0 0 0,-40 40-1,0 81 1,0 79-1,-40 1 17,0-81-32</inkml:trace>
  <inkml:trace contextRef="#ctx0" brushRef="#br0" timeOffset="170109.7633">31218 14919 0,'0'0'15,"0"-41"1,0 1-16,40 0 31,121 0-15,-41 40-1,-39 80 1,-122 121 15,-39-121-31,-40 81 16,120-121-16,0 0 0,-40 0 15,160 0 17,201-120-17,120 40 1,-280 40-16</inkml:trace>
  <inkml:trace contextRef="#ctx0" brushRef="#br0" timeOffset="170989.6693">26323 16483 0,'-40'0'0,"0"0"15,40 40 1,0 0-16,0 40 16,0-40-1,0 0-15,0 41 0,0-41 0,0 0 16,0 0-16,0 0 0,0 0 0,0 0 0,40 0 16,-40 0-16,0 0 0,0 1 15</inkml:trace>
  <inkml:trace contextRef="#ctx0" brushRef="#br0" timeOffset="171589.6178">27928 16683 0,'0'0'15,"0"-40"-15,0 0 32,40 40-32,0 0 0,0 0 15,0-40-15,1 40 0,-1 0 16,0 0-16,0 0 0,-40 40 31,0 0-15,0 0-16,-40-40 0,40 40 0,-40 0 15,40 1-15,-40-41 0,40 40 16,-41-40-16,41 40 0,0 0 0,0 0 16,0 0-1,41-40-15,-1 0 16,-40 40-16,80-40 0,-40 0 0,-40 40 16,0 0-1,0 0-15,0 1 16,-40-41-16,40 40 15,-40-40-15,0 0 0,0 40 0,-1-40 0,1 40 16,0 0-16,0-40 16,0 40-16,0-40 0,0 0 0,0 40 15,-1-40 1,1 0-16,40-40 0</inkml:trace>
  <inkml:trace contextRef="#ctx0" brushRef="#br0" timeOffset="172239.5614">29413 16683 0,'0'-40'15,"40"0"1,0 40 0,-40-40-16,40 40 15,0 0-15,0 0 16,0 0-16,1 0 16,-41 40-16,0 0 15,0 0-15,0 0 0,-41-40 16,41 40-16,-40 1 0,40-1 0,-40 0 0,40 0 15,-80-40-15,80 40 16,0 0-16,0 0 0,0 0 16,40-40-1,40 0-15,-40 0 0,1 0 0,39-40 16,-40 40-16,0-40 0,0 40 0,40-40 0,-39 40 16,-1 0-16,40 0 15,-40-40-15,40 40 0</inkml:trace>
  <inkml:trace contextRef="#ctx0" brushRef="#br0" timeOffset="172899.5206">31700 16362 0,'0'40'63,"0"1"-63,-40-41 0,40 80 16,0-40-16,0 0 0,-40 0 0,40 0 15,0 0-15,0 0 16,0 1-16,0-1 0,0 0 0,0 0 15,0 0-15</inkml:trace>
  <inkml:trace contextRef="#ctx0" brushRef="#br0" timeOffset="173699.4722">32703 16483 0,'40'0'16,"0"0"15,-40-40 0,40 40 110,1 0-110,-1 0-15,-40-41-16,40 41 16,0 0-1,0 0-15,0 0 0,0 0 16,0 0-1,1 41-15,-1-41 16,-40 40-16,0 0 16,0 0-16,0 0 0,0 0 15,0 0 1,-40 0-16,40 0 0,0 1 0,-41-41 0,41 40 16,-40 0-16,40 0 15,40-40 1,41 0-16,-41-40 15,0 40-15,0 0 16,40-40-16,1 40 0,39 0 0,-40 0 0,41 0 16,-41 0-16,80 0 15</inkml:trace>
  <inkml:trace contextRef="#ctx0" brushRef="#br0" timeOffset="174709.4841">28570 17967 0,'0'0'0,"40"0"47,-40 40-32,0 0 1,0 0-16,0 0 0,0 0 16,0 0-16,0 0 0,0 0 15,0 1-15,0-1 0,0 0 0,-40-40 0,40 40 16</inkml:trace>
  <inkml:trace contextRef="#ctx0" brushRef="#br0" timeOffset="175449.3866">30095 18007 0,'40'0'31,"-40"-40"-31,40 40 0,0 0 16,0-41-16,0 41 15,1 0-15,-1 0 0,0 0 0,-40 41 32,-40-1-17,0 0-15,-1 0 0,41 0 16,-40 0-16,40 0 15,-40 0-15,40 0 0,40 1 32,41-41-32,-81 40 15,40-40-15,0 0 16,-40 40-16,40-40 0,-40 40 16,0 0-16,-40 0 31,-40 0-31,39 0 0,1-40 15,0 40-15,0-40 0,0 0 16,0 40-16,0-40 0,0 41 0,-1-41 16</inkml:trace>
  <inkml:trace contextRef="#ctx0" brushRef="#br0" timeOffset="176049.3395">31499 18127 0,'0'-40'0,"40"40"15,-40-40 1,81 40-1,-41 0 1,0 40 0,-40 40-1,-40-40 1,0 81 0,40-81-1,80-40 1,80 0-1,1 0 1</inkml:trace>
  <inkml:trace contextRef="#ctx0" brushRef="#br0" timeOffset="176839.3549">32904 17967 0,'40'0'31,"0"0"219,-40 40-219,0 0-31,0 0 0,40-40 16,-40 40-16,0 0 16,0 0-16,0 0 0,0 0 0,0 1 15,0-1-15,0 0 0,0 0 16,0 0-16</inkml:trace>
  <inkml:trace contextRef="#ctx0" brushRef="#br0" timeOffset="177759.301">33586 18047 0,'-40'40'0,"80"-40"63,0 0-48,0 0 1,-40 40 0,40-40-16,0 40 0,0-40 15,1 40 1,-41 0-16,40-40 0,-40 40 31,0 1 16,40-41-47,40 0 16,-40 0-1,0 0-15,0 0 0,41 0 0,-1 0 0,0 0 16,41 0-16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7:25:41.2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6460 1203 0,'-40'0'0,"40"-41"31,0 1-15,40 40-16,-80 0 94,0 0-79,0 0-15,0 0 0,0 40 16,0-40 0,-1 0-16,41 41 0,-40-41 0,0 40 0,0-40 15,0 40-15,0-40 16,40 40-16,-40 0 0,0 0 0,-1 0 16,1 0-16,40 0 0,0 1 0,0-1 15,-40-40-15,40 80 16,0-40-16,0 0 0,0 0 0,0 0 15,40 0-15,-40 0 0,40 1 16,-40-1-16,81-40 0,-81 40 0,80-40 16,-40 0-16,0 0 15,0 40-15,41-40 0,-41 0 0,40 0 0,-40 0 16,40 0-16,-40 0 0,41-40 16,-41 40-16,0-40 0,0 40 0,0-40 0</inkml:trace>
  <inkml:trace contextRef="#ctx0" brushRef="#br0" timeOffset="300.0247">7183 1523 0,'0'-40'0,"-41"40"0,41 40 93,0 41-93,0-41 16,0 0 0,0 0-16,0 0 0,0 0 0,0 0 15,0 0-15,0 0 0,0 1 16,0-1-16,0 0 15,0 0-15</inkml:trace>
  <inkml:trace contextRef="#ctx0" brushRef="#br0" timeOffset="489.9374">7383 1243 0,'40'40'0,"-80"-80"0,0 40 16,0 0-16,-40-40 15,120 40 17</inkml:trace>
  <inkml:trace contextRef="#ctx0" brushRef="#br0" timeOffset="919.9845">7664 1443 0,'0'-40'31,"40"40"-31,0 0 31,1-40-31,-1 40 0,0 0 0,0 0 16,0 0-16,0 0 0,0 80 15,0-80-15,1 40 0,-41 0 0,40-40 0,-40 41 16,40-1-16,-40 0 16,0 0-16,40 0 0,-40 0 0,0 0 0,0 0 15,-80 0-15,80 0 0,-40 1 0,-1-1 16,-39-40-1,80 40-15,-40-40 0,0 0 16,40-40 0,0-41-16,0 41 0,0 0 0,0 0 15,40 0-15,-40 0 0,0-40 16,40 40-16,-40 0 0,40 40 0,-40-41 0,0 1 16,40 0-16,-40 0 0,41 40 0,-41-40 15,40 40 1,0 0-16,0 0 0,0 0 15,0 0-15</inkml:trace>
  <inkml:trace contextRef="#ctx0" brushRef="#br0" timeOffset="1619.9414">9349 1283 0,'-40'0'62,"0"0"-46,0 0-1,0 40 1,0-40-16,0 40 16,0-40-16,40 40 0,-41-40 0,1 40 0,40 0 15,-40-40-15,0 40 0,40 1 0,0-1 0,-40-40 16,40 40-16,0 0 15,0 0-15,0 0 0,80 0 16,-40 0-16,0 0 16,1-40-16,-1 0 0,0 0 15,0 0 1,0 0-16,0 0 0,0 0 16</inkml:trace>
  <inkml:trace contextRef="#ctx0" brushRef="#br0" timeOffset="2349.8976">9751 1403 0,'0'-40'47,"0"80"0,0 0-31,0 0-1,0 0-15,0 1 16,0-1 0,0 0-16,0 0 0,0 0 0,40-40 15,-40 40 1,40-40-16,0 40 0,0-40 16,0 0-16,0-80 15,1 80 1,-41-40-16,0 0 15,0 0-15,0 0 16,0-1-16,0 82 47,0-1-16,0 0-31,40 0 0,-40 0 16,40-40-1,-40 40-15,0 0 16,40-40 0,0 0-16,0-40 15,-40 0 1</inkml:trace>
  <inkml:trace contextRef="#ctx0" brushRef="#br0" timeOffset="2629.8301">10553 1042 0,'-40'0'0,"80"0"0,-80-80 16,40 120 15,0 0 0,0 0-31,0 0 0,0 0 16,0 1-16,0-1 0,0 0 16,0 0-16,40 0 0,-40 0 0,0 0 15,0 0-15,0 0 16,0 1-16,0-1 0,0 0 16,0 0-16</inkml:trace>
  <inkml:trace contextRef="#ctx0" brushRef="#br0" timeOffset="3269.8416">11436 1564 0,'0'-41'0,"0"1"31,0 0-31,-40 0 31,0 40-31,0 0 16,40 40-1,-40-40-15,40 40 16,0 0-16,-41-40 0,41 41 0,0-1 16,0 0-1,0 0-15,0 0 0,41-40 16,-41 40-16,40-40 15,-40 40-15,40-40 0,0 0 16,0 0 0,-40-40-16,40 40 15,-40-40-15,0 0 16,0 0-16,0 0 0,0 0 16,0-1-16,0 1 31,0 80 0,0 1-31,0-1 0,0 0 16,0 0-1,0 0-15,0 0 0,40-40 0,-40 40 16,40 0-16,1-40 16,-41 40-1</inkml:trace>
  <inkml:trace contextRef="#ctx0" brushRef="#br0" timeOffset="3709.815">11877 1443 0,'0'0'16,"0"40"15,41-40-15,-41 40-16,40-40 0,0 41 16,-40-1-1,40-40-15,-40 40 0,0 0 0,40 0 16,-40 0-1,0 0-15,0 0 0,0 0 0,0 0 16,-40 1 0,40-1-16,-40-40 0,0 0 31,40-40-31,0-1 0,0 1 0,0 0 16,0 0-16,40 0 0,-40 0 0,40-40 0,-40 40 15,40 0-15,-40-1 0,80 1 16,-80 0-16,40 40 0,1-40 0,-41 0 15,40 40-15,0 0 16,0 0-16,0 0 31</inkml:trace>
  <inkml:trace contextRef="#ctx0" brushRef="#br0" timeOffset="4389.7732">15208 882 0,'-40'-40'31,"0"40"-31,40-40 15,-40 40 1,-1 0 15,-39 40-15,40 40-16,0-80 0,-40 40 16,80 0-16,-81 120 15,41 41 16,161-41-15,-1-39 0,41-81 15,-41-80-15</inkml:trace>
  <inkml:trace contextRef="#ctx0" brushRef="#br0" timeOffset="4679.6846">15529 1323 0,'0'0'16,"0"-40"-16,40 40 0,0 0 0,0-40 31,41 40-15,-41 0-16,-40 40 0,40-40 0,-40 80 16,0 0-1,-40 81 1,-81-41-1,81-80 1,-40-40 0,40-40-1,0-161 1,40 121 0,80-80-1,40 80 1,-39-1 15</inkml:trace>
  <inkml:trace contextRef="#ctx0" brushRef="#br0" timeOffset="5339.7167">15970 1122 0,'40'0'16,"1"0"-1,-1 40-15,0 1 31,0 39-15,0-40 0,-40 0-16,40 80 15,0-80-15,-40 1 16,0-1-16,-40 0 16,40 0-16,-40-40 15,40-40 1,-40 40-16,40-40 15,0 0-15,0-1 16,0 1-16,0 0 0,0 0 0,0 0 16,40 0-16,-40 0 15,40 40-15,-40-40 0,40 40 0,-40-40 0,40-1 16,1 41-16,-41-40 0,0 0 16,40 40-1,0 0-15,0 0 16,0 0-1,0 0-15,0 0 0,0 0 16,1 0-16,-41 40 16,40-40-16,0 40 0,0 1 15,-40-1 1,40-40-16,-40 40 0,40-40 0,0 40 16,0 0-16,1 0 0,-1 0 15,0 0 1,-40 0-16,0 1 0,0-1 31,0 0-31,-80-40 0,39 0 31,41-40-31,0 0 16,0-1-16,0 1 0,0 0 16,0 0-16,0 0 15,41 0-15,-1 0 0,0 0 0,0 0 16,0-1-1,0 41-15,-40-40 0,40 40 0,0 0 16,1 0 0,-1 0-16,-40-40 0,40 40 15</inkml:trace>
  <inkml:trace contextRef="#ctx0" brushRef="#br0" timeOffset="5709.6227">17575 1283 0,'0'40'16,"0"-80"-16,0 120 16,40-80-1,1 0-15,39 0 0,-40 0 16,0 0-16,0 0 0,0-40 0,0 40 16,1 0-16,-1 0 15,-40-40-15,40 40 0,-40-40 0,0 0 16,0-1-1,-40 41 17,0 41-32,-1-41 0,1 0 15,40 40-15,-40 0 16,40 0-16,-40-40 0,40 40 0,0 0 16,0 0-16,0 0 0,40 0 15,-40 1 1,40-41-16,0 40 0,1-40 15,-1 0-15,-40 40 16,40-40-16,0 0 0,0 0 0,0 0 0,0 0 16,1 0-16,-1 0 0,0-80 15,0 80-15</inkml:trace>
  <inkml:trace contextRef="#ctx0" brushRef="#br0" timeOffset="5959.6786">18298 882 0,'0'0'32,"0"40"-1,40-40-31,-40 40 0,40 0 16,-40 0-16,0 0 0,0 0 15,0 0-15,0 1 16,0-1-16,0 0 0,0 0 0,0 0 0,0 0 15,0 0-15,0 0 16,0 0-16,40 1 0,-40-1 0,40 0 16,0-40-1</inkml:trace>
  <inkml:trace contextRef="#ctx0" brushRef="#br0" timeOffset="6669.636">18940 1403 0,'0'0'16,"-40"-40"15,-1 40-16,41 40 17,0 0-17,-40 0-15,40 41 16,0-41-16,0 0 0,0 0 16,40-40-1,1 40-15,-1-40 0,0 0 31,-40-40-31,40 0 0,-40 0 16,40 40 0,-40-40-16,0-1 0,0 1 15,40 40-15,0 0 16,0 0-16,-40 40 16,41-40-16,-1 41 0,0-41 15,0 40-15,0-40 16,0 0-16,0 0 15,0 0-15,1 40 16,-1-40-16,0 0 16,-40-80-16,40 80 15,-40-41-15,0 1 0,0 0 0,0 0 16,0 0-16,0 0 0,0 0 0,0 0 16,0 0-16,0-1 0,0 1 15,0 0-15,0 0 0,0 0 0,0 0 16,-40 0-16,0 40 15,40 40 17,0 0-17,0 0-15,0 0 16,0 0-16,0 0 0,0 1 0,40-1 0,-40 0 16,0 0-16,40 40 0,-40-40 0,40 0 0,-40 0 15,0 1-15,0-1 0,40 0 16,-40 0-16,40-40 0,-40 40 0</inkml:trace>
  <inkml:trace contextRef="#ctx0" brushRef="#br0" timeOffset="7029.5417">19903 1443 0,'40'0'47,"-40"-40"-47,40 40 16,0 0-16,0 0 0,0 0 0,0 0 0,1 0 15,-1 0-15,0 0 0,0 0 16,0 0-16,0 0 0,0 0 16,-40-40-1,0 80 32,0 0-31,0 0-1,0 0-15,40 1 0,-40-1 0,0 0 16,0 0-16,0 0 0,0 0 16,41-40-16,-41 40 15,40-40-15</inkml:trace>
  <inkml:trace contextRef="#ctx0" brushRef="#br0" timeOffset="7219.6046">20464 1203 0,'-80'-121'15,"160"242"-15,-160-322 16,120 201 15</inkml:trace>
  <inkml:trace contextRef="#ctx0" brushRef="#br0" timeOffset="7719.5731">21227 1323 0,'0'-40'0,"-40"40"16,40 80 15,40-40-31,-40 0 16,40 0-16,-40 0 15,0 1-15,40-41 0,-40 40 0,0 0 0,0 0 16,0 0-1,-40-40 1,40 40-16,-40-40 16,0 0-16,0 0 31,40-40-31,0 0 0,-41 0 16,41 0-16,0 0 0,0-1 15,0 1-15,0 0 16,0 0-1,41 40 1,-1 0 0,0-40-16,0 40 15,0 0-15</inkml:trace>
  <inkml:trace contextRef="#ctx0" brushRef="#br0" timeOffset="8179.4974">21708 1283 0,'0'40'32,"0"0"-17,40 0 1,-40 0-16,0 0 0,41 0 16,-41 1-16,0-1 0,0 0 15,0 0 1,0 0-1,0-80 17,0 0-17,40 40-15,-40-40 0,40 40 0,-40-40 16,40 40-16,0-41 0,0 41 0,-40-40 16,40 40-16,1 0 15,-1 0-15,-40 40 31,40 1-31,-40-1 0,0 0 16,0 0-16,0 0 16,0 0-16,0 0 0,0 0 15,40-40-15,-40 40 16,0 0-16,40-40 0,-40 41 16,40-41-16,0 0 15,0-41-15,1 1 16,-1 40-16,-40-40 0,40 0 0,0 0 15,0 0 1</inkml:trace>
  <inkml:trace contextRef="#ctx0" brushRef="#br0" timeOffset="10009.3634">5899 2927 0,'40'0'16,"0"0"62,40 40-63,-40-40 1,0 0-16,0 0 31,1 0-31,-1 0 0,0 0 0,40 0 16,-40 0-16,0 0 0,41 0 15,-41-40-15,40 40 0,-40-40 0,40 40 0,-40 0 16,41 0-16,-41 0 16,40 0-16,0-40 0,-40 40 0,41 0 0,-41 0 15,40 0-15,-40 0 0,41 0 16,-41 0-16,40 0 0,-40 0 0,40 0 0,1 0 16,-41 0-16,40 0 0,0 0 0,0 0 0,1 0 15,39 0-15,-40 0 16,1 0-16,39 0 0,-40 0 0,41 0 0,-1-40 15,-40 40-15,41-40 0,-41 40 16,40 0-16,1 0 0,-1-40 0,-40 40 0,41 0 16,-41 0-16,40 0 15,-40 0-15,41-41 0,-41 41 0,0 0 0,1 0 16,39 0-16,-40 0 0,0 0 0,1 0 0,-1 0 16,0 0-16,1 0 0,39 0 15,-40 0-15,0 0 0,1 0 0,-1 0 0,0 0 16,41 0-16,-41 0 15,0 0-15,0 0 0,41 0 0,-41 0 0,0 0 16,0 0-16,1 0 0,-1 0 16,0 0-16,0 0 0,1 0 0,-1 0 0,0 0 15,-40 0-15,41 0 16,-1 0-16,0 0 0,0 0 0,1 0 0,-1 0 16,0 0-16,0 0 0,1 0 0,-1 0 0,0 0 15,-40 0-15,40 0 0,1-40 16,-1 40-16,0 0 0,0 0 0,1 0 0,-41 0 15,40 0-15,0 0 16,1 0-16,-1 0 0,0 0 0,-40 0 0,41 0 16,-1 0-16,0 0 0,0 0 15,1 0-15,-1 0 0,0 0 0,-40 0 0,40 0 16,1 0-16,-41 0 0,40 0 0,0 0 0,-40 0 16,41 0-16,-41 0 15,40 0-15,-40 0 0,40 0 0,-39 0 0,39 0 16,-40 0-16,40 0 0,0 0 15,-39 0-15,39 0 0,0 0 0,0 0 0,-40 0 16,41 0-16,-1 0 16,0 0-16,0 0 0,1 0 0,-1 0 0,0 0 15,0 0-15,1 0 0,39 0 16,-40 0-16,1 0 0,39 0 0,-40 0 0,0 0 16,1 0-16,39 0 0,-40 0 0,1 0 0,-1 0 15,0 0-15,0 0 16,1 0-16,-1 0 0,0 0 0,0 0 0,1 0 15,-1 0-15,40 0 0,-39 0 16,-1 0-16,0 0 0,0 0 0,41 0 0,-41 0 16,0 0-16,0 0 15,1 0-15,-1 40 0,0-40 0,41 0 0,-41 0 16,0 0-16,0 0 0,1 0 0,39 0 0,-40 0 16,0 0-16,41 0 0,-41 0 15</inkml:trace>
  <inkml:trace contextRef="#ctx0" brushRef="#br0" timeOffset="62986.1803">8587 3569 0,'-40'0'0,"40"40"0,-40-40 31,40 40-31,0 0 16,0 0 0,0 0-16,0 0 0,0 1 15,0-1-15,0 0 16,0 0-16,0 0 0,0 0 0,0 0 15,0 40-15,0-40 0,0 1 0,0-1 0,0 0 16,0 0-16,0 0 16,0 0-16,0 0 0,0 0 15,0-80 17,0 0-17,0 0-15,-40 0 0,40 0 16,0 0-16,0-41 0,0 41 0,0 0 15,0-40-15,0 40 0,0-40 16,0 40-16,0 0 0,0-1 0,0 1 0,0 0 16,0 0-16,0 0 15,40 40-15,0 0 0,0 0 16,0 0 0,0 0-16,-40 40 0,40-40 0,1 0 15,-41 40-15,40-40 16,0 0-16,-40 40 0,40-40 0,-40 40 15,0 1-15,0-1 0,-40 0 16,40 0-16,-80-40 16,39 40-16,1-40 0,40 40 0,-80-40 0,80 40 15,-40-40-15,0 0 16,0 0-16,0 0 0,-1 0 0</inkml:trace>
  <inkml:trace contextRef="#ctx0" brushRef="#br0" timeOffset="63406.144">9069 4251 0,'80'0'31,"-160"0"-31,320-81 15,-200 41-15,121-40 16,-81 40 0,-80 0-1,0 0 1,-40 40 0,-80 0-1,-41 80 1,81 0 15,80 0-31,0 1 31,40-81-31,121 40 32,-1-40-17,-120 0-15</inkml:trace>
  <inkml:trace contextRef="#ctx0" brushRef="#br0" timeOffset="63926.0926">9871 3930 0,'0'0'0,"40"-40"31,40 40-31,81 0 16,-41 120 15,-120 0-15,0-80-1,0 41 1,-80-81 0,80-41 15,0 1-31,0 0 15,40 40-15,-40-40 0,40 0 0,0 40 0,1-40 16,-1 0 0,0 40-16,0-40 0,0 0 0,0 40 0,0-40 15,0 40-15,1 0 0,-1-41 16,0 41-16,-40-40 0,40 40 0,0-40 16,0 40-1,-40-40-15,40 40 16,1 0 15,-1 0-15,0 40-1,-40 0-15,0 0 0,40-40 16,-40 41-16,0-1 0,40 0 16,-40 0-16,0 0 0,40 0 15,-40 0-15,0 0 16,40 0-1,0-40-15</inkml:trace>
  <inkml:trace contextRef="#ctx0" brushRef="#br0" timeOffset="64136.1523">11115 3609 0,'0'0'16,"-40"-40"0,80-40-1,40 80 17</inkml:trace>
  <inkml:trace contextRef="#ctx0" brushRef="#br0" timeOffset="64466.1132">12239 3769 0,'0'0'16,"0"40"-1,0 41 1,0 39 15,-81-40-15,-79-40-1,80-40 17,39-120-17,41 0 1,41 39-1,159 41 17,-39 0-32</inkml:trace>
  <inkml:trace contextRef="#ctx0" brushRef="#br0" timeOffset="65136.0909">13322 3809 0,'0'0'0,"-80"0"15,-121 0 1,121 0 0,0 121-1,80-1 1,40-40-1,120-80 17,-39-40-17,-1-80 1,-80-41 15,-40 41-31,0-121 16,0 81 15,-40 160-15,0 120-1,0 81 17,80 40-17,0-161-15,80 80 31,41-120-15,-41-40 0,1-120 15,-81-40-15,0 119-1,-40 1-15,40 0 16,-40 80-1,0 0 1,0 1-16,0-1 0,0 0 16,0 0-16,-40-40 0,40 40 15,0 0-15,0 0 0,0 0 32,40-40-32,0 0 15</inkml:trace>
  <inkml:trace contextRef="#ctx0" brushRef="#br0" timeOffset="65306.0829">14044 3569 0,'-80'-40'15,"160"80"-15,-160-120 16,120 80-1,0 0 1</inkml:trace>
  <inkml:trace contextRef="#ctx0" brushRef="#br0" timeOffset="65576.0644">15248 3649 0,'0'0'0,"-160"0"16,-1 120 15,1 1-15,119-41-1,41 0-15,121 40 16,39-39 15,81-81-15</inkml:trace>
  <inkml:trace contextRef="#ctx0" brushRef="#br0" timeOffset="66036.0383">17535 3288 0,'-120'0'31,"240"0"-31,-361 80 16,201-40-16,0 81 16,40-81-1,0 80-15,80 41 31,-39-1-15,-41-120 0,-81 40-1,-79-80 1,-41-40 15,161 0-31,40-40 16,0 40-16</inkml:trace>
  <inkml:trace contextRef="#ctx0" brushRef="#br0" timeOffset="66256.0235">17936 3809 0,'0'41'16,"0"-1"-1,0 0 1,0 80 0,0-40-1,0 41 1,0-81 15</inkml:trace>
  <inkml:trace contextRef="#ctx0" brushRef="#br0" timeOffset="66436.015">17977 3729 0,'0'0'15,"-41"0"-15,1 0 0,40-40 0,40 40 31,1 0-15</inkml:trace>
  <inkml:trace contextRef="#ctx0" brushRef="#br0" timeOffset="67055.9746">18699 3890 0,'-40'-40'31,"40"-1"-15,-40 41-16,0 0 15,-1 0-15,41 41 16,0-1 0,-40 0-16,40 40 0,0-40 15,0 0 1,40-40-1,1 0-15,-41-80 16,0 40 0,0 0-1,40 40-15,-40-40 0,0 80 47,0 0-31,0 0-16,0 0 0,0 0 0,0 0 15,0 0-15,0 0 16,0 1-16,0-1 0,40 0 0,-40 0 0,0 0 16,0 0-16,0 0 15,0 40-15,0-39 0,0-1 0,0 0 0,0 0 16,0 0-16,0 0 0,0 0 16,0 0-16,0 0 0,-40 0 0,0 1 15,40-1-15,-41-40 0,1 0 16,0 0-16,0 0 15,0 0-15,0 0 0,0-40 16,0-1-16,-1 1 16,1 0-16,80 40 0,-80-40 0,40 0 15,0 0 1,0 0-16,0 0 0,0 0 0,0 0 16,40 40-16,-40-41 0,41 1 15,39 0-15,-40 40 0,0-40 0,0 40 16,0-40-16,0 0 0,1 40 0,-1-40 0,40 40 15,-40-40-15,0 0 16</inkml:trace>
  <inkml:trace contextRef="#ctx0" brushRef="#br0" timeOffset="68015.8756">19461 3890 0,'-40'0'31,"0"0"-31,40 40 16,0 0 0,80 40-1,-80 40 1,0 1 15,0-161 0,0-1-15,40 41-16,-40-40 0,41 40 0,-41-40 0,40 40 16,-40-40-16,40 0 15,0 40 1,0 0 0,0 40-16,0-40 15,-40 40-15,40-40 0,1 0 0,-41 40 16,40 0-16,0-40 15,0 41-15,0-1 0,0-40 16,-40 40 0,40-40-16,0 0 0,1 0 0,-1 0 15,0 0-15,0 0 16,0 0-16,0 0 0,0-40 0,0 40 0,1 0 16,-41-40-16,40 40 0,0 0 15,-40-41-15,0 1 0,0 0 16,0 0-16,0 0 0,-40 40 15,40-40 1,-40 40-16,-1 0 0,1 0 16,0 40-16,0 0 15,40 0-15,-40-40 0,40 80 16,0-39 0,0-82 30,40 41-46,0 0 0,-40-40 0,40 40 16,-40-40-16,40 0 16,-40 0-16,41 40 0,-41-40 15,40 40 1,0 0-16,0 40 16,0 0-1,0-40-15,0 40 0,0-40 16,1 0-16,-1 0 0,0 0 0,0 0 0,0 0 15,0 0-15,0 0 0,0 0 16,1 0-16,-41-40 0,0 0 16,40 0-1,-40 0-15,0 0 0,0 0 16,0 0-16,-40-1 0,40 1 16,0 0-16,-41 0 0,41 0 0,0-40 0,-40 40 15,40 0-15,-40 40 0,40-41 0,0 1 0,-40 0 16,40 80 15,0 41-15,0-41-16,0 0 0,0 0 0,40 40 15,-40-40-15,0 40 16,40 1-16,-40-41 0,0 40 0,0-40 0,40 40 16,-40-40-16,0 41 0,0-41 15,0 0-15,0 0 0</inkml:trace>
  <inkml:trace contextRef="#ctx0" brushRef="#br0" timeOffset="72115.6707">8667 6456 0,'0'40'15,"-40"-40"1,80 0 93,0 0-109,-40-40 0,41 40 16,-1 0-16,0 0 15,-40-40-15,40 40 0,0 0 0,0 0 16,0 0 0,0 0-16,1 0 0,-1 0 15,0 0-15,0 40 16,0-40-16,0 40 0,0-40 0,-40 81 0,40-81 16,1 40-16,-41 0 15,40 0-15,0 0 0,-40 0 0,40 0 0,-40 0 16,0 1-16,40-1 0,-40 0 0,0 0 0,0 0 15,0 0-15,0 0 16,0 0-16,0 0 0,-40-40 16,40 40-1,-40-40-15,0 0 0,0 0 16,-1 0-16,41-40 16,-40 40-16,40-40 0,-40 0 0,40 0 15,0 0-15,0 0 0,0 0 0,0 0 0,0 0 16,0-1-16,40 1 15,-40 0-15,81 40 0,-81-40 0,40 0 0,0 0 16,-40 0-16,40 40 0,0-40 16,0 0-16,0 40 0,-40-41 0,40 41 0,1-40 15,-1 40-15,0-40 16,0 40-16,-40-40 0,40 40 0,0 0 16,0-40-1,0 40 95</inkml:trace>
  <inkml:trace contextRef="#ctx0" brushRef="#br0" timeOffset="73315.5767">10112 7218 0,'0'40'15,"0"-80"16,0 0-15,40 40-16,0 0 16,0 0-1,-40 40-15,40-40 16,-40 40-16,0 1 0,0-1 0,40 0 0,-40 0 16,0 0-16,-40 0 0,40 0 0,0 0 15,-40 0-15,40 1 16,0-82 15,40 1-31,-40 0 16,40 0-16,1 0 0,-1 40 15,0-40-15,0 0 0,0 0 0,0 0 0,0-1 16,0 1 0,1 40-16,-41-40 0,40 40 0,0-40 0,0 0 15,-40 0 1,-40 40-1,0 0-15,0 0 0,-1 40 16,1-40-16,0 40 16,0 0-16,0 0 0,0-40 0,40 40 15,0 1-15,-40-41 0,40 40 16,0 0-16,0 0 16,40 0-1,0-40-15,-40 40 0,40-40 0,0 0 16,0 40-16,0-40 0,1 0 15,-41 40-15,40-40 0,0 0 16</inkml:trace>
  <inkml:trace contextRef="#ctx0" brushRef="#br0" timeOffset="73815.5086">11155 7138 0,'-40'0'15,"0"40"17,0 0-17,80 41 1,-40-41 0,40 0-16,40 0 15,-40-40 1,1 0-16,-1-80 31,0 40-31,-40-41 16,0 41-16,0 0 0,0 0 15,0 0-15,0 80 47,0 0-47,0 0 16,0 0-16,0 0 0,0 1 15,0-1-15,0 0 0,0 0 0,0 0 0,0 0 16,0 0-16,0 0 16,0 0-16,0 1 0,0-1 0,0 0 0,0 0 15,-40 0-15,40 0 0,-40 0 16,40 0-16,0 0 0,-41-40 0,41 40 0,-40 1 16,0-1-1,0-40-15,0 0 16,0 0-16,40-40 0,-40-1 15,0 1 1,40 0-16</inkml:trace>
  <inkml:trace contextRef="#ctx0" brushRef="#br0" timeOffset="74265.5383">12319 6537 0,'0'-41'16,"-40"41"0,0 0-1,40 41 1,-81 39-1,81-40-15,0 40 16,-40-40-16,40 121 16,40 39 15,41-39-15,39-121-16</inkml:trace>
  <inkml:trace contextRef="#ctx0" brushRef="#br0" timeOffset="74675.4423">12961 7098 0,'0'0'16,"0"40"-16,-40-40 15,80-40-15,0 0 0,0 0 16,0 0-1,0 40-15,-40-40 0,40 0 0,1-1 16,-41 1-16,40 40 0,-40-40 16,0 0-16,0 0 0,0 0 15,0 0-15,-40 40 16,40-40-16,-41 0 0,41-1 16,-40 41-16,40-40 0,-40 40 15,40 40 16,-40 1-15,40-1-16,0 0 0,0 0 16,0 0-16,0 0 15,0 0-15,0 0 0,0 0 16,40 1 0,-40-1-16,40 0 0,-40 0 0,40 0 15,-40 0-15,41 0 0,-41 0 16,40-40-16</inkml:trace>
  <inkml:trace contextRef="#ctx0" brushRef="#br0" timeOffset="75085.4144">13964 6336 0,'40'0'16,"0"0"0,-40 40-1,40-40 1,-40 40-16,40 0 0,-40 0 0,0 1 16,41-1-16,-41 0 0,0 0 15,0 0-15,0 0 16,0 0-16,-41-40 0,41 40 0,-40 0 0,40 1 15,-40-1-15,40 0 16,-40 0-16,0 0 0,0 0 0,40 0 16,-40-40-16</inkml:trace>
  <inkml:trace contextRef="#ctx0" brushRef="#br0" timeOffset="75455.4656">15529 6657 0,'0'-40'31,"40"0"-15,0 40-16,40 0 16,-39 0-16,-41-40 0,40 40 15,40 0-15,-40 0 0,0-41 16,0 41-16,0 0 15,121 0 1,-121-40-16,0 40 0</inkml:trace>
  <inkml:trace contextRef="#ctx0" brushRef="#br0" timeOffset="75655.4366">15890 7018 0,'-40'40'16,"80"-80"-16,-120 120 0,160-120 31,-40 40-31,0 0 0,0-40 0,41 40 16,-41 0-16,40 0 16,-40 0-16,0-40 0,41 40 0,-41 0 0,0 0 15,0 0-15,0-40 0,0 40 0,0 0 0,0 0 16</inkml:trace>
  <inkml:trace contextRef="#ctx0" brushRef="#br0" timeOffset="76595.3961">17896 5855 0,'0'40'31,"-40"-40"-15,0 120-1,40-40 1,0 121-1,0-1 1,0-119 0,0-41-16,0 120 15,0-120-15</inkml:trace>
  <inkml:trace contextRef="#ctx0" brushRef="#br0" timeOffset="76955.3747">17455 7258 0,'0'0'15,"-80"0"1,40 0 15,40-40-15,80 40 0,-40-40-16,161 0 15,-121 40-15,-40 0 0,201-80 31,-161 80-31,201-40 16,-201 0-16,-40 40 0,121 0 16,-121 0-16</inkml:trace>
  <inkml:trace contextRef="#ctx0" brushRef="#br0" timeOffset="77335.3516">17856 7740 0,'-40'40'16,"40"0"15,-40-40-15,40 40-16,0 0 0,0 0 15,-40 0-15,40 0 16,0 1-16,0-1 0,0 0 0,-40 0 15,40 0-15,0 0 16,0 0-16,0 0 0</inkml:trace>
  <inkml:trace contextRef="#ctx0" brushRef="#br0" timeOffset="77605.3364">17856 7780 0,'-40'0'31,"40"40"0,80-40-15,-80 40-16,0 0 0,40-40 0,-40 40 15,41 0-15,-1-40 16,0 40-16,0 1 0,0-41 16,0 40-16,0-40 15,1 0-15,-1 0 16</inkml:trace>
  <inkml:trace contextRef="#ctx0" brushRef="#br0" timeOffset="77865.319">18498 7619 0,'0'0'0,"-40"41"47,40-1-47,0 0 15,-40 0-15,40 0 0,0 0 16,0 0-16,0 0 0,0 0 16,0 0-16,0 1 15,0-1-15,0 0 0,0 0 16</inkml:trace>
  <inkml:trace contextRef="#ctx0" brushRef="#br0" timeOffset="79425.1505">21508 5694 0,'-40'0'15,"-1"0"48,1 0-16,-40 0-32,40 0 1,0 0-16,0 0 0,0 0 15,-1 0 1,1 0-16,0 0 0,0 0 0,0 0 0,0 0 16,0 0-16,-41 0 0,41 40 15,0-40-15,0 41 0,-40-41 0,40 0 0,0 40 16,-1-40-16,1 0 16,-40 40-16,40-40 0,0 0 0,0 0 0,0 0 15,-1 40-15,1-40 0,0 0 0,0 0 16,40 40-16,-40-40 15,0 0-15,40 40 0,0 0 47,40-40-15,-40 40-32,40-40 0,0 0 0,0 0 15,0 0-15,1 0 16,-1 40-16,0-40 0,40 0 0,-40 0 0,40 0 15,-39 0-15,-1 41 0,0-41 16,40 0-16,-40 0 0,0 0 0,0 40 0,1-40 16,-1 0-16,0 0 15,0 0-15,0 40 0,0-40 16,-40 40-16,0 0 16,-80 0-1,40 0-15,0 0 0,0-40 16,-1 40-16,1 0 15,0 1-15,0-41 0,0 40 0,0 0 16,0-40-16,40 40 0,-40 0 16,-1-40-16,1 40 0,0-40 0,40 40 0,-40-40 15,40 40-15,-40-40 16,40 40-16,-40-40 0,40 41 0,0-1 16,-40-40-16,40 40 15,40-40 63,0 0-78,0 0 16,0 0 0,0 0-16,0 0 0,1-40 0,-1 40 0,0 0 15,0 0-15,0 0 0,40-40 0,-40 40 0,1 0 16,39 0-16,-40 0 0,0-41 15,0 41-15,40 0 0,-39-40 0,-1 40 0,0 0 16,0 0-16,0 0 16,0 0-16,40 0 0,-39 0 0,-1 0 0,0 0 15,0 0-15,0 0 0,0 0 16,0 0-16,0 0 16,-80 0 109,0 0-110,0 0 1,0 0-1,0 0-15</inkml:trace>
  <inkml:trace contextRef="#ctx0" brushRef="#br0" timeOffset="80175.108">19822 7740 0,'0'0'15,"0"-40"1,0 0-16,0-41 31,81 1-15,39 80-1,-40 80 17,1 41-17,-81-81-15,0 0 0,-81 40 31,81-40-31,0-80 32,0 0-17,40-40 1,1 40-16,-1 0 0,0-1 16,0 1-16,0 0 0,0 0 15,0 40-15,0 0 16,1 0-16,-1 0 15,-40 40 1,0 0-16,0 0 16,0 1-16,0-1 15,0 0-15,0 0 0,0 0 0,0 0 16,0 0-16,0 0 16,0 0-16,0 0 15,40-40 16,0-40-31</inkml:trace>
  <inkml:trace contextRef="#ctx0" brushRef="#br0" timeOffset="80405.1655">20986 7700 0,'0'-40'16,"0"-1"15,40 1-15,0 40-1,0 0-15,81-40 16,-81 40-16,0 0 0,40-40 16,-40 40-1</inkml:trace>
  <inkml:trace contextRef="#ctx0" brushRef="#br0" timeOffset="80615.1525">21106 7860 0,'-40'40'15,"80"-80"-15,-80 40 16,80-40-1,1 0 1,79 0 15,-80 40-31,0 0 0,40 0 32,-39 0-32</inkml:trace>
  <inkml:trace contextRef="#ctx0" brushRef="#br0" timeOffset="80995.0894">22029 7459 0,'-40'0'16,"0"0"0,0 0-16,0 0 0,40 40 15,-40-40-15,40 40 16,-40-40-16,40 40 0,-41 0 0,41 1 15,0-1-15,0 0 16,0 0-16,41-40 0,-1 40 16,0-40-1,0 0-15,0 40 0,0-40 0,0 0 16,1 0-16,-1 0 0,0 0 16,-40-40-16,40 40 0,-40-40 0,40 40 15,-40-40-15,0 0 0,0 0 16,0-1-1,0 1-15,-40 40 0,40-40 0,-40 0 16,0 40 0,0-40-16,-1 40 15,1 0-15,0 0 16,0 0-16,0 0 0,0 0 16</inkml:trace>
  <inkml:trace contextRef="#ctx0" brushRef="#br0" timeOffset="81685.088">19782 5213 0,'0'-40'15,"0"80"63,0 0-78,0 0 16,0 0-16,0 1 16,0-1-16,0 0 0,-40 0 0,40 0 15,0 0-15,0 0 0,0 0 0,0 0 16,0 0-16,0 1 15,0-1-15,40 0 16</inkml:trace>
  <inkml:trace contextRef="#ctx0" brushRef="#br0" timeOffset="81974.9981">19662 5293 0,'0'0'0,"40"0"31,-40 40-15,40-40-16,0 41 0,0-1 15,1 0-15,-1-40 0,-40 40 16,40 0-16,0-40 15,-40 40-15,40-40 0,0 40 0,0 0 16,0 0-16,1-40 16,-1 0-16,0 0 15</inkml:trace>
  <inkml:trace contextRef="#ctx0" brushRef="#br0" timeOffset="82205.0574">20264 5213 0,'-40'0'16,"40"-40"-1,0 80 17,0 0-17,0 0-15,0 0 0,0 1 0,40-1 16,-40 0-16,0 0 15,0 0-15,0 0 0,0 0 0,0 0 16,0 0 0,0 0-16</inkml:trace>
  <inkml:trace contextRef="#ctx0" brushRef="#br0" timeOffset="82555.035">20625 5454 0,'-40'0'16,"80"0"31,40 0-32,-40 0-15,0 0 16,1 0-16,-1 0 0,0 0 0,0-40 15,0 40-15,0 0 16</inkml:trace>
  <inkml:trace contextRef="#ctx0" brushRef="#br0" timeOffset="82884.9494">21307 4892 0,'-40'0'15,"80"0"-15,-80 40 47,40 41-47,0-41 16,0 0-1,0 0-15,0 0 0,0 0 0,0 0 0,0 0 16,0 0-16,0 1 0,0-1 16,0 0-16,0 0 0,0 0 0,-40 0 15</inkml:trace>
  <inkml:trace contextRef="#ctx0" brushRef="#br0" timeOffset="85434.8605">22190 6136 0,'0'0'0,"40"0"16,0 0-16,-40-41 31,40 41-31,0-40 16,1 40-1,-1 0 1,-40 40-16,40-40 0,-40 41 15,40-41-15,-40 40 16,0 0-16,40-40 0,-40 40 0,0 0 0,0 0 16,0 0-1,-40 0-15,40 0 0,-40-40 0,40 40 16,-40-40-16,40-40 31,40 40-31,-40-40 0,40 40 16,-40-40-16,40 0 15,0 0-15,0 0 0,0 0 0,1 0 16,-1 40-16,0-40 16,0 40-16,-40-41 0,40 41 0,0-40 0,0 40 15,0-40-15,1 40 0,-1-40 16,0 40-16,0-40 0,-40 0 31,-40 40-15,40-40-16,-80 40 0,39 0 31,1 0-31,0 0 0,40 40 0,-40-40 16,0 40-1,40 0-15,-40 0 0,40 0 16,0 0-16,0 1 0,0-1 16,40 0-16,-40 0 15,40 0-15,40 0 0,-40 0 16,1 0-1,-1-40-15,0 0 0,0 0 16</inkml:trace>
  <inkml:trace contextRef="#ctx0" brushRef="#br0" timeOffset="85804.8508">23915 5734 0,'-40'0'15,"80"0"-15,-160 41 31,80-1-31,0 40 16,0 80 0,80 1 15,40-81-15,40-40-1,-39 0 1,-41-40-16</inkml:trace>
  <inkml:trace contextRef="#ctx0" brushRef="#br0" timeOffset="86204.8144">24236 5935 0,'40'0'47,"-40"40"-47,0 0 16,41 0-16,-41 0 15,40-40-15,-40 41 16,0-1-16,40-80 47,-40-1-47,0 1 0,40 40 15,-40-40-15,40 0 0,0 40 16,0-40-16,0 40 0,1-40 16,-1 40-1,0 0-15,-40 40 16,40-40-16,-40 40 0,0 0 16,40 0-1,-40 0-15,0 1 16,0-1-1,0 0-15,0 0 16,-40-40 0</inkml:trace>
  <inkml:trace contextRef="#ctx0" brushRef="#br0" timeOffset="86544.7274">25239 5614 0,'41'0'15,"-1"40"17,0 0-32,0-40 0,-40 40 0,40 1 15,0-1-15,0 0 16,-40 0-16,41 0 0,-41 0 0,0 0 16,0 0-16,0 0 0,0 1 0,-41-1 15,41 0-15,-40 0 0,40 0 16,-80-40-16,80 40 0,-40-40 15</inkml:trace>
  <inkml:trace contextRef="#ctx0" brushRef="#br0" timeOffset="87414.7407">26483 5694 0,'0'0'0,"-40"0"32,40-40-17,40 40 16,-40 40-31,41 0 0,-41 1 0,40-41 16,-40 40-16,40 0 16,0 0-16,-40 0 0,40-40 0,0 40 15,0-40-15,0 40 16,1-40-16,-1 0 0,0 0 16,0 0-16,0-40 0,-40 0 15,0 0 1,0 0-16,0 0 15,-40 40-15,40-40 0,0-1 16,0 1-16,0 0 0,0 0 31,0 80-15,0 0 0,0 0-16,0 1 15,0-1-15,0 0 0,0 0 16,0 0-16,0 0 15,40 0-15,-40 0 0,0 0 0,0 1 0,0-1 16,0 40-16,0-40 0,0 0 16,0 40-16,0-40 0,0 0 0,0 1 0,0 39 15,0-40-15,0 0 0,0 0 16,-40 0-16,0 0 16,0-40-16,0 0 15,-1 0 1,1 0-16,40-40 0,0 0 15,-40 40-15,40-40 0,0 0 16,0 0-16,0 0 0,0 0 16,0-1-16,40 1 15,-40 0-15,40 40 16,1-40-16,-1 40 16,-40-40-1,40 40-15,0 0 0,0 0 16</inkml:trace>
  <inkml:trace contextRef="#ctx0" brushRef="#br0" timeOffset="87924.6374">27727 5614 0,'-40'0'31,"0"0"0,40 40-31,-40-40 0,40 40 0,-40 0 16,40 1-16,0-1 15,0 0-15,-40 0 0,40 0 0,0 0 0,0 0 16,0 0-16,0 0 0,80 1 0,-80-1 16,40 0-16,-40 0 15,40 0-15,-40 0 0,40 0 0,0-40 16,1 40-1,-1-40-15</inkml:trace>
  <inkml:trace contextRef="#ctx0" brushRef="#br0" timeOffset="88364.6109">28169 5855 0,'-40'0'31,"80"0"-31,0 0 16,0 40-1,0 0-15,80 120 16,-120-39 15,0-81-31,0 0 0,-40-40 31,40-40-15,0-40 0,81-41-1,-1 41 1,-40 80-16,0-40 16,0 40-16,-40 40 31,40 0-31,-40 0 15,40 121 1,-80-41 15,40-80-31</inkml:trace>
  <inkml:trace contextRef="#ctx0" brushRef="#br0" timeOffset="88604.6297">29092 6256 0,'0'0'16,"40"-40"-1,80 0 1,-80 40-16,81-40 31,-81 40-31,0 0 0,40-41 16,0 41-1,-39 0-15</inkml:trace>
  <inkml:trace contextRef="#ctx0" brushRef="#br0" timeOffset="89144.5967">30135 6216 0,'0'0'16,"40"0"15,0-40-31,0 40 15,-40-40 1,0-1-16,0 1 16,0 0-1,0 0-15,0 0 0,0 0 16,0 0-16,0 0 0,0 0 0,0-1 16,0 1-1,0 0-15,0 0 0,0 0 16,-40 40-16,40-40 0,0 0 15,-40 40-15,40-40 0,-40 40 32,0 40-1,40 0-15,0 0-16,0 0 0,-40-40 0,40 40 15,0 0-15,0 0 16,0 1-16,0-1 0,0 0 0,0 0 0,0 0 15,0 40-15,40-40 16,-40 0-16,40 1 0,-40-1 0,40 0 16,0 0-1,0 0-15,0-40 0,1 40 0,-1-40 16,0 0-16,0 40 0,0-40 0,0 0 16,0 0-16,0 0 15,-40-80-15,41 40 0</inkml:trace>
  <inkml:trace contextRef="#ctx0" brushRef="#br0" timeOffset="90224.4957">30215 6176 0,'0'40'94,"0"0"-78,-40-40-16,40 40 15,-40 0-15,0-40 0,40 40 16,-40-40-16,40 40 16,-40-40-1</inkml:trace>
  <inkml:trace contextRef="#ctx0" brushRef="#br0" timeOffset="90614.4907">30897 5494 0,'40'0'16,"-40"40"0,0 0-1,41 0 1,-41 161 15,-41 39-15,-119-39-1,80-121 1</inkml:trace>
  <inkml:trace contextRef="#ctx0" brushRef="#br0" timeOffset="92894.3673">12078 11189 0,'0'0'0,"40"0"62,40-40-46,-39 0-1,-1 40-15,-40-41 0,40 41 0,-40-40 0,40 40 16,-40-40-16,0 0 0,40 40 0,-40-40 0,0 0 16,0 0-16,0 0 0,0 0 15,0 0-15,0-41 0,0 41 0,-40 0 16,40 0-1,0 0-15,-40 0 0,0 0 0,40 0 32,-40 40-1,40 40 0,0 0-31,0 0 16,0 0-16,0 0 0,0 0 0,0 0 15,0 0-15,0 41 16,0-1-16,0-40 0,0 0 0,0 0 16,0 0-16,0 0 15,0 0-15,0 1 0,40-41 0,0 40 16,0-40-16,0 0 0,0 0 16,0 0-1,0-40-15</inkml:trace>
  <inkml:trace contextRef="#ctx0" brushRef="#br0" timeOffset="93164.3216">13081 10627 0,'0'0'16,"40"-40"15,0 40-15,1-40-16,-1 40 0,0-40 0,0 40 16,0 0-16,0-40 0,0 40 15,0 0-15,1 0 0,-1-40 0,0 40 0,0 0 16,0 0-16,0 0 15,0 0-15</inkml:trace>
  <inkml:trace contextRef="#ctx0" brushRef="#br0" timeOffset="93394.3782">13442 10988 0,'-80'40'15,"160"-80"-15,-160 120 0,40-80 16,40-40-16,160 0 31,161-120-15,-40 80 0,-241 40-16</inkml:trace>
  <inkml:trace contextRef="#ctx0" brushRef="#br0" timeOffset="94074.2623">15970 10106 0,'-40'0'15,"0"0"17,0 0-1,0 0-31,0 0 0,0 40 15,-1-40-15,1 0 16,0 0-16,0 40 0,0-40 0,40 40 0,-40-40 16,0 40-16,0 0 0,-1 1 15,41-1-15,-40 0 0,40 0 0,0 0 16,0 0-16,81-40 0,-81 40 0,80-40 16,-40 0-16,0 40 15,0-40-15,0 0 0,41 0 0,-41 0 0,0 0 16,0-40-16,0 40 0,0-40 15,0 40-15,0-40 0,1 40 0,-41-40 0,40 40 16,-40-40-16,0 0 16,0 0-16,0-1 0,0 1 15,-40 0-15,40 0 0,-41 40 0,41-40 16,-40 40-16,40-40 0,-40 40 16,0 0-16,40-40 0,-40 40 0,0 0 15,0 0 1,0 0-16,40 40 31,0 0-31,40-40 16</inkml:trace>
  <inkml:trace contextRef="#ctx0" brushRef="#br0" timeOffset="94314.3225">16532 10427 0,'-40'120'15,"40"-80"-15,0 0 16,-40 81 0,0-1 15,0-80-16</inkml:trace>
  <inkml:trace contextRef="#ctx0" brushRef="#br0" timeOffset="94654.3021">17294 9946 0,'-40'0'15,"0"0"-15,40 40 31,0 0-15,40 40 0,0 40-1,-40-40-15,0 121 16,-80-41 15,80-119-31</inkml:trace>
  <inkml:trace contextRef="#ctx0" brushRef="#br0" timeOffset="95014.28">17977 10627 0,'0'40'15,"-41"1"17,1-1-32,40 0 15,-40-40-15,40 40 0,-40-40 16,40 40-16,-40-40 0,0 40 16,0-40-1</inkml:trace>
  <inkml:trace contextRef="#ctx0" brushRef="#br0" timeOffset="95414.2593">18619 10106 0,'0'0'0,"40"0"32,40 0-17,-40 120 1,0 1 0,-120-1 15,0-80-16,80 0 1,40 0 15,0-40-15,80 40 0,-79 0-1,-1-40 1</inkml:trace>
  <inkml:trace contextRef="#ctx0" brushRef="#br0" timeOffset="95574.1707">19622 10587 0,'-40'0'16,"40"40"-16,-40-40 0,80 0 46,0 0-30,0 0-16,-40-40 0,40 40 16</inkml:trace>
  <inkml:trace contextRef="#ctx0" brushRef="#br0" timeOffset="95744.1704">20224 10507 0,'0'40'32,"40"-40"-17,0 0-15,0-40 16,0 40 0,0-40-16</inkml:trace>
  <inkml:trace contextRef="#ctx0" brushRef="#br0" timeOffset="95914.2255">20906 10427 0,'0'0'15,"0"40"-15,40-40 0,0 0 47,0 0-31,-40-40-1</inkml:trace>
  <inkml:trace contextRef="#ctx0" brushRef="#br0" timeOffset="96064.1705">21387 10427 0,'0'0'16,"0"40"-16</inkml:trace>
  <inkml:trace contextRef="#ctx0" brushRef="#br0" timeOffset="96364.1697">22431 9986 0,'0'0'16,"-40"0"0,40 40 15,0 40-16,0-40 1,0 0-16,0 0 0,0 0 0,0 0 0,0 1 16,0-1-16,0 0 15,0 0-15,0 0 0,0 0 16</inkml:trace>
  <inkml:trace contextRef="#ctx0" brushRef="#br0" timeOffset="96634.1065">22350 10026 0,'0'0'32,"0"40"-17,0 0 1,121 40 15,-1 40-15,1-79-1,-41-1 1,-40-40 0</inkml:trace>
  <inkml:trace contextRef="#ctx0" brushRef="#br0" timeOffset="97184.1467">23033 10026 0,'-41'0'31,"1"0"-31,0 0 15,0 0 17,40 40-17,0-80 95,0 0-110,80 40 15,-80-40 1,0 80 93,0 0-109,0 0 16,0 0-16,0 0 0,-40 0 0,40 0 16,0 0-16,0 0 15,0 1-15,0-1 0,0 0 0,40 0 31,0-40-31</inkml:trace>
  <inkml:trace contextRef="#ctx0" brushRef="#br0" timeOffset="97524.053">23313 10186 0,'0'40'15,"41"-40"17,-1 0-32,0 0 15,0 0-15,0 0 0,0 0 16,0 0-16,0 0 16,1 0-16,-1 0 0,0 0 0,0-40 0,0 40 15,0 0-15,0 0 16</inkml:trace>
  <inkml:trace contextRef="#ctx0" brushRef="#br0" timeOffset="97904.0331">24597 9745 0,'0'0'0,"0"40"31,0 0 16,0 0-32,0 0-15,0 1 0,0-1 0,0 0 0,0 40 16,0-40-16,0 40 0,0-40 0,0 41 0,0-41 16,0 0-16,0 40 15,0-40-15,-40 0 0,40 0 0,0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8-18T07:29:06.4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3852 2085 0,'0'-40'0,"0"0"0,0 0 15,40-1 1,0 1-16,1 40 16,-1-40-16,0 40 15,0-40-15,0 40 16,0 40-1,0 0 1,-40 0-16,40 1 0,1-1 16,-41 0-16,0 0 0,0 0 15,0 0-15,0 0 0,0 0 0,0 0 0,-41 1 16,1-1 0,40 0-16,-40-40 0,40 40 0,-40-40 0,40-40 46,0 0-30,40 40-16,-40-40 0,40-1 0,-40 1 0,81 40 16,-41-40-16,-40 0 0,40 0 0,0 0 0,0 0 15,0 0-15,0 0 0,0-1 16,1 1-16,-41 0 0,40 40 0,0-40 0,-40 0 16,40 40-16,-40-40 15,40 40-15,-40-40 0,0 0 16,0 0-1,-40 40-15,0 0 16,0 0-16,0 40 16,-1 0-1,1 0-15,40 0 16,-40 0-16,40 0 16,0 0-16,0 0 0,0 1 0,0-1 15,0 0-15,40-40 16,-40 40-16,40 0 0,1 0 0,-1-40 15,-40 40-15,40-40 0,0 0 16,0 0-16,0 0 0,0 0 0,0 0 0</inkml:trace>
  <inkml:trace contextRef="#ctx0" brushRef="#br0" timeOffset="269.983">5618 1483 0,'0'0'0,"-81"0"16,1 40-1,80 1-15,-40 79 32,0-80-32,40 0 0,0 120 31,40 1-16,0-121 1,-40 0-16,40 0 0,0-40 0,1 40 16</inkml:trace>
  <inkml:trace contextRef="#ctx0" brushRef="#br0" timeOffset="639.9607">5979 1684 0,'-40'-40'16,"40"80"15,0 0-31,40-40 0,-40 40 0,40 0 16,-40 0-16,40 0 0,-40 0 16,0 1-16,0-1 0,0 0 15,0 0 1,0 0-16,0-120 31,40 40-31,-40 0 16,40-1-16,0 1 0,-40 0 0,41 40 15,-1 0 1,0 0-16,0 0 16,-40 40-16,40-40 15,-40 40-15,40-40 0,-40 41 0,0-1 0,0 0 16,0 0-1,0 0-15,0 0 0,0 0 16</inkml:trace>
  <inkml:trace contextRef="#ctx0" brushRef="#br0" timeOffset="859.9494">6862 1644 0,'0'-40'16,"0"80"-16,0-40 16,40 40-1,-40 0-15,40 40 16,-40-40-16,0 81 16,-40 79-1,0-160-15,40 0 16,-41 0-1</inkml:trace>
  <inkml:trace contextRef="#ctx0" brushRef="#br0" timeOffset="1089.8697">7664 1844 0,'0'-40'15,"0"0"-15,0 0 16,40 40-16,81-80 16,-81 40-16,120 40 31,-79 0-31,119 0 16,1 0-1,-161 0-15,40 0 0</inkml:trace>
  <inkml:trace contextRef="#ctx0" brushRef="#br0" timeOffset="1279.8571">7985 2125 0,'-40'0'15,"80"0"-15,-80-40 16,160 0-16,-39 40 31,-1 0-31,161-80 16,-201 80-16,80 0 0</inkml:trace>
  <inkml:trace contextRef="#ctx0" brushRef="#br0" timeOffset="2169.8115">10152 922 0,'0'0'0,"0"-40"0,-40 40 15,40-40 1,-40 40 0,0 0-1,-1 0 1,1 0-16,0 0 0,0 0 16,0 0-1,0 0-15,40 40 0,-40-40 16,40 40-16,-40-40 0,40 40 15,0 0-15,0 0 0,0 0 0,0 0 16,40 41-16,-40-41 0,40 0 0,-40 0 0,80 0 16,-80 0-16,40 0 15,0 0-15,-40 0 0,0 1 0,0-1 0,40-40 16,-40 40-16,0 0 0,0 0 16,0 0-16,0 0 0,-80 0 0,80 0 15,0 0-15,-80-40 16,80 41-16,-40-41 0,0 0 15,40-41 1,0 1-16,0 0 16,40 40 15,-40 40-31,40-40 16,-40 40-16,0 1 0,0-1 15,40 0-15,0-40 0,-40 40 0,40 0 0,-40 0 16,40 0-16,1 0 15,-41 0-15,40-40 0,0 41 0,-40-1 0,40-40 16,-40 40-16,40-40 0,0 40 0,0-40 16,0 0-16,1 0 15,-1 0-15,0-40 0,0 40 0,0-40 16</inkml:trace>
  <inkml:trace contextRef="#ctx0" brushRef="#br0" timeOffset="2399.8548">10914 1604 0,'-40'-81'31,"40"41"-31,0 80 31,0 1-31,0-1 0,0 0 16,0 0-16,0 0 0,0 0 15,0 0-15,0 0 0,40 0 0,-40 0 0,41 1 16,-41-1-16,0 0 0,40 0 0,-40 0 16,0 0-1,40 0-15</inkml:trace>
  <inkml:trace contextRef="#ctx0" brushRef="#br0" timeOffset="2609.8416">11516 2245 0,'40'0'0,"-40"40"31,0 1-31,0 39 31,-80 0-15,40-80-1</inkml:trace>
  <inkml:trace contextRef="#ctx0" brushRef="#br0" timeOffset="3539.7102">12800 1483 0,'0'0'0,"-40"0"0,0 0 15,0 40 1,0 1-16,0-41 0,40 40 16,-40-40-16,-1 40 15,41 0-15,0 0 0,0 0 0,0 0 16,0 0-16,0 0 15,0 0-15,41-40 0,-41 41 0,40-41 16,0 40-16,0-40 0,0 0 0,0 0 16,0 0-16,0 0 15,1 0-15,-41-40 0,40 40 0,0-41 0,0 1 16,-40 0 0,0 0-16,0 0 0,0 0 0,0 0 15,-40 0 1,40 0-16,-40 40 0,40-40 0,-40-1 15,-1 41-15,1 0 16,0 41 0,40-1-16,0 0 15,0 0 1</inkml:trace>
  <inkml:trace contextRef="#ctx0" brushRef="#br0" timeOffset="3749.7737">13603 2005 0,'0'0'0,"-40"40"32,40 0-32,-40 0 0,40 0 0,-81 80 31,-79 41-16,80-121-15,80 0 0,-41 0 16</inkml:trace>
  <inkml:trace contextRef="#ctx0" brushRef="#br0" timeOffset="4389.7335">14807 1483 0,'0'0'15,"-121"0"1,41 0-1,40 0 1,0 0-16,0 40 16,40 1-16,0 39 15,0-40-15,40 80 32,-40-80-32,40-40 0,-40 40 0,120 41 31,-80-81-31,1 0 0,-1 0 15,0-41-15,-40 1 0,0 0 32,0 0-32,0-80 15,0 80-15,-40 40 0,40-40 16,-40-121 0,40 121-1,-41 40 1,41 40-1,0 81 1,0-81-16</inkml:trace>
  <inkml:trace contextRef="#ctx0" brushRef="#br0" timeOffset="4589.7221">15368 2045 0,'-40'40'0,"40"0"32,0 0-32,-40 40 31,0-40-31,0 1 0,0-1 0,-40 80 31,-1-80-31</inkml:trace>
  <inkml:trace contextRef="#ctx0" brushRef="#br0" timeOffset="5069.6928">16131 1243 0,'0'40'78,"0"0"-78,0 0 16,0 0-16,0 0 16,0 0-16,0 0 0,0 1 0,0-1 0,0 40 15,-40-40-15,40 0 16,0 0-16,0 0 0,0 0 0,-40 0 0,40 1 16,0-1-1</inkml:trace>
  <inkml:trace contextRef="#ctx0" brushRef="#br0" timeOffset="5609.6596">16933 1363 0,'0'-40'16,"0"80"-16,40-80 16,1 40-1,-1 40 1,40 40 0,-80 41-1,0-41 1,0 40-1,0-80 1,40-40-16,0 40 16,0-40-16,41-40 15,39-80 17,-120 80-32,40 40 0,-40-40 31,-40 40-31,40 40 15,-40-40-15,0 80 16,40-40-16,-81 80 16,41-80-16,40 1 0,-40 39 31,40-40-31,-40 0 0,40 0 0,-80 80 31,-41 1-15,-39-41-1</inkml:trace>
  <inkml:trace contextRef="#ctx0" brushRef="#br0" timeOffset="6879.5081">19943 1804 0,'0'40'0,"40"-40"47,-40-40-47,40 40 16,-40-40-16,40 40 16,-40-40-16,40 40 0,-40-40 0,0 0 15,40 0 1,-40 0-16,0-1 0,0 1 0,0 0 15,0 0-15,0 0 0,0 0 0,-40 0 16,0 0 0,40 80 15,0 40-15,0-40-16,0 0 15,-40 0-15,40 0 0,0 41 0,0-41 0,0 0 16,0 0-16,0 40 15,0-40-15,0 0 0,0 0 0,0 1 0,0-1 16,0 0-16,0 0 0,0 0 0,0 0 16,0 0-16,0 0 15,0-80 17,0 0-32,0 0 15,0 0-15,0 0 16,40 0-16,-40 0 0,40 40 0,-40-41 15,40 1-15,1 0 0,-1 40 0,0 0 16,0 0 0,0 0-16,-40 40 15,40-40-15,-40 40 16,40 1-16,0-1 16,-40 0-16,0 0 15,41-40-15,-41 40 0,40-40 16,-40 40-16,40-40 15,-40 40-15,40-40 0,0 0 16</inkml:trace>
  <inkml:trace contextRef="#ctx0" brushRef="#br0" timeOffset="7169.5131">21708 1042 0,'-80'-40'0,"160"80"0,-200-120 31,80 80-31,0 0 16,0 40-16,-1 80 15,41-80-15,0 1 0,-40-1 16,40 200-1,0-159 1,0-1-16,81 40 16,-81-80-16,40-40 0,0 0 15,80 40-15</inkml:trace>
  <inkml:trace contextRef="#ctx0" brushRef="#br0" timeOffset="7539.4679">22150 1203 0,'0'0'16,"0"-41"-16,-40 41 15,40 41 1,40 39-16,0-40 16,-40 0-16,40 0 15,-40 0-15,40 0 0,-40 0 0,40-40 0,-40 41 16,0-1-16,40 0 15,1-40 1,-1-40-16,0 0 16,-40-1-1,40 41-15,0-40 0,-40 0 0,40 0 0,0 0 16,0 0 0,1 40-1,-41 40 1,0 40-16,40-40 0,-40 0 0,0 1 15,0-1-15,0 0 0,0 0 0,0 0 0,0 0 16,0 0-16,0 0 16,0 0-16,-40-40 0</inkml:trace>
  <inkml:trace contextRef="#ctx0" brushRef="#br0" timeOffset="7769.529">23273 1082 0,'40'0'31,"-40"40"-15,41 161 0,-1 40 15,-161-41-16,81-120-15,0-40 16,40 0 0</inkml:trace>
  <inkml:trace contextRef="#ctx0" brushRef="#br0" timeOffset="7949.4576">23835 1443 0,'0'-40'16,"40"40"-16,0 0 16,-40-40-16,40 40 15,1 0-15,-1 0 0,0 0 0,0 0 0,0 0 16,0 0-16,0 0 0,0 0 16,1 0-16,-1 0 0,0 0 0,0 0 15</inkml:trace>
  <inkml:trace contextRef="#ctx0" brushRef="#br0" timeOffset="8159.5046">24317 1684 0,'0'0'0,"-41"40"31,82-40-15,79-40-1,-40 0 1,-40 40-16,81-40 16,-81 40-16,-40-40 0</inkml:trace>
  <inkml:trace contextRef="#ctx0" brushRef="#br0" timeOffset="8759.4714">26002 842 0,'-80'0'31,"40"0"-15,-1 40-16,1-40 0,0 0 15,0 40 1,0-40-16,40 40 0,0 0 0,-40 0 15,40 0-15,0 0 0,0 0 0,0 1 0,0-1 16,0 40-16,0-40 0,0 0 16,0 0-16,40 0 0,-40 0 0,0 1 0,0-1 15,0 0 1,-40 0-16,0-40 0,40 40 16,-81-40-16,41 0 15,40-40 1,0 0 15,40 40-31,1 40 31,-1 0-31,-40 0 0,0 0 16,40 0 0,-40 0-16,0 0 0,0 1 0,40-1 0,-40 0 15,0 0-15,0 0 16,40-40-16,-40 40 0,0 0 0,40-40 0,-40 40 15,40-40-15,0 0 0,1 0 16,-1 0 0,0 0-16</inkml:trace>
  <inkml:trace contextRef="#ctx0" brushRef="#br0" timeOffset="9119.4468">26564 1483 0,'0'0'16,"0"-40"-1,0 80 17,0 0-17,-40-40-15,40 41 16,-41-1-16,41 0 0,-40 0 0,0 0 15,40 0-15,0 0 0,-40-40 16,40 40-16,-40 0 16,40 0-16,80-40 31,-40 0-31,0 0 0,1 0 16,-1 0-16,0 0 0,40 0 15,-40 0-15,40 0 0,-39-40 0,-1 40 0,40 0 16,-40 0-16,0 0 15,0 0-15,0 0 0,1 0 0,-1 0 0,0-40 16</inkml:trace>
  <inkml:trace contextRef="#ctx0" brushRef="#br0" timeOffset="9359.4323">26804 1564 0,'0'0'0,"-40"0"0,0 0 0,40-41 0,-40 41 15,40 41 17,0-1-17,0 0-15,0 0 0,0 0 16,0 0-16,0 0 0,0 40 0,0-40 0,0 1 16,0-1-16,0 0 15,0 0-15,0 0 0,0 0 0,0 0 0,0 0 16,0 0-16,0 1 15</inkml:trace>
  <inkml:trace contextRef="#ctx0" brushRef="#br0" timeOffset="9569.345">27246 2085 0,'0'40'0,"0"0"32,0 0-32,-40 0 0,40 0 15,-40 1-15,40-1 16,-41 0-16,41 0 0,-40-40 16,40 40-16,-40-40 15</inkml:trace>
  <inkml:trace contextRef="#ctx0" brushRef="#br0" timeOffset="10279.3014">28169 1523 0,'-40'0'0,"40"-40"16,0 0 0,0 0-1,40 40 1,-40-40-16,40 40 0,-40-40 15,40 40-15,0 0 0,0 0 16,0 0-16,0 0 16,1 40-16,-1 0 0,-40 0 15,40 0 1,-40 0-16,0 1 0,0-1 16,0 0-16,0 0 15,-40-40-15,40 40 0,-40 0 0,40 0 16,-41-40-1,82 0 17,-1 0-17,-40 40-15,40-40 0,-40 40 16,40-40-16,-40 40 16,0 1-16,40-41 0,-40 40 0,0 0 15,0 0 1,-40-40-16,40 40 0,-40-40 0,0 40 0,0-40 15,-1 0-15,1 40 0,-40-40 0,40 0 0,0 0 16,-40 40-16,39-40 16,1 0-16</inkml:trace>
  <inkml:trace contextRef="#ctx0" brushRef="#br0" timeOffset="10509.291">29011 2085 0,'0'0'0,"0"40"16,-40-40 0,0 40-16,-40 40 31,80-40-31,-40 1 0,-41 79 15,41-80 1</inkml:trace>
  <inkml:trace contextRef="#ctx0" brushRef="#br0" timeOffset="11009.2607">29613 1564 0,'40'0'47,"-40"40"-31,41-40-16,-1 40 0,0 0 0,0 0 16,-40 0-1,40 0-15,-40 0 0,40 0 0,-40 0 16,0 1-16,0-1 15,-80 0-15,40-40 16,40 40-16,-40-40 0,0 0 0,40 40 16,-41-40-1,41-40 1,41 40 0,-1 0-1,0 0 1,0 0-16,0 0 0,0 0 0,0 0 0,-40 40 15,81-40-15,-41 40 0,0-40 0,0 0 16,0 0-16</inkml:trace>
  <inkml:trace contextRef="#ctx0" brushRef="#br0" timeOffset="11189.2493">30416 2165 0,'0'40'31,"-40"-40"-31,40 40 0,0 0 16,-40 1-16,40-1 16,-41-40-16,41 40 0,0 0 15,-40-40-15,40 40 0,0 0 0,-40-40 16,40 40-16,0 0 16</inkml:trace>
  <inkml:trace contextRef="#ctx0" brushRef="#br0" timeOffset="11629.2199">30897 1443 0,'0'40'32,"0"0"-17,-40 1 1,40-1-16,-40 0 0,40 0 0,0 0 16,0 0-16,0 0 0,-40 0 15,40 0-15,0 0 0,0 1 0,0-1 16,0 0-16,0 0 15,0 0-15,0 0 0,0 0 16</inkml:trace>
  <inkml:trace contextRef="#ctx0" brushRef="#br0" timeOffset="12189.1887">31258 1363 0,'41'0'47,"-41"40"-47,40 0 15,0-40-15,-40 40 0,40-40 16,-40 40-16,0 1 0,0-1 16,0 0-16,0 0 15,-40 0-15,40 0 0,-40 0 0,40 0 16,-40 0-16,40 0 16,0 1-16,0-1 0,0 0 15,80-40-15,-80 40 16,40-40-16,0 0 15,0 0-15,0 0 0,0 0 0,-40-40 16,41 40-16,-41-40 16,0 0-16,-41 40 47,41 40-32,-40 40 1,40-40-1,0 0-15,-40 0 0,40 0 0,-40 0 16,40 1-16,-40-1 0,0 0 0,40 0 0,-40 0 16,0 0-16,-1 0 15,1 0-15,0 0 0,0-40 0,40 40 16,-40-40-16,0 0 16</inkml:trace>
  <inkml:trace contextRef="#ctx0" brushRef="#br0" timeOffset="14849.0275">3290 3649 0,'0'-40'16,"40"40"0,-120 40 77,40-40-77,0 40 0,0-40-16,0 0 0,0 0 15,40 40-15,-41-40 16,1 0-16,40 40 0,-40-40 0,0 40 15,40 1-15,-40-41 0,40 40 0,0 0 16,-40 0-16,40 0 16,0 0-16,0 0 0,0 0 0,0 0 0,0 0 15,0 1-15,0-1 0,40-40 16,-40 40-16,40 0 0,40 0 0,-40-40 16,1 0-1,-1 0-15,0 0 0,0 0 0,0 0 0,-40-40 16,40 40-16,0-40 0</inkml:trace>
  <inkml:trace contextRef="#ctx0" brushRef="#br0" timeOffset="15159.0809">3852 3809 0,'0'0'16,"0"41"15,0-1-31,0 0 16,0 0-16,0 0 0,0 0 0,0 0 15,0 0-15,0 0 16,0 0-16,0 1 0,40-1 16,-40 0-16,0 0 15</inkml:trace>
  <inkml:trace contextRef="#ctx0" brushRef="#br0" timeOffset="15359.0686">3732 3689 0,'0'-40'31,"0"80"-31,-40-80 0,40 0 16,80 40-16</inkml:trace>
  <inkml:trace contextRef="#ctx0" brushRef="#br0" timeOffset="15819.0408">4253 3769 0,'81'0'47,"-41"0"-31,0 40-16,0-40 0,0 41 15,0-1 1,-40 0-16,40 0 0,-40 0 0,41-40 0,-41 40 16,0 0-16,0 0 0,40-40 15,-40 40-15,0 0 0,0 1 0,-81-41 16,81 40 0,-40-40-1,40-40 1,0-1-16,0-39 0,0 40 15,0 0-15,0 0 0,40 0 0,1 0 16,-41 0 0,40 40-16,-40-40 0,40-1 0,0 1 15,0 0 1,0 40-16,0 0 31</inkml:trace>
  <inkml:trace contextRef="#ctx0" brushRef="#br0" timeOffset="16249.0168">5698 3890 0,'0'0'16,"0"-40"-16,-40 40 31,0 0-15,0 0-1,-1 0 1,-39 40 0,40 0-16,0 40 15,40-40-15,0 0 32,0 0-32,120 40 31,81-39-16,-121-41-15,-40-41 0</inkml:trace>
  <inkml:trace contextRef="#ctx0" brushRef="#br0" timeOffset="17738.9258">5899 3970 0,'0'-40'47,"40"40"15,-40-40-46,40 40 46,-40-40-62,0 80 110,0 0-110,0 0 15,0 0 1,0 0-16,0 0 15,40-40-15,-40 40 0,0 0 16,40-40 0,0 0-16,-40-40 31,40 40-31,0-40 16,-40 0-1,41 0-15,-41 0 0,40 40 16,-40-40-16,0 80 47,0 0-32,40-40-15,0 40 16,0 0 0,0 0-1,0-40 1,-40-40-1,40 40-15,-40-40 16,0 0-16,0 0 16,0 0-16,0 0 0,0 0 15,0-1 1,0 1-16,0 0 0,0 0 0,-40 40 16,40-40-16,0 0 15,0 0-15,-40 40 16,40-40-16,0 80 62,0 0-62,0 0 0,0 0 16,0 0-16,0 0 16,0 0-16,0 1 0,0-1 0,0 0 15,0 0-15,0 0 16,0 0-16,0 0 0,-40 0 0,40 0 15,0 0-15,0 1 16,80-41 0,-40 0-16,1 0 0,-1 0 15,0 0-15,0 0 0,40 0 16,-40-41-16,0 41 0,1-40 0,-1 40 16,0-40-16,0 40 0,0-40 15,0 0-15,-40 0 16,0 0-16,40 0 0,-40 0 15,0 0 1,0-1-16,0 1 16,-40 40-1,40 40 48,-40-40-63,40 41 0,-40-1 15,0 0-15,40 0 16,0 0 0,40-40 31,-40-40-32,40 0-15,-40 0 16,0 0-16,40 40 31,-40 40-15,0 0-1,0 0 1,0 0-16,40-40 0,-40 40 16,40-40-16,1 40 0,-1-40 15,0 40-15,0-40 16,0 0-16,-40 40 0,40-40 0,0 0 0,1 0 15</inkml:trace>
  <inkml:trace contextRef="#ctx0" brushRef="#br0" timeOffset="18068.8321">7544 3930 0,'0'-40'15,"40"40"16,0 0-15,0 40-16,0-40 16,0 40-16,-40 0 15,0 0-15,0 0 16,0 0 0,0-80 15,0 0-31,0 0 15,0 0-15,41 0 0,39 0 16,-80 0 0,40 40-16,0-41 0,0 41 15,0-40-15,0 40 16,1 0-16,-1 0 16,40 0-16,-40 0 15,0 0-15</inkml:trace>
  <inkml:trace contextRef="#ctx0" brushRef="#br0" timeOffset="18558.8747">9991 3609 0,'0'0'0,"-40"-40"16,0 0-1,-80 80 17,80 0-32,0 40 15,-1 81 1,82-41-1,39 0 17,0-80-32,121-40 31,-41-40-31,-80 0 0</inkml:trace>
  <inkml:trace contextRef="#ctx0" brushRef="#br0" timeOffset="19758.7623">10513 3890 0,'0'-40'15,"0"-1"-15,40 41 16,-40-40 0,40 40-16,0 0 15,1 40-15,-1 1 32,0-1-32,-40 0 0,0 0 0,0 0 15,-40-40 1,-41 40-1,41-40-15,-40 0 32,40-40-32,0 0 15,40 0-15,0 0 16,0 0-16,0-1 0,80-39 31,-40 80-31,40-80 16,-39 80-16,39-40 15,-40 40-15,0 0 16,0 0 0,41 80-1,39 0 17,-80 1-32,80-1 31,-79-40-16,-82-80 17,41 0-17,0 0 1,0-1-16,0 1 16,41 40-16,-41-40 0,40 0 15,0 0 1,0 40-16,0 0 31,0 0-15,-40 40-16,40-40 31,0 0-15,1 0-1,-1 40 1,0 0-16,0-40 0,0 40 0,0-40 15,-40 41-15,40-1 0,-40 0 32,0 0-32,-40-40 31,0-40 0,40 0-31,0 0 0,40-1 16,-40 1-16,40 40 0,-40-40 0,40 40 15,-40-40 1,41 40-16,-41-40 0,40 40 16,0 0-16,0 0 15,0 0-15,0 40 0,0-40 0,0 0 16,1 40-16,-1-40 16,0 40-16,0-40 0,0 0 15,-40 40-15,40-40 63,40 0-63,-39 0 0,-1 0 0,0-40 15,0 40-15,0 0 16,0-40-16,0 40 0,0 0 16,-40-40-1,-40 0 1,0 40-16,0 0 0,0 0 15,0 0 1,0 0-16,0 0 0,40 40 0,-41-40 0,41 40 16,-40-40-16,0 40 15,40 0-15,0 1 0,0-1 16,0 0-16,0 0 16,40-40-16,0 40 0,1-40 15,-1 0 1,0 0-16,0 0 0,0 0 0,0 0 0,0 0 15,41 0-15,-1-40 0,-40 40 0,40 0 16,-40 0-16,0 0 0,1-40 16</inkml:trace>
  <inkml:trace contextRef="#ctx0" brushRef="#br0" timeOffset="19988.7491">13322 3328 0,'0'0'16,"-40"0"-16,40-40 15,-40 40 1,40 80 0,0 0-1,0 81 1,0-121-16,0 80 16,40-80-16,-40 1 0,40 39 31,40 0-31,41 0 15</inkml:trace>
  <inkml:trace contextRef="#ctx0" brushRef="#br0" timeOffset="20618.7501">14004 3729 0,'0'0'16,"0"-40"-1,-40 40 1,0 0 0,-40 80-1,39 1 17,41-41-32,0 40 31,41-80-31,-1 0 15,40-80 17,-40 40-17,0 40 1,0 0 0,0 40-1,41 0 1,39 0-16,-40-40 15,41-40 1,-81 0 0,-40 0-1,0-1-15,40-79 16,-40 80-16,0 0 0,-40-80 16,0-41 15,-41 121-16,41 40-15,40 40 16,0 40 0,40 121 15,1-81-31,-1-40 16,40 81-1,0-121 1,-40-40-16</inkml:trace>
  <inkml:trace contextRef="#ctx0" brushRef="#br0" timeOffset="20958.7289">14566 3769 0,'0'0'16,"80"0"-1,-40 0-15,201 0 32,0 0-17,-81-40 1,-120 0-16,41-40 31,-81 40-31,0 0 16,-81 40-1,41 80 1,40 0 0,0-40-1,0 81 1,40-1 0,1-80-1</inkml:trace>
  <inkml:trace contextRef="#ctx0" brushRef="#br0" timeOffset="21138.7187">15409 3328 0,'0'0'0,"-41"0"0,41-40 16,0 0-16,-40 0 15,80 40 1,1 0 0</inkml:trace>
  <inkml:trace contextRef="#ctx0" brushRef="#br0" timeOffset="21538.619">16131 3448 0,'0'0'15,"-40"0"1,0 0-16,-41 41 31,81-1-31,-40 80 16,40-80-16,0 0 15,121 40 1,-41-80 0,-40 0-1,80 0 1,-80-80 0,-80-40 15,-120 0-16,39 79-15,81 1 16,80 40 15,1 0-15</inkml:trace>
  <inkml:trace contextRef="#ctx0" brushRef="#br0" timeOffset="21938.628">16652 3368 0,'0'40'47,"0"0"-31,0 1-16,81-1 15,-81 0 1,0 0-1,40-40 1,0-40 0,0 40-16,0-40 0,0 40 15,0-40 1,1 40-16,-1 0 0,0 0 31,-40 40-31,0 0 0,40 0 16,-40 0-16,0 0 0,0 0 15,40-40-15,-40 40 16,0 0-16,40-40 16,-40 41-16,40-41 15,0 0-15,1 0 0,-41-81 16,40 81-16,-40-40 16,40 0-16,-40 0 0</inkml:trace>
  <inkml:trace contextRef="#ctx0" brushRef="#br0" timeOffset="33817.9499">4414 6577 0,'-40'0'93,"40"-40"48,40-1-125,0 41-1,0 0 1,0 41-16,0-41 31,-40 40-31,41-40 0,-41 40 16,0 0-16,40-40 15,-40 40-15,0 0 16,0 0 0,0 0-1,0 0-15,0 1 16,0-1 0,0-80 30,0-1-30,0 1-16,0 0 16,0 0-16,40 0 0,-40 0 15,0 0-15,40 40 16,-40-40-16,40 0 0,0 40 16,-40-41-16,40 1 15,0 40 1,1 0-16,-1 0 31,0 0-15,0 0-1,0 0 17,-40 40-17,40-40-15,-40 41 47,40-41-31,-40 40-16,0 0 0,0 0 15,0 0 1,0 0-16,0 0 16,0 0-16,0 0 15,0 1 1,40-1-16,-40 0 15,41-40 1,-1 0 15,0 0-15,0 0 15,-40-40-31,40 40 16,-40-40-1,40 40-15,-40-41 16,0 1 0,0 0-16,-40 80 47</inkml:trace>
  <inkml:trace contextRef="#ctx0" brushRef="#br0" timeOffset="35497.8477">9430 6376 0,'-40'0'172,"-1"0"-141,1 0-15,0 0-1,40 40 1,-40-40-16,0 0 15,40 40 1,-40 0-16,40 1 31,0-1-31,0 0 0,0 0 16,0 0 0,40-40-16,-40 40 0,40 0 0,0 0 15,0-40-15,0 0 31,1 40-31,-1-40 0,0 0 16,0-80 0,0 80-16,0 0 15,-40-40-15,40 0 16,-40 0-16,0 0 16,40 40-16,-40-40 0,0 0 0,0-1 15,0 1 1,0 0-16,-40 40 0,0-40 15,0 40 1,0 0 0,0-40-16,0 40 15,0 0 1,-1 0 15,41 40-31,0 0 16,0 0-1,-40-40-15,40 40 0</inkml:trace>
  <inkml:trace contextRef="#ctx0" brushRef="#br0" timeOffset="36247.8032">12118 6216 0,'0'-40'31,"-40"40"94,40 40-94,0 0-31,0 0 16,0 0-16,0 0 0,0 0 16,0 0-16,0 0 0,0 1 0,0-1 0,0 0 15,0 0-15,0 0 0,0 0 0,0 0 31,0 0-31</inkml:trace>
  <inkml:trace contextRef="#ctx0" brushRef="#br0" timeOffset="36977.706">13763 6216 0,'-40'0'0,"0"-40"16,40 0 15,40 40-16,0 0 1,0 0-16,-40-41 0,41 41 0,-1 0 16,0 0-1,0 0-15,0 0 16,0 0 0,0 0-16,0 0 15,-40 41-15,0-1 16,0 0-16,0 0 15,0 0-15,-40-40 0,40 40 0,-40-40 16,40 40-16,-40 0 0,40 0 16,-40-40-16,40 40 0,-40 1 0,0-1 15,40 0 1,-40-40-16,40 40 0,-41-40 16,82 0 46,-1 0-46,0-40-1,0 40-15,0 0 0,0 0 0,0 0 16,0 0 0,1 0-16,-1 0 0,0 0 15,0 0-15,0 0 16,0 0-16,-40 40 0,40-40 15,0 40-15</inkml:trace>
  <inkml:trace contextRef="#ctx0" brushRef="#br0" timeOffset="37937.6605">17656 6216 0,'-41'0'0,"41"-40"31,0 0-15,41 40-16,-1 0 0,0-41 15,0 41 1,0 0-16,0 0 0,0 0 16,-40-40-1,40 40-15,1 0 0,-1 0 16,-40 40-16,40-40 16,-40 41-16,0-1 0,0 0 15,-40 0-15,0 0 31,40 0-31,-41-40 0,1 40 0,0-40 16,40 40-16,40-40 47,-40 40-47,40 0 16,1 1-16,-1-1 15,0-40-15,0 40 16,-40 0-16,40 0 0,-40 0 15,0 0 1,-40-40-16,40 40 0,-40 0 0,-40 1 16,39-1-16,1-40 0,0 40 15,0-40-15,0 0 0,0 40 0,-40-40 0,39 0 16,-39 0-16,40 0 16,0 0-16,-40 0 0,40-40 0,-1 40 0</inkml:trace>
  <inkml:trace contextRef="#ctx0" brushRef="#br0" timeOffset="40267.5589">10754 3047 0,'0'0'0,"0"41"15,40-41 1,0 0-16,0 0 31,0 0-31,1 0 16,-41-41 249</inkml:trace>
  <inkml:trace contextRef="#ctx0" brushRef="#br0" timeOffset="40947.4449">11075 2807 0,'-40'0'16,"0"40"46,0-40-30,-1 0-1,41 40-31,-40-40 15,0 0 1,40 40 0,0 0-1,-40 0 1,40 0-16,0 1 16,0-1-16,0 0 0,0 0 15,0 0-15,40-40 16,-40 40-16,40-40 15,0 0 1,1 0 0,-1 0-16,-40-40 0,40 40 0,0 0 15,-40-80 1,40 40-16,-40 0 0,0-1 16,40 1-16,-40 0 15,0 0-15,0 0 16,-40 40 31,0 0-32,0 0-15,40 40 32,0 0-17</inkml:trace>
  <inkml:trace contextRef="#ctx0" brushRef="#br0" timeOffset="41387.4495">12439 2847 0,'0'40'94,"0"0"-78,0 0-16,0 0 0,0 0 15,0 1 1,0-1-16,0 0 0,0 0 16,0 0-16</inkml:trace>
  <inkml:trace contextRef="#ctx0" brushRef="#br0" timeOffset="42027.4672">14365 2847 0,'-40'0'0,"40"-40"16,40 40-16,0 0 15,41 0-15,-41 0 16,0 0-16,0 0 15,-40 40-15,0 0 16,40-40-16,-40 40 16,0 0-1,-80-40-15,80 40 0,0 0 0,0 1 32,40-41-1,0 0-16,0 0-15,0 0 0,1 0 16,-1 0 0,0 0-16,0 0 0,0 0 15,0 0-15</inkml:trace>
  <inkml:trace contextRef="#ctx0" brushRef="#br0" timeOffset="42687.412">16331 2887 0,'-40'0'15,"40"-40"1,40 0 0,1 0-1,-1 40-15,-40-40 32,40 40-32,0 0 15,-40 40-15,0 0 16,0 0-1,0 0 1,0 0 0,40 0-1,0-40 1,0 40-16,0-40 16,1 0-16,-41 40 0,40-40 15,-40 41 1,0-1-16,0 0 15,-40 0-15,-1 0 16,1-40-16,0 40 0,0-40 0,0 40 16,0-40-16,0 0 15,0 40-15,-1-40 0,1 0 0,0 40 16,0-40-16,0 0 16,0 0-16</inkml:trace>
  <inkml:trace contextRef="#ctx0" brushRef="#br0" timeOffset="44867.2797">5056 7900 0</inkml:trace>
  <inkml:trace contextRef="#ctx0" brushRef="#br0" timeOffset="55866.613">2809 8181 0,'-40'-40'0,"40"0"32,40 40-17,-40-40-15,40 40 63,-40 40-48,40-40-15,0 0 0,-40 40 16,40-40-16,0 40 16,1-40-16,-41 40 0,0 0 15,0 0 1,40-40-16,-40 40 0,0 0 0,0 1 0,0-1 15,0 0-15,0 0 16,0 0-16,0 0 0,0 0 16,-40-40-1,40 40-15,0 0 0,-41-40 0,41-40 63,0 0-48,0 0-15,0 0 0,41 0 16,-41 0-16,40 0 16,0 0-16,0 40 0,-40-41 15,40 41-15,-40-40 0,40 40 0,-40-40 0,40 40 16,-40-40 0,40 40-16,1-40 0,-1 40 0,0-40 15,0 40 1,-40-40-16,40 0 0,0 40 15,-40-40 1,0-1-16,0 1 16,0 0-1,-40 40 32,0 40-16,40 0-31,-40-40 0,40 41 0,0-1 16,-40 0 0,40 0-16,0 0 0,-40-40 0,40 40 15,0 0-15,0 0 0,0 0 16,0 1-16,0-1 16,40-40-16,-40 40 0,40 0 15,0-40 1,-40 40-16,40-40 0,0 0 15,0 0-15</inkml:trace>
  <inkml:trace contextRef="#ctx0" brushRef="#br0" timeOffset="56266.5887">4294 7820 0,'0'0'15,"-41"0"17,41 40-32,-40-40 15,40 40-15,-40 0 0,40 0 0,-40-40 16,40 40-16,0 1 0,-40-41 0,40 40 0,0 0 16,0 0-16,0 0 15,0 0-15,0 0 0,0 0 16,0 0-16,0 1 15,40-41-15,0 40 16,0-40 0,0 0-16,1 0 0</inkml:trace>
  <inkml:trace contextRef="#ctx0" brushRef="#br0" timeOffset="56686.5636">4414 8141 0,'0'0'16,"80"-40"-1,-40 40 1,0 0-16,41 40 31,-41 40-15,-40 0-1,0-120 32,0 0-47,40 40 0,-40-40 16,40 40-16,-40-40 16,40 0-16,0 40 15,-40-40-15,40 40 16,1 0-16,-41 80 0,40-80 0,0 40 31,-40 0-31,0 0 0,40 0 16,-40 0-16,0 0 15,0 1-15,-40-41 32</inkml:trace>
  <inkml:trace contextRef="#ctx0" brushRef="#br0" timeOffset="56946.491">5216 7980 0,'0'0'16,"41"0"-16,-1 0 15,80 40 1,-40 81 15,-40-1-15,-120 81-1,-40-41 1,40-80 0</inkml:trace>
  <inkml:trace contextRef="#ctx0" brushRef="#br0" timeOffset="58656.3686">10633 7379 0,'0'0'0,"-40"0"0,0 0 16,40-40-1</inkml:trace>
  <inkml:trace contextRef="#ctx0" brushRef="#br0" timeOffset="59306.405">9390 8020 0,'0'-40'16,"0"80"77,0 1-93,0-1 0,0 0 16,0 0-16,0 0 16,0 0-16,0 40 0,-41-40 0,41 1 0,0-1 15,0 0-15,0 40 0,0-40 0,0 0 0,-40 0 16,40 0-16,0 0 16</inkml:trace>
  <inkml:trace contextRef="#ctx0" brushRef="#br0" timeOffset="60176.2795">11677 8221 0,'0'-40'0,"0"0"15,40 40 17,-40-40-32,-40 40 78,40 40-63,-40-40-15,0 40 16,40 0-16,-41 0 0,41 0 16,0 0-16,0 0 15,0 1-15,41-1 0,-1-40 16,-40 40-1,40-40-15,0 0 0,0 40 0,0-40 16,0 0-16,0 40 0,1-40 16,-1 0-16,0 0 0,-40-40 0,40 40 15,0 0-15,0-40 0,0-40 0,0 39 16,-40 1 0,0 0-16,0 0 0,0 0 15,0 0-15,-40 0 16,0 0-16,0 0 0,0 40 15,0 0-15,0 0 16,0 0-16,-1 0 0,1 0 0,0 0 0,0 0 16,40 40-16,-40-40 15,40 40-15,0 0 16</inkml:trace>
  <inkml:trace contextRef="#ctx0" brushRef="#br0" timeOffset="60906.3076">14325 7940 0,'-40'0'16,"0"0"-1,0 0 1,0 40-16,-1 0 31,41 1-31,-40-1 0,40 0 0,0 0 16,0 0-16,0 0 0,-40 0 16,40 0-1,0 0-15,0 1 0,80-1 0,-39 0 16,-41 0-16,80-40 15,-40 0-15,0 0 0,0 0 0,0 0 16,0-40-16,1 40 16,-1-40-16,0 40 0,-40-40 0,40-1 15,-40 1-15,0 0 0,0 0 16,0 0-16,0 0 16,0 0-16,0 0 0,0 0 15,-40 40-15,0-41 16,0 41-16,-1 0 0,1 0 15,0 0-15,0 0 0,0 0 16,0 41-16,0-41 0,0 0 0,-1 40 0,1 0 16,40 0-1,-40-40-15</inkml:trace>
  <inkml:trace contextRef="#ctx0" brushRef="#br0" timeOffset="61656.2363">17896 7860 0,'-40'0'16,"40"40"15,0 0-15,40-40-16,-40 40 0,0 0 15,0 1-15,0-1 16,0 0-16,0 0 0,0 0 0,0 0 0,0 0 16,0 0-16,0 0 0,0 41 15,-40-41-15,40 0 0</inkml:trace>
  <inkml:trace contextRef="#ctx0" brushRef="#br0" timeOffset="64646.0275">2448 10627 0,'0'40'16,"-40"-40"0,80 0 15,0 0-15,0 0-16,0 0 15,0 0 1,0 0-16,0 0 0,1-40 15,-1 0 1,0 0-16,0 0 16,-40 0-16,40 40 0,-40-40 0,0 0 15,0 0 1,0-1-16,0 1 0,0 0 0,-40 0 16,40 0-1,0 0-15,-40 40 0,40-40 0,0 0 31,0 80 1,0 0-32,0 0 15,0 0-15,0 0 0,0 0 16,0 0-16,0 1 0,0-1 16,0 0-16,0 0 0,0 0 0,0 0 15,0 0-15,0 0 16,0 0-16,-40 1 0,40-1 0,0 0 0,0 0 15,0 0-15,0 0 0,-40-40 16,40 40-16,0 0 0,0 0 0,0 0 16,0-80 31,0 0-32,0 0-15,0 0 0,0 0 0,40 0 16,-40 0-16,40 0 15,0 0-15,0 40 0,-40-41 16,40 41-16,0 0 16,0 0-16,1 0 15,-41 41 17,40-41-32,-40 40 15,0 0-15,0 0 0,0 0 16,0 0-16,0 0 0,0 0 0,0 0 15,0 0 1,0 1-16,40-41 16,0 0-16</inkml:trace>
  <inkml:trace contextRef="#ctx0" brushRef="#br0" timeOffset="64986.0604">4013 10146 0,'0'0'0,"-40"-40"31,40 80-16,-41 0 1,1 80 0,0 41-16,0-81 15,40 40 1,80 41 0,-40-41-1,41-120 1,-1 0-1</inkml:trace>
  <inkml:trace contextRef="#ctx0" brushRef="#br0" timeOffset="65436.033">4414 10306 0,'-40'0'15,"80"0"1,0 0 0,-40 41-16,40-41 0,0 40 15,0 0-15,-40 0 16,0 0-16,0 0 0,0 0 16,0 0-1,-40-40 1,40 40-16,0-80 31,0-40-15,40 80-16,-40-40 0,41 0 0,-41 0 15,40 40-15,0-40 0,0 40 16,0 0 0,0 0-1,-40 40 1,0 0-16,0 0 15,0 0-15,0 0 16,0 0-16,0 0 0,-40-40 16,40 41-16,0-1 0,0 0 15,0 0 1</inkml:trace>
  <inkml:trace contextRef="#ctx0" brushRef="#br0" timeOffset="65745.9577">5497 10026 0,'-40'0'16,"80"0"-16,0 40 31,41 80-15,-41 121-1,-80-1 1,-41-39 15,41-121-31,-120 40 31,160-79-31</inkml:trace>
  <inkml:trace contextRef="#ctx0" brushRef="#br0" timeOffset="66925.9432">9470 9946 0,'0'0'15,"-40"0"1,0 0 15,40 40-31,-81 0 31,-39 40-15,0 40 0,79-40-1,1-39 17,121-41-32,-41 0 15,0 0 1,0 0-16,0 0 0,0-41 0,0 41 0,0 0 15,1 0-15,-1-40 0,0 40 16,0 0-16,0 0 0,0 0 0,0 0 0,0 0 16,1 40-16,-1-40 15,0 0 1</inkml:trace>
  <inkml:trace contextRef="#ctx0" brushRef="#br0" timeOffset="67185.9267">9630 10066 0,'-40'0'16,"40"40"0,-40 40 15,0 0-31,0 121 31,-40-41-15,80-120-16,0 41 31,40-81-31</inkml:trace>
  <inkml:trace contextRef="#ctx0" brushRef="#br0" timeOffset="67785.89">11757 10146 0,'-80'0'16,"160"0"-16,-200-80 15,200 80-15,-40-40 32,80 0-32,41 0 15,-81 80 17,-120 80-17,-40 0 1,40-80-16,0 0 15,40 1-15,0-1 16,0 40 0,40 0-1,40 0 1,-40-40 15,-40 1-31,0-1 0,0 0 0,-120 80 31,-121 0-15,80-39 0,121-81-1</inkml:trace>
  <inkml:trace contextRef="#ctx0" brushRef="#br0" timeOffset="68345.7981">14285 10306 0,'0'0'16,"0"-40"-1,40 40-15,40 0 16,-40 0-16,1 0 0,-1-40 16,0 40-16,0 0 0,0 0 0,0 40 15,-40 0 1,40-40-16,-40 41 0,0-1 0,0 0 16,0 0-16,-40-40 15,40 40-15,-40-40 0,40 40 0,-40-40 0,40 40 16,-40-40-16,40 40 0,0 0 15,-40-40-15,40 41 32,80-41-17,-40 0-15,0 0 0,0 0 0,1 0 16,-1 0-16,0-41 0,0 41 16,0 0-16,40 0 0,-40-40 0,1 40 0,39 0 15,-40 0-15,0 0 16,40 0-16,1 0 0,-41-40 0,40 40 0</inkml:trace>
  <inkml:trace contextRef="#ctx0" brushRef="#br0" timeOffset="69055.7421">17335 9785 0,'0'0'0,"-41"0"31,41-40-15,-40 40 15,0 40-16,40 0-15,0 0 16,0 0-16,0 1 16,-40-1-16,40 0 0,0 0 0,0 0 0,0 0 15,0 0-15,-40 40 0,40-40 0,0 41 0,0-41 16,-40 0-16,40 0 16,0 0-16,0 0 0</inkml:trace>
  <inkml:trace contextRef="#ctx0" brushRef="#br0" timeOffset="72545.53">2367 12232 0,'0'40'0,"41"-40"93,-1 0-77,-40-40 0,40 40-16,-40-41 0,40 1 15,-40 0 1,0 0-16,0 0 0,0 0 15,0 0 1,0 0-16,0 0 0,0-1 16,-40 41 15,40 41 0,0 39 0,0-40-31,0 0 0,0 0 0,0 0 16,0 0 0,0 0-16,0 1 0,-40-1 0,40 0 0,0 0 15,0 40-15,0-40 0,0 0 0,0 0 0,0 0 16,0 1-16,0-1 16,0 0-16,0-80 46,0 0-46,0-1 16,40 41-16,-40-40 0,40 0 0,0 0 16,-40 0-16,40 40 0,-40-40 0,40 40 15,0-40-15,1 0 16,-1 40-16,0 0 16,-40 40-1,0 0-15,0 0 16,40 0-1,-40 0-15,0 0 0,0 0 16,0 1-16,0-1 16,0 0-1</inkml:trace>
  <inkml:trace contextRef="#ctx0" brushRef="#br0" timeOffset="72965.577">3491 11951 0,'-80'0'16,"40"0"-16,-1 0 16,1 0 15,0 40-16,40 0-15,-40 80 16,40-80-16,0 41 0,0-1 16,0-40-16,0 40 15,40-40-15,-40 81 16,40-81 0,0 0-16,1 0 15,-41 0-15,40-40 0</inkml:trace>
  <inkml:trace contextRef="#ctx0" brushRef="#br0" timeOffset="73485.545">3611 12151 0,'-40'-40'31,"40"0"-31,81 40 31,-81 40-31,40-40 16,-40 40-16,0 0 0,0 1 16,0-1-1,0 0-15,40-40 0,-40 40 0,0 0 16,0 0-1,0 0-15,0-80 47,0 0-47,40 0 0,0 0 16,-40 0-16,0 0 16,40 40-16,-40-41 0,40 41 0,-40-40 15,40 40 1,1 0-1,-1 0 1,-40 40-16,40-40 0,-40 41 16,0-1-16,0 0 15,0 0-15,0 0 16,0 0-16,0 0 0,0 0 16,0 0-1,0 0-15,0 1 16</inkml:trace>
  <inkml:trace contextRef="#ctx0" brushRef="#br0" timeOffset="74235.4457">4534 12392 0,'-40'0'16,"0"0"0,80 0 124,40 0-124,-39 0 0,-1 0-16,0 0 0,0 0 0,0 0 15,40-40-15,-40 40 0,1 0 16,-1 0-16,0 0 0,0 0 0,0 0 15,0 0 1,0 0-16,0 0 0,-80 0 47,0 0-31,0 0-1,0 0-15,40 40 31</inkml:trace>
  <inkml:trace contextRef="#ctx0" brushRef="#br0" timeOffset="74605.4777">5537 12031 0,'-40'0'0,"40"-40"16,-80 40-1,80 40 32,0 0-47,0 0 16,0 0-16,0 0 15,0 1-15,0-1 0,0 0 0,0 0 16,0 0-16,0 0 16,0 0-16,0 0 0,0 0 0,0 0 15,0 1-15,0-1 16,0 0-16,0 0 0,0 0 15</inkml:trace>
  <inkml:trace contextRef="#ctx0" brushRef="#br0" timeOffset="75025.38">5899 11991 0,'40'0'78,"-40"40"-62,40 0 0,0 0-1,-40 0-15,40 0 0,-40 1 0,0-1 0,0 0 16,0 0-16,0 0 15,0 0-15,0 0 0,0 40 0,0-40 0,-40 1 16,40-1-16,-40 0 0,40 0 0,-40 0 0,0 0 16,-1 40-16,1-40 0,0 1 15</inkml:trace>
  <inkml:trace contextRef="#ctx0" brushRef="#br0" timeOffset="77785.2852">11837 11911 0,'0'-40'31,"-40"40"48,40 40-79,-40 0 15,0 0 1,0 0-16,0 0 0,0 0 15,40 0 1,0 0 0,40-40 15,0 0-15,0 0-1,0 0-15,0 0 0,0-40 0,0 40 16,1 0-16,-1 0 0,-40-40 15,40 40-15,0 0 0,0 0 0,0 0 0,0-40 16,0 40-16,1 0 0,-1 0 0,0-40 16,0 40-1,0 0-15,-40-40 0</inkml:trace>
  <inkml:trace contextRef="#ctx0" brushRef="#br0" timeOffset="78045.2104">11998 11871 0,'0'0'0,"-40"-41"31,0 41-15,40 41-1,-41 79 1,41 80-1,-80 1 1,80-81 15,0-80-31</inkml:trace>
  <inkml:trace contextRef="#ctx0" brushRef="#br0" timeOffset="78865.1437">14445 11871 0,'-40'-41'0,"40"1"31,0 0-15,0 0 0,121 40-1,-1 0 17,1 40-17,-41 40 1,-80 1 15,-80-1-15,39-40-16,-39 0 15,40-40-15,80 0 47,0 40-47,0-40 16,-40 40-16,41-40 0,-41 40 15,40-40-15,-40 41 0,40-41 0,-40 40 16,0 0-16,0 0 16,-40-40-1,40 40-15,-40 0 0,-1 0 16,1-40-16,0 0 16,40 40-16,-40-40 0,0 0 0,0 0 15,0 0 1,-1 0-16,41-40 15</inkml:trace>
  <inkml:trace contextRef="#ctx0" brushRef="#br0" timeOffset="79795.1626">16532 11750 0,'0'0'16,"0"-40"-1,0 0 1,80 40-1,-80-40-15,121 40 16,-81 0-16,0 0 0,0 0 16,0 40-16,-40 0 15,0 40 1,-40 1 15,40-1-31,-40-80 0,-40 120 31,80-80-31,-81 0 16,41-40-16,80 0 31,41 0-15,-1 0 0,-40 0-16,0 0 0,0 0 15,0 0-15,1-40 0,-1 40 16,0 0-16,0 0 0,0 0 0,0 0 0,0 0 15,0 0 1,1 0-16,-1 0 16,-80 0 93,40 40-78</inkml:trace>
  <inkml:trace contextRef="#ctx0" brushRef="#br0" timeOffset="83104.8939">9470 11991 0,'0'40'219,"0"0"-204,-40-40-15,40 40 16,-40 0-16,40 0 16,0 1-16,0-1 0,0 0 15,0 0 1,0 0-16,0 0 16,0 0-1,0-120 16,40 40-15,-40 0-16,0 0 0,0 0 16,0-1-16,0 1 0,0 0 15,0 0-15,0 0 0,0 0 16,0 0 0,0 80 46,0 0-46,0 0-16,0 0 0,0 0 15,0 0-15,0 1 16,0-1-16,0 0 0,-40 0 16,40-80 30,0 0-30,0 0-16,0-1 16,0 1-16,0 0 15,0 0-15,0 0 0,0 0 16,40 40 62,-40 40-78,0 40 16,0-40-16,0 0 0,0 1 15,0-1 1,0 0-16,0 0 16,0-80 30,40 0-30,-40 0-16,0-1 0,0 1 0,0 0 16,40 0-16,-40 0 0,40 0 15,-40 0-15,0 0 0,0 0 16,0 80 31,0 0-47,0 0 15,0 0 1,0 0-16,0 0 0,0 0 16,0 0-16,0 1 0,0-1 15,0-80 48,0-1-48,0 1-15,0 0 0,0 0 0,0 0 16,0 0-16,0 0 0,0 0 31,0 80 1,0 0-32,0 0 15,0 0-15,0 0 16,0 0-16,0 0 0,0 1 15,0-1 1,0 0-16,0-80 47,0 0-31,0-1-16,0 1 15,0 0-15,0 0 0,0 0 16,0 0-1,0 0-15,0 80 32,0 0-17,0 0-15,0 0 0,0 0 16,0 0 0,0 1-16,0-1 0,0 0 15,0 0-15,-40-40 0,40 40 16,0 0-16</inkml:trace>
  <inkml:trace contextRef="#ctx0" brushRef="#br0" timeOffset="90304.4527">2367 14116 0,'0'41'0,"0"-82"31,0 1-15,0 0-16,41 40 31,-41-40-15,40 40-1,-40-40-15,40 40 16,0 0-1,-40-40-15,0 0 16,40 40-16,-40-40 16,0 0-16,0 0 15,0-1-15,0 1 16,0 0 0,0 0-16,0 0 0,0 80 125,0 0-110,0 0 1,0 0-1,0 1-15,0-1 0,0 0 16,0 0-16,0 0 0,0 0 0,0 0 16,0 0-16,0 0 15,0 0-15,0 1 0,0-1 16,0 0-16,0 0 16,40-40-1,-40-40 16,40 40-31,-40-40 16,40 0 0,-40-1-16,41 41 0,-41-40 15,40 40 1,-40-40-16,40 40 16,0 0-1,-40 40-15,40 0 16,-40 1-1,0-1-15,40 0 16,-40 0-16,0 0 16,40-40-1,-40 40-15,40-40 16,1 0 0</inkml:trace>
  <inkml:trace contextRef="#ctx0" brushRef="#br0" timeOffset="90664.4316">3571 13836 0,'0'0'16,"0"-40"-16,-40 0 15,40-1 16,0 1-31,0 80 47,0 1-47,-40-41 16,40 40-16,0 0 16,-40-40-16,40 40 0,0 0 0,0 0 15,0 0-15,0 0 16,0 0-16,0 0 0,0 1 15,40-41-15,-40 40 0,40 0 0,0-40 16,-40 40-16,40-40 16,1 0-16,-1 0 15,0-40 1</inkml:trace>
  <inkml:trace contextRef="#ctx0" brushRef="#br0" timeOffset="91114.4777">3852 13916 0,'-40'0'31,"80"0"16,0 0-47,-40 40 16,40-40-16,-40 40 15,41 0-15,-1-80 94,0 0-94,-40 0 0,40 0 16,0 40-1,-40-40-15,40 40 0,0 0 0,0 0 16,1 0-16,-1 0 31,-40 40-31,0 0 16,0 0-16,0 0 16,0 0-16,0 0 0,0 0 15,0 1 1,0-1-1</inkml:trace>
  <inkml:trace contextRef="#ctx0" brushRef="#br0" timeOffset="91374.4611">4574 14116 0,'-40'0'0,"40"-40"32,0 0-17,121 0 1,39 0 0,-39 0 15,-1 0-16</inkml:trace>
  <inkml:trace contextRef="#ctx0" brushRef="#br0" timeOffset="91954.4271">5537 13635 0,'-40'-40'15,"80"80"-15,-40-80 32,41 40-17,119 0 1,-120 0 15,-40 120-15,-40 1-1,-80-81 1,80 0 15,40 0-15,0-80 0,40 40-16,0-40 31,80 0-16,-40 40 1,-39 40 0,-1 0-16,80 0 31,-40 0-15</inkml:trace>
  <inkml:trace contextRef="#ctx0" brushRef="#br0" timeOffset="92354.4007">6340 13515 0,'0'0'0,"-40"-40"16,120 80 15,0 120-15,1 1 0,-122 79 15,-199-39-31</inkml:trace>
  <inkml:trace contextRef="#ctx0" brushRef="#br0" timeOffset="94764.1866">14486 13314 0,'0'0'0,"-41"0"0,1 0 16,0 0-16,0 40 16,40 1-1,-40-41-15,40 40 0,-40-40 0,40 40 16,0 0-16,-40-40 16,40 40-16,0 0 15,-40-40-15,40 40 16,-41-40-16,82 0 47,-1 0-32,0 0 1,0 0-16,0 0 16,0 40-16,0-40 15,0 0-15,1 0 0,-1 0 16,0 0-16,0 0 0,0 0 15,0-40 1,0 40-16,1 0 0,-41-40 16,40 40-16</inkml:trace>
  <inkml:trace contextRef="#ctx0" brushRef="#br0" timeOffset="95094.1785">14526 13435 0,'0'0'16,"-40"-81"0,40 41-1,40 0 1,-40 80 15,0 41-15,40 119-1,-40 1 17,0-81-17,0-40 1</inkml:trace>
  <inkml:trace contextRef="#ctx0" brushRef="#br0" timeOffset="96024.1127">16412 13154 0,'0'0'0,"0"-40"31,40 40-15,-40-40 0,40 40-16,0 0 15,0 0 1,0 0 0,0 0-16,1 40 15,-1-40-15,0 40 16,-40 0-16,0 0 15,0 0 1,0 0 0,0 0-1,-40-40-15,0 41 16,80-41 46,0 0-30,0 0-32,-40 40 0,40-40 15,0 40-15,-40 0 16,0 0-16,0 0 16,0 0-1,-40 0-15,40 0 0,-40-40 0,40 41 16,-40-41-16,0 40 0,0-40 0,-1 40 0,1-40 15,0 0-15,0 0 0,0 40 16,0-40-16,0 0 0,0 0 0,-1 0 0,1 0 16,0 0-16,40-40 15</inkml:trace>
  <inkml:trace contextRef="#ctx0" brushRef="#br0" timeOffset="98384.0357">11998 13435 0,'-40'0'32,"40"-40"-17,-40 40 1,-1 0 15,41-41-31,0 82 78,0-1-46,0 0-32,0 0 0,0 0 15,0 0-15,0 0 16,0 0-16,0 0 0,0 1 0,0-1 0,0 0 15,0 0-15,0 0 0,0 0 0,0 0 16,0 0 0</inkml:trace>
  <inkml:trace contextRef="#ctx0" brushRef="#br0" timeOffset="99773.954">9390 13475 0,'0'-40'78,"0"0"-63,40-1 1,0 1 0,0 40-1,-40-40-15,40 40 0,-40-40 16,40 40-16,0 0 16,0 0-16,1 0 0,-1 0 15,0 0 1,-40 40-16,0 0 0,40-40 0,-40 40 15,0 1-15,0-1 0,0 0 16,0 0 0,0 0-16,-40 0 0,40 0 15,-40-40-15,40 40 0,-40 0 16,-1 1-16,1-41 0,40 40 16,-40-40-16,0 0 15,40 40-15,-40-40 0,0 0 16,40 40-16,40-40 94,0 0-94,0 0 15,0 0-15,0 0 16,1-40-16,-1 40 0,0 0 0,0 0 15,0-40-15,0 40 0,0 0 0,0 0 0,1 0 16,-1 0-16,0 0 0,0 0 16,0 0-16,0 0 0,0 0 15,-40 40 79,-40-40-94,0 0 16,0 0-1</inkml:trace>
  <inkml:trace contextRef="#ctx0" brushRef="#br0" timeOffset="106803.5252">9550 10948 0,'0'40'156,"40"-40"-140,0 0 15,0 0-31,1 40 0,-1-40 16,0 0-1,-40 40-15,40-40 0,0 0 16,0 41 0,0-41-16,0 40 15,1-40-15,-1 40 0,0-40 16,-40 40-16,40-40 0,0 0 15,-40 40-15,40-40 0,-40 40 16,40-40 0,0 0-16,1 40 15,-1-40-15,0 0 16,0 0-16,0 0 0,0 0 16,0 0-16,0 0 15,1 0-15,-1 0 0,0 0 16,0 0-1,0 0 1,-40 40 15,40-40-31,0 0 16,-40 40 0,41-40-16,-41 41 15,40-41 1,0 0 31,-40 40-47,0 0 15,40-40 1,-40 40-16,40 0 16,-40 0-1,40-40-15,-40 40 16</inkml:trace>
  <inkml:trace contextRef="#ctx0" brushRef="#br0" timeOffset="107183.5021">10874 11790 0,'-40'0'16,"40"-40"-16,-40 40 15,40-40 1,40 40-1,-40-40 1,40 40-16,0 0 16,1 0-1,-41 40-15,40-40 16,-40 40-16,0 0 16,40-40-16,0 0 15,0 0-15,0 0 16,0 0-1,-40-40-15,40 40 16,-40-40 0,41 0-16,-1 40 15,0 0 1,0 0 0</inkml:trace>
  <inkml:trace contextRef="#ctx0" brushRef="#br0" timeOffset="108173.4419">12239 11109 0,'40'0'62,"0"0"-46,0 0 0,0 0-16,0 0 15,0 0 1,0 0 0,1 0-16,-1 0 0,0 0 0,0 0 0,0 0 15,0 0-15,0 0 0,-40 40 0,40-40 0,1 0 16,-1 40-16,0 0 15,0 0-15,0-40 0,0 40 16,0-40 0,-40 40-16,40-40 0,1 0 15,-1 0-15,-40 40 0,40-40 16,0 0-16,0 0 0,0 0 16,0 0-1,0 0-15,1 0 16,-41 40-16,40-40 15,0 0 1,0 0 15,-40 41-31,40-41 16,0 0 0,-40 40-16,40-40 15,-40 40-15,40-40 16,-40 40-1,41-40 17,-41 40-17,40-40 1</inkml:trace>
  <inkml:trace contextRef="#ctx0" brushRef="#br0" timeOffset="108513.4215">13603 11590 0,'-40'0'0,"40"-40"0,-40 40 16,-1 0 0,82 0 15,-1 0-16,0 0-15,0 0 32,0 0-32,0 0 15,0 0-15,-40 40 16,40-40-16,1 0 16,-41-40-1,0 0 1,40 40-16,-40-40 15,40 40 1,-40-41 0</inkml:trace>
  <inkml:trace contextRef="#ctx0" brushRef="#br0" timeOffset="109203.3796">15047 11189 0,'-40'0'16,"80"0"-16,-160-40 15,80 40 1,40-40 0,40 40-1,0 0 1,0 0-1,0 0-15,1 0 0,39 0 32,-40 0-32,0 0 0,80 0 15,41 0 1,-81 40 15,-40-40-31,0 40 16,1 0-16,-1 0 0,-40 0 15,40 0 1,0-40-16,0 40 31,0 0-31,0-40 0,0 0 16,1 0 0,-1 0-1,0 0 16,0 0-15,0 0 0,0 0-1,0 0 1,0 0-16,1 0 16</inkml:trace>
  <inkml:trace contextRef="#ctx0" brushRef="#br0" timeOffset="109493.3043">16251 11349 0,'0'0'0,"-40"0"16,0-40-1,0 40 17,40 40 14,40-40-30,0 40 0,0-40-16,0 40 15,-40 1 17,-40-1-17,0-40-15,40 40 16,-80-40-16,80 40 0,-40-40 0,0 0 0,40 40 15,-41-40-15</inkml:trace>
  <inkml:trace contextRef="#ctx0" brushRef="#br0" timeOffset="112353.189">17014 9625 0,'-41'0'16,"1"0"0,0 0-16,0 0 15,0 0 1,0 0-16,0 0 16,0 0-1,-1 0-15,1 0 16,0 0-16,0 0 0,40-40 15,-40 40-15,0 0 0,0-41 16,0 41-16,-1 0 0,1 0 0,0-40 0,0 40 16,0 0-16,0 0 15,0-40-15,0 40 0,-1 0 0,-39 0 0,40-40 16,0 40-16,0 0 0,0-40 16,-41 40-16,41 0 0,0-40 0,0 40 0,0-40 15,-40 40-15,40 0 0,-1 0 0,1-40 0,0 40 16,0 0-16,0-40 15,0 40-15,0 0 0,0 0 0,-1 0 0,1 0 16,0 0-16,0 0 0,0 0 16,0-40-16,0 40 0,0 0 0,-1 0 0,1 0 15,-40 0 1,40 0-16,0 0 0,0-41 0,-1 41 16,1 0-16,-40 0 0,40 0 15,0 0-15,0-40 0,-41 40 0,41 0 0,0 0 16,0-40-16,0 40 0,0 0 0,-40 0 0,39 0 15,1 0-15,0 0 16,0 0-16,0-40 0,0 40 0,0 0 0,0 0 16,-41 0-16,41 0 0,0 0 15,0 0-15,-40 0 0,40 0 0,-1 0 0,-39 0 16,40 0-16,0 0 16,-40 0-16,40 0 0,-41 40 0,41-40 0,0 0 15,0 40-15,0-40 0,0 40 0,0-40 0,-1 0 16,1 41-16,0-41 15,0 0-15,0 0 0,0 0 16,0 0 0,0 0-16,-1 0 0,1 0 15,0 0-15,0 0 0,0 0 16,0 0-16,0 0 0,0 0 0,-41 0 0,41 0 16,0 40-16,-40-40 15,40 40-15,-41-40 0,41 0 0,-40 0 0,40 0 16,-40 0-16,40 40 0,-41-40 0,41 0 0,0 0 15,-40 0-15,40 40 0,0-40 16,-1 0-16,-39 0 0,40 0 0,0 0 0,0 0 16,0 40-16,-1-40 15,1 0-15,0 0 0,0 0 16,0 0-16,40 40 0,-40-40 16,0 0-16,0 0 0,-1 40 15,1-40-15,0 0 0,0 40 0,0-40 0,0 0 16,0 0-1,0 40-15,-1-40 0,1 0 0,0 0 0,0 0 16,0 0-16,0 41 0,0-41 16,0 0-16,-1 0 0,1 0 0,0 0 0,0 0 15,0 0-15,40 40 16,-40-40-16,0 0 0,0 0 0,-1 0 0,41 40 16,-40-40-16,0 0 0,0 0 15,0 40-15,0-40 0,0 40 16,0-40-16,-1 40 0,1-40 0,0 40 15,0-40 1,0 40-16,0-40 0,0 40 0,0 1 16,-1-41-16,1 40 15,0-40-15,0 40 0,0 0 0,0-40 16,0 40-16,40 0 16,-40-40-16,-1 40 0,1-40 0,0 40 0,0 0 15,0 0-15,0 1 0,40-1 16,-40-40-16,40 40 0,-40-40 15,40 40-15,-41 0 0,41 0 16,0 0-16,0 0 16,0 0-16,0 1 31,0-1-31,0 0 0,0 0 16,0 0-1,0 0-15,0 0 0,0 0 0,0 0 16,0 0-16,0 1 0,0-1 0,0 0 15,0 0-15,41-40 16,-41 40-16,40 0 0,0 0 31,0-40-31,-40 40 16,40-40-16,0 0 16,-40 40-16,40-40 15,-40 41-15,40-41 0,-40 40 16,41-40-1,-41 40-15,40-40 0,-40 40 0,40-40 16,-40 40-16,40-40 0,0 40 16,-40 0-16,40-40 0,0 40 15,0-40 1,1 0-16,-1 0 16,-40 40-1,40-40-15,0 0 0,0 40 16,0 1-1,-40-1 1,40-40-16,-40 40 0,0 0 16,0 0-1,0 0 1</inkml:trace>
  <inkml:trace contextRef="#ctx0" brushRef="#br0" timeOffset="112823.1639">8788 12071 0,'-40'0'0,"40"-40"31,40 40 0,0 0-15,0 0 0,0 0-16,0 0 15,-40 40-15,40-40 0,0 0 31,1 0 1,-1 0-17,-40-40 1,0 0-16,40 40 0,-40-40 0,0 0 16,40 40-16,-40-40 15,40-1-15,-40 1 0,40 40 16,-40-40-16,0 0 0,40 40 15,-40 40 64,-40-40-64</inkml:trace>
  <inkml:trace contextRef="#ctx0" brushRef="#br0" timeOffset="116332.873">1966 15480 0,'40'0'78,"0"0"-63,1 0-15,-1 0 16,-40-40-16,40 40 16,0 0-16,0-40 0,0 40 0,0-40 15,-40 0-15,40 40 0,1-40 0,-1 40 16,-40-41-16,40 1 15,-40 0-15,0 0 16,0 0 0,-40 0-16,0 0 15,-1 0 1,1 0 0,0 40-16,40 40 46,0 0-46,0 40 16,0-40-16,0 0 0,0 0 16,0 0-16,40 1 15,-40-1-15,0 0 0,0 0 0,0 0 16,0 0-16,0 0 0,0 0 16,0 0-16,0 0 0,0 1 0,0-1 0,0 0 15,0 0-15,0 0 0,0-80 63,40 40-63,1-40 15,-41 0 1,40 40-16,-40-40 0,40 40 0,-40-41 0,40 41 16,-40-40-16,40 40 0,-40-40 0,40 40 15,0 0 1,0 0-16,-40 40 0,41 0 31,-41 1-31,0-1 0,40-40 0,-40 40 16,0 0-16,0 0 15,0 0-15,40 0 0,-40 0 16,0 0 0,40-40-1</inkml:trace>
  <inkml:trace contextRef="#ctx0" brushRef="#br0" timeOffset="116632.8574">3491 15039 0,'-40'0'31,"0"40"-31,40 0 16,-40 80-1,-1 81 17,41-121-32,0-40 0,121 81 15,-121-81-15,40-40 0,0 40 16,40-40-1</inkml:trace>
  <inkml:trace contextRef="#ctx0" brushRef="#br0" timeOffset="117002.8548">3812 15320 0,'-40'0'15,"40"40"1,40-40-16,-40 40 16,40-40-16,0 40 15,-40 0-15,40 0 0,-40 0 32,0 0-32,0 0 15,0-80 16,41 0-31,-1-40 0,-40 40 32,40 0-32,0 40 0,0 0 31,-40 40-31,0 0 16,40 0-16,-40 0 15,0 0 1,0 0-16,0 1 0,0-1 15,0 0 1</inkml:trace>
  <inkml:trace contextRef="#ctx0" brushRef="#br0" timeOffset="117252.8182">4534 15721 0,'-40'0'0,"80"0"0,-80-40 31,80 40-31,121-81 16,-81 41-1,-40 40-15,81-40 16,-81 40-16,0 0 15</inkml:trace>
  <inkml:trace contextRef="#ctx0" brushRef="#br0" timeOffset="117772.8045">5417 15280 0,'-40'-81'16,"40"41"-16,80-40 15,0 40 1,-39 0-16,39 0 0,-40 40 0,80-40 31,-80 40-31,-40 40 0,41 40 31,-41-40-31,0 0 0,0 0 0,-41 121 32,1-121-32,0 40 15,80-80 16,0 0-15,1 0-16,39 0 16,-40 40-16,-40 0 15,0 0 1,-40 81 0,0-121-16,-41 120 15,41-80-15,0 0 0,-40 0 16,40-40-16,0 0 15,0 0-15,-41-40 16</inkml:trace>
  <inkml:trace contextRef="#ctx0" brushRef="#br0" timeOffset="118042.7724">6380 15039 0,'40'-40'31,"-80"80"-31,120-80 16,-80 80-16,40-40 15,-40 40-15,0 0 16,0 0-16,41 0 0,-41 0 0,0 1 0,0-1 15,0 0-15,0 0 0,0 0 16,0 40-16,-41-40 0,41 0 0,-80 41 0,80-41 16,-40 40-16,0-40 15,-40 40-15,40-40 0,-41 0 0,41 41 0,-40-41 16,0 0-16</inkml:trace>
  <inkml:trace contextRef="#ctx0" brushRef="#br0" timeOffset="121492.5637">11757 14919 0,'40'0'78,"0"0"-62,0 0-1,1 0 1,-1 0-16,0 0 15,0 0-15,0 0 0,0 0 16,0 0-16,0 0 0,1 40 16,-41 0-1,40 0-15,-40 0 0,0 0 0,0 0 16,0 0-16,-40 0 16,40 1-16,-41-1 0,41 0 0,-80-40 0,80 40 15,-40-40-15,0 40 0,40 0 0,-40-40 16,0 0-1,40-40 17,0 0-17,40 40 1,-40-40-16,40 40 0,0 0 0,0 0 16,0 0-16,0 0 0,1 0 0,-1 0 15,0 40-15,0-40 0,40 0 16,-40 40-16,0-40 0,41 0 0,-41 0 0,0 40 15,40-40-15,-40 40 16,0-40-16</inkml:trace>
  <inkml:trace contextRef="#ctx0" brushRef="#br0" timeOffset="122042.5283">14445 14638 0,'0'0'0,"0"40"32,0 0-1,0 0-31,0 40 16,0 1-1,0-1 1,0 80-1,0-39 1,41-41 15,-41-40-31</inkml:trace>
  <inkml:trace contextRef="#ctx0" brushRef="#br0" timeOffset="122642.5655">16733 14798 0,'0'0'16,"40"0"-1,-80 0 17,0 0-32,40 40 15,-81-40 1,1 121-1,40-121-15,-40 80 16,40-80 0,40 40-1,0 0 1,80-40 0,120 0-1,-119-40-15,159 0 31,-79 40-15,-81 0 0</inkml:trace>
  <inkml:trace contextRef="#ctx0" brushRef="#br0" timeOffset="122872.479">16973 14919 0,'0'0'0,"-40"0"0,0 0 0,0-41 16,40 82 31,0 39-47,40-40 15,-40 0-15,0 0 0,0 0 0,0 0 0,0 0 16,0 1-16,0-1 15,0 0-15,-40 0 0,40 0 16</inkml:trace>
  <inkml:trace contextRef="#ctx0" brushRef="#br0" timeOffset="124422.422">9590 14999 0,'0'40'32,"-40"-40"-32,80 0 125,-40-40-125,40 40 15,-40-40-15,40 40 16,-40-40-16,0-1 0,41 41 15,-1-40 1,0 40 0,0 0-1,0 0-15,-40 40 0,40-40 16,-40 41 0,40-41-16,-40 40 0,0 0 15,0 0-15,0 0 0,0 0 16,0 0-16,-40 0 15,40 0-15,-80 1 0,80-1 16,0 0 0,-40-40-16,0 40 0,0-40 0,40 40 15,-41-40 1,41 40-16,41-40 47,-41-40-47,40 0 15,0 40 1,0 0-16,0 0 16,0 0-1,0 0-15,0 40 0,1-40 16,-41 40 0,40-40-16,-40 40 0,0 0 0,0 0 15,0 0-15,0 1 0,-40-41 16,40 40-16,-41-40 15,41 40-15,-40-40 0,0 0 0,0 40 0,0-40 16,0 0 0,0 0-16,0 0 0,-1 0 0,1 0 15,0-40-15,0 40 16,40-40-16,-40 0 0,0 40 0</inkml:trace>
  <inkml:trace contextRef="#ctx0" brushRef="#br0" timeOffset="141153.108">22190 6015 0,'-40'0'15,"0"-40"17,40 0-1,40 40 125,0 0-140,0 0-16,0 0 0,0 0 15,0 0 1,1 0-16,-41 40 0,40-40 16,-40 40-16,40-40 0,0 40 15,0 0-15,-40 1 0,40-41 0,-40 40 16,0 0-16,40-40 16,-40 40-16,40-40 0,-40 40 0,0 0 0,41 0 15,-41 0-15,0 0 31,-41-40 1,1 0-17,40-40 1,-40 40-16,40-40 16,-40 0-1,40 0 1,0 0-16,0 0 0,40 0 15,-40 0-15,40 40 16,-40-41-16,40 41 0,-40-40 0,41 40 0,-1-40 16,0 40-1,0-40-15,0 40 16,-40-40-16,40 40 0,0 0 16,0-40-16,1 40 15,-1 0-15</inkml:trace>
  <inkml:trace contextRef="#ctx0" brushRef="#br0" timeOffset="142543.0233">23233 6416 0,'-40'0'16,"40"-40"-1,40 40 48,0 0-63,0 0 16,-40 40-16,41 0 0,-41 0 15,0 1 1,0-1-16,-41 0 15,1 0-15,80-40 63,-40-40-63,81 40 16,-41-40-16,0 0 15,0-1-15,0 41 0,0-40 0,0 40 0,1 0 16,-41-40-16,40 40 0,0 0 0,-40-40 0,40 40 15,0-40 1,-40 0 15,-40 40-15,40-40 0,0 80 15,0 0-16,0 0-15,0 0 16,0 0 0,0 0-16,40-40 15,-40 41 1,40-41-16,0 0 16,0 0-1,1 0-15,-1-41 0,0 41 16,-40-40-16,40 0 15,-40 0 1,40 40-16,-40-40 16,0 80 46,0 0-31,40-40-31,-40 40 0,40-40 16,-40 40-16,40-40 16,1 0-16,-1 0 31,-40-40-31,0 0 16,0 0-1,0 0-15,0 0 16,0 80 31,0 0-16,0 0-15,0 0-16,0 0 15,0 1-15,0-1 0,-40 0 16,40 0-16,0 0 15,-41 0-15,41 0 0,0 0 16,0 0-16,-40 1 16,40-1-16,0 0 0,-40 0 0,40 0 15,-40 0-15,40 0 16,-40-40-16,40 40 0,-40-40 16,40 40-16,-40-40 15,0 0 1,-1 0-1,1 0 1,40-40 31</inkml:trace>
  <inkml:trace contextRef="#ctx0" brushRef="#br0" timeOffset="143122.99">24959 6015 0,'0'-40'0,"-41"40"32,41-40-32,0 80 93,-40 0-77,40 0-16,0 0 0,-40-40 0,40 41 16,0-1-16,0 0 15,-40-40-15,40 40 0,0 0 0,0 0 0,0 0 16,0 0-16,0 0 0,0 0 16,0 1-16,40-1 0,0 0 15,0 0-15,1 0 0,-1-40 16,0 40-1,0-40-15,0 0 0,0 0 16</inkml:trace>
  <inkml:trace contextRef="#ctx0" brushRef="#br0" timeOffset="143563.0367">25440 6496 0,'40'0'47,"-40"-40"-47,40 40 0,1-40 32,-1 40-32,-40-40 0,40 0 0,-40 0 15,0 0-15,0 0 0,0 0 16,0 0-16,0-1 15,-40 41-15,40-40 0,0 0 0,-40 0 16,40 0 0,-41 40-16,41-40 15,0 80 32,0 0-47,0 0 16,-40 0-16,40 0 0,0 1 15,0-1-15,0 0 0,0 0 16,0 0-16,0 0 0,0 0 0,40 0 16,1 0-1,-41 0-15,40 1 0,0-41 16,0 40-16,0-40 16,0 0-16</inkml:trace>
  <inkml:trace contextRef="#ctx0" brushRef="#br0" timeOffset="143852.9625">25962 5935 0,'0'0'0,"40"0"16,0 0 15,0 40-31,0 0 16,0 81-1,-40-41-15,0 0 16,0-40-16,-80 161 16,40-161-16,-161 160 15,81-160-15</inkml:trace>
  <inkml:trace contextRef="#ctx0" brushRef="#br0" timeOffset="146732.7916">8025 8943 0,'-40'0'0,"0"0"16,0 0-1,80 0 16</inkml:trace>
  <inkml:trace contextRef="#ctx0" brushRef="#br0" timeOffset="147122.7484">8788 10948 0,'0'-40'16,"0"0"-1</inkml:trace>
  <inkml:trace contextRef="#ctx0" brushRef="#br0" timeOffset="149242.6928">9430 8462 0,'0'40'0,"40"-40"0</inkml:trace>
  <inkml:trace contextRef="#ctx0" brushRef="#br0" timeOffset="151082.5813">22551 9665 0,'-40'-40'47,"40"80"94,0 40-141,0-40 15,0 0 1,0 0-16,0 0 0,0 1 0,0-1 0,0 0 0,0 0 16,0 0-1,0 0-15,0 0 0,0 0 0,0 0 16,0 0-16,0 1 16,0-1-16</inkml:trace>
  <inkml:trace contextRef="#ctx0" brushRef="#br0" timeOffset="151972.4515">22872 9905 0,'-40'0'15,"40"-40"17,-40 40-32,80 0 78,-40 40-78,40-40 0,-40 41 0,80-41 15,-80 40-15,0 0 16,40 0-16,1-40 0,-41 40 0,40-40 0,-40 40 16,40-40-16,0 40 0,0-40 15,-40 40-15,40-40 0,-40 40 16,40-40-16</inkml:trace>
  <inkml:trace contextRef="#ctx0" brushRef="#br0" timeOffset="152242.5122">23273 9946 0,'0'0'15,"-40"0"32,40 40-47,-40-40 16,0 40-16,40 0 0,0 0 0,-40-40 16,40 40-16,-40 0 0,0 0 0,40 0 15,-41 0 1,41 1-16,-40-1 0,40 0 15,-40-40-15,40 40 16</inkml:trace>
  <inkml:trace contextRef="#ctx0" brushRef="#br0" timeOffset="152662.4865">23915 9745 0,'-40'0'16,"0"0"-16,0 40 15,0 0 1,0 0-1,-41 41 1,81-41-16,-80 0 31,80 0-31,40-40 47,0 0-47,-40-40 0,41 40 16,-1 0-16,0 0 0,0-40 15,0 40-15,0 0 0,0 0 0,-40-40 16,40 40-16,1 0 16,-1 0-16,0 0 0,0 0 15,0 0 1</inkml:trace>
  <inkml:trace contextRef="#ctx0" brushRef="#br0" timeOffset="152922.4063">23875 9745 0,'-40'0'0,"40"-40"32,-40 40-32,40 40 15,0 0 1,0 0-1,0 0-15,0 0 0,0 1 0,0-1 0,0 0 16,0 0-16,0 0 16,0 0-16,0 0 0,0 0 0,-40-40 0,40 40 15,0 0-15,0 1 16</inkml:trace>
  <inkml:trace contextRef="#ctx0" brushRef="#br0" timeOffset="153352.3806">24758 9986 0,'-40'40'15,"80"-40"32,0 0-47,0 0 16,40 0-1,-80-40-15,41 40 0,-1 0 0,0 0 16,0 0-16,0 0 0,0 0 16,0 0-16,0 0 0,1 0 0,-1 0 15,0 0-15,0 0 0</inkml:trace>
  <inkml:trace contextRef="#ctx0" brushRef="#br0" timeOffset="153632.3867">25119 9785 0,'-40'0'0,"40"-40"0,0 80 63,0 0-63,0 0 15,0 0-15,0 1 0,0-1 0,0 0 16,0 0-16,0 0 15,0 0-15,0 0 0,0 0 0,0 0 16,0 0 0</inkml:trace>
  <inkml:trace contextRef="#ctx0" brushRef="#br0" timeOffset="155172.2593">25761 9625 0,'0'40'31,"-40"-40"-31,0 0 94,80 0 109,0 0-203,0 0 31,-40-40-31,40 40 0,1 0 16,-1 0-16,0 0 16,0 0-16,0 40 15,-40 0 1,0 0-16,0 0 16,-40 0-16,40 0 0,-80-40 0,80 40 15,-40-40-15,40 41 0,-41-41 16,41 40-16,-40-40 0,0 0 0,40 40 15,-40-40 1,80 0 15,40 0-31,-39 0 16,-1 0-16,0 0 0,-40 40 16,40-40-1,-40 40-15,0 0 16,-40 0-1,0-40-15,0 40 0,-1-40 16,1 40-16,0-40 16,0 40-16,0-40 0,0 0 15,0 0 1</inkml:trace>
  <inkml:trace contextRef="#ctx0" brushRef="#br0" timeOffset="155442.3163">26122 9865 0,'40'0'15,"-40"40"-15,41-40 16,-1 81-1,40 39 17,-80-80-32,40 0 15,-40 0-15,40 0 16,0-40-16</inkml:trace>
  <inkml:trace contextRef="#ctx0" brushRef="#br0" timeOffset="155732.2254">26363 9946 0,'0'-41'31,"0"1"-31,40 40 31,-40-40-31,0 120 32,-40-80-17,0 81-15,0-41 16,0 0-16,0 0 0,40 0 0,0 0 16,-41-40-16,41 40 0,0 0 0,-40 0 0,40 1 15,-40-41 1,40 40-16,-40-40 0,40 40 0</inkml:trace>
  <inkml:trace contextRef="#ctx0" brushRef="#br0" timeOffset="156112.2067">26604 9905 0,'-40'0'15,"80"0"-15,-120 0 16,80 41-16,-41-1 16,41 0-16,0 40 31,121 0-16,-1-80 1,-40-40 15,-80 0-31,0 0 16,-80-80 0,0 39-1</inkml:trace>
  <inkml:trace contextRef="#ctx0" brushRef="#br0" timeOffset="156342.2619">27125 9986 0,'41'0'16,"-1"-40"0,0 40-1,0 0-15,0 0 0,0 0 16,0 0-16,0-41 0,1 41 0,-1 0 16,0 0-16</inkml:trace>
  <inkml:trace contextRef="#ctx0" brushRef="#br0" timeOffset="156602.1714">27166 9665 0,'0'0'15,"0"40"17,0 0-17,0 40 1,0 81 0,0-1-1,0-80 1</inkml:trace>
  <inkml:trace contextRef="#ctx0" brushRef="#br0" timeOffset="157062.2185">27647 9825 0,'-40'-40'0,"40"0"16,0 0-16,40 40 31,0 0-31,0 0 0,0 0 16,1 120-1,-82 41 17,-39-41-17,40-80 1,0-40 0,40-40-1,0 0 1,40 40-1,40 0 1,41 80 15,-81-40-31,-40 0 16,80 0-16</inkml:trace>
  <inkml:trace contextRef="#ctx0" brushRef="#br0" timeOffset="157282.2043">28289 9905 0,'0'0'16,"40"0"-16,0 41 15,0-41 1,1 80-1,-1-40 1,0 0 0</inkml:trace>
  <inkml:trace contextRef="#ctx0" brushRef="#br0" timeOffset="157562.1882">28490 9825 0,'0'-40'0,"0"80"0,-40-80 16,-1 80 15,41 0-16,-40 0 1,40 1-16,-40-1 0,0 0 0,40 0 16,-40 0-16,40 0 15,-40-40-15,40 40 0,0 0 0,-40-40 16,40 40-16</inkml:trace>
  <inkml:trace contextRef="#ctx0" brushRef="#br0" timeOffset="158282.1449">27125 9986 0,'-40'0'16,"80"0"140,1 0-156,-1 0 16,0 0-1,0 0-15</inkml:trace>
  <inkml:trace contextRef="#ctx0" brushRef="#br0" timeOffset="159282.0838">29011 9745 0,'-40'0'109,"0"0"-78,0 40-15,40 0-16,-40 0 0,40 0 31,0 1-31,0-1 16,40-40-1,0 0-15,-40 40 0,40-40 32,0 0-32,1 0 0,-41-40 15,40 40-15,-40-40 16,40 40-16,-40-41 16,0 1-16,-40 0 31,0 0-31,-1 40 15,1-40-15</inkml:trace>
  <inkml:trace contextRef="#ctx0" brushRef="#br0" timeOffset="159642.0639">29653 9825 0,'0'0'31,"41"0"1,-1 0-17,0 0-15,0 0 0,0 0 16,0 0-16,0 0 15,0-40-15,1 40 0,-1 0 0,0 0 16,0 0 0,0 0-16</inkml:trace>
  <inkml:trace contextRef="#ctx0" brushRef="#br0" timeOffset="159971.9672">29934 9665 0,'0'-80'31,"0"160"-31,0-120 63,0 80-63,0 0 15,0 0 1,0 0-16,0 0 0,0 0 16,0 0-16,0 1 0,0-1 0,-40-40 15,40 40-15,0 0 0,0 0 16</inkml:trace>
  <inkml:trace contextRef="#ctx0" brushRef="#br0" timeOffset="160392.0161">30416 9625 0,'0'40'63,"0"0"-48,-40 0-15,40 0 0,0 0 0,0 0 16,0 0-1,0 1-15,0-1 0,0 0 0,0 0 16,0 0-16,0 0 16,-40-40-16,40 40 0</inkml:trace>
  <inkml:trace contextRef="#ctx0" brushRef="#br0" timeOffset="160662.0022">30576 9785 0,'0'40'31,"40"-40"-15,-40 40-16,41-40 15,-41 40-15,40-40 0,-40 41 0,40-1 16,0-40-16,0 40 16,0-40-16,-40 40 0,40-40 15,0 40 1</inkml:trace>
  <inkml:trace contextRef="#ctx0" brushRef="#br0" timeOffset="160941.9836">30897 9785 0,'0'0'0,"-40"0"0,40-40 16,-40 40-1,0 40 1,40 0-1,-40 0-15,40 0 16,0 1-16,0-1 16,-40 0-16,40 0 0,0 0 0,-40 0 15,40 0 1,-41-40-16,41 40 0,-40 0 16,0 0-16</inkml:trace>
  <inkml:trace contextRef="#ctx0" brushRef="#br0" timeOffset="161211.9677">31138 9745 0,'0'0'16,"0"40"0,-40 40-1,-40 1 1,80-1 0,0-40-16</inkml:trace>
  <inkml:trace contextRef="#ctx0" brushRef="#br0" timeOffset="162811.87">22350 9424 0,'41'0'0,"-41"-40"62,-41 40-46,41-40-1,-40 40-15,0 0 16,0 0-16,0 0 16,0 0-1,0 0-15,0 0 16,40 40-1,-41-40-15,41 40 0,-40-40 16,40 40-16,-40-40 16,40 40-16,0 0 62,0 1-46,0-1-1,0 0-15,-40 0 16,40 0-16,0 0 0,0 0 16,0 0-16,0 0 15,0 1-15,0-1 0,0 0 0,0 0 0,0 0 16,40 0-16,-40 0 0,0 0 0,0 0 0,0 0 16,0 1-1,40-41-15,-40 40 0,0 0 0,40-40 16,-40 40-16,0 0 15,0 0 17,0 0-17,41-40 1,-1 0 31,0 0-47,0 0 15,0 0-15,0 0 0,0 0 16,0 0-16,1-40 0,-1 40 0,0 0 16,0 0-16,-40-40 15,40 40-15,0 0 0,0 0 0,0 0 16,1 0-16</inkml:trace>
  <inkml:trace contextRef="#ctx0" brushRef="#br0" timeOffset="164231.7417">31218 9264 0,'40'0'0,"1"0"63,-1 0-48,0 0 1,0 0-16,0 0 16,0 0-16,0 0 31,0 0-31,1 0 0,-1 0 15,0 40 1,-80-40 15,40 40-15,0 0-16,-40-40 16,40 40-1,0 0 1,0 0-1,0 0-15,-41 1 16,41-1-16,0 0 16,0 0-16,0 0 15,0 0-15,0 0 16,-40 0-16,40 0 0,0 1 16,0-1-16,0 0 0,0 0 15,0 0-15,0 0 0,0 0 16,0 0-16,0 0 0,0 0 31,0 1-31,0-1 16,0 0 46,-40-40-62,40 40 31,-40-40-31,0 0 32,0 0-17,0 0 1,0 40-16,-1-40 16,1 0-16,0 40 0,0-40 0,0 0 15,0 0 1,0 0-16,0 0 0,-1 0 0,1 0 15,40-40-15,-40 40 0</inkml:trace>
  <inkml:trace contextRef="#ctx0" brushRef="#br0" timeOffset="165891.6839">21147 9705 0,'40'0'32,"-40"-40"-32,40 40 0,0 0 15,-40-40 1,0 80 46,80 0-62,-80 0 16,0 0-16,0 0 0,0 0 16,0 0-16,0 1 15,0-1-15,40 0 0,-40 0 0,0 0 16,40 0-1,-40 0-15,0 0 0,0 0 16,0 0-16,0 1 16</inkml:trace>
  <inkml:trace contextRef="#ctx0" brushRef="#br0" timeOffset="166351.6567">21106 10627 0,'0'0'0,"-80"40"32,40-40-17,80 0 63,0 0-62,0 0-16,1 0 16,-1 0-1,0 0-15,0 0 0,0 0 0,0-40 0,0 40 16,0-40-16,1 40 0,-1 0 0,0-40 16,0 40-16,0-40 15,0 40-15</inkml:trace>
  <inkml:trace contextRef="#ctx0" brushRef="#br0" timeOffset="166831.6237">21588 10788 0,'-40'0'63,"40"40"-63,-40 0 15,40 0-15,-40-40 0,40 40 16,-41-40-16,41 40 16,-40-40-16,40 40 0,-40-40 15,40 40-15,-40 1 16,80-41 46,0 0-46,0 0-16,-40-41 0,41 41 0,-1 0 16,0-40-16,0 40 15,0-40-15,0 40 0,0 0 0,0-40 16,1 40-16,-1-40 0,0 40 16,0 0-16</inkml:trace>
  <inkml:trace contextRef="#ctx0" brushRef="#br0" timeOffset="167101.5388">21628 10748 0,'-40'0'32,"40"80"-1,0-40-31,0 0 0,0 0 0,0 0 16,0 0-16,0 0 15,0 1-15,0 39 0,0-40 0,0 0 0,0 40 16,0-40-16,0 0 0,0 1 15</inkml:trace>
  <inkml:trace contextRef="#ctx0" brushRef="#br0" timeOffset="171731.3298">31941 9905 0,'0'0'15,"40"0"64,0-40 14,40 40-93,-40 0 16,-40-40-16,40 40 16,0 0-16,1 0 0,-1 0 15,-40-40 1</inkml:trace>
  <inkml:trace contextRef="#ctx0" brushRef="#br0" timeOffset="171951.2611">31941 10186 0,'40'0'47,"0"0"-47,0 0 15,0 0-15,0 0 16,0 0-16,0 0 16,-40-40-16,41 40 0</inkml:trace>
  <inkml:trace contextRef="#ctx0" brushRef="#br0" timeOffset="173441.1518">32583 9585 0,'-41'0'563</inkml:trace>
  <inkml:trace contextRef="#ctx0" brushRef="#br0" timeOffset="174081.168">23153 10387 0,'0'40'0,"40"-40"16</inkml:trace>
  <inkml:trace contextRef="#ctx0" brushRef="#br0" timeOffset="178170.867">32623 9544 0,'40'0'16,"-40"-40"-16,-40 80 78,40 1-47,-40-41-31,40 40 0,0 0 0,0 0 16,0 0-1,0 0-15,0 0 0,0 0 0,0 0 16,0 1-16,0-1 16,-41-40-16,41 40 0,0 0 15,0 0-15</inkml:trace>
  <inkml:trace contextRef="#ctx0" brushRef="#br0" timeOffset="178550.916">32743 10026 0,'40'0'63,"-40"40"-16,-40-40-32,40-40 32,40 40-16,0 0-15</inkml:trace>
  <inkml:trace contextRef="#ctx0" brushRef="#br0" timeOffset="179120.8896">32864 9544 0,'0'-40'16,"40"40"15,0 0-16,-40 40 1,0 1 0,0-1-16,0 0 0,0 0 15,0 0-15,0 0 0,-40-40 16,40 40-16,0 0 16,0 0-16,-40-40 0,40-40 62,40 40-46,0 0-1,0 0 1,-40 40-16,40-40 0,-40 41 16,40-1-1,-40 0-15,0 0 0,40-40 0,-40 40 16,40 0-1</inkml:trace>
  <inkml:trace contextRef="#ctx0" brushRef="#br0" timeOffset="179420.7905">33305 9625 0,'-40'0'0,"40"40"31,0 0-15,40-40-16,-40 40 15,0 0-15,40-40 0,-40 40 16,0 0-16,0 0 15,0 1-15,0-1 0,0 0 16,0 0 0,-40-40-16,40 40 0,-40-40 0,0 0 15,40 40-15,-40-40 0</inkml:trace>
  <inkml:trace contextRef="#ctx0" brushRef="#br0" timeOffset="179590.8528">33345 9625 0,'0'-40'0,"0"80"0,80-121 31,-40 81-31,-40-40 0,41 40 31,-1 0-31</inkml:trace>
  <inkml:trace contextRef="#ctx0" brushRef="#br0" timeOffset="180280.7358">32783 9544 0,'0'41'31,"40"-41"1,-40-41-32,41 41 0,-1-40 15</inkml:trace>
  <inkml:trace contextRef="#ctx0" brushRef="#br0" timeOffset="181920.6364">9510 12873 0,'0'-40'31</inkml:trace>
  <inkml:trace contextRef="#ctx0" brushRef="#br0" timeOffset="184340.4921">21106 12071 0,'0'40'78,"0"0"-47,0 0-31,0 1 0,0-1 16,0 0-16,0 0 15,0 0-15,0 0 0,0 0 0</inkml:trace>
  <inkml:trace contextRef="#ctx0" brushRef="#br0" timeOffset="184790.4809">20866 12633 0,'-40'0'16,"80"0"47,0 0-48,0-41-15,0 41 16,0 0-16,0 0 0,-40-40 15,40 40 1,1 0-16,-1 0 0,0 0 0,40 0 16,-40 0-16,0-40 0,0 40 0,1 0 0,-1-40 15,0 40-15,0 0 16,-40-40-16</inkml:trace>
  <inkml:trace contextRef="#ctx0" brushRef="#br0" timeOffset="185170.516">21307 12753 0,'-40'40'15,"0"-40"1,0 0-1,0 40 1,-1-40-16,41 40 0,0 0 16,0 0-16,0 1 15,0-1 1,41-80 62,39 40-78,-80-41 16,40 41-16,0 0 0,0 0 0,0 0 0,0-40 15,1 40-15,-1 0 0</inkml:trace>
  <inkml:trace contextRef="#ctx0" brushRef="#br0" timeOffset="185400.5003">21147 12833 0,'0'-40'16,"40"80"15,-40 0-15,0 0-16,0 0 0,0 1 15,0-1-15,0 0 0,0 0 0,0 0 0,0 0 16,0 0-16,0 0 0,0 0 0,0 0 16</inkml:trace>
  <inkml:trace contextRef="#ctx0" brushRef="#br0" timeOffset="186030.4631">22190 11790 0,'0'40'16,"-40"-40"46,40 41-46,-40-1-1,40 0-15,0 0 16,0 0-16,0 0 0,0 0 0,0 0 0,-40 0 16,40 1-16,0-1 15,0 0-15,0 0 0,0 0 0,0 0 16,0 0-16,0 0 0,0 0 16,40-40-16,-40 40 0,0 1 0,40-41 0,-40 40 15,40-40-15,-40 40 16,40-40-16,-40 40 0,40-40 0,-40 40 15,40-40-15,0 0 16,-40-40 0,41 40-16,-41-40 15</inkml:trace>
  <inkml:trace contextRef="#ctx0" brushRef="#br0" timeOffset="186650.3678">23033 11871 0,'0'40'219,"0"0"-203,0 40-16,40-40 15,-40 0-15,0 0 0,0 0 0,0 1 16,0-1-16,40 0 15,-40 0-15,0 0 0,0 0 16,0 0-16,0 0 0,0 0 31</inkml:trace>
  <inkml:trace contextRef="#ctx0" brushRef="#br0" timeOffset="187020.3295">23474 12111 0,'0'0'16,"-40"0"-16,40 40 0,40-40 47,0 0-31,0 0-16,0 0 0,0 0 15,1 0 1,-1 0-16,0 0 0,0 0 0,0 0 15,0 0-15,0-40 16,0 40-16,1 0 0,-1 0 16,-40-40-16,40 40 0</inkml:trace>
  <inkml:trace contextRef="#ctx0" brushRef="#br0" timeOffset="187360.3099">23715 11871 0,'0'-41'31,"0"82"-31,-40-82 0,40 82 47,0-1-32,0 0 1,0 0-16,0 0 0,0 0 0,0 0 16,0 0-16,0 0 15,0 1-15,0-1 0,0 0 0,0 0 16,0 0-16,0 0 15,0 0-15,0 0 0</inkml:trace>
  <inkml:trace contextRef="#ctx0" brushRef="#br0" timeOffset="188600.2358">24678 11790 0,'0'-40'125,"0"0"-109,40 40-16,0 0 15,0 0-15,-40-40 0,40 40 0,0 0 16,0 0 0,1 40-1,-41 0-15,0 0 16,0 0-16,0 1 16,-41-1-16,41 0 0,-40-40 15,40 40-15,-40-40 16,40 40-16,0 0 0,-40-40 15,0 0 1,80 0 15,40 0-15,-40 0-16,1 0 16,-1 0-16,0 0 0,0 0 15,0 0-15,0 0 0,0 0 0,0 0 0,1 0 16,-1 0-16,0 0 15,0 0-15</inkml:trace>
  <inkml:trace contextRef="#ctx0" brushRef="#br0" timeOffset="188970.2843">25280 11670 0,'0'-40'16,"40"40"30,0 40-46,0 0 16,-40 0-16,40-40 0,-40 40 16,40 0-1,-40 1-15,0-1 0,0 0 0,0 0 16,0 0-16,0 0 0,0 0 16,0 0-16,-40-40 0,40 40 0,-40 41 0,40-41 15,-40 0-15,0 0 16,0-40-16,-1 40 0,1 0 0,0 0 0</inkml:trace>
  <inkml:trace contextRef="#ctx0" brushRef="#br0" timeOffset="189330.263">26363 11911 0,'-40'0'15,"40"40"1,0-80 0,40 40-16,121-40 31,-1-1-15,-80 41-1</inkml:trace>
  <inkml:trace contextRef="#ctx0" brushRef="#br0" timeOffset="189550.1761">26403 12312 0,'0'0'0,"40"0"31,41-40-15,39 40-1,0 0 1</inkml:trace>
  <inkml:trace contextRef="#ctx0" brushRef="#br0" timeOffset="190090.1572">27246 11470 0,'0'0'0,"0"-41"16,40 41 15,40-40-15,-40 40-1,0 0-15,-40 81 31,41 39-15,-122 0 0,1-40-1,160-80 17,-40-40-17,1 40 1,39 0 15,-80 80-15,-80-39-1,-41 39 1,41-40 15,40 0-31</inkml:trace>
  <inkml:trace contextRef="#ctx0" brushRef="#br0" timeOffset="190330.2017">27166 12432 0,'40'0'15,"0"-80"1,160 0 0,-39 40 15,-81-1-15,-40 41-1</inkml:trace>
  <inkml:trace contextRef="#ctx0" brushRef="#br0" timeOffset="190610.1839">27567 12432 0,'0'0'16,"0"40"-16,-80 0 15,39-40-15,1 40 16,40 0-16,-40 1 31,40-1-15,80-40-1,41 0 1,-41-81 15,-40 81-15</inkml:trace>
  <inkml:trace contextRef="#ctx0" brushRef="#br0" timeOffset="190810.0993">27607 12432 0,'0'0'0,"-40"0"31,0 40-16,40 80 1,-40 1 0,40 39 15,0-120-31</inkml:trace>
  <inkml:trace contextRef="#ctx0" brushRef="#br0" timeOffset="191110.1539">28409 12031 0,'0'0'16,"-40"0"-1,80-40 1,81 40 15,-81 0-31,80 0 16,-120-40-16,81 40 15</inkml:trace>
  <inkml:trace contextRef="#ctx0" brushRef="#br0" timeOffset="191310.1424">28610 12312 0,'-40'0'16,"80"0"-16,-40-40 16,40 40-16,0-40 15,0 40 1,1 0-16,79-41 16,-80 1-16</inkml:trace>
  <inkml:trace contextRef="#ctx0" brushRef="#br0" timeOffset="191730.1183">29573 11630 0,'-40'0'16,"80"0"-16,-120 0 31,40 40-31,0 40 16,40 41-1,40-1 1,40-40 15,40-80-15,-39-80-1,-81-40 1,-81-1 15,-79 81-15,120 40 0,40 80 15</inkml:trace>
  <inkml:trace contextRef="#ctx0" brushRef="#br0" timeOffset="192080.0231">30175 11750 0,'0'40'62,"0"0"-30,0-80 30,0 0-46,40 40-1,0 0 1</inkml:trace>
  <inkml:trace contextRef="#ctx0" brushRef="#br0" timeOffset="192539.9957">30657 11429 0,'40'0'31,"0"0"-31,0 0 16,0 0-16,0 0 0,0 0 0,0 0 16,1 0-1,-1 0-15,0 0 0,0 0 16,-40-40 15,0 80 32,-40-40-63,40 41 0,0-1 15,0 0 1,-40 0-16,40 0 0,0 0 15,-40-40-15,40 40 0,0 0 16,0 0-16,-41 0 0,41 1 16,0-1-16,0 0 0,-40 0 15</inkml:trace>
  <inkml:trace contextRef="#ctx0" brushRef="#br0" timeOffset="192799.9782">30616 11871 0,'0'0'16,"41"0"-1,79-41 1,0 1 0,1 0 15,-81 0-31</inkml:trace>
  <inkml:trace contextRef="#ctx0" brushRef="#br0" timeOffset="193550.0062">31820 11389 0,'0'-40'31,"0"0"-31,-40 40 16,0 0-1,40-40-15,-40 40 0,0 0 31,40 80-31,-40-80 0,-1 0 16,41 40-16,0 0 31,-40-40 1,40 41 61,0-1-77,0 0-16,0 0 16,0 0-1,0 0-15,0 0 16,40-40-1,1 0 1,-1 0 15,0 0-31,0 0 0,0 0 32,0 0-17,-40 40 1,0 0-16,0 0 15,-40-40-15,40 41 0,-80-41 16,80 40-16,-40-40 0,0 40 16,-1-40-16,1 0 0,40 40 0,-40-40 15,0 0 1</inkml:trace>
  <inkml:trace contextRef="#ctx0" brushRef="#br0" timeOffset="193859.9538">31058 11830 0,'0'0'16,"40"0"31,-40-40-47,40 40 0,0 0 15,0-40-15,0 40 0</inkml:trace>
  <inkml:trace contextRef="#ctx0" brushRef="#br0" timeOffset="195649.8822">9630 14437 0</inkml:trace>
  <inkml:trace contextRef="#ctx0" brushRef="#br0" timeOffset="197919.7414">20705 13555 0,'0'-40'16,"0"0"0,0 0-1,0 0 1,0 80 46,0 0-62,0 0 0,0 0 16,0 0-16,40 0 0,-40 0 16,0 0-16,40 1 15,-40-1-15,0 0 16</inkml:trace>
  <inkml:trace contextRef="#ctx0" brushRef="#br0" timeOffset="198219.7242">20344 14116 0,'0'0'0,"-40"0"31,120-40-15,81 0 0,-1-80-1,1 80 17,-81 0-17,-40 40 1</inkml:trace>
  <inkml:trace contextRef="#ctx0" brushRef="#br0" timeOffset="198509.7062">20826 14076 0,'-41'40'0,"82"-80"0,-122 80 0,1 41 31,40-81-31,0 40 16,40 0-16,40-40 47,0 0-31,0 0-16,0 0 15,0 0 1,1 0-16,-1 0 0,0 0 0,0-40 15,0 40-15,0 0 0,0 0 16</inkml:trace>
  <inkml:trace contextRef="#ctx0" brushRef="#br0" timeOffset="198739.6917">20785 14237 0,'0'0'16,"-40"0"-1,0 0 1,40 40 31,0 0-31,40-40-16,-40 40 0,0 0 0,0 0 0,0 0 15,0 1-15,0-1 0,0 0 16,0 0-16,0 0 0,0 0 0,0 0 15,0 0-15,0 0 0</inkml:trace>
  <inkml:trace contextRef="#ctx0" brushRef="#br0" timeOffset="199189.607">21869 13555 0,'-40'0'0,"0"0"0,-1 0 31,1 0-31,40 40 31,-40 40-15,40-40-16,0 1 15,0-1-15,0 0 0,0 0 0,0 40 0,-40-40 16,40 0-16,0 0 0,0 0 0,0 1 0,0 39 16,0-40-16,40 0 15,-40 0-15,40 0 0,0 0 16,41-40 0,-41 0-16,0 0 0</inkml:trace>
  <inkml:trace contextRef="#ctx0" brushRef="#br0" timeOffset="199999.6153">22391 13675 0,'-41'0'31,"41"-40"1,41 0-17,-1 40 1,0 0-16,0 0 0,0 0 15,0 0-15,0 0 0,0 0 16,1 0 0,-1 0-16,0 0 0,-40 40 15,0 0-15,0 0 16,0 1-16,-40-41 0,40 40 16,-40 0-16,-1 0 15,1 0-15,0 0 16,40 0-1,-40-40-15,80 0 63,0 40-47,0 0-16,1-40 0,-1 0 15,0 0 1,-40 40-16,40-40 0,0 0 0,0 0 15,0 0-15,0 0 16</inkml:trace>
  <inkml:trace contextRef="#ctx0" brushRef="#br0" timeOffset="200289.5975">23394 13876 0,'40'0'32,"0"0"-32,0 0 15,0 0-15,0 0 16,0 0-16,1 0 0,-41-40 0,80 40 0,-40 0 15,0 0-15,0 0 0,0 0 0,0 0 16,1 0 0</inkml:trace>
  <inkml:trace contextRef="#ctx0" brushRef="#br0" timeOffset="200589.5226">23675 13715 0,'0'0'0,"-41"-40"16,41 0 0,-40 40 15,40 40-16,0 0-15,0 81 16,0-81-16,0 120 16,0-39 15,0-81-31,0 0 0,0 0 0,0 0 31</inkml:trace>
  <inkml:trace contextRef="#ctx0" brushRef="#br0" timeOffset="201229.4698">24116 13715 0,'40'-40'31,"0"40"-15,-40-40 0,40 40-16,0 0 31,1 0-31,-41 40 15,0 0-15,0 1 16,0-1 0,0 0-16,0 0 15,0 0 1,40-40 15,0 0-15,0 0-1,-40 40-15,40 0 16,-40 0-16,0 0 16,0 0-16,0 1 15,-80-41-15,80 40 0,-40 0 0,0 0 16,-1 0 0,1-40-16,40 40 0,-40-40 0,0 0 15,0 0 1,40-40-16,0 0 15</inkml:trace>
  <inkml:trace contextRef="#ctx0" brushRef="#br0" timeOffset="201649.5164">24517 13555 0,'0'40'16,"40"0"15,0 0-31,-40 0 16,41 1-1,-41-1-15,40-40 0,-40 40 0,0 0 0,0 0 16,40 0-16,-40 0 15,0 40-15,0-40 0,0 1 0,0-1 0,-40-40 16,40 40-16,-40 0 0,40 0 0,-41 0 0,1 0 16,-40 0-1</inkml:trace>
  <inkml:trace contextRef="#ctx0" brushRef="#br0" timeOffset="202169.4118">25641 13756 0,'0'0'16,"-40"0"-16,120 0 31,-40 0-15,0 0-1,121 0 1,-1 0 0,-80-41-1,-39 41-15</inkml:trace>
  <inkml:trace contextRef="#ctx0" brushRef="#br0" timeOffset="202369.4743">25801 14237 0,'0'40'16,"0"-80"-16,0 120 0,81-80 31,-1 0-15,-40 0-16,40-40 15,-40 40-15,81-40 0</inkml:trace>
  <inkml:trace contextRef="#ctx0" brushRef="#br0" timeOffset="202989.3603">27246 13274 0,'-40'0'15,"40"40"1,-40-40 0,40 40-1,0 1-15,0-1 0,-41 0 16,41 0-1,0 0-15,0 0 16,81-40-16,-81 40 0,40-40 0,-40 40 0,40-40 16,-40 40-16,40-40 15,0 41-15,0-1 0,0 0 16,-40 0-16,0 0 16,0 0-16,-40-40 15,-40 0 1,40 0-16,0 0 0,0 0 0,0 0 0,-1 0 15,1-40-15,0 40 0,0-40 0</inkml:trace>
  <inkml:trace contextRef="#ctx0" brushRef="#br0" timeOffset="203159.424">27206 13475 0,'0'0'0,"80"0"16,-40-80-1,40 39 1,-40 41-16,41-40 16,-41 0-16,0 40 15</inkml:trace>
  <inkml:trace contextRef="#ctx0" brushRef="#br0" timeOffset="203419.4093">27246 14116 0,'-40'41'15,"80"-82"-15,-80 122 31,80-81-31,0 0 16,120 0 0,-79-40-1,39-1-15</inkml:trace>
  <inkml:trace contextRef="#ctx0" brushRef="#br0" timeOffset="203779.3864">27607 14317 0,'-40'40'16,"40"0"-16,-40 0 15,-41 0 1,41 41 15,0-41-15,80-40 15,41 0-15,-1 0-1,0 0-15,0 0 32,-40 0-32</inkml:trace>
  <inkml:trace contextRef="#ctx0" brushRef="#br0" timeOffset="204009.3726">27687 14477 0,'-40'0'15,"40"41"17,0-1-1,0 0-31,0 0 15,0 0-15,0 0 0,0 0 16,0 0-16,0 0 16</inkml:trace>
  <inkml:trace contextRef="#ctx0" brushRef="#br0" timeOffset="204379.2786">28369 13916 0,'-40'0'15,"80"0"32,0 0-47,41 0 16,-41 0-16,0 0 15,0 0-15,0 0 0,0 0 0,-40-40 16,40 40-16</inkml:trace>
  <inkml:trace contextRef="#ctx0" brushRef="#br0" timeOffset="204569.281">28490 14237 0,'-40'40'15,"80"-80"-15,-80 120 16,80-80 0,0 0-1,0 0 1,0 0-16,0-40 0,0 40 0,0 0 16,1 0-16,-1 0 15</inkml:trace>
  <inkml:trace contextRef="#ctx0" brushRef="#br0" timeOffset="206399.2274">29814 13435 0,'0'40'32,"-40"-40"155,80 0 32,-80 0 297,40 40-157,0 0-359,0 0 16,0 0-1,0 0-15,0 0 16,0 1-16,0-1 0,0 0 15,0 0-15,0 0 16,0 0-16,0 0 16,0 0-1</inkml:trace>
  <inkml:trace contextRef="#ctx0" brushRef="#br0" timeOffset="206749.1551">30135 13715 0,'0'41'0,"-40"-41"78</inkml:trace>
  <inkml:trace contextRef="#ctx0" brushRef="#br0" timeOffset="207219.1102">30536 13475 0,'0'-40'0,"-40"40"0,40-40 16,0-1 0,0 1-16,40 40 0,0-40 15,0 40 1,1 0-16,-1 0 0,0 40 15,-40 0-15,40-40 0,-40 41 16,0-1-16,0 0 0,0 0 16,0 0-16,-40 0 0,40 0 15,-40 0 1,0 0-16,-1-40 0,41 41 16,-40-41-1,40-41 1,0 1 15,40 40-15,1 0-1,-1 0-15,-40 40 0,40-40 0,-40 41 16,40-41 0,0 0-16,-40 40 0,40-40 15,-40 40-15,40-40 16</inkml:trace>
  <inkml:trace contextRef="#ctx0" brushRef="#br0" timeOffset="207589.0809">31178 13314 0,'-40'0'31,"80"0"-31,-80 40 63,80 1-48,-40-1-15,40-40 16,0 40-16,-40 0 16,41-40-16,-41 40 0,0 0 15,0 0 1,0 0-16,-41-40 16,41 40-16,-40-40 15</inkml:trace>
  <inkml:trace contextRef="#ctx0" brushRef="#br0" timeOffset="207749.0716">31299 13274 0,'0'-160'31,"0"320"-31,40-360 16,0 160-16,0 40 15,0 0-15</inkml:trace>
  <inkml:trace contextRef="#ctx0" brushRef="#br0" timeOffset="210598.8978">10714 16683 0,'0'40'16,"-40"-40"-16,-1 0 0,1 0 16,0 0-1,40 40-15,-40-40 0</inkml:trace>
  <inkml:trace contextRef="#ctx0" brushRef="#br0" timeOffset="212688.7709">21187 15480 0,'-40'0'0,"80"-40"62,-40 0-62,40 40 0,-40 40 31,0 0-15,40 0-16,-40 0 0,0 0 0,0 0 16,0 1-16,0-1 0,40 0 15,-40 0-15,0 0 0,0 0 16,40-40 0,-40 40-16</inkml:trace>
  <inkml:trace contextRef="#ctx0" brushRef="#br0" timeOffset="212958.8297">20906 16202 0,'40'0'31,"-40"-40"-31,40 40 0,-40-40 0,40 40 0,0 0 16,0 0-16,1-40 15,-1 40-15,40-40 0,-40 40 0,0-41 0,40 41 16,-39 0-16,39 0 0,-40 0 16,0 0-16,0 0 0,0 0 0,0 0 0,1 0 15,-1 0-15,0 0 16</inkml:trace>
  <inkml:trace contextRef="#ctx0" brushRef="#br0" timeOffset="213288.7405">21427 16362 0,'-40'40'16,"80"-80"-16,-120 121 0,0-41 31,40 0-31,0-40 0,0 40 16,-1 0-1,82-40 48,-41-40-63,80 40 0,-40 0 0,0 0 0,0 0 15,0 0-15,0 0 0,1 0 0,-1 0 0,0-40 16,0 40-16,0 0 16,0 0-16,0 0 0,0 0 0,1 0 0,-1 0 15,0 0-15</inkml:trace>
  <inkml:trace contextRef="#ctx0" brushRef="#br0" timeOffset="213528.7956">21508 16322 0,'-40'-40'15,"80"80"-15,-121-80 16,41 40-16,0 40 16,40 0-16,0 0 15,0 1 1,0-1-16,40 0 0,-40 0 0,40 0 15,-40 0-15,0 0 0,0 0 0,41 0 16,-41 1-16,0-1 16,40 0-16</inkml:trace>
  <inkml:trace contextRef="#ctx0" brushRef="#br0" timeOffset="213908.7723">22671 15360 0,'-40'0'16,"80"0"-16,-120-40 16,80 0-16,-40 40 31,40 40-31,-80 80 31,80-40-31,0-40 0,0 81 16,0-41-16,40 120 15,-40-160-15,0 1 0,80 79 16,-80-80-16,40 0 16,0 0-16,41 40 15</inkml:trace>
  <inkml:trace contextRef="#ctx0" brushRef="#br0" timeOffset="214448.6673">23233 15440 0,'-40'-40'15,"80"80"-15,-80-120 16,40 40 0,80 0-1,41 40 17,-81 0-32,40 40 15,-40-40-15,-40 40 16,0 80-1,-120 40 1,80-79 0,0-41 15,120-40-31,0 0 31,0 0-15,-40 120-1,-80-40 1,0-80-16,-80 81 31,80-81-31,0 0 0,-41 40 16,41-40-16,0 0 16,40-40-16</inkml:trace>
  <inkml:trace contextRef="#ctx0" brushRef="#br0" timeOffset="214788.661">24276 15721 0,'-40'40'16,"121"-40"15,-81-40-15,40 40-16,0 0 0,0 0 0,0-40 0,0 40 15,0 0-15,0 0 0,1 0 0,-1 0 16,0 0-16,0 0 16,0 0-16,0 0 0,0 0 31</inkml:trace>
  <inkml:trace contextRef="#ctx0" brushRef="#br0" timeOffset="215068.6288">24397 15440 0,'0'0'0,"0"-40"31,0 80-16,0 0-15,0 0 16,0 121 0,0-121-16,0 0 15,0 0-15,80 80 16,-80-40 0</inkml:trace>
  <inkml:trace contextRef="#ctx0" brushRef="#br0" timeOffset="218488.4959">25641 15480 0,'-40'0'125,"40"40"-125,-40-40 0,40 40 15,-41-40-15,41 40 0,0 0 16,-40-40-16,0 41 16,0-1-16,40 0 15,40-40 32,0 0-31,-40-40-16,40 40 15,1 0-15,-1 0 0,0 0 0,0 0 0,0 0 16,0 0-16,0 0 16,41 0-16,-41 0 0,0 0 0,0 0 0,0 0 15,0 0-15,0 0 0</inkml:trace>
  <inkml:trace contextRef="#ctx0" brushRef="#br0" timeOffset="218728.4085">25801 15520 0,'0'-40'0,"0"80"0,-40-80 31,40 80 0,0 40-31,0-40 0,0 1 16,0-1-16,0 0 0,0 0 16,0 0-16,0 0 0,0 0 0,40 0 15,-40 0-15,0 1 0,40-41 0,-40 40 16,41-40-1,-41 40-15</inkml:trace>
  <inkml:trace contextRef="#ctx0" brushRef="#br0" timeOffset="219038.4043">26203 15400 0,'40'0'15,"-80"0"-15,120-40 0,-40 40 16,40 0 0,-40 40-16,81 200 15,-81 1 16,-40-121-31,-201 81 32,161-161-32,0 0 0,-40 0 15</inkml:trace>
  <inkml:trace contextRef="#ctx0" brushRef="#br0" timeOffset="219328.3692">27045 15640 0,'40'0'15,"0"0"17,1 0-32,-1-40 15,0 40 1,0 0-16,0 0 0,-40-40 16,40 40-16,0 0 15</inkml:trace>
  <inkml:trace contextRef="#ctx0" brushRef="#br0" timeOffset="219568.3907">27286 15921 0,'0'0'0,"-40"40"31,80-40 1,40 0-32,0 0 31,1-40-31,-41 40 0</inkml:trace>
  <inkml:trace contextRef="#ctx0" brushRef="#br0" timeOffset="220128.3209">28409 15320 0,'-40'0'31,"80"0"0,41 0-31,-41 0 16,0 0-16,0-40 16,0 40-16,0 0 0,0 0 15,1 0-15,-41 40 31,-41-40-31,41 40 16,-40-40 0,40 40-16,-40 0 0,40 0 0,0 0 15,0 0-15,0 0 0,0 0 16,-40 1-16,40-1 0,0 0 0,0 0 0,0 0 16,0 0-1,0 0-15,0 0 0,0 0 0,40 1 16</inkml:trace>
  <inkml:trace contextRef="#ctx0" brushRef="#br0" timeOffset="220358.3813">28329 15801 0,'40'-40'32,"0"40"-17,1 0 1,-1 0-16,160-40 31,-79 0-15,-81 40-16</inkml:trace>
  <inkml:trace contextRef="#ctx0" brushRef="#br0" timeOffset="220628.309">28209 16282 0,'-40'0'0,"80"0"0,0 0 31,0 0-15,0 0-16,0 0 15,0 0-15,1-40 0,-1 40 0,0 0 16,0 0-16,0 0 0,0 0 0,0 0 0,0 0 15,1 0-15,-1 0 16,-40-40-16,40 40 0</inkml:trace>
  <inkml:trace contextRef="#ctx0" brushRef="#br0" timeOffset="220958.2728">28610 16563 0,'-40'0'16,"80"0"-16,-120 0 0,-41 40 15,81-40-15,0 40 0,-40-40 16,40 40 15,40 0-31,0 0 16,40-40-16,-40 41 15,80-41 1,41 0 15,39-41-15,-120 41-16,40-40 16,-39 40-16</inkml:trace>
  <inkml:trace contextRef="#ctx0" brushRef="#br0" timeOffset="221208.2609">28490 16563 0,'0'0'0,"-40"0"16,40 40 15,0 0-31,-41 0 0,41 0 16,0 0-16,0 1 15,0-1-15,-40 0 0,40 0 16,0 0-16,0 0 16,0 0-16,0 0 0,0 0 15</inkml:trace>
  <inkml:trace contextRef="#ctx0" brushRef="#br0" timeOffset="221528.2389">29413 15841 0,'-40'-40'16,"80"80"-16,-40-80 62,80 40-62,-40 0 0,0 0 16,0 0-16,0 0 16,1 0-16,-1 0 0</inkml:trace>
  <inkml:trace contextRef="#ctx0" brushRef="#br0" timeOffset="221708.2306">29493 16162 0,'0'0'0,"-40"0"16,80 0 15,0 0-31,0 0 16,0 0-16,0 0 0,1 0 15,-1-40-15,0 40 0</inkml:trace>
  <inkml:trace contextRef="#ctx0" brushRef="#br0" timeOffset="222428.2177">30336 15560 0,'0'-40'15,"40"40"-15,-40-40 16,0 80 31,0 0-47,0 0 0,0 0 15,0 1 1,0-1-16,0 0 0,0 0 0,0 0 16,0 0-16,0 0 15,0 0-15,0 0 0,0 1 16,0-1 0</inkml:trace>
  <inkml:trace contextRef="#ctx0" brushRef="#br0" timeOffset="222808.1585">30657 15841 0,'0'0'0,"0"40"78,40-40-78,-40 40 31,0-80 16,0 0-31,-40 40 31</inkml:trace>
  <inkml:trace contextRef="#ctx0" brushRef="#br0" timeOffset="224898.1058">31058 15440 0,'40'-40'32,"0"40"30,0 0-46,0 0-16,0 0 0,1 0 15,-1 0 1,0 0-16,0 0 0,0 0 31,0 0-15,-80 0 62,40 40-62,0 0-1,0 40 1,-40-40-16,40 0 0,0 1 16,0-1-16,-40-40 0,40 40 15,0 0-15,0 0 0,-40-40 0,40 40 16,0 0-16,0 0 0,0 0 0,-40 1 15,40-1 1</inkml:trace>
  <inkml:trace contextRef="#ctx0" brushRef="#br0" timeOffset="225348.0061">31299 15801 0,'0'0'16,"-41"0"15,1 0-31,80 0 63,1 0-63,-1 0 15,0 0-15,0 0 16,0 0-1,0 0-15,0 0 0,0 0 32</inkml:trace>
  <inkml:trace contextRef="#ctx0" brushRef="#br0" timeOffset="226327.9494">32221 15400 0,'-40'40'63,"0"-40"-32,40 40 0,0 0-31,-40 0 16,40 0 0,0 0-16,0 1 15,0-1-15,40-40 0,-40 40 16,40-40-16,-40 40 15,40-40-15,1 40 0,-41 0 16,0 0 0,0 0-16,-41-40 0,1 40 15,0-40 1,0 0-16,-40 0 0,40 0 16,40-40-16</inkml:trace>
  <inkml:trace contextRef="#ctx0" brushRef="#br0" timeOffset="226478.0109">32342 15440 0,'80'-80'47,"-160"160"-47,200-160 0,-80 40 0,0 40 15,1 0-15,-1-40 0</inkml:trace>
  <inkml:trace contextRef="#ctx0" brushRef="#br0" timeOffset="232327.6005">26524 5053 0,'0'-40'32,"0"-1"-32,0 1 0,40 0 15,-40 0-15,0 80 31,0 0-15,0 0 0,0 1-16,0-1 0,0 0 0,0 0 15,0 0-15,0 0 0,0 0 16,0 0-16,40-40 0,-40 40 0,40 1 0,0-1 16,0-40-16,0 0 15,0 0 1,1-40-16,-1 40 0,-40-41 0,40 1 15,0 0-15,0 0 0,0 0 16,0-40-16,-40 40 0,40 0 0,1-41 0,-1 41 16,0 0-16,0 0 15,0 0-15,-40 0 0,40 40 0,-40-40 0,40 0 16,0 0-16,-40-1 16,41 41-16,-1-40 0,0 40 15,-40-40 1,40 40-1,-40-40 1,0 80 47,0 0-48,-80-40-15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6:40:03.21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6982 1082 0,'0'40'125,"-40"-40"-109,40 40 46,0 1-62,0-1 16,-40-40-16,40 40 0,0 0 0,-40 0 15,40 0-15,0 40 16,0-40-16,-41 41 0,41-41 0,-40 40 0,40-40 16,0 40-16,0-40 0,0 41 15,0-41-15,0 0 0,0 0 0,0 0 0,0 0 16,0 0-16,40 0 15,-40 0-15,0 1 16,41-41-16</inkml:trace>
  <inkml:trace contextRef="#ctx0" brushRef="#br0" timeOffset="370.0329">6982 1243 0,'0'0'15,"0"-40"-15,0-1 16,40-39 15,0 80-31,40-40 16,81-40 0,-121 40-16,40 40 15,-39-40-15,-1 40 16,0 0-16,80-40 15</inkml:trace>
  <inkml:trace contextRef="#ctx0" brushRef="#br0" timeOffset="619.9725">6862 1884 0,'-41'0'16,"82"0"-16,-41 0 47,40 0-47,0-40 15,0 40-15,0 0 0,0 0 16,0 0-16,0-40 0,1 40 0,39 0 0,-40-40 15,0 40-15,0 0 0,0-40 0,1 40 0</inkml:trace>
  <inkml:trace contextRef="#ctx0" brushRef="#br0" timeOffset="1019.9381">7704 1804 0,'40'0'16,"1"-40"0,-1 40-1,0 0-15,0 0 16,0 0 0,-40 40-16,40 0 0,-40 0 15,0 0 1,0 1-16,0-1 0,0 0 15,0 0-15,-40-40 0,40 40 0,-40-40 16,40 40-16,-40-40 16,40 40-16,0-80 31,0-40-31,40 40 0,0-40 16,0 39-16,0 1 0,0 0 15,-40 0-15,41 0 0,-1 0 0,0 0 16,0 0-16,0 0 15,0 40-15,0 0 0,0-40 0,1 40 0,-1 0 16,0 0-16,0 0 0,0 0 0,0 0 0,0 0 16,0 0-16</inkml:trace>
  <inkml:trace contextRef="#ctx0" brushRef="#br0" timeOffset="1389.9012">8948 1884 0,'0'40'16,"0"-80"-16,40 0 16,41 0-1,-41 40-15,120-80 16,-120 80-16,-40-40 31,-40 40-15,0 0-1,0 0-15,-121 0 16,161 40-16,-40-40 0,-40 40 31,40 40-15,40-40-16,0 0 16,40 1-16,0-1 15,121 40 1,-1-80-1,-120 0-15</inkml:trace>
  <inkml:trace contextRef="#ctx0" brushRef="#br0" timeOffset="1939.8832">9911 1804 0,'-80'0'31,"160"0"-31,-240 0 16,120 40-16,-1-40 16,41 40-1,0 81 1,0-81 0,41-40-16,-1 0 15,-40-40 1,40 40-16,-40-40 15,0-1-15,0-39 16,0 0 0,0 120 15,0 0-31,0 0 16,0 0-1,0 1-15,0-1 0,-40 0 0,40 0 16,0 0-16,-40 40 0,40-40 15,0 0-15,0 1 0,-41-1 0,41 0 0,-40 40 16,0-40-16,40 0 0,-40 40 0,40-40 0,0 1 16,-40-1-16,40 0 15,-40 0-15,40 0 0,0 0 0,0 0 16,0 0 0,40-40-1,-40-40 1,40 0-16,-40 0 0,40 0 15,-40 0-15,40 40 0,-40-40 0,40 40 16,-40-40-16,41-1 16,-1 1-16,0 40 0,0-40 15,0 40 1,-40-40-16,40 40 0</inkml:trace>
  <inkml:trace contextRef="#ctx0" brushRef="#br0" timeOffset="3119.8127">10312 1924 0,'0'41'78,"0"-1"-62,0 0-16,0 0 15,0 0-15,0 0 16,41-40-16,-1 40 16,0-40-16,40 0 15,-40 0 1,-40-40-16,40 40 0,-40-40 0,0 0 16,40 40-16,-40-40 15,0 0-15,0 0 0,0-1 16,0 1-1,0 80 32,0 1-47,0-1 0,0 0 16,0 0-16,0 0 16,41 0-16,-41 0 0,40 0 15,0 0-15,0 1 16,0-41-1,0 0-15</inkml:trace>
  <inkml:trace contextRef="#ctx0" brushRef="#br0" timeOffset="3479.7727">11075 1924 0,'40'0'31,"-40"41"-15,0-1-16,40-40 0,-40 40 16,0 0-1,40-40-15,-40 40 0,0 0 16,0-80 31,40 0-47,-40 0 0,41 40 15,-41-40-15,40 0 0,0-1 16,0 41 0,0 0-16,-40 41 15,0-1 1,40 0-16,-40 0 16,0 0-16,0 0 15,0 0-15,40-40 31</inkml:trace>
  <inkml:trace contextRef="#ctx0" brushRef="#br0" timeOffset="3719.7768">11958 2005 0,'0'0'16,"-81"0"-1,1 40 1,80 0 0,-40-40-16,40 120 15,0-80-15,0 0 16,40-40-16,0 41 31,0-41-31,1 0 0</inkml:trace>
  <inkml:trace contextRef="#ctx0" brushRef="#br0" timeOffset="4089.7542">12158 2005 0,'0'0'0,"0"40"32,0 0-32,0 0 15,0 0 1,0 0-16,40-40 15,1 40-15,-1-40 16,0 0 0,-40-40-16,40 40 15,-40-40 1,40 40-16,-40-40 0,0 0 16,0 80 15,0 0-16,0 0-15,0 0 0,-40 0 16,40 1-16,0-1 0,-40 0 0,0 0 16,0 0-16,40 0 15,-41 0-15,41 0 0,-40 0 0,0 0 0,0 1 16,40-1-16,-40 0 16,0 0-16,40 0 0,-40-40 0,0 0 15,-1 0 1</inkml:trace>
  <inkml:trace contextRef="#ctx0" brushRef="#br0" timeOffset="4849.6937">14405 1523 0,'-40'0'0,"0"0"0,0 0 16,0 41-16,0-41 0,0 0 16,-1 40-16,41 0 15,-40-40-15,40 40 0,-40 0 0,40 0 0,-40 0 16,40 0 0,0 0-16,-40 0 0,40 1 0,0-1 0,0 0 15,0 0-15,0 0 16,40-40-16,-40 40 0,40-40 0,0 0 15,0 0-15,1-80 16,-1 40 0,-40 0-16,40 0 0,-40-1 0,40 1 0,-40 0 15,0 0-15,40-40 0,-40 0 16,0 40-16,40-41 0,-40 1 0,0 0 0,0 40 16,40-40-16,-40 40 15,0-1-15,0 1 0,0 0 0,-40 40 31,40 80 1,-40-80-32,40 41 15,0-1-15,0 40 0,0-40 0,0 40 0,0-40 16,0 41-16,0-41 0,0 40 16,0-40-16,0 40 0,0-40 0,40 40 0,-40-39 15,0-1-15,40 0 16,-40 0-16,0 0 0,40 0 0</inkml:trace>
  <inkml:trace contextRef="#ctx0" brushRef="#br0" timeOffset="5179.7449">15168 1523 0,'0'0'0,"-40"0"16,40 41 15,80-1-31,-80 120 31,0-40-15,-80-39 0,-81-81 15,41-81-16,80-39 1,160 0 0,41 40 15,-121 80-31</inkml:trace>
  <inkml:trace contextRef="#ctx0" brushRef="#br0" timeOffset="5679.7195">15609 1403 0,'0'80'16,"0"-160"-16,0 200 31,0-79-31,40-1 16,-40 0-16,0 40 16,0-40-16,0 40 15,0 0 1,0-39-1,40-122 17,81-79-17,-41 120 1,-40 0 0,0 40-1,-40 40-15,40 0 0,-40 40 31,0-40-31,0 0 0,0 0 16,-40-40-16,40 41 31,81-202-15,39 1 0,-80 120-1,0 40-15,0 0 16,0 40-16,-40 0 15,0 0-15,0 0 16,0 0-16,0 0 16,0 40-1,0-39-15,0-1 16,0 0-16</inkml:trace>
  <inkml:trace contextRef="#ctx0" brushRef="#br0" timeOffset="6099.6336">17014 1724 0,'0'0'0,"-81"0"15,41 0 17,0 0-32,0 40 15,40 40 1,0 41-1,40-121 17,0 0-1,-40-41-31,0 1 0,0 0 0,40 0 16,-40 0-16,0 0 15,40 40-15,-40 40 47,0 40-31,41-40-16,-41 0 15,40 1-15,-40-1 0,40-40 16,-40 40 0,40-40-16,0 0 0,-40 40 0,40-40 15,0 0 1,-40-80-16</inkml:trace>
  <inkml:trace contextRef="#ctx0" brushRef="#br0" timeOffset="6269.6786">17375 1644 0,'40'-40'15,"-80"80"-15,80-120 0,-40 120 32,0 0-17,-40 0-15,40 0 0,0 0 0,0 0 16,0 0-16,0 0 0,0 0 15,0 1-15,0-1 0,0 0 16</inkml:trace>
  <inkml:trace contextRef="#ctx0" brushRef="#br0" timeOffset="6449.5951">17535 1403 0,'0'0'16,"-40"-80"-1,40 40 1,0 0-16,40 0 0,0 40 0</inkml:trace>
  <inkml:trace contextRef="#ctx0" brushRef="#br0" timeOffset="6799.5759">17736 1483 0,'0'40'15,"0"1"-15,40-41 32,-40 40-32,40 40 15,-40-40-15,40-40 16,-40 40-1,40 0 17,0-80-32,41-40 31,-41 40-31,0 40 0,0 0 31,0 0-31,-40 40 16,0 80-1,0-40 1,0-40-16,40 1 31,-40-1-31,41-40 0,-1 0 0</inkml:trace>
  <inkml:trace contextRef="#ctx0" brushRef="#br0" timeOffset="7279.563">19943 1162 0,'0'0'0,"0"41"31,0-1-31,-40 120 31,0 121-15,40-161-16,0-40 0,0 81 16</inkml:trace>
  <inkml:trace contextRef="#ctx0" brushRef="#br0" timeOffset="7689.5236">19943 1403 0,'0'0'16,"0"-80"-16,0 0 16,-40-1-16,40-79 15,160 40 1,41 120 15,-121 0-31,-40 0 0,40 160 31,-39-120-31,-41 40 0,0-39 0,-121 239 16,-120-79 15,81-121-15,40-120 0,120 0-1,40-40 1,120 80-1,-120 40-15,41 40 16,-41-40-16,80 161 16,-40-161-1,-40 0-15,1 40 16,-1-80-16,0 40 0</inkml:trace>
  <inkml:trace contextRef="#ctx0" brushRef="#br0" timeOffset="7999.5391">20866 1844 0,'-40'0'15,"80"0"1,0 0 0,0 0-16,0-40 15,0 0 1,0 40-16,0-80 15,-40 40-15,-40 40 16,0 0 0,-40 80-1,-40 120 1,79-39 15,122-121-31,-41 0 0,80-40 31,-80 0-31,0 0 0,1 0 0</inkml:trace>
  <inkml:trace contextRef="#ctx0" brushRef="#br0" timeOffset="8179.5645">21668 1684 0,'0'40'15,"-40"0"-15,40 0 16,-40-40-16,0 80 15,40-40-15,0 1 0,0-1 0,0 160 32,0-160-32,0 81 15,0-81 1</inkml:trace>
  <inkml:trace contextRef="#ctx0" brushRef="#br0" timeOffset="8409.5507">21668 1844 0,'0'-160'16,"0"320"-16,0-360 0,0 79 15,0 81-15,40 0 16,0 40 0,81 0-1,-1 201 1,-120-121-1,0-40-15,-160 120 16,120-119-16,-1-1 0,-119 40 16,120-80-16,-40 0 15</inkml:trace>
  <inkml:trace contextRef="#ctx0" brushRef="#br0" timeOffset="8699.4775">22270 1684 0,'0'40'16,"40"-40"-16,-40 40 15,40 80 17,-40-80-32,41 41 15,-41-41-15,0 0 16,-41-40-16,41-40 15,-40-81 17,40 81-32,81-80 15,-41 80-15,0 0 0,80-40 16,-80 80-16,81-40 31</inkml:trace>
  <inkml:trace contextRef="#ctx0" brushRef="#br0" timeOffset="8949.4444">22912 1844 0,'0'0'16,"0"-40"-1,40 40 1,-40-40-16,40 0 0,-40 0 16,41 40-16,-41-40 0,0 0 15,-81 40 1,81 40-1,-40 0-15,0 40 0,40-40 16,-40-40-16,40 40 0,0 0 16,0 0-16,0 1 0,0-1 0,0 0 15,40-40-15,-40 40 16,40-40-16,0 0 0,0 40 0,1-40 0,-1 0 16,0 0-16,0 0 0,40 0 15,-40 0-15</inkml:trace>
  <inkml:trace contextRef="#ctx0" brushRef="#br0" timeOffset="9189.5036">23634 1564 0,'0'0'0,"-40"0"0,0 40 32,40 40-17,0 80 1,0-120-16,0 0 15,0 1-15,0 39 16,0-40 0,-80-40 15,40-40-31</inkml:trace>
  <inkml:trace contextRef="#ctx0" brushRef="#br0" timeOffset="9499.4304">23835 1924 0,'40'0'15,"-80"0"-15,201 0 32,-121-40-32,120 0 15,-120-80 1,-40 80-1,-40 0-15,0 40 32,-40 40-17,0 80 1,-1 0 15,81 1-15,40-81-1,41-40-15,-1 0 0</inkml:trace>
  <inkml:trace contextRef="#ctx0" brushRef="#br0" timeOffset="9849.429">24678 1804 0,'-40'0'16,"80"0"-16,-80 40 15,40 0 17,0 0-32,40 1 15,-40-1-15,40-40 16,0 0 15,-40-40-31,40-1 0,0 1 16,0 40-16,-40-40 0,40 0 0,1 0 15,-1 40 1,-40 40 0,40-40-1,-40 40-15,0 0 0,40 0 0,-40 1 16,0-1-16,0 0 16,40-40-16,-40 40 0,0 0 0</inkml:trace>
  <inkml:trace contextRef="#ctx0" brushRef="#br0" timeOffset="10089.3946">25601 1323 0,'-40'0'15,"80"0"-15,-121 0 0,41 40 16,40 80-1,-40 121 1,40-121 0,0-80-16,0 161 15,0-161-15,0 0 0,0 0 32,0 0-32</inkml:trace>
  <inkml:trace contextRef="#ctx0" brushRef="#br0" timeOffset="10749.3362">25641 1844 0,'-40'0'16,"80"0"-16,-120 0 0,39 0 16,82 0-1,39 0-15,0 0 16,-40 0-16,40 0 0,-39 0 0,39 0 0,-40 0 15,40 0-15,-40 0 0,0 0 16,41 0-16,-41 0 0,0 0 0,-40-40 16,0 0-1,-40 40 1,40-40-16,-40 40 0,0 0 16,-1 0-16,1 0 0,40 40 15,-40-40-15,40 40 16,-40 0-16,40 0 0,0 0 15,0 1 1,40-41-16,0 0 16,0 0-16,1 0 0,-41-41 15,40 41-15,-40-40 16,40 0-16,-40 0 0,40 0 0,0 40 16,0 0 15,-40 40-31,0 0 0,40-40 0,-40 40 15,40 0 1,-40 1-16,41-41 0,-41 40 0,40-40 16,0 0-1,0 0-15,0-40 16,0-1 0,0-39-16,0 40 0,1 0 15,-41 0-15,40 0 0,-40 0 16,0 0-16,0 0 0,40 40 0,-40-41 0,0 1 15,0 0-15,0 0 0,0 0 0,0 0 0,40 40 16,-40-40 0,-40 80 15,40 0-31,0 0 0,-40 0 0,40 40 16,0-39-16,0-1 15,-40 40-15,40-40 0,0 0 0,-41 40 0,41-40 16,0 0-16,0 1 0,0-1 0,0 0 0,0 0 15,0 0-15</inkml:trace>
  <inkml:trace contextRef="#ctx0" brushRef="#br0" timeOffset="11089.3174">26724 1724 0,'-40'0'15,"80"0"-15,-40 0 16,161 0 0,-81 0-16,0 0 15,0 0-15,81 0 16,-1-40 15,-119 0-15,-41 80 15,-41-40-31,41 40 0,0 0 16,0 0-16,0 0 15,0 0-15,0 0 0,0 1 0,0-1 16,41-40 0,-41 40-16,40-40 0,0 40 15</inkml:trace>
  <inkml:trace contextRef="#ctx0" brushRef="#br0" timeOffset="11249.3347">27647 1283 0,'-40'0'0,"80"0"0,-80-40 16</inkml:trace>
  <inkml:trace contextRef="#ctx0" brushRef="#br0" timeOffset="11579.3609">28129 1724 0,'0'0'0,"-41"0"32,1 0-17,0 160 1,80-79 15,0-1-15,81-80-1,-81-80 1,-80-41 15,-40 41-15,39 40 0</inkml:trace>
  <inkml:trace contextRef="#ctx0" brushRef="#br0" timeOffset="11949.2648">28771 1684 0,'-41'0'16,"41"40"-1,0 0-15,0 0 16,0 0-16,0 0 0,0 0 15,41 1-15,-41-1 16,0 0 0,40-40 15,-40-40-15,40 40-16,-40-40 0,40 40 0,0 0 15,-40-41 1,40 41-16,0 0 15,1 0-15,-41 41 0,40-1 16,0 0 0,-40 0-16,0 0 0,40-40 0,-40 40 15,40-40-15,-40 40 16,40 0-16,-40 0 0,40-40 16</inkml:trace>
  <inkml:trace contextRef="#ctx0" brushRef="#br0" timeOffset="13839.173">7102 3489 0,'-40'0'31,"80"0"16,0 0-31,1 0-1,-1 0-15,0 0 0,0 0 16,0 0-16,0 0 0,0 0 15,1 0-15,-1 0 16,0 0-16,0 0 0,0 0 0,0 0 16,40 0-16,-39 0 0,39 0 15,-40 0-15,40 0 0,0 0 0,1-41 0,39 41 16,-40 0-16,1 0 16,-1 0-16,40 0 0,-40 0 0,1 0 0,-1 0 15,0 0-15,0 0 0,1 0 16,-1 0-16,-40 0 0,40 0 0,1 0 0,-1 0 15,0 0-15,-40 0 0,40-40 0,1 40 0,-1 0 16,0-40-16,0 40 16,41 0-16,-41 0 0,40-40 0,-39 40 0,-1 0 15,40 0-15,-39 0 0,39 0 16,-40 0-16,1 0 0,-1 0 0,40 0 0,-40 0 16,1 0-16,-1-40 15,0 40-15,0-40 0,1 40 0,-1 0 0,0 0 16,0-40-16,1 40 0,-1-40 0,0 40 0,41 0 15,-41-40-15,40 40 0,1 0 16,-1 0-16,40-40 0,-39 40 0,39 0 0,-39 0 16,39 0-16,-39 0 15,39 0-15,-40 0 0,1 0 0,-1 0 0,1 0 16,-1 0-16,0 0 0,1 0 16,-1 0-16,1 0 0,39 0 0,-40-81 0,1 81 15,39 0-15,-39 0 16,-1 0-16,41 0 0,-41-40 0,40 40 0,1-40 15,-41 40-15,41 0 0,-41-40 0,41 40 0,-1 0 16,-39-40-16,-1 40 0,40 0 16,-39 0-16,39 0 0,1 0 0,-41 0 0,1 0 15,39-40-15,-39 40 16,39 0-16,-40 0 0,41 0 0,-1 0 0,1 0 16,-1 0-16,1 0 0,-1 0 15,1 0-15,-1 0 0,1 0 0,-1 0 0,1 0 16,-1 0-16,1-40 0,-41 40 0,41 0 0,-41 0 15,41 0-15,-1-40 16,-39 40-16,39 0 0,-40 0 0,1 0 0,-1 0 16,1 0-16,-1 0 0,0-41 15,-39 41-15,-1 0 0,0-40 0,0 40 0,1 0 16,-41-40-16,40 40 16,0 0-16,-40 0 0,41 0 0,-41 0 0,40 0 15,-40 0-15,40 0 0,-39 0 16,39 0-16,0 0 0,-40 0 0,40 0 0,1 0 15,-1 0-15,0 0 0,0 0 0,1 0 0,39 0 16,-40 0-16,1 0 16,-1 0-16,0 0 0,0 0 0,1 0 0,39 0 15,-40 0-15,0 0 0,1 0 16,-1 0-16,40 0 0,-39 0 0,-1 0 0,0 0 16,41 0-16,-41 0 15,40 0-15,-40 0 0,41 0 0,-41 0 0,40 0 16,-39 0-16,-1 0 0,40 0 0,-39 0 0,-1 0 15,0 0-15,0 0 0,1 40 16,-1-40-16,0 0 0,0 0 0,1 0 0,-1 40 16,0-40-16,40 0 15,-39 0-15,-1 41 0,40-41 0,-39 0 0,39 0 16,0 0-16,1 40 0,-1-40 16,0 0-16,1 0 0,-1 40 0,1-40 0,-1 0 15,0 0-15,41 0 16,-41 0-16</inkml:trace>
  <inkml:trace contextRef="#ctx0" brushRef="#br0" timeOffset="21028.7544">923 1644 0,'40'0'0,"-40"-40"0,0 80 15,0-161 1,0 242-16,0-161 0,0 80 15,0-80-15,0 80 0,-40-40 0,80 0 0,-40 40 47,0 0-31,0 0-16,0 0 16,0 0-1,0 0-15,0 0 0,0 1 0,0-1 0,0 0 16,0 0-16,0 0 0,0 0 0,0 0 0,0 0 15,0 0-15,0 1 0,0-1 16,0 0-16,0 0 0,0 0 0,0 0 16,40 0-1</inkml:trace>
  <inkml:trace contextRef="#ctx0" brushRef="#br0" timeOffset="21478.7677">923 1764 0,'0'-40'15,"0"80"-15,0-120 16,0 40-16,0 0 31,40 40-31,0 0 0,0 0 16,0 0-16,1 0 16,-1 0-16,0 0 0,0 0 0,0 40 15,0-40-15,-40 40 0,40-40 0,0 0 16,-40 40-16,41 0 15,-41 0-15,0 0 0,0 0 0,0 0 16,0 1-16,-41-1 16,41 0-16,-40 0 0,40 0 0,-80 0 0,80 0 15,-40-40-15,0 40 0,0 0 16,0 1-16,-1-1 0,1-40 0,0 40 0,0 0 16,0 0-1,0-40-15,40 40 0,-40-40 0</inkml:trace>
  <inkml:trace contextRef="#ctx0" brushRef="#br0" timeOffset="21858.7431">1886 1844 0,'0'-40'16,"0"40"-1,0 40 1,0 81 15,0-1-15,0-80-16,0 40 16,0-40-16,-40 81 15</inkml:trace>
  <inkml:trace contextRef="#ctx0" brushRef="#br0" timeOffset="22018.6639">2127 1523 0,'0'-40'0</inkml:trace>
  <inkml:trace contextRef="#ctx0" brushRef="#br0" timeOffset="22408.6371">2488 1764 0,'-40'0'47,"0"40"-47,-1 0 0,1 0 15,40 0-15,-40-40 16,40 41-16,-40-41 0,40 40 0,-40 0 16,40 0-16,0 0 15,40-40-15,-40 40 16,40-40-16,0 40 16,0-40-16,1 0 0,-41 40 15,0 0-15,40-40 0,-40 41 16,0-1-16,-40 0 15,-1 0-15,1-40 0,0 0 16,0 40-16,0-40 16,0 0-16,0 0 0,0 0 0,-1 0 0,1 0 15,0-40-15</inkml:trace>
  <inkml:trace contextRef="#ctx0" brushRef="#br0" timeOffset="22858.6284">2889 1924 0,'0'0'15,"-40"0"1,0 0-1,0 0 1,-41 161 15,81-1-15,0-120-16,41 41 16,39-1-1,120-80 1</inkml:trace>
  <inkml:trace contextRef="#ctx0" brushRef="#br0" timeOffset="23498.5957">3130 1924 0,'0'41'0,"40"-1"63,-40 0-63,40 0 15,0 0-15,-40 0 0,40 0 0,0 0 16,-40 0-16,0 1 15,0-1-15,0 0 16,-40-40 0,0 0-1,40-40-15,0 0 16,0-1-16,0 1 0,0 0 16,0 0-1,0 0-15,40 0 0,0 0 16,1 40-16,-41-40 0,80 40 15,-40 0-15,0 0 16</inkml:trace>
  <inkml:trace contextRef="#ctx0" brushRef="#br0" timeOffset="23838.6249">3852 2285 0,'40'0'15,"0"-80"17,1 40-17,-41 0 1,-81 0 15,1 80-15,0 40-1,40 41 1,40-41 15,160-40-15,-120-40-16,81 40 16,-41-40-16</inkml:trace>
  <inkml:trace contextRef="#ctx0" brushRef="#br0" timeOffset="24078.5557">4374 1724 0,'0'-40'0,"0"80"0,0-120 16,0 120 15,0 0-31,0 0 0,0 0 0,0 40 16,0-40-16,0 1 15,0-1-15,0 40 0,0-40 0,0 0 0,0 0 16,0 0-16,0 0 0,0 1 16,0-1-16,0 0 0,0 0 0,0 0 15</inkml:trace>
  <inkml:trace contextRef="#ctx0" brushRef="#br0" timeOffset="24438.5888">4534 2245 0,'0'0'15,"81"0"1,119-40-1,-39 0 1,-121-40 15,-80 40-15,-121 80 0,41 80-1,80 1 1,40-81-1,120 80 1,41-80 0,-41-40 15,-80 0-31</inkml:trace>
  <inkml:trace contextRef="#ctx0" brushRef="#br0" timeOffset="25038.5546">883 3408 0,'80'0'0,"-80"40"94,-40-40-94,40 81 0,0-41 16,0 0-1,0 0-15,0 0 0,0 0 0,-40 0 0,40 0 16,0 1-16,0-1 0,-40 0 0,40 0 0,0 0 15,0 0-15,0 0 16,0 40-16,-40-80 0,120 40 16,-80 1-1,40-41-15,0 0 0</inkml:trace>
  <inkml:trace contextRef="#ctx0" brushRef="#br0" timeOffset="25438.4959">923 3850 0,'-40'0'0,"80"0"0,-120 0 0,120 0 47,0 0-47,0 0 0,0 0 0,0 0 15,0 0 1,1 0-16,39 0 0,-40 0 0,0 0 0,0 0 16,0 0-16,0-41 0,1 41 15,-41-40-15,40 40 0,-40-40 32,-40 40-17,40-40-15,0 80 31,0 40-15,0-39 0,-41-1-16,41 0 0,0 0 0,0 0 0,0 0 15,0 0-15,0 0 16,0 0-16,0 0 0</inkml:trace>
  <inkml:trace contextRef="#ctx0" brushRef="#br0" timeOffset="25608.4571">1485 3489 0,'-40'-41'15,"-1"41"-15,41-40 16,41 40-1</inkml:trace>
  <inkml:trace contextRef="#ctx0" brushRef="#br0" timeOffset="26098.4163">1766 3609 0,'40'40'15,"-80"-80"-15,80 120 0,-40-40 16,0 0-16,0 0 0,0 1 15,0 39 1,40-40 15,-40 0-15,0-80 0,40 40-16,-40-40 0,40 40 0,-40-40 0,40 0 15,-40-1-15,40 41 0,0 0 0,1-40 16,-1 40-16,0 0 15,0 0-15,-40 40 16,0 1 0,0-1-16,0 0 0,0 0 31,40-80 0,0 0-31,-40 0 16,40 40-16,-40-41 0,40 41 0,1 0 15,-41-40-15,40 40 16,0 0 0,-40 81-1,0-41-15,0 0 0,0 0 16,0 0-16,0 0 16,0 0-16,-40 0 0,40 0 0,0 0 0,0 1 15,0-1-15,80 0 16</inkml:trace>
  <inkml:trace contextRef="#ctx0" brushRef="#br0" timeOffset="26758.4058">2648 3970 0,'40'0'16,"1"0"-1,-1 0 1,0 0-16,0-40 16,0 40-16,0 0 0,0-40 15,0 0 1,-40-1-1,0 1 1,-40 40 0,0 0-16,0 0 0,0 0 15,0 0 1,40 40-16,-40-40 0,40 41 0,-40-41 16,40 40-16,0 0 0,0 0 15,0 0-15,40 0 0,40 0 16,-40-40-16,0 0 0,0 0 0,0 0 15,1 40-15,39-40 16,-40 0-16,0 0 0,0 0 0</inkml:trace>
  <inkml:trace contextRef="#ctx0" brushRef="#br0" timeOffset="27448.3352">5497 2807 0,'-40'0'16,"0"0"-1,80 0 63,0 0-78,0 0 16,1 0 0,-1 0-16,0 0 0,0 0 0,0-40 0,0 40 15,0-40-15,0 40 16,-40-41-16,41 41 16,-41-40-16,40 40 15,-40-40-15</inkml:trace>
  <inkml:trace contextRef="#ctx0" brushRef="#br0" timeOffset="27808.3308">5858 2446 0,'0'0'0,"-40"0"15,40 40 48,0 0-32,40-40-31,-40 40 31,41-40-31,-1 0 16,-40 40-16,40-40 0,0 0 0,-40 40 15,40-40 1,-40 40 0,0 1-16,-40-41 15,40 40-15,-40 0 0,0 0 0,0 0 16,-1-40-16,1 40 16</inkml:trace>
  <inkml:trace contextRef="#ctx0" brushRef="#br0" timeOffset="49327.0957">18057 3208 0,'-40'0'32,"0"0"77,40 40-93,-41-40-16,1 0 15,40 40-15,-40-40 0,0 80 0,40-40 0,-40 0 16,0 1-16,0-1 0,0 0 0,-1 0 0,-39 40 16,40-40-16,0 0 0,-40 41 15,-1-41-15,41 0 0,-40 40 0,0-40 0,40 0 16,-41 0-16,41 0 15,0 0-15,-40 1 0,40-1 0,-40 0 0,39 0 16,-39 0-16,0 0 0,0 0 16,-1 40-16,1-39 0,0-1 0,0 0 0,40 0 15,-41 0-15,1 0 16,0 0-16,0 0 0,-1-40 0,1 40 0,0 0 16,40 1-16,-41-41 0,41 40 0,0 0 0,0-40 15,0 40-15,0-40 16,0 40-16,0 0 0,-1-40 0,41 40 0,-40-40 15,40 40 1,-40-40-16,40 40 0,40-80 47,0 40-31,1-80-1</inkml:trace>
  <inkml:trace contextRef="#ctx0" brushRef="#br0" timeOffset="50296.972">17936 3288 0,'0'-40'15,"0"80"-15,0-120 16,41 80-16,-41-40 16,0 80 30,0 0-46,0 0 0,40-40 0,-40 40 32,40 0-32,-40 0 0,40-40 15,-40 40-15,40 1 16,0-41-16,-40 40 0,40 0 0,1 0 0,-1 0 16,0-40-16,0 40 0,0 0 0,40 0 0,-40 0 0,41 1 15,-1-1-15,0 0 16,0 0-16,1 0 0,-1 0 0,40 0 0,-39-40 15,-1 40-15,40 0 0,-40 0 16,1 1-16,-1-1 0,40 0 0,-39 0 0,-1 0 16,0 0-16,-40-40 15,40 40-15,1 0 0,-1 0 0,0 1 0,0-1 16,-39 0-16,39 0 0,-40 0 0,0-40 0,0 40 16,40 0-16,-39 0 15,-1 0-15,0-40 0,0 40 0,0-40 0,0 41 16,0-41-16,0 0 15,1 40-15,-1-40 0,0 0 0,0 40 0,0-40 16,0 0-16,0 40 16,0-40-16,1 0 0,-1 40 0,0-40 0,0 0 15,0 0-15,0 40 16,0-40-16,0 0 0,-80 0 47,0 0 0,40-40-32,-40 40-15,40-40 16</inkml:trace>
  <inkml:trace contextRef="#ctx0" brushRef="#br0" timeOffset="51296.9035">11035 5654 0,'0'0'0,"0"-40"15,0 80 64,0 0-79,0 0 0,0 1 15,0-1-15,0 40 16,0-40-16,0 0 0,0 40 0,0-40 0,0 41 0,0-1 15,0-40-15,-40 40 16,40-40-16,0 40 0,-40-39 0,40 39 0,0-40 16,0 0-16,-41 0 15,41 0-15,0 0 0</inkml:trace>
  <inkml:trace contextRef="#ctx0" brushRef="#br0" timeOffset="51626.9023">11075 5574 0,'0'0'16,"40"-40"-16,40-40 15,-40 40-15,1 40 16,39-40-16,40 40 31,-40 80-15,-120 120 0,-160 1-1,-1-81 16,161-80-31,-80 0 0</inkml:trace>
  <inkml:trace contextRef="#ctx0" brushRef="#br0" timeOffset="52026.9332">11356 6456 0,'40'0'16,"0"0"-16,0 0 15,121-120 1,-41 80-16,-80 40 0,40-40 16,-39 0-16,-1 40 15,-40-40 1,-40 40-1,-1-40 1,1 40 0,-200 80-1,199 0-15,-39-40 0,40 0 0,0 0 16,40 40 0,0 1-1,160-1 1,-79-40-1,119 0 1,-160-40-16,41 0 16</inkml:trace>
  <inkml:trace contextRef="#ctx0" brushRef="#br0" timeOffset="52326.9155">12118 6256 0,'0'0'31,"0"-40"-31,40 40 0,0 0 0,81 0 32,-1 80-17,-40 40 1,-80-80 0,-120 81-1,40-81 1,40-80 15,120-41-15,80-39-1,41 0 1,-40 40 0</inkml:trace>
  <inkml:trace contextRef="#ctx0" brushRef="#br0" timeOffset="52496.8319">13081 6136 0,'40'0'47,"-40"40"-47,40-40 16,-40 40-16,0 0 0,0 0 0,0 0 15,0 0-15,-80 0 16,80 0-16,0 0 0,0 1 0,0-1 15,0 0 1</inkml:trace>
  <inkml:trace contextRef="#ctx0" brushRef="#br0" timeOffset="52686.8535">13161 5935 0,'0'0'0,"0"-40"0,41 0 15,-41 0-15,40 40 16</inkml:trace>
  <inkml:trace contextRef="#ctx0" brushRef="#br0" timeOffset="53006.8746">13523 6136 0,'40'40'0,"0"-40"16,0 0-16,40 40 31,-80 0-31,40 40 16,0-80-16,-40 40 0,0 40 15,-120 81 17,40-161-17,0-80 1,39 80-16,41-121 16,0 81-16,0 0 15,41 0 1,-41 0-16,40 40 15,80 0 1</inkml:trace>
  <inkml:trace contextRef="#ctx0" brushRef="#br0" timeOffset="53666.7617">14526 6176 0,'-81'0'16,"41"0"-16,0 0 0,-40 0 16,40 80-1,0-40-15,40 0 0,-40 40 32,40-40-32,80-40 0,-80 40 15,120-40 1,-80-40-16,41-80 31,-41 120-31,-40-40 0,40 0 0,-40-40 16,0-161-1,-40 81 1,0 119 15,-1 1-15,41 80-1,0 201 17,81-40-17,-41-1 1,-40-160-16,40 40 16,-40-39-16,40-41 15,81 0 1,-81-41-1,80-79 1,-40-40 15,-80 39-15,0 41 0,0 160-1,0 1 16,-80 119-15,80-80 0,-40-39-1</inkml:trace>
  <inkml:trace contextRef="#ctx0" brushRef="#br0" timeOffset="53826.8256">15409 5895 0,'-41'-40'16,"1"40"-16,40-40 16</inkml:trace>
  <inkml:trace contextRef="#ctx0" brushRef="#br0" timeOffset="54086.7929">15770 6095 0,'-40'0'16,"40"41"-16,-41-41 0,41 40 15,0 0-15,-40-40 16,40 40-16,0 0 0,-40-40 0,40 40 0,0 0 16,0 0-16,0 0 15,0 0-15,0 1 0,40-41 16,-40 40-16,40-40 0,-40 40 0,41-40 0,-1 0 16,0 0-16,0 0 15,0 0-15,0 0 0</inkml:trace>
  <inkml:trace contextRef="#ctx0" brushRef="#br0" timeOffset="55786.653">20665 5895 0,'0'-40'32,"-40"40"-17,0 0 1,0 0-16,0 0 0,-1 0 15,41 40-15,-40-40 16,0 40-16,0 0 0,0-40 0,40 40 0,-40 0 16,40 0-16,-40 1 0,40-1 15,0 0-15,0 0 16,40-40-16,0 40 0,40-40 16,-40 0-16,0 0 15,1 0-15,-1 0 0,0-40 0,0 40 0,0-40 16,0 0-16,0 0 15,-40-1-15,40 41 0,-40-40 0,0 0 0,0 0 16,41 40 0,-41-40-16,0 0 0,-41 40 15,41 40 17,0 0-17,0 0 1,0 0-16,0 0 0,41 1 0,-41-1 15,40 0 1,0 0-16,0-40 0,0 40 16,0-40-16,0 0 15,-40 40-15</inkml:trace>
  <inkml:trace contextRef="#ctx0" brushRef="#br0" timeOffset="56106.6885">21588 5935 0,'0'-40'16,"0"80"-16,0-40 31,0 40-31,0 40 31,0 161-15,-40-41 0,0-39-1,40-121 1</inkml:trace>
  <inkml:trace contextRef="#ctx0" brushRef="#br0" timeOffset="56386.6716">21588 6055 0,'0'-120'16,"0"80"-16,40 0 0,0-40 31,161 39-15,-121 82-1,-80 159 1,-160 1 15,-81-81-15,80-80-1</inkml:trace>
  <inkml:trace contextRef="#ctx0" brushRef="#br0" timeOffset="56766.608">22350 6136 0,'41'-41'31,"39"1"-15,40-40 0,-40 40-1,-120 40 16,0 0-15,0 0 0,-80 0-1,80 40-15,-41 40 32,81 41-17,81-1 1,79-80 15,-40-40-31</inkml:trace>
  <inkml:trace contextRef="#ctx0" brushRef="#br0" timeOffset="57386.5385">22952 5975 0,'0'0'0,"0"-40"16,40 40 15,1 40-15,39 0-16,-40-40 0,-40 40 15,40 0 1,0 1-16,-40-1 0,0 0 15,0 0-15,-40 0 16,0-40-16,0 40 16,0-40-1,0 0-15,40-40 0,0-40 16,0 40-16,40 0 0,-40-1 16,40 1-16,-40 0 0,80 40 15,-80-40-15,40 40 0,0-40 0,0 40 0,-40-40 16,41 40-16,-1 0 15,0 0-15,0 0 0,0 0 16,0 0-16,0 0 16</inkml:trace>
  <inkml:trace contextRef="#ctx0" brushRef="#br0" timeOffset="57576.5293">23675 5895 0,'40'0'62,"-40"40"-62,0 0 16,40 0-16,-40 0 15,0 0-15,0 1 0,0-1 0,0 0 16,0 0-16,0 0 0,0 0 16</inkml:trace>
  <inkml:trace contextRef="#ctx0" brushRef="#br0" timeOffset="57756.5218">23835 5574 0,'-120'-80'16,"240"160"-16,-280-160 0,160 0 31,40 80-31,0 0 0</inkml:trace>
  <inkml:trace contextRef="#ctx0" brushRef="#br0" timeOffset="58106.5172">24236 5815 0,'40'0'16,"-80"0"-16,121 40 15,-81 0-15,40-40 0,-40 80 16,0 40 0,-81-39 15,-79-41-16,80-80 1,-1-81 15,81 1-15,121 40 0,-1 40-1,-40 80 1</inkml:trace>
  <inkml:trace contextRef="#ctx0" brushRef="#br0" timeOffset="58786.5292">25079 5975 0,'-120'-40'16,"240"80"-16,-281-80 0,41 40 31,80 0-31,0 0 0,40 40 16,-40 80-1,80-39 1,80-41 15,1-80-15,-41-81-1,-40-119 17,-40 39-17,0 41 1,0 80 0,0 120 15,-40 80-16,40 121 1,0-1 15,40-39-15,80-81 0,1-120-1,39-80 16,-79-121-15,-41 41 0,0 120-1,-80 40 17,-41 80-17,41 80 1,40-39 15,0-81-15,0 0-16</inkml:trace>
  <inkml:trace contextRef="#ctx0" brushRef="#br0" timeOffset="58966.443">25801 5694 0,'0'0'16,"-80"-80"-1,40 40 1,120 40 0,-80 40-16</inkml:trace>
  <inkml:trace contextRef="#ctx0" brushRef="#br0" timeOffset="59266.4992">26243 5855 0,'0'0'16,"-81"0"-1,-39 40 16,40 80-15,80 1 0,40-1-1,0-80 17,121-40-17,-41-40 1,-160 40 15</inkml:trace>
  <inkml:trace contextRef="#ctx0" brushRef="#br0" timeOffset="71215.7819">13242 7379 0,'0'40'156,"-40"-40"-156,40 40 16,-41-40 0,1 40-16,0-40 0,0 40 15,0-40-15,0 40 0,0 0 16,0 1-16,-41-1 0,41-40 0,0 40 15,0 0-15,-40 0 16,40 0-16,-41 0 0,41 0 0,-40-40 0,0 40 16,-1 0-16,1 1 0,-40-1 0,40 0 0,-1 0 15,-39 0-15,0 0 0,39 0 16,-39 0-16,40 0 0,-41 1 0,41-1 0,0 0 16,-41 0-16,41 0 15,0-40-15,0 40 0,-1 0 0,41-40 0,-40 40 16,40-40-16,0 0 15,0 40-15,40-80 47,80 40-47,-80-40 16,40 40-16,0 0 16,0 0-16,0 0 15,0 0 1</inkml:trace>
  <inkml:trace contextRef="#ctx0" brushRef="#br0" timeOffset="72225.7237">13202 7499 0,'0'0'16,"0"-40"0,0 0 15,0 80 47,40 0-47,-40 0-31,40-40 0,-40 40 16,40 0-1,-40 1 1,40-41-16,-40 40 0,40-40 16,0 40-16,0 0 15,1-40-15,-41 40 0,40-40 16,0 40-16,-40 0 16,40-40-16,0 40 0,-40 0 0,40 0 0,0-40 15,-40 41-15,40-1 0,1 0 16,-41 0-16,40-40 0,0 40 0,0 0 0,0 0 15,-40 0-15,40-40 16,0 40-16,0 1 0,41-41 0,-41 40 0,0 0 16,0 0-16,0-40 0,0 40 0,0 0 0,1-40 15,-41 40-15,40 0 0,0-40 16,0 40-16,0 0 0,0 1 0,-40-1 16,40-40-16,1 40 15,-41 0-15,40 0 0,0-40 31,-40 40-31,0-80 79,-40 40-64,0 0 1,-1 0-16,1 40 0</inkml:trace>
  <inkml:trace contextRef="#ctx0" brushRef="#br0" timeOffset="76145.4279">6220 9264 0,'0'-40'0,"0"0"32,0-1-1,-41 41-31,41 41 31,0-1-15,0 0-16,-40 0 15,40 0-15,0 0 0,0 0 16,0 0-16,0 40 0,0-39 0,0-1 0,0 40 16,0-40-16,0 40 15,0-40-15,0 0 0,0 1 0,0-1 0,0 0 16,0 0-16,0 0 0,0 0 15,0 0-15,0 0 0,0 0 16,0 0 0</inkml:trace>
  <inkml:trace contextRef="#ctx0" brushRef="#br0" timeOffset="76635.4577">6260 9344 0,'-40'0'16,"80"0"-16,-80-40 0,40 0 15,0 0-15,0 0 31,40 40-31,0 0 16,80 0 15,41 40-15,-1-40 0,-39 120 15,-81-40-31,-40-40 0,0 161 31,0-161-31,0 0 0,0 0 0,-121 121 16,-39-1 15,-41 0-15,1-39-1,39-81 16,81-40-15,80-80-16</inkml:trace>
  <inkml:trace contextRef="#ctx0" brushRef="#br0" timeOffset="77075.3738">7423 9304 0,'41'0'31,"-82"0"-31,82-40 0,-82 40 16,41-40 0,41 40 15,-1 0-16,0 0 1,0 0-16,0 0 0,0 0 0,40 0 0,-39 0 16,39-40-16,-40 40 0,0 0 0,0-41 0,0 41 15,0 0-15,1 0 0,-1 0 16,-40 41 0,-40-41-1</inkml:trace>
  <inkml:trace contextRef="#ctx0" brushRef="#br0" timeOffset="77355.358">7825 9344 0,'-40'0'32,"40"-40"-17,0 0 1,-41 40-16,41 40 31,0 0-31,0 80 16,0-80-16,0 121 31,0-121-31,0 0 0,0 0 0,0 40 16,0-40-16,0 81 15,0-81-15</inkml:trace>
  <inkml:trace contextRef="#ctx0" brushRef="#br0" timeOffset="77675.3946">8707 9424 0,'0'0'0,"-40"0"32,40 40-17,0 0-15,0 0 0,-40 1 16,40-1-16,0 0 15,-40 0-15,40 0 0,0 0 0,0 0 0,0 0 16,-40 0-16,40 1 0,0-1 0,0 0 16,0 0-1,0 0-15</inkml:trace>
  <inkml:trace contextRef="#ctx0" brushRef="#br0" timeOffset="77935.3792">8587 9464 0,'0'-40'15,"0"80"-15,0-120 0,0 0 16,40 40-1,0 0-15,0 40 16,1 0-16,79 0 16,-80 0-16,0 40 0,0-40 15,0 40-15,41-40 16</inkml:trace>
  <inkml:trace contextRef="#ctx0" brushRef="#br0" timeOffset="78145.2931">8627 9705 0,'-40'40'16,"80"-80"-16,-120 80 0,40-40 15,80 0 1,40 0-1,-40 0-15,0 0 0,1 0 0,-1-40 16,0 40-16,0 0 0,40 0 0,-40 0 0</inkml:trace>
  <inkml:trace contextRef="#ctx0" brushRef="#br0" timeOffset="78605.2831">10032 9264 0,'-81'0'31,"41"0"-31,0 0 16,0 0-16,0 0 0,0 0 0,-81 80 31,121 40-15,0 1 0,0-81-1,81 0-15,39 40 16,-80-40-16,40-40 31,-40 40-31,-40 0 0,41 0 16,-82 1-1,-39-41 1,40 40-16,-120-40 31,119 0-31,1 0 0,-80 0 16,80 0-16,-40 0 0</inkml:trace>
  <inkml:trace contextRef="#ctx0" brushRef="#br0" timeOffset="79505.2117">13482 9585 0,'0'40'78,"0"0"-78,0 0 0,41-40 16,-41 40-16,0 0 16,0 0-16,0 0 0,0 0 0,0 1 0,0-1 15,-41 0-15,41 0 0,0 0 16,0 0-16,-40 0 0,40 0 0,0 0 0,0 0 15,0 1 1,0-1-16</inkml:trace>
  <inkml:trace contextRef="#ctx0" brushRef="#br0" timeOffset="79915.188">13442 9785 0,'0'-40'0,"0"0"0,40 0 31,81 0-16,-1 80 1,-80-40-16,81 120 16,-121-80-16,40 0 0,-40 0 15,0 81 1,0-81-16,0 40 31,-121 80-15,-79-39-1,120-81 1,-1 0-16,-39-40 16,80 0-16,0 0 15</inkml:trace>
  <inkml:trace contextRef="#ctx0" brushRef="#br0" timeOffset="80305.2381">14566 9625 0,'40'0'47,"-40"40"-31,0 0-16,0 0 0,0 0 15,0 0 1,0 0-16,0 0 0,0 1 0,-40-1 15,40 0-15,0 0 0,0 0 16,0 0-16,0 0 0,0 0 0,0 0 16,0 0-16,0 1 0,0-1 31</inkml:trace>
  <inkml:trace contextRef="#ctx0" brushRef="#br0" timeOffset="80555.2237">14526 9785 0,'0'-40'16,"0"80"-16,40-200 15,0 160-15,40-81 16,81 81 0,-121 0-1,0 0-15,40 41 16</inkml:trace>
  <inkml:trace contextRef="#ctx0" brushRef="#br0" timeOffset="80835.1617">14566 10106 0,'40'0'32,"0"0"-17,0 0-15,0-40 16,1 40-16,-1 0 0,0 0 0,0 0 0,0 0 16,0 0-16,0 0 0,0 0 15,1 0-15,-1 0 0</inkml:trace>
  <inkml:trace contextRef="#ctx0" brushRef="#br0" timeOffset="81305.1064">16051 9665 0,'-41'0'15,"82"0"-15,-122 0 0,41 0 16,0 0-16,0 0 15,40 40-15,-80 0 16,40-40-16,40 40 0,-41-40 16,41 40-1,0 0-15,41 0 16,-41 1-16,40-41 0,80 80 16,-80-40-1,40 0 1,-39 0 15,-122 40-15,-79-40-1,-121-40 1</inkml:trace>
  <inkml:trace contextRef="#ctx0" brushRef="#br0" timeOffset="83505.0454">23434 7178 0,'40'0'16,"0"0"-1,-120 0 79,40 40-31,0 0-48,40 1 1,-41-41-16,41 40 0,-40-40 0,0 40 0,0 0 16,0 0-16,0 0 0,0 40 15,0-40-15,-41 1 0,1-1 0,40 40 0,-40-40 16,40 0-16,-41 0 15,1 0-15,0 0 0,0 0 0,-1 1 0,41-1 16,-40-40-16,0 40 0,40 0 0,-1 0 0,-39-40 16,40 40-16,0-40 0,0 40 15,0-40-15,-1 40 0,1-40 16,80 0 31,1 0-47,-1 0 15,0 0 1</inkml:trace>
  <inkml:trace contextRef="#ctx0" brushRef="#br0" timeOffset="84404.9925">23514 7379 0,'-40'0'15,"40"-40"95,-40 40-110,40-40 15,0 80 126,40-40-141,-40 40 0,40 0 0,0-40 15,-40 40-15,40 0 0,0-40 0,1 40 0,-1 0 16,0 0-16,0-40 0,0 41 16,0-1-16,0 0 0,0-40 0,1 40 0,-1 0 15,0 0-15,0 0 16,0-40-16,0 40 0,0 0 0,-40 0 0,40-40 16,1 41-16,-1-1 0,0 0 15,0-40-15,0 40 0,0-40 16,0 40-1,0-40-15,-40 40 16,-40-40 15</inkml:trace>
  <inkml:trace contextRef="#ctx0" brushRef="#br0" timeOffset="85294.9377">23634 7178 0,'-40'0'0,"0"0"31,0 0 0,80 0 79,0 0-110,0 0 31,-40 40-31,41-40 0,-1 0 0,0 0 0,0 40 0,40-40 15,0 0-15,1 41 0,-1-41 0,0 0 16,41 40-16,-41-40 0,40 40 16,1-40-16,-1 40 0,-40-40 0,41 40 0,-41-40 15,40 40-15,-40-40 0,1 40 16,-1-40-16,0 40 0,1-40 0,39 40 16,-40-40-16,0 41 0,1-41 15,-1 40-15,0-40 0,0 0 0,1 40 0,-41-40 16,40 0-16,0 40 0,-40-40 15,41 0-15,-1 40 0,0-40 0,-40 0 16,41 0-16,-41 0 0,0 40 0,0-40 0,0 0 0,0 0 16,0 0-1,0 0-15,-40-40 32,-40 40 30,0 0-46,0 0-16,0 0 31</inkml:trace>
  <inkml:trace contextRef="#ctx0" brushRef="#br0" timeOffset="90074.5944">18940 8622 0,'0'40'110,"-40"-40"-110,40 80 15,0-40-15,0 1 0,-41-1 0,41 0 0,0 40 16,-40-40-16,40 40 0,0-40 16,-40 41-16,40-41 0,0 40 0,0-40 0,0 0 15,0 0-15,0 0 16,0 0-16,40 1 0,-40-1 0,40-40 16</inkml:trace>
  <inkml:trace contextRef="#ctx0" brushRef="#br0" timeOffset="90574.5521">18779 8742 0,'0'0'0,"0"-40"0,0 0 31,0 0-31,40 40 16,0 0 15,1 0-16,39 0 1,0 40-16,-40 0 16,0 81-1,-40 79 17,0 41-17,-120-81 1,0-80-1,39-40 17,41 1-32,0-41 15,-80 0 1,120-41 0</inkml:trace>
  <inkml:trace contextRef="#ctx0" brushRef="#br0" timeOffset="91044.5189">19542 8742 0,'0'0'0,"0"-40"31,80 40 32,-40 0-63,0 0 0,0 0 15,0 0-15,41 0 0,-41 0 0,0 0 0,40 0 16,-40-40-16,0 40 0,0 0 16,1 0-16,-1 0 0,0 0 0,0 0 15</inkml:trace>
  <inkml:trace contextRef="#ctx0" brushRef="#br0" timeOffset="91334.5749">19983 8742 0,'0'0'16,"-40"0"0,40 40 30,-40 1-46,40-1 0,0 0 0,0 0 0,-40 0 16,40 40-16,0-40 16,-41 0-16,41 1 0,0-1 0,0 0 0,-40 0 15,40 0-15,0 0 0,0 0 16,0 0-16,0 0 16,40-40-1</inkml:trace>
  <inkml:trace contextRef="#ctx0" brushRef="#br0" timeOffset="91614.5587">20344 9023 0,'0'-40'15,"0"80"17,0 0-32,0 0 15,0 0-15,0 1 16,0-1-16,0 0 0,0 0 0,0 0 0,-40 0 16,40 0-16,0 0 15,0 0-15,-40 0 0,0 1 0,40-1 16,-40 0-1</inkml:trace>
  <inkml:trace contextRef="#ctx0" brushRef="#br0" timeOffset="91854.4881">20384 8983 0,'0'-40'16,"0"80"-16,40-160 31,0 120-31,-40-40 0,41 40 0,-1 0 0,-40-41 16,40 41-16,0 0 15,0 0-15,0 0 0,0 41 16,-40-1-1</inkml:trace>
  <inkml:trace contextRef="#ctx0" brushRef="#br0" timeOffset="92114.5282">20264 9344 0,'40'0'32,"0"0"-17,40 0 1,81-80 15,-41 80-15,-80-40-1</inkml:trace>
  <inkml:trace contextRef="#ctx0" brushRef="#br0" timeOffset="92414.4412">21106 9063 0,'0'0'0,"41"0"62,39 0-62,-40 0 0,0 0 16,0 0-16,0 0 0,0 0 15,41 0-15,-41 0 0,0 0 0,0 0 0,0 0 16,0 0-16,0 0 0,1 0 0,-1 0 31</inkml:trace>
  <inkml:trace contextRef="#ctx0" brushRef="#br0" timeOffset="92674.4951">21548 9063 0,'0'0'15,"-40"0"1,-41 40 15,81 81-15,0-1-1,0 40 1,0-39 15,0-41-31</inkml:trace>
  <inkml:trace contextRef="#ctx0" brushRef="#br0" timeOffset="93644.3655">24317 9304 0,'-41'0'15,"41"80"17,0-40-17,0 0-15,0 0 0,0 0 0,0 1 16,0-1-16,0 0 0,0 0 0,0 0 0,0 0 15,0 0-15,0 0 16,0 0-16,0 1 0,41-41 16,-41 40-16</inkml:trace>
  <inkml:trace contextRef="#ctx0" brushRef="#br0" timeOffset="93994.3452">24236 9464 0,'40'-80'16,"-40"40"-16,41 40 16,79-40-1,0 80 16,-39 120-15,-41 41 0,-40-41-1,-81-39 17,-79-41-17,80-40 1,40-40-16,-41 0 15</inkml:trace>
  <inkml:trace contextRef="#ctx0" brushRef="#br0" timeOffset="94274.3986">25079 9424 0,'0'0'0,"0"-40"0,0 80 31,-40 0-15,0 161 0,40-41 15,40 1-16,0-81 1</inkml:trace>
  <inkml:trace contextRef="#ctx0" brushRef="#br0" timeOffset="94524.3894">25039 9304 0,'0'0'0,"0"-40"0,0 0 32,0 0-32,0-1 0,40 41 15,0-40 1,201 40-1,-40 0 1</inkml:trace>
  <inkml:trace contextRef="#ctx0" brushRef="#br0" timeOffset="94744.3161">24999 9665 0,'0'0'16,"-40"40"-1,80-40 1,80 0 0,81 0-1,-1-80 1,-159 80-16</inkml:trace>
  <inkml:trace contextRef="#ctx0" brushRef="#br0" timeOffset="95014.3545">26002 9344 0,'0'0'0,"-40"0"15,120 0 17,-40-40-32,0 40 0,0 0 15,1 0-15,-1 0 16,0 0-16,40 0 0,-40 0 0,0 0 0,0 0 15,1 0-15,-1 0 0,0 0 0,0 40 16</inkml:trace>
  <inkml:trace contextRef="#ctx0" brushRef="#br0" timeOffset="95244.2694">26323 9424 0,'0'0'15,"-40"0"1,40 40 15,-40-40-31,40 40 0,0 0 0,0 1 16,0-1 0,0 0-16,-40-40 0,40 40 0,0 0 0,0 0 15,0 0-15,0 0 16,0 0-16,0 1 0,0-1 0,0 0 15,0 0-15</inkml:trace>
  <inkml:trace contextRef="#ctx0" brushRef="#br0" timeOffset="95734.2579">27888 7900 0,'0'40'16,"-40"-40"-16,40 40 31,-40-40-31,40 40 0,0 1 0,-41-1 16,41 0-16,0 40 16,0-40-16,0 0 0,0 0 0,0 0 0,0 1 15,0 39-15,0-40 0,0 0 16,41-40-16,-41 40 0,0 0 0,0 0 0</inkml:trace>
  <inkml:trace contextRef="#ctx0" brushRef="#br0" timeOffset="96024.294">27888 8020 0,'0'-40'16,"0"80"-16,-40-120 16,120 40-1,-40 40 1,40 0-16,161 0 15,-121-40 1,1 0 0</inkml:trace>
  <inkml:trace contextRef="#ctx0" brushRef="#br0" timeOffset="96274.2789">27848 8381 0,'-40'0'0,"80"0"0,-121 0 32,122 0-32,39 0 15,-40 0 1,201 0-1,-1-40 1,-119 40-16</inkml:trace>
  <inkml:trace contextRef="#ctx0" brushRef="#br0" timeOffset="96534.2138">29092 7860 0,'0'0'0,"-40"40"16,-1 0-1,41 40 1,0 121-1,0 40 17,-40-81-32</inkml:trace>
  <inkml:trace contextRef="#ctx0" brushRef="#br0" timeOffset="96934.2414">28931 7900 0,'0'0'15,"0"-40"1,121 40-1,79-40 1,-120 40 0,81-40-1,-81 40 1</inkml:trace>
  <inkml:trace contextRef="#ctx0" brushRef="#br0" timeOffset="97184.2249">28931 8301 0,'0'0'0,"40"0"16,41-80 15,79 80-15,-80-40-1,81 40 1,-81 0 0</inkml:trace>
  <inkml:trace contextRef="#ctx0" brushRef="#br0" timeOffset="97624.1974">29814 7940 0,'0'0'32,"0"-40"-32,40 40 15,40 0-15,81-40 16,120 0 15,-81 40-15,-119 0-16,-1 0 15</inkml:trace>
  <inkml:trace contextRef="#ctx0" brushRef="#br0" timeOffset="97884.1201">30376 7900 0,'-81'0'32,"162"0"-32,-202 0 0,121 40 62,0 0-62,0 0 0,0 1 16,0-1-16,0 0 0,0 0 0,0 0 15,0 0-15,0 0 0,-40 40 16,40-39-16,0-1 0,-40 0 0,40 0 0</inkml:trace>
  <inkml:trace contextRef="#ctx0" brushRef="#br0" timeOffset="103323.8557">5056 11670 0,'-40'0'125,"0"40"-109,0 0-16,-1 0 16,1 0-16,0-40 0,0 41 15,40-1-15,-40 0 0,0-40 0,40 40 0,-40 0 16,0 0 0,40 0-16,-41 0 0,41 0 0,0 1 15,0-1-15,0 0 0,0 0 16,0 0-16,41-40 15,-41 40-15,0 0 0,40-40 0,-40 40 0,0 0 16,40-40 0,-40 40-16,40-40 0,-40 41 0,40-41 0,0 0 15,0 0-15,0 0 16,1 0-16,-1 0 0,0 0 16,0 0-1</inkml:trace>
  <inkml:trace contextRef="#ctx0" brushRef="#br0" timeOffset="103743.7758">5337 12272 0,'40'-40'15,"0"40"-15,0-41 16,81 1-1,-41 0 17,-40 40-17,-40 80 1,0-39 0,-80 39-1,80-40-15,-40 0 16,-41 0-16,41-40 31,0 0-31,40-40 31,-40 0-31,40-40 32,0 40-17,80-1 1,-40 41-16</inkml:trace>
  <inkml:trace contextRef="#ctx0" brushRef="#br0" timeOffset="104183.8048">5899 12071 0,'40'40'31,"-40"0"-15,40-40-16,-40 40 16,0 1-1,40-41-15,-40 40 0,0 0 16,0 0 0,-40-40-16,0 0 31,40-40-16,80 40 1,-40-80 0,0 39-16,0 41 0,-40-40 15,40 40-15,-40-40 16,41 40-16,-1 0 16,0 0-1,-40 40 1,0 0-1,0 1 1,0-1-16,0 0 0,0 0 0,0 0 16,-40-40-16,40 40 15,0 0-15</inkml:trace>
  <inkml:trace contextRef="#ctx0" brushRef="#br0" timeOffset="104493.7304">6942 11871 0,'0'-41'16,"0"1"-16,40 40 15,0 0 1,-40 40 15,0 1-15,0-1-16,-40 80 16,40-80-16,-40 80 15,40-79-15,-40 79 31,40-40-31,0-40 0</inkml:trace>
  <inkml:trace contextRef="#ctx0" brushRef="#br0" timeOffset="104893.692">6902 12272 0,'40'-40'15,"-80"80"-15,120-80 0,40-1 16,-80 41-16,1 0 16,-1 0-1,0-40-15,0 40 16,-40-40-16,40 40 15,0-40-15,0 0 32,-40 80 30,-40-40-62,40 40 0,0 0 0,0 0 16,0 1-16,0-1 0,-40-40 15,40 40-15,-40 0 16,40 0-16,-40-40 16</inkml:trace>
  <inkml:trace contextRef="#ctx0" brushRef="#br0" timeOffset="105073.6772">7504 11830 0,'0'-40'16,"0"80"-16,0-120 31</inkml:trace>
  <inkml:trace contextRef="#ctx0" brushRef="#br0" timeOffset="105563.7225">7865 11991 0,'40'-40'16,"0"40"-16,-40 40 31,0 0-31,0 40 31,0-40-31,-40 41 16,40-41-16,-40 0 0,40-80 31,0 0-15,40 40-1,-40-41-15,40 41 0,0-40 0,-40 0 0,40 0 16,0 40-16,-40-40 0,41 40 16,-1 0-16,-40-40 0,0 80 31,0 0-16,0 0-15,0 0 16,0 0 0,0 1-16,0-1 0,0 0 15,0 0 1</inkml:trace>
  <inkml:trace contextRef="#ctx0" brushRef="#br0" timeOffset="106103.6154">8828 11871 0,'0'0'15,"0"40"17,0 0-1,0 0-31,0 0 16,40-40-16,-40 40 15,0 0-15,0 0 0,0 0 16,40-40-16,-40 41 0,40-41 31,0 0-31,-40-41 16,40 41-16,-40-40 15,41 40-15,-41-40 0,40 0 0,-40 0 16,40 40-16,-40-40 0,0 0 16,40 40-16,-40-40 0,40 0 15,-40 80 32,-40-40-47,40 40 16,0 0-16,0 0 0,0 0 15,0 0 1,0 0-16,0 0 0,0 1 16,0-1-1,0 0-15,40-40 16</inkml:trace>
  <inkml:trace contextRef="#ctx0" brushRef="#br0" timeOffset="106403.6173">9590 11951 0,'40'0'31,"-40"40"-15,40-40 0,-40 40-16,0 0 0,0 0 15,-40 0-15,0 0 16,0-40-16,40 41 16,-40-41-16,0 0 15,0 0-15,0 0 16,-1-41-16,41 1 15,0 0 1,81 0-16,-41 40 0,-40-40 16,40 40-1</inkml:trace>
  <inkml:trace contextRef="#ctx0" brushRef="#br0" timeOffset="107053.5612">9951 11871 0,'40'0'15,"-40"40"1,0 0-16,0 0 31,0 0-31,0 0 16,41 0-16,-1-40 31,0 0-15,-40-40-16,40 40 15,-40-40-15,40 0 0,0 0 16,-40 0-16,40 40 16,-40-40-16,40 40 0,-40-41 15,0 82 1,0-1-1,0 0-15,0 0 32,41-40-32,39 0 15,-40 0-15,0 0 16,-40-40-16,40 40 0,0 0 0,-40-40 0,40 0 16,1 40-1,-41-41-15,40 1 0,-40 0 16,0 0-16,0 0 0,0 0 15,40 40-15,-40-40 0,0 0 16,-40 80 15,40 0-15,0 0 0,0 0-16,0 0 0,0 0 15,40 0-15,-40 1 16,0-1-1,0 0-15,-40 0 16,0 0 0,-1-40-16,-39 40 0,40-40 15,0 0 1,0 0-16,0 0 0</inkml:trace>
  <inkml:trace contextRef="#ctx0" brushRef="#br0" timeOffset="107943.5086">1043 12673 0,'0'-40'0,"40"-1"31,1 41-16,-1 0-15,0 0 0,0 0 16,0 0 0,-40 41-16,40-41 0,-40 40 0,0 0 15,0 0-15,0 0 16,0 0-16,0 0 0,-40 0 0,40 0 16,-40 1-16,0-41 15,0 40-15,0 0 0,-1 0 0,1-40 16,40 40-16,-40-40 0,0 0 15,40-40-15,-40 40 16,40-40-16,0 0 0,0 0 16,0-1-1,40 1-15,0 40 16,0 0 0</inkml:trace>
  <inkml:trace contextRef="#ctx0" brushRef="#br0" timeOffset="108313.5143">1886 12071 0,'0'0'0,"0"-40"16,-40 40 0,40 40-1,0 0 1,0 0 0,0 0-16,-40 1 0,40 39 0,0-40 15,0 40-15,0-40 0,0 40 0,0 1 0,0-1 16,0 0-16,0 0 0,-40 0 15,40 1-15,-41 39 0,41-40 0,-40 0 0,40-40 16,0 41-16,0-41 16,0 40-16,-40-40 0,40 0 0,0 0 0,0 0 15,-40-40-15,40 41 0,0-1 16,-40 0-16,40 0 16,-40-40-16</inkml:trace>
  <inkml:trace contextRef="#ctx0" brushRef="#br0" timeOffset="108573.4707">2087 12994 0,'0'40'32,"0"40"-32,0-40 0,0 0 15,0 0-15,0 0 16,0 0-16,0 0 0,0 1 0,0-1 0,0 0 16,0 0-16,-41-40 0</inkml:trace>
  <inkml:trace contextRef="#ctx0" brushRef="#br0" timeOffset="108883.5223">2046 12953 0,'0'-80'0,"0"160"0,81-320 31,-81 200-31,120 0 16,-80-1 0,81 1-1,-81 40 1,-40 81-16,-81-41 31,81 0-31,-80 120 16,40-120-16,0 0 0,0 1 15,0-1-15,-41-40 16,41 0-16</inkml:trace>
  <inkml:trace contextRef="#ctx0" brushRef="#br0" timeOffset="109523.4346">1244 12633 0,'0'-41'0,"-40"41"62,0 0-46,40 41 0,-40-41-16,-1 0 15,1 40-15,0-40 0,40 40 0,-40 0 16,0 0-16,0-40 15,40 40-15,-40 0 0,0 0 0,40 0 0,-41-40 16,41 41-16,0-1 0,0 0 16</inkml:trace>
  <inkml:trace contextRef="#ctx0" brushRef="#br0" timeOffset="113053.2717">13803 11510 0,'0'-40'46,"0"80"33,0 0-64,0 0-15,0 0 0,0 0 16,0 0-16,0 0 15,0 0-15,0 0 0,0 1 0,0-1 16,0 0-16,0 0 0,0 0 16,0 0-16,0 0 0,0 0 0,0 0 15,0 1 1</inkml:trace>
  <inkml:trace contextRef="#ctx0" brushRef="#br0" timeOffset="113503.2458">13643 11630 0,'0'-40'15,"0"0"-15,40 0 32,0 0-32,81 40 31,-1 0-15,-80 40-1,80 40 1,-120-40-16,81 40 15,-81-40-15,40 0 16,-40 0-16,-80 81 31,39-81-31,1 0 0,0 0 16,0 0-16,-40 40 16,40-80-16,0 0 0,40 41 15,-81-41 1,41 0-1,0 0-15</inkml:trace>
  <inkml:trace contextRef="#ctx0" brushRef="#br0" timeOffset="113783.2313">14486 11710 0,'0'0'31,"0"40"-15,0 0 0,40 41-1,-40-41-15,0 40 16,0-40-16,0 0 15,-40 0 1,-1-40 0</inkml:trace>
  <inkml:trace contextRef="#ctx0" brushRef="#br0" timeOffset="113953.2179">14606 11510 0,'-40'-40'32</inkml:trace>
  <inkml:trace contextRef="#ctx0" brushRef="#br0" timeOffset="114373.1926">15128 11710 0,'-40'0'0,"-1"0"0,1 0 0,0 40 32,0-40-32,40 40 0,0 0 15,0 1 1,40-41-1,-40 40-15,0 0 32,40-40-32,-40 40 0,0 0 15,-40 0 1,0-40-16,40 40 16,-40-40-16,0 0 0,40 40 0,-40-40 0,0 0 15,40 40 1,-41-40-16,41-40 31</inkml:trace>
  <inkml:trace contextRef="#ctx0" brushRef="#br0" timeOffset="114753.1179">15609 11670 0,'-40'0'16,"40"-40"-16,-40 40 15,-40 40 1,40 80 15,40-80-15,0 41 0,40-1-1,0-80 1,0 0-16,0 40 15,0-40-15,0 0 16</inkml:trace>
  <inkml:trace contextRef="#ctx0" brushRef="#br0" timeOffset="115093.0769">15890 11750 0,'40'0'32,"0"0"-17,0 0 1,-40 40-16,0 0 16,0 1-16,0-1 15,-40 0-15,0 0 31,40-80 1,40 40-17,-40-40-15,40 40 16,-40-40-16,41-1 0,-1 1 0,0 40 16,-40-40-16,40 40 0,-40-40 0,40 40 0,0 0 15</inkml:trace>
  <inkml:trace contextRef="#ctx0" brushRef="#br0" timeOffset="115433.0559">16412 11871 0,'0'40'0,"40"-40"15,0 0-15,0-40 31,40-1-15,-40 1 0,-160 40 15,40 40-15,0 1-1,39 39 1,82-40 15,79 0-15,-40-40-1</inkml:trace>
  <inkml:trace contextRef="#ctx0" brushRef="#br0" timeOffset="115713.0412">17054 11510 0,'0'0'0,"0"40"47,0 0-16,0 0-31,0 0 0,0 0 0,-40 0 16,40 0-16,0 0 15,0 1-15,0-1 0,0 0 16,-81 0 0,81 0-16,0 0 15</inkml:trace>
  <inkml:trace contextRef="#ctx0" brushRef="#br0" timeOffset="116133.0161">16973 11911 0,'41'0'0,"39"0"0,-40 0 15,0 0-15,0-40 16,0 40-16,0 0 0,1 0 0,-1-41 16,0 41-1,-40-40-15,40 40 32,-40-40-32,-80 40 31,40 0-16,-1 0-15,1 40 16,0-40-16,40 40 16,-40-40-16,40 41 0,-40-41 0,40 40 0,-40 0 15,40 0 1,40 0 0,0-40-16,0 0 0,0 0 15,0 0-15,1 0 16,-1 0-16,0 0 0,0 0 31,0 0-31</inkml:trace>
  <inkml:trace contextRef="#ctx0" brushRef="#br0" timeOffset="117602.944">19261 10828 0,'-40'-40'0,"-1"40"0,41-40 16,-40 40-1,40 40 32,-40-40-31,40 40-16,-40-40 0,0 80 15,0-40-15,0 0 0,40 0 0,0 0 16,-40 1-16,40-1 0,0 0 16,-41 0-16,41 0 0,0 0 0,0 0 0,0 0 15,0 0 1,41 1-16,-41-1 0,40-40 0,-40 40 16,0 0-16,40-40 0,0 0 15,0 0-15,0 0 16,0 0-16</inkml:trace>
  <inkml:trace contextRef="#ctx0" brushRef="#br0" timeOffset="117922.9127">19582 11229 0,'0'0'0,"40"0"15,80 0 1,-40 80-1,-80 0 1,0 1 0,-80-41 15,40-40-31,0 0 0,0 0 16,0 0-16,0-81 15,40-79 1,80 80 15,-80 40-31,80 40 31</inkml:trace>
  <inkml:trace contextRef="#ctx0" brushRef="#br0" timeOffset="118332.8831">20103 11229 0,'81'40'31,"-81"0"-15,40 0-16,-40 0 0,0 0 15,0 1-15,0-1 16,-40-40-16,40 40 15,0-80 32,0 0-47,40 40 0,-40-41 0,40 41 0,-40-40 16,0 0-16,40 40 16,-40-40-16,40 40 0,0-40 0,0 40 15,-40-40-15,40 40 0,1 0 31,-41 40-31,40-40 0,-40 40 16,0 0 0,0 0-16,0 0 0,0 1 15,0-1 1,-40-40-16,40 40 16</inkml:trace>
  <inkml:trace contextRef="#ctx0" brushRef="#br0" timeOffset="118602.939">21066 10908 0,'0'0'0,"0"-40"0,0 80 47,0 0-31,0 0-16,0 0 0,0 0 0,0 1 0,-40-1 0,40 0 15,0 0-15,0 0 16,0 0-16,-40 0 0,40 0 0,0 0 16,0 1-16,0-1 0,0 0 15</inkml:trace>
  <inkml:trace contextRef="#ctx0" brushRef="#br0" timeOffset="118962.8437">20906 11429 0,'80'0'0,"-40"0"32,81-40-17,-81 40-15,80 0 16,-120-40-16,40 40 0,-40-40 16,40 40 15,-40 40 16,0 0-32,0 0-15,0 1 16,0-1 0,0 0-16,-80-40 15,40 0-15</inkml:trace>
  <inkml:trace contextRef="#ctx0" brushRef="#br0" timeOffset="119152.8319">21548 11068 0,'-40'-40'31,"40"0"-31</inkml:trace>
  <inkml:trace contextRef="#ctx0" brushRef="#br0" timeOffset="119762.8155">21708 11349 0,'40'0'15,"-40"40"32,0 0-31,0 1-16,0-1 15,0 0 1,0 0-16,0 0 16,41-40 15,-41-40-16,40 0-15,0 0 16,-40 0-16,40 40 0,-40-41 16,40 41-16,0 0 15,-40 41 17,0-1-32,0 0 15,0 0-15,0 0 16,0 0-1,0 0 1</inkml:trace>
  <inkml:trace contextRef="#ctx0" brushRef="#br0" timeOffset="120142.7917">22270 11429 0,'0'0'0,"40"0"16,-40-40-1,-40 121 1,0-41 15,40 0-31,0 0 0,0 0 16,0 0 0,40-40-16,0 0 15,0 0-15,1 0 16,-41-40-16,40 40 15,-40-40-15,40 0 0,0 40 16,-40-40 0,40 0-16,-40 80 47,-40-40-47,40 40 0,0 0 15,0 0-15,-40-40 16,40 40-16,0 0 0,0 0 15,0 0 1,40-40 0</inkml:trace>
  <inkml:trace contextRef="#ctx0" brushRef="#br0" timeOffset="120932.7255">22952 11550 0,'0'0'0,"-40"0"32,40 40-1,0 0-31,40 0 16,-160 40 15,80-80-31,0 0 31,40-40-31,80-40 31,-80 40-31,120-40 16,-80 80-16,1 0 16,-41 40-1,0 0-15,0 0 16,0 0-1,0 0-15,40-40 32,0 0-32,0 0 15,-40-40-15,40 40 0,0-40 16,-40 0-16,40 0 16,-40 0-1,0 80 1,0 0-1,0 40 1,0-40-16,0 0 16,0 0-1,81-40 1,-41 0-16,0-40 16,0 0-1,0 40-15,-40-40 0,40 0 16,0 0-1,0 40-15,-40-40 0,41 40 16,-82 40 0,1 0 15,40 0-31,-40-40 0,40 40 16,0 0-16,0 0 15,0 0-15,0 1 16,0-1-16,0 0 0,0 0 15,0 0 1,-40-40-16,40 40 0,-40-40 0,0 0 16,0 0-16,0 0 15,40 40-15,-41-40 0,1 0 0,0 0 0,0 0 16,0 0-16,0-40 16,0 40-16,0-40 0</inkml:trace>
  <inkml:trace contextRef="#ctx0" brushRef="#br0" timeOffset="122602.6281">25641 10547 0,'-40'0'0,"40"40"94,80-40-78,-80 40-16,0 0 0,0 1 15,0-1 1,0 0-16,0 0 0,0 0 0,0 0 0,0 0 16,0 0-16,0 0 0,0 0 15,0 1-15,40-41 16,-40 40-16</inkml:trace>
  <inkml:trace contextRef="#ctx0" brushRef="#br0" timeOffset="122962.6773">25561 11109 0,'0'0'0,"-41"0"0,122 0 47,-41 0-31,0 0-16,0 0 0,0 0 0,0 40 16,0-40-16,1 0 0,-1 40 0,0-40 15,0 0 32,-40-40-31,80 40-16,-80-40 15,40 40-15,-40-41 16,40 41 0</inkml:trace>
  <inkml:trace contextRef="#ctx0" brushRef="#br0" timeOffset="123952.5445">26162 11991 0,'0'0'16,"-40"0"-16,0 0 0,0 0 0,0 0 15,-80-40 1,-41 160 15,41 0-15,39 1 0,122-41-1,79-40 16,40-120-15,-39-81 0,-81 1 15,-40 40-15,0-1-1,-40 81 1,40 80 62,0 0-62,0 1-16,0-1 15,40-40-15,-40 40 0,0 0 16,40-40-1,-40 40-15,0 0 79,40 0-64,0-40 1,-40 40-16,0 0 0,0 1 15,40-41 1,-40 40-16,0 0 0,0 0 16,41-40-1,-1 0-15,0 0 16,0 0 0,0 0-16,0 0 0,0 0 15</inkml:trace>
  <inkml:trace contextRef="#ctx0" brushRef="#br0" timeOffset="124182.5486">26524 12031 0,'0'0'16,"0"-40"-1,0 80 16,0 0-15,40 80 0,0 1-1,-40-41 1</inkml:trace>
  <inkml:trace contextRef="#ctx0" brushRef="#br0" timeOffset="124352.5258">26764 11790 0,'-80'-40'16,"40"40"-1</inkml:trace>
  <inkml:trace contextRef="#ctx0" brushRef="#br0" timeOffset="124702.5734">27045 11951 0,'0'0'15,"-40"0"1,0 0 0,0 40 15,40 40-15,0-40-16,40 81 31,0-1-16,-40-80 1,0 0 0,-80-40-1,-41 40 17,81-80-32</inkml:trace>
  <inkml:trace contextRef="#ctx0" brushRef="#br0" timeOffset="124992.4821">27487 11991 0,'-41'0'0,"1"0"15,0 0 1,0 0-16,0 40 16,0-40-16,40 40 15,0 0-15,0 0 16,0 0-16,0 1 0,40-1 0,-40 0 16,40-40-1,-40 40-15,40-40 0,-40 40 0,40-40 0,0 40 16,1-40-1,-1 0-15</inkml:trace>
  <inkml:trace contextRef="#ctx0" brushRef="#br0" timeOffset="125322.4619">27687 12071 0,'40'-40'16,"0"40"15,1 0-31,-1 40 0,0-40 16,0 0-1,0 40-15,0 0 0,-40 0 16,0 1-16,0-1 16,0 0-16,-40-40 0,40 40 0,-40-40 15,40 40-15,-40-40 0,0 0 0,0 0 16,40-40 15,40 40-31,40-80 16,-40 80-16,-40-40 0,80-1 0,-40 1 15,1 40 1,-1-40-16,0 40 0,0 0 16</inkml:trace>
  <inkml:trace contextRef="#ctx0" brushRef="#br0" timeOffset="125642.4434">28249 12111 0,'0'40'15,"40"-40"17,40 0-17,-40 0-15,1-40 16,79 0 0,-80 0-1,0 40 16,-40-40-15,-80 80 0,0 40 15,-1 41-15,81-41-1,41-40 1,-1 0-16,120 0 31,41-40-31</inkml:trace>
  <inkml:trace contextRef="#ctx0" brushRef="#br0" timeOffset="125962.4419">29252 11790 0,'40'0'16,"-40"-40"-16,0 80 46,0 0-30,-40 1-16,40-1 0,0 0 0,-40-40 16,40 40-16,0 40 0,0-40 15,-40 0-15,40 0 0,0 1 0,0-1 0,0 0 16,0 0-16,0 0 0,0 0 31</inkml:trace>
  <inkml:trace contextRef="#ctx0" brushRef="#br0" timeOffset="126272.405">29292 12232 0,'40'0'16,"1"0"-16,-1 0 0,0 0 15,0-41 1,0 41-16,0 0 0,0-40 0,0 40 0,1 0 15,-41-40-15,0 0 16,0 0-16,0 0 16,-41 40-1,1 0-15,0 0 16,40 40-16,-40 0 0,0 0 16,40 0-16,0 0 15,0 1-15,0-1 0,0 0 16,40-40-16,-40 40 15,40-40-15,0 0 0,0 0 16,1 0-16,-1 0 16,-40-40-16</inkml:trace>
  <inkml:trace contextRef="#ctx0" brushRef="#br0" timeOffset="127782.3156">29092 9464 0,'0'-40'110,"0"0"140,-40 40-219,40-40-31,0 0 31,0 80 32,0 0-48,0 0-15,0 0 0,40 0 0,-40 0 0,0 1 16,40-1-16,-40 0 15,40 0-15,-40 0 0,0 0 0,40 0 16,-40 0-16,40-40 16,-40 40-16</inkml:trace>
  <inkml:trace contextRef="#ctx0" brushRef="#br0" timeOffset="128132.3441">28891 9825 0,'40'0'47,"0"0"-31,-40 40-1,40-40-15,1 0 0,-1 40 16,-40 1-16,40-41 15,0 0-15,0 0 32,-40-41-32,40 41 15,0 0-15,-40-40 16,40 0-16,1 0 0,-41 0 0,40 40 16,-40-40-16,40 40 0,0-40 0,-40 0 15,40 40-15,-40 40 47,-40-40-47,40 40 0</inkml:trace>
  <inkml:trace contextRef="#ctx0" brushRef="#br0" timeOffset="128812.332">29011 10387 0,'-40'0'0,"80"0"0,-160-40 31,80 40-31,0 0 0,0 0 16,-1 40-16,-39 80 31,40 0-15,40-80-1,80 1 1,-40-41 0,121-41-1,-121-119 1,0 120 0,-40-80-16,0-41 31,0 121-31,0 0 31,-40 40-31,40 40 78,0 0-78,0 0 0,0 0 16,0 0-1,0 1-15,0-1 0,0 0 0,0 0 16,0 0-16,0 0 16,0 0-16,0 0 0,40 0 15,-40 1-15,40-41 16,-40 40-16,41-40 0,-1 0 16</inkml:trace>
  <inkml:trace contextRef="#ctx0" brushRef="#br0" timeOffset="129012.2411">29453 10387 0,'-40'0'16,"40"40"15,0 0-31,0 0 16,0 0-16,0 0 15,0 0-15,0 0 0,0 1 16,0-1 0</inkml:trace>
  <inkml:trace contextRef="#ctx0" brushRef="#br0" timeOffset="129192.2484">29573 10106 0,'0'0'0,"-40"0"16,40 40-16</inkml:trace>
  <inkml:trace contextRef="#ctx0" brushRef="#br0" timeOffset="129562.2361">29934 10387 0,'0'0'16,"0"-40"15,-40 80-15,-40 40-1,80 40 1,0-40 15,80 1-15,-120-81 15,0 0-15,-40 0-1,40 0 1,-41 0-16</inkml:trace>
  <inkml:trace contextRef="#ctx0" brushRef="#br0" timeOffset="129902.2612">30576 10347 0,'-80'0'16,"40"0"-16,0 40 31,-40 80-15,80-80-16,-41 40 15,41 41 1,81-41 15,-41-40-31,0-40 16</inkml:trace>
  <inkml:trace contextRef="#ctx0" brushRef="#br0" timeOffset="130222.2418">30777 10427 0,'0'0'32,"40"0"-17,-40 40 1,80 0 0,-40 40-1,-40 0 1,-80-39-1,40-41 1,40-41 15,0 1-15,40 0-16,81-40 31,-81 80-31</inkml:trace>
  <inkml:trace contextRef="#ctx0" brushRef="#br0" timeOffset="130512.1787">31258 10547 0,'0'0'0,"41"-40"16,-1 40-1,40-40 1,-40 40-16,0-40 15,-80 40 17,0 0-32,-40 0 15,40 40-15,-1 0 16,1-40-16,40 40 0,-40 0 16,40 0-1,-40 0-15,40 1 0,0-1 0,0 0 16,0 0-1,40-40-15,0 0 16,0 0 0</inkml:trace>
  <inkml:trace contextRef="#ctx0" brushRef="#br0" timeOffset="130782.1378">31780 10186 0,'40'0'0,"-40"40"47,0 0-47,0 0 16,-40 1-16,40-1 15,0 0-15,0 0 0,-40 0 0,40 0 16,-40 0-16,40 0 0,-40 0 16,0 1-16,40-1 0,-41-40 15</inkml:trace>
  <inkml:trace contextRef="#ctx0" brushRef="#br0" timeOffset="131172.1845">31660 10507 0,'0'0'16,"120"0"0,0 0-1,-39 0 1,-41 0-1,40-40 1,0-40 0,-80 40-1,40 40 1,-120 0 0,-40 80 15,80 0-16,40 0 1,80-80 15,0 0-31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6:45:52.7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3571 2045 0,'-40'0'0,"40"0"16,-40 0-16,0 40 16,40-80 30,0 80-30,0 0-16,-40-40 47,40 40-16,0 0-15,0 0-16,0 0 0,0 41 15,0-41-15,0 0 0,0 40 0,0 0 0,0-40 16,0 41-16,0-1 16,0 0-16,-40-40 0,40 40 0,0-40 0,0 41 15,0-41-15,0 0 0,0 0 16,40 0-16,-40 0 0</inkml:trace>
  <inkml:trace contextRef="#ctx0" brushRef="#br0" timeOffset="879.9446">3090 2245 0,'40'0'62,"0"0"-31,0 0-31,-40-40 0,40 40 16,0 0-16,0-40 0,1 40 0,-1-40 0,0 40 16,0 0-16,40-40 15,-40 40-15,1 0 0,-1-40 0,0 40 0,0 0 16,0 0-1,0 0-15,0 0 0,0 40 0,1-40 16,-41 40-16,40 0 0,-40 0 16,0 0-16,40 0 0,-40 1 0,0-1 0,0 0 15,40 0-15,-40 0 16,0 0-16,0 0 0,0 40 0,0-40 0,0 1 16,0-1-16,0 0 0,0 0 0,-40 0 15,40 0-15,-40 0 0,40 0 16,-81 0-16,41 1 0,0-1 0,0 0 0,0 0 15,0 0-15,0-40 16,0 40-16,-1 0 0,-39-40 0,40 40 0,-40-40 16,40 40-16,-1-40 0,1 40 15,0-40-15,0 0 0,0 0 0,0 0 16,0 0-16,40-40 0</inkml:trace>
  <inkml:trace contextRef="#ctx0" brushRef="#br0" timeOffset="1679.8968">4855 2446 0,'0'40'16,"-40"-40"-16,40 40 16,0 0-1,0 0-15,0 0 16,0 0-16,0 1 0,40-1 0,-40 0 0,0 0 16,0 0-16,0 0 0,0 0 15,0 0-15,0 0 0,0 1 0,0-1 0,0 0 16,-40 0-16,40 0 15</inkml:trace>
  <inkml:trace contextRef="#ctx0" brushRef="#br0" timeOffset="1869.8825">4775 2366 0,'-80'-40'31,"40"40"-31</inkml:trace>
  <inkml:trace contextRef="#ctx0" brushRef="#br0" timeOffset="2179.8648">5618 2366 0,'-40'0'15,"40"40"1,-121-40 0,1 80-1,80 40 1,80 1 15,40-41-15,40-40-1,-79 40 1,-162 0 15,81-80-31,-120 40 16,119-40-16,1 0 15</inkml:trace>
  <inkml:trace contextRef="#ctx0" brushRef="#br0" timeOffset="2509.9198">6541 2406 0,'-41'0'16,"82"0"-16,-122 0 0,41 40 15,0-40-15,0 0 0,-40 120 31,80 0-31,40 41 32,0-121-32,161 0 31,-81-40-31</inkml:trace>
  <inkml:trace contextRef="#ctx0" brushRef="#br0" timeOffset="2779.8312">6902 2446 0,'40'0'16,"-40"40"-1,80 0 1,81 80 0,-41 41-1,-120-121 1,-40 0-1,-81 0 17,121-160-17,81-41 1,-41 121-16,40-40 16,-40 80-16,81-40 0</inkml:trace>
  <inkml:trace contextRef="#ctx0" brushRef="#br0" timeOffset="3049.8456">7744 2566 0,'0'0'15,"0"40"-15,121-40 16,-81 0-16,0 0 16,0-80-1,81 0 1,-81 40 0,0 0-1,-120 40 16,-81 160-15,121-80 0,40 0-16,40 1 31,80-41-15,81-80-1,-161 40-15</inkml:trace>
  <inkml:trace contextRef="#ctx0" brushRef="#br0" timeOffset="3229.8072">9069 2005 0,'0'0'0,"-81"80"31,81 80-15,0-120-16,40 121 15,1-121-15,-41 0 0,40 80 32,-40-80-32,0 41 15,-81-41-15</inkml:trace>
  <inkml:trace contextRef="#ctx0" brushRef="#br0" timeOffset="3529.7827">9309 2566 0,'40'0'16,"41"0"-1,79-40 1,161-40 0,-200 40-1,-282 40 16,-40 160-15,121 1 0,120-41 15,201-80-15,80-80-16</inkml:trace>
  <inkml:trace contextRef="#ctx0" brushRef="#br0" timeOffset="3809.8399">11837 1965 0,'-80'40'15,"160"-80"-15,-160 160 0,40 0 16,40-80-16,0 0 0,-40 121 16,40 39 15,0-160-31,0 81 15,80-81-15</inkml:trace>
  <inkml:trace contextRef="#ctx0" brushRef="#br0" timeOffset="4029.7561">11677 2125 0,'0'0'0,"-40"-40"0,0 0 15,40-40 1,200-81 0,81 81 15,-161 80-15,1 40-16</inkml:trace>
  <inkml:trace contextRef="#ctx0" brushRef="#br0" timeOffset="4229.742">11757 2526 0,'-80'40'31,"160"-80"-31,-200 80 0,200-40 16,-40-40-16,80 40 15,121-40 17,-80 40-32</inkml:trace>
  <inkml:trace contextRef="#ctx0" brushRef="#br0" timeOffset="4889.7748">12680 2406 0,'40'0'0,"-40"40"0,40 0 31,40 80-16,-80 1 1,-200-1 15,39-80-15,121-160 0,201-121-1,39 81 16,1 120-15,-81 40 0,1 40 15,-1-40-15,-40-40-1,-40-1 1,-40-39 15,0 40-15,0 80-1,0 81 1,41-1 15,-1 40-15,120-80-1,-80-80 17,-39-120-17,-41-80 1,40 79 0,-40 81 15,0 161-16,40 39 1,40 0 15,40-79-15,-79-81-16</inkml:trace>
  <inkml:trace contextRef="#ctx0" brushRef="#br0" timeOffset="5169.758">14405 2285 0,'0'0'16,"0"41"0,0-1 15,121 80-15,-81 0-1,-40-80 1,0-80 15,0-80-15,40-81-1,121 121 1,-1 40 15,-120 40-31</inkml:trace>
  <inkml:trace contextRef="#ctx0" brushRef="#br0" timeOffset="5329.6789">15449 2245 0,'0'0'15,"0"81"1,0-41-16,-40 40 16,40 40 15,0-40-16,0-120-15,40 80 16</inkml:trace>
  <inkml:trace contextRef="#ctx0" brushRef="#br0" timeOffset="5469.6688">15609 1924 0,'-80'0'15,"160"0"-15,-200 0 16,160 0 0,0 0-16</inkml:trace>
  <inkml:trace contextRef="#ctx0" brushRef="#br0" timeOffset="6109.6582">16171 2285 0,'0'0'15,"40"41"1,-40-41 15,0-81-15,0 41-1,-80 80 1,0 81 15,80-1-15,120-40-1,121-40 17,-81-80-17,1-40 1,-121-40 0,-40-1 15,0 81-16,0 80 32,40-40 63,0 0-110,0 0 0,0 0 15,0 0-15,1 0 16,-1 40-16,0-40 0,-80-40 0,120 80 16,-40-40-16,-40 41 0,0-1 0,0 0 15,0-120 1,-40 200-16,0-80 0,40 0 15,0 0 1,40-40-16,0 0 16,0 0-16,40 0 15,-39 0-15,-1 0 0,40 0 0</inkml:trace>
  <inkml:trace contextRef="#ctx0" brushRef="#br0" timeOffset="6569.6739">18819 1965 0,'0'0'16,"-40"0"-16,80-41 31,0 41-15,322-80 0,-41 80-1,-41-40 1,-159 40-1</inkml:trace>
  <inkml:trace contextRef="#ctx0" brushRef="#br0" timeOffset="6789.5869">19501 1965 0,'0'0'15,"-40"40"1,0 40-1,40 80 17,0 81-17,-80 0 1,120-81 0,-40-120-16</inkml:trace>
  <inkml:trace contextRef="#ctx0" brushRef="#br0" timeOffset="7069.6456">20023 2366 0,'0'-40'16,"0"80"-16,40-80 16,0 80-16,0-40 0,41 120 15,39 0 16,-40 81-15,-120-161 0,-80-160 15,80-41-15,160 41-1,41 40 1,-1 40-1,-80 40-15</inkml:trace>
  <inkml:trace contextRef="#ctx0" brushRef="#br0" timeOffset="7409.6237">21227 2285 0,'-121'0'31,"242"0"-31,-362 41 16,201-1-16,0 80 15,80 0 17,40-40-17,-40-120 1,0 0-16,1-40 16,-1 0 15,-40 120 0,0 0-31,40 40 31,40 41-15,40-1 0,-79-120-16</inkml:trace>
  <inkml:trace contextRef="#ctx0" brushRef="#br0" timeOffset="7729.5539">21708 2366 0,'0'-40'0,"0"80"0,40-121 31,-40 122-31,0-1 16,0 80-1,0-40 1,0 0-16,0 1 31,0-41-15,-40-201-1,281 41 1,-161 80 15,1 40-31,-81 40 16,40 80-1,0 1 17,0-81-32</inkml:trace>
  <inkml:trace contextRef="#ctx0" brushRef="#br0" timeOffset="7989.5887">22952 2165 0,'-80'-40'16,"40"120"-16,0-40 31,0 161-15,0-41 0,160-80-1,-120 1 16,-40-41-15,-81-40 0,41 0-16,40-40 15</inkml:trace>
  <inkml:trace contextRef="#ctx0" brushRef="#br0" timeOffset="8289.5714">23554 2285 0,'-40'-40'31,"0"40"-31,80 0 16,-80 121-1,40 39 17,0 81-17,0-1 1,0-200-16,-40 81 16,0-41-16,-81 0 15</inkml:trace>
  <inkml:trace contextRef="#ctx0" brushRef="#br0" timeOffset="8449.5052">23273 3047 0,'0'-80'16,"0"40"-16,40 0 16,81-80-1,39 80 16,-120 40-31</inkml:trace>
  <inkml:trace contextRef="#ctx0" brushRef="#br0" timeOffset="8889.4614">23875 2646 0,'0'-40'16,"40"40"-16,0 0 0,1-40 16,-82 0-16,162 80 15,-81-40-15,0 40 16,0 40-1,-40-39 1,-40-1 0,-80-40-1,39 0-15,1-40 16,80-41 15,121-39-15,39 120-1,41 0 17,-161 0-32,80 80 15,-40-40-15,-39-40 0,79 81 16,-120-1 0,40-40-1,-80-40 1,0 0-1,40-120 1,40-41 15,40 81-31,41 40 16,39 0-16</inkml:trace>
  <inkml:trace contextRef="#ctx0" brushRef="#br0" timeOffset="9409.4579">25440 2446 0,'0'0'0,"-80"0"0,160 40 15,-80 0 1,0 0-16,0 0 16,0 0-16,0 0 0,-40-40 15,40 41-15,0-1 16,-40 0-16,40 0 0,-40-40 15,80-40 1,0 0 0,-40 0-1,80-1-15,-80 1 0,40 40 0,1-40 0,-1 0 16,-161 40-16,282-40 0,-121 40 0,0-40 16,0 40-1,-40 40-15,0-40 16,0 40-16,0 0 15,0 0-15,0 0 16,0 1 0,0-82 15,40 41-31,-40-40 0,40 40 0,-40-40 0,41 40 16,-1-40-16,0 40 0,0 0 15,-80-40-15,80 80 16,0-40-16,-40 40 0,40-40 15,-40 40-15,40-40 16,-40 40-16,40 1 0,1-1 16,-41 0-16,40-40 15,-40 0-15,40 40 0,0-40 0,0 40 16,0-40-16,0 0 0,-40-80 16,40 160-16,1-80 15,-41 0-15,40-40 0,0 40 0,0-80 0</inkml:trace>
  <inkml:trace contextRef="#ctx0" brushRef="#br0" timeOffset="11859.3017">3371 4130 0,'0'0'0,"40"40"16,-40-80-16,0 80 31,40-40 0,0 0-15,40 0-1,-40 0-15,1-40 0,-1 40 0,0 0 16,0 0-16,40 0 0,-40-40 0,41 40 0,-41 0 16,40 0-16,-40 0 0,40-40 15,1 40-15,-41 0 0,0 0 0,0 0 0,40 0 16,-40 0-16,0 0 15,1 0-15,-1 0 0,0 0 0,40 0 0,-40 0 16,0 0-16,0 0 0,1 0 16,-1 0-16,40 0 0,-40 0 0,40 0 0,-40 0 15,41 0-15,-41-40 16,40 40-16,0 0 0,1-40 0,-41 40 0,40 0 16,0 0-16,-40 0 0,0 0 0,41 0 0,-41 0 15,40 0-15,-40 0 0,0 0 16,41 0-16,-1-40 0,-40 40 0,40 0 0,0 0 15,1 0-15,-41 0 16,40-40-16,0 40 0,1 0 0,-1-40 0,0 40 16,0 0-16,1-41 0,-1 41 15,0 0-15,0 0 0,1 0 0,-41-40 0,40 40 16,0 0-16,-40 0 0,41 0 0,-41 0 0,0 0 16,40 0-16,0 0 15,-39 0-15,39 0 0,0 0 0,0-40 0,41 40 16,-41 0-16,0 0 0,41 0 15,-41 0-15,40 0 0,-40-40 0,1 40 0,-1 0 16,0 0-16,0 0 16,1 0-16,-1 0 0,-40-40 0,40 40 0,-40 0 15,1 0-15,39 0 0,-40 0 0,0 0 0,40 0 16,-40 0-16,41-40 0,-41 40 16,40 0-16,0 0 0,-40 0 0,41 0 0,-1 0 15,40-40-15,-39 40 16,39 0-16,-40 0 0,41 0 0,-1 0 0,-40 0 15,41 0-15,-1 0 0,-40 0 16,41 0-16,-1-40 0,-40 40 0,1 0 0,39 0 16,-40 0-16,0-40 15,41 40-15,-41 0 0,40 0 0,1-41 0,-1 41 16,1 0-16,-1 0 0,0-40 0,1 40 0,39 0 16,-39 0-16,-1 0 0,40 0 15,-39 0-15,-1 0 0,1 0 0,-1 0 0,-40 0 16,41 0-16,-1 0 15,-40 40-15,41-40 0,-41 0 0,40 0 0,1 41 16,-41-41-16,40 0 0,-39 0 16,39 0-16,-40 0 0,41 0 0,-41 0 0,40 0 15,1 0-15,-41 0 0,40 40 0,1-40 0,-41 0 16,40 0-16,1 0 16,-41 0-16,0 0 0,0 40 0,1-40 0,-1 0 15,0 0-15,0 40 0,1-40 16,-1 0-16,0 0 0,-40 0 0,40 0 0,1 0 15,-1 0-15,0 0 16,0 0-16,1 40 0,39-40 0,-40 0 0,41 0 16,-41 0-16,0 0 0,41 40 15,-41-40-15,0 0 0,0 0 0,1 40 0,-41-40 16,40 0-16,0 0 0,-40 0 0,41 40 0,-41-40 16,40 0-16,-40 0 15,40 0-15,1 0 0,-41 0 0,40 0 0,0 0 16,1 0-16,-41 0 0,40 0 15,0 0-15,0 0 0,1 0 0,-1 0 0,0 0 16,-40 0-16,41 0 16,-1 0-16,0 0 0,-40 0 0,0 0 0,41 0 15,-41 0-15,40 0 0,-40 0 0,0 0 0,0 0 16,41 0-16,-41 0 16,0 0-16,0 0 0,0 0 0,40 0 15,-40 0-15,1 0 16,-1 0-16,0 0 0,0 0 0,0 0 0,40-40 15,-40 40-15,1 0 0,-1 0 16,0 0-16,0 0 0,0 0 0,40 0 0,-39 0 16,-1 0-16,0 0 15,0-40-15,40 40 0,-40 0 0,0 0 0,1 0 16,-1 0-16,0 0 0,0-40 0,0 40 0,0 0 16,0 0-16,0 0 0,1-40 15,-1 40-15,0 0 0,0 0 0,0 0 16,0 0-16,0 0 15,0 0-15,1 0 0,-1 0 0,0 0 16,0 0-16,0 0 0,0 0 16,0 0-16,0 40 0,1-40 0,-1 0 0,0 0 15,0 0-15,0 0 0,0 0 0,0 0 0,0 0 16,-40 40-16,41-40 16,-1 0-16,0 0 0,0 0 0,0 0 0,0 0 15,0 0-15,0 0 0,1 0 16,39 0-16,-40 0 0,0 0 0,0 0 0,40 0 15,-39 0-15,-1-40 16,-40 40-16,120 0 0,-80 0 0,0 0 0,0 0 16,41 0-16,-41 0 0,0 0 15,0 0-15,0 0 0</inkml:trace>
  <inkml:trace contextRef="#ctx0" brushRef="#br0" timeOffset="15099.0999">2969 5775 0,'-40'0'16,"0"0"-1,40 40 1,0 40 0,0-40-16,0 0 0,0 0 0,0 0 15,0 0-15,0 1 16,0 39-16,0-40 0,0 40 0,0-40 0,0 0 15,0 40-15,0-39 0,0-1 16,-40 40-16,40-40 0,0 0 0,0 0 0,-40 0 16,40 0-1</inkml:trace>
  <inkml:trace contextRef="#ctx0" brushRef="#br0" timeOffset="15489.1392">2769 6136 0,'0'-121'16,"0"81"-16,40 0 16,-40 0-16,40 40 0,120-80 31,41 160-16,-81 40 1,-39 41 15,-81-81-31,40 80 16,-161 1 15,41-81-31,-201 0 31,81 0-15,119-40 0,41-40-16,40-40 15</inkml:trace>
  <inkml:trace contextRef="#ctx0" brushRef="#br0" timeOffset="15759.1224">4013 5935 0,'0'0'0,"0"40"31,-40 0-31,40 81 31,80-41-31,-80 160 32,0-119-32,-121 119 15,81-159 1</inkml:trace>
  <inkml:trace contextRef="#ctx0" brushRef="#br0" timeOffset="15989.0705">4013 6055 0,'-40'-40'31,"80"80"-31,-80-120 0,160 80 31,40-40-31,121 40 32,-241 0-32,121 0 15</inkml:trace>
  <inkml:trace contextRef="#ctx0" brushRef="#br0" timeOffset="16209.0411">4053 6416 0,'0'0'16,"120"-40"15,41 0-15,39 0-1,1 40 1</inkml:trace>
  <inkml:trace contextRef="#ctx0" brushRef="#br0" timeOffset="16469.0308">5738 6136 0,'0'-41'15,"40"41"1,0 0-16,0 0 16,161 0-1,-81 0 1,-39 0-16,159-40 15,-199 40-15,79-40 32,-80 0-32</inkml:trace>
  <inkml:trace contextRef="#ctx0" brushRef="#br0" timeOffset="16678.9938">6260 6095 0,'-40'81'15,"80"-162"-15,-161 202 16,121-81-16,-40 0 31,40 40-31,-40 0 16,40 121 0,-40-121-1,40-40-15</inkml:trace>
  <inkml:trace contextRef="#ctx0" brushRef="#br0" timeOffset="17398.9864">7423 6296 0,'0'40'0,"0"0"31,41-40-31,-41 40 0,0 0 16,0 0 0,0 1-16,0-1 0,-41-40 15,1 40-15,0-40 0,0 0 16,40-40 0,0 0-16,0-1 0,40 1 0,0 0 15,41 0-15,-41 0 16,0 0-16,40 0 0,-40 0 0,40 0 0,-39 0 15,39 40-15,-40-41 0,40 1 16,-80 0-16,80 40 0,-39-40 0,-1 0 0,-40 0 16,40 40-16,-40-40 15,0 0-15,0 0 0,0-1 16,-40 41-16,0 0 0,-1 0 16,41 41-1,0-1-15,-40 0 0,40 0 0,0 40 16,0-40-16,0 40 15,0-39-15,0 39 0,0-40 0,0 40 0,0 0 16,0 0-16,0 1 0,0-41 16,0 40-16,0 0 0,0 41 0,0-41 0,0 0 15,40 0-15,-40 0 0,0-40 0,0 41 0,0-41 16,0 0-16,0 0 16,0 0-16,0 0 0,-40-40 0,0 0 15,-40 0 1,40 0-16,0-40 0,0 40 0,40-40 15,-41 40-15,1-40 16,40 0-16,-40 0 0,40 0 0,0-1 0,-40 1 16,40 0-16,0 0 0,0 0 15,0 0-15,0 0 0,40 40 0,-40-40 0,80 0 16,-39 40-16,-1-40 0,0 40 0,0-41 0,0 1 16,40 40-16,1-40 15,-1 0-15</inkml:trace>
  <inkml:trace contextRef="#ctx0" brushRef="#br0" timeOffset="18718.8894">9751 6055 0,'0'-40'16,"0"0"15,40 40-31,40 0 15,-40 0 1,-40 40-16,40-40 0,-40 40 0,40 41 16,-40-41-16,0 0 15,0 0-15,0 0 0,0 0 0,-40-40 0,40 40 16,-40 0-16,0 0 0,40 0 0,-40-40 16,40 41-16,-40-41 15,0 0-15,0 0 16,40-41-1,0 1-15,80 0 0,-40 0 16,0 0-16,0 0 16,0 40-16,41-40 0,-41 0 0,0 40 0,0-40 15,0 40-15,0 0 0,0-40 0,0 40 0,1-41 16,-1 41-16,0-40 0,0 40 16,0-40-16,0 0 0,0 40 0,-40-40 15,40 0-15,-40 0 16,0 0-1,-40 40 1,0 0-16,0 0 16,40 80-16,-40-80 15,0 40-15,40 0 0,-40-40 0,0 40 0,40 0 16,-41 0-16,41 1 0,-40-1 0,40 0 0,0 0 16,-40 40-16,40-40 0,0 0 15,0 0-15,0 0 0,0 1 0,0-1 16,40-40-16,-40 40 15,40-40-15,-40 40 0,41-40 0,-1 0 0,0 0 16,0 0-16,0 0 16,0 0-16,0-40 0,0 40 0,1-40 0</inkml:trace>
  <inkml:trace contextRef="#ctx0" brushRef="#br0" timeOffset="19298.8701">11436 5815 0,'0'-40'32,"0"-1"-17,-40 41 32,40 41-31,-40-41-16,40 40 15,-40-40-15,0 40 0,-1 0 0,41 0 0,-40 0 16,0 0-16,40 0 0,-40 41 16,0-41-16,40 0 0,-40 0 0,40 0 0,-40 40 15,40-40-15,0 0 0,0 0 0,0 1 0,40-1 16,-40 0 0,40-40-16,-40 40 0,80-40 0,-40 0 0,0 0 15,1 0 1,-1 0-16,-40-40 0</inkml:trace>
  <inkml:trace contextRef="#ctx0" brushRef="#br0" timeOffset="19708.8505">11757 6136 0,'-40'0'16,"80"0"-16,-40 0 31,0 40-15,40-40-16,40 80 15,-80-40-15,0 40 16,0-40 0,-80-40-16,80-40 31,80-40-16,-80 40-15,81-40 16,-1 40-16,-40-1 31,0 41-31,0 81 16,-40 39 15,0-40-31,-40 40 31,40-79-31</inkml:trace>
  <inkml:trace contextRef="#ctx0" brushRef="#br0" timeOffset="19978.8023">12479 5855 0,'40'0'16,"1"0"-1,-1 40-15,0 0 16,0 0-16,0 40 16,-40-40-16,0 121 15,-40 120 16,-121-81-15,41-160 0,80 0-16,0-40 0</inkml:trace>
  <inkml:trace contextRef="#ctx0" brushRef="#br0" timeOffset="21248.7204">15689 6617 0,'0'0'0,"-40"0"16,40-40 0,0 80 93,0 0-93,0 0-16,40-40 0,-40 40 15,41 0-15,-1 0 0,0 0 0,0 1 0,0-1 16,0 0-16,0 0 15,0 40-15,1-40 0,-1 0 0,40 0 0,-40 0 16,0 1-16,0-1 0,-40 0 16,40-40-16,1 40 0,-41 0 0,40 0 15,-40 0-15,40-40 0</inkml:trace>
  <inkml:trace contextRef="#ctx0" brushRef="#br0" timeOffset="21618.7308">16251 6657 0,'-40'-40'31,"80"80"-31,-80-120 0,40 40 0,0 80 63,-40 0-63,40 0 16,0 0-16,-40 0 0,40 0 15,-40 0-15,0 0 16,-1 1-16,41-1 0,-40 0 0,0 40 0,0-40 15,0 40-15,0-40 0,0 0 16,0 41-16,-1-41 0,1 0 0,0 0 0,0 0 16,40 0-16,-40-40 0,0 40 0,0-40 15,40 40 1,-40-40-16</inkml:trace>
  <inkml:trace contextRef="#ctx0" brushRef="#br0" timeOffset="22198.6681">17094 6577 0,'-40'0'15,"0"0"-15,-1 0 16,1 0 0,0 0-1,0 0 1,-40 80-1,80-40-15,-40 120 16,40-119-16,0-1 0,-40 40 16,-1 201-1,41-161 1,0-80-16,81 120 16,-81-119-16,80-1 15,-80 0-15,160-40 31,-79 0-31</inkml:trace>
  <inkml:trace contextRef="#ctx0" brushRef="#br0" timeOffset="22478.6465">17615 6817 0,'0'0'0,"-40"0"16,40 40 15,-40-40-31,40 41 0,0 39 16,0 0-1,0-40-15,0 0 0,-40 0 0,40 40 0,0-39 16,-40-1-16,40 0 0,0 0 15,0 0-15,-40 0 0,40 0 0,0 0 0,0 0 16,0 1 0,-40-41-16</inkml:trace>
  <inkml:trace contextRef="#ctx0" brushRef="#br0" timeOffset="23108.6283">18217 6737 0,'0'0'0,"0"-40"31,0 80 1,0 0-17,-40-40-15,0 40 16,40 0 0,-40-40-16,0 0 0,40 41 0,-40-41 0,0 40 15,-1-40-15,41 40 0,-40 0 16,0-40-16,0 40 0,0-40 0,40 40 0,-40 0 15,0-40-15,0 40 16,-1-40-16,1 0 0,0 40 0,0-40 16,40-40 15,40 40-15,-40-40-1,40 40 16,0 0 32,-40 40-63,41 0 16,-1 0-16,-40 1 15,40-1-15,0 0 16,-40 0-16,40-40 0,0 40 0,-40 0 15,40-40-15,0 40 0,1 0 16,-1 0-16,0-40 0,0 41 16,0-41-16,0 0 0,0 0 15</inkml:trace>
  <inkml:trace contextRef="#ctx0" brushRef="#br0" timeOffset="23648.5888">18619 6496 0,'-40'0'0,"80"41"63,0-1-63,-40 0 15,40 0-15,-40 0 0,40 0 16,-40 0-16,40 0 0,-40 41 0,40-41 0,-40 40 16,0-40-16,0 40 0,0 0 0,0 1 0,-80-1 15,80-40-15,-80 40 16,80-40-16,-40 40 0,-41-39 0,41-1 0,0 0 16,0 0-16,0 0 15</inkml:trace>
  <inkml:trace contextRef="#ctx0" brushRef="#br0" timeOffset="24398.531">17575 6737 0,'40'0'125,"-40"80"-109,0-40-16,0 1 16,41-1-16,-41 0 15</inkml:trace>
  <inkml:trace contextRef="#ctx0" brushRef="#br0" timeOffset="26078.5059">15288 7980 0,'0'0'0,"-40"0"0,40 40 16</inkml:trace>
  <inkml:trace contextRef="#ctx0" brushRef="#br0" timeOffset="26828.4593">10112 6777 0,'0'0'0,"-40"0"31</inkml:trace>
  <inkml:trace contextRef="#ctx0" brushRef="#br0" timeOffset="29928.2169">19542 6938 0,'-41'40'0,"41"0"78,41-40-62,-1 0-16,0 0 16,0 0-16,0 0 0,40 0 0,-40 0 15,41 0-15,-41 0 0,40 0 16,-40 0-16,40 0 0,-39 0 0,39 0 0,-40-40 16,0 40-16,0 0 15,0 0-15,0 0 0,1 0 16</inkml:trace>
  <inkml:trace contextRef="#ctx0" brushRef="#br0" timeOffset="30478.1789">19542 7619 0,'0'41'0,"40"-1"140,0-40-140,0 0 0,0 40 16,0-40-16,0 0 0,0 0 15,41 0-15,-41 0 0,40 0 0,-40 0 0,40 0 16,-39 0-16,39 0 16,-40 0-16,0 0 0,0 0 0,0 0 0,0 0 15</inkml:trace>
  <inkml:trace contextRef="#ctx0" brushRef="#br0" timeOffset="32428.0515">23113 5855 0,'0'0'0,"40"0"0,0 0 0,0 0 15,0 0 1,0-40-16,-80 40 62,0 0-30,40 40-32,-40-40 0,0 0 0,40 40 15,-40-40-15,0 40 0,0-40 0,-41 0 16,41 40-16,0-40 0,-40 40 16,0-40-16,-1 0 0,1 0 0,0 40 0,0-40 15,-1 0-15,1 0 16,0 0-16,0 0 0,-1 40 0,1-40 0,0 0 15,-1 0-15,1 0 0,0 0 16,40 41-16,0-41 0,-41 0 0,41 0 0,0 0 16,40 40-16,0 0 31,40 0 0,0-40-31,-40 40 0,0 0 16,41-40-1,-1 0-15,0 40 0,0-40 0,0 40 16,40-40-16,-40 0 0,1 0 0,-1 40 0,40-40 16,-40 0-16,40 0 0,-39 0 15,39 40-15,-40-40 0,40 0 0,-40 0 16,0 0-16,41 41 0,-41-41 16,0 0-16,-40 40 0,40-40 0,0 0 15,-80 0 32,40 40-47,0 0 0,-80-40 0,40 40 16,0 0-16,-1 0 0,1-40 0,-40 40 15,40 0-15,-40 1 0,40-1 16,-41 40-16,1-40 0,0 0 0,40 0 0,-41 0 16,1 0-16,40 0 15,-40 1-15,40-1 0,-1 0 0,1 0 0,0 0 16,0-40-16,0 40 0,40 0 15,-40-40-15,40 40 0,-40 0 0,0 1 16,40-1 0,-41-40-16,41 40 0,41-40 62,-1 0-46,40 0-16,-40 0 15,0 0-15,0 0 0,0 0 16,1 0-16,-1 40 0,40-40 0,-40 0 16,0 0-16,40 0 0,1 0 0,-1 0 0,0 0 15,1 0-15,39 0 16,-40 0-16,0 0 0,41 0 0,-41 0 0,40 0 16,-39 0-16,-1 0 0,0 0 15,41 0-15,-81 0 0,40 0 0,0 0 0,-40 0 16,0 40-16,41-40 15,-41 0-15,0 0 0,0 0 0,0 0 0,0 0 16,0 0-16,1 0 16,-41 40-16,-41-40 187</inkml:trace>
  <inkml:trace contextRef="#ctx0" brushRef="#br0" timeOffset="35427.8692">20986 8502 0,'-40'0'31,"80"0"78,-40 40-109,40-40 0,-40 40 0,40-40 16,-40 40 0,0 0-16,40 0 0,-40 0 15,0 0 1,0 1-16,0-1 15,0 0 1,-40-40 15,80 0 1,-40-40-17,0 0 1,0 80 46,0-80 95,0-1 46,0 1-172,0 0-31,41 40 31,-1-40-31,-40 0 0,40 40 16,-40-40-16,40 40 15,-40-40-15,40 40 0,0 0 16,0 0 0,0 0-1,1 0 1,-1 0 0,0 0 15,-40 40-31,0 0 15,0 0 1,0 0-16,0 0 0,0 0 16,0 1-16,0-1 0,0 0 0,0 0 15,-40-40-15,40 40 16,0 0-16,40-40 31,0 0-15,40 0-1,-40 0-15</inkml:trace>
  <inkml:trace contextRef="#ctx0" brushRef="#br0" timeOffset="35677.8583">22029 8823 0,'-40'-41'0,"80"82"0,-80-122 16,121 81-16,-41 0 15,0 0 1,120-40 0,-39 40-1,-41 0 1</inkml:trace>
  <inkml:trace contextRef="#ctx0" brushRef="#br0" timeOffset="35887.8417">22230 9023 0,'-40'0'16,"80"0"-16,-120 40 0,160-40 31,-40 0-15,0 0-16,0 0 0,1 0 0,-1 0 15,0 0-15,-40-40 16,40 40-16,0 0 0,0 0 0,0 0 16,0 0-16</inkml:trace>
  <inkml:trace contextRef="#ctx0" brushRef="#br0" timeOffset="36277.8226">23634 8863 0,'-40'0'0,"40"-40"0,-40 40 0,-40-41 31,-40 1-16,79 40 1,-79 40 0,80 41-1,40-41 1,40 80 0,80-80-1,81-40 16,-40-120-15,-161 40-16,0 40 16,-81-41-1,41 81-15,-120 0 32,120 0-32,-1 0 0</inkml:trace>
  <inkml:trace contextRef="#ctx0" brushRef="#br0" timeOffset="37127.7852">21668 5093 0,'0'0'0,"0"-40"0,-40 40 15,0 0 17,40 40-1,0 0-31,0 0 0,0 0 0,0 0 15,0 0-15,0 0 16,0 1-16,0-1 0,-40 0 0,40 40 0,0-40 16,0 0-16,-40 0 0,40 0 0,0 0 15,0 1-15,-40-1 16</inkml:trace>
  <inkml:trace contextRef="#ctx0" brushRef="#br0" timeOffset="37387.7515">21588 5213 0,'40'0'47,"0"0"-47,0 0 15,0 40-15,-40 0 16,41 41-16,-41-41 0,40 0 16,-40 0-16,40-40 0,-40 40 0,40-40 0,-40 40 15,40-40-15,0 0 16,-40 40-16,40-40 0,1 0 16</inkml:trace>
  <inkml:trace contextRef="#ctx0" brushRef="#br0" timeOffset="37657.8095">22190 5133 0,'0'0'15,"-40"-40"-15,40 0 16,0 80 46,0 0-46,0 0-16,0 0 16,0 0-16,0 0 0,0 0 15,0 1-15,0-1 0,0 0 16,-40 0-16,40 0 0,0 0 16,0 0-1</inkml:trace>
  <inkml:trace contextRef="#ctx0" brushRef="#br0" timeOffset="38037.7881">22391 5374 0,'0'0'16,"-41"0"-1,82 0 17,-1 0-17,80 0 1,121 0 0,-161-41-1</inkml:trace>
  <inkml:trace contextRef="#ctx0" brushRef="#br0" timeOffset="38357.7118">23233 4972 0,'0'0'16,"0"-40"0,-40 40 31,40 81-16,0-41-31,0 0 0,-40-40 15,40 40-15,0 0 0,0 0 16,0 0-16,-40 0 0,40 0 0,0 1 16,0-1-16,-40 0 0,40 0 0,0 0 0,0 0 15</inkml:trace>
  <inkml:trace contextRef="#ctx0" brushRef="#br0" timeOffset="39567.6206">23875 6537 0,'0'-41'31,"40"41"-15,0 0-16,1 0 15,-1 0-15,0 0 16,0 0-16,0 0 16,-40 41-16,40-41 15,-40 40-15,0 0 16,0 0-16,0 0 0,-40 0 15,0 0-15,0 0 16,0-40-16,0 40 0,-1 1 16,1-41-1,40 40-15,0-80 32,0-1-32,40 41 0,-40-40 0,41 0 15,39 0 1,-80 0-16,40 40 0,0-40 0,0 0 0,0 40 15,0-40-15,1 40 0,-41-40 16,40 40-16,0-41 0,0 41 16,-40-40-16,40 40 0,-40-40 15,40 40 1,-40-40 0,-40 80 30,40 0-30,-40-40-16,40 40 0,-40-40 0,40 41 16,-40-41-16,40 40 0,-40 0 15,-1 0-15,41 0 0,0 0 16,0 0 0,0 0-16,0 0 0,0 1 15,81-41-15,-41 0 16,0 40-16,0-40 0,0 0 0,0 0 15,0 0-15,1 0 16,-1 0-16</inkml:trace>
  <inkml:trace contextRef="#ctx0" brushRef="#br0" timeOffset="39997.6069">25440 6296 0,'-40'0'16,"80"0"-16,-120 0 16,40 0-16,0 0 15,-1 80 1,-39 121 15,40-1-15,80-39-1,40-41 1,41-120 15,-81 0-31</inkml:trace>
  <inkml:trace contextRef="#ctx0" brushRef="#br0" timeOffset="40397.5743">25761 6577 0,'0'0'0,"-80"0"0,80 40 47,40-40-47,-40 40 0,0 0 16,0 0-1,0 0-15,0 0 0,0 0 16,-40-40-1,40 41-15,0-82 16,0 1 0,40 0-1,0 0-15,0 0 0,0 0 16,1 0-16,-1 40 16,0-40-16,0 40 0,0 0 15,0 0 1,0 40-1,-40 0-15,0 0 16,0 0-16,0 0 0,0 0 16,0 0-16,-40 1 0,40-1 15,-40 0-15,0 0 16,40 0-16,-40-40 16</inkml:trace>
  <inkml:trace contextRef="#ctx0" brushRef="#br0" timeOffset="40657.5925">26804 6456 0,'0'40'46,"0"1"-30,41-1-16,-41 0 0,0 0 0,0 0 16,0 0-16,0 0 0,0 0 0,-41 0 15,41 1-15,-80-1 0,40 0 16,0 0-16,40 0 0,-40 0 0,0 0 0,0-40 16,-1 0-16,1 40 15,0-40-15</inkml:trace>
  <inkml:trace contextRef="#ctx0" brushRef="#br0" timeOffset="41217.5958">27446 6817 0,'0'-40'15,"0"80"-15,-40-80 0,80 40 32,41 0-17,-1 40 1,40-40 0,-39-80 15,-81 0-16,-81 0 1,-39 40 0,0 120 15,39 80-15,81 41-1,81-41 16,119-80-15,41-120-16</inkml:trace>
  <inkml:trace contextRef="#ctx0" brushRef="#br0" timeOffset="41497.5166">28329 6336 0,'-40'0'16,"80"0"-16,-120 40 15,120-40 1,40-40-16,121 0 31,-121 0-31</inkml:trace>
  <inkml:trace contextRef="#ctx0" brushRef="#br0" timeOffset="41937.552">28971 6216 0,'0'0'16,"0"-40"-1,40-41 16,-40-39-15,0 40 0,0 40-1,0 80 17,0 0-17,0 0-15,0 0 16,0 0-16,0 81 15,0-81 1,0 160 0,0-39-1,-80-1 1,-40-120 15,80-40-31,-1 0 16,41-40-16</inkml:trace>
  <inkml:trace contextRef="#ctx0" brushRef="#br0" timeOffset="42107.491">29052 5614 0,'-41'-40'16,"82"80"-16,-82-120 16,82 80-1</inkml:trace>
  <inkml:trace contextRef="#ctx0" brushRef="#br0" timeOffset="42657.4534">29613 5775 0,'81'0'47,"-41"0"-16,0 40-31,-40 0 0,0 40 16,40-40-16,-40 0 0,0 0 16,0 0-16,-80 1 0,80-1 15,-40-40-15,-1 40 0,41 0 0,-40-40 0,0 0 16,0 40-16,0-40 16,0 0-16,0 0 15,40-40 1,0 0-16,40 40 0,0 0 15,-40-40-15,40 40 0,0 0 16,0 0 0,0 0-16,1 40 15,-1-40-15,-40 80 0,40-40 16,-40 0-16,40 0 0,-40 0 16,40-40-1,0 0-15</inkml:trace>
  <inkml:trace contextRef="#ctx0" brushRef="#br0" timeOffset="43097.4269">30376 5855 0,'0'0'15,"-40"0"-15,-41 40 16,41-40-16,0 80 15,40 40 17,0 1-17,0-81 1,0-80 15,0 0-31,0 0 16,0-121-1,120 1 1,-39 39 15,-41 81-15,-40 80 0,40 41-16,-40 39 31,40 121-16,0-81 1,-40-80 0</inkml:trace>
  <inkml:trace contextRef="#ctx0" brushRef="#br0" timeOffset="43317.469">30095 5815 0,'-40'-40'15,"80"80"-15,40-121 32,-40 41-32,0 40 0,161 0 15,40-40 1,40 40-1,-241 0-15</inkml:trace>
  <inkml:trace contextRef="#ctx0" brushRef="#br0" timeOffset="43667.4526">29533 7058 0,'-40'0'15,"80"0"-15,-40 0 16,80-40-1,1 40 1,39-40 0,0 40-16,121-80 31,40 39-15,-121 1-1,-119 40-15</inkml:trace>
  <inkml:trace contextRef="#ctx0" brushRef="#br0" timeOffset="43947.3698">29934 7098 0,'0'0'0,"-40"40"15,40 0 1,0 81 0,0-1 15,-40 0-15,-40 1-1,80-81 16,0 0-31</inkml:trace>
  <inkml:trace contextRef="#ctx0" brushRef="#br0" timeOffset="44177.3471">29934 7258 0,'0'0'0,"-40"0"15,40 41 17,40-41-32,-40 40 0,0 0 15,40 0-15,1-40 16,-41 40-16,40-40 0,-40 40 0,40-40 0,0 0 16,-40 40-16,40-40 15,-40 40-15,40-40 0,0 0 16</inkml:trace>
  <inkml:trace contextRef="#ctx0" brushRef="#br0" timeOffset="44407.4103">30336 7258 0,'-41'0'15,"1"0"-15,0 0 16,40 41 31,0 39-47,0-40 0,0 0 15,0 0 1,0 0-16,0 0 0,0 0 16,0 1-1</inkml:trace>
  <inkml:trace contextRef="#ctx0" brushRef="#br0" timeOffset="44937.3725">30978 6376 0,'0'0'16,"-41"0"-16,41-40 31,-40 80 16,40 0-47,0 0 15,0 0 1,0 1-16,0-1 0,0 0 0,0 0 0,0 0 16,0 0-16,0 0 0,0 40 15,0-39-15,0-1 0,0 0 0,40 0 0,-40 0 16,0 0-1,41 0-15</inkml:trace>
  <inkml:trace contextRef="#ctx0" brushRef="#br0" timeOffset="45437.2693">31539 6456 0,'0'0'0,"-40"0"0,0 40 47,40 1-31,-40-41-16,-40 0 0,80 40 0,-40-40 16,-1 0-16,1 40 15,0-40-15,0 40 0,0-40 0,0 40 16,0 0-16,0-40 15,40 40-15,-41-40 16,82 0 15,-1 0-15,0 0 0,0 0-1,0 0 48,-40 40-63,40-40 0,0 0 15,-40 40 1,40-40-16,-40 41 0,41-41 0,-1 40 16,0 0-1,0-40-15,-40 40 0,40-40 0,0 40 16,0-40-1,-40 40-15,40-40 0</inkml:trace>
  <inkml:trace contextRef="#ctx0" brushRef="#br0" timeOffset="46147.2614">31941 6537 0,'-41'0'15,"82"0"-15,-122 0 16,81-41 0,-40 82-1,40-1 1,0 40-1,-40-40-15,40 0 16,0 0-16,0-80 63,0 0-63,40 40 15,-40-40-15,40 0 16,-40 0-16,81 40 0,-81-40 0,40 40 15,0-41-15,0 41 0,0 0 16,0 0 0,0 41-16,0-1 31,-40 0-31,41-40 0,-41 40 0,0 0 16,0 0-16,0 0 15,0 0 1,0 0-1,0 1-15,40-41 47,40 0-47,-40-41 16,0 41-16,0 0 16,0 0-16,-40-40 0,41 40 15,-41-40 95</inkml:trace>
  <inkml:trace contextRef="#ctx0" brushRef="#br0" timeOffset="47277.1836">31700 6296 0,'0'0'0,"0"40"141,80-40-141,-40 0 31,-40 40-31,40-40 31,-40 40-31,40-40 47,-40 40-47,0 0 31,0 1-31,0-1 31,-40-40-31,40 40 0,-40-40 16,40 40-16,0 0 31,0 0 16,0 0-16,-40-40 157,80 0-172,-40-40-1</inkml:trace>
  <inkml:trace contextRef="#ctx0" brushRef="#br0" timeOffset="53136.8816">2568 10146 0,'-40'0'47,"40"40"-15,0 0-17,0 0 1,0 0-16,0 1 0,0-1 15,0 40-15,0-40 0,0 40 0,0-40 0,0 41 16,0-41-16,0 40 16,0-40-16,0 40 0,0-40 0,0 0 0,0 0 15,0 41-15,0-41 16,0 0-16,40-40 16</inkml:trace>
  <inkml:trace contextRef="#ctx0" brushRef="#br0" timeOffset="53416.8012">2287 10387 0,'0'0'0,"0"-40"15,-40-1 1,40 1 0,120-40-1,161 0 1,-200 80 0,-1-40-16,40 40 15,-80 0-15,0 0 0</inkml:trace>
  <inkml:trace contextRef="#ctx0" brushRef="#br0" timeOffset="53646.8124">2367 11109 0,'-80'40'15,"160"-80"-15,-160 120 0,120-80 32,0 0-17,1 0-15,-1 0 16,0 0-16,0 0 0,0 0 0,0 0 16,0 0-16,0 0 15,1-40-15,-1 40 0</inkml:trace>
  <inkml:trace contextRef="#ctx0" brushRef="#br0" timeOffset="53936.7922">3371 10467 0,'-41'-40'15,"82"80"-15,-82-40 63,41 40-48,0 0 1,0 0-16,0 0 0,0 41 0,0-41 0,0 40 16,0-40-16,0 40 0,-40 0 15,40 1-15,0-41 0,0 0 0,0 40 0,0-40 16,0 0-16,0 0 0,0 0 0</inkml:trace>
  <inkml:trace contextRef="#ctx0" brushRef="#br0" timeOffset="54646.7343">3130 10467 0,'40'0'47,"0"0"-47,0-40 15,0 40 1,0 0-16,1 0 0,-1 0 16,0 0-16,0 0 15,0 40-15,0-40 0,0 0 0,1 40 16,-41 0-16,40-40 16,-40 40-16,0 0 0,0 0 0,0 1 15,0-1-15,0 0 16,0 0-16,0 0 0,0 0 0,0 0 0,0 0 15,-40 40-15,40-39 0,0-1 0,0 0 0,-41 0 16,1 0-16,0 0 16,40 0-16,-40-40 0,40 40 0,-40 0 15,0-40-15,0 41 16,-1-41-16,1 0 0,0 0 0,0 0 0,0 0 16,0 0-1,0 0-15</inkml:trace>
  <inkml:trace contextRef="#ctx0" brushRef="#br0" timeOffset="55006.7678">4253 10387 0,'0'0'15,"-40"0"1,40 40 15,0 0-31,0 40 16,0 81-1,40 39 1,-40 1 15,0-81-15,0-80 0</inkml:trace>
  <inkml:trace contextRef="#ctx0" brushRef="#br0" timeOffset="55246.6807">4253 10507 0,'0'-40'0,"0"80"0,0-120 16,-40 80-16,40-40 15,0 0 1,40 40-1,81-81 1,-81 81-16,80-40 31,-80 40-31,1 0 0,39 0 16,-40 0-16</inkml:trace>
  <inkml:trace contextRef="#ctx0" brushRef="#br0" timeOffset="55466.6693">4253 10748 0,'-80'40'16,"160"-80"-16,-200 80 16,160-40-1,-40-40-15,161 0 16,-121 40-16,120 0 31,-120-41-31,41 41 16</inkml:trace>
  <inkml:trace contextRef="#ctx0" brushRef="#br0" timeOffset="55876.6456">5216 10467 0,'0'0'16,"-40"0"-1,80 0 48,1 0-63,-1 0 15,0 0-15,40 0 0,-40-40 0,40 40 0,1 0 16,-41-40-16,40 40 0,0 0 16,-40 0-16,41 0 0,-41-40 0,0 40 0,0 0 15,0 0-15,0 0 16,0 0-16</inkml:trace>
  <inkml:trace contextRef="#ctx0" brushRef="#br0" timeOffset="56276.6209">5658 10467 0,'0'40'78,"0"40"-78,0-40 0,0 0 16,0 1-16,0-1 15,-40 40-15,40-40 0,0 40 0,0 0 0,-40-40 16,40 41-16,0-41 0,0 40 16,0-40-16,-41 0 0,41 0 0,0 0 0,-40 1 15</inkml:trace>
  <inkml:trace contextRef="#ctx0" brushRef="#br0" timeOffset="59406.4311">7142 10748 0,'0'40'16,"0"0"15,0 0-31,41-40 15,-41 40-15,0 0 0,0 0 16,-81 0-16,41 0 16,0 1-16,0-41 15,0 0 1,0 0-16,0 0 0,40-41 16,0 1-1,0 0-15,0 0 0,40 0 16,-40 0-16,40 0 0,-40 0 0,40 40 15,0 0-15,0-40 16,0 40-16,0 0 0,1 0 0,-1 0 0,0-40 16,0 40-16,0 0 0,0-41 15,0 41-15,1 0 0,-1-40 0,0 40 0,0-40 16,0 40-16,0-40 16,0 0-16,0 0 0,1 40 0,-41-40 15,0 0-15,0 0 16,0-1-16,0 1 15,-41 0-15,1 40 16,40-40-16,-40 40 16,40 40 15,-40-40-31,40 40 0,0 0 16,0 1-16,0-1 15,0 0-15,0 40 0,0-40 0,0 0 0,0 0 16,0 41-16,0-41 0,0 40 0,0-40 0,0 40 15,0 0-15,0-40 0,0 41 16,0-1-16,0 0 0,0-40 0,0 40 0,0 1 16,0-41-16,-40 40 15,40-40-15,-40 0 0,40 0 0,-40 0 0,40 0 16,-40 1-16,40-1 0,-41-40 16,41 40-16,-40-40 31,40-40-31,0-41 0,0 41 15,0 0-15,0 0 0,0 0 16,0 0-16,0 0 0,0 0 16,40 0-16,-40 0 0,41 40 0,-41-41 0,40 41 15,-40-40-15,40 40 16,0-40-16,0 40 0,0 0 16,0 0-16,0 0 0,-40-40 15,41 40-15,-1 0 0</inkml:trace>
  <inkml:trace contextRef="#ctx0" brushRef="#br0" timeOffset="60816.3459">8908 10467 0,'-40'0'0,"0"0"16,80 0 31,-40 40-32,40-40-15,-40 40 16,40-40-16,-40 40 0,40 0 0,0-40 0,1 40 16,-1 1-1,0-1-15,0 0 0,0 0 0,-40 0 0,40 40 16,0-40-16,0 0 0,1 0 16,-41 41-16,40-41 0,-40 0 0,40 0 0,-40 0 15,0 0-15,40 0 16,0 0-16,0 1 15</inkml:trace>
  <inkml:trace contextRef="#ctx0" brushRef="#br0" timeOffset="61106.3465">9630 10627 0,'0'-40'31,"0"80"-31,40-120 0,-80 80 31,0 40 1,40 0-32,-40-40 0,40 40 0,-40 1 15,0-1-15,40 0 0,-40 0 16,0 0-16,-1 0 0,1 40 0,0-40 0,40 0 15,-40 1-15,0-1 0,0 0 0,0 0 0,0 0 16,40 0-16,-41 0 16,1-40-16,40 40 0,-40 0 0,0-40 15</inkml:trace>
  <inkml:trace contextRef="#ctx0" brushRef="#br0" timeOffset="61586.3183">10473 10467 0,'0'-40'31,"-40"40"-31,0-40 0,0 40 16,-1-40-1,1 80 1,0 80 15,0 121-15,40-121 0,0-80-16,0 201 15,40-201-15,-40 0 0,80 40 16,-39-40-16,39 0 15,-40-40-15,80 40 16,-80-40-16</inkml:trace>
  <inkml:trace contextRef="#ctx0" brushRef="#br0" timeOffset="61836.3061">10995 10667 0,'0'-40'0,"0"80"0,-40-80 16,40 0-16,-41 40 15,41 40 17,41 161-17,-1 39 1,-40-159-1,0-41-15,0 120 16,0-120-16</inkml:trace>
  <inkml:trace contextRef="#ctx0" brushRef="#br0" timeOffset="62256.3328">11476 10587 0,'0'-40'16,"0"80"-16,-40-80 31,0 40-15,0 80 0,-121 41 15,-39-1-16,79-80 1,81-40 0,0 0-1,40-40 1,0 80 0,120 0-1,81 80 1,-121-39-1,-40-81-15,161 120 16,-161-80-16,0-40 0,41 40 31,-41 0-31,0-40 0</inkml:trace>
  <inkml:trace contextRef="#ctx0" brushRef="#br0" timeOffset="62486.2686">12158 10627 0,'-40'-40'16,"80"80"-16,-80 0 31,80 1-31,41 39 16,-81-40-16,0 0 0,0 40 0,40-40 0,-40 40 15,0-39-15,0 39 16,-40 0-16,40-40 0,-81 40 0,41 1 0,-40-41 16,40 40-16,0-40 0,-41 0 15,41 40-15,-40-40 0,40 0 0</inkml:trace>
  <inkml:trace contextRef="#ctx0" brushRef="#br0" timeOffset="63916.1686">13081 13715 0,'0'0'0,"-40"0"0,0 0 31,80 0 31,0 0-46,0-40-16,0 40 0,1 0 0,-1 0 16,0 0-16,0 0 0,-40 40 15,40-40-15,-40 81 0,40-41 0,-40 0 16,0 0-16,0 0 16,0 0-16,0 0 0,-40 0 0,40 0 0,-40 1 15,40-1-15,-80 0 0,40 0 0,-1 0 0,41 0 16,-80 0-16,40 0 15,0 0-15,0-40 0,40 41 0,-40-41 0,80-41 32,0 1-17,0 0-15,0 0 16,0 0-16,0 0 0,41 0 0,-41 0 0,0 0 16,0-41-16,40 41 15,-40 40-15,1-40 0,-1 0 0,0 0 0,0 0 16,0 40-16,0-40 0,0 40 0,-40-40 0,40 40 15,-40-40-15,41 40 0,-1 0 32,-80 0 15,-1 0-47,1 0 0,40 40 15,-40 0-15,0-40 0,0 40 0,0 0 0,0 0 16,0-40-16,40 40 15,-41 0-15,1 0 0,40 0 0,-40 1 0,40-1 16,-40 0-16,40 0 16,0 0-16,0 0 0,40-40 15,-40 40-15,40-40 16,0 40-16,1 0 0,-1-40 16,0 0-16,0 0 15,0 0-15,0 0 0,0 0 0,0 0 16</inkml:trace>
  <inkml:trace contextRef="#ctx0" brushRef="#br0" timeOffset="64346.1735">14526 13555 0,'-40'0'0,"40"-40"16,-81 0 15,41 80-31,0 80 31,0-80-31,-40 161 16,80-161-16,-40 0 0,40 0 16,0 40-16,0 81 15,0-81-15,80 40 31,0-120-31,40 40 16,-79-40-16,-1 0 0,0 0 0</inkml:trace>
  <inkml:trace contextRef="#ctx0" brushRef="#br0" timeOffset="64786.1144">14767 13956 0,'0'-40'15,"0"80"-15,0-120 16,0 120 15,0 0-31,40 0 16,-40 0-16,40 0 16,-40 0-16,0 1 0,0-1 15,0 0-15,0 0 31,0-120 1,0 40-32,40 40 0,-40-41 0,40 1 15,0 0-15,-40 0 0,40 40 16,0-40-16,-40 0 0,41 0 0,-1 40 0,0-40 16,0 40-1,0 0-15,0 40 16,0 0-16,-40 0 15,40 0-15,-40 0 16,0 0-16,0 0 0,41 1 0,-41-1 16,0 0-16,0 0 15,0 0-15,-81 0 0,81 0 0,0 0 16,0 0 0</inkml:trace>
  <inkml:trace contextRef="#ctx0" brushRef="#br0" timeOffset="65076.0905">15930 13635 0,'0'0'0,"-40"0"0,0-40 31,40 80-15,40 40-16,-40-39 15,40-1-15,-40 0 0,40 0 0,-40 40 0,0-40 16,0 40-16,0-40 16,0 1-16,0 39 0,0-40 0,-40 0 0,40 0 15,-40 0-15,0 0 0,40 0 0,-40 1 0,0-1 16,0-40-16,-1 0 0,41 40 15,-40-40-15,0 0 0,0 0 0</inkml:trace>
  <inkml:trace contextRef="#ctx0" brushRef="#br0" timeOffset="65406.1438">16773 14036 0,'0'0'0,"-40"0"15,0 0-15,-1 0 31,41-40-31,81 40 0,-41 0 0,160-40 32,121 0-17,-80 40 1,-201 0 0</inkml:trace>
  <inkml:trace contextRef="#ctx0" brushRef="#br0" timeOffset="65596.0585">17254 14437 0,'-160'40'32,"320"-80"-32,-320 121 0,200-81 15,0 0-15,241-41 31,-80-39-15,-121 80 0</inkml:trace>
  <inkml:trace contextRef="#ctx0" brushRef="#br0" timeOffset="66626.0014">19461 12432 0,'-40'0'32,"40"40"-17,0 0-15,0 0 16,-40 0-16,40 1 0,0 39 15,-40 0-15,40-40 0,0 40 0,-40 1 0,40 39 16,0-40-16,-40 0 16,40 0-16,0 1 0,0-1 0,-40 0 0,40-40 15,0 40-15,0-39 0,0 39 16,0-40-16</inkml:trace>
  <inkml:trace contextRef="#ctx0" brushRef="#br0" timeOffset="66985.9927">18579 14157 0,'-41'0'16,"82"0"-16,-82 40 0,-39-40 16,120 0 46,41 0-62,-41 0 16,0 0-16,40 0 0,-40 0 0,40 0 0,1 0 0,-1 0 15,0 0-15,41 0 16,-41 0-16,0 0 0,40 0 0,-39 0 0,-1 0 16,0-40-16,-40 40 0,0 0 15,41 0-15,-41 0 0,-40-41 0</inkml:trace>
  <inkml:trace contextRef="#ctx0" brushRef="#br0" timeOffset="67375.9559">18659 14798 0,'-40'40'16,"0"-40"-16,40 40 15,0 1 17,0-1-32,0 40 15,0 80 16,0-120-31,-41 121 16,41-121-16,-40 0 0,40 0 16,-40 80-1,0-120 1</inkml:trace>
  <inkml:trace contextRef="#ctx0" brushRef="#br0" timeOffset="67645.9721">18619 14919 0,'40'0'47,"-40"40"-47,40-40 16,-40 40-16,40 0 0,-40 0 15,40 0-15,0 0 0,-40 0 0,40-40 16,-40 40-16,41 1 0,-41-1 16,40-40-16,-40 40 0,40-40 0,0 40 15,0-40 1,0 40-16,0-40 16,0 0-1</inkml:trace>
  <inkml:trace contextRef="#ctx0" brushRef="#br0" timeOffset="67935.9187">19301 14919 0,'-40'-41'15,"80"82"-15,-120-82 0,80 82 78,0-1-78,0 0 16,0 0-16,-41 0 0,41 0 0,0 0 0,0 0 16,-40 0-16,40 1 15,0-1-15,0 0 0,0 0 0,0 0 0,0 0 16,-40 0-16</inkml:trace>
  <inkml:trace contextRef="#ctx0" brushRef="#br0" timeOffset="69325.8406">22431 12673 0,'-40'0'31,"-1"0"0,1 0-15,0 0 0,0 0-16,0-81 15,0 81-15,-40 0 0,39 0 0,1 0 0,-40 0 16,0 0-16,40 0 0,-41 0 15,1 0-15,0 0 0,0 41 0,-1-41 0,41 40 16,-40-40-16,40 40 16,-40-40-16,39 40 0,1-40 0,0 40 0,0 0 15,0-40-15,0 40 0,0-40 16,0 40-16,-1 0 16,1-40-1,40 41 1,-40-41 15,40 40 0,80 0-15,-80 0 0,81-40-16,-41 0 15,0 40-15,0-40 0,0 0 0,0 0 16,0 0-16,41 0 0,-41 0 15,0 0-15,0 0 0,40 0 0,-40 40 0,1-40 16,-1 0-16,0 0 16,0 40-16,0-40 0,0 0 0,0 0 0,-40 40 15,40-40 1,-40 40-16,0 0 16,0 1-1,-40-1-15,0 0 0,0 0 16,0-40-16,0 40 0,0-40 0,40 40 0,-81-40 15,41 40-15,0 0 16,0-40-16,0 40 0,0 1 0,-40-1 0,39-40 16,1 40-16,0 0 0,0 0 15,0 0-15,0-40 0,0 40 0,0 0 16,-1-40-16,41 40 0,-40 0 16,0-40-16,40 41 0,0-1 0,-40-40 0,40 40 15,-40-40-15,40 40 0,40-40 63,0 0-48,0 0 1,0 0-16,1 0 0,-1 0 0,0 0 16,0 0-16,0 0 0,40 0 15,-40 0-15,41 0 0,-1 0 0,-40 0 0,40 0 16,1 0-16,-1 0 0,0 0 0,0 0 0,1 0 15,-41 0-15,40 0 16,0 0-16,1 0 0,-41 0 0,40 0 0,-40-40 16,40 40-16,-40 0 0,1 0 15,-1 0-15,0 0 0,0 0 0,0 0 16,0 0-16,-40-40 31,-40 40 0,40-40-31,-40-1 0,40 1 16</inkml:trace>
  <inkml:trace contextRef="#ctx0" brushRef="#br0" timeOffset="70935.7731">20585 14798 0,'0'0'0,"0"40"16,0 0 31,0 1-47,0-1 15,0 0-15,0 0 16,0 0-16,0 0 0,0 0 0,0 0 16,0 0-1,0 1-15,-40-1 0,40 0 0,0 0 16,0 0-16</inkml:trace>
  <inkml:trace contextRef="#ctx0" brushRef="#br0" timeOffset="71395.7141">20986 14878 0,'0'-40'16,"0"80"-16,0-120 0,0 40 15,0 80 32,-40 0-31,40 0-16,-40-40 0,40 41 0,-40-41 16,0 40-16,-1 0 15,1-40-15,0 40 0,0-40 0,0 40 16,0-40-16,0 0 0,0 0 15,80 0 64,0 0-79,0 0 15,0 0-15,0 0 0,0 40 16,-40 0-1,40-40-15,-40 40 0,41 0 0,-41 1 16,40-41 0,-40 40-16,0 0 0,40-40 0,-40 40 15,40-40 1,0 0-16,0 0 0,0 0 16,0 0-1</inkml:trace>
  <inkml:trace contextRef="#ctx0" brushRef="#br0" timeOffset="71625.6992">21468 15039 0,'-41'0'16,"41"-40"-1,0 0-15,41 40 16,-1 0-1,40 0-15,-40 0 0,0 0 16,0 0-16,0 0 16,1 0-16,-1 0 0,0 0 31,0 0-31</inkml:trace>
  <inkml:trace contextRef="#ctx0" brushRef="#br0" timeOffset="71865.7598">21628 15239 0,'-40'0'16,"80"0"-16,-120 0 0,40 41 16,80-41-1,40 0-15,0 0 31,81 0-15,-1 0 0,-119 0-16</inkml:trace>
  <inkml:trace contextRef="#ctx0" brushRef="#br0" timeOffset="72245.6599">22671 14838 0,'-40'0'0,"80"0"0,-160 0 32,80 0-32,0 40 15,0-40-15,-41 81 16,81-41-16,-40 0 15,40 0-15,40 80 32,121-80-17,80-80 1,-161 0 0,-40-120-1,-40 120 1,-160-81-1,39 81 1,81 0 15</inkml:trace>
  <inkml:trace contextRef="#ctx0" brushRef="#br0" timeOffset="73015.6164">21307 11911 0,'-40'40'47,"0"0"-32,40 0 1,-40 0-16,40 0 0,0 0 16,-40 0-1,40 1-15,-41-41 0,41 40 0,0 0 16,0 0-16,0 0 16,41-40-16</inkml:trace>
  <inkml:trace contextRef="#ctx0" brushRef="#br0" timeOffset="73295.6004">21468 11951 0,'-41'0'15,"82"0"-15,-162 0 16,201 0 15,-39 40-31,-1-40 0,0 40 16,0 0-1,0 0-15,0-40 0,-40 40 16,40-40-16,-40 40 16,40-40-16,1 0 0,-41 41 15,40-41-15,0 0 0,0 0 16</inkml:trace>
  <inkml:trace contextRef="#ctx0" brushRef="#br0" timeOffset="73575.5804">22110 11710 0,'0'0'15,"-40"0"32,-1 40-47,1-40 31,40 40-31,-40 0 16,40 1 0,0-1-16,-40 0 0,40 0 15,0 0-15,-40 0 0,40 0 0,0 0 16,0 0-1,-40 1-15</inkml:trace>
  <inkml:trace contextRef="#ctx0" brushRef="#br0" timeOffset="73945.5921">22190 12071 0,'0'0'16,"-40"0"0,40-40 31,40 40-47,0 0 0,0 0 0,0 0 15,0 0-15,1 0 16,-1 0-16,0 0 0,-40-40 0,40 40 15,0 0-15,0-40 16</inkml:trace>
  <inkml:trace contextRef="#ctx0" brushRef="#br0" timeOffset="74375.5351">22992 11590 0,'0'40'16,"-40"-40"-16,0 0 31,40 40 94,0 0-110,-40 0-15,40 0 0,0 0 16,0 1-16,0-1 16,-40 0-16,40 0 0,0 0 0,-40 0 0,40 0 15,0 0-15,0 0 0,0 1 16,0-1-16,0 0 0</inkml:trace>
  <inkml:trace contextRef="#ctx0" brushRef="#br0" timeOffset="76735.3933">23474 12833 0,'-40'0'0,"40"40"31,0 0 32,0 0-63,40-40 0,-40 41 0,40-1 16,0 0-16,-40 0 0,40-40 0,0 40 15,-40 0-15,41 0 0,-1 0 16,0-40-16,-40 40 0,40 0 0,0 1 0,0-1 15,0 0-15,0 0 16,1 0-16,-1 0 0,-40 0 16,40-40-16,-40 40 0,0 0 15,0 1-15</inkml:trace>
  <inkml:trace contextRef="#ctx0" brushRef="#br0" timeOffset="77075.3742">24196 13074 0,'0'0'16,"-40"0"-1,40-40 1,0 0-16,-40 40 15,40-41 1,-40 41 15,40 41-31,-40-1 0,40 0 0,-40 0 16,40 0-16,-41 0 0,41 0 16,-40 0-16,0-40 0,40 40 0,-40 0 0,0 1 15,0-1-15,40 0 0,-40 0 0,0 0 0,-1 0 16,1 0-16,0 0 15,0-40-15,0 40 0,0 1 0,0-1 16,0-40-16</inkml:trace>
  <inkml:trace contextRef="#ctx0" brushRef="#br0" timeOffset="77615.4167">24758 12793 0,'-40'0'0,"80"0"0,-120-40 31,40 40-31,40-40 0,-41 40 16,1 80-1,-40 40 17,0 161-17,40-40 1,80-41-1,80-79 17,1-81-17,-41-40 1</inkml:trace>
  <inkml:trace contextRef="#ctx0" brushRef="#br0" timeOffset="77885.3225">24999 13074 0,'-40'-80'32,"40"120"-1,0 0-16,0 0-15,0 0 0,0 0 0,0 0 0,0 0 16,0 0-16,0 41 16,0-41-16,40 0 0,-40 0 0,0 0 0,0 0 15,0 0-15,0 0 0,0 0 16,0 1-16,40-41 0,-40 40 16</inkml:trace>
  <inkml:trace contextRef="#ctx0" brushRef="#br0" timeOffset="78305.371">25520 13074 0,'-40'0'0,"0"0"46,40 40-46,-40 0 16,0 0 0,0-40-16,40 40 0,-40-40 0,-1 0 0,41 40 15,-40-40-15,0 0 16,40 40-16,-40-40 0,0 0 0,0 40 16,0-40-1,120 0 32,-80 41-47,40-41 16,-40 40-16,40-40 0,0 0 15,0 40-15,-40 0 0,41-40 0,-1 40 16,0-40 0,0 40-16,0-40 0,-40 40 15,40-40-15,-40 40 16,40-40-1</inkml:trace>
  <inkml:trace contextRef="#ctx0" brushRef="#br0" timeOffset="78655.3593">25962 12713 0,'-40'-40'16,"80"80"-16,-120-80 16,160 80-1,-40 0-15,40 80 31,0 121-15,-80-1 0,-40-159-1,-120 79 1,39-80 0,1-40-16</inkml:trace>
  <inkml:trace contextRef="#ctx0" brushRef="#br0" timeOffset="80235.2367">27045 12994 0,'40'0'32,"0"0"-1,1 0-16,-1 0 1,0 0 0,0 0-16,0-41 15,0 1-15,0 0 16,0 0-16,-40 0 16,0 0-16,0 0 0,0 0 31,-40 40-31,0 0 15,0 0 1,0 0 0,0 0-1,40 40-15,-40-40 0,40 40 0,-40-40 16,-1 40-16,1 0 16,0 0-16,0 0 0,40 0 0,-40-40 15,40 41-15,0-1 0,-40-40 0,40 40 16,0 0-1,0 0-15,0 0 0,0 0 16,0 0-16,0 0 16,40-40-16,-40 40 0,40-40 15,0 41 1,0-41-16,0 0 0,1 40 16,-1-40-16,0 0 0,0 0 15,0 0 1,0 0-16,0 0 31,-40-40-15,0-1-1,0 1-15</inkml:trace>
  <inkml:trace contextRef="#ctx0" brushRef="#br0" timeOffset="82615.0382">27808 12111 0,'-41'0'0,"41"-40"0,41 40 78,-41-40-47,40 40-15,-40-40-16,0 0 16,40 40-16,-40-40 0,40 0 15,-40-1-15,0 1 16,40 40-16,-40-40 15,0 80 48,0 0-47,0 1-16,0-1 15,0 0 1,0 0-16,0 0 0,0 0 15,0 0 1,0 0-16,0 0 0,0 1 16,0-1-1,0 0-15,0 0 16,0 0 0,-40 0-1,40 0-15,-40-40 0,0 0 16,0 40-16,-1-40 15,1 0-15,0 0 16,0 0 0,40-40-1,0 0 1</inkml:trace>
  <inkml:trace contextRef="#ctx0" brushRef="#br0" timeOffset="83155.0422">27767 11510 0,'0'-40'109,"41"40"-93,-41-41-16,40 41 16,-40-40-16,0 80 15,0 1 1,0-1-1,0 0-15,0 0 16,0-80 31,40 40-31</inkml:trace>
  <inkml:trace contextRef="#ctx0" brushRef="#br0" timeOffset="84185.0169">28730 11389 0,'41'0'63,"-1"0"-63,0 0 15,0 0 1,0 0-16,-40 40 15,0 1-15,0-1 16,0 0-16,-40 0 0,40 0 0,-40 0 16,0 0-1,0 0-15,-1 0 0,1-40 32,0 0-32,40-40 15,0 0 1,0 0-1,40 40 1,-40 40 0,40-40-16,-40 40 0,41-40 0,-41 40 15,40-40-15,-40 40 16,0 1-16,40-1 0,-40 0 16,0 0-1,40-40-15</inkml:trace>
  <inkml:trace contextRef="#ctx0" brushRef="#br0" timeOffset="84664.9147">29292 11670 0,'0'0'0,"0"40"47,-40 0-31,40 0-16,0 41 15,0-41-15,-40-40 16,40 40-16,-40 0 16,40-80 15,0 0-31,0 0 15,0-1-15,0 1 16,0 0-16,0 0 0,40 0 0,-40 0 16,40 0-16,-40 0 15,40 0-15,-40 0 0,40-1 0,1 1 16,-41 0-16,0 0 0,40 40 16,-40 40 15,0 0-16,0 0-15,40-40 0,-40 41 0,0-1 16,0 0-16,0 0 0,0 0 16,0 0-16,40 0 0,-40 0 0,0 0 0,0 0 15,0 1 1,40-1-16,-40 0 0,0 0 16,40-40-16</inkml:trace>
  <inkml:trace contextRef="#ctx0" brushRef="#br0" timeOffset="84924.9014">29373 11470 0,'0'0'16,"-41"-41"-1,41 1-15,-40-40 32,40 40-32,40 40 15,1 0 1,79 0 0,121 40-1,-161-40 1</inkml:trace>
  <inkml:trace contextRef="#ctx0" brushRef="#br0" timeOffset="85334.8928">28650 12472 0,'0'0'16,"-40"0"-16,0 40 15,80-40 17,0 0-32,40 0 15,-39-40-15,-1 40 0,0 0 16,0 0-16,0 0 0,0 0 0,0 0 0,1 0 16,-1-40-16,0 40 15,0 0-15,0 0 0,0 0 0,0-40 0,41 40 16,-41 0-16,0 0 0,0 0 15,0 0-15,0 0 0,0 0 0,0 0 0,1 0 16,-1 0 0,0-40-16</inkml:trace>
  <inkml:trace contextRef="#ctx0" brushRef="#br0" timeOffset="85704.927">28971 12793 0,'-40'40'31,"80"-80"-31,-120 80 16,80 0-16,-40-40 16,40 40 15,0 0-31,0 1 0,0-1 16,0 0-16,0 0 0,-40 0 15,40 0-15,0 0 0,0 0 16,0 0-16,-40-40 0,40 40 15</inkml:trace>
  <inkml:trace contextRef="#ctx0" brushRef="#br0" timeOffset="86024.8344">28931 12753 0,'0'0'0,"0"-40"31,0 80 0,80 0-15,-80 0-16,41-40 15,-41 40-15,0 0 0,40 0 16,-40 1-16,40-1 0,0 0 16,0-40-1,0 0-15,0 0 16,0 0-16,1 0 16</inkml:trace>
  <inkml:trace contextRef="#ctx0" brushRef="#br0" timeOffset="86374.8314">29332 12873 0,'0'-40'0,"0"0"0,41 0 16,-41 0 15,0 80 47,0 0-47,0 0-31,0 0 16,0 0-1,0 0-15,0 1 16,-41-1 0,41 0-16,0 0 15</inkml:trace>
  <inkml:trace contextRef="#ctx0" brushRef="#br0" timeOffset="86914.7977">30255 11951 0,'0'-40'16,"-40"40"15,0 40 0,40 0-31,-40 0 16,40 0 0,0 0-16,-40 0 0,40 0 0,0 1 15,0-1-15,0 0 0,0 0 16,0 0-16,0 0 0,0 0 0,40 0 16,-40 0-16,0 0 0,40-40 0,-40 41 15</inkml:trace>
  <inkml:trace contextRef="#ctx0" brushRef="#br0" timeOffset="87474.7499">30657 12111 0,'-41'0'63,"1"0"-48,0 0 1,40 40-16,-40-40 0,0 0 0,0 40 16,0 1-16,0-41 0,-1 0 15,1 40-15,0-40 16,0 0-16,40 40 15,-40-40 1,80 0 62,0 0-15,0 0-63,0 0 15,1 0 1,-1 0 0,0 40-16,0-40 31,-40 40-31,40-40 0,-40 40 0,40 0 0,0-40 15,-40 40-15,40-40 16,1 40-16,-1-40 16</inkml:trace>
  <inkml:trace contextRef="#ctx0" brushRef="#br0" timeOffset="88274.7166">30978 12071 0,'0'-40'0,"0"80"93,0 0-93,0 0 0,0 0 16,0 1-16,0-1 16,-41-40-16,41 40 15,-40-40-15,40 40 16,0-80 31,40 0-47,-40 0 15,41-1-15,-41 1 16,40 40-16,0-40 0,0 0 0,0 0 16,0 40-16,0 0 15,0 0 1,-40 40-1,41-40 1,-41 40-16,0 0 16,40-40-1,-40 40-15,0 1 16,0-1-16,0 0 16,0 0-1,40-40 32,0 0-31,0 0-16,0 0 31,0 0-31,0 0 16,-40-40-1,41 40 1,-82 0 46,1 0-30,0-40-17</inkml:trace>
  <inkml:trace contextRef="#ctx0" brushRef="#br0" timeOffset="91814.5613">14767 9103 0,'0'40'16,"-41"-40"0,1 0 15,40 41 16,0-1-32,0 0-15,-40 0 0,40 0 0,0 0 16,-40 40-16,40-40 0,-40 41 0,40-1 0,-40-40 16,40 40-16,0-40 15,0 40-15,-40-39 0,40 39 0,0-40 0,0 0 16,0 0-16,0 0 0,0 0 15,0 0-15</inkml:trace>
  <inkml:trace contextRef="#ctx0" brushRef="#br0" timeOffset="92354.4866">15168 9424 0,'0'-40'15,"0"80"-15,0-120 16,-40 80 0,40 40-1,0 0-15,-81 40 16,41-40-16,-40 41 15,-80-1 17,119-40-32,1 0 0,-40 0 31,40-40-31,0 0 16,40-40 15,0 0-16,40 40 17,0 40-17,0-40 1,-40 40-16,40-40 0,0 0 0,-40 40 16,41-40-16,-1 40 15,0 1-15,-40-1 0,40-40 0,-40 40 16,40 0-16,0-40 0,-40 40 15,0 0-15,40-40 0,-40 40 0,40-40 0,-40 40 16,41-40 0,-1 0-16</inkml:trace>
  <inkml:trace contextRef="#ctx0" brushRef="#br0" timeOffset="92604.5134">15489 9785 0,'-40'0'0,"80"0"0,-80-40 16,80 40 0,40 0-1,-40-40-15,81 40 31,-81 0-31,0 0 0,0 0 16,0 0-16,0 0 16</inkml:trace>
  <inkml:trace contextRef="#ctx0" brushRef="#br0" timeOffset="92824.4294">15449 10146 0,'0'0'0,"0"40"31,80-80-15,-40 0-16,0 40 0,81 0 31,-81 0-31,0 0 0,40 0 16,-40-40-16,0 40 15,0 0-15,41 0 0</inkml:trace>
  <inkml:trace contextRef="#ctx0" brushRef="#br0" timeOffset="93314.4694">16652 9544 0,'-40'0'15,"40"41"-15,-40-41 16,-40 0 0,80 40 15,-40 0-16,40 0-15,0 0 16,-40-40-16,40 40 0,0 0 16,0 0-16,0 0 0,0 1 15,0-1 1,40 0-16,0-40 0,0 0 16,0 0-16,0 0 0,0 0 15,-40-40-15,41 40 0,-1-40 16,0-1-16,-40 1 15,0 0-15,40 40 16,-40-40-16,0 0 0,0 0 16,0 0-1,0 0-15,-40 40 0,40-40 16,-40 40-16,0-41 16,-1 41-1,1 0-15</inkml:trace>
  <inkml:trace contextRef="#ctx0" brushRef="#br0" timeOffset="93604.4519">17375 10146 0,'-40'0'15,"-1"0"-15,1 0 16,40 40 0,0 0-1,-40 0-15,40 0 16,-40 1-16,0 39 15,-80 0 17,39-80-32</inkml:trace>
  <inkml:trace contextRef="#ctx0" brushRef="#br0" timeOffset="93864.3631">17696 9665 0,'-40'0'16,"80"0"-16,-121 0 15,81 40 1,0 0-1,0 0-15,0 0 0,0 0 16,0 0-16,0 1 16,0-1-16,0 0 0,0 0 0,0 0 0,-40 0 15,40 0-15,0 0 0,-40-40 0,40 40 0</inkml:trace>
  <inkml:trace contextRef="#ctx0" brushRef="#br0" timeOffset="94084.3498">17896 10226 0,'0'40'16,"0"0"15,0 1-31,-40-41 0,40 40 16,-40 0-1,40 0-15,-40-40 0,0 40 0,0-40 16</inkml:trace>
  <inkml:trace contextRef="#ctx0" brushRef="#br0" timeOffset="94514.3996">18859 10106 0,'-40'0'15,"40"40"1,81-40 15,-41 0-15,0 0-16,0 0 16,0 0-16</inkml:trace>
  <inkml:trace contextRef="#ctx0" brushRef="#br0" timeOffset="94714.386">19742 10226 0,'0'0'16,"-40"0"-16,0 0 0,40-40 31,120 0-16,1 40 1,-81 0-16</inkml:trace>
  <inkml:trace contextRef="#ctx0" brushRef="#br0" timeOffset="94864.3779">20103 10146 0,'-40'0'16,"40"-40"31,80 40-47,-39 0 15</inkml:trace>
  <inkml:trace contextRef="#ctx0" brushRef="#br0" timeOffset="95124.2884">20946 9825 0,'0'0'0,"-40"40"31,40 0-31,0 1 16,0-1-16,0 0 15,0 0-15,0 0 0,0 0 0,0 0 16,0 0-16,0 0 16,0 0-16,0 1 15,0-1-15</inkml:trace>
  <inkml:trace contextRef="#ctx0" brushRef="#br0" timeOffset="95394.3464">21106 9865 0,'-40'-40'16,"80"80"-16,-120-80 0,80 0 16,0 120-1,40-80-15,-40 40 16,0 1-16,40-1 0,1 0 15,-41 0-15,40 0 0,-40 0 0,40-40 16,-40 40-16,40-40 16,-40 40-16,40-40 0,-40 40 0,40-40 0,0 0 15,0 0-15,1 0 16,-1 0-16,0-40 16,0 40-16</inkml:trace>
  <inkml:trace contextRef="#ctx0" brushRef="#br0" timeOffset="95664.2567">21789 9825 0,'-41'0'0,"82"0"0,-122 0 16,81 40 46,-40-40-62,40 40 16,0 1-16,-40-1 0,0 0 16,40 0-16,0 0 0,0 0 15,-40 0-15,40 0 0,0 0 0,0 0 16,-40-40 0,40 41-16,0-1 0,0 0 15</inkml:trace>
  <inkml:trace contextRef="#ctx0" brushRef="#br0" timeOffset="95954.3127">22270 10146 0,'0'0'0,"0"40"15,-40-40 1,120 0 0,41 0-1,79 0 1,-160 0-1,1 0-15,-1-40 0</inkml:trace>
  <inkml:trace contextRef="#ctx0" brushRef="#br0" timeOffset="96184.2255">23033 9785 0,'0'40'32,"0"0"-17,-41-40-15,41 40 0,0 1 16,0-1-16,0 0 16,-40 0-16,40 0 0,0 0 0,0 0 0,0 0 15,-40 0-15,0 0 0,40 1 16,0-1-16,-40 0 0,0 0 0,40 0 0,0 0 15,-40-40-15</inkml:trace>
  <inkml:trace contextRef="#ctx0" brushRef="#br0" timeOffset="98354.1686">13603 16844 0,'0'40'31,"0"-80"47,0 0-46,40 40-32,-40-41 15,40 41 1,-40-40-1,40 40 1,0-40-16,0 40 0,1 0 16,-1 0-1,0 0-15,-40 40 16,40-40-16,-40 40 0,0 1 0,0-1 0,0 0 16,0 0-16,0 0 0,0 0 15,0 0-15,0 0 0,0 0 0,0 0 0,0 1 16,0-1-1,-40-40-15,40 40 0,0 0 16,0-80 15,0 0-31,0-41 0,40 41 16,-40 0-16,0 0 16,0 0-16,40 40 0,0-40 0,-40 0 0,40 0 15,-40 0-15,40 0 0,1-1 16,-1 1-16,-40 0 0,40 40 15,0 0 1,-40 40 15,40-40-31,-40 81 16,40-81-16,-40 40 0,0 0 0,0 0 0,0 0 16,0 0-16,0 0 15,0 0-15,0 0 0,0 0 0,0 1 16,0-1-16,0 0 0,0 0 15,0 0-15,0 0 0,0 0 32,40-40-32</inkml:trace>
  <inkml:trace contextRef="#ctx0" brushRef="#br0" timeOffset="98604.1521">14967 16964 0,'-80'0'16,"160"0"-16,-160-40 0,200 40 31,121-80-15,-80 80-1,-121 0 17</inkml:trace>
  <inkml:trace contextRef="#ctx0" brushRef="#br0" timeOffset="98794.0854">15047 17245 0,'-40'0'0,"80"0"0,-40 0 31,41 0-15,-1 0-16,0 0 0,0 0 16,0 0-16,0 0 15,0 0-15,0 0 16</inkml:trace>
  <inkml:trace contextRef="#ctx0" brushRef="#br0" timeOffset="99824.0058">16492 16563 0,'0'0'0,"0"-40"0,40 40 16,-40-40-1,-40 0 17,0 40-32,0 0 15,0 0-15,-1 0 0,1 80 16,0-40-1,0-40-15,40 40 0,-40 0 0,40 0 16,0 0-16,-40 0 0,40 41 16,0-41-16,0 0 0,0 0 0,0 0 0,40-40 15,-40 40-15,40-40 0,-40 40 0,40-40 0,-40 40 16,40-40-16,0 0 16,1 0-16,-1 0 0,0 0 0,0 0 15,-40-40-15,40 40 0,0-40 16,0 40-16,-40-40 0,40 0 0,1 0 15,-41 0-15,0 0 16,0 0-16,0-1 0,0 1 0,0 0 16,0 0-16,-41 0 0,41 0 15,-40 0-15,40 0 16,-40 40-16,0 0 16,40-40-1,-40 40 1,40 40-1,0 0-15</inkml:trace>
  <inkml:trace contextRef="#ctx0" brushRef="#br0" timeOffset="100094.0074">17254 17124 0,'0'0'0,"-40"0"16,40 40 0,-40-40-1,40 41-15,0-1 16,-40 0-16,0 0 15,0 0-15,0 0 16,-1-40-16,1 40 0,0-40 16,0 0-16</inkml:trace>
  <inkml:trace contextRef="#ctx0" brushRef="#br0" timeOffset="100403.9743">17936 16523 0,'-40'-40'0,"80"80"0,-120-80 16,80 80-1,0 0 1,0 0-16,40 0 0,-40 0 16,0 0-16,0 0 0,0 1 0,0 39 0,0-40 15,0 0-15,0 0 0,0 0 0,0 0 16,0 0-16,0 0 0,0 1 16,0-1-16,0 0 0</inkml:trace>
  <inkml:trace contextRef="#ctx0" brushRef="#br0" timeOffset="100603.9631">18378 17164 0,'0'41'0,"0"-1"15,0 0 1,0 0-1,-40-40-15,40 40 0,0 0 16,40-40 15,0 0-31</inkml:trace>
  <inkml:trace contextRef="#ctx0" brushRef="#br0" timeOffset="100794.0211">19301 17124 0,'0'0'16,"-40"0"0,40-40-1,80 40-15,-40-40 0,0 40 0,0 0 16,0 0-16</inkml:trace>
  <inkml:trace contextRef="#ctx0" brushRef="#br0" timeOffset="100973.9567">20103 17044 0,'40'0'31,"1"0"-16,-1 0 1,0 0-16,0 0 0,0 0 0,0 0 16</inkml:trace>
  <inkml:trace contextRef="#ctx0" brushRef="#br0" timeOffset="101113.9567">20906 16964 0,'0'40'16,"40"-40"0,0 0-1,0 0-15,0 0 0,41-40 0</inkml:trace>
  <inkml:trace contextRef="#ctx0" brushRef="#br0" timeOffset="101283.9194">22551 17084 0,'0'0'0,"-40"0"0,0 0 15,0 0-15,0 0 0,40-40 16,80 40 0,-40-40-1,0 40-15,0-40 0</inkml:trace>
  <inkml:trace contextRef="#ctx0" brushRef="#br0" timeOffset="101753.9638">23193 16563 0,'-40'0'15,"40"-40"1,-40 40 0,40 120-1,0-80-15,-40 121 16,40-121-16,0 0 0,0 0 15,-40 120 1,40-79 0,0-41-16,0 80 15,0-80-15</inkml:trace>
  <inkml:trace contextRef="#ctx0" brushRef="#br0" timeOffset="101993.8933">23033 16804 0,'0'0'15,"0"-41"-15,0 1 0,80 80 32,-40 1-17,-40-1 1,80 0-16,-80 0 0,80 0 0,-39-40 0,-1 40 15,0 0-15,0 0 16,0 0-16,0-40 0,0 40 0,0-40 0,1 41 0,-1-41 16,0 0-1,0 0-15,0 0 0</inkml:trace>
  <inkml:trace contextRef="#ctx0" brushRef="#br0" timeOffset="102233.9347">23875 16683 0,'0'-40'16,"0"80"-16,-40-160 15,0 120-15,0 40 16,40 40 0,0 0-1,0 81 1,0 79-1,0-159 1,80-1 0,-40-80-16</inkml:trace>
  <inkml:trace contextRef="#ctx0" brushRef="#br0" timeOffset="102423.85">24317 17044 0,'0'0'0,"-41"0"0,41-40 15,41 0-15,39 40 16,-40 0-16,0 0 16,0-40-16,0 40 0,0 0 0,1 0 0,-1-40 15,0 40-15,0 0 0,0-40 16,0 40-16,-40-40 0</inkml:trace>
  <inkml:trace contextRef="#ctx0" brushRef="#br0" timeOffset="102633.91">25159 16402 0,'-40'0'0,"80"0"0,-120 0 31,80 41-31,0 39 16,0-40-16,-40 40 16,40 0-16,-80 201 15,-1-121-15,81-79 0,-40-41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6:48:47.8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2488 1122 0,'0'0'0,"0"-40"0,-40 40 0,0-40 16,-1 40-16,1 0 0,0 40 16,0-40-1,40 40-15,-40 41 0,0-41 0,0 0 0,0 40 16,40-40-16,-41 40 0,1 1 0,40-1 0,-40 0 15,40 0-15,-40 0 0,40 1 16,0-41-16,0 40 0,0-40 0,40 0 0,-40 0 16,80 0-16,-39-40 15,-1 40-15,0-40 0,0 0 0,40 0 0,-40 0 16,41 0-16,-41-40 0,40 40 16,-40-40-16,0 0 0,40 0 0,-39-40 0,-1 40 15,-40 0-15,40-41 0,0 41 0,-40-40 0,0 40 16,0-40-16,0 40 15,0-41-15,0 41 0,-40-40 0,40 40 0,-40-40 16,0 40-16,-1 0 0,1-1 16,0 1-16,0 0 0,0 40 0,0 0 0,0 0 15,0 0 1,40 40-16,-41-40 0,41 40 0,0 1 16,0-1-16,-40 0 15,40 0-15,0 0 0,0 40 0,0-40 0,0 0 16,40 41-16,-40-41 0,41 0 0,-41 40 0,40-40 15,-40 40-15,40-40 16,-40 41-16,0-41 0,0 40 0,0-40 0,0 0 16,0 40-16,0-39 0,-40-1 15,40 0-15,0 0 0,0 0 0,-40 0 0,40 0 16</inkml:trace>
  <inkml:trace contextRef="#ctx0" brushRef="#br0" timeOffset="330.053">1966 3007 0,'0'0'0,"40"-40"16,41 0-1,-41 0-15,281-120 16,-81 39-1,122-119 1,-202 119 15,-120 81-15,-40 80 31,-40-40-32,0 0 1</inkml:trace>
  <inkml:trace contextRef="#ctx0" brushRef="#br0" timeOffset="1319.9936">5417 2366 0,'0'0'0,"0"-40"0,-40-1 32,40 1-17,0 0 1,40 40 0,121-80-1,-81 40 1,120 40-1,-79 160 1,-121 1 15,-80 79-15,-121-79 0,121-81-1,160-160 1,0 0-1,161-161 17,0 0-17,-41 41 1,-160 200-16,-40-40 16,41 0-1,-82 40 1,-79 40-1,-40 120 1,39 41 15,81-1-15,40-120 0,161 41-1,-1-41 1,1-80-1</inkml:trace>
  <inkml:trace contextRef="#ctx0" brushRef="#br0" timeOffset="1579.9262">7544 1884 0,'-80'-40'31,"39"40"-31,-39 80 16,-40 81-1,80 80 17,80-41-17,0-160-15,80 80 31,1-120-31</inkml:trace>
  <inkml:trace contextRef="#ctx0" brushRef="#br0" timeOffset="1969.9547">7825 2285 0,'0'0'16,"0"-40"-16,40 40 31,0 0-31,80 121 31,-120-41-31,0 40 32,0-80-32,0-80 15,0 0 1,0-40-1,161-40 1,-41 79 0,1 41 15,-81 41-31,-40 39 31,0 0-31,-40 40 16,40-80 15</inkml:trace>
  <inkml:trace contextRef="#ctx0" brushRef="#br0" timeOffset="2169.9434">9189 2045 0,'0'40'31,"40"-40"-31,-40 40 16,40-40-16,-40 40 0,80 0 0,-80 0 15,0 0-15,41 1 0,-41-1 16,0 0-16,0 0 0,0 0 0,0 0 0,-41 0 16,41 0-16,-80-40 15,80 40-15,-40 0 0,40 1 0,-40-41 0,40 40 16,-40-40-16</inkml:trace>
  <inkml:trace contextRef="#ctx0" brushRef="#br0" timeOffset="2389.9294">9951 2245 0,'0'0'0,"-40"0"0,40-40 0,80 0 31,-39 40-31,-1-40 0,0 40 16,0 0-16,40 0 0,-40 0 16,0-40-16,1 40 0,-1 0 0,0 0 15,0 0-15,0 0 16,0 0-16,0 0 16,0 0-16</inkml:trace>
  <inkml:trace contextRef="#ctx0" brushRef="#br0" timeOffset="2589.9175">10072 2646 0,'-81'0'16,"162"0"-16,-202 0 0,161 0 16,121-40-1,120 0 16,-201 40-31,-40-40 0,121 40 32,-121 0-32</inkml:trace>
  <inkml:trace contextRef="#ctx0" brushRef="#br0" timeOffset="3489.8635">12961 1002 0,'-80'-40'0,"160"80"0,-361-120 32,241 80-32,-121 40 15,121 80-15,0 201 31,80 40-15,81-80 0,-41-41 15,-80-199-31,0-1 0,-80 0 0,-121 160 31,161-160-31,0 0 0,-81 1 16,81-41 15,40-41-15,40 41-1,0 81 17,-40 119-17,0-79-15,0-41 0,0 200 31,0-199-31,81 119 16,39 1 0,0-41 15,41-40-15,-1 1-1,-79-41 1,-81-40-16,80-40 31,-40 0-31,40-40 16,-40 0-16,41 0 0</inkml:trace>
  <inkml:trace contextRef="#ctx0" brushRef="#br0" timeOffset="4069.7885">14767 641 0,'0'-40'15,"0"80"32,0 0-47,0 0 0,0 0 16,0 41 0,0-41-16,0 40 0,0-40 0,0 40 0,0-40 15,0 41-15,0-1 0,0-40 0,0 40 0,0-40 16,-41 40-16,41-39 0,0-1 15,0 0-15,0 0 0</inkml:trace>
  <inkml:trace contextRef="#ctx0" brushRef="#br0" timeOffset="4329.8134">14205 2005 0,'-40'0'16,"80"0"-16,-121 0 16,122 0-1,39 0-15,80 0 32,-79 0-32,-1 0 0,201-40 15,-201 40-15,40-41 31,-79 1-31,79 0 0</inkml:trace>
  <inkml:trace contextRef="#ctx0" brushRef="#br0" timeOffset="4669.7576">15007 2406 0,'-80'40'0,"40"-40"0,0 0 16,0 0-1,40 40-15,-121 40 32,81-80-32,-40 80 15,40-40-15,0 1 16,-1-1-16,122-40 15,-41 0 1,0 0-16,0 0 16,40 0-16,-39 0 0,39 0 0,0-40 0,0 40 15,-40 0-15,41 0 0,-41-41 16,0 41-16,0-40 0,0 40 0,0 0 0,0 0 16,-40-40-16,41 40 15,-41-40-15</inkml:trace>
  <inkml:trace contextRef="#ctx0" brushRef="#br0" timeOffset="4869.7824">15128 2486 0,'0'0'0,"-40"0"16,-1 0-16,41 40 15,0 40 16,-40-40-31,0 161 16,0-161-16,40 80 16,-40-39-1,40-41 1</inkml:trace>
  <inkml:trace contextRef="#ctx0" brushRef="#br0" timeOffset="6989.5814">18338 1122 0,'0'0'0,"0"-40"16,0 0 15,0 0 0,40 40-31,-40 80 110,-40-40-110,40 0 0,0 1 15,-40-1 1,40 0-16,0 40 0,0-40 0,0 0 0,0 0 16,-40 41-16,40-41 0,0 0 0,0 0 0,-41 0 15,41 0-15,0 0 0,0 0 16,0 0-16,0 0 0,0 1 0,-40-1 0,40 0 15,0 0 1,0 0-16,0 0 0,-40 0 16</inkml:trace>
  <inkml:trace contextRef="#ctx0" brushRef="#br0" timeOffset="7159.6035">18017 2005 0,'-40'-40'16,"120"40"15,-80-41-31,40 41 0,0 0 16,0 0-16,0 0 0,1 0 16,-41-40-16,40 40 0,0 0 0,0-40 15</inkml:trace>
  <inkml:trace contextRef="#ctx0" brushRef="#br0" timeOffset="7479.6242">18940 1523 0,'0'0'16,"0"41"-16,40-41 0,0 40 15,0 0-15,-40 40 31,0 0-15,-40-80-16,0 40 16,0 0-16,0-40 15,-41 0 1,41-80 0,0 0 15,80 0-16,121 0 1,-121 39-16</inkml:trace>
  <inkml:trace contextRef="#ctx0" brushRef="#br0" timeOffset="7729.6114">19301 1443 0,'0'0'0,"40"0"0,0 40 15,0 0-15,0 41 31,81-1-15,-121-40 0,0 0-16,0 0 15,-40-40-15,40-40 16,0 0 0,0 0-16,40 0 0,-40 0 0,40 0 0,-40-1 15,80 1-15,-80 0 16,40 40-16,0-40 0,0 0 0,1 40 15,-1 0-15,0 0 16</inkml:trace>
  <inkml:trace contextRef="#ctx0" brushRef="#br0" timeOffset="8169.5367">16973 2165 0,'41'0'16,"-41"40"15,0 0-31,-41 0 0,41 1 16,-80-1-16,80 0 0,-40 0 0,0 0 0,0-40 15,0 40-15,0 0 16,-1-40-16</inkml:trace>
  <inkml:trace contextRef="#ctx0" brushRef="#br0" timeOffset="9679.4925">23313 1443 0,'-40'0'16,"40"-40"-16,0 0 15,0 0 1,0 0-16,40 40 16,-40-40-16,41 40 0,-1 0 0,0 0 15,0 40 1,0-40-16,-40 80 0,40-40 0,0 0 0,-40 40 15,40-39-15,-40-1 16,0 40-16,0-40 0,0 0 0,0 0 0,0 0 16,0 0-16,-40 0 0,40 1 15,-40-41-15,40 40 0,-40-40 32,40-40-32,80-41 0,-40 41 15,1-40-15,-1 40 0,0 0 0,0 0 16,0 0-16,0 0 0,0-1 15,0 1-15,1 40 0,-41-40 0,40 40 16,-40 80 0,0-39-1,40-1-15,-40 0 16,0 0-16,0 0 0,0 0 0,0 0 0,40 0 16,-40 0-16,0 0 0,0 1 0,0-1 15,0 0 1</inkml:trace>
  <inkml:trace contextRef="#ctx0" brushRef="#br0" timeOffset="10299.3822">22350 1323 0,'0'0'0,"41"0"0,-1 0 15,-80 0 16,40 40-15,-41-40-16,41 40 16,-40 0-16,0 0 0,0-40 0,0 40 0,0 1 15,0-41-15,0 40 0,-1 0 16,1-40-16,0 40 0,-40-40 0,40 40 0,0-40 16,-1 40-16,1-40 0,80 0 46,1 0-46,-1 0 16,40 0-16,-80 40 0,40-40 0,0 40 16,0-40-16,1 0 15,-1 0-15,0 40 0,0 0 0,0-40 0,0 41 16,0-41-16,0 40 0,1-40 16,-1 40-16,0-40 0,0 0 15</inkml:trace>
  <inkml:trace contextRef="#ctx0" brushRef="#br0" timeOffset="10529.3854">21748 2285 0,'-40'0'16,"80"0"-1,41 0 1,-41 0-16,0 0 0,-40-40 0,40 40 0,40 0 16,-39 0-16,-1 0 15,0 0-15,0 0 0,0 0 0,0 0 32,-40 40-32,40-40 0</inkml:trace>
  <inkml:trace contextRef="#ctx0" brushRef="#br0" timeOffset="11569.3787">21508 1403 0,'0'-40'63,"-40"40"-48,-1 0 32,1 0-31,0 0-16,0 0 15,0 0 1,0 0-16,0 40 16,0-40-16,40 40 15,-41-40-15,41 80 0,-40-39 0,40-1 16,-40-40-16,40 40 0,-40 0 16,40 0-16,-40-40 0,40 40 15,0 0-15,0 0 0,0 0 16,0 0-1,0 1-15,40-41 16,0 40 0,40-40-16,-39 0 15,-1 0 1,0 0-16,0-40 0,0 40 16,-40-41-16,40 41 0,-40-40 0,40 40 15,-40-40-15,40 0 16,1 0-16,-41 0 0,40 40 15,-40-40-15,0 0 16,0 0-16,0 0 0,0-1 16,0 1-1,-40 40-15,40-40 16,-41 40-16,41-40 16,-40 40-16,0 0 31,40 40-31,0 0 15</inkml:trace>
  <inkml:trace contextRef="#ctx0" brushRef="#br0" timeOffset="12479.2565">25641 1243 0,'-80'80'47,"39"-40"-32,1 0-15,0 0 0,0 0 0,0 0 16,0 1-16,40-1 0,-40 0 16,-1 0-16,1-40 0,0 40 0,40 0 0,-40-40 15,0 40-15,0-40 0,40 40 0,-40-40 0,0 40 31,80-40 1,0 0-1,0 0-31,0 0 16,0 40-16,0-40 0,0 41 0,1-1 15,-1-40-15,0 40 0,0-40 16,0 40-16,0-40 0,0 40 0,1-40 0,-1 0 15,0 0-15,0 40 16,0-40-16,0 0 0,0 0 0,0 0 16,1 0-16,-1 0 15</inkml:trace>
  <inkml:trace contextRef="#ctx0" brushRef="#br0" timeOffset="13079.2887">26243 1483 0,'0'-40'15,"0"80"-15,0-160 16,0 80-16,40 0 31,0 40-31,0 0 0,0 0 0,40 0 32,41 80-17,-81-40-15,-40 0 0,40 40 31,-40-39-31,0-1 0,-40 0 16,0 0-16,-40 40 16,-1-40-16,41-40 31,0 40-15,80-40 15,-40 40-31,40-40 15,0 0 1,-40 40-16,41-40 0,-1 41 0,0-41 16,-40 40-16,40-40 0,-40 40 15,0 0-15,0 0 16,0 0 0,-80 0-1,40-40-15,-1 40 0,1-40 16,0 0-16,0 0 15,0 0-15,0 40 0,0-40 0,0 0 16,-1 0-16</inkml:trace>
  <inkml:trace contextRef="#ctx0" brushRef="#br0" timeOffset="15539.1413">15007 4090 0,'-40'0'94,"0"0"-94,0 0 0,40 40 15,-40-40-15,0 80 0,0-80 0,-1 41 0,41-1 16,-40 0-1,40 0-15,0 0 0,0 0 16,40 0-16,1 0 16,-1-40-16,0 0 0,0 40 0,0-40 0,40 0 15,-40 0-15,41 0 16,-41 0-16,0 0 0,40 0 0,-40 0 0,0-40 16,1 40-16,-1-40 0,0 0 0,0 0 15,-40 0 1,0 0-16,0 0 0,-40 0 15,40-1 1,-80 41-16,80-40 0,-41 40 16,1 0-1,40 40 1,-40-40-16,40 41 16,0-1-16,0 0 15,-40 0-15</inkml:trace>
  <inkml:trace contextRef="#ctx0" brushRef="#br0" timeOffset="16718.9983">14967 4251 0,'40'0'125,"-40"-41"-109,40 1-1,1 40 16,-1 0 1,0 0-17,-40 40-15,40-40 0,0 0 16,0 0-16,-40 41 16,40-41-16,0 0 0,-40 40 0,41-40 15,-1 0 1,0 0-16,-40 40 0,40-40 15,-40 40 1,0 0-16,-40-40 16</inkml:trace>
  <inkml:trace contextRef="#ctx0" brushRef="#br0" timeOffset="17258.9637">16532 4531 0,'0'-40'0,"-40"40"16,0 0-16,0 0 15,0 0-15,-1 0 16,41 40 31,0 0-47,0 1 15,0-1 1,0 0-16,0 0 16,0 0-1,-40-40-15,0 40 0,0-40 16,0 0-16</inkml:trace>
  <inkml:trace contextRef="#ctx0" brushRef="#br0" timeOffset="17688.9547">17656 4210 0,'0'41'31,"40"-1"-15,-40 0-16,0 0 31,0 0-31,0 0 16,-40-40-1,-1 0-15,1 40 0,0-40 0,0 0 0,0 0 16,0 0 0,0 0-16,0-40 0,-1 40 0,41-40 15,-40 40-15,40-40 0,0 0 16,0 0-16,0 0 16,0-1-16,40 41 0,1 0 0,-1 0 15,0 0 1,0 0-16,0 0 0,0 0 0,0 0 0,0 0 15,1 0-15</inkml:trace>
  <inkml:trace contextRef="#ctx0" brushRef="#br0" timeOffset="17928.9546">18258 3970 0,'0'0'15,"-41"-40"-15,1 40 0,40-40 0,-40 80 32,40 40-17,0-40-15,0 0 0,0 0 16,0 0-16,0 0 0,0 1 0,0-1 0,0 0 16,0 0-16,0 0 0,0 0 0,0 0 0,0 0 15,0 0 1,0 1-16,0-1 0,0 0 0</inkml:trace>
  <inkml:trace contextRef="#ctx0" brushRef="#br0" timeOffset="18458.9651">17977 4411 0,'0'-40'31,"0"80"-31,40-120 0,40 80 0,-40 0 0,161-40 32,-161 40-32,201-40 15,-161-1-15,-40 1 0,-40 0 16,40 0 0,-40 0-16,0 0 15,-40 40 1,0 0 15,40 40-31,-40 80 16,40 81-1,0-1 1,-40-119 15,40-41-15,0-80-1,40-41 1,0 41-16,40-40 16,-80 40-16,40 40 0,0 0 31,1 40-31,-1 80 16,-40-79-1,0-1-15,0 40 16,0-40-16,0 0 15,0 0 1</inkml:trace>
  <inkml:trace contextRef="#ctx0" brushRef="#br0" timeOffset="18788.905">19100 4571 0,'40'0'0,"0"0"16,1 0-16,-1 0 16,0 0-16,0 0 0,0-40 15,0 0 1,-40 0-16,0 0 16,0 0-16,-40 40 0,0 0 31,0 0-16,0 40-15,40 0 16,-40-40-16,40 40 0,-41-40 0,41 40 16,0 0-1,0 1-15,0-1 0,41 0 16,-1 0-16,0-40 0,-40 40 16,40-40-16,0 0 0,0 0 15</inkml:trace>
  <inkml:trace contextRef="#ctx0" brushRef="#br0" timeOffset="19118.8534">19582 4371 0,'0'0'0,"40"-40"16,0 40-1,0 0-15,40 80 16,-40-40-16,1 0 0,-1 0 31,0 0-31,-40 1 31,0-1-31,-80-40 16,39-40 0,1-81-1,80 41 16,41 40-15,39 0 0,-80 40-16</inkml:trace>
  <inkml:trace contextRef="#ctx0" brushRef="#br0" timeOffset="19628.8974">20665 4291 0,'0'0'15,"-40"0"-15,-40-40 0,80-1 0,-40 41 16,40 41 15,0-1-15,40 40-1,0-40-15,-40 80 32,80-80-17,40-40 1,-79-120 0,39 0 15,-80 160 0,40 0-31,0 80 31,0-120-31,81 40 16,-81-40 15,-40-40-31,0-80 31,0 0-15,0 80 0,40 40-1,0 0 1,0 0-16</inkml:trace>
  <inkml:trace contextRef="#ctx0" brushRef="#br0" timeOffset="19818.8124">21628 4251 0,'0'0'0,"0"-41"0,-40 41 16,40 41 15,0-1-31,40 0 16,-40 0-16,0 0 15,0 0-15,0 0 0,0 0 0,0 0 16,0 1-1,-40-41-15,40 40 0</inkml:trace>
  <inkml:trace contextRef="#ctx0" brushRef="#br0" timeOffset="20008.8724">21949 4130 0,'0'0'16,"-80"-40"-16,-81 0 16,121 0-16,0 40 0,0 0 15,40-40 1</inkml:trace>
  <inkml:trace contextRef="#ctx0" brushRef="#br0" timeOffset="20268.8122">22150 4251 0,'-40'0'0,"80"0"0,-161-81 31,121 162-15,0-41-1,0 0-15,41 0 0,-41 0 16,40 0-16,-40 0 0,40-40 0,-40 40 0,40 0 15,-40 1-15,0-1 16,40 0-16,-40 0 0,0 0 31,-40-40-31,0 0 16,0 0-16,0 0 0,-1-40 0</inkml:trace>
  <inkml:trace contextRef="#ctx0" brushRef="#br0" timeOffset="20568.8409">22431 4451 0,'80'0'16,"-40"0"-16,0 0 0,40-40 15,-39 40-15,-1-40 16,0 40-16,0-80 15,-40 40 1,-40-1 15,0 41-31,-41 81 16,81 79 15,0-120-31,81 40 16,-41-39-16,80-1 15</inkml:trace>
  <inkml:trace contextRef="#ctx0" brushRef="#br0" timeOffset="21658.7017">5377 5494 0,'0'-40'16,"0"0"15,-40 40-31,0 0 0,0 0 16,-1 40-16,1 0 16,0 0-16,40 0 15,-40 0-15,0 0 0,40 0 0,0 0 0,0 41 16,0-41-16,0 40 15,0-40-15,0 40 0,0-40 0,0 1 0,40 39 16,-40-40-16,40 0 0,-40 0 16,0 40-16,0-40 0,40 0 0,-40 1 0,40-1 15,-40 0 1,0 0-16,0 0 0,0 0 16,-40-40-16,40 40 0,-40-40 0,-40 0 15,40 0-15</inkml:trace>
  <inkml:trace contextRef="#ctx0" brushRef="#br0" timeOffset="22028.7508">4895 6537 0,'0'0'16,"81"-81"0,-41 81-16,40-80 15,-40 80-15,0-40 0,81 0 31,79 0-15,-39-40 0,-81-41 15,-40 41-15,0 0-1,0 40 1,-40 80 15,0 40-15,0 121-1,0-1 1,0-80 0</inkml:trace>
  <inkml:trace contextRef="#ctx0" brushRef="#br0" timeOffset="22208.7404">5979 5694 0,'-40'0'16,"80"0"-16,-80-40 0,-41 0 15,81 80 1</inkml:trace>
  <inkml:trace contextRef="#ctx0" brushRef="#br0" timeOffset="22568.7193">6260 5935 0,'40'40'31,"0"-40"-31,-40 40 0,40-40 16,0 40 0,-40 41 15,0-41-15,80-121-1,1 1 1,-1 40 15,40 0-15,-80 80-1,-40 121 1,-40-1 15,40 0-15,40-120-1</inkml:trace>
  <inkml:trace contextRef="#ctx0" brushRef="#br0" timeOffset="23778.5964">7704 6176 0,'0'0'0,"0"-40"16,-40 40-1,40-41 1,-40 41-16,-40 0 0,40 0 15,0 0-15,-1 0 0,1 41 16,0-41-16,0 40 0,0-40 16,40 40-1,-40-40-15,40 40 0,0 0 16,40-40-16,0 0 16,0 0-1,0 0-15,0 0 0,-40-40 0,41 40 0,-1 0 16,0-40-16,0 40 15,0-40-15,-40 0 0,40 40 0,-40-41 0,40 41 16,-40-40-16,0 0 0,0 0 16,0 0-16,0 0 0,0 0 0,0 0 15,-40 0-15,40-1 16,-40 1-16,0 0 16,0 40 15,40 40-31,0 0 15,0 1-15,0-1 16,0 0-16,0 0 0,0 0 0,0 40 16,0-40-16,0 0 0,0 1 15,0-1-15,40 0 0,-40 0 0,0 0 0,40-40 16,-40 40-16,40 0 0,0 0 0,-40 0 16,40-40-1</inkml:trace>
  <inkml:trace contextRef="#ctx0" brushRef="#br0" timeOffset="24218.5458">9229 5855 0,'0'-40'0,"-40"0"16,40-1 0,0 1-1,-40 40-15,40 40 16,0 1 0,0-1-16,0 0 0,-40 40 0,40-40 15,0 0-15,0 0 0,0 0 16,0 41-16,0-41 0,40 0 0,-40 0 0,0 0 15,40 0-15,-40 0 16,40-40-16,-40 40 0,0 0 0,40-40 16</inkml:trace>
  <inkml:trace contextRef="#ctx0" brushRef="#br0" timeOffset="24568.5992">8988 5895 0,'0'-40'16,"0"80"-16,0-120 0,0 40 31,40-1-31,41 41 0,-41-40 16,241 40-1,-41 201 1,-159-41 15,-81 81-15,-81-81-1,-39-39 1,-81-121 15,41-40-15,120-1-16</inkml:trace>
  <inkml:trace contextRef="#ctx0" brushRef="#br0" timeOffset="24908.5787">10473 5775 0,'-40'-41'16,"80"82"-16,-120-82 15,80 122 16,0 119-15,0 1 0,-40 39 15,40-119-15</inkml:trace>
  <inkml:trace contextRef="#ctx0" brushRef="#br0" timeOffset="25138.4906">10353 5815 0,'0'-40'15,"0"80"-15,0-121 16,40 81-1,0-40-15,160 40 32,81-40-17,-80 40 1,-121-40-16</inkml:trace>
  <inkml:trace contextRef="#ctx0" brushRef="#br0" timeOffset="25378.4764">10433 6176 0,'0'0'16,"-40"0"-16,0 0 15,80 0 16,-40-40-31,80 40 0,-40 0 0,0-41 16,0 41-16,0 0 16,41 0-16,-41 0 0,0 0 0,0 0 0,0 0 15,0 0-15,1 0 0,-1 0 16,0 0-16,0 0 0</inkml:trace>
  <inkml:trace contextRef="#ctx0" brushRef="#br0" timeOffset="25728.4891">11597 5895 0,'0'0'15,"-41"0"-15,41-40 16,41 40 0,-41-40-1,40 40-15,0 0 0,40 0 16,-40 0-16,40 0 0,-39 0 0,39 0 0,0 0 15,-40 0-15,40-40 16,1 40-16,-41 0 0,0 0 0,0 0 16,0 0-16</inkml:trace>
  <inkml:trace contextRef="#ctx0" brushRef="#br0" timeOffset="25928.4637">12118 5815 0,'0'0'16,"-40"0"-16,0 0 16,40 40-16,-40 0 15,40 0 1,0 80 0,0 121-1,-80 40 1</inkml:trace>
  <inkml:trace contextRef="#ctx0" brushRef="#br0" timeOffset="27118.3762">14566 6296 0,'0'-40'0,"0"80"47,40-40-47,-40 80 0,40-40 15,-40 0 1,0 0-16,0 1 0,0-1 16,-40-40-16,40 40 15,-40-40-15,0 40 0,0 0 0,-1-40 16,1 0-16,0 0 0,0 0 0,0-40 16,40 0-1,0 0-15,0 0 0,0-1 16,0 1-16,40 0 15,-40 0-15,40 0 0,-40 0 0,40 0 0,0 40 16,-40-40-16,41 40 0,-1-40 16,0 40-16,0 0 0,0 0 15,0 0-15</inkml:trace>
  <inkml:trace contextRef="#ctx0" brushRef="#br0" timeOffset="27458.3567">15168 6216 0,'0'0'0,"40"0"0,40 0 31,81 80-15,-121 0-16,0-40 16,-40 40-1,-80-39 16,-41-41-15,81-121 0,161-39-1,79 40 17,1 79-17,-41 1 1</inkml:trace>
  <inkml:trace contextRef="#ctx0" brushRef="#br0" timeOffset="28338.299">18057 5935 0,'0'80'47,"0"-40"-31,0 0-16,0 1 15,0-1-15,0 0 0,0 0 0,0 0 0,-40 0 16,40 40-16,0-40 0,0 0 15,0 1-15,0-1 0,0 0 0,0 0 0,0 0 16</inkml:trace>
  <inkml:trace contextRef="#ctx0" brushRef="#br0" timeOffset="28588.3579">17936 6095 0,'0'-80'15,"0"160"-15,41-240 16,-1 160-16,-40-40 0,160 40 31,41-40-15,-41 40-1,-119 0-15</inkml:trace>
  <inkml:trace contextRef="#ctx0" brushRef="#br0" timeOffset="28788.346">18017 6376 0,'-40'40'15,"80"-80"-15,-40 80 16,200-120 15,121 40-15,-120 0-16,-121 40 16,1-40-1</inkml:trace>
  <inkml:trace contextRef="#ctx0" brushRef="#br0" timeOffset="28938.2958">19020 6216 0,'-40'40'31,"40"0"-31,0 0 0,0 0 16,-40-40-16,40 40 0,-40 0 16,40 0-16,0 1 0,0-1 15,-41 0 1,41 0-16,0 0 15</inkml:trace>
  <inkml:trace contextRef="#ctx0" brushRef="#br0" timeOffset="29118.2739">18980 5935 0,'-40'0'0,"80"0"0,-120-40 32,160 40-17,-40 0-15</inkml:trace>
  <inkml:trace contextRef="#ctx0" brushRef="#br0" timeOffset="29428.2736">19381 6176 0,'0'40'15,"0"-80"-15,0 120 0,-40 0 16,0-40-16,40 0 16,0 0-16,0 0 15,0 1-15,40-41 0,-40 40 16,40-40-16,0 0 16,-40-40-1,0-1-15,40 41 0,-40-40 0,40 0 16,-40 0-16,41 0 15,-1 0-15,-40 0 0,40 40 0,0 0 16,0-40 0,0 40-16,0 0 15,-40 40-15,40-40 0,-40 80 0,41-40 16,-41 0-16,0 0 0,40-40 16,-40 40-16,0 1 0,40-1 0,-40 0 15,0 0 1,0 0-16</inkml:trace>
  <inkml:trace contextRef="#ctx0" brushRef="#br0" timeOffset="29858.2849">20665 6256 0,'0'0'0,"-40"0"0,0 0 16,0 0-16,0 0 16,-1 80-1,82 40 1,119-80 0,-80-80 15,-80-80-16,-80-40 1,80-41 15,0 121-15,0 120-16,0 80 31,40 121-15,0 0-1,0-81 17,1-160-32</inkml:trace>
  <inkml:trace contextRef="#ctx0" brushRef="#br0" timeOffset="30098.1941">21508 5855 0,'0'0'15,"0"-40"1,160 120 0,81 120-1,-161-119 1,41 119-1,-41-80 17,-80-79-32</inkml:trace>
  <inkml:trace contextRef="#ctx0" brushRef="#br0" timeOffset="30398.1845">22230 5895 0,'0'0'0,"-40"-40"16,0 40 0,0 0-1,40 40 1,-40 40-1,-121 121 1,0 79 0,81-159-1,0 39 1,40-160-16</inkml:trace>
  <inkml:trace contextRef="#ctx0" brushRef="#br0" timeOffset="30798.2316">22872 5654 0,'0'0'15,"-80"0"1,40 40-16,-41 121 31,81-81-31,-40 40 16,40 41-1,81-1 1,79-40 15,1-120-15</inkml:trace>
  <inkml:trace contextRef="#ctx0" brushRef="#br0" timeOffset="31038.1652">23313 5935 0,'0'-40'16,"0"80"-16,-40-80 15,40 80 1,0 0 0,0 0-1,0 0-15,0 0 0,0 1 0,0-1 0,0 0 16,0 0-16,0 0 0,0 40 0,0-40 16,0 0-16,0 0 0,40-40 15,-40 41-15,0-1 0</inkml:trace>
  <inkml:trace contextRef="#ctx0" brushRef="#br0" timeOffset="31498.1098">23955 5775 0,'0'-41'15,"0"82"-15,-40-82 16,40 82-16,0 39 16,-40-80-16,40 40 0,-40 0 15,0 0-15,0-40 0,40 40 0,-40-40 16,0 40-16,-1-40 0,1 0 0,0 40 16,0-40-16,0 0 15,0 0-15,0 0 0,0 0 16,40 41 31,0-1-32,0 0 32,40-40-47,0 0 16,40 0-16,-40 0 0,0 40 15,0-40-15,1 0 0,-1 40 16,0-40-16,0 40 0,0-40 0,0 0 16,0 0-16,-40 40 15,40-40-15,1 0 0,-41 40 16</inkml:trace>
  <inkml:trace contextRef="#ctx0" brushRef="#br0" timeOffset="31848.0915">24557 5775 0,'0'0'0,"40"80"31,1 120-15,-41-79-1,0 159 1,-161-39 0</inkml:trace>
  <inkml:trace contextRef="#ctx0" brushRef="#br0" timeOffset="43277.4389">6701 9143 0,'0'-40'15,"40"40"-15,40-40 16,121-40 0,-161 80-1,0 0-15,41 0 16,-41 0-16</inkml:trace>
  <inkml:trace contextRef="#ctx0" brushRef="#br0" timeOffset="43477.4641">6902 9464 0,'0'40'16,"0"-80"-16,40 80 15,80-120 1,121 40 15,-201 40-31,0-40 0,121 40 16,-121 0-16</inkml:trace>
  <inkml:trace contextRef="#ctx0" brushRef="#br0" timeOffset="45047.2967">10272 8181 0,'-40'0'31,"0"0"1,40 40-32,-40-40 15,40 40-15,-40-40 16,0 0-16,0 0 16,-1 40-16,-39-40 0,40 0 0,-40 0 0,0 0 15,39 40-15,-39-40 16,0 0-16,0 40 0,40-40 0,-41 0 0,1 41 15,40-41-15,0 0 0,0 40 16,-41-40-16,81 40 0,-40-40 0,0 0 0,40 40 16,-40-40-16,40 40 0,80 0 31,1-40-31,-41 40 0,0-40 0,0 0 16,40 0-16,0 40 0,-39-40 15,-1 0-15,40 0 0,-40 0 0,0 40 0,0-40 16,0 0-16,1 0 15,-1 0-15,-40 40 16,0 1-16,-40-41 16,40 40-16,-81 0 0,81 0 0,-40 0 0,0 0 15,-40 0-15,40 0 0,0 0 0,40 1 0,-41-1 16,1 0-16,0 0 16,0 0-16,0 0 0,0 0 0,0 0 0,40 0 15,-40 0-15,-1 1 0,1-1 16,40 0-16,-40 0 0,0 0 0,40 0 0,-40-40 15,40 40-15,-40 0 16,40 0-16,-40-40 0,40 41 16,40-41 15,0 0-31,0 0 16,-40-41-1,40 41-15,0 0 0,0 0 0,1 0 16,-1 0-16,0 0 0,40 0 15,-40 0-15,0 0 0,41 0 0,-1 0 0,-40 0 16,40 0-16,0 0 16,1 0-16,-1 0 0,0 0 0,41 0 0,-41 0 15,0 0-15,0 0 0,1 0 0,-1 0 0,0 0 16,0 0-16,1 0 0,-1 0 16,-40 0-16,0 0 0,0 0 0,0 0 15,-80 0 32,0 0-16,0 0-15,0 0 0,0 0-1,0 0-15</inkml:trace>
  <inkml:trace contextRef="#ctx0" brushRef="#br0" timeOffset="46917.1861">8507 10467 0,'0'0'15,"-40"0"1,40-80 15,40 80-15,-40-40-1,40 40 1,-40 40 47,40-40-1,0-40-62,0 40 63,-40-41-48,40 41 16,1 0-31,-41 41 16,40-41 0,0 0-16,-40 40 15,40-40-15,-40 40 16,0 0 640,0 40-625,0-40-31,0 0 0,0 0 16,0 1-16,0-1 0,-40 0 16,40 0-16,0 0 0,-40-40 0,40 40 15,0 0-15,-40-40 0,40-40 32,0 0-17,0-40 1,40 40-16,-40 0 0,40 40 0,-40-41 15,40 41-15,-40-40 16,40 40-16,-40-40 0,40 0 0,-40 0 16,40 40-16,-40-40 0,40 40 0,1-40 15,-1 40 17,0 40-17,0 0 1,0-40-1,-40 40-15,0 0 0,0 0 16,0 0 0,0 1-16,0-1 0,-40 0 15,40 0-15,0 0 0,0 0 16,0 0 0,0 0-1</inkml:trace>
  <inkml:trace contextRef="#ctx0" brushRef="#br0" timeOffset="47117.2469">9430 10708 0,'0'-41'31,"0"1"-31,40 40 16,0 0-1,-40-40-15,80 40 0,-40 0 0,0-40 16,1 40-16,-1 0 16,0 0-16,0 0 0</inkml:trace>
  <inkml:trace contextRef="#ctx0" brushRef="#br0" timeOffset="47347.1611">9470 10788 0,'0'40'0,"0"-80"0,-40 120 31,40-160-31,40 80 16,40 0-1,-40 0-15,0-40 0,0 40 0,1 0 16,-1 0-16,0-40 15,0 40-15,0 0 16,0 0 0,0 0-16,0 0 0</inkml:trace>
  <inkml:trace contextRef="#ctx0" brushRef="#br0" timeOffset="47727.21">10633 10467 0,'-40'-40'16,"80"80"-16,-120-80 0,80 0 0,-40 40 0,0 0 15,0 40 1,0 0 0,0 0-16,40 0 15,-41 0-15,41 40 16,0-39-1,81-1 1,-41-40-16,120 0 16,-120-40-16,1 40 15,39-121 1,-80 1 0,0 40-1,-40 80-15,-81-40 16,81-1-16,0 41 0,0 0 31,0 0-31,0 0 0,40 41 0</inkml:trace>
  <inkml:trace contextRef="#ctx0" brushRef="#br0" timeOffset="48387.1694">9028 7940 0,'41'0'15,"-41"-40"1,0 0-16,-41 80 62,41 0-62,0 0 0,0 0 16,0 1-16,0-1 0,0 0 0,0 0 16,0 0-1,41 0-15,-41 0 16</inkml:trace>
  <inkml:trace contextRef="#ctx0" brushRef="#br0" timeOffset="48677.1525">9109 7980 0,'0'-40'31,"0"80"32,0 0-48,40-40-15,-40 41 0,40-41 0,0 40 16,0-40 0,-40 40-16,40-40 0,0 0 15,1 40 1</inkml:trace>
  <inkml:trace contextRef="#ctx0" brushRef="#br0" timeOffset="48967.061">9510 7860 0,'0'0'16,"-40"0"-16,40-40 15,0 0-15,-40 40 16,40 40 31,0 0-31,0 0-16,0 0 0,0 0 15,-40 0 1,40 1-16,0-1 0,0 0 15,0 0 1,40-40-16</inkml:trace>
  <inkml:trace contextRef="#ctx0" brushRef="#br0" timeOffset="49207.1214">9711 8061 0,'-41'0'16,"82"0"-16,-82-41 0,41 1 31,41 40-31,-1 0 16,0 0-16,0 0 0,0 0 15,0 0 1,0-40-16</inkml:trace>
  <inkml:trace contextRef="#ctx0" brushRef="#br0" timeOffset="49437.0608">10232 7700 0,'-80'0'16,"80"-40"0,0 120 15,0-40-15,0 0-16,0 0 0,0 0 0,0 0 15,0 0-15,0 0 16,0 1-16,-40-41 0,40 40 0,-40 0 15</inkml:trace>
  <inkml:trace contextRef="#ctx0" brushRef="#br0" timeOffset="50296.9819">10995 8823 0,'0'0'16,"-40"0"-16,40-41 31,80 41-31,0-40 16,-40 40-16,81-40 16,-81 40-16,0 0 0,0 0 31,0 40-31,-40 81 15,0-81-15,0 0 0,0 40 16,0-40-16,-40 81 16,-40-81-16,80 0 0,-40 0 31,-1-40-15,82-40-1,-1 0-15,80-81 31,-80 81-31,0 0 0,41-80 16,-41 80-16,0 0 0,0-1 0,0 41 16,0-40-1,-40 0 17,-40 40-1,40 40-16,-40-40-15,0 40 16,0 1-16,40-1 0,-40 0 16,40 0-16,0 0 0,0 0 0,0 0 15,0 0-15,0 0 16,40 1-16,-40-1 0,40 0 16,0-40-1,0 40-15,0-40 0,0 0 0,0 0 16</inkml:trace>
  <inkml:trace contextRef="#ctx0" brushRef="#br0" timeOffset="50596.9828">12640 8702 0,'-40'0'15,"80"0"-15,-120 0 0,-41-80 16,81 80-16,0 0 16,40 40-16,-80 80 31,40-79-31,40-1 0,0 0 0,0 160 31,0-160-31,40 1 0,40 79 31,-40-120-31,40 40 16,1-40-16</inkml:trace>
  <inkml:trace contextRef="#ctx0" brushRef="#br0" timeOffset="51006.9569">12720 8823 0,'0'0'16,"0"-41"-16,40 41 16,0 0-1,0 0-15,1 41 16,-41-1-16,0 0 0,40 40 31,-40 0-15,0-40-16,-40 0 15,40-80 1,40 0-16,-40 0 16,40 0-1,0 0-15,-40 0 0,40 40 0,0-40 0,-40 0 16,40 40-16,-40-41 0,40 41 16,1 0-16,-1 41 31,-40-1-31,0 0 0,40 0 15,-40 0-15,0 0 16,0 0-16,0 0 0,0 0 0,0 1 16,0-1-16,-40-40 0,40 40 0,-40 0 31,-1-40-31</inkml:trace>
  <inkml:trace contextRef="#ctx0" brushRef="#br0" timeOffset="51296.9237">13482 8662 0,'41'0'15,"-1"0"1,0 0-1,0 40 1,-40 0-16,40-40 0,-40 40 0,0 1 16,0-1-16,0 0 0,0 0 0,0 40 0,0-40 15,-40 0-15,40 0 0,-40 1 16,40-1-16,-40 0 0,0 0 0,-1 0 16,1-40-1,0 40-15</inkml:trace>
  <inkml:trace contextRef="#ctx0" brushRef="#br0" timeOffset="51766.8944">14245 8943 0,'40'0'16,"0"0"-1,40 0-15,-40 0 16,1-40-1,-1 0-15,-40 0 16,40-1-16,-40 1 16,-80 0-1,39 40-15,1 0 16,0 0-16,0 0 16,0 40-16,0-40 0,0 40 0,40 1 15,-40-1-15,-1 0 0,41 0 16,-40 0-16,40 0 0,0 0 0,0 0 0,0 0 15,0 1-15,0-1 16,0 0-16,40-40 0,-40 40 0,41-40 0,-41 40 16,40-40-16,40 40 0,0-40 15,-40 0-15,0 0 0,1 0 16,-1-40-16,0 40 0,0 0 0</inkml:trace>
  <inkml:trace contextRef="#ctx0" brushRef="#br0" timeOffset="52076.9129">15088 8462 0,'-81'-40'31,"162"80"-31,-202-80 0,81-1 16,120 41-1,1 0-15,-1 0 16,0 0-1,-40 0-15,121 0 16,-121 0-16</inkml:trace>
  <inkml:trace contextRef="#ctx0" brushRef="#br0" timeOffset="52486.8713">15770 8381 0,'80'-40'16,"-80"0"0,40 40-16,-40-40 0,40 40 15,-40-40 1,0 0-16,0 0 0,0 0 16,0 0-1,0-1-15,0 82 47,0-1-31,0 0-16,0 0 15,0 0-15,40 0 0,-40 0 0,0 0 16,0 0-16,0 1 16,0-1-16,0 0 0,0 0 0,0 0 15,0 0-15,0 0 16,-40 0-16,0 0 0,40 0 0,0 1 15,-40-41-15,40 40 0,-40-40 16,0 40-16,0-40 16,-1-40-16</inkml:trace>
  <inkml:trace contextRef="#ctx0" brushRef="#br0" timeOffset="52686.912">15890 7940 0,'0'-40'16,"0"80"-16,-40-120 15,0 40-15</inkml:trace>
  <inkml:trace contextRef="#ctx0" brushRef="#br0" timeOffset="53226.8085">16372 7900 0,'0'-40'15,"-41"40"1,82 0 0,-1 0-16,40 0 15,-40 40 1,0 0-16,0-40 0,-40 40 0,0 0 16,40 1-16,-40-1 0,0 0 15,0 0-15,-80 0 0,40 0 16,0 0-16,0-40 15,0 0-15,0 0 0,-1 0 0,1 40 0,0-40 16,40-40 15,40 40-31,-40-40 0,40 40 0,-40-40 0,41 40 16,-1 0 0,0 0-16,-40 40 15,40-40-15,-40 40 16,0 0-16,40-40 0,-40 40 0,0 1 15,40-1-15,0 0 16,0 0 0,1-40-16</inkml:trace>
  <inkml:trace contextRef="#ctx0" brushRef="#br0" timeOffset="53656.8546">17094 8020 0,'-80'0'16,"80"41"-16,-41-41 15,41 40-15,0 40 16,0-40-16,0 0 16,0 0-16,0 0 15,0-80 32,0 0-47,0 0 0,0 0 16,41 0-16,-41 0 0,40 0 0,-40-1 0,40 1 15,-40 0-15,0 0 16,40 0-16,-40 0 16,40 40-1,-40 40 16,0 0-31,40 0 0,-40 0 0,0 0 16,0 1-16,0-1 0,40 0 0,-40 0 16,0 0-16,40-40 0,-40 40 15,0 0-15,0 0 16,0 0 0</inkml:trace>
  <inkml:trace contextRef="#ctx0" brushRef="#br0" timeOffset="53876.8403">16973 7940 0,'0'0'15,"-40"0"-15,40-40 0,0 0 0,161 0 31,-81 0-31,161 40 16,-201-40-16,80 40 31,-120 40-31,40-40 0</inkml:trace>
  <inkml:trace contextRef="#ctx0" brushRef="#br0" timeOffset="54186.7485">16612 8863 0,'-80'0'31,"160"0"-31,-200 0 16,200 0-16,-40-40 16,0 40-1,201 0 1,-161-41-16,-39 41 16,199-40-1,-119 40 1,-1 0-1</inkml:trace>
  <inkml:trace contextRef="#ctx0" brushRef="#br0" timeOffset="54476.8042">16813 9103 0,'0'0'31,"0"40"-15,0 1 0,0 39-1,-40-40 1,40 0-16,0 40 15,0-40-15,0 0 0,0 0 32</inkml:trace>
  <inkml:trace contextRef="#ctx0" brushRef="#br0" timeOffset="54716.745">16893 9063 0,'0'0'0,"0"40"31,0 0-31,0 1 16,0-1 0,0 0-16,40 0 0,-40 0 0,40-40 15,-40 40-15,41-40 16,-41 40-16,80-40 0,-40 40 0,0-40 15,0 0 1,0-40-16</inkml:trace>
  <inkml:trace contextRef="#ctx0" brushRef="#br0" timeOffset="54936.722">17294 9224 0,'-40'0'15,"40"-40"-15,0 80 47,0 0-47,40-40 16,-40 40-16,0 0 16,0 0-16,0 0 0,0 0 15,-40-40-15,40 40 16,0 0-16,-40-40 0</inkml:trace>
  <inkml:trace contextRef="#ctx0" brushRef="#br0" timeOffset="55446.6745">17977 8502 0,'0'-40'15,"-41"40"-15,41-40 31,0 80 16,-40 40-31,40-40 0,0 0-16,0 0 0,0 0 0,0 0 0,0 0 15,0 1-15,0-1 0,0 0 16,0 0-16,40-40 0,-40 40 0,0 0 0,41 0 15</inkml:trace>
  <inkml:trace contextRef="#ctx0" brushRef="#br0" timeOffset="55906.6526">18338 8422 0,'0'0'15,"0"40"1,0 0 15,-40 0-31,40 0 0,-40 0 16,-1-40-16,41 40 16,-40-40-16,0 0 0,0 0 0,40 40 15,-40-40-15,0 0 16,40-40 15,40 40 16,-40 40-47,0 0 31,40-40-31,0 0 0,0 0 16,-40 40-1,40-40-15,-40 41 0,41-41 0,-1 40 16,0-40-16,0 40 16,0 0-1,0-40-15,-40 40 0,40-40 0,0 40 16,1-40 0,-41 40-1</inkml:trace>
  <inkml:trace contextRef="#ctx0" brushRef="#br0" timeOffset="56526.6443">18900 8542 0,'0'40'32,"0"0"-17,0 0-15,0 0 16,40-40 0,-40 40-16,0 0 0,0 1 31,-40-41-16,40-41 1,0 1 0,0 0-16,80 40 0,-80-40 15,40 40-15,0 0 16,-40-40-16,40 40 0,0-40 16,0 40-1,1 0-15,-1 0 16,0 0-1,-40 40 1,0 0-16,0 0 16,0 0-1,0 0-15,0 1 0,0-1 16,0 0 0,0 0-16,0 0 31,40-40-31,0 0 15,0 0 1,0 0-16,0 0 0,1 0 16,-1 0-16,-40-40 0,40 40 0,0 0 15,-40-40 1,0 0-16,0 0 16,-40 40-1</inkml:trace>
  <inkml:trace contextRef="#ctx0" brushRef="#br0" timeOffset="57356.6315">16773 9785 0,'0'40'0,"40"-40"16</inkml:trace>
  <inkml:trace contextRef="#ctx0" brushRef="#br0" timeOffset="58756.4854">1204 12272 0,'0'40'79,"0"0"-64,0 40 1,0-40-1,0 0-15,-80 0 0,80 41 0,0-41 0,0 0 16,-81 40-16,81-40 0,-40 40 16,40-40-16,-40 1 0,40-1 0,-40 0 0,40 0 15,0 0-15,-40-40 16,40 40-16,0 0 0</inkml:trace>
  <inkml:trace contextRef="#ctx0" brushRef="#br0" timeOffset="59136.5282">1124 12552 0,'0'0'16,"40"-40"-1,-40 0 1,0 0-16,0 80 31,40 0-15,-40 0-16,40 41 31,0-1-31,40 40 31,1-40-15,-1-40 0,-40-40-1</inkml:trace>
  <inkml:trace contextRef="#ctx0" brushRef="#br0" timeOffset="59446.433">1766 12432 0,'0'-40'0,"0"80"0,0-120 31,-41 80 16,41 40-16,0 0-31,0 0 16,-40 0-16,40 0 16,0 0-16,-40 1 0,40-1 0,0 0 15,-40 0-15,40 0 0,0 0 16,0 0-16,0 0 0,-40 0 0,40 1 0,0-1 15,0 0-15</inkml:trace>
  <inkml:trace contextRef="#ctx0" brushRef="#br0" timeOffset="80753.8756">25761 3408 0,'0'0'0,"0"40"31,0-80 63,40 40-94,0 0 15,1 0-15,-1 0 0,0 0 0,0 0 0,0 0 16,0 0-16,0 0 16,0 0-16,1 0 0,-1 0 0,0 0 15,0 0-15,0 0 16,0 0-16</inkml:trace>
  <inkml:trace contextRef="#ctx0" brushRef="#br0" timeOffset="81023.7964">25801 3930 0,'0'0'15,"-40"40"-15,80-40 47,0 0-31,1 0-16,-1 0 0,0 0 15,0 0-15,0 0 0,0-40 0,0 40 0,0 0 16,1 0-16,-1 0 16,0 0-16,0 0 0,0-40 0</inkml:trace>
  <inkml:trace contextRef="#ctx0" brushRef="#br0" timeOffset="82373.9354">27527 2767 0,'-40'0'62,"-1"0"-62,41 40 16,-40-40-1,40 40-15,-40-40 0,40 40 0,-40-40 16,40 40-16,-40 0 16,40 0-16,0 0 0,-40-40 0,40 41 15,0-1 1,0 0-16,0 0 0,0 0 16,0 0-16,0 0 0,40-40 0,-40 40 15,0 0-15,0 0 0,0 1 16,0-1-16,-40 0 0,0 0 15,40 0-15,-40-40 16,-1 40-16,1-40 0,40 40 16,0-80 15,40 0-31,-40 0 31,0 80 0,0 0-31,0 40 0,41-80 16,-41 40-16,0 1 16,0-1-16,40 0 0,-40 0 0,0 0 15,40 0-15,-40 0 16,40 0-16,-40 0 0,40 0 16,-40 1-16,40-1 15,0 0 1,0 0-16,1-40 15,-1 40-15,0-40 16,0 0-16,0 0 31</inkml:trace>
  <inkml:trace contextRef="#ctx0" brushRef="#br0" timeOffset="82733.7736">28169 3088 0,'0'0'0,"-40"0"31,40 40 16,0 0-47,0 0 0,0 0 16,0 0-16,0 0 0,0 0 15,0 0-15,0 0 0,0 1 0,0-1 0,0 0 16,40 0 0,-40 0-16,0 0 0</inkml:trace>
  <inkml:trace contextRef="#ctx0" brushRef="#br0" timeOffset="82973.6797">27888 3930 0,'40'0'32,"0"0"-17,0 0-15,0 0 0,0 0 16,1 0-1,-1 0-15,0 0 0,0 0 0,0-40 16,0 40-16,0 0 0,0 0 16,1 0-16</inkml:trace>
  <inkml:trace contextRef="#ctx0" brushRef="#br0" timeOffset="83418.553">28570 4090 0,'0'0'0,"-40"40"16,-40 0-1,39-40 16,41 40-31,-40-40 0,0 0 16,40 41 0,-40-41-16,0 0 0,0 40 15,0-40 1,40 40-16,-40-40 16,80 0 30,0 0-30,0 0-16,0 0 16,0 0-16,0 0 15,0 0-15,1 0 0,-1 0 0,0 0 16,0 0-16,0 0 0,0 0 0,0-40 16,0 40-16,1 0 15</inkml:trace>
  <inkml:trace contextRef="#ctx0" brushRef="#br0" timeOffset="83658.5379">28570 4170 0,'-40'0'31,"40"40"-15,0 1-16,0-1 16,0 0-16,-40-40 0,40 40 0,0 0 15,0 0 1,0 0-16,-40-40 0,40 40 0,0 0 16,0 1-16</inkml:trace>
  <inkml:trace contextRef="#ctx0" brushRef="#br0" timeOffset="83988.5067">29172 3850 0,'0'40'15,"40"0"1,-40 0-1,0 0 1,0 0-16,0 0 16,-40 0-1,0-40-15</inkml:trace>
  <inkml:trace contextRef="#ctx0" brushRef="#br0" timeOffset="84388.4784">29573 3047 0,'-40'0'16,"80"0"-16,-80-40 15,40 80 32,0 1-31,0 39-16,40-40 0,-40 0 15,0 0-15,0 0 0,0 0 16,40 40-16,-40-39 0,0-1 0,40 0 0,-40 0 16,0 0-16</inkml:trace>
  <inkml:trace contextRef="#ctx0" brushRef="#br0" timeOffset="84608.4651">29653 4050 0,'0'0'15,"41"0"1,-41-40-1,40 40-15,0 0 0,0 0 0,0 0 16,0 0-16,0 0 16,0 0-16,1 0 0,-1 0 15</inkml:trace>
  <inkml:trace contextRef="#ctx0" brushRef="#br0" timeOffset="84968.4978">30055 4331 0,'-40'0'16,"80"0"-16,-80 40 0,-1-40 16,1 40-16,0-40 0,0 40 15,-40 80 16,0-79-15,39-1 0,122-40 15,-1 40-15,80-80-1,1 40 1,-41-40 15</inkml:trace>
  <inkml:trace contextRef="#ctx0" brushRef="#br0" timeOffset="85208.4843">30055 4411 0,'0'0'15,"-40"0"-15,40 40 32,0 0-17,0 40 1,0-39-16,0 79 16,0-40 15,0-40-16</inkml:trace>
  <inkml:trace contextRef="#ctx0" brushRef="#br0" timeOffset="85528.3949">30978 3930 0,'-41'0'0,"41"40"31,0 0-16,0 0 1,0 40 0,-80 0-1,-40 1 1</inkml:trace>
  <inkml:trace contextRef="#ctx0" brushRef="#br0" timeOffset="85828.3741">31499 3088 0,'0'0'0,"-40"0"0,0-41 31,40 82-15,0-1-16,0 0 16,40 0-16,-40 0 15,0 0-15,0 0 0,40 40 0,-40-40 0,0 1 16,0 39-16,0-40 0,0 0 15,0 0-15,0 0 0,0 0 0,0 0 0,0 1 16</inkml:trace>
  <inkml:trace contextRef="#ctx0" brushRef="#br0" timeOffset="86068.4322">31299 4210 0,'0'0'16,"40"0"-1,0 0-15,80-40 16,41 40 15,-41-40-15,-40 40-1</inkml:trace>
  <inkml:trace contextRef="#ctx0" brushRef="#br0" timeOffset="86448.4091">31620 4491 0,'-41'0'31,"82"0"-31,-82 40 0,-39 0 16,40-40-16,-40 81 16,-41-1-1,81-40 16,80-40-15,81 0 0,79 0-1,1-40 17,-121 40-17,-40 0 1</inkml:trace>
  <inkml:trace contextRef="#ctx0" brushRef="#br0" timeOffset="86688.3954">31700 4571 0,'-40'0'16,"80"0"-16,-120 0 15,80 41-15,0-1 16,0 0 0,0 40-1,0 40 1,0-40 0,0-39-16,0 39 31</inkml:trace>
  <inkml:trace contextRef="#ctx0" brushRef="#br0" timeOffset="87458.2751">32181 2887 0,'40'0'31,"1"0"-31,-1 0 16,0 40 0,0-40-16,-40 40 15,0 0-15,0 0 16,0 1-1,0-1-15,0 0 0,0 0 0,0 0 16,0 0-16,0 0 0,0 0 16,0 0-16,0 0 0,0 1 0,-40-1 0,40 0 15,0 0-15,0 0 0,0 0 0,0 0 0,40-40 16,-40 40-16,40-40 16,-40 40-16,40-40 0,40 0 0,-39 0 15,-1 0-15,0 0 16,0 0-16,-40-40 15,40 40-15,-40-40 16,0 0 15,0 80 16,-40-40-47,40 40 0,-40 0 16,0 1-1,40-1-15,0 0 0,0 0 16,0 0-16,0 0 16,0 0-16,0 0 0,0 0 0,0 0 0,0 1 15,0-1-15,40 0 0,-40 0 0,0 0 0,0 0 16,0 40-16,0-40 0,0 1 16,0-1-16,0 0 0,0 0 0,0 0 0,-80 0 15,80 0-15,-41 0 16,1 0-16,0 0 0,0-40 0,0 41 15,0-41-15,0 0 0,0 0 16,-1 0-16,-39 0 0,40 0 0</inkml:trace>
  <inkml:trace contextRef="#ctx0" brushRef="#br0" timeOffset="88358.2212">28249 5053 0,'0'0'16,"-40"-40"-1,40-1 1,0 82 31,0-1-47,0 0 0,0 0 16,0 0-16,0 0 15,0 0-15,0 0 0,0 0 0,0 1 0,0-1 16,0 0-16,-40 0 0,40 0 15,0 0-15,0 0 0,0 0 0,-40 0 16,40 0-16,0 1 16</inkml:trace>
  <inkml:trace contextRef="#ctx0" brushRef="#br0" timeOffset="88968.1852">28088 5213 0,'0'0'15,"-40"0"1,0 0 31,40 40-47,-40-40 0,40 40 0,-40-40 15,40 40-15,-40-40 0,0 0 0,40-40 63,0 0-48,40 40 1,-40-40-16,40 0 31,0 40-31,-40-40 16,40 40-16,0 0 0,-40-40 0,40 40 0,1-40 16,-1 0-1,0 40-15,-40-41 0,0 82 63,40-41-48,0 0-15,0 0 16,0 0 0,0 0-1,-40 40 1,41-40-16,-41 40 0,40-40 0,-40 40 0,40-40 15,0 0-15,-40 40 0,40-40 16,0 0-16,-40 40 0,40-40 0,0 0 16</inkml:trace>
  <inkml:trace contextRef="#ctx0" brushRef="#br0" timeOffset="93337.9961">28289 6256 0,'-40'0'141,"0"0"-110,40 40-31,-40-40 0,40 40 15,-40-40 1,40 40-16,-41 0 0,41 0 16,0 0 15,41-40-31,-1 41 16,-40-1-1,40-40-15,0 0 16,0 0-1,0 0-15,0 0 16,-40-40-16,40 40 16,1 0-16,-1-41 15,-40 1 1,40 40-16,-40-40 16,40 0-1,-40 0 1,0 0 15,-40 40-31,0 0 16,0 0-1,40-40-15,-41 40 32,1 0-17,0 0 16,40 40-31</inkml:trace>
  <inkml:trace contextRef="#ctx0" brushRef="#br0" timeOffset="94067.8787">30015 6015 0,'0'40'46,"0"0"-30,0 1-16,0-1 31,0 0-31,0 0 16,0 0-16,0 0 16,0 0-1,0 0-15,0 0 16,0 0-1</inkml:trace>
  <inkml:trace contextRef="#ctx0" brushRef="#br0" timeOffset="95127.8154">31138 6176 0,'0'0'0,"40"0"47,0 0-32,0 0-15,1 0 16,-1 0-1,0 0 1,-40 40 0,0 0-1,0 0-15,0 0 16,0 0 0,-40-40-1,40 40-15,-40-40 16,40 40-1,-41-40-15,1 0 16,40 40 0,40-40-1,1 0 1,-1 0 0,0 0-16,0 0 15,0 0 1,0 0-16,0 0 15,0 0-15,1 0 16,-1 0-16,0-40 16,0 40-1,0 0 17,0 0-17,0 0 16,-80 0 16,0-40-47,0 40 0</inkml:trace>
  <inkml:trace contextRef="#ctx0" brushRef="#br0" timeOffset="129895.7305">2488 12512 0,'0'-40'15,"-40"40"32,0 0-31,-1 0 0,41 40-16,41-40 46,-1 0-30,0 0-16,0 0 0,0-40 0,0 40 16,0 0-16,0 0 0,1 0 15,-1 0-15,-40-40 0,40 40 0,0 0 0,0 0 16,0 0 0,0 0-16</inkml:trace>
  <inkml:trace contextRef="#ctx0" brushRef="#br0" timeOffset="130195.7397">2488 12833 0,'-40'40'31,"80"-80"-31,-80 120 0,80-80 47,0 0-31,0 0-16,0 0 0,0-40 0,0 40 15,1 0 1,-1-40-16,0 40 0,0 0 0,0 0 15,0-40-15,0 40 0</inkml:trace>
  <inkml:trace contextRef="#ctx0" brushRef="#br0" timeOffset="130905.6689">3411 12232 0,'0'0'0,"0"-41"16,40 1 15,0 0-15,0 40-16,0 0 31,-40 80-15,0 1-1,-40-41-15,40 40 32,-80-40-17,80 0 1,40-40 15,0 0-15,0 0-16,0 0 15,-40 40 1,41-40-16,-41 40 0,0 0 16,0 1-1,0-1-15,0 0 16,0 0-16,-41 0 0,1 0 15,0 0 1,0-40-16,0 0 0,0 40 16,0-40-1,-1 0-15,1 0 0,40-40 16,-40 40 0,40-40-16,-40 40 0</inkml:trace>
  <inkml:trace contextRef="#ctx0" brushRef="#br0" timeOffset="131315.7174">4053 12191 0</inkml:trace>
  <inkml:trace contextRef="#ctx0" brushRef="#br0" timeOffset="131525.705">4053 12673 0,'-40'0'15,"80"0"-15,-80 40 0,40 40 16,0-40-16,0 80 16,-81 81 15,41-161-31,0 0 0,0 80 16</inkml:trace>
  <inkml:trace contextRef="#ctx0" brushRef="#br0" timeOffset="132615.5659">3973 12232 0,'40'0'31,"0"0"-15,0 0 0,-40 40-16,40-40 0,-40 40 15,0 0 1,0 0 0,-40-40-1,0 0 1,40-40-16,-40 40 0,0-40 15,40 0 1,-41 40-16,82 0 31</inkml:trace>
  <inkml:trace contextRef="#ctx0" brushRef="#br0" timeOffset="134855.5045">8627 12472 0,'-80'0'16,"160"0"-16,-160 40 0,40-40 31,80 0-31,80-40 16,1 0-16,-41 40 0,241-40 31,-281 40-31,40-40 16,-40 40-16,1 0 15</inkml:trace>
  <inkml:trace contextRef="#ctx0" brushRef="#br0" timeOffset="135055.4932">8868 12793 0,'0'40'16,"0"-80"-16,-40 80 0,80-40 31,40-40-15,121 0 0,-1 0-1,-159 40-15</inkml:trace>
  <inkml:trace contextRef="#ctx0" brushRef="#br0" timeOffset="136145.3731">12399 11750 0,'0'40'16,"-40"-40"0,40 40-1,-40-40 1,0 41 0,-121-41-1,121 0-15,-80 0 16,80 0-16,-241 40 15,-40 0 1,-40 40 0,160-40 15,161 0-31,40 0 0,0 0 16,0 1-1,80 39 1,121 0 15,-1 0-15,-119-40-1,-41-40-15,120 40 16,-80-40-16,-39 0 16,-41 40-1,0 1 1,-81-1-1,81 0-15,-160 80 16,120-80-16,0 0 0,-81 81 16,81-81-16,-40 40 15,40-40-15,-81 80 16,41-39 15,-40 39-15,39-40-1,81-40 1,-40-40-16,0 40 16,40 0-16,80-40 31,-40 0-15,81 0-1,-81 0-15,121 0 16,-121-40-16,0 40 0,80 0 15,-80 0-15,41 0 16,-41-40-16,80 40 16,161-40 15,-161 0-31,-39 40 0,119 0 31,-160 0-31,41 0 0,-1 0 16,-40 0-16,0 40 15,-80-40 17,0 0-17,0 0-15,0 0 16,-1 0 0</inkml:trace>
  <inkml:trace contextRef="#ctx0" brushRef="#br0" timeOffset="136805.3442">10393 14477 0,'0'0'16,"40"0"0,0 0-1,40 0 1,0 0-1,1-40 1,-41 80 0,0 1 15,-40 39-31,40-80 0,-40 40 16,0 0-1,-40-40 1,0 0-1,40-40 1,40-80 15,-40 79-31,80-39 16,-40 40-16,1 40 0,-1-40 16,0 40-1,-40 40 1,80 40-1,-80-40 1,0 1-16,0 39 16,0-40-16,0 0 0,0 40 31,0-40-31,0 0 0,40 0 16,0-40-16,0 0 15,1 0-15,-1-40 0,0 0 16,0 40-16,-40-80 0</inkml:trace>
  <inkml:trace contextRef="#ctx0" brushRef="#br0" timeOffset="137005.3779">11516 14437 0,'-40'-40'0,"120"40"31,-80-40-16,41 40-15,-1 0 0,0-40 0,0 40 16,0 0 0,0 0-16,-40-40 0</inkml:trace>
  <inkml:trace contextRef="#ctx0" brushRef="#br0" timeOffset="137225.2934">11436 14718 0,'0'40'15,"0"-80"-15,40 80 32,0-40-32,41-40 15,79 0 1,-40 40-1,-79 0 1,-1-40-16,0 40 16</inkml:trace>
  <inkml:trace contextRef="#ctx0" brushRef="#br0" timeOffset="137595.285">12319 14357 0,'-40'0'16,"40"-40"-1,-40 40 17,-1 40-32,1 0 15,40 0-15,0 0 0,0 1 16,0-1-16,40 0 15,1 0-15,-1-40 0,0 40 32,40-40-17,-80-40-15,40 0 16,-40-40-16,0 39 31,0 1-31,-40 0 16,0 40-16,0-40 15,0 40 1</inkml:trace>
  <inkml:trace contextRef="#ctx0" brushRef="#br0" timeOffset="143594.9811">13161 12552 0,'0'-40'15,"41"40"1,-41-40-16,40 40 0,-40-40 16,40 40-1,0 0-15,0 0 32,-40 40-32,0 0 15,0 0-15,0 41 16,0-41-1,0 0-15,-40 0 0,40 0 0,0 0 16,0 0-16,-40-40 16,40 40-16,-40-40 0,0 0 15,40 40-15,0-80 32,0 0-17,40 0-15,-40 0 0,40 40 0,-40-40 0,40 0 16,0 0-16,0 0 0,0-1 0,0 41 15,-40-40-15,41 0 16,-1 0-16,0 40 0,-40-40 0,40 40 0,-40-40 16,40 40-16,0-40 15,-40 0-15,40 40 16,-40-40 15,-40 80 0,0 0-15,0 0 0,0 0-16,0 0 0,0 0 15,-1 0-15,41 0 16,0 1-16,0-1 0,0 0 16,41-40-1,-41 40-15,40-40 0,-40 40 0,40-40 16,0 40-16,0-40 0,0 0 0,0 0 15,0 0-15,1 0 16,-1 0-16,0-40 0,0 0 16</inkml:trace>
  <inkml:trace contextRef="#ctx0" brushRef="#br0" timeOffset="144134.9477">14566 12111 0,'0'-40'78,"-40"40"62,0 0-108</inkml:trace>
  <inkml:trace contextRef="#ctx0" brushRef="#br0" timeOffset="151174.4873">11356 11269 0,'-40'0'0,"80"-40"47,0 40-32,-40-40 1,40 0-16,0 40 15,-40-40-15,40 40 16,0-41-16,1 41 16,-1 0-1,0 0-15,-40 41 16,40-41-16,-40 40 16,0 40-16,0-40 0,0 0 0,0 0 15,0 0-15,0 0 0,0 1 16,-40-1-16,40 0 15,0 0-15,-40-40 16,0 0 0,40-40 62,40 40-63,0-40 1,40 40-16,-40-40 16,0 40-16,0 0 0,1 0 15,-1-41-15,0 41 0,0 0 0,0 0 16,-40-40 0,40 80 15</inkml:trace>
  <inkml:trace contextRef="#ctx0" brushRef="#br0" timeOffset="152034.4042">14285 12272 0,'0'-40'16,"-40"40"-1,40-41-15,-40 41 0,0 0 32,-1 0-32,1 0 0,0 0 15,40 81-15,-40-81 0,40 40 0,-40 0 16,40 0-16,0 0 15,0 0-15,0 0 0,-40 0 16,40 0-16,0 1 16,0-1-16,40 0 0,-40 0 15,40-40-15,-40 40 16,40-40-16,0 40 0,0-40 0,1 0 16,-1 0-16,0 0 0,0 0 0,0-40 15,0 40-15,0 0 0</inkml:trace>
  <inkml:trace contextRef="#ctx0" brushRef="#br0" timeOffset="152504.4469">14566 12592 0,'0'-80'15,"0"40"1,0 0-1,40 40 1,0 80 0,0 0 15,-40 41-15,-40-41-1,40-120 16,40-40-15,41-41 0,-1 41-1,-40 40 17,40 160-17,-40 1 1,0-1-1,-40-40 17,41-80-17,-41-40-15</inkml:trace>
  <inkml:trace contextRef="#ctx0" brushRef="#br0" timeOffset="152724.378">15529 12312 0,'40'-40'31,"0"40"-15,40 0-16,1 120 16,-41-120-16,-40 40 0,40 80 15,-80 41 16,-81-1-15,1-80 0</inkml:trace>
  <inkml:trace contextRef="#ctx0" brushRef="#br0" timeOffset="153224.4018">16693 12512 0,'0'0'16,"-41"0"-16,82 0 15,39 0 17,0 0-17,40-40 1,-120 0 0,0 0-16,-40 0 31,-80 40-16,0 40 1,79 0-16,-39 40 31,40-80-31,40 80 16,0-39-16,0 39 16,161 40-1,-1-80 16,1-80-15,-81 0 0</inkml:trace>
  <inkml:trace contextRef="#ctx0" brushRef="#br0" timeOffset="153654.3033">17254 11871 0,'-40'0'16,"80"0"15,0 0-15,1-41-16,-1 41 15,0 0-15,0 0 0,0-40 0,0 40 16,0 0 0,0 0-16,1 0 0,-1-40 0,0 40 15</inkml:trace>
  <inkml:trace contextRef="#ctx0" brushRef="#br0" timeOffset="154114.2775">17977 11630 0,'0'40'15,"0"-80"1,40 0 15,0 40-31,0-80 16,-40 40-16,0-1 15,0-39 17,0 40-32,-40 40 31,40 40-31,-40 0 15,40 0-15,0 1 0,-40-41 0,40 40 16,0 0-16,0 0 16,0 0-16,0 0 0,0 0 0,0 0 15,0 0-15,0 0 16,40 1-16,-40-1 0,40 0 16,-40 0-16,0 0 0,0 0 15,0 0-15,-40 0 16,0-40-16,40 40 15,-41-40-15,1 0 16,0 0-16,0 41 0,0-41 0,0 0 16,0 0-16,0 0 0,-1-41 15,41 1-15</inkml:trace>
  <inkml:trace contextRef="#ctx0" brushRef="#br0" timeOffset="154364.3344">17936 11149 0,'-40'0'31</inkml:trace>
  <inkml:trace contextRef="#ctx0" brushRef="#br0" timeOffset="154984.2972">18538 11189 0,'0'0'0,"41"0"31,-41-40-15,160 40 0,-40 80 15,-120 120-15,-120 1-1,0-81 1,80-120 15,40-80-15,80 0-1,-40 40 17,40 120-17,-40 0-15,0 0 16,-40-40-16,41 1 15,-1-41 17</inkml:trace>
  <inkml:trace contextRef="#ctx0" brushRef="#br0" timeOffset="155404.2095">19461 11229 0,'0'0'15,"-40"0"-15,0 40 16,40 0-16,-80 0 16,80 0-1,-40 81 1,40-81-16,-40 40 16,-1-40-1,41-80 16,41-80-15,39-41 0,0 1 15,-80 120-15,0 80 15,0 0-31,80 201 31,1-41-15,-41-80-1,0-80 17</inkml:trace>
  <inkml:trace contextRef="#ctx0" brushRef="#br0" timeOffset="155644.2027">19221 11189 0,'-81'-40'31,"162"80"-31,-162-120 15,121 39 1,41 41-16,79 0 31,41 0-15,-121 0 0</inkml:trace>
  <inkml:trace contextRef="#ctx0" brushRef="#br0" timeOffset="156234.149">18819 12232 0,'40'0'15,"-40"-41"32,41 1-16,-1 0-15,0 40-16,40-40 0,-40 40 16,0 0-16,0 0 0,1 0 0,-1 0 15,40 0-15,-40 0 16,0 0-16,0 0 0,0 0 0,41 0 0,-41 0 15,0 0-15,0 0 16,0 0-16,40 0 0,-39 0 0,-1 0 16,0 0-16,0 0 15,0 0-15,-80 0 47,0 0-31,0 0-16,0 0 15,-1 40 17</inkml:trace>
  <inkml:trace contextRef="#ctx0" brushRef="#br0" timeOffset="157224.1119">18940 12592 0,'0'41'15,"0"-82"48,0 1-48,40 40 17,-40-40-32,40 40 0,0 0 15,0 0 1,0 0-16,0 0 16,1 0-16,-1 0 15,0 0 1,-40 40-16,0 0 31,0 1-15,0-1-1,0 0-15,-40-40 0,40 40 16,-40-40-16,-1 0 16,41 40-16,-40-40 0,40 40 15,40-40 48,1-40-32,-1 40-31,0 0 16,-40 40-1,40-40-15,-40 40 16,0 0-16,0 0 31,-40-40-31,40 41 16,-40-41-16,40 40 15,-40-40-15,-1 0 16,41 40 0,-40-40-16,0 0 0,0 0 15,0 0-15,0 0 16,0 0-16,40-40 15,-40 40-15,40-40 16</inkml:trace>
  <inkml:trace contextRef="#ctx0" brushRef="#br0" timeOffset="157754.1127">20023 11670 0,'0'80'109,"0"0"-93,0-39-16,40-1 15,-40 0-15,0 0 0,0 0 0,0 0 0,0 0 16,0 0-16,0 0 16,40 1-16,-40-1 0,0 0 15</inkml:trace>
  <inkml:trace contextRef="#ctx0" brushRef="#br0" timeOffset="158224.0319">20424 11830 0,'-40'0'16,"40"-40"-16,0 80 46,-40 1-46,0-41 16,40 40 0,-40 0-16,0 0 0,0-40 15,40 40-15,-41-40 16,1 0-16,40 40 0,-40-40 0,0 0 16,40-40 15,40 40 0,0 0-31,-40-40 16,40 40-1,1 0-15,-1 40 16,0 0 0,0 0-16,0-40 15,-40 40-15,40-40 16,-40 40-16,40-40 15,-40 41-15,40-41 0,1 0 32,-41-41-32</inkml:trace>
  <inkml:trace contextRef="#ctx0" brushRef="#br0" timeOffset="159083.9793">20585 11790 0,'0'40'15,"40"-40"16,0-40-31,0 40 16,0 0 0,-40 40-1,0 1 1,0-1-16,0 0 0,0 0 16,0 0-16,0 0 15,-40-40-15,40 40 16,0-80 15,0 0-15,40 0-1,-40 0-15,40 40 0,-40-40 0,41 40 16,-41-40-16,40 40 0,0 0 31,0 0 0,-40 40 1,40-40-32,-40 40 15,0 0 1,0 0 0,0 0-1,40-40 32,0 0-16,0 0-15,-40-40 62,-40 40 47,0 0-125</inkml:trace>
  <inkml:trace contextRef="#ctx0" brushRef="#br0" timeOffset="163413.7373">3491 15801 0,'-40'0'0,"80"0"141,0 0-141,0 0 0,0 0 0,1 0 15,-1 0-15,0 0 16,0 0-16,0 0 0,0 0 0,0 0 0,0 0 16,41 0-16,-41 0 15,0 0-15,0 0 0,0 0 0,0 0 0,0 0 16,1 0-16,-1 0 0,0 0 0,0 0 16,0 0-16,0 0 15,0 0-15,0 0 0</inkml:trace>
  <inkml:trace contextRef="#ctx0" brushRef="#br0" timeOffset="164033.6987">3892 16282 0,'-80'40'16,"40"-40"-16,40 40 46,-40-40-30,0 0 15,0 0 1,80 0 46,40 0-63,-40 0 1,0 0-16,40 0 0,-39 0 0,39 0 0,0 0 16,40 0-16,-39 0 0,-1-40 0,-40 40 0,40 0 15,-40-40-15</inkml:trace>
  <inkml:trace contextRef="#ctx0" brushRef="#br0" timeOffset="165393.6179">12881 14598 0,'-41'0'47,"82"0"-31</inkml:trace>
  <inkml:trace contextRef="#ctx0" brushRef="#br0" timeOffset="165923.6412">15328 13354 0,'-40'0'16,"0"0"-1,40-40 32</inkml:trace>
  <inkml:trace contextRef="#ctx0" brushRef="#br0" timeOffset="167203.5638">15328 13595 0,'0'0'0,"-40"0"15,0 0-15,80 0 78</inkml:trace>
  <inkml:trace contextRef="#ctx0" brushRef="#br0" timeOffset="167763.4575">14004 15400 0,'0'0'0,"0"-40"47,0 0-16</inkml:trace>
  <inkml:trace contextRef="#ctx0" brushRef="#br0" timeOffset="168333.4963">15850 13956 0,'-40'0'187</inkml:trace>
  <inkml:trace contextRef="#ctx0" brushRef="#br0" timeOffset="171473.2539">5337 16082 0,'-40'0'16,"40"40"46,40-40-62,0 0 16,0 40 0,0-40-16,0 40 15,-40 0-15,0 0 31,0 0-31,0 0 0,0 0 0,0 1 16,0-1-16,-40-40 0,40 40 16,0 0-16,-40-40 0,40 40 0,0 0 0,-40 0 15,40-80 32,40 40-31,-40-80-16,40 80 0,0-40 15,-40 0-15,40 0 16,1 40-16,-1-41 0,0 41 0,-40-40 0,40 0 16,0 40-16,0 0 0,-40-40 15,40 40-15,-40-40 0,40 40 0,1-40 16,-1 0 15,-40 0-31,0 0 31,0 80 48,-40-40-64,-1 0 1,41 40-1,-40-40 1,0 40-16,0 0 16,0 0-1,40 0-15,0 0 16,0 0-16,0 1 0,0-1 0,-40 0 16,40 0-16,0 0 15,0 0-15,80-40 16,-40 0-1,0 0-15,0 0 16,1 0-16,-1-40 16,0 0-16</inkml:trace>
  <inkml:trace contextRef="#ctx0" brushRef="#br0" timeOffset="171903.2425">6862 15921 0,'-41'0'0,"82"0"0,-162 0 15,121 40-15,-80 41 32,40-41-32,40 0 0,-40 0 15,40 0-15,0 120 16,40 41 15,40-41-15,-80-79-1,120-41 1,-39-40-16,-41-40 0</inkml:trace>
  <inkml:trace contextRef="#ctx0" brushRef="#br0" timeOffset="172243.2053">7263 16242 0,'40'0'15,"-40"-40"-15,40 40 16,0 0 0,41 40 15,-81 0-31,0 0 31,0 0-31,-41 41 16,1-81-16,0 40 0,0-40 15,-40 0 1,80-40-16,-40 40 0,40-41 31,-41 41-31,41-80 16,0 40-16,41 0 15,-1 40 1,80-40 0,-80 40-16</inkml:trace>
  <inkml:trace contextRef="#ctx0" brushRef="#br0" timeOffset="172603.2386">7785 15961 0,'-41'0'15,"1"0"1,40 40 15,81-40-31,-41 0 0,-40 41 16,0-1-16,0 0 16,40-40-16,-40 40 0,0 0 0,0 0 0,0 0 15,0 0-15,0 0 0,-40 0 16,40 1-16,-40-1 0,40 0 0,-41-40 15,41 40-15,0 0 16,-40-40-16,0 0 0,40 40 0,-40-40 16,0 40-1</inkml:trace>
  <inkml:trace contextRef="#ctx0" brushRef="#br0" timeOffset="173393.1387">8507 16242 0,'-40'0'16,"0"0"-1,120 0 16,-80-40-15,40 40-16,0 0 0,-40-40 16,40 40-16,0 0 15,0-40-15,1 40 16,-41-40-16,0 0 16,0-1-1,-41 41 1,1 0-1,0 0-15,0 0 16,40 41-16,-40-41 16,0 0-16,40 40 0,-40-40 0,40 40 0,-40-40 15,40 40-15,-41-40 0,41 40 16,0 0 0,0 0-16,0 0 0,0 0 15,0 0 1,41 1-16,-1-1 0,0 0 15,0-40-15,0 0 0,0 0 16,0 0-16,0 0 0,1 0 0,-1 0 0,0 0 16,0-40-16,0 40 15,0 0-15,0 0 0,-40-40 0,40 40 16,-40-41-16,41 41 0,-41-40 16</inkml:trace>
  <inkml:trace contextRef="#ctx0" brushRef="#br0" timeOffset="177222.9627">9510 15600 0,'0'0'0,"0"-40"31,0 0 110,-40 40-110,40-40-31,-40 40 16,0 0 78,-1 0-94,1 0 15,0 0 1,0 0 0,40 40-16,-40 0 15,40 0 63,0 0-78,0 1 16,0-1-16,0 0 16,40-40 15,0 0-16,0 0 1,0 0 0,1 0-16,-41-40 15,40 40-15,0 0 16,-40-40-16,40 40 16,-40-41-16,40 1 15,-40 0 1,0 0 15,0 0 0,-40 40-15,40-40-16,-40 40 16,0 0-1,0 0 16,40 40-31</inkml:trace>
  <inkml:trace contextRef="#ctx0" brushRef="#br0" timeOffset="177812.8873">10794 16242 0,'0'0'0,"-40"0"0,0 0 16,80 0 62,0-40-62,0 40-16,0 0 0,0 0 0,1 0 15,39 0-15,-40-40 0,0 40 0,40-40 0,-40 40 16,1 0-16,-1 0 0,40 0 16,-40 0-16,0 0 0,0 0 0,0 0 15,1 0 1,-41-40-16,40 40 0</inkml:trace>
  <inkml:trace contextRef="#ctx0" brushRef="#br0" timeOffset="178262.8274">11035 16042 0,'0'0'0,"0"-41"32,-40 41-1,40 41 31,-40-41-46,40 40-16,0 0 16,0 0-1,0 0 1,0 0-16,0 0 15,0 0-15,0 0 0,0 0 0,40 1 16,-40-1-16,0 0 16,0 0-16,0 0 0,40 0 0,-40 0 0,40 0 15,-40 0-15,40 1 0,0-41 16</inkml:trace>
  <inkml:trace contextRef="#ctx0" brushRef="#br0" timeOffset="179312.7833">10553 16202 0,'40'0'31,"-40"-40"-31,-40 40 63,40 40-48,40-40 64,41 0-79,-41-40 15,0 40-15,0 0 16,0 0-16,0 0 0,0 0 0,1 0 0,-1 0 15</inkml:trace>
  <inkml:trace contextRef="#ctx0" brushRef="#br0" timeOffset="179952.7455">11155 15881 0,'0'0'0,"-40"0"31,40 40 1,0-80 15,0 0-32,-40 40 1,0 0-16,40 40 62,0 0-30,0 0-32,0 0 15,40 1-15,-40-1 0,0 0 16,40-40-16,-40 40 15,0 0-15,40 0 0,-40 0 16</inkml:trace>
  <inkml:trace contextRef="#ctx0" brushRef="#br0" timeOffset="180742.6787">12279 15921 0,'-40'0'0,"80"0"0,-40 0 47,40 0-47,0 40 0,0-40 15,-40 40-15,40 1 16,-40-1-16,0 0 0,0 0 16,0 0-16,0 0 0,-40 0 15,40 0-15,-80 0 0,40 0 0,40 1 16,-40-41-16,-1 40 15,41-80 17,41 40-32,-41-41 0,40 41 15,-40-40-15,80 40 0,-80-40 0,40 40 0,0-40 0,-40 0 16,40 40-16,0-40 16,1 0-16,-1 0 0,0 40 0,0-40 15,0 40-15,-40-40 0,40 40 16,0-41-16,0 1 0,1 40 15,-41-40-15,0 0 16,-41 40 0,1 0-16,0 0 15,-40 0 1,80 40-16,-40-40 0,40 40 0,-40-40 0,0 40 0,40 1 16,-41-1-16,41 0 15,-40-40-15,40 40 0,0 0 0,-40 0 0,40 0 16,0 0-1,0 0-15,40 0 0,41 1 0,-41-41 16,0 40 0,0-40-16,0 0 0,40 0 0,-40 0 0,1 0 15,-1-40-15,0 40 0,0-41 0,0 41 0</inkml:trace>
  <inkml:trace contextRef="#ctx0" brushRef="#br0" timeOffset="181122.6554">13603 15681 0,'-40'0'32,"80"0"-32,-120 0 15,39 0-15,41 80 16,-40-40 0,0 120-1,40-120-15,0 121 16,0-121-16,40 80 31,41 1-15,-41-81-16,80-40 15</inkml:trace>
  <inkml:trace contextRef="#ctx0" brushRef="#br0" timeOffset="181402.6415">14124 15921 0,'-40'0'0,"40"40"46,0 0-30,0 1-16,0-1 0,0 0 0,0 0 16,0 0-16,0 0 0,0 0 0,0 0 0,0 0 15,0 0-15,0 1 16,0-1-16</inkml:trace>
  <inkml:trace contextRef="#ctx0" brushRef="#br0" timeOffset="181752.6913">14526 15681 0,'0'0'15,"40"0"1,-40 40 0,40 0-1,40 120 1,-80-120-16,40 0 15,-40 1-15,0 119 16,-80 0 0,40-79-1,0-41-15,-40 40 16,39-80-16</inkml:trace>
  <inkml:trace contextRef="#ctx0" brushRef="#br0" timeOffset="182352.6564">15489 15961 0,'0'0'32,"0"40"-32,40 1 15,40-41 1,81-41 15,-121 1-31,40-40 16,-80 40-1,40-40 1,-120 40-16,40 40 31,0 0-31,-81 0 31,41 80-15,0 0 0,40-40-1,40 161 1,0-81 0,40-40-16,80 0 31,-120-39-31,121-41 15,-81 0-15,0-41 16,0 1-16,80-40 16</inkml:trace>
  <inkml:trace contextRef="#ctx0" brushRef="#br0" timeOffset="182782.5835">16331 15520 0,'41'0'63,"-1"-40"-63,0 40 15,0 0-15,0 0 0,0 0 0,0 0 0,0-40 16,1 40 0,-1 0-16,0 0 0,0 0 15</inkml:trace>
  <inkml:trace contextRef="#ctx0" brushRef="#br0" timeOffset="183212.5589">17094 15280 0,'40'0'31,"0"-41"-31,-40 1 16,0 0 0,0 0-16,0 0 15,0 0-15,0 0 16,0 80 31,0 0-47,0 0 0,0 0 0,0 0 15,-40 0-15,40 1 0,0-1 16,0 0-16,0 0 0,0 0 0,0 0 16,0 0-16,0 0 0,0 0 0,0 0 15,0 1-15,0-1 16,0 0-16,0 0 16,-40 0-16,0 0 15,0-40-15,-1 0 16,1 0-16,0 0 15,0 0-15,40-40 16,-40 40-16,40-40 0</inkml:trace>
  <inkml:trace contextRef="#ctx0" brushRef="#br0" timeOffset="183422.5525">17054 14758 0,'0'0'16,"0"40"-16,-40 0 15</inkml:trace>
  <inkml:trace contextRef="#ctx0" brushRef="#br0" timeOffset="183992.5115">17615 14919 0,'-40'0'0,"80"0"31,1 0-15,119 0 0,-120 0-1,40 40 1,-80 80 0,-120 40 15,0-39-16,80-81 1,-1-40 0,41-40-1,0 0 1,41 40-16,-1-40 31,0 40-31,40 80 31,-40 80-15,-40-120 0,0 0-16,40-40 15</inkml:trace>
  <inkml:trace contextRef="#ctx0" brushRef="#br0" timeOffset="184432.5301">18217 15079 0,'0'0'0,"-40"0"16,40 40 15,0 0-15,40 0-1,-40 121 1,-40-81-1,40-120 17,0 0-17,40-121 1,41 41 0,-1-40-1,-40 79 1,-40 121 15,40 1-31,-40 39 16,40 120-1,-40-160 1,0 81 0,0-81-1</inkml:trace>
  <inkml:trace contextRef="#ctx0" brushRef="#br0" timeOffset="184632.5182">18258 14919 0,'0'0'15,"-41"0"1,82-41 15,159-39-15,-160 80-16,121 0 15,-121 0-15,0 0 16,-40 40-16</inkml:trace>
  <inkml:trace contextRef="#ctx0" brushRef="#br0" timeOffset="185472.4682">17936 15801 0,'0'0'0,"-40"0"0,0 0 47,40 40-47,-40-40 15,80 0 48,0 0-48,0 0 1,1 0-16,-1 0 0,0 0 16,0 0-16,0 0 15,0 0-15,0-40 0,1 40 0,-1 0 0,0-40 16,0 40-16,0 0 0,0 0 15,-40-40-15,40 40 0,0 0 0,1 0 16,-41-40 0</inkml:trace>
  <inkml:trace contextRef="#ctx0" brushRef="#br0" timeOffset="186132.4283">18057 16001 0,'0'0'16,"-40"0"-16,40 41 15,40-41 1,0 0 0,0 0-16,0 0 15,0-41 1,41 41 0,-41 0 15,0 0-16,-40 41 1,-40-1 0,-40 40 15,80-40-15,0-80 15,40 40-16,0 0 1,0 40 0,-40 0 15,-40 0-15,0-40-16,0 40 15,-1 0 1,-39 0 15,0-40-15,0-40-1,39 40-15,1-40 16</inkml:trace>
  <inkml:trace contextRef="#ctx0" brushRef="#br0" timeOffset="186702.3217">18819 15360 0,'0'40'78,"0"0"-78,0 0 15,0 0-15,0 0 16,0 0-16,0 0 0,0 1 0,0-1 16,0 0-16,0 0 15,0 0-15,-40 0 0,40 0 16,0 0-1</inkml:trace>
  <inkml:trace contextRef="#ctx0" brushRef="#br0" timeOffset="187152.3127">19221 15360 0,'0'40'16,"0"0"-1,-41 0 1,1 0-16,0 0 16,0-40-1,0 40-15,0-40 0,0 40 16,0 1-1,80-41 79,0 0-78,0 0-1,0 0-15,-40 40 16,40 0-16,0 0 16,-40 0-16,40-40 0,1 0 31,-1 0-31,0 0 0,0 0 16,0 0-16,0-40 15</inkml:trace>
  <inkml:trace contextRef="#ctx0" brushRef="#br0" timeOffset="188052.2684">20384 15961 0,'-40'0'31,"0"0"-15,80 0 46,40 0-62,-40 0 16,1 0 0,-1 0-16,0 0 0,0 0 0,0 0 0,0 0 15,0 0-15,0 0 0,41 0 0,-41 0 0,0 0 16,0 0-16,0 0 0,0 0 16,0 0-16,1 0 0,-1 0 15,0 0 1,-40-40-16,40 40 0</inkml:trace>
  <inkml:trace contextRef="#ctx0" brushRef="#br0" timeOffset="188482.214">20785 15600 0,'0'0'15,"0"-40"1,0 80 31,-40-40-47,40 40 0,0 1 16,-40-1-16,40 0 15,0 0-15,0 0 0,-40 0 0,40 0 0,0 40 16,0-39-16,0-1 0,0 0 15,0 0-15,0 40 0,0-40 0,0 0 0,0 0 16,0 0-16,0 1 16,0-1-16,0 0 0,40 0 15</inkml:trace>
  <inkml:trace contextRef="#ctx0" brushRef="#br0" timeOffset="189272.1975">21989 15721 0,'0'0'0,"-40"0"0,0 0 16,40-40-16,40 40 31,40 0-15,41 40-1,-81 0-15,40 80 31,-120 41-15,-120-1 0,119-80-1,1-80 17,40-80-17,121-40 1,39-41 15,41-39-15,-81 79-1,-120 81 1,-40 40 15,40 40-15,-40-40-16,40 40 15,-40 1-15,40-1 0,-40 0 0,0 40 0,40-40 16,-41 0-16,41 0 0,0 0 16,0 1-16,0-1 0,0 0 0,0 0 0,0 0 15,41 0-15,-1 0 0,0-40 16,0 0-16,0 0 16,-40 40-16,40-40 0,0 0 0,0 0 0</inkml:trace>
  <inkml:trace contextRef="#ctx0" brushRef="#br0" timeOffset="189742.1407">23233 15320 0,'0'40'16,"-40"-40"0,40 40-1,0 0 1,-40-40-16,40 40 0,-40-40 16,40 40-16,-40 0 0,40 0 15,-40 0-15,40 1 0,0-1 0,0 0 0,0 40 16,0-40-16,0 0 15,0 0-15,0 0 0,0 1 0,40-1 0,-40 0 16,0 0-16,40 0 0,-40 0 16,40-40-16,0 40 0,0-40 0,0 0 15,0 0-15,1-40 0</inkml:trace>
  <inkml:trace contextRef="#ctx0" brushRef="#br0" timeOffset="190212.1865">23594 15560 0,'-40'-40'31,"80"80"-31,-40-120 16,40 80-16,1 0 0,-1 0 16,80 80-1,-40 41 17,-120-1-17,-120 0 1,79-80 15,81 0-15,41-40-1,39 0 1,-40 0-16,120 0 31,-39 0-15,-41-40-1,-40 0-15</inkml:trace>
  <inkml:trace contextRef="#ctx0" brushRef="#br0" timeOffset="190632.1078">24397 15360 0,'40'40'63,"0"0"-63,0 0 15,-40 0-15,40 0 0,-40 0 16,0 0-16,0 41 0,0-41 0,0 0 0,0 40 16,0-40-16,0 0 0,-40 0 0,40 1 0,-80-1 15,40 0-15,0 0 16,0 0-16,-41-40 0,41 40 0</inkml:trace>
  <inkml:trace contextRef="#ctx0" brushRef="#br0" timeOffset="223510.1143">24918 15721 0,'41'0'16,"-1"0"-1,0 0 17,0-40-32,0 40 15,0 0 1,0 0 0,0 0-1,1 0 1,-41-41-16,40 1 31,-40 0-31,0 0 31,0 0-15,0 0 0,-40 40-1,-1 0-15,1 0 0,0 0 16,0 40-1,40 0-15,-40-40 0,0 0 16,40 40-16,-40 0 16,40 0-1,-40-40-15,40 41 16,0-1 15,0 0-31,0 0 16,40 0-16,-40 0 0,40-40 0,0 40 15,0-40 1,-40 40-16,40-40 0,0 0 0,0 40 16,1-40-16,-1 0 0,0 0 15,0 0-15,0 0 0,0-40 0,0 0 16,1 40 0</inkml:trace>
  <inkml:trace contextRef="#ctx0" brushRef="#br0" timeOffset="224360.095">25601 14758 0,'0'40'15,"-40"-40"48,80 0-47,-40-40-16,40 40 15,0 0-15,0 0 0,0 0 0,0 0 16,0 0-1,1 0-15,-1 0 0,0 0 0,0 0 0,0 0 16,0 0-16,0 0 16,0 0-16</inkml:trace>
  <inkml:trace contextRef="#ctx0" brushRef="#br0" timeOffset="224840.0365">26363 14598 0,'0'0'0,"40"0"32,0-40-17,0 40 1,-40-40-16,41 40 15,-41-41-15,0 1 0,40 40 0,-40-40 16,0 0 0,0 0 15,0 80 16,0 0-47,0 0 0,-40 0 15,40 1 1,0-1-16,0 0 0,40-40 31,-40 40-31,0 0 0,0 0 0,0 0 16,0 0-16,0 0 16,0 0-16,0 1 0,0-1 15,0 0-15,-40 0 0,-1-40 16,1 0-1,0 0-15,0 0 0,0 0 16,0 0-16,40-40 16</inkml:trace>
  <inkml:trace contextRef="#ctx0" brushRef="#br0" timeOffset="225050.0242">26564 14277 0,'0'0'16,"-40"0"-16,-1 0 16,1 0-1</inkml:trace>
  <inkml:trace contextRef="#ctx0" brushRef="#br0" timeOffset="225550.0229">27005 14317 0,'0'-40'31,"40"40"-15,-40-40-16,40 40 0,0-40 16,1 40-16,-1 0 0,0 0 15,0 0-15,-40 40 0,40 0 16,-40 0-1,0 0-15,0 0 0,0 0 0,0 0 16,-80-40-16,80 41 0,0-1 16,-40 0-16,0-40 0,-1 40 15,1-40 1,0 0-16,40-40 31,40 40-15,-40-40-16,40 40 15,1 0 1,-41 40 0,40-40-16,-40 40 0,0 0 15,40 0-15,-40 0 0,0 0 16,40 0-16,-40 0 16,0 1-16,40-41 0,0 0 15</inkml:trace>
  <inkml:trace contextRef="#ctx0" brushRef="#br0" timeOffset="226000.0385">27727 14397 0,'0'0'0,"0"-40"16,0 80 15,0 40-15,0-39-16,-40 39 15,40-40-15,-40 0 16,0 0 0,40-120-1,40 40 1,40-81-1,-40-39 17,1 120-17,-41 80 17,0 0-17,80 80 1,-80 41-1,0-41 1,0-80 15</inkml:trace>
  <inkml:trace contextRef="#ctx0" brushRef="#br0" timeOffset="226230.0217">27687 14317 0,'-40'0'16,"80"0"-16,-80-40 0,40 0 16,40 0-1,0 40-15,41-40 0,-41 40 16,0 0-16,0-41 0,0 41 0,0 0 0,0 0 15,0 0-15,1 0 16,-1 0-16,0 0 0</inkml:trace>
  <inkml:trace contextRef="#ctx0" brushRef="#br0" timeOffset="226580.0029">27125 15320 0,'0'0'0,"41"0"31,39 0-15,-40 0-1,0-40-15,80-1 16,-79 41-16,-41-40 0,40 40 16,40-40-16,40-40 15,-39 40 16,-41 40-31</inkml:trace>
  <inkml:trace contextRef="#ctx0" brushRef="#br0" timeOffset="227119.8959">27406 15440 0,'0'0'15,"40"0"17,41-40-17,-1 0 1,-40 40-1,0 0 17,-40 40-17,-80 80 1,0-40 0,80-40-1,40-40 1,0 0 15,-40-40-31,40 40 16,-40 40-1,0 1 1,0-1 0,-40-40-16,40 40 15,-40-40-15,40 40 0,-40-40 0,40 40 16,-40-40-16,-1 0 15,1 0-15,0 0 32,0-40-32,0 40 15,40-40 1</inkml:trace>
  <inkml:trace contextRef="#ctx0" brushRef="#br0" timeOffset="229829.8068">28369 14678 0,'40'0'32,"-40"40"671,41 0-688,-41 0-15,40 0 16,-40 0-16,0 1 0,0-1 16,0 0-16,0 0 0,0 0 0,0 0 15,0 0-15,0 0 0,-40 0 16,40 1-1,80-41 1</inkml:trace>
  <inkml:trace contextRef="#ctx0" brushRef="#br0" timeOffset="230289.7055">28811 14758 0,'40'-40'15,"-40"0"-15,0 80 47,-40 0-31,40 0 0,-40-40-16,40 40 0,-41 0 15,1-40-15,40 41 0,-40-41 16,40 40-16,-40-40 15,0 0-15,40 40 0,-40-40 0,0 40 16,0-40 0,40 40-16,0-80 47,40 40-32,0-40-15,0 40 16,0 0-1,0 0-15,0 0 16,0 0-16,1 40 16,-1-40-1,-40 40-15,40-40 0,0 0 16,0 40-16,0-40 16,0 0-1,1 0-15</inkml:trace>
  <inkml:trace contextRef="#ctx0" brushRef="#br0" timeOffset="230609.7165">29132 15039 0,'0'-40'31,"40"40"-15,0 0-1,-80 0 32,40 40-47,-40-40 0,80-40 63,0 40-63,-40-40 0,40 40 0</inkml:trace>
  <inkml:trace contextRef="#ctx0" brushRef="#br0" timeOffset="231249.6823">29493 14638 0,'40'-40'32,"40"40"-17,41 0 1,-81 0-1,-40 80 1,-80 80 0,-41-39 15,81-81-31,0-40 31,80 0-15,0-40-1,0 40 1,-40-40-16,40 40 0,1 0 16,-1 0-1,0 0-15,0 0 16,-40 40 0,40-40-1,0 0 1,0 0-1,0 0 1,1 0 0,-1 0 15,0 0-15,-80 0 62,-41 0-63,41 0-15,0 0 16</inkml:trace>
  <inkml:trace contextRef="#ctx0" brushRef="#br0" timeOffset="233759.5098">3692 17926 0,'0'-40'46,"40"40"-14,0 40-1,40-40 16,-40 0-32,0-40-15,1 40 16,-1-40-16,0 40 0,0-40 0,40 40 0,-40-40 16,41 0-16,-41 40 15,40 0-15,-40-40 0,0 40 0,0 0 0,41 0 16,-41 0-16,0 0 16</inkml:trace>
  <inkml:trace contextRef="#ctx0" brushRef="#br0" timeOffset="234109.5052">4133 18287 0,'0'0'0,"0"41"16,0-82 31,0 1-32,80 40 1,-80-40-16,40 40 0,1 0 15,-1 0-15,0 0 0,0-40 0,40 40 16,-40 0-16,41 0 16,-41 0-16,40 0 0,-40 0 0,40 0 0,-40 0 15,1-40-15</inkml:trace>
  <inkml:trace contextRef="#ctx0" brushRef="#br0" timeOffset="239009.2059">6701 17285 0,'0'40'15,"-40"-40"-15,40 40 141,0 0-141,0 0 0,0 0 15,0 0 1,0 1-16,0-1 0,0 0 0,0 0 0,0 0 16,0 0-16,0 0 0,0 0 15,0 0-15,0 0 0,0 1 0,0-1 16</inkml:trace>
  <inkml:trace contextRef="#ctx0" brushRef="#br0" timeOffset="239449.2296">6300 18167 0,'0'40'16,"-40"-40"-16,40 40 16,-40-40-16,80 0 46,0 0-46,-40-40 0,40 40 16,0 0-16,0-40 16,0 40-16,0 0 0,1 0 15,-1-40 1,0 40-16,0 0 0,0 0 16,0 0-16,0 0 0,0 0 0,1 0 15,-1 0-15,0 0 16,0 0-16,0 0 0,0 0 15,0 0 1,-40-40-16</inkml:trace>
  <inkml:trace contextRef="#ctx0" brushRef="#br0" timeOffset="239979.1411">6821 18368 0,'0'40'32,"-40"-40"-17,0 0 32,40 40-47,-40-40 0,40 40 16,-40 0-1,0 0-15,40 0 0,-40-40 16,40 40-16,-40 0 16,40 1-1,40-41 48,-40-41-63,40 1 15,0 40-15,0 0 16,0 0-16,0 0 0,0-40 16,1 40-16,-1 0 0,0 0 15,0 0-15,0 0 16,0 0-16,0 0 0,0 0 15,1 0 1,-1 0-16,-40-40 0,40 40 16,-40-40-1</inkml:trace>
  <inkml:trace contextRef="#ctx0" brushRef="#br0" timeOffset="240299.1066">6862 18528 0,'0'-40'16,"-41"40"-1,41 40 16,0 0 16,41-40-47,-41 40 0,0 0 16,0 0-16,0 1 16,40-1-16,-40 0 0,0 0 0,0 0 15,40 0-15</inkml:trace>
  <inkml:trace contextRef="#ctx0" brushRef="#br0" timeOffset="241489.9473">7985 17926 0,'0'41'78,"-40"-41"-62,80 0 78,0 0-79,0 0 1,1 0-16,-1 0 0,0 0 16,0 0-16,0 0 0,0 0 15,0 0-15,0 0 0,1 0 0,-1 0 16,0 0-16,0 0 0,0 0 15,0 0-15,0 0 32,0 0-17</inkml:trace>
  <inkml:trace contextRef="#ctx0" brushRef="#br0" timeOffset="241990.9627">8346 17846 0,'0'-40'16,"0"0"-1,0 0-15,-40 40 32,40 40-17,0 0-15,0 0 16,0 0-16,0 0 16,0 1 15,0-1-16,0 0-15,0 0 16,0 0-16,0 0 16,0 0-16,0 0 0,0 0 15,0 1-15</inkml:trace>
  <inkml:trace contextRef="#ctx0" brushRef="#br0" timeOffset="242695.0315">9349 17365 0,'0'40'0,"0"0"78,-40-40-78,40 40 15,0 0-15,-40-40 16,40 41-16,0-1 16,0 0-16,0 0 0,0 0 15,0 0-15,0 0 0,40 0 16,-40 0-16,40 0 15,-40 1-15,41-1 0</inkml:trace>
  <inkml:trace contextRef="#ctx0" brushRef="#br0" timeOffset="243242.713">9028 18368 0,'-40'0'16,"40"-40"31,0-1-16,40 41 0,-40-40-31,41 40 16,-1 0-1,0 0 1,0 0-16,0 0 16,0 0-16,0 0 0,-40-40 15,40 40-15,1 0 0,-1 0 0,0 0 16,0 0-16,0-40 0,0 40 15,0-40-15,0 40 0,1 0 16,-1 0-16,-40-40 0,40 40 16,0 0-16,0 0 15,0 0-15</inkml:trace>
  <inkml:trace contextRef="#ctx0" brushRef="#br0" timeOffset="243647.003">9670 18448 0,'0'40'0,"0"-80"0,-40 80 15,0-40 1,40 40-1,-40-40-15,0 0 16,0 0 0,40 40-16,-40-40 0,0 40 15,40 0-15,-41-40 0,41 40 16,-40-40-16,40 41 16,40-41 15,1 0-16,-41-41-15,40 41 0,0 0 0,-40-40 16,40 40-16,0 0 0,0 0 16,0 0-16,-40-40 0,40 40 0,1 0 15,-1 0 1</inkml:trace>
  <inkml:trace contextRef="#ctx0" brushRef="#br0" timeOffset="243966.8219">9590 18568 0,'0'0'0,"-40"0"15,40 40 1,0-80 15,0 80 16,0 0-47,0 0 16,0 1-1,-40-41-15,40 40 0,0 0 0,0 0 16,0 0-16,0 0 0,0 0 15,0 0-15,0 0 0,0 1 16,-40-41-16,40 40 0</inkml:trace>
  <inkml:trace contextRef="#ctx0" brushRef="#br0" timeOffset="245114.22">10232 17886 0,'0'40'0,"40"-40"47,0 0-32,1 0 1,-1 0-16,0 0 15,0 0 1,0 0 0,-40-40-16,40 40 15,-40-40 1,-40 0 15,0 40-31,0 0 16,0-40-16,0 40 15,-1 0-15,1 40 16,0-40 0,40 40-16,0 0 15,0 0-15,0 1 16,0-1 0,0 0-1,0 0 1,0 0-16,0 0 15,0 0-15,40-40 0,-40 40 16,40 0-16,1-40 16,-1 0-16,0 0 0,0 0 15,0 0-15,0-40 0</inkml:trace>
  <inkml:trace contextRef="#ctx0" brushRef="#br0" timeOffset="245490.9336">10834 17606 0,'-40'0'16,"80"0"31,0 0-32,0 0 1,1 0-16,-1 0 0,0 0 0,0 0 16,0 0-1,0 0-15</inkml:trace>
  <inkml:trace contextRef="#ctx0" brushRef="#br0" timeOffset="245981.9426">11316 17485 0,'40'0'15,"0"0"1,0 0-1,0-40-15,-40 0 16,40 40-16,-40-40 31,0 0-15,0 80 78,0 0-79,0 0 1,0 0-16,0 0 16,0 1-16,0-1 0,0 0 15,0 0-15,0 0 16,0 0-16,-40-40 0,40 40 0,-40 0 15,0 0-15,0 0 16,0-40 15</inkml:trace>
  <inkml:trace contextRef="#ctx0" brushRef="#br0" timeOffset="246170.9966">11396 17245 0,'0'-40'16,"0"80"-16,0-121 15</inkml:trace>
  <inkml:trace contextRef="#ctx0" brushRef="#br0" timeOffset="246810.9952">11998 17205 0,'0'0'0,"40"0"46,0 0-46,0 80 16,-40-40 0,0 0-16,0 0 0,0 0 15,0 0-15,-80-40 0,80 40 0,-40 1 16,40-1-16,-40 0 0,0 0 16,-1-40-16,41 40 0,-40-40 15,40-40 1,40 0-1,-40 0 1,41 40-16,-1 0 0,-40-40 16,40 40-16,0 0 15,-40 40-15,0 0 16,0 0-16,40 0 16,-40 0-16,0 0 15,40-40 1,-40 40-16,40-40 15</inkml:trace>
  <inkml:trace contextRef="#ctx0" brushRef="#br0" timeOffset="247262.6813">12399 17365 0,'0'-40'31,"0"80"0,0 0-31,0 0 16,0 0-16,0 0 16,0 1-16,0-1 0,-40-40 0,40 40 15,-40 0-15,40 0 16,0-120-1,0 40 1,40 0-16,-40-1 16,40 1-16,-40 0 0,40 0 0,-40 0 15,40 40-15,-40-40 0,0 0 0,40 40 16,-40-40-16,-40 40 31,40 40-15,40-40-1,-40 40-15,0 0 0,0 0 0,41-40 16,-41 40-16,40-40 0,-40 40 0,0 0 16,0 1-16,0-1 15,0 0-15,-40-40 16</inkml:trace>
  <inkml:trace contextRef="#ctx0" brushRef="#br0" timeOffset="247479.0796">12399 17285 0,'0'0'0,"0"-40"15,0 0 1,40 40-16,81-41 15,-81 1-15,0 40 0,40 0 16,0 0 0,-40 40-16</inkml:trace>
  <inkml:trace contextRef="#ctx0" brushRef="#br0" timeOffset="247794.7102">12118 18047 0,'0'0'0,"40"0"47,0-40-47,1 40 15,-1-40-15,0 40 0,0 0 16,0-41-16,0 41 0,0 0 16,-40-40-16,40 40 0,1 0 15,-1 0-15,-40-40 0,40 40 16</inkml:trace>
  <inkml:trace contextRef="#ctx0" brushRef="#br0" timeOffset="248362.2085">12359 18247 0,'0'0'16,"-40"0"-1,120-40 1,-40 40 0,0-40-1,41 40 1,-41 0-1,-40 40 1,0 0 0,-40 0-1,-1 1 1,82-41 31,-41-41-32,40 41-15,0 0 16,0 0 0,-40 41-1,0-1 1,-80-40-16,80 40 0,-40-40 16,40 40-16,-41-40 15,41 40-15,-40-40 0,0 0 16,0 0-1,0-40 1,0 40 0,40-40-1,-40 40-15</inkml:trace>
  <inkml:trace contextRef="#ctx0" brushRef="#br0" timeOffset="248837.9655">13001 17646 0,'40'0'16,"-40"40"0,0 0 15,0 0-31,0 0 16,0 0-16,0 0 15,0 0-15,0 1 16,0-1-16,0 0 15,0 0 1</inkml:trace>
  <inkml:trace contextRef="#ctx0" brushRef="#br0" timeOffset="249210.6349">13402 17686 0,'0'-40'16,"0"80"-16,0-40 63,-40 0-63,40 40 0,-40-40 0,40 40 15,-40-40-15,40 40 0,-40-40 0,0 0 16,40 40-16,-41 0 0,1-40 0,0 0 15,40 40-15,0-80 32,40 40-17,-40-40-15,40 40 16,1 0 0,-1 0-16,-40 40 15,40-40-15,-40 40 0,40-40 0,0 0 16,-40 41-16,40-41 0,0 40 15,0-40-15,1 0 16,-41 40-16</inkml:trace>
  <inkml:trace contextRef="#ctx0" brushRef="#br0" timeOffset="249679.4434">14526 18247 0,'0'0'0,"40"0"78,0 0-78,0 0 16,0 0-16,0 0 0,1 0 0,-1 0 15,0 0-15,0 0 0,0 0 0,0 0 16,0 0-16,41 0 0,-41 0 16,0-40-16,0 40 0,0 0 15,0 0-15,-40-40 16</inkml:trace>
  <inkml:trace contextRef="#ctx0" brushRef="#br0" timeOffset="249946.9473">14967 18007 0,'0'0'0,"-40"0"15,40 40 32,0 0-47,40 0 16,-40 0-16,0 0 0,0 0 16,0 0-16,0 1 0,-40-1 0,40 0 15,0 0-15,-40 0 0,40 0 16,-40 0-16,40 0 15</inkml:trace>
  <inkml:trace contextRef="#ctx0" brushRef="#br0" timeOffset="251782.9479">16171 17405 0,'0'-40'0,"40"40"16,-40 40 30,0 40-30,0-40 0,0 1-16,0-1 0,0 0 15,0 0-15,40 0 0,-40 0 16,0 0-16,40-40 0,-40 40 0,0 0 16,40-40-16,-40 40 0</inkml:trace>
  <inkml:trace contextRef="#ctx0" brushRef="#br0" timeOffset="252018.5854">16091 18127 0,'0'0'0,"0"40"0,-40-40 15,40-40 16,40 40-31,0 0 16,40 0-16,-40 0 0,0 0 16,0 0-16,1 0 15,-1 0-15,0 0 0,0 0 0,0-40 16,0 40-16,0 0 0,0 0 16,1 0-16</inkml:trace>
  <inkml:trace contextRef="#ctx0" brushRef="#br0" timeOffset="252346.8862">16412 18408 0,'-40'0'0,"80"0"0,-121 40 16,41-40-16,-40 40 15,0 0 1,40-40 0,80 0 15,0 0-31,40 0 16,-40 0-16,81 0 15,-81 0-15,0 0 16,0 0-16,80 0 15,1 0 1,-41 0 0</inkml:trace>
  <inkml:trace contextRef="#ctx0" brushRef="#br0" timeOffset="252611.8968">16572 18328 0,'0'0'0,"-40"0"15,40 40 1,0 0 0,0 0-1,0 40 1,0-40-16,0 40 15,0-40-15,0 1 16,0-1-16,-40 0 16</inkml:trace>
  <inkml:trace contextRef="#ctx0" brushRef="#br0" timeOffset="253243.034">17375 17967 0,'0'0'0,"0"40"16,80-40-1,-40 0 1,0 0 0,0 0-1,-40-40 17,0-1-17,0 1 1,-40 40-16,40-40 0,-40 40 15,0 0-15,0 0 16,0 0-16,0 0 16,-1 0-1,41 40-15,0 0 0,-40-40 16,40 41 0,0-1-16,0 0 15,0 0-15,0 0 0,0 0 16,0 0-16,40-40 0,-40 40 15,41-40-15,-41 40 0,40-40 0,-40 41 16,40-41-16,0 40 0,0-40 16,0 0-16,0 0 15,0-40-15</inkml:trace>
  <inkml:trace contextRef="#ctx0" brushRef="#br0" timeOffset="253623.7306">17856 17606 0,'-40'0'16,"80"0"15,-40-40-31,40 40 0,0 0 16,1 0-1,-1 0 1,0 0 0,0 0-1,0 0-15,0 0 16</inkml:trace>
  <inkml:trace contextRef="#ctx0" brushRef="#br0" timeOffset="254123.0945">18338 17405 0,'-40'0'16,"40"-40"0,0 0-1,40 0-15,0 40 16,0-40-16,-40 0 16,40 40-16,-40-41 15,-40 41 48,40 41-48,0-1-15,0 0 16,0 0-16,-40 0 16,40 0-16,0 0 0,0 0 15,0 0-15,0 1 0,0-1 16,0 0-16,0 0 0,0 0 15,0 0-15,0 0 16,-40-40 0,0 0-1,0-40 1</inkml:trace>
  <inkml:trace contextRef="#ctx0" brushRef="#br0" timeOffset="254311.9932">18338 17164 0,'0'0'0,"-40"-40"16,40 0-1,40 0 1</inkml:trace>
  <inkml:trace contextRef="#ctx0" brushRef="#br0" timeOffset="255506.8946">19501 17124 0,'-40'0'0,"40"40"0,-40 1 16,40-1-1,0 0 1,0 40 0,-40-40-1,40-80 16,0 0-15,40 40-16,-40-40 0,40 0 16,-40 0-16,40 40 0,-40-41 15,41 1-15,-1 0 16,-40 0-16,40 40 16,-40 40-1,0 0 1,40 0-16,-40 1 15,0-1-15,0 0 0,0 0 16,0 0-16,0 0 0,0 0 16,0 0-16,0 0 15,0 1-15</inkml:trace>
  <inkml:trace contextRef="#ctx0" brushRef="#br0" timeOffset="255748.0554">19501 17044 0,'0'-40'15,"41"0"1,39 0-1,-40 40 1,80 0 0,-80 0-16,1 0 15,-1 0-15</inkml:trace>
  <inkml:trace contextRef="#ctx0" brushRef="#br0" timeOffset="256139.6878">18940 17926 0,'0'0'0,"0"41"16,40-41 0,0-41-1,0 41-15,40-40 16,-40 40-16,1 0 0,-1-40 15,40 40 1,40-40 0,-39 0-1,-1 40 1,-40 0-16</inkml:trace>
  <inkml:trace contextRef="#ctx0" brushRef="#br0" timeOffset="256766.6275">19261 18007 0,'40'0'0,"0"0"16,0 0 0,0-40-1,40 40 1,-39 0-1,-41 40 32,-41-40-47,1 40 16,0 0 0,0-40-1,40 40-15,40-40 31,0 0-15,0 0-16,-40-40 16,41 40-1,-41 40 17,0 0-32,-41-40 15,1 40-15,40 0 16,-40-40-1,40 40-15,-40-40 16,0 0-16,0 0 16,40-40-1,-40 40-15,40-40 16,-40 40-16,40-40 16,0 0-16</inkml:trace>
  <inkml:trace contextRef="#ctx0" brushRef="#br0" timeOffset="266126.5078">19020 16964 0,'40'0'16,"-80"0"15,0 0-31,40 40 16,0 0-1,-40-40-15,40 40 32,0 0-17,-40-40 1,-1 40-16,1 1 16,0-1-16,0-40 0,40 40 15,-40-40-15,0 40 16,40 0-1,40-40 17,0 0-17,0-40 1,0 40-16,0-40 16,1 40-16,-1 0 0,0 0 15,-40-40-15,40 40 0,0 0 16,0 0-16,0 0 15</inkml:trace>
  <inkml:trace contextRef="#ctx0" brushRef="#br0" timeOffset="266790.9699">18980 17044 0,'0'40'16,"40"-40"0,-80 0 234,40 40-188,0 0-62,0 1 16,0-1-16,0 0 0,0 0 15,0 0-15,0 0 0,0 0 16,0 0-16,0 0 0,0 1 16,0-1-16,0 0 0,0 0 15,0 0-15</inkml:trace>
  <inkml:trace contextRef="#ctx0" brushRef="#br0" timeOffset="268935.0334">20184 17405 0,'0'-40'31,"0"80"63,0 0-78,0 0-16,0 0 15,0 1-15,0-1 16,0 0-16,0 0 16,0 0-16,0 0 15,0 0 1</inkml:trace>
  <inkml:trace contextRef="#ctx0" brushRef="#br0" timeOffset="269546.3584">20505 17525 0,'-41'0'203,"1"0"-188,0 41-15,0-1 16,0-40-16,0 0 0,40 40 16,-40-40-16,40 40 0,-40-40 0,-1 0 15,82 0 63,-1 0-62,0 0-16,0 0 16,0 0-1,0 0-15,-40 40 0,40-40 16,0 0-16,1 40 0,-1 0 16,0-40-16,0 40 0,-40 0 0,40-40 15,0 0-15,-40 40 0,40-40 0,0 0 16,-40 41-16</inkml:trace>
  <inkml:trace contextRef="#ctx0" brushRef="#br0" timeOffset="323749.8282">23514 18247 0,'-40'40'16,"80"-40"15,-40-40-31,80 40 0,-40 0 16,1 0-16,39-40 0,-40 40 0,40 0 0,0 0 15,-39 0-15,39 0 0,0-40 16,0 40-16,1 0 0,-1 0 0,-40 0 0,40 0 16,-40 0-16,41-40 15,-41 40-15,40 0 0,-40 0 0,40 0 0,-40 0 16,41 0-16,-41 0 0</inkml:trace>
  <inkml:trace contextRef="#ctx0" brushRef="#br0" timeOffset="324009.8239">26082 17606 0,'-40'-40'31,"0"120"-15,40-40-16,0 0 0,0 0 0,-40 0 0,40 0 15,0 40-15,0-39 16,0 39-16,0-40 0,0 40 0,0-40 0,0 0 16,0 0-16,0 1 0,0-1 15,0 0-15,40-40 0,-40 40 16,40-40-16</inkml:trace>
  <inkml:trace contextRef="#ctx0" brushRef="#br0" timeOffset="324599.8318">26203 17405 0,'0'0'0,"-41"0"0,41-40 0,-120 0 31,40 0-31,0 0 16,-1 80 15,-39 120-15,0 1-1,39 119 1,41-39 0,40-40-1,121-41 16,-41-120-31,120 40 32,1 0-17,40-39 1,80-41 15,-121-81-15,-79 1-16,79-120 31,1-81-15,-161 161-1,0-161 1,-80 161 0,-160-41-1,-81 41 1,-161 80-1,282 80 1,-161 40 0</inkml:trace>
  <inkml:trace contextRef="#ctx0" brushRef="#br0" timeOffset="368637.1357">3652 9464 0,'-41'0'15,"41"-80"1,0 0 15,0 40-31,41-81 16,-41 81-1,-41 40 1,41 40 0,-40-40-1,40-40 126,0 80-63,81-40-62,-81 41-16,40-1 15,0 0-15,0 0 0,40 0 16,-40 0-16,0 0 15,1 0-15,39 0 0,-40 0 0,0 1 0,40-1 16,-40 40-16,1-40 0,-1 0 0,40 0 0,-40 0 16,0 0-16,0 1 15,0-1-15,1 0 16</inkml:trace>
  <inkml:trace contextRef="#ctx0" brushRef="#br0" timeOffset="368987.1705">4615 9023 0,'0'0'16,"0"-80"-1,-41 80 17,1 0-17,0 0 1,0 80 0,-40 0-16,40-40 0,-121 161 31,81-121-31,40 0 0,-40-40 0,-161 281 31,161-160-15,80-121-16,-41-40 0</inkml:trace>
  <inkml:trace contextRef="#ctx0" brushRef="#br0" timeOffset="369557.1361">5136 8742 0,'-40'0'16,"0"0"-1,0 0 17,0 0-17,0 81 1,-41 199 15,81-199-31,-40-1 0,40 160 16,0-159-16,0-41 15,80 160 1,81-120 15,-1-80-15,-79-40-1,-81 0-15</inkml:trace>
  <inkml:trace contextRef="#ctx0" brushRef="#br0" timeOffset="369967.037">5537 9063 0,'0'0'0,"-40"0"0,40-40 16,0 0 15,0 80 78,0 0-109,0 0 16,0 0-16,0 1 16,0-1-16,0 0 0,0 0 0,0 0 0,0 0 15,0 0-15,0 40 16,0-40-16,0 1 0,0-1 0,0 0 0,0 0 15,0 0-15,0 0 0,0 0 16,0 0-16,0 0 0</inkml:trace>
  <inkml:trace contextRef="#ctx0" brushRef="#br0" timeOffset="370457.4332">5899 8983 0,'0'0'0,"-41"40"47,41 0-47,0 0 16,-40-40-16,40 40 0,-40-40 0,0 41 0,40-1 15,-40 0-15,0-40 16,0 40-16,0 0 0,-1 0 0,1 0 16,0-40-16,0 40 15,0-40 1,40-40 15,40 40 32,0 0-48,0 0 1,-40 40-16,40-40 0,-40 40 16,41-40-16,-1 40 0,0-40 0,-40 41 15,40-41-15,0 40 16,0 0-16,0 0 0,0 0 15,-40 0 1,41-40-16</inkml:trace>
  <inkml:trace contextRef="#ctx0" brushRef="#br0" timeOffset="371147.0043">5979 8742 0,'-40'0'16,"80"0"15,0 0-16,-40 40-15,40-40 0,-40 41 16,40-1-16,0 0 0,-40 0 0,0 0 0,40 0 0,-40 40 16,0 1-16,0-41 15,0 40-15,0 40 0,-40-40 0,40 1 16,-80-1-16,80 0 0,-80 40 0,40-39 16,0-1-16,-41 0 0</inkml:trace>
  <inkml:trace contextRef="#ctx0" brushRef="#br0" timeOffset="377836.96">6059 12272 0,'-40'0'16,"80"0"78,0 40-94,0-40 0,0 40 15,1 0-15,-1 0 0,40 0 16,-40-40-16,40 40 0,-40 0 0,41 0 0,-41-40 16,0 41-16,0-41 15,40 40-15,-40-40 0,1 40 0,-1-40 0,0 0 16,0 40-16,0-40 15,0 0-15,0 0 0,0 0 0,1 0 16</inkml:trace>
  <inkml:trace contextRef="#ctx0" brushRef="#br0" timeOffset="378196.8063">7062 12312 0,'-40'0'16,"40"-40"-1,-40 40 1,40 40-1,-120 40 1,79-40 0,-119 80-1,160-80-15,-161 81 32,121-41-32,0-40 0,-40 121 15,0-81 1,80-40-16,-40 0 15</inkml:trace>
  <inkml:trace contextRef="#ctx0" brushRef="#br0" timeOffset="378707.1022">7383 12151 0,'0'0'15,"-40"-40"1,0 40 15,0 0 0,40 40-31,-40 0 16,40 1-16,0-1 0,-40 0 0,40 0 16,0 0-16,-41 0 15,41 0-15,0 0 0,0 0 0,0 0 0,0 1 16,0-1-16,41-40 16,-41 40-16,0 0 0,40-40 0,-40 40 0,40-40 15,-40 40-15,40-40 0,0 40 16,0-40-16,0 0 0,1 0 0,-1 0 15,0-40 1,0 0-16,0 40 0</inkml:trace>
  <inkml:trace contextRef="#ctx0" brushRef="#br0" timeOffset="378977.1226">7664 12392 0,'0'-40'16,"-40"40"-16,40 40 47,0 0-47,0 0 15,0 0 1,0 0-16,0 0 0,0 1 0,0-1 15,0 0-15,0 0 0,0 0 16,0 0-16,0 0 0,0 0 0,0 0 16</inkml:trace>
  <inkml:trace contextRef="#ctx0" brushRef="#br0" timeOffset="379416.7159">8025 12392 0,'-40'0'0,"0"0"16,40 40 31,-40-40-47,0 0 15,40 40 1,-40-40-16,40 40 0,-40-40 0,-1 0 16,1 40-16,0-40 15,40 40 1,40-40 31,0 0-32,1 0-15,-1 0 0,0 0 16,0 0-16,0 0 16,0 41-1,0-41-15,-40 40 16,40-40-16,-40 40 16,41 0-16,-1-40 31</inkml:trace>
  <inkml:trace contextRef="#ctx0" brushRef="#br0" timeOffset="379736.8023">8226 12071 0,'0'-40'16,"-40"40"-1,40 40 1,0 40 0,0 1-1,40 119 1,-40-160-16,0 80 15,0-79-15,-161 239 16,121-159 0,0-41-16,-160 201 0</inkml:trace>
  <inkml:trace contextRef="#ctx0" brushRef="#br0" timeOffset="385681.5895">1083 17525 0,'-40'-40'0,"80"80"0,-160-160 31,80 80-31,40 80 32,0 0-1,40 0-16,-40 0-15,40 1 16,0-1-16,0 0 0,-40 0 0,41 0 16,-1 0-16,0 0 0,0 40 0,0-40 0,0-40 15,0 41-15,0-1 16,-40 0-16,41 0 0,-1-40 0,0 40 0,0-40 16,0 40-16,0 0 15,-40 0-15,40-40 0,-40 40 16,40-40-16,-40 41 15</inkml:trace>
  <inkml:trace contextRef="#ctx0" brushRef="#br0" timeOffset="386051.6406">1766 17485 0,'-41'-80'16,"82"160"-16,-122-200 0,81 80 0,0 0 15,-40 0 1,40 80 15,0 0-31,-80 160 31,-40 41-15,-81 40 0,40 0-1,41-121 17,40-120-17</inkml:trace>
  <inkml:trace contextRef="#ctx0" brushRef="#br0" timeOffset="386481.5413">2087 17405 0,'0'-40'31,"0"80"-31,-41-80 15,1 80 1,40 0 0,0 0-16,-40 0 0,40 1 0,0-1 15,-40 0-15,40 0 16,0 0-16,0 40 0,0-40 0,0 0 0,0 0 16,0 1-16,0-1 15,0 0-15,0 0 0,40 0 0,0 0 16,-40 0-16,40-40 0,-40 40 15,41-40-15,-41 40 0,40-40 0,0 0 16,0 0-16,0 0 0,0-40 16</inkml:trace>
  <inkml:trace contextRef="#ctx0" brushRef="#br0" timeOffset="386751.5498">2568 17646 0,'0'0'0,"0"-40"15,0 80 32,0 0-47,0 0 16,40 0-16,-40 0 15,0 0-15,0 0 0,0 0 0,0 1 0,0-1 16,0 0-16,0 0 0,0 0 0,0 0 16,0 0-1</inkml:trace>
  <inkml:trace contextRef="#ctx0" brushRef="#br0" timeOffset="387261.5318">3009 17606 0,'0'0'0,"0"-40"16,-40 40 0,0 0-1,40 40 16,-40-40-15,40 40-16,-40-40 0,40 40 0,-40-40 0,40 40 16,-40-40-16,40 40 15,-40 0-15,-1-40 0,1 40 0,0-40 16,40 40-16,-40-40 16,40 40 15,40-40 16,0 0-16,0 41-15,1-41-16,-1 0 15,-40 40-15,40-40 0,0 0 0,-40 40 16,40-40-16,0 0 15,-40 40-15,40-40 0,-40 40 16,40-40-16,-40 40 0,41-40 16,-1 0-16,0 0 15</inkml:trace>
  <inkml:trace contextRef="#ctx0" brushRef="#br0" timeOffset="387611.5467">3290 17285 0,'0'40'16,"40"-40"0,-40 40-16,81 120 31,-41 201-16,-40-200-15,-281 320 32,120-280-32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6:53:39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4454 1924 0,'0'0'16,"-40"0"-16,40-40 0,0 0 16,40 40-1,0-40-15,201-40 32,0 80-17,-81 0 1,-39 0-1</inkml:trace>
  <inkml:trace contextRef="#ctx0" brushRef="#br0" timeOffset="199.9889">4815 2085 0,'0'0'0,"-80"80"15,120-120 16,201-80-15,-121 80-16,121-41 31,-161 81-31,81 0 32,-121 0-32</inkml:trace>
  <inkml:trace contextRef="#ctx0" brushRef="#br0" timeOffset="649.9573">6701 1323 0,'0'-40'0,"0"80"0,-40-120 16,0 80-16,0 0 15,-121 120 17,81 0-32,80-39 15,40 119 1,80-120-1,1-80 1,120-40 0,-81-160-1,-160 39 1,-160 1 15,39 120-31,-39 80 31,120 0-15,40 0-16,80-40 0</inkml:trace>
  <inkml:trace contextRef="#ctx0" brushRef="#br0" timeOffset="840.0196">7664 1684 0,'0'0'15,"0"40"-15,-80 0 16,80 0-16,-40 0 0,40 81 16,-80-1-1,-41 121 1,-39-81 15,119-120-31,1-40 0</inkml:trace>
  <inkml:trace contextRef="#ctx0" brushRef="#br0" timeOffset="1130.0017">8587 1122 0,'-40'0'0,"80"0"0,-160 0 16,80 40-16,40 1 15,-41 159 1,1-160-16,40 81 16,0 159-1,0-79 16,0-121-31</inkml:trace>
  <inkml:trace contextRef="#ctx0" brushRef="#br0" timeOffset="1319.9171">9028 2085 0,'0'0'0,"0"40"16,0 0-1,-40 0 1,-120 81 0,39-41-1,1 0 1</inkml:trace>
  <inkml:trace contextRef="#ctx0" brushRef="#br0" timeOffset="2269.8598">9831 1403 0,'0'0'0,"40"-80"16,121 40 0,-81 0-1,40 160 1,-80 81 15,-40-81-31,-120 80 31,-81-79-15,161-121-16,0 0 31,40-40-15,40 40 0,40 0-1,-120 0 188,40 40-109,-40-40-94,80 0 125,0 0-94,1 0-15,-1 0 0,0 40-1,0 0 1,0 0-16,0 0 0,0-40 15,0 0 1,1 40-16,-1-40 0,0 0 16</inkml:trace>
  <inkml:trace contextRef="#ctx0" brushRef="#br0" timeOffset="4949.7721">4053 4812 0,'0'0'15,"-40"0"-15,80 0 31,-40-40-31,200 0 16,41 0 15,-80 0-15,-121 40 0,0-40-16</inkml:trace>
  <inkml:trace contextRef="#ctx0" brushRef="#br0" timeOffset="5149.6878">4294 5333 0,'-41'41'16,"82"-82"-16,-122 82 0,81-82 31,40 41-31,-40-40 16,81 40-16,-41-40 15,0 40-15,0-40 0,0 40 0,0 0 16,0 0-16,1 0 0,-1 0 0,0 0 16,0 0-16,0 0 0,0 0 15</inkml:trace>
  <inkml:trace contextRef="#ctx0" brushRef="#br0" timeOffset="5679.7285">5818 4531 0,'0'0'16,"0"-40"-1,-40 0 1,40 0-16,-40 40 31,-40 40-15,40 0 0,0 121-1,-1-81 1,41 0-1,121 0 1,-1-80 0,-80 0-1,41-80 1,-41 40 15,-40-40-31,0 0 31,-40 39-31,-1 1 16,1 0-16,0 40 16,40 40 15,40-40-15</inkml:trace>
  <inkml:trace contextRef="#ctx0" brushRef="#br0" timeOffset="5919.6415">6741 4331 0,'-40'-40'31,"80"80"-31,-120-120 16,120 120 15,0 0-15</inkml:trace>
  <inkml:trace contextRef="#ctx0" brushRef="#br0" timeOffset="6099.6302">6661 5013 0,'0'0'16,"0"40"-16,-40 40 0,40-40 0,-40-40 15,-41 120 1,81-80-16,-80 121 31,0-121-31,40 0 0,40 0 0</inkml:trace>
  <inkml:trace contextRef="#ctx0" brushRef="#br0" timeOffset="11099.3329">12600 4331 0,'-40'0'16,"80"0"-16,0-40 16,0 0-1,120 40 1,-119-41-16,199 1 31,-39 0-15,-161 40-1,0 0-15</inkml:trace>
  <inkml:trace contextRef="#ctx0" brushRef="#br0" timeOffset="11269.3198">12760 4812 0,'0'0'15,"-40"0"-15,0 40 16,80-40-16,-40-40 15,80 40-15,-40 0 0,81-40 16,-81 0-16,120 0 16</inkml:trace>
  <inkml:trace contextRef="#ctx0" brushRef="#br0" timeOffset="13089.2118">14606 3649 0,'0'-40'16,"0"80"15,0 0-15,0 0-16,0 0 0,0 0 15,0 1 1,0-1-16,0 0 0,0 0 0,0 0 0,0 0 16,0 0-16,0 0 0,-80 0 15,80 0-15,0 1 0,0-1 0,0 0 0</inkml:trace>
  <inkml:trace contextRef="#ctx0" brushRef="#br0" timeOffset="13359.2225">14205 4812 0,'0'0'16,"-40"40"-16,-1-40 0,1 40 15,80-40 17,41 0-32,119-80 31,-119 80-31,-41 0 0,80 0 16,-80 0-16,0 0 15,1 0-15,159 0 16,-160 0-16,0 0 0,1 0 0</inkml:trace>
  <inkml:trace contextRef="#ctx0" brushRef="#br0" timeOffset="13619.1803">14847 5133 0,'-40'40'0,"80"-80"0,-120 120 0,-121 40 31,161-120-31,40 41 0,-40-1 0,-201 40 15,201-40 1,0 0-16,-1 0 16,122-40-1,-41 0 1,0 0-16,241-40 31,0 40-15,-201-40-1,-40 40-15,81 0 16,-121-40-16</inkml:trace>
  <inkml:trace contextRef="#ctx0" brushRef="#br0" timeOffset="13849.1658">14887 5213 0,'-40'0'16,"0"0"-1,40 40-15,0 0 16,0 0 0,0 1-16,0-1 0,0 0 0,0 0 15,0 0-15,0 0 0,0 0 16,-40 0-16,40 0 0,0 0 0,-41 1 0,41-1 16,0 0-1,-40-40-15,40 40 0,0 0 16</inkml:trace>
  <inkml:trace contextRef="#ctx0" brushRef="#br0" timeOffset="14119.1671">15930 4812 0,'-40'0'16,"40"-80"-16,80 40 31,1 0-31,159 40 31,1 40-15,-201 0-1,0-40-15,0 0 0</inkml:trace>
  <inkml:trace contextRef="#ctx0" brushRef="#br0" timeOffset="14329.1366">16372 4411 0,'-41'80'16,"1"-80"-16,0 0 0,0 0 15,40 40 17,0 0-32,0 121 15,0-121-15,0 0 0,0 40 16,0 0-16,0-39 0,-40 159 31,40-120-31</inkml:trace>
  <inkml:trace contextRef="#ctx0" brushRef="#br0" timeOffset="14609.1202">17455 3890 0,'0'0'16,"-40"0"-16,40 40 16,-40-40-1,40 80 1,0-40-16,0 40 0,0-40 0,-40 0 16,40 1-16,0 39 0,0-40 15,0 0-15,0 40 0,0-40 0,-41 0 0,41 1 16,0-1-16,0 0 0,0 0 0,-40 0 0</inkml:trace>
  <inkml:trace contextRef="#ctx0" brushRef="#br0" timeOffset="14869.1059">16973 5133 0,'-40'0'16,"80"0"-16,-120 40 16,40-40-16,120 0 31,-40 0-31,1 0 0,-1 0 16,0 0-16,0 0 15,0 0-15,0 0 0,40 0 0,-39 0 0,-1 0 16,0 0-16,0 0 0,40 0 0,-40-40 0,0 40 15,1 0-15,-1 0 0</inkml:trace>
  <inkml:trace contextRef="#ctx0" brushRef="#br0" timeOffset="15139.1238">17535 5414 0,'0'40'15,"0"-80"-15,-40 80 0,-80 40 16,80-80-16,40 40 0,-81 0 15,1 40 17,40-80-32,0 40 0,40 1 31,0-1-31,40-40 0,120 0 31,1 40-15,-1-40-1,-79-40 1,-41 0-16</inkml:trace>
  <inkml:trace contextRef="#ctx0" brushRef="#br0" timeOffset="15319.077">17495 5534 0,'-40'0'15,"80"0"-15,-80 40 16,0-40-16,40 120 16,0 121 15,-40-161-31,40-40 0,-81 121 31,81-121-31,-40 0 0</inkml:trace>
  <inkml:trace contextRef="#ctx0" brushRef="#br0" timeOffset="17448.9562">18458 5053 0,'0'-40'31,"40"40"-15,0 0-16,1 0 15,-1 0-15,0 0 16,0 0-16,40 0 0,-40 0 0,41 0 0,-41 0 16,40 0-16,-40 0 15,40 0-15,-40 0 0,41 0 0,-41-41 0,40 41 16,-40 0-16,0 0 0,41 0 16,-41-40-16,0 40 0,-40-40 0,40 40 0</inkml:trace>
  <inkml:trace contextRef="#ctx0" brushRef="#br0" timeOffset="17688.9354">19180 4772 0,'-40'0'16,"80"0"-16,-120 0 31,80-40-31,0 120 47,0-40-47,0 0 0,0 0 0,0 0 0,0 41 16,0-41-16,0 40 0,0-40 15,0 40-15,0-40 0,0 1 0,-40-1 0,40 0 16,0 0-16,0 0 16,0 0-16</inkml:trace>
  <inkml:trace contextRef="#ctx0" brushRef="#br0" timeOffset="17948.9195">20103 4210 0,'-40'0'16,"80"0"-16,-80 41 31,0 79-15,40-40-1,0-40-15,0 201 16,0-201-16,0 0 0,0 0 16,40 161-16</inkml:trace>
  <inkml:trace contextRef="#ctx0" brushRef="#br0" timeOffset="18158.9796">19903 5614 0,'-40'40'31,"40"-120"-31,40 80 16,40 0-16,-40-40 0,40 0 15,1 40-15,159-40 16,-159 0 0,-41 40-16,80 0 15,-80 0-15</inkml:trace>
  <inkml:trace contextRef="#ctx0" brushRef="#br0" timeOffset="18438.908">20384 5855 0,'-40'40'0,"0"-40"16,40 40-16,-40-40 0,0 40 0,0-40 15,-1 0-15,1 40 0,0 0 16,0-40-16,40 40 0,-40-40 0,0 41 16,0-41-16,40 40 15,-40-40-15,40 40 0,-41-40 0,41 40 16,41-40-16,39 0 15,-40 0-15,0 0 0,0 0 16,0 0-16,0 0 0,41 0 0,-41-40 0,0 40 16,0 0-16,40-40 15,-40 40-15,1 0 0,-1-40 0,0 40 16,0-41-16,-40 1 16</inkml:trace>
  <inkml:trace contextRef="#ctx0" brushRef="#br0" timeOffset="18648.951">20384 5975 0,'0'40'63,"0"0"-48,0 0-15,0 1 0,0-1 0,0 0 16,0 0-16,0 0 0,0 0 0,-40 0 0,40 0 15,-40 0 1,40 0-16,-40 1 0</inkml:trace>
  <inkml:trace contextRef="#ctx0" brushRef="#br0" timeOffset="18958.8874">21748 4972 0,'-40'-40'31,"80"80"-31,-40-80 31,41 40-31,-1 0 0,40 0 0,-40-40 16,0 40-16,41-40 0,-41 40 16,40 0-16,-40 0 0,0 0 0,0 0 0,0 0 15,1 0-15,-1 0 16,0 0-16</inkml:trace>
  <inkml:trace contextRef="#ctx0" brushRef="#br0" timeOffset="19168.9194">21909 5574 0,'-80'40'16,"160"-80"-16,-120 80 0,200-80 31,-79 40-31,39 0 0,-40-40 0,161 40 31,-40-40-31</inkml:trace>
  <inkml:trace contextRef="#ctx0" brushRef="#br0" timeOffset="19868.8779">23955 4291 0,'-40'0'15,"0"0"1,40-40 0,40 40-1,81-41 1,-1 1 15,-80 40-31,40 81 16,-80-1-16,0-40 15,0 0-15,-120 80 16,40 1 15,0-81-15,120 0 0,0-40-1,120 40 1,-120-40-16,41 80 15,-41-80-15,-40 80 32,0-40-32,0 41 0,-80-81 0,-41 120 31,41-120-31,40 0 0,-40 40 16,39-40-16,-39 40 15,0-40 1,40-40-1</inkml:trace>
  <inkml:trace contextRef="#ctx0" brushRef="#br0" timeOffset="20168.8595">23554 5654 0,'-40'0'16,"80"0"-16,-40 0 31,161 0-15,-121 0-16,40 0 0,121 40 15,-121-40-15,121 40 16,-161-40-16,0 0 0,0 0 15,120 0 1,-119-40 0,-1 0-1,0 40-15</inkml:trace>
  <inkml:trace contextRef="#ctx0" brushRef="#br0" timeOffset="20548.7854">24036 6256 0,'-81'0'16,"162"0"-16,-162 40 0,41-40 16,0 0-1,40 40-15,-40 0 16,-40 40-1,-81 1 1,121-81-16,-80 40 31,120 0-31,-40-40 0,40 40 16,160-40 0,-120 0-16,81 0 15,-81 0-15,201-40 16,-161 40-1,-40 0-15,120 0 16,-119 0-16,39 0 16,-40 0-16,40 0 15,-40 0 1,-40-40-16</inkml:trace>
  <inkml:trace contextRef="#ctx0" brushRef="#br0" timeOffset="20828.7471">24276 6456 0,'0'0'16,"-40"0"-16,0 0 15,40-40-15,-40 40 16,40 40 31,0 0-32,0 1-15,0-1 16,0 0 0,0 0-16,0 0 0,0 0 15,0 0-15,0 0 0,0 41 16,-40-41-16,40 40 0,0-40 0,-40 40 0,40-40 16,-40 40-16,0-39 15,-1-1-15,41 0 0</inkml:trace>
  <inkml:trace contextRef="#ctx0" brushRef="#br0" timeOffset="24198.6171">3571 7218 0,'0'-40'16,"0"0"-16,40 0 31,41 0-15,-41 40-16,40 0 15,-40 0-15,0 0 16,0 0 0,1 0-16</inkml:trace>
  <inkml:trace contextRef="#ctx0" brushRef="#br0" timeOffset="24438.5478">3732 7459 0,'0'0'0,"-40"0"0,0 0 31,80 0 0,0 40-15,40-40-16,-40 0 16,0 0-16,0 0 15,1-40-15,-1 40 0,0-40 16,0 40 0,-40-40-16</inkml:trace>
  <inkml:trace contextRef="#ctx0" brushRef="#br0" timeOffset="24748.514">4615 6898 0,'0'0'0,"0"-41"16,0-39-1,0 120 48,0 0-63,0 1 0,0-1 16,0 0-16,0 0 0,0 40 0,0-40 0,0 40 15,0-40-15,0 1 0,0-1 0,0 0 0,-41 0 16,41 0-16,0 0 15,-40 0-15,40 0 0,0 0 0,-40-40 16,40 41-16</inkml:trace>
  <inkml:trace contextRef="#ctx0" brushRef="#br0" timeOffset="25048.494">5578 6777 0,'0'-40'0,"0"80"78,0 0-62,0 0-16</inkml:trace>
  <inkml:trace contextRef="#ctx0" brushRef="#br0" timeOffset="25228.5191">5658 7499 0,'0'0'16,"-40"40"-16,-41 81 15,41-121-15,40 40 0,-40 40 32,0 40-17,-40-40 1,40-40-16</inkml:trace>
  <inkml:trace contextRef="#ctx0" brushRef="#br0" timeOffset="30238.1846">10754 7539 0,'0'0'15,"80"-40"17,201 0-17,-80 0 1,-121 40-1</inkml:trace>
  <inkml:trace contextRef="#ctx0" brushRef="#br0" timeOffset="30418.2457">10955 7940 0,'-41'40'16,"82"-80"-16,-82 120 15,82-80-15,39 0 16,-40 0-16,120-40 31,-79 0-31</inkml:trace>
  <inkml:trace contextRef="#ctx0" brushRef="#br0" timeOffset="53136.845">2488 1283 0,'40'0'16,"0"0"-16,0 120 16,-40 41 15,-40 119-15,40-200-16,-80 121 15,80 0 1,0-121-1,40-40 1,80-40-16</inkml:trace>
  <inkml:trace contextRef="#ctx0" brushRef="#br0" timeOffset="53676.7769">3290 1483 0,'-40'0'15,"40"40"-15,0 1 16,-40-1-16,0 40 31,40-40-31,-40 0 16,-40 40-1,-1 0 1,1-39-16,0-1 31,0 0-15,39 0-1,82-40 95,-1 0-95,0 0-15,0 0 0,0 0 16,0 40-16,0-40 0,0 40 0,41-40 0,-41 0 16,40 0-16,-40 40 15,40 0-15,-39-40 0,39 0 0,-40 40 0,40-40 16,-40 0-16,41 41 0,-41-41 0,0 40 0</inkml:trace>
  <inkml:trace contextRef="#ctx0" brushRef="#br0" timeOffset="55006.7129">2167 4571 0,'40'0'0,"-40"41"62,0-1-46,0 0-16,0 0 0,0 0 16,0 0-16,0 0 15,0 0-15,0 0 0,40 0 0,-40 1 0,0-1 16,0 0-16,0 0 15,0 0-15,0 0 0,0 0 0,0 0 0,40 0 0,-40 1 16,0-1-16,0 0 16</inkml:trace>
  <inkml:trace contextRef="#ctx0" brushRef="#br0" timeOffset="55376.6762">3009 4692 0,'0'-40'0,"0"80"0,-80-80 0,40 0 31,0 40-31,0 80 16,-40 0-16,-41 40 31,-39 1-15,-1-81-1,121-40 1,-40 0 0,120 0 15,0 0-15,121 40-1,39 120 1,-160-120-16,81 0 15,-81-40-15,80 81 16</inkml:trace>
  <inkml:trace contextRef="#ctx0" brushRef="#br0" timeOffset="56086.6318">8707 4371 0,'-40'0'0,"0"0"16,80 0 46,-40 40-62,40-40 0,1 40 16,-1 0-16,0 0 0,0 0 0,0 1 0,0-1 15,40 0-15,-39 0 0,-1-40 0,40 40 0,-40 0 16,0-40-16,40 40 16,-39-40-16,-1 40 0,0 0 0,0-40 0,0 40 15,-40 1 1,40-41-16</inkml:trace>
  <inkml:trace contextRef="#ctx0" brushRef="#br0" timeOffset="56376.6151">9510 4371 0,'0'0'15,"0"-40"-15,-40 0 16,0 40-16,0 40 31,40 0-15,-41 0-16,1 0 0,0 0 16,0 0-16,0 41 0,40-41 0,-80 0 0,80 40 15,-40-40-15,-1 0 16,1 0-16,0 0 0,0 0 0,0 1 0,0 39 15,0-40-15,40 0 16,0 0-16,0 0 0</inkml:trace>
  <inkml:trace contextRef="#ctx0" brushRef="#br0" timeOffset="56786.608">10553 3930 0,'-80'0'16,"40"0"-16,0 0 0,0 0 16,-1 0-1,-39 0-15,-80 200 16,79 81 15,81-161-31,161 121 31,-121-201-31,80 80 16,-79-80-16,-1-40 16,0 0-16,0 0 0</inkml:trace>
  <inkml:trace contextRef="#ctx0" brushRef="#br0" timeOffset="57006.5944">10995 4371 0,'-40'0'16,"-1"0"15,41 40 1,0 0-17,0 0-15,0 0 0,0 0 16,0 1-1,0-1-15,0 0 0,0 0 0,0 0 32</inkml:trace>
  <inkml:trace contextRef="#ctx0" brushRef="#br0" timeOffset="57776.5676">11035 4331 0,'0'40'16,"-40"-40"77,40 40-77,0 0-16,0 0 16,0 0-1,0 0-15,0 1 0,0-1 16,0 0-16,0 0 15,0 0-15,0 0 16,40-40 0,-40 40-16,40-40 0,0 0 15,0 0-15,0 0 0,0 0 16,1 0 0,-1 0-16,0 0 0,0-40 0,0 40 15,0 0 1,-40-40-16,0 0 15,0 0 1,0 0-16,0 0 0,0-1 16,0 1-16,0 0 15,-80 0-15,80 0 0,0 0 16,-40 40-16,40-40 0,-40 40 0,40-40 16,-40 40-1,-1 0-15,1 0 16,0 0-1,40 40-15,-40-40 0,0 40 0,0 0 16,40 0 0,0 0-16,-40-40 0,40 40 0,0 0 15</inkml:trace>
  <inkml:trace contextRef="#ctx0" brushRef="#br0" timeOffset="58086.53">11918 3809 0,'0'0'16,"-41"0"-1,41 41 1,0-1 0,121 160-1,-121 121 1,-40-241-16,-41 81 16,-280 240-1,281-321-15</inkml:trace>
  <inkml:trace contextRef="#ctx0" brushRef="#br0" timeOffset="58576.4848">9590 5093 0,'-40'-40'0,"0"40"15</inkml:trace>
  <inkml:trace contextRef="#ctx0" brushRef="#br0" timeOffset="59896.4027">2568 7058 0,'0'40'16,"-40"-40"15,80 40 47,-40 0-78,40 0 16,-40 41-16,0-41 0,0 40 0,0-40 15,0 40-15,0 0 16,0 1-16,-80-41 0,80 40 0,-40-40 0,40 40 15,-40-40-15,40 0 0,-40 1 16,40-1-16,0 0 0,0 0 0,-41-40 16,41 40-16</inkml:trace>
  <inkml:trace contextRef="#ctx0" brushRef="#br0" timeOffset="60306.4113">3050 7218 0,'-41'0'47,"41"40"-47,-40-40 16,40 41-16,0-1 0,-40-40 0,40 40 15,-40 0-15,0 0 16,40 0-16,-40 0 0,0-40 0,0 40 16,40 0-16,-41 1 0,1-41 15,0 40-15,0 0 0,0-40 16,0 0-16,80 0 62,0 0-46,0 0 0,0 0-16,0 40 0,1-40 0,-1 40 0,40 0 15,-40-40-15,40 40 0,-40-40 0,41 40 0,-41-40 16,40 40-16,-40-40 0,0 0 16,0 0-16</inkml:trace>
  <inkml:trace contextRef="#ctx0" brushRef="#br0" timeOffset="61696.2974">7785 7218 0,'-41'0'0,"1"0"32,40 40-1,40-40-31,-40 41 15,41-1-15,-41 0 16,80 0-16,-40 0 0,-40 0 0,40 0 0,0 0 16,0 41-16,0-41 0,1 0 15,-1 0-15,0 0 0,0 0 0,0 0 0,-40 0 16,40 0-16,-40 0 0,40 1 0,-40-1 0,40 0 16</inkml:trace>
  <inkml:trace contextRef="#ctx0" brushRef="#br0" timeOffset="61976.2855">8667 7299 0,'-40'0'0,"80"0"0,-160-41 31,80 41-31,0 41 16,0 39-1,-1-40-15,1 0 0,0 0 0,0 0 16,-40 40-16,40-39 0,0 39 0,-1-40 0,1 40 16,0-40-16,0 0 0,0 40 15,0-39-15,0-1 0,0 0 0,-1 0 16,41 0-16</inkml:trace>
  <inkml:trace contextRef="#ctx0" brushRef="#br0" timeOffset="62476.2479">9028 7178 0,'0'-40'16,"0"0"-1,-40 40 1,0 0 31,40 40-47,-40-40 0,0 40 0,40 0 0,-40 0 15,0 1-15,0-41 0,-1 80 16,41-40-16,-40 0 0,40 0 0,-40 40 0,40-40 16,0 1-16,0 39 15,0-40-15,0 0 0,0 40 0,0-40 0,0 0 16,0 0-16,40-40 0,-40 41 0,40-1 0,1-40 16,-1 0-16,-40 40 15,40-40-15,0 0 0,0 0 0,0 0 16,-40-40-16,40 40 15</inkml:trace>
  <inkml:trace contextRef="#ctx0" brushRef="#br0" timeOffset="62726.3066">9470 7499 0,'0'0'16,"-40"0"-1,0 0 1,40 40 0,0 40-1,-41 121 1,41-41 0,0-39-1,0-81 1</inkml:trace>
  <inkml:trace contextRef="#ctx0" brushRef="#br0" timeOffset="63066.2303">9831 7218 0,'0'40'47,"0"1"-32,0-1-15,0 0 0,0 0 16,40 0-16,-40 40 0,0-40 16,0 41-16,0-41 0,0 40 0,0 0 0,0 0 15,-80-40-15,80 41 0,-40-1 0,0 0 0,-1-40 16,1 40-16,-40-40 16,40 41-16,-40-41 0,40 0 0,-41 0 0</inkml:trace>
  <inkml:trace contextRef="#ctx0" brushRef="#br0" timeOffset="101699.3913">13081 6496 0,'0'81'78,"0"-41"-78,0 0 0,0 0 16,0 0-16,0 0 0,0 0 15,0 0-15,0 1 0,0-1 0,0 40 0,0-40 16,0 40-16,0 0 16,0-40-16,0 41 0,0-41 0,0 40 0,0-40 15,0 0-15</inkml:trace>
  <inkml:trace contextRef="#ctx0" brushRef="#br0" timeOffset="102009.3759">12720 8101 0,'0'0'16,"-40"0"0,80-40-1,0 40 17,161-41-17,80 41 1,40-80-1,-121 40 1</inkml:trace>
  <inkml:trace contextRef="#ctx0" brushRef="#br0" timeOffset="102409.4197">13563 8381 0,'-121'41'31,"242"-82"-31,-282 82 16,121-41-16,0 80 16,-161 40 15,41 40-16,-1 1 1,121-81 0,161-80 15,79-80-15,41-40-1,0 79 16,-41 41-15,-160 41 0,1-41-1</inkml:trace>
  <inkml:trace contextRef="#ctx0" brushRef="#br0" timeOffset="102669.3498">13563 8742 0,'-40'0'16,"80"0"-16,-121-40 16,41 40-16,40-40 15,0 0 1,40 40 0,-40 40-1,0 80 16,0-79-31,-40 159 16,40-160-16,0 0 0,-40 81 16,0-81-16,40 40 15</inkml:trace>
  <inkml:trace contextRef="#ctx0" brushRef="#br0" timeOffset="102979.3342">14405 8061 0,'0'-41'16,"40"41"0,41 0-1,-1 0-15,121 0 32,80 0-17,-201 0 1,-40 0-16,40 0 15</inkml:trace>
  <inkml:trace contextRef="#ctx0" brushRef="#br0" timeOffset="103269.2947">14847 7780 0,'-40'-40'16,"80"80"-16,-80-120 16,40 40-1,0 120 1,0-40 0,0 0-16,0 0 0,0 0 0,0 40 15,0-40-15,0 1 0,0 39 16,0-40-16,0 0 0,0 40 0,0-40 0,0 0 15,0 1-15,0-1 0,0 0 0,0 0 0,0 0 16,0 0-16,0 0 16</inkml:trace>
  <inkml:trace contextRef="#ctx0" brushRef="#br0" timeOffset="103589.3493">16091 7138 0,'-40'0'15,"80"0"-15,-80 40 16,-1-40-16,41 40 16,0 0-16,0 41 15,0 119 1,41 81 15,-1-81-31</inkml:trace>
  <inkml:trace contextRef="#ctx0" brushRef="#br0" timeOffset="103829.3345">15689 8662 0,'0'0'16,"41"0"-1,199-40 1,-119 0 0,-81 40-16,160-80 15,-159 80-15,-1 0 0,0-40 16,80 40 0,-120-40-16</inkml:trace>
  <inkml:trace contextRef="#ctx0" brushRef="#br0" timeOffset="104099.2472">16211 8983 0,'-40'40'15,"80"-80"-15,-160 120 0,80-80 0,-121 80 32,121-80-32,0 41 0,-40-1 31,80 0-31,-41 0 15,41 0-15,161-40 32,-1 0-17,-79 0 1,-41 0-16,80 0 16,-80 0-16,0 0 0,-40 40 15,41-40-15,-1 40 0</inkml:trace>
  <inkml:trace contextRef="#ctx0" brushRef="#br0" timeOffset="104309.3058">16171 9143 0,'0'0'16,"-40"0"-1,0 41 1,40-1-16,-40 160 15,40-160-15,0 81 32,0-81-32,0 120 15,0-120-15,0 0 16,-41-40-16</inkml:trace>
  <inkml:trace contextRef="#ctx0" brushRef="#br0" timeOffset="104839.2745">17294 8221 0,'0'40'16,"0"0"-16,41-40 31,-1 0-31,40 0 0,-40 0 16,0 0-1,40 0-15,-80-40 0,41 40 0,-1-40 0,0 40 16,0-40-16,0 40 0,-40-40 0,40 0 16,-40 0-16,0-1 15,-40 1-15,-40 40 16,40 0 0,0 0-16,-1 0 0,1 40 15,0-40-15,0 81 16,0-81-16,40 40 0,-40-40 0,40 40 0,-40 0 15,40 0-15,-40 0 0,40 0 0,0 0 0,-41 1 16,41-1-16,0 0 16,0 0-16,0 0 0,41-40 0,-41 40 15,80-40-15,-40 40 16,0-40-16,0 0 0,0 0 0,0 0 0,1 0 16,-1 0-16,0-40 15,0 40-15,0-40 0,0 0 16</inkml:trace>
  <inkml:trace contextRef="#ctx0" brushRef="#br0" timeOffset="105139.2151">18258 7780 0,'-41'0'16,"82"0"-16,-122 0 16,121 0-1,1 0 1,-1 0-16,0 0 0,0 0 0,0 0 0,0 0 15,0 0 1,0 0-16,1 0 0,-1-40 16</inkml:trace>
  <inkml:trace contextRef="#ctx0" brushRef="#br0" timeOffset="105559.2323">18819 7660 0,'0'0'0,"0"40"0,40-40 15,1 0 1,-1 0 0,0-40-1,0 40-15,0-81 16,0 41-16,-40 0 0,0 0 15,0 0-15,0 0 16,0 0-16,-40 40 0,0 0 31,40 40-31,0 0 16,0 80 0,0-80-16,0 121 31,0-121-31,0 0 0,0 40 15,0-40-15,0 81 16,-40-41-16,-40 0 16,80-40-16,-121 0 31,81 0-31,0-40 0,-40 0 16</inkml:trace>
  <inkml:trace contextRef="#ctx0" brushRef="#br0" timeOffset="105759.2184">18940 7218 0,'0'0'0</inkml:trace>
  <inkml:trace contextRef="#ctx0" brushRef="#br0" timeOffset="106299.1134">19501 7459 0,'41'0'47,"-1"0"-47,0 40 31,0 0-31,-40 0 16,0 0-16,0 1 0,0-1 0,-40 0 15,40 0-15,-40 0 16,0 0-16,40 0 0,-81 0 0,81 0 0,-40-40 16,0 40-16,40 1 15,-40-41-15,40-41 32,40 41-32,-40-40 0,40 40 0,-40-40 15,40 40-15,-40-40 0,40 40 16,1 0-16,-1 0 15,-40 40-15,40 0 0,-40 0 16,40 1 0,-40-1-16,40-40 0,-40 40 0,40-40 15,-40 40-15,40-40 16</inkml:trace>
  <inkml:trace contextRef="#ctx0" brushRef="#br0" timeOffset="106699.1619">20143 7459 0,'-40'0'15,"80"0"-15,-80 40 0,40 40 0,-80 1 32,80 79-17,0-120 1,0 0-16,-40 40 15,40-120 17,0 0-32,40-80 31,0 80-31,0-81 16,-40 81-16,40 0 0,-40-40 15,41 40-15,-41 0 16,40 40-1,0 120 1,-40 0 0,0-79-16,0 159 15,0-160-15,0 0 0,0 81 32,-40-81-32,40 40 15</inkml:trace>
  <inkml:trace contextRef="#ctx0" brushRef="#br0" timeOffset="106929.0754">20023 7459 0,'-40'0'0,"80"0"0,-80-40 16,80 40-1,-40-40-15,201 0 16,-161 0-16,40 40 0,-40 0 16,121 0-1,-81 0 1</inkml:trace>
  <inkml:trace contextRef="#ctx0" brushRef="#br0" timeOffset="107209.0589">19702 8341 0,'-80'40'31,"160"-80"-31,-200 121 16,160-81-1,0 0 1,0 0-16,0 0 0,0 0 16,0 0-16,1 0 15,-1-41-15,0 41 0,0 0 0,0-40 0,0 40 16,0 0-16,0 0 16,1-40-16,-1 0 0,0 40 0,0-40 0,0 40 15,-40-40-15,40 40 0</inkml:trace>
  <inkml:trace contextRef="#ctx0" brushRef="#br0" timeOffset="107789.0236">19742 8582 0,'-40'40'31,"80"-80"-31,-80 120 0,80-80 31,0 0-31,0 0 32,1 0-32,-1 0 0,0 0 0,0 0 15,0 0 1,-40-40-16,40 40 0,0 0 15,0 0-15,-40 40 16,-40-40 0,40 40-16,-40 0 15,0-40 1,0 40-16,0 1 16,0-41-1,80 0 32,0 0-47,0 0 16,-40 40-1,0 0-15,0 0 16,40 0 0,-40 0-1,-80-40 1,40 40-16,0-40 15,0 0-15,-1 0 0,1 0 0,0 0 0,0 0 16,0 0-16,0 0 16,0 0-16,0 0 0,-1-40 0,1 40 15,40-40-15</inkml:trace>
  <inkml:trace contextRef="#ctx0" brushRef="#br0" timeOffset="108469.0588">20545 8141 0,'40'0'16,"0"0"-1,0 0-15,-40 40 78,0 0-46,-40-40-32,80 0 47,0 0-32,0 0-15,-80 0 47,0 0-16,40-40 1,0 0-17</inkml:trace>
  <inkml:trace contextRef="#ctx0" brushRef="#br0" timeOffset="109808.9027">21066 8020 0,'0'-40'31,"0"0"16,-40 40-47,40-40 47,40 40-32,-40-40-15,0 0 32,0 80-1,0 0-16,0 0-15,0 0 0,0 0 0,0 1 16,0-1-16,0 0 16,40 0-16,-40 0 0,0 0 0,0 0 0,0 0 15,0 0-15,0 1 0,0-1 16,0 0-16</inkml:trace>
  <inkml:trace contextRef="#ctx0" brushRef="#br0" timeOffset="110588.9288">22110 8542 0,'-40'0'0,"-1"0"16,41-40-16,-40 40 16,80 0 30,1 0-30,-1 0-16,0 0 16,0 0-16,0 0 0,40 0 0,-40 0 0,1 0 15,-1 0-15,40 0 16,-40 0-16,0 0 0,40 0 0,-39 0 0,-1 0 16,0 0-16,0 0 0,0 0 15,0 0-15,-40 40 0,40-40 16</inkml:trace>
  <inkml:trace contextRef="#ctx0" brushRef="#br0" timeOffset="110948.8405">22471 8301 0,'-40'40'16,"80"-80"-16,-120 80 0,39-40 31,41 40 31,0 1-46,0-1-16,41-40 0,-41 40 0,0 0 16,0 0-16,0 0 15,40-40-15,-40 40 0,0 0 0,0 0 0,0 0 16,40 1-16,-40-1 16,0 0-16,40-40 0,-40 40 0,40-40 15</inkml:trace>
  <inkml:trace contextRef="#ctx0" brushRef="#br0" timeOffset="111578.7971">23675 7820 0,'-41'40'16,"1"-40"-1,40 40 63,-40 0-62,40 0-16,0 0 16,-40 1-16,40-1 0,0 0 0,0 0 15,0 0-15,0 0 16,0 0-16,40 0 0,-40 0 0,0 1 0,0-1 16,0 0-16,0 0 0,0 0 15,0 0-15</inkml:trace>
  <inkml:trace contextRef="#ctx0" brushRef="#br0" timeOffset="111798.7851">23193 8983 0,'0'0'15,"40"-40"1,81 0-1,200 40 1,-241-40 0,0 40-16,40 0 15,-79 0-15,-1 0 0,0 0 16,0 0-16</inkml:trace>
  <inkml:trace contextRef="#ctx0" brushRef="#br0" timeOffset="112048.7712">23835 9344 0,'-160'0'31,"320"0"-31,-361 40 0,121-40 0,40 0 0,-80 40 32,39 40-17,162 1 1,240-41-1,-40-40 17,-41-40-17,-159 40 1</inkml:trace>
  <inkml:trace contextRef="#ctx0" brushRef="#br0" timeOffset="112278.8284">23955 9344 0,'0'0'15,"0"-40"-15,41 40 16,-41 40 0,0 40 15,-41 81-16,1-81-15,0-40 0,0 80 32,40-80-32,0 0 0</inkml:trace>
  <inkml:trace contextRef="#ctx0" brushRef="#br0" timeOffset="112718.8023">24838 8582 0,'0'0'16,"-40"-40"-1,80 40-15,0-40 32,121 40-17,-121-40 1,-80-41 15,-40 81-31,39 0 16,-79 81-1,80-1 1,0-40-16,40 80 16,0-80-16,0 0 0,0 1 15,40-1-15,0 0 0,80 80 32,-79-120-32,-1 0 0,40 40 15,-40-40-15,80-40 16</inkml:trace>
  <inkml:trace contextRef="#ctx0" brushRef="#br0" timeOffset="112948.7154">25320 8181 0,'0'0'15,"-40"0"-15,80-40 32,40 0-17,0 0-15,41 40 32,-1-41-32</inkml:trace>
  <inkml:trace contextRef="#ctx0" brushRef="#br0" timeOffset="113318.7652">26002 7940 0,'0'-40'0,"40"40"15,-40-40-15,40 0 16,-40 0-16,40 40 0,-40-40 0,0 0 0,0 0 15,0-1 1,40 41-16,-40-40 0,0 0 16,0 80 31,0 0-47,0 1 0,0-1 15,0 0-15,0 0 16,0 0-16,0 0 0,0 0 0,0 0 15,0 0-15,0 0 0,0 1 0,0-1 16,0 0-16,0 0 16,0 0-16,0 0 0,0 0 0,-40-40 0,40 40 15,0 0-15,-40 1 16,0-41-16,0 0 0,0 40 0,0-40 16,0 0-1</inkml:trace>
  <inkml:trace contextRef="#ctx0" brushRef="#br0" timeOffset="113508.7035">26042 7419 0,'-40'0'16,"80"0"-16,-160 0 15,80 0-15</inkml:trace>
  <inkml:trace contextRef="#ctx0" brushRef="#br0" timeOffset="114448.6247">26684 7619 0,'0'-40'0,"0"0"31,0 80 16,0 0-31,0 1-1,-40-41 1,40-41 93,40 41-93,0 0 15,-40-40 0,0 0 47,-40 80-46,0 0-17,0-40 1,0 41-16,40-1 0,-40-40 0,40 40 0,-41-40 16,41 40-1,0 0 1,81-40-16,-41 0 15,0 0 1,0 0-16,0 0 0,0 0 0,0 0 0,1 0 16,-1 0-16,0-40 15,0 40-15,0 0 0,0 0 0,0 0 16,0 0-16,1 0 16,-1 0-16</inkml:trace>
  <inkml:trace contextRef="#ctx0" brushRef="#br0" timeOffset="114708.609">27005 7619 0,'-40'0'16,"0"0"-16,0-40 15,40 80 16,0 1-15,0-1-16,0 0 0,0 0 0,0 0 16,-40 0-16,40 0 0,0 0 15,0 0-15,-41 0 0,41 1 0,0-1 16,0 0 0,0 0-16,0 0 15</inkml:trace>
  <inkml:trace contextRef="#ctx0" brushRef="#br0" timeOffset="115138.6563">27446 7579 0,'-40'40'16,"80"-80"-16,-120 201 15,40-161-15,40 40 0,0 40 16,0-40-16,-40 0 16,40 0-1,-40-40-15,0 40 32,40-80-17,80-120 1,0 40-1,-40 39 17,0 41-17,1 40 1,-41 40 0,40 1-1,0 159 1,-40-80-1,0-80 1,0 1-16</inkml:trace>
  <inkml:trace contextRef="#ctx0" brushRef="#br0" timeOffset="115348.571">27366 7539 0,'-40'0'32,"80"0"-32,-40-40 15,80 40 1,81-40 0,-41 40-1,-80 0 1</inkml:trace>
  <inkml:trace contextRef="#ctx0" brushRef="#br0" timeOffset="115628.5567">26885 8381 0,'-81'0'16,"122"0"15,-1 0-15,40 0-1,-40 0-15,0 0 0,0 0 0,0 0 16,1 0-16,-1 0 0,0-40 0,0 40 15,-40-40-15,40 40 16,0 0-16,-40-40 0,40 40 0</inkml:trace>
  <inkml:trace contextRef="#ctx0" brushRef="#br0" timeOffset="116318.5306">27005 8502 0,'0'0'15,"-40"0"-15,80 0 63,0 0-48,0 0 1,0 0 0,1 0-16,-1 0 15,-40 40 1,0 0-16,0 0 15,-40-40-15,40 40 0,-41-40 16,1 40 0,80-40 93,1 0-93,-1 0-1,-40 40 1,0 0 0,0 1 15,-40-41-31,40 40 15,-41-40-15,1 40 0,0-40 16,40 40-16,-40-40 0,0 40 16,0-40-16,0 0 0,0 0 15,-1 0-15,1 0 16,0 0-16,0 0 0,0-40 16,0 0-16,0 40 15,40-40-15</inkml:trace>
  <inkml:trace contextRef="#ctx0" brushRef="#br0" timeOffset="122708.1307">27928 8301 0,'-40'0'31</inkml:trace>
  <inkml:trace contextRef="#ctx0" brushRef="#br0" timeOffset="123378.1619">27888 8301 0,'0'40'16,"40"-40"140,0 0 32,-80 0-126,0 0-46,40 40 15,0-80 94,0 0-125,0 0 16,0 120 15,0-40-31</inkml:trace>
  <inkml:trace contextRef="#ctx0" brushRef="#br0" timeOffset="125257.9992">28490 7980 0,'-40'40'16,"80"-40"15,-40-40 94,0 0-109,0 0 15,40 40-31,-40 40 109,0 0-109,0 0 16,0 1 0,0-1-16,0 0 0,0 0 0,0 0 15,0 0-15,0 0 16,0 0-16,0 0 16,-40-40-1,40-40 1,0 0-1,0 0 1,40 40-16,-40-40 0,0 0 0,40 40 0,-40-40 16,0 0-16,0 0 15,0-1-15,0 1 0,40 40 0,-40-40 16,0 0-16,0 0 16,-40 40-1,40 40-15,0 0 16,-40-40-1,40 40-15,0 0 0,0 1 0,0-1 16,0 0 0</inkml:trace>
  <inkml:trace contextRef="#ctx0" brushRef="#br0" timeOffset="129727.7819">3009 10748 0,'-40'0'15,"40"40"954,40 0-953,1-40 15,-1 0-15,0 0-16,0 0 15,0 0-15,0 0 16,0 0-16,0 0 0,1-40 15,-1 40 1,-40-40-16,-40 40 63,-1-40-63,1 40 15,40-41 1,-40 41-1,0 0 1,0 0 0,0 0-16,0 0 31,0 0-31,40 41 0,-41-41 16,1 0-16,40 40 0,0 0 15,-40-40 1,40 40-16,0 0 0,0 0 0,0 0 15,0 0 1,0 0-16,40-40 16,-40 40-16,0 1 15,40-1-15,1-40 16,-41 40-16,40-40 0,0 0 16,-40 40-16,40-40 0,0 0 15,0 0-15,0 0 16,0 0-16,1 0 15,-1-40-15,0 40 0</inkml:trace>
  <inkml:trace contextRef="#ctx0" brushRef="#br0" timeOffset="130807.7164">3692 10226 0,'0'40'16,"80"-40"124,-40 0-140,0 0 0,0 0 16,0 0-1,1 0-15,-1 0 0,0 0 0,0 0 16,0 0-16,0 0 0,0 0 16,0 0-16,1 0 0,-1 0 0,0 0 15,0-40 1</inkml:trace>
  <inkml:trace contextRef="#ctx0" brushRef="#br0" timeOffset="131307.6424">4013 10026 0,'-40'0'47,"40"40"16,-41-40-48,41 40-15,0 0 16,0 0-16,0 0 16,0 0-16,0 0 15,0 1-15,0-1 16,0 0-16,0 0 0,0 0 16,41-40-16</inkml:trace>
  <inkml:trace contextRef="#ctx0" brushRef="#br0" timeOffset="131617.6055">3772 10667 0,'0'0'15,"40"0"79,0 0-78,0 0-16,0 0 0,1 0 0,-1 0 0,0 0 15,0 0-15,0 0 0,0 0 16</inkml:trace>
  <inkml:trace contextRef="#ctx0" brushRef="#br0" timeOffset="132277.573">4695 10387 0,'0'0'0,"0"40"16,0 0-1,0-80 17,40 40-32,-40-40 0,40 40 15,-40-40-15,40 40 0,0 0 0,-40-41 16,0 1-16,40 40 0,-40-40 15,41 0-15,-41 0 0,0 0 32,40 40-32,-40-40 0,0 80 78,0 0-47,0 0-31,0 0 16,0 0-1,0 0-15,0 1 0,0-1 0,0 40 0,40-40 16,-40 0-16,0 0 0,0 0 16,0 0-16,0 1 0,0-1 0,-40 0 0,40 0 15,0 0-15,-40 0 0,40 0 0,-41-40 16,41 40-16,-40-40 15,0-40 1,40 0-16,0 0 16,-40 0-16,40 0 0,0 0 0,0 0 0,0-1 15,0 1-15</inkml:trace>
  <inkml:trace contextRef="#ctx0" brushRef="#br0" timeOffset="132507.6138">4976 9905 0,'0'0'15,"-40"0"-15,-1 0 31,1 0-15,121 0-16</inkml:trace>
  <inkml:trace contextRef="#ctx0" brushRef="#br0" timeOffset="133207.5323">5578 10106 0,'0'-40'16,"-41"40"0,1 0-1,0 40 1,0 0 0,40 0-16,-40 0 0,0 0 15,40 0-15,0 1 16,0-1-16,0 0 0,0 0 15,40-40-15,-40 40 16,40-40-16,-40 40 0,40-40 0,0 0 16,0 0-16,1 0 0,-1 0 15,0 0-15,-40-40 0,40 40 0,0 0 0,0-40 16,0 0 0,0 0-16,-40 0 15,0-1-15,0 1 0,0 0 16,-40 40-16,40-40 15,-40 40-15,40-40 0,-40 40 0,40-40 16,-40 40 0,40-40-16,-40 40 15,0 0 1,40 40 31,0 0-32,0 0-15,0 0 16,40-40-16,-40 40 16,40-40-1,-40 40-15,40 1 0,-40-1 16,40-40-16,-40 40 16,40-40-16,-40 40 0,40 0 15</inkml:trace>
  <inkml:trace contextRef="#ctx0" brushRef="#br0" timeOffset="133947.4542">6661 11068 0,'0'0'0,"-40"-40"0,0 40 15,120 0 32,-40 0-47,0 0 16,0 0-16,0 0 15,1 0-15,-1 0 0,40 0 0,-40 0 0,0 0 16,0 0-16,41 0 16,-41 0-16,0-40 0,0 40 0,40 0 0</inkml:trace>
  <inkml:trace contextRef="#ctx0" brushRef="#br0" timeOffset="134187.4634">6821 11470 0,'-80'80'16,"160"-160"-16,-160 200 31,80-80-31,40-40 16,41 0-1,79-40 1,-120 40-16,161-40 16</inkml:trace>
  <inkml:trace contextRef="#ctx0" brushRef="#br0" timeOffset="136237.3301">1445 9103 0,'0'40'31,"0"1"1,-41-1-32,41 0 0,0 0 0,-40 0 15,40 0-15,0 0 16,0 0-16,-40 0 0,40 0 0,-40 1 0,40-1 15,0 0-15,0 0 0,0 0 16,0 0-16,0 0 0,0 0 0,0 0 16,40-40-1,0 0-15,0 0 32,1 0-32,-1 0 0,0 0 15,-40-40-15,40 40 0,0-40 0,0 40 16,0 0-1,0-40-15,1 40 0,-41-40 0,40 40 0</inkml:trace>
  <inkml:trace contextRef="#ctx0" brushRef="#br0" timeOffset="136527.3721">1445 9103 0,'-81'0'15,"162"0"-15,-202 0 32,121-40-32,40 40 15,41 0-15,39-40 31,81 0-15,-121 0 0,0 0-16</inkml:trace>
  <inkml:trace contextRef="#ctx0" brushRef="#br0" timeOffset="136747.2898">1324 9665 0,'0'0'15,"0"40"-15,40-120 16,0 80 0,81-81-1,-41 81-15,-40 0 0,40 0 31,-39 0-31,-1 0 0</inkml:trace>
  <inkml:trace contextRef="#ctx0" brushRef="#br0" timeOffset="137187.3163">2127 9424 0,'0'0'16,"-40"-40"-1,40 80 17,0 0-17,-41 0-15,41 0 0,0 41 32,0-41-32,41-40 0,-41 40 15,40-40-15,-40 40 0,40-40 0,0 0 16,80-40-1,-80-80 17,1 120-32,-1-81 15,-40 41 1,0 80 31,0 0-47,0 1 15,0-1-15,0 0 16,0 0-16,0 0 16,40-40-16,-40 40 15,40-40-15,0 0 16,0 0-16,0 0 0,0 0 0,1 0 16</inkml:trace>
  <inkml:trace contextRef="#ctx0" brushRef="#br0" timeOffset="137427.3183">3009 9103 0,'0'0'0,"-40"0"16,40 40 15,0 41-16,0-41-15,0 0 16,0 0-16,0 0 0,0 0 0,0 0 16,0 0-16,0 0 0,0 1 15,0-1-15,-40 0 0,40 0 16</inkml:trace>
  <inkml:trace contextRef="#ctx0" brushRef="#br0" timeOffset="137887.2359">3692 9344 0,'-81'0'15,"162"0"-15,-242 0 16,121 40-16,0 0 15,0 0 1,40 0-16,0 41 31,0-41-31,0 0 0,0 0 16,40 0 0,0-40-16,0-40 15,0 40-15,-40-40 0,40 0 16,1 0-1,-41-1-15,0-119 32,0 40-17,0 160 17,0 0-32,0 0 0,0 0 0,0 0 15,0 0-15,0 0 0,40 1 16,-40-1-16,0 0 0,0 0 15,0 0 1,40-40-16,0 0 0</inkml:trace>
  <inkml:trace contextRef="#ctx0" brushRef="#br0" timeOffset="138237.2697">4053 9304 0,'0'40'32,"40"-40"-32,0 0 15,-40 40 1,40-40-16,-40 40 0,40-40 0,-40 40 16,0 0-16,0 0 15,-40-40 1,40 41-16,-40-41 0,0 0 15,40 40 1,0-80 0,0-1-1,0-39-15,40 80 0,-40-40 0,40 0 16,-40 0-16,80 0 0,-80 0 0,41 0 0,-1 40 16,-40-40-16,40-1 0,0 41 15,-40-40-15,40 40 0,0 0 0,0 0 31</inkml:trace>
  <inkml:trace contextRef="#ctx0" brushRef="#br0" timeOffset="138557.1951">5016 8903 0,'-40'0'16,"0"0"0,40 40-1,0 0-15,0 0 16,0 0-16,0 40 15,0-39-15,0-1 0,0 0 0,0 0 0,0 0 16,0 40-16,0-40 16,0 0-16,0 0 0,0 1 0,0-1 15,0 0-15,40 0 16,0-40-16,0 0 16</inkml:trace>
  <inkml:trace contextRef="#ctx0" brushRef="#br0" timeOffset="139067.2209">4936 9424 0,'0'0'0,"40"0"32,0-40-17,0 40-15,0 0 0,0 0 0,0 0 0,0 0 16,1-40-16,-1 40 15,0-40-15,0 0 0,0 0 16,-40 0-16,0-1 16,0 1-16,0 0 0,0 0 15,-40 40 1,40-40-16,0 80 16,0 0-1,0 0-15,0 0 16,0 1-16,0-1 0,0 0 0,0 0 15,0 0 1,0 0-16,0 0 0,0 0 16,0 0-1,40-40 1,-40-40-16,40 0 16,-40 0-1,40 40-15,-40-40 0,0 0 0,40 40 16,1 40-1,-41 0 1,0 0 0,0 40-16,0-40 0,0 1 15,40-41 1,-40 40-16,40-40 16</inkml:trace>
  <inkml:trace contextRef="#ctx0" brushRef="#br0" timeOffset="139387.2023">6099 9464 0,'40'0'0,"0"0"16,1-80-1,-1 80-15,0-40 31,-40 0-31,0 0 0,0 0 16,-40 40 0,0 0-16,-41 0 31,41 0-31,0 120 16,40-80-16,0 0 0,0 40 15,0-40-15,40 1 16,-40-1-16,40 40 15,0-80 1,1 0-16,-1 40 16,0-40-16</inkml:trace>
  <inkml:trace contextRef="#ctx0" brushRef="#br0" timeOffset="139687.1839">6701 9304 0,'40'0'15,"-80"0"-15,120 0 16,-80 40 0,40 0-16,1 80 31,-41 1-15,-81-81-1,41-40 1,-40 0-1,80-40-15,-40-81 16,40 81-16,0 0 0,0 0 31,80 0-31,-40 0 0,0 0 0,0 40 16,-40-40 0,41 40-16</inkml:trace>
  <inkml:trace contextRef="#ctx0" brushRef="#br0" timeOffset="140367.1429">7022 9264 0,'0'40'16,"40"-40"-16,-40 40 15,40-40 1,-40 40 0,40-40-1,-40 40-15,0 0 16,0 0-1,0 0 1,0-80 15,0 0 1,0 0-17,41 40 235,-41 40-219,0-80 16,40 40-47,-40-40 16,0 0-16,40 40 0,0 0 16,-40-40-16,40 40 15,-40-40-15,40 40 0,0 0 16,1 0-1</inkml:trace>
  <inkml:trace contextRef="#ctx0" brushRef="#br0" timeOffset="140787.1183">7985 9464 0,'0'0'0,"-80"0"0,40 0 0,0-40 32,0 80-17,-1 40 1,41 1 0,0-1-1,0-40 1,41-40-1,-1-80 1,-40 40-16,80-81 31,-80 81-31,0 0 0,0 0 16,0 80 0,0 0-1,0 0-15,0 41 31,0-41-31,0 0 0,0 0 0,40-40 32,0 40-17</inkml:trace>
  <inkml:trace contextRef="#ctx0" brushRef="#br0" timeOffset="141237.0171">8427 9424 0,'-41'40'31,"41"0"0,0 0-31,0 1 16,0-1-16,0 0 16,41-40 30,-1-40-46,-40 0 32,40 40-32,0 0 15,-40 40 1,0 0 0,0 0-16,40-40 31,0 0-31,-40-80 15,40 80-15,0-40 0,1 40 16,-41-41-16,40 41 0,-40-40 0,40 40 0,0 0 16,-40-40-1,40 40-15,-40 40 16,0 0-16,0 1 16,0-1-16,0 0 0,0 0 15,0 0-15,-40 0 0,40 0 31,-40-40-31,0 40 0</inkml:trace>
  <inkml:trace contextRef="#ctx0" brushRef="#br0" timeOffset="143786.894">9229 10708 0,'0'40'31,"-40"-40"-31,0 0 31,0 0-15,0 40-1,-1-40-15,41 80 0,-40-40 0,0 40 0,0-40 16,0 41-16,0-1 0,0-40 0,0 40 0,40 0 16,-41-40-16,41 1 0,0-1 15,0 0-15,0 0 0,0 0 0,41 0 0,-1 0 16,0 0-1,0-40-15,0 0 0,0 0 0,0 0 0,41 0 16,-41 0-16,40 0 0,-40-40 16,40 40-16,-40-40 0,1 40 0,39-40 0,-40 0 15,-40 0-15,40 0 16</inkml:trace>
  <inkml:trace contextRef="#ctx0" brushRef="#br0" timeOffset="144106.9188">9711 11229 0,'0'0'15,"40"-40"1,0 40 0,0 0-16,0 0 15,0 40-15,-40 0 0,0 40 16,-40 41 15,40-81-31,-40 0 0,0 0 0,0 0 16,0-40-16,-41 40 15,41-40-15,0 0 0,0-80 32,40 0-17,0 40-15,40-1 16,-40 1-16,161-40 16,-161 40-16,120 0 15,-80 40 1,0 0-16</inkml:trace>
  <inkml:trace contextRef="#ctx0" brushRef="#br0" timeOffset="144456.8979">10633 11068 0,'0'0'0,"0"-40"0,-40 40 0,-40 0 31,40 40-15,40 81-1,0-81-15,40 40 16,-40-40-16,80 81 15,1-41 1,-81 0 15,-41-80-31,-39 40 0,-40-40 16,80 0-16,0 0 0,-1-40 31,1 40-31,40-40 0</inkml:trace>
  <inkml:trace contextRef="#ctx0" brushRef="#br0" timeOffset="145006.865">11757 10948 0,'-80'40'0,"160"-80"0,-200 80 0,-1 40 16,121-39-16,-40-41 0,40 80 31,0 0-31,0-40 0,40 121 31,0-161-31,-40 40 0,81 40 16,-41-80-16,40 40 16,-40-40-16,81 0 15,-1-80 1,-80 40 0,-40-41-16,0 1 15,0 40-15,0 0 0,0 0 16,-120-80-1,80 79 1,-1 41-16,-39 0 16,40 0-16,0 0 0,40 41 15,-40-41-15,40 40 16,0 0-16,0 0 0,40 0 31,0-40-31,40 40 0,-40 0 0,41-40 31,79 0-15,-80 0 0,-80-40-16</inkml:trace>
  <inkml:trace contextRef="#ctx0" brushRef="#br0" timeOffset="145446.7671">13442 11189 0,'-40'0'31,"120"0"0,-80-40-31,241 0 31,-120 40-31,-41 0 0,80 0 16,-120 0-16,1 0 0,-1 0 16</inkml:trace>
  <inkml:trace contextRef="#ctx0" brushRef="#br0" timeOffset="145716.7497">13803 10908 0,'-40'0'16,"80"0"-16,-80 40 31,40 0-15,0 0-1,0 0-15,0 1 0,0-1 0,0 0 16,0 40-16,0-40 0,0 0 0,0 0 0,0 0 16,0 1-16,0-1 0,0 0 15,0 0-15,0 0 0,0 0 0,0 0 16</inkml:trace>
  <inkml:trace contextRef="#ctx0" brushRef="#br0" timeOffset="145966.8083">13482 11871 0,'-40'0'16,"80"0"-16,-120 0 31,160 0-31,-39-41 0,-1 41 16,120 0 0,41 0-1,-121 0 1</inkml:trace>
  <inkml:trace contextRef="#ctx0" brushRef="#br0" timeOffset="146676.6923">14927 11510 0,'40'0'15,"-40"40"1,0 0 15,40-40-15,0 0-1,-40-40-15,41 40 16,-41-40-16,40 40 0,-40-40 0,0-1 16,0 1-1,0 0-15,0 0 0,0 0 0,0 0 16,0 0-16,-40 40 0,40-40 15,0 0-15,-41-1 0,41 1 32,0 80-17,0 1 1,0-1-16,0 0 0,0 0 16,0 0-16,0 0 0,0 0 0,0 0 0,0 0 15,0 1-15,0 39 16,0-40-16,0 0 0,41 0 0,-41 0 0,0 0 15,0 0-15,0 0 0,0 1 16,0-1-16,0 0 0,-41 0 0,1 0 16,40 0-16,-40-40 15,0 0-15,0 0 0,0 0 0,0 0 16,0 0-16,40-40 0</inkml:trace>
  <inkml:trace contextRef="#ctx0" brushRef="#br0" timeOffset="146846.6826">14967 10748 0,'-40'-40'15,"80"40"-15,0 0 16</inkml:trace>
  <inkml:trace contextRef="#ctx0" brushRef="#br0" timeOffset="147506.7138">15810 11189 0,'0'0'15,"-80"0"1,-1-40-1,41 40-15,40 80 16,0-40-16,0 0 0,0 0 16,121 161-1,-1-41 1,-80-40 15,-40-79-31,-120-1 16,80 0-1,-81-80 1,81-41 0,80 1-1,40 40 1,-39 40-16,119-40 16,-120 40-16,81-40 15,-81 40-15,0-40 16,0 40-16,40-80 15,-40 40 1,0-1-16,-40-39 16,0 40-16,0 0 0,0 80 31,0 0-31,0 81 31,0-81-31,0 40 0,0-40 0,0 80 31,41-40-15</inkml:trace>
  <inkml:trace contextRef="#ctx0" brushRef="#br0" timeOffset="147676.6308">16291 11028 0,'0'0'0,"-40"0"0,0 0 16,0 0-1,80 0 1</inkml:trace>
  <inkml:trace contextRef="#ctx0" brushRef="#br0" timeOffset="148046.6083">16693 11309 0,'0'0'0,"0"40"16,0 0 0,40 0-1,-40 1-15,40-1 16,-40 0-16,0 0 15,0 0 1,0-80 15,40 0-31,0 0 16,40-81 0,-40 161 15,-40 1-16,0 119 1,0-80 0,-40-40-16,40 0 15</inkml:trace>
  <inkml:trace contextRef="#ctx0" brushRef="#br0" timeOffset="148596.5762">17736 10948 0,'0'0'0,"-40"0"0,0 0 16,-1 0-16,1 40 15,-40 81 16,40 79-15,40-80 0,0 41-1,40-121-15,40 0 32,81-80-17,-121 40-15,40 0 16,-80-80-16,80 0 15,-39-81 1,-41 1 15,-41-1-15,-39 81 0,0 120-1,0 80 16,40-79-31,40 39 32,120 40-17,-120-80-15,120 0 16,-80 0-16,1-40 16,119 0-1,-120-80 1</inkml:trace>
  <inkml:trace contextRef="#ctx0" brushRef="#br0" timeOffset="149606.5424">4494 11028 0,'0'40'0,"40"-40"31,0-40-31</inkml:trace>
  <inkml:trace contextRef="#ctx0" brushRef="#br0" timeOffset="158416.0091">2688 13916 0,'0'0'0,"0"40"16,0 0 0,41-40 31,-1 0-47,0 0 15,0 0 1,0-40-16,0 40 0,0 0 15,0-40 1,1 40-16,-1 0 16,-40-40-16,40 40 0,-40-40 31,0 0-31,0 0 16,-40 40-1,40-41-15,-40 41 0,-1-40 0,1 40 16,0 0-1,0 0-15,0 0 0,0 0 32,40 40-32,-40-40 0,40 41 15,-40-1-15,40 0 0,0 0 16,0 0 0,-41 0-16,41 0 15,0 0 1,0 0-16,41-40 0,-41 40 15,40-40-15,-40 41 0,40-41 16,-40 40-16,80-40 0,-80 40 0,40-40 0,0 0 16,0 0-16,1 0 0,-1 0 0,0 0 15,0 0-15,0 0 16,-40-40-16,40 40 0</inkml:trace>
  <inkml:trace contextRef="#ctx0" brushRef="#br0" timeOffset="158826.0347">3491 13354 0,'0'0'0,"40"0"31,0-40-15,0 40 15,1 0-31,79 0 32,0 0-32</inkml:trace>
  <inkml:trace contextRef="#ctx0" brushRef="#br0" timeOffset="159235.9365">4093 13234 0,'-40'0'16,"120"0"-1,-40 0-15,0-80 31,-40 40-31,40-40 32,1-1-17,-41 41 1,-41 40 0,41 40 15,0 1-31,0-1 15,-40-40 1,40 40-16,0 0 0,0 0 0,0 0 16,0 0-16,0 0 0,0 0 0,0 0 15,0 1-15,0-1 0,0 0 16,0 0-16,-40 0 0,40 0 0,0 0 16,-40-40-16,40 40 15,-40-40-15,40 40 0,-40-40 16,0 0-1,40-40-15</inkml:trace>
  <inkml:trace contextRef="#ctx0" brushRef="#br0" timeOffset="159435.998">4133 12753 0,'0'-40'16,"0"80"-16,0-120 15,0 40-15</inkml:trace>
  <inkml:trace contextRef="#ctx0" brushRef="#br0" timeOffset="159955.9058">4735 12753 0,'0'0'16,"40"40"30,0 0-46,-40 0 0,40 0 16,-40 0 0,0 1-16,40-1 0,-40 0 0,0 0 15,0 0-15,-40-40 0,40 40 0,-40-40 16,0 0-16,40 40 16,-40-40-16,0 0 0,0 0 15,40-40 1,0 0-16,40 40 31,-40 40-31,40 0 16,-40 0-16,40 0 0,0-40 15,-40 40-15,40 1 16,0-41-16,1 0 16,-1 0-1,0-41-15</inkml:trace>
  <inkml:trace contextRef="#ctx0" brushRef="#br0" timeOffset="160335.9465">5337 12833 0,'0'0'0,"-40"80"32,0-40-32,-1 41 15,41-1 1,-40 0-1,40 0 1,0-120 0,0 0-1,81-120 1,-41 39 0,40-39-1,-80 120 16,0 80-15,0 0 0,40 120-1,40 41 1,-40-161 0,-40 40-16,41-40 31</inkml:trace>
  <inkml:trace contextRef="#ctx0" brushRef="#br0" timeOffset="160555.9313">5216 12833 0,'0'0'0,"0"-40"16,121-40-1,39 0 17,1 39-17,-81 41-15,-40 0 0</inkml:trace>
  <inkml:trace contextRef="#ctx0" brushRef="#br0" timeOffset="160845.8413">5016 13675 0,'-40'0'0,"80"0"0,-120 40 31,120-40-31,40 0 16,-80-40 0,80 40-16,121-80 15,-1 40 17,-79 0-17,-81 0-15</inkml:trace>
  <inkml:trace contextRef="#ctx0" brushRef="#br0" timeOffset="161335.8286">5417 13796 0,'-40'0'15,"80"0"-15,-80 40 16,80-40 31,40 0-32,-40 0-15,1 0 16,-1 0-16,-40 40 47,0 0-47,-40 0 15,40 0 1,-41-40-16,1 0 16,40 40-16,-40 0 15,80-40 1,0 0 0,1 0-1,-1 0-15,-40 40 16,0 1-1,-40-41-15,40 40 16,-41-40-16,41 40 16,-40-40-16,-40 40 0,40-40 15,0 40-15,0-40 0,0 0 16,-1 0 0,1 0-16,40-40 0,-40 40 15,40-40-15</inkml:trace>
  <inkml:trace contextRef="#ctx0" brushRef="#br0" timeOffset="162335.7845">6902 14076 0,'-40'0'31,"80"0"1,40 0-32,-40 0 15,0 0-15,0-40 0,0 40 0,1 0 16,-1 0-16,0 0 16,0 0-16,0 0 0,0 0 0,0 0 0,1 0 15,-1 0-15,0 0 16</inkml:trace>
  <inkml:trace contextRef="#ctx0" brushRef="#br0" timeOffset="162555.8109">7142 14437 0,'0'0'15,"-40"40"-15,0-40 0,0 41 0,0-41 31,120 0-15,-40 0 0,201 0-1,40-41 1,-241 41-16</inkml:trace>
  <inkml:trace contextRef="#ctx0" brushRef="#br0" timeOffset="162975.7124">9189 13715 0,'-40'0'15,"80"0"-15,-120 0 16,40 0-16,-41 41 15,-39 119 1,40 40 0,120-159-1,120 119 1,41-80 15,-81-80-31,1 0 16</inkml:trace>
  <inkml:trace contextRef="#ctx0" brushRef="#br0" timeOffset="163245.6991">9751 13996 0,'0'-40'0,"0"80"0,0-40 32,0 40-17,0 81 1,0-1 15,0-80-31,-40-40 16,-41 0-1,41-120 1,40 80 0,40-121-1,121 121 16,-41 40-31</inkml:trace>
  <inkml:trace contextRef="#ctx0" brushRef="#br0" timeOffset="163545.6784">10433 13956 0,'-80'-40'16,"160"80"-16,-241-80 16,121 80-16,40 0 15,0 0 1,80 81 0,1-1-1,-41 0 16,-120-80-15,-1-40 0,1 0-1,-40-80-15</inkml:trace>
  <inkml:trace contextRef="#ctx0" brushRef="#br0" timeOffset="163955.728">11075 13715 0,'0'0'0,"-40"0"16,80 41-1,80 39 17,-39 80-17,-122 1 1,-79-121 0,40 0-16,-41 0 31,121-80-16,81-40 1,39 80 0,-80 40-1,40 120 1,1-120 0,-41 0-1</inkml:trace>
  <inkml:trace contextRef="#ctx0" brushRef="#br0" timeOffset="164345.6337">11797 13836 0,'0'0'0,"-40"0"32,0 80-32,-40 0 15,40 121 1,-1-161-1,41 40 1,0-120 0,0-40 15,81-41-31,-41 41 16,0-120-1,0 160 16,-40 80-15,40 80 0,40 40-1,-39-79-15,-1 79 32,0-120-17</inkml:trace>
  <inkml:trace contextRef="#ctx0" brushRef="#br0" timeOffset="164525.6926">11637 13836 0,'-40'-40'16,"80"80"-16,-40-161 15,80 81-15,121 0 31,39 40-15,-159 0 0,-1 40-16</inkml:trace>
  <inkml:trace contextRef="#ctx0" brushRef="#br0" timeOffset="164805.6756">11316 14919 0,'0'40'0,"0"-80"0,-40 80 16,-1-40-1,41-40-15,121-41 31,160 41-15,-121 0 0,81 0-1,-40 0 1</inkml:trace>
  <inkml:trace contextRef="#ctx0" brushRef="#br0" timeOffset="165225.6006">11797 15119 0,'0'0'15,"-40"0"-15,40-40 16,40 40 0,0-40-16,0 40 15,41 0-15,-41 0 0,0-40 16,-40 80-1,0 0 1,-40 0-16,40 0 16,0 0-16,-40 0 0,0 1 15,-1-1-15,41 0 16,41-40 0,-1 0-16,-40 40 0,80-40 15,-40 0-15,0 40 16,0 0-16,-40 0 31,0 0-31,0 0 0,-40-40 16,40 40-16,-40-40 0,0 0 0,0 41 0,0-41 15,0 0-15,-1 0 0,1 0 16,0 40-16,0-40 0,0 0 0,0 0 16,0 0-1,40-40-15,0-1 0,0 1 16,0 0-16,0 0 15</inkml:trace>
  <inkml:trace contextRef="#ctx0" brushRef="#br0" timeOffset="165905.5701">13001 14437 0,'0'0'0,"-40"40"16,0-40-1,80 0 32,0 0-31,0 0-16,0 0 0,0 0 0,0 0 0,41 0 15,-41 0-15,40 0 0,-40 0 0,40 0 0,-39 0 16,-1 0-16,0 0 0,0 0 16,0 0-16,0 0 0,0 0 0,-80 0 46,0 0-30,0 0-16,0 0 0,0 0 0,40 41 16,-40-41-16</inkml:trace>
  <inkml:trace contextRef="#ctx0" brushRef="#br0" timeOffset="166825.5546">15007 13916 0,'-80'-40'31,"160"80"-31,-200-120 16,80 80-16,0 0 16,40 40-1,0 0 1,0 0 0,0 0-16,0 0 31,-40-40-16,40 40 1,40 0 0,0-40-1,0 81 1,0 39 0,-40 40-1,-80-79 16,-41-41-15,41-40 0,40-80-1,0-41 1,120 41 0,81 40-1,-81 0 1,161 0-1,-1 0 1,-159-1 0,-81 1-1,0 0 1,-40 0 0,-1 0-1,1 80 1,40 0-1,-40 121 17,40-121-32,40 40 15,0-40 17</inkml:trace>
  <inkml:trace contextRef="#ctx0" brushRef="#br0" timeOffset="167055.5053">15609 13756 0,'0'0'15,"-40"-41"-15,-40-79 32,40 40-17,40 120 1,40 0 0</inkml:trace>
  <inkml:trace contextRef="#ctx0" brushRef="#br0" timeOffset="167755.4452">13884 14237 0,'0'0'0,"40"0"16,-40 40-16,40-40 15,-40-80 16,0 40-31,0-1 16,40 41-16,-40-40 0,40 0 0,-40 0 16,0 0-16,0 0 15,0 80 48,0 0-63,0 0 15,0 0 1,0 0-16,0 1 0,0-1 0,40 0 0,-40 0 16,0 0-16,0 0 0,0 0 0,0 0 0,0 0 15,0 1-15,0-1 0,0 0 16,0 0-16,-40 0 0,40 0 0,0 0 0,0 0 16,-80 0-16,80 0 15,-40 1-15,0-1 0,0 0 0,-1-40 0,41 40 16,-40-40-16,0 0 0,0 40 15,0-40-15,0 0 0,0 0 0,0 0 16,40-40-16</inkml:trace>
  <inkml:trace contextRef="#ctx0" brushRef="#br0" timeOffset="167955.4849">14004 13756 0,'-40'0'0,"0"-41"15,0 41 1,40-40-16,-40 40 16</inkml:trace>
  <inkml:trace contextRef="#ctx0" brushRef="#br0" timeOffset="168745.3691">15409 13996 0,'40'0'31,"-40"40"0,0 0 0,40 0-31,-40 1 0,40-41 16,-40 40-16,0 0 0,0 0 0,0 0 16,0 0-16,0 0 0,0 0 15,0 0-15,-40-40 0,40-40 47,40 40-47,0-80 16,0 40-16,0 40 0,-40-40 15,40 40-15,1-40 16,-41 0-16,40 40 0,0 0 16,0 0-16,-40 40 15,40 0-15,-40 0 16,0 0-16,40-40 0,-40 40 16,40 0-1,-40 0-15,40 1 0,-40-1 16,41-40 15</inkml:trace>
  <inkml:trace contextRef="#ctx0" brushRef="#br0" timeOffset="169105.3828">16452 13836 0,'0'-40'15,"40"40"1,0 0-16,0 0 16,0 40-1,0 0-15,-40 0 0,0 0 0,0 0 16,0 0-16,0 0 15,-40 0-15,40 1 0,-80-1 0,40-40 0,40 40 16,-80 0-16,40 0 0,-1-40 16,122 0-1,-41-40-15,0 40 16,0 0-16,0 0 16,0 0-16,0 0 0,1 0 0,-1 0 15,0 0-15,0 0 16,0 0-16,0 0 0,0 0 15</inkml:trace>
  <inkml:trace contextRef="#ctx0" brushRef="#br0" timeOffset="169515.3938">17174 13796 0,'-40'0'31,"80"0"-31,-120 80 16,40-80-16,40 80 0,-40 80 31,40-119-31,0-1 0,0 0 0,0 0 32,0 0-32,0-120 15,0 0 1,40-1-1,-40 41-15,40-40 16,0 40-16,40-120 16,-40 119-1,-40 82 1,0 119 15,40-120-31,-40 0 0,41 80 31,-41-79-31,40-1 0,-40 0 16,0 0-16,40-40 0</inkml:trace>
  <inkml:trace contextRef="#ctx0" brushRef="#br0" timeOffset="169705.3833">17214 13756 0,'-80'-41'16,"160"82"-16,-160-122 0,160 1 16,-40 80-16,0 0 0,1-40 15,39 40 1,120 0 0,-39 40-1</inkml:trace>
  <inkml:trace contextRef="#ctx0" brushRef="#br0" timeOffset="170015.3633">16813 14758 0,'-40'0'0,"80"0"0,-120-40 16,80 0-16,0 0 15,80 40 1,-40 0-16,-40-40 0,80 40 0,-40 0 16,1 0-16,-1 0 0,0 0 15,0 0-15,0 0 0,0 0 0,40 0 0,-39 0 16,-1 0-16,0 40 15,0-40-15,0 0 0,0 0 0,0 0 16,0 0-16,1-40 16</inkml:trace>
  <inkml:trace contextRef="#ctx0" brushRef="#br0" timeOffset="170615.2929">17134 14959 0,'-80'40'16,"120"-40"31,0 0-32,0 0 1,0 0-16,0 0 15,-40 40-15,40 0 0,-40 0 16,0 0-16,0 0 31,-40-40-31,40 40 0,-40-40 0,0 0 16,40 41-16,-40-41 16,40 40-16,-40-40 0,80 0 78,0 0-63,0 0 1,0 0 0,0 0-1,-40 40-15,0 0 16,0 0-1,0 0 1,-40-40-16,40 40 0,-40-40 16,40 40-16,-40-40 0,0 0 15,40 40-15,-40-40 0,0 0 0,0 40 16,-1-40 0,1 0-16,0 0 0,0 0 0,0 0 15,0 0 1,0-40-16,0 0 31</inkml:trace>
  <inkml:trace contextRef="#ctx0" brushRef="#br0" timeOffset="171845.1807">18378 14277 0,'40'0'78,"0"0"-62,0 0-16,0 0 15,1 0-15,-1 0 0,0 0 0,0 0 0,0 0 16,0 0-16,0 0 0,0-40 16,1 40-16,-1 0 0,0 0 0,-40-40 15,40 40-15,0-40 16</inkml:trace>
  <inkml:trace contextRef="#ctx0" brushRef="#br0" timeOffset="172125.1635">18659 14678 0,'-40'0'15,"80"0"-15,-161-40 16,202 40 15,-1 0-15,-40 0-16,0 0 0,40 40 0,1-40 15,-1 0-15,0 0 16,0 0-16,1 0 0,-1 0 0,0 0 0</inkml:trace>
  <inkml:trace contextRef="#ctx0" brushRef="#br0" timeOffset="205123.2574">20505 14357 0,'-41'0'0,"41"-40"156,41 40-109,-1 0-31,0 0-16,0 0 15,0 0-15,0 0 16,0 0-16,0 0 0,1 0 0,-1 0 16,0 0-1,0 0-15,0 0 0,0 0 0,0 0 16,0 0-16,1 0 31,-82 0 0</inkml:trace>
  <inkml:trace contextRef="#ctx0" brushRef="#br0" timeOffset="205723.1768">21829 13595 0,'-40'0'15,"40"-40"17,0 80 14,0 0-30,0 0-16,0 0 16,0 1-16,0-1 0,0 0 0,0 0 0,0 0 15,0 0-15,0 40 16,0-40-16,0 0 0,0 41 0,0-41 0,0 0 16,0 0-16,0 0 0,0 0 15,0 0-15,0 0 0,0 1 16</inkml:trace>
  <inkml:trace contextRef="#ctx0" brushRef="#br0" timeOffset="206143.1966">21267 14798 0,'-40'40'16,"80"-80"-16,-160 80 15,160-40 32,40 0-47,-40 0 16,40-40-16,-40 40 0,41 0 16,-41 0-16,40 0 0,-40 0 0,40 0 0,1-40 15,-41 40-15,0-40 0,40 40 0,-40 0 0,1 0 16,-1 0-16,0-40 15,0 40-15,0 0 0,0 0 16</inkml:trace>
  <inkml:trace contextRef="#ctx0" brushRef="#br0" timeOffset="207653.0319">22110 15480 0,'40'0'16,"0"0"-16,0 0 15,-40-40-15,40 40 16,0 0-16,0 0 31,1 0-15,-41 40-16,40-40 0,-40 40 15,0 0 1,-40-40-16,40 40 0,-41-40 16,41 40-16,-40-40 15,0 41-15,0-41 0,0 40 16,0-40 0,40 40-16,40-80 31,0 40-16,-40-40-15,40 40 0,0 0 16,0 0 0,1 0-1,-1 0 1,0 0-16,0 0 31,0 0-31,0 0 16,0 0-1,0 0 1,1 0-16,-1 0 16,-80 0 77,-1 0-61,1-41-32,40 1 15</inkml:trace>
  <inkml:trace contextRef="#ctx0" brushRef="#br0" timeOffset="214232.6402">23273 14397 0,'-40'0'0,"0"0"31,120 0 78,-40 0-109,1 0 0,39 0 0,-40 0 16,0 0-16,40 0 15,-40 0-15,41 0 0,-41 0 0,0-40 0,40 40 16,-40 0-16,0 0 0,-40-40 16,41 40-16,-1 0 0,-80 0 62</inkml:trace>
  <inkml:trace contextRef="#ctx0" brushRef="#br0" timeOffset="214832.6015">24437 14317 0,'-40'0'16,"80"0"-16,-40 0 31,40 0-16,0 0 1,0-40-16,0 0 31,1-40-15,-41 39-16,0-39 16,0 40-16,0 0 0,-41 40 15,41 40 48,0 0-48,0 0 1,0 0-16,0 1 0,41-1 0,-41 0 16,0 0-16,0 0 0,0 0 0,0 0 0,0 0 15,0 0-15,0 1 16,0-1-16,0 0 0,0 0 0,0 0 15,0 0 1,-41 0-16,41 0 0,-40-40 0,40 40 0,-40-40 16,40 40-16,-40 1 0,0-41 15,0 40-15,0-40 16,40 40-16,-40-40 0,-1 0 16,1-40-1,40 0-15</inkml:trace>
  <inkml:trace contextRef="#ctx0" brushRef="#br0" timeOffset="215042.5888">24678 13796 0,'0'0'0,"0"-40"0,-40 40 15,40-41-15,-41 1 16,-39 40 15,40 40-31</inkml:trace>
  <inkml:trace contextRef="#ctx0" brushRef="#br0" timeOffset="283697.1413">25239 14076 0,'0'40'0,"-40"-40"16,80 0 46,1 0-46,-41 41-1,40-41-15,0 0 16,-40 40-16,40-40 0,-40 40 16,40-40-16,-40 40 0,40-40 15,-40 40-15,0 0 16,40-40-16,1 0 15,-1 0 1,-40-40 0,0 0-1,0 0-15,0 0 16,0 0-16,0-1 0,-40 41 16,40-40-16,0 0 0,-41 40 0,41-40 15,0 0-15,0 0 0,0 0 16,-40 0-16,40 0 0,0 0 15,0-1-15,-40 41 0,40-40 0,0 0 16,0 0-16,0 0 0,0 0 16,0 0-16,0 0 0,0 0 15,40-1-15,0 41 16,1-40 0,-1 40-16,0 0 15,0 0 1,0 0-16,0 0 15,0 0-15,0 0 16,1 0 0,-1 0-16,0 0 15,0-40-15,0 40 16,0-40-16,0 40 16,0 0-16,-40-40 15</inkml:trace>
  <inkml:trace contextRef="#ctx0" brushRef="#br0" timeOffset="284276.0961">25761 13876 0,'-40'0'16,"120"0"15,-80-40-15,40 40-16,1-40 0,-1 0 15,0 40-15,0 0 0,0-41 0,0 41 16,0-40-16,0 40 15,1 0-15,-41 40 16,40-40-16,-40 41 16,0-1-16,0 0 15,0 0-15,0 0 0,-40-40 16,40 40-16,-41 0 16,82-40 30,-1 0-46,0-40 16,0 40-16,0 0 16,0 0-16,-40 40 15,0 0-15,0 0 16,0 0-16,-40-40 16,40 41-16,-40-41 0,40 40 0,-40 0 15,0 0-15,0-40 0,40 40 16,-41-40-16,1 0 0,40 40 0,-40-40 15,0 0-15,40 40 0,-40-40 0,0 0 16,0 0 0</inkml:trace>
  <inkml:trace contextRef="#ctx0" brushRef="#br0" timeOffset="284659.7393">25520 15039 0,'0'0'15,"41"0"17,-1 0-17,-40-40-15,40 40 0,-40-40 16,40 40-16,0 0 0,0-40 16,0-1-16,0 41 0,1-40 0,-1 40 15,0-40-15,0 40 0,0 0 16,0-40-16,0 40 0,0 0 0,1-40 15,-1 40-15,0 0 0,0 0 16,0 0-16,0 0 16,0 0-16,0 0 15</inkml:trace>
  <inkml:trace contextRef="#ctx0" brushRef="#br0" timeOffset="285284.8434">26082 15280 0,'0'0'0,"-40"40"16,0-40-16,40 40 16,40-40-1,0 0 1,0 0-1,81 0 1,-41-40 0,0 80-1,-80 0 1,0 0-16,0 40 16,-40-40-16,40 0 0,-40 0 15,-40 1 1,80-1-1,0 0 1,40-40 0,0 0-1,0-40 1,40 0 0,-40 40-16,-40-41 0,81 41 15,-81-40-15,80 40 16,-40 0-16,-40-40 15,40 40 1,0 0 0,0 0 15,1-40 31,-82 0-15</inkml:trace>
  <inkml:trace contextRef="#ctx0" brushRef="#br0" timeOffset="291472.7687">2929 16242 0,'0'40'15,"40"-40"110,0 40-109,1-40-16,-1 0 16,0 0-16,0 0 0,0-40 15,0 40-15,-40-40 16,40 40-16,-40-40 0,40 40 16,-40-40-16,0 0 0,0 0 15,0 0 1,0-1-16,0 1 15,-40 0-15,0 0 16,0 40 0,0 0-1,0 40 1,0 0-16,0-40 16,40 40-16,0 1 15,-41-1-15,41 0 0,0 0 16,0 0-16,-40-40 0,40 40 0,0 0 15,0 0-15,0 0 16,0 0-16,0 1 16,40-41-16,-40 40 15,41 0-15,-1-40 16,-40 40-16,40-40 0,-40 40 0,40-40 16,0 0-16,0 40 0,0-40 15,0 0-15,1 0 16,-1 0-16,0 0 0,0 0 0</inkml:trace>
  <inkml:trace contextRef="#ctx0" brushRef="#br0" timeOffset="291767.7014">3732 15921 0,'0'0'0,"40"0"31,0 0-16,40 0-15,-40 0 16,-40-40-16,41 40 0,-1 0 16,0-40-16,0 40 0</inkml:trace>
  <inkml:trace contextRef="#ctx0" brushRef="#br0" timeOffset="292161.1336">4454 15681 0,'0'-41'16,"0"1"-1,0 0 1,0 0-16,0 0 16,0 0-1,0 80 32,0 0-31,0 0-1,0 0-15,0 0 16,0 1 0,40-1-16,-40 0 15,40-40-15,-40 40 0,0 0 16,0 0-16,0 0 15,0 0-15,0 0 16,-40 1-16,0-41 16,40 40-16,-40-40 15,0 0-15,0 0 0</inkml:trace>
  <inkml:trace contextRef="#ctx0" brushRef="#br0" timeOffset="292336.2475">4414 15360 0,'0'0'16,"-40"0"0</inkml:trace>
  <inkml:trace contextRef="#ctx0" brushRef="#br0" timeOffset="292939.9892">5096 15440 0,'0'0'0,"-40"0"16,40 40 109,0 0-78,0 40-32,-40-40 1,40 1-16,0-1 0,0 0 15,-40 0-15,40 0 0,0 0 16,40-40 47,-40-40-63,0 0 15,40 40-15,0 0 16,0 0-16,0-40 15,0 40-15,1 0 16,-1 0-16,0 0 16,0 0-16,0 0 15,0 0 1</inkml:trace>
  <inkml:trace contextRef="#ctx0" brushRef="#br0" timeOffset="293396.8411">5216 15440 0,'-40'0'0,"40"40"63,40 0-63,-40 40 15,41-40-15,-41 1 16,0-1-16,40 0 0,-40 0 15,0 0-15,0 0 16,0 0-16,40-40 0</inkml:trace>
  <inkml:trace contextRef="#ctx0" brushRef="#br0" timeOffset="294092.8325">5698 15400 0,'0'40'47,"0"0"-31,40 0-1,-40 0-15,0 0 16,0 0-16,0 1 16,0-1-16,-80 0 15,80-80 32,0 0-31,0-1-16,0 1 15,40 40-15,-40-40 0,40 40 0,-40-40 16,0 0-16,40 40 31,-40 40 0,40-40-15,-40 40-16,40 0 0,-40 0 16,0 1-16,0-1 15,0 0-15,0 0 0,0 0 16,0 0-16,0 0 16</inkml:trace>
  <inkml:trace contextRef="#ctx0" brushRef="#br0" timeOffset="294324.63">5778 15520 0,'0'-40'0,"0"80"0,-40-80 0,0 40 16,40-40-1,40 0 1,0 40 0,0-40-16,41 40 15,-41 0-15,0-40 16,0 40-16,40 0 16,-40-40-1</inkml:trace>
  <inkml:trace contextRef="#ctx0" brushRef="#br0" timeOffset="294732.4676">5698 16242 0,'-40'0'0,"0"0"15,40 40 1,-40-40-16,80 0 62,40 0-62,-40-40 16,0 0-16,0 40 16,0 0-16,1-40 0,-1 0 15,0 40-15,-40-40 0,40 40 16,0 0-16,0-40 15</inkml:trace>
  <inkml:trace contextRef="#ctx0" brushRef="#br0" timeOffset="295316.9917">5738 16523 0,'0'0'16,"40"0"31,0 0-31,-40-40-1,40 40-15,1 0 0,-41-40 0,40 40 16,0 0-16,0 0 0,0 0 15,-40 40 17,-40 0-17,-40 0-15,80 0 16,0 0-16,-40-40 0,40 40 16,0 0-1,40-40 32,0 0-31,0 0-16,0 0 15,-40 40 17,0 1-32,-40-41 15,40 40-15,0 0 0,-40-40 0,40 40 16,-40 0-16,40 0 15,-40-40-15,-1 0 16,41 40-16,-40-40 16,0 40-16,0-40 15,0 0-15,0 0 16,0 0-16,40-40 0,-40 40 16,40-40-16,-41 40 0,1-40 0</inkml:trace>
  <inkml:trace contextRef="#ctx0" brushRef="#br0" timeOffset="296425.0196">7584 16844 0,'-40'0'15,"80"0"32,0 0-15,0 0 14,0 0-14,-40-40-17,40 40 1,1 0 31,-1 0-47,0 0 15,0 0-15,0 0 0,0-41 16,0 41-16,0-40 16,1 40-1,-41-40 1,40 40-16</inkml:trace>
  <inkml:trace contextRef="#ctx0" brushRef="#br0" timeOffset="296717.0258">7704 17205 0,'-40'0'0,"80"0"47,41 0-47,-41-41 16,0 41-16,0 0 0,0 0 0,0-40 15,0 40-15,0 0 0,1 0 0,39-40 16,-40 40-16</inkml:trace>
  <inkml:trace contextRef="#ctx0" brushRef="#br0" timeOffset="297424.4588">9390 16362 0,'0'40'16,"-41"1"-16,-119 39 16,40-40-1,79 0-15,1 40 16,40-40-16,0 0 16,0 41-16,121-1 15,39 0 1,1-80-1,-41 0 1,-80-40 0,0-80-1,-40-1 1,40 81-16,-40-40 16,41 80-16,-41-40 15,40 0-15,0 40 16,40-40-1,-40 40 1,0 80 0,0-40-1,-40 40 1,-120-40 0,0 0-1,-1-40 1,81-40-1,40-40 1,40 40 0,41 0-1,-1 40 1</inkml:trace>
  <inkml:trace contextRef="#ctx0" brushRef="#br0" timeOffset="297735.6178">10513 16402 0,'-40'0'0,"80"0"0,-80 41 16,0-1-16,40 0 15,0 0-15,0 40 16,0-40-16,80 40 15,-80-39-15,40-41 16,0 40-16,0 40 16,1 0-1,-82-40 1,-79-40 0,0 0-1,-1 0 1,81-40-1</inkml:trace>
  <inkml:trace contextRef="#ctx0" brushRef="#br0" timeOffset="298160.8233">11436 16362 0,'-40'40'15,"0"-40"-15,0 41 16,0-41-16,-1 0 0,41 40 16,-40-40-16,0 0 15,40 40-15,-40-40 0,0 40 16,40 0 0,0 0-1,40-40-15,40 0 16,-80 40-16,40-40 0,1 0 15,-1 0-15,0 0 0,0 0 0,0 0 16,0 0-16,0 0 0,0 0 0,1-40 16,-1 40-16,0 0 0,0 0 15</inkml:trace>
  <inkml:trace contextRef="#ctx0" brushRef="#br0" timeOffset="298401.8988">11516 16523 0,'0'-40'15,"0"80"-15,-40-80 0,40 0 16,0 80 0,40 40-1,-40 0 1,40-80-16,1 120 15,-41-79-15,0-1 0,0 0 16,0 80 0,-41-40-1</inkml:trace>
  <inkml:trace contextRef="#ctx0" brushRef="#br0" timeOffset="298811.8201">12359 16402 0,'-40'0'0,"80"0"0,-160 41 15,79-41-15,1 40 16,40 40 0,0-40-16,0 80 15,0-80 1,0 1-16,0-82 31,0 1-15,0 0-16,0 0 0,40 0 0,-40 0 15,41 0-15,-41 0 0,40 0 16,-40-1-16,40 41 0,-40-40 16,40 40-16,-40-40 0,40 40 15,-40 40 16,0 0-31,0 41 16,0-41-16,40 0 0,-40 0 16,0 0-16,0 0 0,0 0 15,0 0-15,0 1 0,0-1 16</inkml:trace>
  <inkml:trace contextRef="#ctx0" brushRef="#br0" timeOffset="299028.362">12118 16443 0,'0'0'0,"-40"0"0,40-41 16,0 1-1,80 0-15,1 0 16,-1 40-16,80-40 15,-120 40-15,1 0 0,39-40 16,0 40 0</inkml:trace>
  <inkml:trace contextRef="#ctx0" brushRef="#br0" timeOffset="299325.0163">11476 17445 0,'-40'40'16,"80"-80"-16,-40 80 31,40-80-31,41 40 15,119-80 1,41 0 0,0 0-1,-81-1 1,-80 81 0,-80-40-1</inkml:trace>
  <inkml:trace contextRef="#ctx0" brushRef="#br0" timeOffset="299792.9594">12118 17485 0,'-80'40'16,"160"-80"-16,-240 121 15,200-41 16,0-40-15,0 0-16,0 0 16,0 0-16,0-40 0,1 40 15,-1 0-15,0 0 16,-40 40 0,-40-40-16,40 40 15,-40-40-15,-1 40 16,41 0-16,0 0 15,0 0 1,0 0 0,41-40-1,-1 0-15,0 40 16,0-40-16,-40 40 16,0 1-1,-40-1-15,0 0 16,0 0-16,-1-40 0,1 40 15,0-40-15,0 40 16,0-40-16,0 40 0,0-40 16,0 0-16,-1 0 0,1 0 15,40-40-15,-40 40 16,40-40-16</inkml:trace>
  <inkml:trace contextRef="#ctx0" brushRef="#br0" timeOffset="300288.9414">13523 16844 0,'-41'0'15,"41"-40"1,41 40-16,39-41 15,120 1 1,1 40 0,-81 0-1</inkml:trace>
  <inkml:trace contextRef="#ctx0" brushRef="#br0" timeOffset="300648.8963">14566 16844 0,'0'0'0,"0"-40"31,0-1-31,0-79 32,0 80-32,0 0 31,0 0-31,0 80 47,0 0-32,0 0 1,0 0-16,0 0 0,0 0 0,0 1 0,0-1 16,0 40-16,0-40 0,0 0 15,0 0-15,0 40 0,0-40 0,-40 1 0,40-1 16,-40 0-16,-1 0 0,41 0 0,-40 0 0,0-40 15,0 40-15,0 0 16,0-40-16,0 40 0,0-40 16,40-40-16</inkml:trace>
  <inkml:trace contextRef="#ctx0" brushRef="#br0" timeOffset="300808.9192">14566 16282 0,'0'-40'31,"0"80"-31,0-120 0,0 0 16,40 80-16</inkml:trace>
  <inkml:trace contextRef="#ctx0" brushRef="#br0" timeOffset="301328.9244">15208 16603 0,'-40'-40'31,"40"80"-16,40-40-15,-40 80 0,0-40 0,40-40 0,-40 40 16,0 1-16,40-1 0,-40 0 16,0 0-16,0 0 0,40 0 0,-40 0 15,0 0-15,0 0 16,0 0-16,-40-40 0,40 41 0,-80-41 16,40 40-16,0-40 15,0 0-15,-1 0 0,1 0 0,40-40 16,40-1-1,41 1 1,-41 0-16,0 0 0,0 0 0,0 0 16,0 40-16,0 0 0,-40-40 15,41 40-15,-1 0 0,0-40 0,0 40 16,-40-40-16,40 40 16,-40-40-16,40 40 0,-40-41 15,0 1 1,40 40-1,-40 40 17,40 1-32,-40-1 0,0 0 15,0 0-15,0 0 0,0 0 16,0 0-16,0 0 0,0 0 16,0 0-1,-40-40-15</inkml:trace>
  <inkml:trace contextRef="#ctx0" brushRef="#br0" timeOffset="301488.9312">15810 16603 0,'0'0'15,"0"-40"-15,-40 40 16,0 0-16,40-40 0,-41 40 15,41-40-15</inkml:trace>
  <inkml:trace contextRef="#ctx0" brushRef="#br0" timeOffset="301848.8183">16091 16643 0,'0'40'15,"-40"-40"-15,40 40 16,80 0 15,0 41-15,-80-41 0,0 0-1,0 0-15,-40-40 16,80 0-16,-40-40 15,40 0-15,40 0 32,-39 40-32,-1-40 0,0 40 31,-40 40-31,0 0 0,0 0 16,0 0-1,0 0-15,-40 0 0,40 0 16,-40-40-16</inkml:trace>
  <inkml:trace contextRef="#ctx0" brushRef="#br0" timeOffset="302168.8012">17495 16523 0,'0'0'0,"-80"0"0,40 0 16,0 0 0,-41 40-1,-39 120 1,120-120-16,-40 1 31,80-41-15,80 0-1,-39-41 1,-41 41-16,40-40 0,-40 40 0,121 0 31,-41 0-31</inkml:trace>
  <inkml:trace contextRef="#ctx0" brushRef="#br0" timeOffset="302408.8018">17535 16603 0,'-40'-40'16,"0"40"-16,0 0 31,40 40-31,0 0 16,0 0-16,0 0 0,0 0 0,0 1 0,0-1 15,0 0-15,0 0 16,0 0-16,0 0 0,-40 0 0,40 0 16,0 0-1,-40-40-15</inkml:trace>
  <inkml:trace contextRef="#ctx0" brushRef="#br0" timeOffset="302828.8362">17977 16523 0,'-41'0'0,"1"0"15,40 40 1,0 40 0,0-40-1,0 81 1,0-41-1,0-120 1,0 0 0,0-1-1,0 1-15,40-40 16,-40 40-16,81-80 16,-1 39 15,-80 41-16,40 80-15,-40 41 0,0-1 32,0-40-32,0 0 0,0 0 15,0 0-15,-40 41 16,40-41-16,80-40 31</inkml:trace>
  <inkml:trace contextRef="#ctx0" brushRef="#br0" timeOffset="303088.7502">17736 16563 0,'0'-120'15,"0"240"-15,0-281 0,40 121 0,40-40 32,0 40-32,-39 0 0,39 40 15,-40-40-15,80 40 16,-79 0-16,-1 40 31,0 40-31</inkml:trace>
  <inkml:trace contextRef="#ctx0" brushRef="#br0" timeOffset="303468.7951">17375 17365 0,'0'-40'15,"0"80"-15,0-120 16,40 40-1,0 40 1,161-40 0,-1-1-1,-120 1 1,-39 40-16,39-40 16,-40 40-16,0 0 0,0 0 31,-40-40-31,40 40 0</inkml:trace>
  <inkml:trace contextRef="#ctx0" brushRef="#br0" timeOffset="304028.6884">17736 17405 0,'-40'0'15,"80"0"32,40 0-15,-40 0-32,0 0 0,0 0 15,1 0-15,-1 0 16,0 0-16,0 0 15,-40 40 1,-80-40-16,40 0 16,40 40-16,-41-40 0,41 40 0,-40-40 15,0 0-15,40 41 16,-40-41-16,40 40 0,-40-40 16,40 40-1,0 0 1,40-40-1,-40 40 1,40-40-16,-40 40 0,0 0 16,40-40-1,-40 40-15,0 0 0,0 0 16,0 1 0,-40-41-16,0 40 0,0 0 15,0-40 1,40 40-16,-40-40 0,0 0 0,-1 40 0,1-40 15,0 0-15,0 0 0,0 0 0,0 0 16,0 0-16,0 0 0,-1-40 16,1 40-16,-40-40 0,0 40 0,0-40 0</inkml:trace>
  <inkml:trace contextRef="#ctx0" brushRef="#br0" timeOffset="307548.4767">19421 16804 0,'0'0'0,"0"-41"31,40 41 1,-40-40-17,40 40-15,1 0 0,-41-40 0,40 40 0,0 0 16,0 0-16,0-40 15,0 40-15,0 0 0,41 0 0,-41 0 16,0-40-16,0 40 0,40 0 16,-40 0-16,0 0 0,1 40 0,-1-40 0,-40 80 15,40-80-15,-40 40 16,0 1-16,0-1 0</inkml:trace>
  <inkml:trace contextRef="#ctx0" brushRef="#br0" timeOffset="307748.4653">19863 17245 0,'-81'0'16,"121"0"0,41 0-1,-41 0-15,0 0 0,0 0 0,0 0 0,0 0 16,0 0-16,41 0 15,-41 0-15,0 0 0,0 0 0,0 0 0,0-40 0</inkml:trace>
  <inkml:trace contextRef="#ctx0" brushRef="#br0" timeOffset="327727.2844">21267 16844 0,'0'0'0,"0"-40"16,-40 40 30,80 0 17,0 0-47,0 0-16,0-41 0,0 41 0,1 0 15,-1-40-15,0 40 0,0 0 0,0 0 0,0 0 16,0 0-16,0 0 15,1 0-15,-1 0 0</inkml:trace>
  <inkml:trace contextRef="#ctx0" brushRef="#br0" timeOffset="328087.2615">22190 16402 0,'-40'0'31,"40"41"1,0-1-32,0 0 15,0 0-15,0 0 16,0 0-16,0 0 0,0 0 0,40 0 16,-40 1-16,40-1 0,-40 0 0,40 0 15,-40 0-15,40-40 16</inkml:trace>
  <inkml:trace contextRef="#ctx0" brushRef="#br0" timeOffset="328387.2601">22110 17445 0,'0'0'0,"0"-40"31,40 40-15,0-40-1,0 40-15,0 0 16,0-40-16,0 40 0,1 0 0,-1 0 15,0 0-15,0-40 16,0 40-16,0 0 0,0 0 0,0 0 0,1 0 16</inkml:trace>
  <inkml:trace contextRef="#ctx0" brushRef="#br0" timeOffset="329047.1872">22270 17846 0,'-40'0'15,"40"-40"16,40 40-31,0-40 16,0 0-16,1 40 0,-1 0 16,0 0-1,0 0-15,0 0 0,0 0 16,-40 40-16,40-40 0,-40 40 0,0 0 16,0 0-1,0 0-15,0 1 0,-40-41 16,40 40-16,-40-40 15,40 40-15,-40-40 0,0 0 0,40 40 0,-40-40 16,0 0-16,80 0 63,0 0-63,0 0 0,0 0 15,0 0-15,0-40 16,0 40-16,1-40 0,-1 40 0,0-40 0,0 40 15,0 0-15,0 0 16,0-41-16,0 41 0,1 0 16,-82 0 15,1 0 0,0 0 0,0 0-31,0 0 32,0 0-17,0 0 1,0 0-16</inkml:trace>
  <inkml:trace contextRef="#ctx0" brushRef="#br0" timeOffset="344846.2388">23634 16844 0,'0'0'0,"-40"0"31,0 0 126,120 0-79,-39 0-63,-1-40-15,0-1 0,0 41 16,0-40-16,0 40 0,40 0 0,-39-40 0,-1 40 16,0-40-16,0 40 0,0-40 15,0 40-15,0 0 0,-40-40 0,40 40 16,1 0-1,-82 0 79,1 0-78</inkml:trace>
  <inkml:trace contextRef="#ctx0" brushRef="#br0" timeOffset="345616.1945">24557 16683 0,'40'0'0,"1"0"47,-1 0-16,-40-40-15,40 40-16,-40-40 16,0 0-1,0 0-15,40 40 16,-40-40-16,0 0 15,0-1-15,0 1 0,0 0 16,0 0 0,-40 40 15,0 0 16,40 40-32,-40 0 1,40 0 0,0 1-1,0-1 1,40 0 0,-40 0-1,40 0 1,-40 0-16,0 0 15,40 0-15,-40 0 0,0 1 0,0-1 16,0 0-16,0 0 0,0 0 16,0 0-16,0 0 0,0 0 0,-40 0 15,40 0-15,-40 1 0,40-1 16,-40-40-16,40 40 16,-41-40-16,1 0 15,0 0 1,0 0-16,40-40 0,-40 40 15,40-40-15</inkml:trace>
  <inkml:trace contextRef="#ctx0" brushRef="#br0" timeOffset="345936.1735">24678 16202 0,'-40'-40'0,"40"0"16,0 0 0,0 80 31</inkml:trace>
  <inkml:trace contextRef="#ctx0" brushRef="#br0" timeOffset="371824.6226">23915 16402 0,'-40'0'16,"40"41"30,40-41-46,-40 40 16,0 40-16,0-40 16,0 0-16,0 0 15,0 40-15,0-39 0,0 39 0,0-40 0,0 40 16,-40-40-16,40 40 0,0-40 16,-40 1-16,40-1 0,0 0 0,0 0 0,0 0 15</inkml:trace>
  <inkml:trace contextRef="#ctx0" brushRef="#br0" timeOffset="372574.5756">25360 16884 0,'0'-40'15,"-40"40"-15,40-40 16,0 80 15,40-40-15,-40 40-16,40 0 15,-40 0-15,0 0 0,40 0 16,0 0-16,-40 0 16,40 0-16,-40 1 0,41-41 15,-41 40 1,40-40-16,0 0 15,-40-40-15,0-1 16,40 1-16,-40 0 16,0 0-16,0 0 0,0 0 0,0 0 0,0 0 15,0 0-15,0 0 16,0-1-16,0 1 0,0 0 0,0 0 0,0 0 16,0 0-16,0 0 15,0 0-15,0 0 0,0-1 0,0 1 16,0 0-1,40 0-15,0 0 0,-40 0 0,40 40 16,0-40-16,1 0 0,-1 40 0,0-40 0,0 40 16,0-40-16,0 40 0,0-41 15,0 41-15,1 0 0,-1 0 16,-40 41 0,0-1-16</inkml:trace>
  <inkml:trace contextRef="#ctx0" brushRef="#br0" timeOffset="373154.5418">26002 16723 0,'-40'0'31,"80"0"-31,-80-40 32,80 40-32,0-40 15,0 40 1,0 0-16,0 0 15,1 0-15,-1 0 16,0 0-16,0 0 16,-40 40-16,40-40 15,-40 40 1,0 0-16,-40-40 0,40 41 16,-40-41-16,40 40 0,-40 0 15,0 0-15,-1 0 0,41 0 16,41-40 15,-1 0-15,0 0-16,0 0 15,0 0 1,-40 40 0,0 0-16,0 0 15,-40 0-15,40 1 0,-40-41 16,40 40-16,-80-40 0,80 40 0,-41 0 0,1-40 15,0 40-15,0-40 0,0 40 0,0-40 0,0 40 16,0-40-16,-1 0 16,41 40-16,-40-40 0,0 0 0</inkml:trace>
  <inkml:trace contextRef="#ctx0" brushRef="#br0" timeOffset="373524.5924">25520 17886 0,'0'0'0,"-40"0"0,80 40 63,1-40-63,-1 0 16,40 0-16,-40 0 15,0 0-15,40-40 0,-39 40 0,-1-40 0,40 40 16,-40-40-16,0 40 15,0-40-15,41 40 0,-41 0 0,0-40 0,0 40 16,0-40-16,0 40 0</inkml:trace>
  <inkml:trace contextRef="#ctx0" brushRef="#br0" timeOffset="373874.5001">26002 18047 0,'0'40'15,"-40"-40"-15,80 0 16,0 0 0,40 0-1,-40 0-15,1 0 0,-41 40 16,40-40-16,-40 40 15,0 0-15,0 0 0,-40 0 16,40 1-16,-41-1 0,41 0 0,-40-40 0,40 40 16,-40 0-16,0 0 15,0 0-15,40 0 16,-40-40-16,40 40 16,80-40-1,-40-40 1,0 40-16,41-40 0,-41 40 0,0-40 0,40 0 15,0 0-15,-40 0 0,41 40 0,-1-40 0,-40 0 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00:04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3451 2446 0</inkml:trace>
  <inkml:trace contextRef="#ctx0" brushRef="#br0" timeOffset="390.0507">3451 2486 0,'0'-40'47,"0"0"-16,0 80 110,80 40-141,-40-40 16,0 0-16,1 0 15,-1 41-15,0-41 0,-40 0 0,40 40 0,0-40 16,0 40-16,0-40 0,41 1 0,-41-1 0,0 0 15,0 0-15,0 0 0,0 0 16,0-40-16,0 40 0,1-40 31</inkml:trace>
  <inkml:trace contextRef="#ctx0" brushRef="#br0" timeOffset="659.9644">4294 2606 0,'-41'0'15,"82"0"-15,-82-40 0,1 40 16,0 0 15,40 40-31,-40 0 0,0 0 0,0 1 16,0-1-16,0 0 0,-1 0 0,1-40 15,0 40-15,0 0 16,0 0-16,40 0 0,-40 0 0,40 1 0,-40-41 16,0 40-16,-1 0 0,1 0 15,40 0-15,-40 0 0,0-40 0,0 0 0,40 40 16,-40 0-16,0-40 16</inkml:trace>
  <inkml:trace contextRef="#ctx0" brushRef="#br0" timeOffset="1039.9398">4936 2326 0,'-41'0'16,"41"-41"-1,-40 41-15,0 0 16,40 41-16,-40-41 16,0 40-16,0 40 0,0-80 0,40 40 15,-40 0-15,-1 0 16,41 0-16,0 0 0,-40 41 0,40-41 0,0 0 15,0 0-15,0 0 0,0 0 0,81 0 0,-81 0 16,40-40-16,0 40 0,0 1 16,0-1-16,0 0 0,0-40 0,0 0 15,1 40-15,-1-40 16,0 0-16,0 0 0,0 0 16</inkml:trace>
  <inkml:trace contextRef="#ctx0" brushRef="#br0" timeOffset="1269.9976">5377 2606 0,'-40'0'32,"40"40"-32,-40 121 31,40-1-16,0 41 1,0-41 0,0-120-1</inkml:trace>
  <inkml:trace contextRef="#ctx0" brushRef="#br0" timeOffset="1789.9121">5979 2326 0,'0'-41'15,"0"82"-15,40-41 79,0 0-64,-40 40-15,40-40 0,0 0 16,-40 40-16,0 0 0,40-40 0,1 40 15,-41 0-15,0 0 0,40 0 0,-40 0 0,0 41 16,0-41-16,0 40 16,-40-40-16,40 40 0,-41 0 0,1 1 0,0-41 15,0 40-15,0-40 0,0 40 16,0-40-16,0 0 0,-1 1 0,41-1 0,-40 0 16,0-40-16</inkml:trace>
  <inkml:trace contextRef="#ctx0" brushRef="#br0" timeOffset="2069.9106">7142 2887 0,'0'-40'0,"0"80"0,41-120 32,-1 80-32,80-40 15,201-41 1,-80 41 15,-121 80-31</inkml:trace>
  <inkml:trace contextRef="#ctx0" brushRef="#br0" timeOffset="2249.8877">7504 3448 0,'0'0'16,"40"0"0,40-40 15,121 0-16,-41-40 1,-120 80-16</inkml:trace>
  <inkml:trace contextRef="#ctx0" brushRef="#br0" timeOffset="3929.7825">9189 2165 0,'0'0'0,"0"-40"15,40 40-15,-40-40 0,-40 40 31,40 40-31,0 0 16,0 0-16,40 0 0,-40 0 16,0 1-1,40-1-15,-40 0 0,0 40 0,0-40 0,0 40 16,0-40-16,0 41 0,0-41 16,0 40-16,0 0 0,0-40 0,0 40 0,-80-39 15</inkml:trace>
  <inkml:trace contextRef="#ctx0" brushRef="#br0" timeOffset="4169.7537">8828 3569 0,'-40'0'15,"80"0"-15,-80-40 16,120 40-1,161-81 1,120 1 15,-120 0-15,-201 80-16</inkml:trace>
  <inkml:trace contextRef="#ctx0" brushRef="#br0" timeOffset="4459.7344">9349 4010 0,'0'0'16,"-40"40"-16,0 0 0,0-40 0,-80 120 31,-41-39-15,121-41-16,0 0 31,80 0-15,121-40-1,39-40 17,41-40-17,-161 40 1,0 40-16</inkml:trace>
  <inkml:trace contextRef="#ctx0" brushRef="#br0" timeOffset="4669.75">9470 4170 0,'0'0'0,"-40"-40"16,0 40-1,40 40 32,0 0-47,0 1 0,0-1 16,0 0-16,-41 0 0,41 0 15,0 0-15,0 40 0,-40-40 0,40 1 0,-40-1 16,40 0-16,0 0 16,0 0-16,-40-40 0,40 40 0</inkml:trace>
  <inkml:trace contextRef="#ctx0" brushRef="#br0" timeOffset="4959.7029">10393 3448 0,'-40'-40'15,"80"80"-15,-80-160 16,80 120-16,-40-40 16,120 40-1,161-40 1,-241 40-16,40 0 16,81 0-16,-1 0 31</inkml:trace>
  <inkml:trace contextRef="#ctx0" brushRef="#br0" timeOffset="5209.6879">10834 3168 0,'0'0'0,"0"-40"0,-40 40 16,40-40-16,-40-1 15,40 122 17,0-41-17,40 0-15,-40 0 0,0 0 0,40 0 0,-40 0 16,0 0-16,40 41 16,-40-41-16,0 0 0,0 0 0,0 0 0,0 0 15,0 0-15,0 0 0,0 0 0,0 1 16</inkml:trace>
  <inkml:trace contextRef="#ctx0" brushRef="#br0" timeOffset="5469.6855">11998 2165 0,'0'0'0,"-40"0"0,40-40 16,-40 40-1,40 40 1,0 0 0,0 0-16,0 41 0,40-41 0,-40 40 0,40-40 15,-40 40-15,40-40 0,-40 40 0,40-39 0,-40 39 16,0-40-16,0 40 15,0-40-15,0 0 0,0 41 0</inkml:trace>
  <inkml:trace contextRef="#ctx0" brushRef="#br0" timeOffset="5689.7325">11757 3850 0,'0'0'0,"-40"0"15,80-41 1,121-39 0,119 40-1,-159 0 1,39 0 0,-79 40-1</inkml:trace>
  <inkml:trace contextRef="#ctx0" brushRef="#br0" timeOffset="5989.7151">12319 4251 0,'-121'0'31,"242"0"-31,-402 80 16,241-80-16,-81 120 15,1 0 1,120-79 0,0-1-1,120 0 17,-79-40-32,159-40 15,41-41 1,-81 81-1,-79 0 1</inkml:trace>
  <inkml:trace contextRef="#ctx0" brushRef="#br0" timeOffset="6199.6565">12359 4371 0,'0'0'0,"-40"0"0,0-40 15,0 40 1,40 40 0,-41-40-16,41 80 0,0-40 15,-40 0-15,40 0 0,0 41 0,0-41 16,0 0-16,0 0 16,0 0-16,0 0 0,0 0 0,0 0 0,0 0 15,0 1-15,0-1 0,0 40 0,-40-80 0,40 40 16,-40 0-16</inkml:trace>
  <inkml:trace contextRef="#ctx0" brushRef="#br0" timeOffset="12328.4331">14405 2045 0,'-40'0'16,"0"0"0,40 40-1,-40 0-15,40 0 0,-40 0 0,0 40 16,40 1-16,-40-1 0,-1 0 15,41 0-15,-40 41 0,0-1 0,40 0 16,0 1-16,-40-1 0,40 0 16,0 0-16,0-39 0,-40 39 0,40-40 0,0 0 15,0 1-15,0-1 16,0-40-16,80 0 0,-80 0 0,40 0 0,-40 0 0,40-40 16,1 40-16,-1-40 0,0 41 15,0-41-15,0 0 0,0 0 0,0 0 16,0 0-16,1 0 0</inkml:trace>
  <inkml:trace contextRef="#ctx0" brushRef="#br0" timeOffset="12608.3392">14445 3288 0,'-40'0'31,"80"0"-31,-80-40 0,80 40 16,1-40-16,39 40 15,-40 0-15,80-40 16,-79 40-16,159 0 15,-79 0 1</inkml:trace>
  <inkml:trace contextRef="#ctx0" brushRef="#br0" timeOffset="12868.2445">15689 2326 0,'-40'0'16,"80"0"-16,-80-41 0,0 41 15,40 41 1,0 39 0,0 120-1,40 41 1,0-41 15,1-79-31</inkml:trace>
  <inkml:trace contextRef="#ctx0" brushRef="#br0" timeOffset="13068.1744">15529 3649 0,'-40'0'16,"120"0"0,-40-40-1,0 40-15,0-40 0,1 40 0,39-40 16,-40 40-16,0-40 0,0 40 0,0-41 0,0 41 16,1 0-16,-1-40 0,0 40 15</inkml:trace>
  <inkml:trace contextRef="#ctx0" brushRef="#br0" timeOffset="13378.2688">15850 4050 0,'0'0'15,"80"-40"-15,0 0 31,-39 40-31,-1-40 0,40 40 32,-40 80-32,-40-40 0,0 0 0,0 0 0,0 0 15,0 0-15,-40 1 16,40-1-16,-40 0 0,40 0 0,-80 0 0,39 0 16,41 0-16,-40-40 0,40 40 15,81-40 1,-41 0-16,0 0 0,0-80 0,40 80 15,-40-40-15,41 40 0,-41-40 16,40 40-16,-40-40 0,0 40 0,40-40 0,-39 0 16,-1 40-16,0-41 15,0 41-15</inkml:trace>
  <inkml:trace contextRef="#ctx0" brushRef="#br0" timeOffset="15058.2347">16693 2927 0,'0'0'0,"0"40"63,40-40-63,-40 40 0,40 0 15,0 1 1,0-41-16,40 0 0,-40 0 0,1 0 0,-1 0 16,0 0-16,0 0 0,0 0 0,0 0 0,0 0 15</inkml:trace>
  <inkml:trace contextRef="#ctx0" brushRef="#br0" timeOffset="15458.4817">17656 2967 0,'80'0'16,"-40"0"-1,-40-40-15,40 40 0,-40-40 0,40 40 0,-40-40 0,40 40 16,0 0 0,-40-40-16,0 0 0,41 40 0,-41-40 15,0-1 1,0 1-16,0 0 0,0 80 47,0 0-32,0 1-15,0-1 0,0 0 16,0 0-16,0 0 0,0 0 0,0 40 0,-41-40 16,41 1-16,0-1 15,0 40-15,-40-40 0,40 0 0,-40 40 0,40-40 16,0 0-16,-40 1 0,40-1 16,-40 0-16,40 0 0,-40 0 0,0 0 15,0-40-15,-1 40 0,1-40 16,0 0-16</inkml:trace>
  <inkml:trace contextRef="#ctx0" brushRef="#br0" timeOffset="15648.4194">17896 2326 0,'0'-41'16,"0"82"-16,0-122 16,0 41-16</inkml:trace>
  <inkml:trace contextRef="#ctx0" brushRef="#br0" timeOffset="16078.6954">18498 2847 0,'0'0'16,"0"40"15,40 0-31,41 80 31,-41-79-31,0-1 16,0 0-1,-40-80 1,0-41 0,0-79-1,0 120-15,40-40 16,-40 40-16,40-121 15,0 41 17,1 40-17,-1 40 1,80-1 0,-80 41-16,121 0 15,-81 0-15,-40-40 0,0 40 16,40 0-16</inkml:trace>
  <inkml:trace contextRef="#ctx0" brushRef="#br0" timeOffset="16488.6165">19381 2887 0,'0'0'16,"-40"0"-16,80-40 31,40 40-15,-80-40-16,81 40 0,-81-40 0,120 40 31,-40 40-15,-80 40-16,-40 0 31,0-40-31,0 0 0,40 1 0,-40-1 31,80 40-15,0-80-1,40 40 1,-40-40-16,-40 40 16,0 0-16,-40 0 15,-40-40-15,0 40 16,40-40-16,-201 81 15,161-81 1,39 0-16,1 0 0</inkml:trace>
  <inkml:trace contextRef="#ctx0" brushRef="#br0" timeOffset="16738.5141">18619 4090 0,'0'0'0,"160"-40"31,81 0-15,-161 0 0,-40 0-16,161 0 15,-161 40-15,0 0 0,40 0 16,-39 0-1,-1 40-15,-40 0 0</inkml:trace>
  <inkml:trace contextRef="#ctx0" brushRef="#br0" timeOffset="17038.5704">19140 4371 0,'0'0'16,"-40"0"-16,80 0 15,0 0 1,1 0-16,39 0 16,-40 0-16,0 80 15,-40 40 17,-40-79-32,0 39 15,0-80-15,40 40 0,40-40 31,0 0-31,40-40 16,-40 0 0,0 40-16,1 0 0,-1 0 0,0-40 15,0 40-15,0 0 0,0-41 16,0 41-16,0-40 0,1 40 0,-1-40 16</inkml:trace>
  <inkml:trace contextRef="#ctx0" brushRef="#br0" timeOffset="17338.1687">20585 2406 0,'0'-40'16,"0"80"-16,0-120 0,-40 80 15,40 40 1,40 0 0,-40 0-16,80 0 0,-40 40 0,0 0 0,0 1 15,1-1-15,-1 0 0,0 40 16,-40-39-16,0 39 0,40-40 0,-40 40 0,0-39 16,0 39-16,0-40 0,0 40 0,-40-39 0,40-1 15,-80 0-15,80-40 16,-81 40-16,41-40 0,-40 1 0,40 39 0,-40-40 15,-1-40-15</inkml:trace>
  <inkml:trace contextRef="#ctx0" brushRef="#br0" timeOffset="20420.927">22190 3288 0,'0'40'0,"-40"-40"31,80 0 0,0 0-15,0-40-16,0 40 0,0 0 0,41 0 0,-41 0 16,40 0-16,-40 0 0,40 0 15,1 40-15,-41-40 0,40 0 0,-40 0 0,40 0 16,-39 40-16,-1-40 16,0 0-16</inkml:trace>
  <inkml:trace contextRef="#ctx0" brushRef="#br0" timeOffset="20670.9851">22752 3047 0,'0'0'0,"-81"-40"31,81 0-15,0 120-1,0-39 1,0 199 0,0-120-1,0-79-15,0 159 16,0-160-16,0 0 0,0 41 16</inkml:trace>
  <inkml:trace contextRef="#ctx0" brushRef="#br0" timeOffset="20930.9691">23273 2807 0,'-40'-80'15,"80"160"-15,-80-201 31,40 162-31,0-1 16,0 0-16,80 200 31,41 41-15,-121-241-16,0 0 16,40 0-16,-40 41 0</inkml:trace>
  <inkml:trace contextRef="#ctx0" brushRef="#br0" timeOffset="21140.8825">23233 4010 0,'0'0'16,"0"-40"-1,80 0 1,-39 40-16,199-40 15,-159 40-15,-41 0 0,0 0 16,160-40 0,-79 40-1</inkml:trace>
  <inkml:trace contextRef="#ctx0" brushRef="#br0" timeOffset="21420.9386">23715 4331 0,'-40'40'16,"80"-80"-16,-121 120 0,-119 0 15,160-40-15,0-40 0,-41 81 16,41-41 15,120-40-15,121 0-1,-121 0 1,1 0-16,119-40 16,-160 40-16,0 0 0,41-41 15,-41 41-15,0 0 16,-40-40 0,40 40-16</inkml:trace>
  <inkml:trace contextRef="#ctx0" brushRef="#br0" timeOffset="21630.8721">23955 4291 0,'0'0'0,"-40"0"15,40 40 17,0 0-17,0 0-15,0 0 0,0 0 0,0 0 0,0 0 16,0 1-16,0-1 0,0 0 15,0 0-15,0 0 0,-40-40 0,40 40 0,-40 0 16,40 0-16,-40 0 0,40 0 0,-40 1 16</inkml:trace>
  <inkml:trace contextRef="#ctx0" brushRef="#br0" timeOffset="22250.8328">25199 2245 0,'-40'0'62,"40"40"-62,-40 1 0,40-1 16,-40 40-16,40-40 15,-40 40-15,0 0 0,40 41 0,-40-41 0,40 40 16,-41 1-16,41-41 0,0 40 16,-40 0-16,40-39 0,0-1 0,0 0 0,0 0 15,0 0-15,0 1 16,0-41-16,0 40 0,0-40 0,0 0 0,40 0 15,-40 0-15,41 0 0,-41 1 0,40-1 0,0-40 16,0 40-16,0-40 0,0 0 16,40 40-16,-39-40 0,39 0 0</inkml:trace>
  <inkml:trace contextRef="#ctx0" brushRef="#br0" timeOffset="25680.6095">25801 3328 0,'0'0'0,"0"-40"15,0 0-15,0 0 16,40 40-16,41-40 16,-41 40-1,0 0-15,0 0 0,40 0 0,-40 0 0,1 0 16,-1 0-16,0 0 0,0 0 16,0 0-16,0 40 0,0-40 0</inkml:trace>
  <inkml:trace contextRef="#ctx0" brushRef="#br0" timeOffset="25890.5973">26885 2727 0,'0'-41'16,"0"82"-16,-40-122 16,40 121-1,0 1-15,0-1 16,0 0-1,0 0-15,0 0 0,0 40 0,0-40 0,0 0 16,0 1-16,0 39 0,0-40 0,40 0 0,-40 0 16,0 0-16,0 0 0,0 0 15,0 0-15</inkml:trace>
  <inkml:trace contextRef="#ctx0" brushRef="#br0" timeOffset="26100.5877">26684 3890 0,'-40'40'16,"80"-40"0,40 0-1,-40-40-15,1 40 0,-1 0 16,0-40-16,0 40 0,0 0 15,-40-41-15,40 41 0,0 0 0</inkml:trace>
  <inkml:trace contextRef="#ctx0" brushRef="#br0" timeOffset="26440.5678">26724 4251 0,'0'0'15,"0"-41"1,80 41 0,-39 0-16,39 41 31,-40-1-31,-40 40 16,0 40-1,0-80-15,-80 0 31,80 1-31,40-41 32,-40-41-32,40 41 0,40-40 15,-40 40-15,0-40 0,1 40 16,-1 0-16,0 0 16,0-40-16,0 40 0,-40-40 0,40 40 15,0 0-15,0 0 0</inkml:trace>
  <inkml:trace contextRef="#ctx0" brushRef="#br0" timeOffset="26720.6205">27928 3288 0,'-40'0'16,"80"0"-16,-40 0 15,40 0-15,80 0 32,161 0-17,-40 0 1,-201-40-16</inkml:trace>
  <inkml:trace contextRef="#ctx0" brushRef="#br0" timeOffset="26940.5536">28409 2967 0,'-40'0'16,"0"-40"-16,40 80 31,0 0-31,0 0 0,0 1 16,0 39-16,40-40 0,-40 0 15,0 40-15,0-40 0,0 40 0,0-39 0,0 39 16,0-40-16,0 0 16,-40 0-16,40 0 0,0 0 0,-40-40 0,40 40 15</inkml:trace>
  <inkml:trace contextRef="#ctx0" brushRef="#br0" timeOffset="27320.5155">29292 3448 0,'0'0'15,"81"-120"1,-81 80-16,0 0 0,0-120 31,0 119-31,40 41 0,-40-80 16,0 40-16,0 0 16,0 120 15,0-40-31,0 0 0,0 1 15,0 39-15,0-40 0,0 40 0,0-40 0,40 0 16,-40 40-16,0-39 0,0 39 16,0-40-16,0 0 0,0 0 0,0 40 0,0-40 15,0 1-15,0-1 16,-40 0-16,40 0 0,-40 0 0,-1-40 0,1 40 16,0-40-16,0 40 0,0-40 15,0 0-15,0 0 0,0 0 0,40-40 16,-41 40-16</inkml:trace>
  <inkml:trace contextRef="#ctx0" brushRef="#br0" timeOffset="27500.5005">29533 2446 0,'-40'0'15,"80"0"-15,-120 0 16,120 0 0</inkml:trace>
  <inkml:trace contextRef="#ctx0" brushRef="#br0" timeOffset="27890.49">30095 3128 0,'0'0'0,"-40"40"0,40 0 31,0 0-31,40 0 0,-40 0 16,40-40-16,-40 40 0,40-40 16,0 40-16,0-40 0,0 0 15,1 0 1,-1 0-16,-40-40 15,40 40-15,-40-40 0,0 0 0,0 0 16,0 0-16,0 0 0,0 0 16,0 0-16,0-1 0,0 1 0,0 0 0,0 0 15,0 0-15,0 0 16,0 0-16,0 0 0,0 0 16,0-1-16,0 1 15,0 0-15,40 0 0,0 40 16,-40-40-1,40 40-15,0 0 0,0 0 0,1 0 0,-1 0 16,40-40-16,-40 40 0,0 0 0,0 0 16,0 0-16,1 0 0,-1 0 15,0 0-15,0 40 0</inkml:trace>
  <inkml:trace contextRef="#ctx0" brushRef="#br0" timeOffset="28280.4553">30697 3248 0,'-40'0'0,"40"-40"15,40 40-15,-40-40 16,40 40-16,0-40 0,0 40 0,0-40 0,0 40 16,0-41-16,1 41 15,-1 0-15,0 0 0,0 0 0,0 0 0,0 41 16,-40-1-1,0 0-15,0 0 0,0 0 0,0 0 16,-40-40-16,40 40 0,-40 0 0,40 0 0,-40-40 16,40 40-16,-40-40 15,40 41-15,0-1 16,40-40-16,0 0 16,40 0-16,-40 0 15,-40 40 1,40-40-16,-40 40 15,-40-40-15,40 40 0,-80-40 0,40 40 16,0-40-16,0 40 0,0-40 16,-1 40-16,1-40 0,0 0 0,0 40 0,0-40 15,0 0-15,0 41 16,0-41-16,-1 0 0</inkml:trace>
  <inkml:trace contextRef="#ctx0" brushRef="#br0" timeOffset="28510.5155">30055 4371 0,'0'0'16,"120"-40"0,161-40 15,-161 39-31,-80 41 0,41 0 15,-41 0-15,120 0 16,-120 41 0,1-1-16</inkml:trace>
  <inkml:trace contextRef="#ctx0" brushRef="#br0" timeOffset="28810.4954">30456 4612 0,'-40'0'0,"80"0"0,-40 0 32,40 0-17,0 40-15,0-40 0,0 0 0,1 40 16,-1 0-16,-40 0 16,0 0-16,0 0 0,0 0 15,-40 0-15,-1 0 16,41 1-16,-40-41 0,40 40 0,-40-40 15,40 40-15,-40-40 0,120 0 16,-40 0 0,1-40-16,-1 40 0,40-81 15,-40 81-15,0-40 0,0 40 16,41-40-16,-41 0 0,0 40 0,0 0 0,0 0 16,0-40-16,0 40 15,0-40-15</inkml:trace>
  <inkml:trace contextRef="#ctx0" brushRef="#br0" timeOffset="29150.4196">31459 2205 0,'0'40'15,"0"0"1,40 41 0,40-41-1,-80 0-15,161 200 16,-121-159-16,0-1 0,81 201 15,-81-161-15,40 121 16,-80-121-16,-80 361 16,-362 41-1,202-362-15</inkml:trace>
  <inkml:trace contextRef="#ctx0" brushRef="#br0" timeOffset="30140.3433">7183 7379 0,'40'0'31,"0"0"-15,0 0-1,0 0-15,0 0 0,0-40 0,1 40 0,-1 0 0,0-40 16,40 40-16,-40-41 0,0 41 0,41-40 0,-41 40 16,0 0-16,40 0 15,-40-40-15,0 40 0</inkml:trace>
  <inkml:trace contextRef="#ctx0" brushRef="#br0" timeOffset="30350.4029">7343 7780 0,'0'0'31,"40"-40"-15,41 40-1,159-40 1,-79 40-1,-81 0-15</inkml:trace>
  <inkml:trace contextRef="#ctx0" brushRef="#br0" timeOffset="30620.3173">8788 6657 0,'-40'0'0,"80"0"0,-121-40 31,81 0-31,0 120 31,41-80-31,-41 80 0,0-40 0,40 0 0,-40 0 16,40 41-16,-40-41 0,40 40 0,-40-40 0,40 40 15,-40-40-15,0 0 16,40 1-16,-40-1 0,0 0 0,0 0 0,0 0 0,0 0 16</inkml:trace>
  <inkml:trace contextRef="#ctx0" brushRef="#br0" timeOffset="30860.3732">8547 8061 0,'0'0'0,"-40"40"15,120-40 1,161-121 15,-121 81-31,-40 0 0,41 0 16,-81 0-16,120 0 15,-119 0 1,-1 40-16</inkml:trace>
  <inkml:trace contextRef="#ctx0" brushRef="#br0" timeOffset="31120.2846">9189 8221 0,'-40'40'0,"80"-80"0,-120 80 0,-41 80 15,81-79-15,0-1 16,0 0 0,0 0-16,0 0 0,0 0 15,80-40 17,40-40-32,-40 0 15,0 40-15,0 0 0,41 0 0,-41-40 16,0 40-16,0-40 0,0 40 0,0-40 0,0 40 15,0 0 1,1-41-16,-1 41 0,0 0 16</inkml:trace>
  <inkml:trace contextRef="#ctx0" brushRef="#br0" timeOffset="31380.2682">9390 8181 0,'0'0'0,"-41"-40"16,1 0 0,0 40-1,40 40 1,0 40 15,0 121-15,-40 39-1,40-200 1,0 0-16,-40 81 16,40-81-16,0 0 15</inkml:trace>
  <inkml:trace contextRef="#ctx0" brushRef="#br0" timeOffset="31830.2633">10754 6697 0,'-40'0'16,"80"0"-16,-201-40 16,121 40-16,0 80 15,0 40 1,0-79-16,0 319 16,40-279-16,0 39 0,0 121 31,0-161-31,40 80 0,-40-120 0,160 201 15,-79-161 1,-41-40-16,120 41 16,-79-41-16,-41-40 0,40 40 31,0-40-31,-40-40 31,-80 0-15,40-1-16</inkml:trace>
  <inkml:trace contextRef="#ctx0" brushRef="#br0" timeOffset="32210.2917">12118 6898 0,'-40'0'16,"80"0"-16,-120 0 0,80-41 0,-40 41 0,40 41 31,0 39-15,0-40-16,0 0 15,0 40-15,-40 0 0,40-40 0,0 41 0,0-1 16,0 0-16,0-40 16,0 40-16,0-39 0,0 39 0,0-40 0,0 0 15,0 0-15,-40-40 0,40 40 16,0 0-16</inkml:trace>
  <inkml:trace contextRef="#ctx0" brushRef="#br0" timeOffset="32800.1861">12840 7339 0,'-80'0'15,"160"0"-15,-240 40 16,120-40-16,0 40 16,80-40-1,40-40 1,-40 40-16,0 0 16,41 0-16,-41-40 0,40 40 0,0-40 0,0 40 15,1 0-15,-1 0 0,-40 0 16,40-41-16,-40 41 0,41 0 0,-41 0 0,0 0 15,0 0-15,0 41 16,-120-1 0,40-40-1,0 0-15,0 0 16,-1 0-16,41-40 31</inkml:trace>
  <inkml:trace contextRef="#ctx0" brushRef="#br0" timeOffset="33070.2403">14445 6456 0,'-40'0'16,"80"0"-16,-120-40 0,40 40 15,40 80-15,-40-39 16,40 39 0,0 0-16,0 0 0,0-40 0,80 0 15,41 241 1,-81-80 15,0-121-31</inkml:trace>
  <inkml:trace contextRef="#ctx0" brushRef="#br0" timeOffset="33270.1544">14205 7820 0,'-40'0'0,"80"0"0,-80-40 31,80 40-31,80-40 15,-80 0-15,161 0 16,-161-1-16,40 41 0,81-40 16,39 40-1</inkml:trace>
  <inkml:trace contextRef="#ctx0" brushRef="#br0" timeOffset="33670.1563">14365 8141 0,'-40'0'16,"80"0"-16,-80-40 15,120 40-15,-40-40 16,41 40 0,79 40-1,-120 0-15,1 120 16,-41-120-16,0 0 0,-41 81 15,-39-81-15,-40 80 32,80-120-32,80 0 31,-40-40-31,40 40 16,0-40-16,0 40 0,40-40 15,-39 40-15,-1 0 0,0 0 0,40 0 0,-40 0 16,0 0-16,41 0 0,-41 0 0,0 0 0,0 0 15,0 0 1,0 0-16,0 0 0,-40 40 16,-40-40 15,40-40-31,-40 0 16,40 0-16,0 0 0</inkml:trace>
  <inkml:trace contextRef="#ctx0" brushRef="#br0" timeOffset="33950.1162">15890 7379 0,'0'0'16,"-40"0"-16,0 0 0,40-40 31,160 0-15,-120 40-16,41-41 16,39 41-16,-40 0 15,41-40 1</inkml:trace>
  <inkml:trace contextRef="#ctx0" brushRef="#br0" timeOffset="34270.168">16893 7218 0,'40'0'16,"-40"-40"-16,40-80 31,-40 80-31,0-121 16,0 121-16,0 0 0,-40-80 15,40 40 1,-40 40 15,40 200-15,40 121 0,41 40 15,-81-81-16,-41-119 1,-159-41 0,79-120-1</inkml:trace>
  <inkml:trace contextRef="#ctx0" brushRef="#br0" timeOffset="34430.1585">16773 6376 0,'0'-40'0,"-40"40"0,40-40 32,40 40-17</inkml:trace>
  <inkml:trace contextRef="#ctx0" brushRef="#br0" timeOffset="34850.0781">17415 6898 0,'-40'80'16,"40"-40"-16,40 0 15,0 0-15,80 40 16,-120-40-16,40-40 0,41 40 31,-1-40-15,0-120 0,-40-80 15,-40 39-16,-80 1 1,80 80 0,-40-1-1,120 1 1,-40 80 0,0 0-16,121 0 15,-121 40-15,0-40 0,41 40 16,-41-40-16,80 40 15</inkml:trace>
  <inkml:trace contextRef="#ctx0" brushRef="#br0" timeOffset="35250.1092">18177 6777 0,'0'0'0,"-40"0"15,80 0 17,41 0-32,-41 0 0,0 0 0,120 0 31,-120 0-31,1 80 31,-82 1-15,-79 79-1,120-40 1,40-80 0,161 1-1,-161-1 1,0 40 0,-80-40-1,-80 0 1,79-40-16,-159 40 15,160-40-15,0 0 0,-121 0 16,121 0-16</inkml:trace>
  <inkml:trace contextRef="#ctx0" brushRef="#br0" timeOffset="35490.0404">17294 8061 0,'-40'0'16,"80"0"-16,81 0 15,-81-41-15,40 41 0,0 0 16,41-40 0,-41 40-16,201 0 15,-201 0-15,-40 0 0,121 0 16,40 0-1,-161 0-15</inkml:trace>
  <inkml:trace contextRef="#ctx0" brushRef="#br0" timeOffset="35850.0742">17856 8261 0,'0'40'15,"40"-40"1,41-40-16,79 40 31,-120 0-31,0 0 0,81 0 16,-1 0 0,-160 161 15,-161-41-16,41 0 1,120-80 0,240-40 15,81-40-15,-40-40-1,-121 40 1,-79 0-1</inkml:trace>
  <inkml:trace contextRef="#ctx0" brushRef="#br0" timeOffset="36430.0386">20264 7539 0,'-40'0'16,"80"0"-16,-161 40 15,81-40 1,80 0-1,41 0 1,79 0 0,81 0-1,-81 0 17,-119 0-32</inkml:trace>
  <inkml:trace contextRef="#ctx0" brushRef="#br0" timeOffset="36699.9481">21427 6456 0,'0'0'16,"-40"-40"-16,40 0 15,0 80 17,0 40-17,0-39-15,0-1 0,0 0 0,0 0 0,0 40 16,0-40-16,40 40 16,-40-39-16,41 39 0,-41 0 0,0-40 0,0 40 15,40-40-15,-40 41 0,40-41 16,-40 40-16,0-40 0,0 0 0</inkml:trace>
  <inkml:trace contextRef="#ctx0" brushRef="#br0" timeOffset="36910.0112">21267 8020 0,'-40'0'15,"80"0"1,-40-40-16,241-40 31,80 40-15,-40 0-1,-241 40-15,80 0 16</inkml:trace>
  <inkml:trace contextRef="#ctx0" brushRef="#br0" timeOffset="37249.9891">21508 8341 0,'0'0'15,"200"-40"1,121-40 15,-280 80-31,119 0 16,-160 40-16,40-40 0,-40 120 15,-241 81 1,1-81 15,199-80-15,242 0 0,120-80 15,0 0-16,-80-40 1,-161 0 0</inkml:trace>
  <inkml:trace contextRef="#ctx0" brushRef="#br0" timeOffset="37509.9738">23715 7499 0,'-40'-40'16,"80"80"-16,-161-80 16,121 0-16,40 40 31,41 0-31,-41 0 0,241 0 15,-201 0-15,0 0 0,81-40 32,-81 40-32,0-40 15,-40 40-15</inkml:trace>
  <inkml:trace contextRef="#ctx0" brushRef="#br0" timeOffset="37749.9593">24156 7058 0,'-40'-40'31,"80"80"-31,-120-80 16,80 80-16,0 40 16,80 161 15,-80-1-16,-40-79 1,0-81 0</inkml:trace>
  <inkml:trace contextRef="#ctx0" brushRef="#br0" timeOffset="38089.8852">24718 7258 0,'0'-40'16,"0"80"-16,0-120 0,80 0 15,-80 40-15,0 0 0,0-40 32,0 40-32,-40-41 15,40 41 1,0 80-1,80 241 17,0 0-17,-80 0 1,-80-121 15,-120-80-15,39-120-16</inkml:trace>
  <inkml:trace contextRef="#ctx0" brushRef="#br0" timeOffset="38239.8603">24838 6496 0,'-80'0'16,"160"0"-16,-160-40 0,40 40 0,80 40 47</inkml:trace>
  <inkml:trace contextRef="#ctx0" brushRef="#br0" timeOffset="38629.9079">25199 7138 0,'0'40'16,"0"0"-16,40 0 15,1 1-15,39 39 32,0 0-17,-40-80 1,0-80-1,1-121 17,39-39-17,-40 39 1,0 161-16,40-80 31,-40 80-31,1 40 16,79 0-1,-40 0 1,-40 0-16,-40 40 0</inkml:trace>
  <inkml:trace contextRef="#ctx0" brushRef="#br0" timeOffset="38999.8269">25841 7098 0,'0'0'16,"81"-80"0,159 40 15,-199 40-31,39 0 16,-40 0-16,-40 40 15,0 0-15,-80 40 16,-41 0 15,121 41-15,40-41-1,81 0 17,-81-80-32,-40 80 15,-161-40 1,-79-40-1,79 0 17</inkml:trace>
  <inkml:trace contextRef="#ctx0" brushRef="#br0" timeOffset="39229.7975">25280 7940 0,'-41'0'0,"82"0"0,-122 0 31,162 0-31,-1 0 0,40 0 16,282 0 0,-122 0 15,-159 0-16,-81 0-15</inkml:trace>
  <inkml:trace contextRef="#ctx0" brushRef="#br0" timeOffset="39549.7774">25841 8301 0,'-40'0'16,"80"0"-16,-40 0 0,121 0 31,39-40-15,-120 160-1,-200 1 1,80-81 0,40 80-1,80-120 1,241-40-1,-1 0 17,-79 40-17,-81-80 1,-79 40 0</inkml:trace>
  <inkml:trace contextRef="#ctx0" brushRef="#br0" timeOffset="39849.8336">27527 6176 0,'0'-81'15,"0"162"-15,120-1 16,-80-40-16,0 0 0,41 241 16,79 240 15,-200 41-15,-201-121-1,41-281 1,39-80-16,81-39 0</inkml:trace>
  <inkml:trace contextRef="#ctx0" brushRef="#br0" timeOffset="40379.7481">25801 6416 0,'0'0'0,"40"0"16,-40 80 15,0-39-31,-40 39 0,40-40 16,-40 80-16,40-40 0,-40 41 0,0-1 0,40 0 15,-40 1-15,0-1 0,0 40 16,40-39-16,-41-1 0,1 0 0,40 1 0,-40-1 16,0-40-16,0 41 15,40-41-15</inkml:trace>
  <inkml:trace contextRef="#ctx0" brushRef="#br0" timeOffset="41159.7592">17415 6577 0,'40'0'15,"-40"40"1,0 0-16,0 40 15,0 0-15,0 1 16,40-1-16,-40 40 0,40 0 0,0 1 0,-40 39 16,40-40-16,1 1 0,-1 39 15,0 1-15,0-41 0,0 0 0,-40 41 0,40-41 16,-40 0-16,40 41 16,-40-41-16,0-40 0</inkml:trace>
  <inkml:trace contextRef="#ctx0" brushRef="#br0" timeOffset="43109.6372">19782 9023 0,'-40'0'0,"40"-40"15,0 0 1,-40 40-16</inkml:trace>
  <inkml:trace contextRef="#ctx0" brushRef="#br0" timeOffset="43559.6126">13523 9103 0,'40'0'32</inkml:trace>
  <inkml:trace contextRef="#ctx0" brushRef="#br0" timeOffset="45359.5046">7223 10467 0,'40'0'203,"0"0"-203,0 0 0,0-40 0,0 40 16,1 0-16,-1 0 15,40 0-15,-40-40 0,0 40 0,40-40 0,-39 40 16,-1 0-16,0 0 0,40 0 0,-40 0 0,0 0 15,0 0-15,1 0 16,-1 0-16</inkml:trace>
  <inkml:trace contextRef="#ctx0" brushRef="#br0" timeOffset="45629.4135">7624 10828 0,'-40'0'0,"80"0"0,-120 40 31,80-80-15,40 40-1,0 0 1,0 0-16,0 0 0,0 0 0,1 0 15,-1 0-15,0 0 16,40 0-16,-40 0 0,40 0 0,-39 0 0,39-40 16,-40 40-16,40 0 0,-40 0 15,0-40-15</inkml:trace>
  <inkml:trace contextRef="#ctx0" brushRef="#br0" timeOffset="46279.4043">9751 10026 0,'0'0'32,"0"-40"-32,-40 40 15,-1 0 16,1 0-31,40 40 16,-40-40-16,40 40 0,-40-40 16,40 40-16,-40 0 0,0 0 0,40 0 15,0 0-15,0 0 16,0 1-16,0-1 0,0 0 0,40-40 16,-40 40-16,40-40 15,0 0-15,0 0 0,0 0 16,1 0-16,-1 0 0,0 0 0,0 0 15,0 0-15,-40-40 16,40 40-16,0-40 0,0 40 0,1-40 0,-1 40 16,-40-41-16,40 41 15,-40-40-15,0 0 0,0 0 32,0 0-32,-40 40 0,40-40 0,0 0 15,-40 0-15,-1 0 0,1 40 16,0-40-16,0 40 15,0 0-15,0 0 16,0 0 0,0 0-16,-1 40 0,1-40 0,0 40 15,0 0-15,0 0 16,0 0-16,0-40 0,0 40 0</inkml:trace>
  <inkml:trace contextRef="#ctx0" brushRef="#br0" timeOffset="49039.2112">2046 12673 0,'-40'0'31,"80"40"79,1 0-95,-1-40-15,-40 80 0,40-40 0,0 0 16,40 0-16,-40 1 15,0-1-15,1 0 0,-1 0 0,40 0 0,-40 40 16,0-40-16,0 0 0,0-40 16,1 40-16,-1 1 0,0-1 0,0 0 0,0-40 15,0 40-15,0-40 16,0 40-16,1-40 16</inkml:trace>
  <inkml:trace contextRef="#ctx0" brushRef="#br0" timeOffset="49369.2622">3009 12633 0,'0'0'0,"-40"0"0,0 0 16,40-41-1,-40 41 17,0 0-32,0 121 31,-121 160-15,121-161-1,0-40-15,-40 40 0,40-80 0,-41 161 16,-39-81 15</inkml:trace>
  <inkml:trace contextRef="#ctx0" brushRef="#br0" timeOffset="49849.2332">3932 12352 0,'-40'-40'16,"80"80"-16,-120-80 0,0 40 15,80 40-15,-40-40 0,40 40 16,-80 40-1,80-40-15,-41 40 16,1-39-16,0 159 16,40-39-1,0-121-15,80 160 16,-80-160-16,0 0 0,161 121 31,-121-161-31,161 80 16,-81-80-1</inkml:trace>
  <inkml:trace contextRef="#ctx0" brushRef="#br0" timeOffset="50539.1215">4374 12873 0,'0'-40'0,"0"0"32,0 0-17,0 0 1,40 40 0,-40-40-16,40 40 15,0 0-15,0 0 0,0 40 16,1-40-16,-41 80 0,40-80 0,0 40 0,-40 0 15,40 0-15,-40 41 0,0-41 16,0 0-16,0 40 0,0-40 0,0 0 0,-40 40 16,40-40-16,-40 1 15,40-1-15,-40 0 0,40 0 0,-81-40 0,81 40 16,0 0 0,-40-40-16,80 0 15,-40-40-15,40 40 0,-40-40 16,81 40-16,-41-40 15,0 40-15,0 0 0,0-40 0,0 40 16,0 0-16,1 0 0,-1-40 16,0 40-16,0 0 0,0 0 0,0 0 15,0 0-15,0-41 16,1 41-16,-1 0 0</inkml:trace>
  <inkml:trace contextRef="#ctx0" brushRef="#br0" timeOffset="51939.0395">5377 12312 0,'0'-40'15,"0"0"32,40 40-31,40 0-16,-80 40 0,40-40 15,1 80-15,-1-40 0,0 0 16,0 0-16,0 0 0,0 0 0,0 41 0,0-1 16,1 0-16,-41 0 15,40 0-15,-40 1 0,0 39 0,0-40 0,0 40 16,-40 1-16,40-41 0,-81 0 16,41 0-16,-40 1 0,40-1 0,-40 0 0,39 0 15,-39-40-15,40 0 0</inkml:trace>
  <inkml:trace contextRef="#ctx0" brushRef="#br0" timeOffset="53088.9685">1846 11229 0,'-40'0'15,"40"-40"-15,0 80 47,0 0-31,0 0-16,0 0 0,0 0 0,0 41 0,0-41 16,0 0-16,40 0 0,-40 40 0,0-40 0,40 0 15,-40 0-15,0 0 0,0 1 16,40-1-16,-40 0 0,40-40 0,-40 40 0</inkml:trace>
  <inkml:trace contextRef="#ctx0" brushRef="#br0" timeOffset="53498.9632">2408 11309 0,'0'0'16,"-41"0"-16,1 40 31,0-40-31,-120 121 16,120-121-16,-41 40 15,81 0-15,-120 80 16,40-80 15,120-40 0,0 0 1,0 0-32,0 0 0,0 0 15,0 0-15,1 0 0,39 0 0,-40 0 16,0 0-16,0 0 15,40 0-15,-39 0 0,-1 0 0,40 40 0,-40-40 16,0 0-16,0 0 0,0 0 16,1 0-16,-1 40 0,0-40 0</inkml:trace>
  <inkml:trace contextRef="#ctx0" brushRef="#br0" timeOffset="53748.9992">3009 11429 0,'0'0'16,"-40"0"-16,40-40 31,81 40-31,-1-40 16,-40 0-16,0 0 15,0 40-15,121-40 16,-81 40 0</inkml:trace>
  <inkml:trace contextRef="#ctx0" brushRef="#br0" timeOffset="53978.9869">3692 11710 0,'0'0'0,"-81"0"0,41 40 16,0 0-16,0-40 15,80-40 17,40 40-32,-80-40 15,41 40-15,-1 0 0,0 0 0,0-40 0,0 40 16,0-40-16,0 40 15,0 0-15,1-40 0,-1 40 16</inkml:trace>
  <inkml:trace contextRef="#ctx0" brushRef="#br0" timeOffset="54408.8858">4253 10988 0,'0'-40'31,"0"80"-31,121-160 16,-81 120-16,0-40 0,80 40 15,-79 0-15,39 0 16,-40 40-16,40 80 16,-80-40-1,0 1-15,-40 119 16,0-160-16,40 41 15,0-41-15,-40 0 32,120-40-32,-40 0 15,0-40-15,121-41 16,-121 81-16,0-40 0,80 0 16,-79 40-16,-1-80 31,0 80-31,0 0 31,-80 0 0,0 0-15,0 0-16</inkml:trace>
  <inkml:trace contextRef="#ctx0" brushRef="#br0" timeOffset="92826.5817">7223 12633 0,'-40'0'31,"-1"0"-31,41 40 31,-40-40-31,80 0 32,41 0-17,-41 0-15,0 0 0,0-40 0,40 40 0,1 0 16,-1 0-16,-40 0 16,40-41-16,1 41 0,-1 0 0,-40 0 0,40 0 15,-40 0-15,0 0 0,1 0 16,-1 0-16,0 0 0,0 41 0</inkml:trace>
  <inkml:trace contextRef="#ctx0" brushRef="#br0" timeOffset="93046.6414">7664 13234 0,'-120'40'16,"240"-80"-16,-280 80 15,200-40 1,-40-40 0,40 40-16,161-40 15,-161 40-15,0 0 0,120-40 16,-79 40-16,-41 0 0</inkml:trace>
  <inkml:trace contextRef="#ctx0" brushRef="#br0" timeOffset="96656.3517">9991 11951 0,'0'0'0,"-40"0"47,40 40-47,0 40 0,-40-40 15,40 0-15,0 41 16,0-41-16,0 0 0,0 40 0,0-40 0,0 0 16,0 0-16,0 40 0,0-39 0,0-1 0,0 0 15,0 0-15,0 0 16,0 0-16,0 0 0,0 0 0</inkml:trace>
  <inkml:trace contextRef="#ctx0" brushRef="#br0" timeOffset="96886.3396">9590 13435 0,'0'0'0,"-40"40"16,120-40-1,-40-40 1,1 40-16,239-81 31,-199 41-31,-1 40 0,121-40 16,-161 0-16,160 40 15,-160 0-15,1 0 0</inkml:trace>
  <inkml:trace contextRef="#ctx0" brushRef="#br0" timeOffset="97216.3919">10312 13796 0,'-160'40'16,"320"-80"-16,-360 120 0,79 0 16,81-40-16,0 0 0,0 0 31,0 0-31,40 1 0,-40-41 0,40 80 31,0-40-15,160-40-1,121-80 1,-160 40 0,-81 40-16,80-41 15,-80 41-15,121-40 16,-81 40-16</inkml:trace>
  <inkml:trace contextRef="#ctx0" brushRef="#br0" timeOffset="97436.3391">10433 13876 0,'-80'-40'16,"160"80"-16,-201-80 0,81 40 15,0 0-15,40 40 16,80 120 0,-39 41 15,-41-1-15,0-160-16</inkml:trace>
  <inkml:trace contextRef="#ctx0" brushRef="#br0" timeOffset="99316.1961">11356 12793 0,'-40'0'0,"80"0"47,-40-40-47,80 40 0,-40 0 16,0 0-16,41 0 0,-41 0 15,0 0-15,0 0 0,0 0 0,40 40 16,-40-40-16,41 40 0,-41-40 16,40 0-16,-40 0 0,0 0 0,0 0 0,1 0 15,-1 0-15,0 0 16</inkml:trace>
  <inkml:trace contextRef="#ctx0" brushRef="#br0" timeOffset="99556.1774">11837 12592 0,'-40'-40'0,"0"0"0,0 40 31,40 40-15,0 0-16,0 1 0,0-1 0,40 0 16,-40 40-16,0-40 15,0 40-15,40-40 0,-40 41 0,0-41 0,0 40 16,0-40-16,0 0 0,0 0 16,0 0-16,0 0 0,0 1 0,0-1 15</inkml:trace>
  <inkml:trace contextRef="#ctx0" brushRef="#br0" timeOffset="99806.187">12720 12272 0,'0'0'15,"-80"0"1,80 40 0,0 0-16,40 160 15,-40-160-15,40 1 0,0 119 32,-40-120-32,121 161 0</inkml:trace>
  <inkml:trace contextRef="#ctx0" brushRef="#br0" timeOffset="100016.1522">12479 13675 0,'-80'0'15,"160"0"-15,-120 0 16,161-40-1,-41 40-15,201-40 16,-241 40-16,40 0 0,40-40 31,-79 40-31,-1 0 0,0 0 0</inkml:trace>
  <inkml:trace contextRef="#ctx0" brushRef="#br0" timeOffset="100276.2095">13161 13876 0,'-120'80'16,"240"-160"-16,-400 240 15,280-120-15,-41-40 16,-39 40 0,80 1-1,0-1-15,40-40 31,41 0-31,-81 40 0,40-40 0,200 0 16,-159 0 0,79-40-1</inkml:trace>
  <inkml:trace contextRef="#ctx0" brushRef="#br0" timeOffset="100446.1976">13161 13916 0,'-40'0'16,"80"0"-16,-120 0 0,40 40 0,0 0 0,0 121 31,0 39-15,40-120-1,40-80-15,-40 121 16,0-81-16</inkml:trace>
  <inkml:trace contextRef="#ctx0" brushRef="#br0" timeOffset="103045.9911">14245 12873 0,'0'0'0,"-40"0"0,0 0 31,80 40-15,0-40 0,0 0-16,40 0 0,-40 40 15,0-40-15,1 0 16,-1 0-16,0 0 0,0 0 0,0 0 15,-40-40 1,0 0-16,40 40 0,-40-40 0,0 0 16,0 0-16,-80 40 0,80-40 15,0 0 1,-40 40-16,0 0 0,0 0 16,-1 0-16,1 0 15,40 40-15,-40-40 0,40 40 0,-40-40 0,40 40 16,0 0-16,-40 0 15,40 0-15,0 41 0,0-41 0,0 0 0,0 0 16,0 40-16,0-40 0,0 0 0,40 0 0,-40 0 16,80 1-16,-80-1 0,40-40 15,1 40-15,-1-40 0,0 40 0,0-40 16,0 0-16,0 0 16,0 0-16,1-80 0,-1 80 0,0-40 0</inkml:trace>
  <inkml:trace contextRef="#ctx0" brushRef="#br0" timeOffset="103245.9728">15128 12713 0,'0'0'16,"-40"40"-16,-1-40 15,122 0 16,-41-40-31,0 40 0,40 0 0,-40-40 16,0 40-16,1-40 0,39 40 0,-40 0 0,0-41 16,0 41-16</inkml:trace>
  <inkml:trace contextRef="#ctx0" brushRef="#br0" timeOffset="103626.0065">16291 12592 0,'0'-80'16,"0"40"-1,0 0-15,81-80 16,-81 80-16,0 0 0,0-1 16,0 1-1,0-40 1,0 120 15,0 40-31,0 81 31,0 39-15,0-79 0,-41 39 15,-159 1-16,39-121 1</inkml:trace>
  <inkml:trace contextRef="#ctx0" brushRef="#br0" timeOffset="103765.999">16211 11951 0,'-40'0'16,"80"0"-16,-160 0 16,120-40-16</inkml:trace>
  <inkml:trace contextRef="#ctx0" brushRef="#br0" timeOffset="104305.9102">17294 12191 0,'-120'0'16,"80"0"-16,40 41 16,-40-1-1,-40 120 1,80 0-1,0-119 1,0-82 15,40-79-15,40 40 0,-80 40 15,-40 40 0,0 40-15,80-40 15,0 0-15,0 0-1,0 0-15,0 0 16,0 0-1,1-40-15,-1 40 0,0 0 16,0 0-16,0 0 0,0 0 0,0 0 16,0 0-1,1 0-15,-1 0 0,-40-40 0,40 40 16,-40-40 0</inkml:trace>
  <inkml:trace contextRef="#ctx0" brushRef="#br0" timeOffset="104585.9491">17214 12151 0,'-80'-80'16,"160"160"-16,-160-200 15,80 160 1,0 0-16,40 40 31,0 81-15,40 39 0,-39-39 15,-1-121-31</inkml:trace>
  <inkml:trace contextRef="#ctx0" brushRef="#br0" timeOffset="104985.9252">18217 12232 0,'-80'0'15,"160"0"-15,-200 0 0,40 40 16,80 40-16,-40-40 0,40 40 16,0 40-1,-41-79 17,41-82-17,81-159 1,39-41-1,-80 81 17,0 200-17,1 120 1,-41-119-16,40 119 31,-40-120-31,80 120 16,-80-119-16,40-1 15</inkml:trace>
  <inkml:trace contextRef="#ctx0" brushRef="#br0" timeOffset="105185.9129">18057 12071 0,'0'-40'15,"-40"40"-15,40-40 0,0 0 16,80 0-16,81-41 16,-81 81-16,-40 0 0,161 0 31,-1 41-15,-160-1-16</inkml:trace>
  <inkml:trace contextRef="#ctx0" brushRef="#br0" timeOffset="105445.8974">17776 13154 0,'-40'0'0,"80"0"0,-40 0 31,0-40-15,160 0-1,-119 40-15,159 0 16,-160 0-16,1-40 0,119 40 31,-40-40-31</inkml:trace>
  <inkml:trace contextRef="#ctx0" brushRef="#br0" timeOffset="105865.8016">18017 13435 0,'0'0'16,"0"-40"-1,160-1 1,-120 41-16,41 0 16,-41 0-16,-40 41 15,0-1 1,-40 40 0,-41 0-1,81-40 16,41 0-15,79-40 0,-40 40-1,-120 41 17,-120-1-17,-41 0 1,40-80-1,41-40 1</inkml:trace>
  <inkml:trace contextRef="#ctx0" brushRef="#br0" timeOffset="106645.7727">19221 13715 0,'-41'0'15,"41"-40"-15,-40 40 16,80 0 15,1 0-15,-1 0 0,0 0-16,0 0 0,0 0 0,0 0 0,0 0 15,41 0-15,-41 0 0,0 0 16,40 0-16,0 0 0,-40-40 0,41 40 0,-41 0 15,40-40-15,-40 40 0,0 0 0,0 0 0,1 0 16,-1 0 0,0 0-16</inkml:trace>
  <inkml:trace contextRef="#ctx0" brushRef="#br0" timeOffset="107175.7204">19863 13234 0,'-41'0'0,"41"40"46,0 0-46,0 0 0,0 1 0,0 39 16,0-40-16,0 0 16,0 40-16,0-40 0,0 0 0,41 41 0,-41-41 15,0 0-15,0 0 0,40 0 16,-40 0-16,0 0 0,0 0 0,0 0 16</inkml:trace>
  <inkml:trace contextRef="#ctx0" brushRef="#br0" timeOffset="107545.7717">21347 12633 0,'-80'0'15,"160"0"-15,-200 0 16,80-41-16,40 82 15,0 39-15,0-40 16,0 40-16,80 241 31,-40-161-31,0-39 16,0 79 0</inkml:trace>
  <inkml:trace contextRef="#ctx0" brushRef="#br0" timeOffset="107765.703">20986 14036 0,'-40'0'16,"80"0"-16,-80 40 16,80-40-1,0 0-15,121-40 16,160 0-1,-201 0 1,121 0 0,-201 40-1</inkml:trace>
  <inkml:trace contextRef="#ctx0" brushRef="#br0" timeOffset="108045.7416">21548 14397 0,'-121'40'32,"242"-80"-32,-282 120 0,1-39 15,120-41-15,0 40 16,-1-40-16,82 0 47,-1 40-32,0-40-15,0 0 0,0 40 0,0-40 16,0 0-16,0 0 0,1 40 0,-1-40 16,0 0-16,0 0 0,0 0 15,0 0-15,0 0 0,0 0 0,1 0 16,-1 0 0</inkml:trace>
  <inkml:trace contextRef="#ctx0" brushRef="#br0" timeOffset="108255.6553">21508 14678 0,'0'0'0,"0"-40"16,-40 40-16,-1 0 0,41 40 47,0 0-32,0 0-15,-40 0 0,40 0 0,0 0 16,0 1-16,0-1 0,0 0 0,-40 0 16,40 0-16,0 0 15,0 0-15</inkml:trace>
  <inkml:trace contextRef="#ctx0" brushRef="#br0" timeOffset="110705.5258">22631 13435 0,'0'0'16,"-40"0"0,80 0-1,81 0 1,39 0 0,1-40-1,-81-41 16,-40 41-15,-80 0 0,-80 0-1,-1 40 17,41 0-17,80 40 1,-40 80-1,40 81 1,0-81 0,80 41-1,0-81 1,-40-80 0,81 0-1,-41-40-15</inkml:trace>
  <inkml:trace contextRef="#ctx0" brushRef="#br0" timeOffset="110945.5686">23675 12994 0,'0'0'0,"-41"-41"0,1 41 16,0 0-16,0 0 16,40-40-1,201 40 1,-161-40-16,120 40 31,1 0-31</inkml:trace>
  <inkml:trace contextRef="#ctx0" brushRef="#br0" timeOffset="111305.4831">24477 12833 0,'0'-80'15,"0"160"-15,80-280 16,-40 159-16,1-39 15,-41 0 17,-41 40-17,-39 40 1,80 40 15,0 0-31,0 0 0,0 0 16,0 0-16,0 1 0,0-1 15,40 0-15,-40 0 0,0 0 0,0 0 0,40 0 16,-40 0-16,0 0 0,0 1 0,0-1 0,0 0 16,0 0-1,-40 0-15,40 0 0,-40-40 0,40 40 0,-40-40 16,0 40-16,0-40 0,0 0 16,0 0-16,-1 0 0,1 0 0,0-40 15</inkml:trace>
  <inkml:trace contextRef="#ctx0" brushRef="#br0" timeOffset="111475.5358">24477 12111 0,'-80'-40'31,"160"80"-31</inkml:trace>
  <inkml:trace contextRef="#ctx0" brushRef="#br0" timeOffset="112015.4486">25320 12312 0,'0'0'0,"0"-40"0,40 0 16,0 40-16,-40-41 16,40 41-16,0 0 15,0 0-15,1 0 0,-1 0 16,-40 41-16,40-41 0,0 40 15,-40 0-15,0 0 0,0 0 0,0 0 16,0 0-16,-40 0 0,40 0 0,-40-40 16,40 40-16,-40 1 15,-1-1-15,41 0 0,-40-40 0,0 40 16,40 0-16,0 0 0,-40-40 16,40 40-16,-40-40 0,40 40 0,0 0 15,0 1 1,40-41-16,0 0 15,40 0-15,-39 0 0,-1 0 0,0 0 16,-40-41-16,40 41 0,0-40 16,-40 0-16,40 40 0,-40-40 15,0 0 1,-40 40-16,40-40 0,-40 0 0,-40 0 16,80 0-16,-40 40 0,-1-41 15,1 1-15,0 0 0,40 0 0,-40 40 0,40-40 16,-40 0-16,40 0 15,0 0-15,0 0 16,40 40-16,0 0 0,0 0 16,0 0-1,-40 40-15,41-40 0,-1 0 0</inkml:trace>
  <inkml:trace contextRef="#ctx0" brushRef="#br0" timeOffset="112455.4079">26283 12191 0,'0'0'15,"0"41"1,0-1 0,0 0-1,0 0-15,0 0 0,0 0 16,0 0-16,0 0 0,0 0 15,-40-40-15,40 40 0,0 1 0,-40-1 0,-1 0 16,41 0-16,-40-40 0,40 40 16,0-80-1,0 0 1,40 0-16,-40 0 16,41-1-16,-41 1 0,40 0 0,-40 0 0,40 0 15,-40-40-15,40 40 16,-40 0-16,0 0 0,0-1 0,40 41 15,-40-40-15,0 80 16,40-40 0,-40 41-16,0-1 0,0 0 0,0 0 0,40 0 15,-40 0 1,0 0-16,0 0 0,0 0 0,0 0 0,0 1 16,40-1-16,-40 0 15,0 0-15,41 0 0,-41 0 16,40-40-16</inkml:trace>
  <inkml:trace contextRef="#ctx0" brushRef="#br0" timeOffset="112685.463">26122 12272 0,'0'0'15,"0"-40"-15,201-41 32,0 41-17,-121 40 1,80 40 0,-160 0-16</inkml:trace>
  <inkml:trace contextRef="#ctx0" brushRef="#br0" timeOffset="112935.4046">26002 13395 0,'-40'0'16,"80"0"-16,-80-41 15,80 41-15,0-40 0,0 40 0,0-40 16,0 40-16,1 0 0,-1 0 16,0-40-16,40 40 0,-40 0 0,40 0 0,-39-40 15,-1 40-15,40 0 16,-40 0-16,40 0 0,-40-40 0,1 40 0,-1 0 16,0 0-16,0 0 0,0 0 15,0 0-15</inkml:trace>
  <inkml:trace contextRef="#ctx0" brushRef="#br0" timeOffset="113355.3613">26564 13475 0,'-40'40'15,"80"-80"-15,-40 80 16,40-40-1,40 0 1,40 80 0,-79-40-1,-82 81 1,-39-81 0,-40 40-1,120-40 16,40-40-31,120 0 16,-79 0 15,-121 40 1,-1-40-32,1 40 0,0-40 0,0 40 15,-40-40-15,40 40 16,0-40-16,-41 0 0,1 40 0,40-40 0,-40 0 15,40 41-15,-1-41 0,1 0 0,-40 0 0,40 0 16,0 40-16</inkml:trace>
  <inkml:trace contextRef="#ctx0" brushRef="#br0" timeOffset="114295.3105">14646 14838 0,'-40'-40'0,"40"0"16,-40 40-1,40 40 1,-40-40-16,40 40 0,0 0 31,40-40-31,0 0 0,40 0 0,-40 0 16,41 0-16,-1 0 15,40-40-15,1 40 0,-1-40 0,41 0 0,-41 40 16,40-40-16,1 0 0,-41 40 16,41-40-16,-41 40 0</inkml:trace>
  <inkml:trace contextRef="#ctx0" brushRef="#br0" timeOffset="114895.2568">24959 14758 0,'40'0'15,"40"0"1,-40 0-16,40-40 0,-40 40 16,41 0-16,-41 0 0,40 0 0,0 0 0,1 0 15,-41 0-15,40 0 16</inkml:trace>
  <inkml:trace contextRef="#ctx0" brushRef="#br0" timeOffset="115865.1991">6500 16483 0,'41'0'31,"-1"-81"1,0 41-32,0 40 15,0-40-15,0 40 16,0-40-16,41 0 0,-41 40 0,40-40 0,0 40 15,-40 0-15,41 0 0,-1 0 0,-40 0 0,0 0 16,0 0-16,0 40 0,1-40 16</inkml:trace>
  <inkml:trace contextRef="#ctx0" brushRef="#br0" timeOffset="116045.1878">6982 17124 0,'-40'40'15,"80"-80"-15,-120 121 16,160-81 0,-40-41-16,0 41 15,0 0-15,41-40 0,-41 40 0,40-40 0,0 0 16,1 40-16,-1-40 16,0 40-16,0-40 0,1 40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02:32.6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2849 842 0,'-40'40'15,"0"0"-15,0-40 16,40 40-16,-41-40 15,1 0-15,40 40 0,-40-40 16,40 40-16,-40-40 16,40 40-16,0 40 0,0-39 0,-40-1 0,40 40 15,0-40-15,0 40 16,0 0-16,0-39 0,0 39 0,0 0 0,0-40 16,0 40-16,40-40 0,-40 0 0,80 1 0,-40-1 15,1 0-15,-1-40 0,0 40 16,40-40-16,-40 0 0,0 0 0,0 0 0,1 0 15,39-40-15,-40 40 16,0-80-16,-40 39 0,40 1 0,0-40 0,0 40 16,-40-40-16,41 40 0,-41-40 15,0-1-15,0 1 0,0 0 0,0 0 0,-41 40 16,41-41-16,-40 41 0,0-40 0,0 40 0,0 0 16,0 0-16,0 40 15,0-40-15,-1 40 0,1 0 0,0 0 16,0 0-16,0 0 15,0 0-15,40 40 0,-40-40 16,40 40-16,0 0 16,0 0-16,0 0 0,0 0 0,0 0 15,40 41-15,-40-41 0,40 0 16,-40 40-16,40-40 0,-40 0 0,40 40 0,-40 1 16,40-41-16,-40 40 0,0-40 0,0 40 0,0-40 15,40 41-15,-40-41 16,0 40-16,0-40 0,0 0 0,-40 0 0,40 40 15,-40-39-15,40-1 16,-40-40-16,40 40 0,-40-40 0,40 40 0,-40-40 16</inkml:trace>
  <inkml:trace contextRef="#ctx0" brushRef="#br0" timeOffset="390.0089">2648 2887 0,'0'0'0,"0"40"16,0 0-16,0 0 31,40-40-15,1 0-16,-41-40 0,80 40 0,-40-40 15,0 40-15,0-80 0,40 80 16,1-40-16,-41 0 0,40 0 0,0 40 0,1-41 15,-1 1-15,0 0 16,0 0-16,-39 0 0,39 0 0,0 0 0,-40 0 16,0 40-16,41-40 0,-41 40 15,0-40-15,40 40 0,-40-41 0,0 41 16,0 0-16,-80 0 94,40-40-94,0 0 15</inkml:trace>
  <inkml:trace contextRef="#ctx0" brushRef="#br0" timeOffset="4909.727">6902 1203 0,'0'-41'15,"-40"41"1,-1-40-16,1 40 16,0 0-1,40-40-15,0 80 31,40 41-15,-40-41-16,40 0 16,-40 0-16,41 0 0,-41 0 0,0 40 0,0-40 15,40 1-15,-40-1 16,40 40-16,-40-40 0,0 0 0,0 0 0,0 0 16,0 0-16,0 0 0,0 1 0,0-1 15,0 0-15,0 0 16,0-120 15,-40 40-31,40-1 16,0-39-16,-40 40 15,40 0-15,0 0 0,0-40 0,0 40 0,-41-41 16,41 41-16,0 0 0,0 0 0,0 0 0,0 0 16,0 0-16,0 0 15,0 0-15,0-1 0,0 1 0,0 0 16,41 40-16,-41-40 0,80 0 15,-40 0-15,0 40 0,0 0 0,0-40 16,0 40-16,1 0 16,-1 0-16,0 0 0,0 0 0,0-40 0,0 40 15,0 0-15,1 0 0,-1 0 16,0 0-16,0 0 0</inkml:trace>
  <inkml:trace contextRef="#ctx0" brushRef="#br0" timeOffset="5119.7648">7022 1443 0,'-80'80'16,"160"-160"-16,-200 201 16,120-81-16,80-40 15,-40 0-15,161-81 31,-161 81-31,40-40 0,81-40 16,-81 80-16,40-80 16,-80 40-16</inkml:trace>
  <inkml:trace contextRef="#ctx0" brushRef="#br0" timeOffset="5289.7546">8306 1443 0,'0'40'31,"0"-80"-31,0 120 16,-40-39-16,40-1 15,0 0-15,-40 40 16,40-40-16</inkml:trace>
  <inkml:trace contextRef="#ctx0" brushRef="#br0" timeOffset="5469.7447">8146 1203 0,'0'0'16,"-40"-41"-16,-1 41 0,1-40 0,0 0 0,0 40 16,40-40-16,-40 40 0,80 0 31,0 40-31,0-40 15</inkml:trace>
  <inkml:trace contextRef="#ctx0" brushRef="#br0" timeOffset="5839.6481">8748 1323 0,'0'40'31,"0"0"-31,0 0 0,0 0 16,40 0-16,0 1 16,0-1-16,-40 0 0,0 0 15,40 0 1,0-40 0,-40-40-16,40-40 15,0 80-15,-40-40 16,41-1-16,-1 1 0,-40 0 0,40 0 0,-40 0 15,40 40-15,0 0 16,0 0-16,-40 40 16,40 0-16,-40 0 15,0 0-15,0 1 0,0 39 0,0-40 0,0 0 16,0 0-16,0 0 0,0 0 0,0 0 0,0 0 16,0 1-1,0-1-15,40-40 16,1 0-16</inkml:trace>
  <inkml:trace contextRef="#ctx0" brushRef="#br0" timeOffset="6299.6384">10232 1483 0,'-80'-40'16,"160"80"-16,-321-80 15,201 80-15,0 0 16,40 41-16,0 39 31,40-80-31,0 0 0,41-40 16,-41 40-16,80-80 31,-80 0-31,-40-40 16,0-161-1,-80-40 17,0 41-17,0 79 1,80 121 0,0 80-16,40 1 31,40 239-16,-40 41 1,0-40 15,40-81-15,1-160-16</inkml:trace>
  <inkml:trace contextRef="#ctx0" brushRef="#br0" timeOffset="6689.6155">12279 1082 0,'40'0'16,"-80"0"15,0 0-31,-1 0 0,1 40 16,0-40-16,0 0 0,0 40 0,0 1 16,0-1-16,40 0 15,-40-40-15,40 40 0,0 0 0,-41-40 0,41 40 16,0 0-1,0 0-15,41-40 16,-1 0-16,0 0 16,0 0-16,0 0 0,40 0 0,-40 0 0,1-40 15,-1 40-15,0 0 16,0-40-16,0 40 0,0 0 0,0 0 0,0 0 16,1-40-16,-1 40 0,0 0 0,0-40 15,0 40-15</inkml:trace>
  <inkml:trace contextRef="#ctx0" brushRef="#br0" timeOffset="6919.6581">12560 1082 0,'-81'-40'16,"162"80"-16,-242-120 31,161 160-31,0-40 16,0 0-1,0 81-15,0-81 0,0 160 32,0-79-32,0 39 15,0-80-15,0 81 16,0-121-16</inkml:trace>
  <inkml:trace contextRef="#ctx0" brushRef="#br0" timeOffset="7359.5628">13723 1363 0,'0'0'0,"-80"120"16,40-80-16,40 121 15,0-81-15,0-40 0,0 80 31,40-79-31,0 79 16,-40-80-16,0 0 16,0-80-1,0-40 1,-40 40-16,40 0 0,0-1 0,0 1 16,0-40-16,0 40 0,0-40 0,0 0 0,0 40 15,0-41-15,0 41 0,0-40 16,40 40-16,-40 0 0,0 0 0,40 0 0,-40-1 15,40 1-15,-40 0 16,40 0-16,1 0 0,-1 40 16,0 0-16,-40 40 15,40-40-15,-40 40 0,0 0 0,0 41 16,0-41-16,0 0 0,0 40 0,0-40 0,-40 40 16,40-40-16,-40 1 15,0-1-15,-1 0 0,1 0 0,40 0 0,-40-40 16,0 40-16,0-40 15,40-40-15</inkml:trace>
  <inkml:trace contextRef="#ctx0" brushRef="#br0" timeOffset="7849.5525">14486 1363 0,'40'40'16,"-80"-80"-16,120 120 15,-80-40-15,0 0 0,0 1 16,-40-1 0,-121 80-1,41-80 1,120-160 15,0 40-31,40 39 0,120-39 31,-119 40-31,-1 40 0,40 0 16,-40 0-16,40 0 16,-39 0-16,39 40 15,120-40 1,-39-40 0,-81-80 15,-80 40-16,0 39 1,-40 41 0,40 81-16,-40 39 15,40-80-15,0 0 0,0 81 16,0-81-16,0 120 31,0-120-31,0 0 0,0 0 16</inkml:trace>
  <inkml:trace contextRef="#ctx0" brushRef="#br0" timeOffset="7989.5935">15208 962 0,'0'0'0,"-40"-80"31,40 40-31,40 40 15</inkml:trace>
  <inkml:trace contextRef="#ctx0" brushRef="#br0" timeOffset="8309.5184">15609 1042 0,'0'40'31,"0"-80"-31,40 120 0,-40 1 16,0-41-16,0 0 15,0 40 1,0 0 0,0 0-1,0-120 1,81-40 0,79-40 15,-40 120-16,-120 40 1,41-40-16,-41 160 16,0-120-16,-41 41 15,1-41-15,40 40 16,40-80 0,1-40-1,-1 40-15</inkml:trace>
  <inkml:trace contextRef="#ctx0" brushRef="#br0" timeOffset="8539.5607">16773 922 0,'-40'0'32,"40"40"-32,0 0 15,0 0-15,0 0 16,0 0-16,40 41 0,-40 79 15,0-120-15,0 201 16,0-201-16,0 40 0,0-40 16,-40 121-1,0-161-15</inkml:trace>
  <inkml:trace contextRef="#ctx0" brushRef="#br0" timeOffset="8899.4724">16612 1443 0,'0'0'0,"0"40"0,0 0 15,40-80 16,41 40-31,-81-40 16,40 40-16,0 0 16,0 0-16,0-40 0,0 40 0,0 0 0,1-40 15,-1 40-15,0 0 0,0 0 0,0-40 0</inkml:trace>
  <inkml:trace contextRef="#ctx0" brushRef="#br0" timeOffset="9299.5141">18338 1042 0,'0'0'32,"-40"40"-17,40 40 1,0-39-16,0 159 31,0-120-31,0-40 0,0 1 0,40 159 31,-40-40-15</inkml:trace>
  <inkml:trace contextRef="#ctx0" brushRef="#br0" timeOffset="9559.4288">18177 1283 0,'0'-40'15,"0"80"-15,-40-80 0,40 0 0,40 40 0,-40-41 0,121 1 32,-81 40-32,120 0 15,-79 40 1,-41 41-16,80 119 15,-120-160-15,40 121 16,-40-121-16,0 40 16,-40-40-16,-80 121 15,-81-121 1,161-80 0</inkml:trace>
  <inkml:trace contextRef="#ctx0" brushRef="#br0" timeOffset="9769.4877">19662 1283 0,'-40'40'15,"80"-80"-15,-80 160 16,40-80-16,0 81 15,0 79 1,0-160 0,0 0-16,0 40 15</inkml:trace>
  <inkml:trace contextRef="#ctx0" brushRef="#br0" timeOffset="9999.4735">19501 1323 0,'0'0'0,"-40"-40"0,40 0 15,-40 40-15,40-40 0,0-41 16,40 1 0,41 40-1,39 40 1,40 40 15,-79-40-31,-41 0 0,0 0 0</inkml:trace>
  <inkml:trace contextRef="#ctx0" brushRef="#br0" timeOffset="10209.414">19582 1604 0,'0'0'16,"0"40"-1,40-80 1,80 0 0,-40-1-1,-39 41-15,159-80 16,-120 40-16</inkml:trace>
  <inkml:trace contextRef="#ctx0" brushRef="#br0" timeOffset="10429.401">20826 1323 0,'0'0'15,"-81"40"-15,121-40 31,-40-40-31,41 40 0,-1 0 0,0-40 16,0 40-16,40 0 16,-40-40-16,0 40 0,1 0 0,-1-40 0,0 40 15,0 0-15,40 0 0,-40 0 0,0 0 0,1 0 16,-1 0-16,0-41 16,0 41-16,-40-40 0</inkml:trace>
  <inkml:trace contextRef="#ctx0" brushRef="#br0" timeOffset="10629.3905">21106 1203 0,'0'40'0,"0"-80"0,-40 80 0,40 0 32,0 40-17,0-40-15,0 0 0,0 0 0,0 0 16,0 41-16,0-41 15,0 0-15,0 40 0,0-40 0,0 0 0,0 0 16,0 0-16,0 1 0,0-1 16,0 0-16,0 0 0</inkml:trace>
  <inkml:trace contextRef="#ctx0" brushRef="#br0" timeOffset="11409.3141">22471 1604 0,'-40'0'0,"40"40"0,0 0 32,0 0-17,0 0 1,-40 0-16,-1-40 16,41 40-16,-40-40 0,0 0 15,0 40 1,0-40-16,40-80 15,80 40 1,-40 0-16,-40 0 0,40 40 16,1-40-16,-1 0 15,-40 0-15,40-1 0,0 1 0,0 0 0,-40 0 16,40 0-16,0-40 0,-40 40 0,40-41 0,-40 41 16,41-40-16,-41 40 0,0 0 15,40 0-15,-40 120 63,0-40-48,0 0-15,0 0 0,0 0 0,0 41 0,0-41 16,0 0-16,0 40 16,0-40-16,0 40 0,0 1 0,0-41 0,0 40 15,0 0-15,0 0 0,0-40 16,0 41-16,0-41 0,0 40 0,0-40 0,0 40 15,0-40-15,0 1 16,-40-1-16,40 0 0,0 40 0,-41-40 0,41 0 16,-80 0-16,80 0 0,-40-40 15,40 40-15,-40 1 0,0-41 0,40 40 0,-40-40 16,0 0-16,40-40 31,0-1-31,0 1 0,0 0 16,40 0-16,-40 0 0,40 0 15,-40 0-15,80 0 0,-80 0 0,40 0 0,0-1 16,0 1 0,1 40-16,-41-40 15,40 40-15,0 0 0,0 0 16</inkml:trace>
  <inkml:trace contextRef="#ctx0" brushRef="#br0" timeOffset="12609.2521">12961 4331 0,'-40'0'16,"40"-40"-16,0 0 15,0-1 1,80 41-16,-80-40 0,40 40 16,-40-40-16,40 40 0,0 0 15,0 0-15,1 0 0,-1 0 0,40 0 0,-40 40 16,0-40-16,0 81 0,-40-41 0,40 0 0,1 0 16,-41 40-16,0-40 15,40 0-15,-40 0 0,0 41 0,0-41 0,0 0 16,-81 0-16,81 0 0,-40-40 15,40 40-15,-40 0 0,0-40 0,40 40 16,0-80 0,0-40-1,40 40-15,-40 0 0,40 0 0,0 0 0,1-41 16,-1 41-16,0-40 0,40 40 16,-40-40-16,0 40 0,0-41 0,1 41 0,-1 0 15,0 0-15,-40 0 16,40 0-16,-40 0 0,40 40 0,-40-40 15,-40 80 1,0 0 0,0-40-16,0 80 15,-1-80-15,1 40 0,40 0 0,-40 0 0,40 1 16,-40-1-16,40 0 0,0 0 0,0 0 0,0 0 16,0 0-16,0 0 0,0 0 15,40 1-15,0-1 0,-40 0 0,81-40 16,-41 40-16,0-40 15,0 0-15,0 0 0,0 0 0,0 0 0,0 0 16,1-40-16</inkml:trace>
  <inkml:trace contextRef="#ctx0" brushRef="#br0" timeOffset="12879.2997">14686 4010 0,'-40'0'0,"80"0"0,-120 0 0,40 0 16,0 40-16,-41 0 15,41-40-15,0 40 16,40 0-16,-40 81 16,80 79-1,161-79 16,0-41-15,-81-80 0</inkml:trace>
  <inkml:trace contextRef="#ctx0" brushRef="#br0" timeOffset="13269.2758">15128 4170 0,'0'40'31,"0"1"-15,80 39-1,-80 0 1,0-40 0,0 0-16,40-80 31,0 0-16,40-40 1,-39 40-16,79-41 16,-80 41-16,0 40 0,-40-40 15,121 40 1,-81 0 0,-40 40-16,0 41 15,0-41-15,0 0 0,0 40 16,-40-40-16,40 0 15,-41 0-15,41 0 16,0 1 0</inkml:trace>
  <inkml:trace contextRef="#ctx0" brushRef="#br0" timeOffset="13489.2227">16091 3930 0,'0'0'16,"40"0"0,-40 40-16,40 0 15,-40 0-15,0 0 0,0 0 0,0 0 16,0 0-16,0 1 0,0-1 16,0 0-16,0 0 0,0 0 0,-40 0 0,40 0 15,-40 0-15,40 0 16,-40 1-16,-1-1 0,1 0 0,0 0 0,0 0 15,0-40 1,40 40-16</inkml:trace>
  <inkml:trace contextRef="#ctx0" brushRef="#br0" timeOffset="13759.1756">17014 4331 0,'0'0'15,"80"-80"1,0 39 0,-40 1-16,121 0 15,-81 40-15,-40-40 0,121 40 16,-121-40-16,40 40 15,-40 0-15,80 0 16,-79 0-16</inkml:trace>
  <inkml:trace contextRef="#ctx0" brushRef="#br0" timeOffset="13939.2357">17575 4692 0,'-40'40'16,"80"-80"-16,-120 80 15,160-40 17,-40 0-32,161-40 15,40-40 17,-201 80-32</inkml:trace>
  <inkml:trace contextRef="#ctx0" brushRef="#br0" timeOffset="14169.1517">19301 4050 0,'0'0'0,"-40"0"0,-121-40 16,121 40-16,-80 80 31,80-40-31,40 0 0,-41 81 31,41-81-31,0 0 0,0 0 0,81 120 32,119-79-17,-160-81-15,1 0 0,39-81 16</inkml:trace>
  <inkml:trace contextRef="#ctx0" brushRef="#br0" timeOffset="14429.1554">19742 3930 0,'40'0'16,"-40"40"-16,40 0 0,-40 0 15,0 0-15,0 121 16,0-121-16,0 0 0,-80 0 16,-40 80-1,40-120 16,39-40-31,1-120 32,40 120-32,121-81 15,-81 81-15,40 40 16,-80-40-16,40 40 0,0 0 16,0 0-16</inkml:trace>
  <inkml:trace contextRef="#ctx0" brushRef="#br0" timeOffset="14769.1857">20545 3970 0,'-121'0'31,"81"0"-31,0 0 0,0-40 16,0 40 0,80 160-1,0-80-15,0-40 0,121 121 32,-121-161-32,-40 40 0,40 80 15,-40-80-15,-40 41 16,0-41-16,0-40 0,-121 40 31,121-40-31,-40 0 0,40 0 0,-1-40 16,41 0-16</inkml:trace>
  <inkml:trace contextRef="#ctx0" brushRef="#br0" timeOffset="15619.0634">21468 3890 0,'0'-40'0,"-41"40"16,122 0 46,-41 0-46,-40 40-16,40-40 16,-40 40-16,40-40 0,-40 40 0,40 0 0,0 0 15,-40 0-15,40 0 0,-40 0 16,0 0-16,0 1 16,0-1-16,0 0 0,-40-40 15,40-40 16,40 0-15,1-1-16,-41 1 0,40 0 0,-40 0 16,40 0-16,-40 0 15,40 40-15,-40-40 0,40 40 0,-40-40 16,40 40-16,0 0 0,-40 80 16,41-80-1,-41 40-15,40 0 0,-40 0 0,40 0 16,-40 0-16,0 1 15,40-1-15,-40 0 0,0 0 0,0 0 0,0 0 16,0 0-16,0 0 16</inkml:trace>
  <inkml:trace contextRef="#ctx0" brushRef="#br0" timeOffset="16079.1071">22952 4090 0,'0'0'16,"-80"0"-16,0 80 15,40-40-15,40 1 16,-40-1-16,40 0 16,0 0-16,0 40 15,0-40 1,0 0-16,0 0 15,-41-40 1,41-40 0,0 0-16,81-120 15,-81 120-15,40-81 16,0 81-16,0-40 16,-40 40-16,40 0 15,-40 0 1,0 80-1,80 80 1,-80-80-16,0 40 16,0-39-16,41 119 15,-1 0 1,-40-79 15</inkml:trace>
  <inkml:trace contextRef="#ctx0" brushRef="#br0" timeOffset="16279.0438">22792 3890 0,'0'40'15,"0"-80"-15,40 80 16,0-40-16,80 0 15,1 80 1,-1 0 15,-40-40-31</inkml:trace>
  <inkml:trace contextRef="#ctx0" brushRef="#br0" timeOffset="16539.0817">22391 4772 0,'0'40'16,"0"-80"-16,-41 120 0,41-40 15,41-40 1,79 0 15,81-40-15,79 0-1,-159 40 1,-81 0-16,40 0 0,0 0 0</inkml:trace>
  <inkml:trace contextRef="#ctx0" brushRef="#br0" timeOffset="16969.0552">23233 5213 0,'-40'40'31,"80"-80"-31,-160 120 15,80-40-15,0-40 16,40 41 0,-81-1-1,41-40-15,0 40 16,0-40-16,-40 80 16,-1-40-1,81 0 16,81 0-15,-41-40 0,120 40-1,-120-40-15,121 0 16,-81 0-16,-40 0 0,0 0 16,121-40-1,-121 40 1,-40-40-16,40 40 0</inkml:trace>
  <inkml:trace contextRef="#ctx0" brushRef="#br0" timeOffset="17154.1121">23273 5454 0,'-120'-40'16,"80"40"15,40 40-31,0 0 15,0 0-15,-40 0 16,40 0-16,0 40 0,0-40 0,0 1 0,0 39 16,0-40-16,0 40 15,0-40-15,0 0 0,0 41 0,0-41 0,0 0 16,-40-40-16</inkml:trace>
  <inkml:trace contextRef="#ctx0" brushRef="#br0" timeOffset="40882.0144">2006 5935 0,'0'0'0,"40"0"0,-40-40 16,41 40-1,-41 40 32,-41-40-31,41 40-1,-40 0-15,40 0 16,0 0-16,0 1 0,-40-41 16,40 80-16,0-40 0,0 0 0,-40 0 0,40 0 15,0 40-15,0-40 16,-40 1-16,40 39 0,0-40 0,0 0 0,0 0 15,0 0-15,0 0 0,0 0 0,0 1 16,40-1 0</inkml:trace>
  <inkml:trace contextRef="#ctx0" brushRef="#br0" timeOffset="41251.9376">1926 6216 0,'0'40'31,"40"-40"-16,0 0-15,0 0 16,1 0 0,-1 0-16,0 0 0,0 0 15,-40 40 1,40-40-16,-40 40 0,40-40 0,-40 40 16,0 0-16,40 0 15,0 0-15,1 1 0,-1-1 16,0 0-16,-40 0 0,40-40 0,-40 40 15,40-40-15,-40 40 0,40-40 16,-40 40-16,40-40 0</inkml:trace>
  <inkml:trace contextRef="#ctx0" brushRef="#br0" timeOffset="41571.8992">2849 6055 0,'0'0'0,"0"-40"0,-40 40 0,40 80 47,0-39-32,0-1 1,0 0-16,0 0 0,0 0 0,0 0 0,0 0 16,0 0-16,0 0 0,0 0 15,0 1-15,0-1 0,0 0 0,0 0 16,-40 0-16,40 0 16,-40 0-16,40 0 0,-41-40 15,41 40 1</inkml:trace>
  <inkml:trace contextRef="#ctx0" brushRef="#br0" timeOffset="41881.8989">3330 6376 0,'41'0'47,"-1"0"-47,0 0 15,0 0-15,0 0 16,0-40-16,0 40 0,1 0 15,-1 0-15,-40-40 0,40 40 0,0 0 0,0 0 16,0 0 0</inkml:trace>
  <inkml:trace contextRef="#ctx0" brushRef="#br0" timeOffset="42201.88">3451 6817 0,'-40'40'31,"80"-80"-31,-40 80 15,40-40 1,0-40 0,0 40-16,0 0 0,1 0 15,-1 0-15,0 0 16,0-40-16,0 40 0,0 0 0,0 0 0,0 0 16,1 0-16,-1 0 15,0 0-15,0 0 0,0 0 0,0 0 16,0 0-16</inkml:trace>
  <inkml:trace contextRef="#ctx0" brushRef="#br0" timeOffset="42731.8477">5096 6256 0,'0'0'0,"-40"0"47,40 40-47,-40-40 0,0 40 16,0-40-16,40 40 0,-41-40 15,41 40-15,-40 0 0,40 0 16,-40-40-16,40 41 16,-40-41-16,40 40 0,-40-40 15,40 40-15,-40-40 16,80 0 31,0 0-47,0 0 0,0 0 15,0 0-15,1 0 0,-1 0 16,0 0-16,0 0 0,0-40 0,0 40 16,0 0-1,0 0-15,1 0 0,-1 0 0,0 0 16,0 0-16,-40-40 0,40 40 15,0 0-15,0 0 16</inkml:trace>
  <inkml:trace contextRef="#ctx0" brushRef="#br0" timeOffset="43101.8265">5297 6296 0,'-40'0'78,"40"40"-78,0 0 0,0 0 16,0 0-1,0 0-15,0 1 0,0-1 16,0 0 0,0 0-16,0 0 0,0 0 15,0 0-15,0 0 16,0 0-16,0 1 0,0-1 15,-41 0-15</inkml:trace>
  <inkml:trace contextRef="#ctx0" brushRef="#br0" timeOffset="43661.847">6460 6256 0,'40'40'125</inkml:trace>
  <inkml:trace contextRef="#ctx0" brushRef="#br0" timeOffset="43851.8361">6420 7138 0,'-120'120'32,"240"-240"-32,-280 281 0,39-81 15,81-40-15,0 0 0,-80 40 16,80-80-16</inkml:trace>
  <inkml:trace contextRef="#ctx0" brushRef="#br0" timeOffset="73579.9971">9189 6456 0,'-40'0'0,"40"40"0,-40-40 31,80 0 16,-40-40-32,40 40 1,0 0 0,0 0-16,0 0 15,-40 40-15,40 41 0,-40-41 16,0 0-16,0 0 0,0 0 0,0 0 16,0 0-16,0 0 15,0 1-15,0-1 0,-40 0 0,40 0 16,0 0-16,0 0 15,0-80 17,40 40-32,-40-80 0,41 40 0,-41 0 0,80-1 15,-80 1-15,40 0 0,0 0 16,0 0-16,0 0 0,-40 0 0,40 0 0,1 0 16,-41-1-16,40 41 15,-40 41 32,0-1-47,0 0 0,0 0 16,0 0-1,0 0-15,0 0 0,0 0 0,0 0 16,0 1-16,0-1 0,0 0 0,0 0 0,40 0 16,-40 0-16,0 0 0,40-40 15,-40 40-15,40-40 0,-40 40 0,40-40 0,0 0 16,41 0-16</inkml:trace>
  <inkml:trace contextRef="#ctx0" brushRef="#br0" timeOffset="73839.9813">10473 6657 0,'-40'-40'15,"80"80"-15,-80-120 16,40 40 0,160 40-1,41 0 1,-81 0 0,1 0-1,-81 0-15</inkml:trace>
  <inkml:trace contextRef="#ctx0" brushRef="#br0" timeOffset="74030.0264">10674 6978 0,'0'0'0,"-41"40"16,82-40 15,39-40-16,80 0 1,-119 40 0,79 0-1,-80 0-15</inkml:trace>
  <inkml:trace contextRef="#ctx0" brushRef="#br0" timeOffset="74569.9942">12439 6336 0,'0'0'16,"-40"-40"0,0 40-1,0 80 1,-81 40 15,81-79-31,0 119 31,120-40-15,81-80 0,-1-80 15,-39-40-15,-81 80-16,0-120 15,-40 40 1,-40-81-1,-40 121 1,-1 40 15,41 0-31,0 80 16,0 0 15,80-39-31</inkml:trace>
  <inkml:trace contextRef="#ctx0" brushRef="#br0" timeOffset="74799.9798">13362 6898 0,'0'0'15,"-40"40"1,40 0-1,-80 120 1,-41 1 15,41-1-15,0-120-16</inkml:trace>
  <inkml:trace contextRef="#ctx0" brushRef="#br0" timeOffset="75199.9551">14285 6376 0,'40'0'0,"-40"40"31,0 0-16,0 0-15,0 41 32,40 119-17,-80-79 1,40 79 0,-40-160-16,40 0 0</inkml:trace>
  <inkml:trace contextRef="#ctx0" brushRef="#br0" timeOffset="75379.8898">14847 7218 0,'0'40'47,"0"1"-32,0-1-15,-40-40 0,40 40 0,-40-40 0,40 40 16,-41-40-16,1 40 16,0-40-16,40 40 0,-40-40 0</inkml:trace>
  <inkml:trace contextRef="#ctx0" brushRef="#br0" timeOffset="75839.8564">16171 7299 0,'0'40'0,"0"-80"32,40 40-17,0 0-15,-40-41 0,40 41 0,0 0 16,1 0-16,-1 0 15,0 0-15</inkml:trace>
  <inkml:trace contextRef="#ctx0" brushRef="#br0" timeOffset="76019.869">17014 7419 0,'-81'0'16,"162"0"-16,-162-40 31,202 40-15,119-40-1</inkml:trace>
  <inkml:trace contextRef="#ctx0" brushRef="#br0" timeOffset="76169.8983">17856 7459 0,'0'0'16,"40"0"15,41-40-31,-1 40 0</inkml:trace>
  <inkml:trace contextRef="#ctx0" brushRef="#br0" timeOffset="76309.8884">18579 7459 0,'-41'0'31,"82"0"-31,-122 0 16</inkml:trace>
  <inkml:trace contextRef="#ctx0" brushRef="#br0" timeOffset="77879.7224">19782 6577 0,'0'0'0,"0"40"0,0 0 32,-40-40 140,0 0-157,40 40-15,-40-40 0,40 40 0,-40-40 16,0 0-1,0 40-15,40 0 0,-41-40 0,41 40 0,-40-40 16,40 41-16,-40-1 16,0-40-16,40 40 0,-40-40 0,0 0 31,80 0 0,0 0 32,0 0-48,0 0-15,0 0 0,41 0 0,-41 0 0,40 0 16,0 0-16,1 0 0,-1 0 0,0 0 0,0 0 16,-40 0-16,1 40 15,39-40-15,-40 0 0,0 0 0,0 0 16,-40 40-1,-40-40 17,0 0-32</inkml:trace>
  <inkml:trace contextRef="#ctx0" brushRef="#br0" timeOffset="78139.7237">20103 6737 0,'-40'-40'16,"80"80"-16,-120-80 0,40 0 16,0 40-16,40 40 31,-40 0-31,40 40 16,0 1-1,0 199 1,80-39-1,-40-41 17,0-159-32</inkml:trace>
  <inkml:trace contextRef="#ctx0" brushRef="#br0" timeOffset="78359.7145">20745 7459 0,'0'-40'0,"0"80"0,0-120 16,0 40-16,40 0 15,1 40-15,119-41 16,-80 41-16,-40 0 16,161 0-1,-81 41 16</inkml:trace>
  <inkml:trace contextRef="#ctx0" brushRef="#br0" timeOffset="78559.682">21508 6817 0,'0'-40'15,"0"80"-15,-40-80 16,-1 40 15,41 40-31,0 0 0,0 1 0,0-1 16,0 0-16,0 0 15,0 0-15,0 40 0,0-40 0,0 0 0,0 41 16,0-41-16,0 0 0,0 0 0,0 0 0,0 40 16,0-40-16,0 0 0,-40-40 15</inkml:trace>
  <inkml:trace contextRef="#ctx0" brushRef="#br0" timeOffset="79749.6825">10955 8542 0,'0'0'0,"0"40"15,40-40 1,0 0 0,0 0-1,0 0 1,80 0-1,-39-40 1,-41 40-16,120 0 16,-79 0-16</inkml:trace>
  <inkml:trace contextRef="#ctx0" brushRef="#br0" timeOffset="79969.6142">11235 8903 0,'-40'40'16,"80"-80"-16,-120 80 0,40 0 16,0-40-16,120 0 15,-40 0 1,0-40-16,41 0 16,159-40-1,-159 80 1,-41-41-16,0 41 0</inkml:trace>
  <inkml:trace contextRef="#ctx0" brushRef="#br0" timeOffset="80399.6461">12600 8261 0,'-81'-40'15,"41"40"-15,0 0 32,0 0-32,0 80 31,0-80-31,-81 80 16,121-39-16,0-1 0,-40-40 0,40 120 31,161-80-16,39-40 1,-119-40 0,-41 0-16,80-40 15,-120 40-15,0-1 16,0 1-16,-40 0 16,0 0-16,0 0 15,-40 40 1,39 0-16,-39-40 15,40 40-15,40 40 32,0 0-32,0 0 15</inkml:trace>
  <inkml:trace contextRef="#ctx0" brushRef="#br0" timeOffset="80619.558">13081 8702 0,'0'0'15,"0"40"17,0 0-32,0 1 15,0-1-15,0 0 0,-40 0 0,40 0 16,-40-40-16,40 40 15,-40 0-15,0 0 0,0-40 16,40 40-16,-41-40 0</inkml:trace>
  <inkml:trace contextRef="#ctx0" brushRef="#br0" timeOffset="80959.6094">13924 8261 0,'0'0'0,"0"-40"31,-40 40-31,40 40 32,0 0-32,0 0 0,0 0 0,0 81 31,0 79-15,-81-39-1,81-121-15</inkml:trace>
  <inkml:trace contextRef="#ctx0" brushRef="#br0" timeOffset="81169.5977">14405 8943 0,'0'40'31,"-40"-40"-31,40 40 16,-40 80 0,0-79-16,40 39 31,-40-80-31,40 40 0,-40-40 0</inkml:trace>
  <inkml:trace contextRef="#ctx0" brushRef="#br0" timeOffset="81689.5119">15208 8462 0,'0'0'16,"40"-40"15,121 40-15,-121 0-1,0 0-15,40 0 16,-40 40-16,-40 0 0,0 40 16,0-40-16,-120 80 15,80-80-15,0-40 0,-41 81 31,41-41-31,80-40 32,201-40-17,-161 40-15,-40 0 0,121 0 32,-121 0-32,0 0 0</inkml:trace>
  <inkml:trace contextRef="#ctx0" brushRef="#br0" timeOffset="81859.5558">16251 8943 0,'0'40'0,"-80"0"31,0 0-15,40 40 0,-1 41-1,1-41 16,0-80-31</inkml:trace>
  <inkml:trace contextRef="#ctx0" brushRef="#br0" timeOffset="82319.4727">16853 8582 0,'0'-40'16,"0"0"-16,0 0 15,80 0 1,-40 40-16,161 0 16,-161 0-16,0 40 0,-40 0 15,40-40-15,-40 80 16,0-40-16,-120 40 15,0 41 17,80-81-17,80 0 1,40-40 0,0 40 15,-40 0-16,-120 40 1,-121 41 15,1-41-15,39-80 0,121-40-16</inkml:trace>
  <inkml:trace contextRef="#ctx0" brushRef="#br0" timeOffset="83829.393">13803 5654 0,'0'0'16,"0"40"-16,41-40 31,-41-40-15,40 40-1,0 0-15,0 0 0,0-40 16,0 40-16,0 0 0,0 0 16,41 0-16,-41 0 15,40 0-15,0 0 0,-40 0 0,41 0 0,-1 0 16</inkml:trace>
  <inkml:trace contextRef="#ctx0" brushRef="#br0" timeOffset="83959.3573">15128 5574 0,'40'0'16,"-80"0"-16,120-40 0,0 40 47,-40 0-47,0 0 0,1 0 0,-1 0 15,0 0-15,0 0 16,0 0-16,0 0 0</inkml:trace>
  <inkml:trace contextRef="#ctx0" brushRef="#br0" timeOffset="84089.3665">16612 5614 0,'0'0'0,"0"-40"16</inkml:trace>
  <inkml:trace contextRef="#ctx0" brushRef="#br0" timeOffset="84229.4134">17535 5574 0,'0'40'16,"0"-80"-16,-40 80 0,0-40 15,80 0 1</inkml:trace>
  <inkml:trace contextRef="#ctx0" brushRef="#br0" timeOffset="84399.4043">18137 5614 0,'0'0'0,"40"0"0,41-40 32,-1 0-32,80 40 15</inkml:trace>
  <inkml:trace contextRef="#ctx0" brushRef="#br0" timeOffset="84539.3214">19060 5574 0,'40'40'16,"0"-40"-1,0-40-15,1 40 16,-1 0-16,0 0 0,0-40 0</inkml:trace>
  <inkml:trace contextRef="#ctx0" brushRef="#br0" timeOffset="84889.3187">20184 5654 0,'80'0'16,"-160"0"-16,280-40 15,-160 40-15,0 0 0,41 0 16,-41 0-16,80 0 31,-80 0-31,0 0 16,1 0-16,39 40 15,-40-40-15,-40-40 32,-40 40-17,40-40 1,-40 40-16,0 0 15,-1 0-15,1 0 0,40 40 32</inkml:trace>
  <inkml:trace contextRef="#ctx0" brushRef="#br0" timeOffset="89199.1151">2287 10306 0,'0'0'0,"0"-40"109,40 0-78,0 40-15,1 0-1,-41-40-15,40 40 0,0 0 32,0 0-32,0 0 15,-40 40-15,0 0 0,40-40 0,-40 40 16,0 1-16,0-1 16,0 0-16,0 0 0,0 0 15,0 0-15,-40-40 16,40 40-16,0 0 0,-40-40 15,40 40-15,0-120 32,0 40-17,0 0-15,0 0 0,40 0 0,-40 0 16,40 40-16,-40-40 0,40 40 0,-40-41 16,40 1-16,1 40 15,-1 0-15,0 0 31,0 40-31,-40 1 16,40-41-16,-40 40 0,0 0 16,40-40-16,-40 40 0,0 0 0,0 0 15,0 0-15,0 0 0,0 0 16,0 1 0,0-1-1</inkml:trace>
  <inkml:trace contextRef="#ctx0" brushRef="#br0" timeOffset="89399.1032">3210 10467 0,'0'-40'16,"80"40"-1,-40-40 16,121 0-15,0 40 0,-121 0-16</inkml:trace>
  <inkml:trace contextRef="#ctx0" brushRef="#br0" timeOffset="89579.0929">3451 10708 0,'0'0'16,"-40"0"0,120 0-1,-40 0 1,81 0 0,-81 0-16,0 0 15,0-41-15,40 1 0</inkml:trace>
  <inkml:trace contextRef="#ctx0" brushRef="#br0" timeOffset="89939">4374 10226 0,'0'0'16,"-40"0"-16,0 0 31,-41 121-16,41-1 1,80-40 15,41-40-15,-1-40 0,0-80-1,-40-40 16,-40 39-15,-80 41 0,40 0-1,0 40 17,40 40-32</inkml:trace>
  <inkml:trace contextRef="#ctx0" brushRef="#br0" timeOffset="90129.0598">4936 10186 0,'0'0'15,"0"-40"-15,-41 40 31,41 40-15,0 0 0,41-40-16</inkml:trace>
  <inkml:trace contextRef="#ctx0" brushRef="#br0" timeOffset="90309.0484">5056 10748 0,'-40'40'15,"80"-80"-15,-120 120 16,80-40-16,-40-40 0,-1 40 16,-39 80-1,80-80-15,-80 41 16,80-41-16,-40-40 0</inkml:trace>
  <inkml:trace contextRef="#ctx0" brushRef="#br0" timeOffset="91198.9241">6661 10708 0,'-40'-41'16,"40"1"0,40 40-1,0 0-15,0 0 0,0 0 16,0 0-16,1 40 15,-1-40-15,0 41 0,-40-1 16,0 0 0,0 0-16,0 0 0,0 0 0,0 0 0,0 0 15,-80 0-15,80 0 0,-41 1 0,1-1 16,0-40-16,40 40 16,0-80 15,40 40-31,-40-40 0,81-1 0,-41 41 15,0-40-15,0 0 0,0 0 16,0 0-16,0 0 0,41 0 0,-41 0 0,0 0 16,0 0-16,0-1 15,0 41-15,0-40 0,1 40 0,-1-40 16,0 40-16,-40-40 16,-40 40 15,0 0-31,40 40 15,-41-40-15,1 40 0,0 0 0,0-40 16,0 41-16,40-1 0,-40 0 16,40 0-16,0 0 0,0 40 0,0-40 0,0 0 15,0 0-15,0 1 0,40-1 0,0 0 16,-40 0-16,80-40 16,-40 40-16,1-40 0,-1 0 0,0 0 0,0 0 15,0 0-15,0 0 16</inkml:trace>
  <inkml:trace contextRef="#ctx0" brushRef="#br0" timeOffset="91518.9057">8467 10507 0,'-81'-40'32,"41"40"-32,0 0 0,-40 0 15,0 80 17,40-40-32,-1 81 15,41-41 1,0 200-1,0-239-15,41 79 16,-1-80-16,40 80 16,80-39-16</inkml:trace>
  <inkml:trace contextRef="#ctx0" brushRef="#br0" timeOffset="91898.9541">9349 10868 0,'-80'-40'15,"160"80"-15,-200-80 0,80 40 0,0 0 0,0-40 32,-41 120-17,81-40-15,-40 80 16,40-80-16,0 1 0,0 39 31,40-40-31,41 40 16,-41-40-16,0-40 0,40 0 15,-40 0-15,0 0 16,1-40-16,-1-40 16,-40-121-1,-81 1 16,-39 160-15,120 80 0,0 0-1</inkml:trace>
  <inkml:trace contextRef="#ctx0" brushRef="#br0" timeOffset="92178.9387">9791 10748 0,'0'-40'31,"40"40"-31,0 0 16,40 120-1,81 80 17,-161 81-17,-80-161-15,-41 41 32,81-161-32,0 40 0,0-40 0</inkml:trace>
  <inkml:trace contextRef="#ctx0" brushRef="#br0" timeOffset="92498.8437">11276 10948 0,'0'-40'31,"40"40"-15,160-40-1,1 40 1,-121-40 15,-40 40-31</inkml:trace>
  <inkml:trace contextRef="#ctx0" brushRef="#br0" timeOffset="92688.851">11476 11389 0,'0'0'15,"-40"0"-15,0 40 16,80-40 0,40 0-16,81 0 15,-121 0-15,40 0 16,-40 0-16,0 0 16,1 0-16</inkml:trace>
  <inkml:trace contextRef="#ctx0" brushRef="#br0" timeOffset="93018.8494">13001 10908 0,'0'0'0,"-40"-40"16,-121 40-1,81 40 1,40 0-16,0 121 16,40-121-16,0 0 0,40 80 31,-40-80-31,40 40 0,0-39 0,81 79 31,39-80-15,-80-40-16</inkml:trace>
  <inkml:trace contextRef="#ctx0" brushRef="#br0" timeOffset="93318.8298">13523 10948 0,'0'0'15,"0"-40"-15,40 40 0,0 0 16,0 0 0,-40 40-16,80 121 15,-80 39 17,-40-120-32,-40 1 31,-81-122-16,121-39 1,0-120 0,40 79-16,80-39 31,41 120-15,-41 80-1</inkml:trace>
  <inkml:trace contextRef="#ctx0" brushRef="#br0" timeOffset="93708.8454">14566 10828 0,'-80'-40'16,"-1"0"-16,-39 40 16,40 120 15,80-80-31,0 120 16,40-119-16,-40-1 0,120 80 15,-80-80-15,41 80 31,-41-79-31,-40-1 0,0 0 0,40 40 32,-120-80-32,-121 40 15,0-120 17,121 0-17,80 40-15</inkml:trace>
  <inkml:trace contextRef="#ctx0" brushRef="#br0" timeOffset="94078.7847">15128 10988 0,'0'0'0,"0"-40"0,-40 40 0,-41 0 32,-39 120-17,120 41 1,80-161-16,0 80 16,-39-40-16,39-40 15,0 0 1,-40-40-1,40-80 1,-120-81 0,-120 81 15,80 80-15,80 80-1</inkml:trace>
  <inkml:trace contextRef="#ctx0" brushRef="#br0" timeOffset="94398.731">16572 10988 0,'0'0'0,"-40"0"0,0 0 16,40-40-16,40 0 31,0 40-16,0 0-15,0 0 0,1-40 0,-1 40 0,40 0 16,-40 0-16,40 0 0,-40 0 16,1 0-16,39 0 0,-40 0 0,0 0 0,0 0 15</inkml:trace>
  <inkml:trace contextRef="#ctx0" brushRef="#br0" timeOffset="94588.7177">16693 11510 0,'-41'40'16,"82"-80"-16,-1 80 31,40-40-31,-40 0 16,80 0-1,-39 0-15,79 0 16</inkml:trace>
  <inkml:trace contextRef="#ctx0" brushRef="#br0" timeOffset="95348.7473">17856 11109 0,'-40'0'0,"80"0"0,-80-41 15,40 1-15,40 0 16,0 0 0,-40 0-16,0 0 0,0 0 0,0-121 31,40 41-15,-40 80-1,0 80 16,-40-40-31,0 161 32,0 39-17,40-160-15,0 161 16,0-161-16,0 0 0,0 80 16,0 1 15,0-1-16,0-80 1,-40-40 15,0 0-15,0 0 0,0 0-1,-41 0 16,81 40-15,-40-40-16,80 0 31,0-40-15,1 40 0,-1-40-16,0 40 15,0 0-15,0 0 16,0 0-16,0 0 0,0 0 0,1 0 15,-1 0 1,0 0-16,0 0 0,0 0 16,-80 0 46,0 0-46</inkml:trace>
  <inkml:trace contextRef="#ctx0" brushRef="#br0" timeOffset="96978.5746">2167 12232 0,'40'0'32,"-40"-41"-17,0 1-15,80 40 0,-40 0 16,0-40-16,1 0 16,-1 40-16,0 40 0,-40 40 15,40-80 1,-40 41-16,0-1 0,0 0 0,0 0 0,0 40 15,0-40-15,-40 0 0,40 0 16,-40 0-16,0 1 0,40-1 0,-41 0 16,41-80 15,41 40-31,-41-40 0,40-1 16,0 1-16,-40-40 15,40 40-15,0 0 0,-40 0 0,40 0 16,0 0-1,0 40-15,-40-40 0,41 40 32,-41 40-32,0 0 15,40-40-15,-40 40 0,0 0 0,0 0 0,0 0 16,40-40-16,-40 40 16,0 0-16,0 0 0,0 1 0,40-1 15,-40 0-15,40 0 16,0 0-16,0-40 15</inkml:trace>
  <inkml:trace contextRef="#ctx0" brushRef="#br0" timeOffset="97168.6034">3250 12552 0,'0'0'15,"0"-40"-15,40-40 32,41 80-32,39 0 15,-40 0 1</inkml:trace>
  <inkml:trace contextRef="#ctx0" brushRef="#br0" timeOffset="97368.6255">3330 12873 0,'-40'0'15,"80"0"-15,-80-40 16,80 0 0,-40 0-1,161 40 1,-41-40-1,-39 40 1</inkml:trace>
  <inkml:trace contextRef="#ctx0" brushRef="#br0" timeOffset="97618.5371">4053 12232 0,'-40'0'0,"80"0"0,-80-41 16,40 82 15,0-1-31,0 0 0,0 0 16,0 0-16,0 0 15,0 0-15,0 0 0,0 0 0,0 0 0,0 1 16,-40-1-16,40 0 15,0 0-15,0 0 0,-41-40 0,41 40 0,0 0 16</inkml:trace>
  <inkml:trace contextRef="#ctx0" brushRef="#br0" timeOffset="97858.5247">4815 12272 0,'0'0'0,"-40"-40"0,0 40 16,40-41-16,0 82 46,0-1-46</inkml:trace>
  <inkml:trace contextRef="#ctx0" brushRef="#br0" timeOffset="98048.5844">4855 12994 0,'0'0'15,"-40"40"-15,0 0 16,0 0-16,40 0 16,0 0-16,-80 120 31,40-39-31</inkml:trace>
  <inkml:trace contextRef="#ctx0" brushRef="#br0" timeOffset="99358.4321">7102 12432 0,'0'0'0,"0"40"0,40-40 62,-40-40-62,41 40 16,-1 0-16,0 40 15,-40 0-15,40-40 16,-40 80-16,0-39 0,40-41 0,-40 40 16,0 0-16,0 0 15,0 0-15,-40 0 0,-40 0 16,80 0-16,-40-40 0,40 40 15,-81-40-15,81 41 0,-40-41 16,40-41 0,80 41-16,-80-40 0,41 0 15,-1 0-15,0 0 0,0 0 0,0 0 0,0 0 16,0 0-16,1-1 0,-41 1 16,40 40-16,0-40 0,-40 0 0,40 40 0,-40-40 15,40 40-15,0 0 16,-40-40-1,-40 40 1,0 40 0,0 0-16,40 40 15,-40-80-15,0 0 16,40 40-16,0 1 0,0-1 0,0 0 16,0 0-16,0 0 0,40-40 15,-40 40-15,40 0 0,0 0 0,0 0 16,0-40-16,0 41 15,0-41-15,1 0 0,-1 0 0,0 40 0,0-40 16,0 0-16</inkml:trace>
  <inkml:trace contextRef="#ctx0" brushRef="#br0" timeOffset="99628.4342">8427 12432 0,'0'0'0,"0"-40"0,-121 40 16,81 0-16,-80 40 31,39 120-15,41 41-1,121 0 16,119-41-15,1-120 0</inkml:trace>
  <inkml:trace contextRef="#ctx0" brushRef="#br0" timeOffset="99848.4763">9028 12592 0,'-40'0'16,"80"0"-16,-160 41 15,120-1-15,0 40 16,40 120 15,-40-39-15,40-121-1</inkml:trace>
  <inkml:trace contextRef="#ctx0" brushRef="#br0" timeOffset="100098.3899">9510 12472 0,'0'40'31,"0"0"-31,0 0 0,0 1 0,40-1 16,-40 0-16,0 0 15,0 0-15,0 0 0,0 40 0,0-40 0,0 41 16,-40-41-16,40 40 0,-40-40 15,0 0-15,40 0 0,-40 0 0,-1 0 0</inkml:trace>
  <inkml:trace contextRef="#ctx0" brushRef="#br0" timeOffset="100448.4402">10714 12913 0,'0'0'32,"40"-40"-17,201 0 1,-161 0-16,0 40 16,0 0-16,81 0 15</inkml:trace>
  <inkml:trace contextRef="#ctx0" brushRef="#br0" timeOffset="100648.4281">10955 13435 0,'-41'40'15,"82"-80"-15,-41 80 31,80-40-31,80-40 16,81 40 0,-201 0-16</inkml:trace>
  <inkml:trace contextRef="#ctx0" brushRef="#br0" timeOffset="100948.3367">12560 12953 0,'0'0'0,"-81"-40"31,1 40-15,-40 81-1,120 119 17,80 1-17,0-81 1,41-40 0,-1-80-1</inkml:trace>
  <inkml:trace contextRef="#ctx0" brushRef="#br0" timeOffset="101268.3913">13242 12913 0,'40'0'16,"0"0"-1,-40 40-15,80 121 31,-80-1-15,-80-80 0,-81-39-1,81-122 17,80-39-17,80 0 1,1 40 15,-1 80-15,-80 40-16</inkml:trace>
  <inkml:trace contextRef="#ctx0" brushRef="#br0" timeOffset="101988.2742">13763 12873 0,'0'-40'31,"-40"0"-31,0 40 16,40-40-1,-80 40 1,40 80 15,0 81-15,80-1-1,120-40 1,-80-40 0,1 41-1,-81-81 1,-121 0 0,-119 0 15,79-80-16,121 0-15</inkml:trace>
  <inkml:trace contextRef="#ctx0" brushRef="#br0" timeOffset="102828.2974">14726 12713 0,'-80'80'31,"160"-160"-31,-160 200 0,40 0 16,40-79-16,0-1 0,0 80 15,0 0 16,0-80-15,0-80 0,0-80-1,0-121 17,0 81-17,0 120 1,40 80 15,0 160-15,41 41-1,39-40 1,-80-121 15,-40-40-31</inkml:trace>
  <inkml:trace contextRef="#ctx0" brushRef="#br0" timeOffset="103028.2154">14405 12873 0,'0'0'0,"0"-40"0,40-40 31,1 80-31,-41-40 0,160 0 15,121 40 1,-40 40 0,-201-40-16</inkml:trace>
  <inkml:trace contextRef="#ctx0" brushRef="#br0" timeOffset="103288.2145">14405 13916 0,'-40'40'32,"80"-80"-32,-40 120 15,161-80 1,40 0 15,-1-80-15,-79 80-1,-81 0-15</inkml:trace>
  <inkml:trace contextRef="#ctx0" brushRef="#br0" timeOffset="103538.1865">14807 14116 0,'0'41'0,"0"-82"0,-40 82 0,-41-41 31,41 40-31,0-40 0,0 0 16,40 40 0,-40 0-16,40 0 15,0 0 1,40 0-16,0-40 31,40 0-31,-40 0 0,1 0 16,-1 0-16,40 0 0,-40 0 0,0 0 15,0 0-15,0 0 0,1 0 16,-1 0-16</inkml:trace>
  <inkml:trace contextRef="#ctx0" brushRef="#br0" timeOffset="103738.169">14927 14277 0,'-40'0'31,"80"0"-31,-120 0 16,80 40 0,0 0-16,0 0 15,0 0 1,-40 0-16,40 1 0,0-1 15,0 0-15,0 0 16,0 0-16</inkml:trace>
  <inkml:trace contextRef="#ctx0" brushRef="#br0" timeOffset="104088.1517">16051 13595 0,'0'0'0,"-41"0"0,1 0 31,0 0-31,80 0 16,0 0-1,121 0 1,-81 0 0,81 40-1,-81 0 1</inkml:trace>
  <inkml:trace contextRef="#ctx0" brushRef="#br0" timeOffset="104268.1713">16010 13996 0,'0'0'15,"-40"40"-15,80-40 31,41-40-31,-41 40 16,0 0-16,40 0 0,-40 0 0,0-40 0,41 40 16,-41 0-16,0 0 0,0 0 0,0-40 0,0 40 15</inkml:trace>
  <inkml:trace contextRef="#ctx0" brushRef="#br0" timeOffset="105668.0762">17896 12913 0,'40'0'0,"-40"40"16,41-40-16,-41 41 62,0-1-62,0 0 16,0 40-16,0-40 0,0 0 0,0 0 0,-41 0 16,41 41-16,0-41 15,0 0-15,0 0 0,0 0 0,0 0 0,-40 0 16,40 0-16,0 0 16</inkml:trace>
  <inkml:trace contextRef="#ctx0" brushRef="#br0" timeOffset="105948.0385">17455 13996 0,'0'0'31,"80"0"-15,-40 0 0,241-40-1,40-40 17,-200 80-32,39 0 15</inkml:trace>
  <inkml:trace contextRef="#ctx0" brushRef="#br0" timeOffset="106448.0816">17856 14437 0,'-40'81'31,"40"-41"-31,0 0 16,0 40 0,120 40-1,-39-40 17,-41-80-32,0 0 31,0 0-31,0-80 31,-40-40-15,0-40-1,0-1 1,-80 121 15,80 0-15,40 40-1,0 0 1,161 0 15,40 0-15,-201 0-16,40 0 16,40 0-1</inkml:trace>
  <inkml:trace contextRef="#ctx0" brushRef="#br0" timeOffset="107008.0469">18538 14518 0,'0'0'16,"0"40"-16,-40-40 16,40 40-16,40-40 31,1 0-16,-1 0-15,0 40 16,-40 0-16,0 0 0,0 0 16,0 0-1,0 0-15,-40-40 0,40 40 0,0 1 16,-40-41-16,40 40 16,40-80 15,0 40-16,0-41-15,0 41 0,0-40 16,0 40-16,0 0 0,1 0 16,-1 0-16,0 0 47,-40 40-32,-40-40 173</inkml:trace>
  <inkml:trace contextRef="#ctx0" brushRef="#br0" timeOffset="108597.9076">2006 14317 0,'0'-40'47,"-40"40"-47,40-40 16,40 40-1,0 0 1,1 0-16,-41 40 0,40-40 16,-40 40-16,40 0 0,0-40 15,-40 40-15,40 0 0,-40 0 0,0 1 0,0-1 16,0 0-16,0 0 15,0 0-15,0 0 0,-40 0 0,40 0 16,0 0-16,-40-40 0,40 40 16,0-80-1,0-40 1,40 80-16,-40-40 16,40 0-16,-40 0 0,40 0 0,-40 0 0,40 0 15,0-1-15,1 1 0,-41 0 16,40 0-16,0 40 0,-40-40 0,40 40 0,-40-40 15,40 40 1,0 0-16,0 0 16,-40 40-16,40 40 0,-40-40 15,0 0-15,41 1 0,-41-1 16,0 0-16,0 0 0,0 0 0,0 0 16,0 0-1,0 0-15,0 0 0,0 0 16,40-40-1</inkml:trace>
  <inkml:trace contextRef="#ctx0" brushRef="#br0" timeOffset="108797.8686">3130 14598 0,'-40'0'31,"80"0"-31,-80-40 0,40 0 15,80-1 1,0 1 0,0 0-16,1 40 15,-1 0 1,-40 40-16</inkml:trace>
  <inkml:trace contextRef="#ctx0" brushRef="#br0" timeOffset="108967.8553">3290 14919 0,'-40'0'0,"80"0"0,-120 40 16,40-40-1,40-40-15,40 40 16,80-81 0,81 41 15,-40 0-31</inkml:trace>
  <inkml:trace contextRef="#ctx0" brushRef="#br0" timeOffset="109417.8467">4093 14357 0,'0'0'0,"0"-40"32,40 40-32,0 0 15,0 0 1,0 0-16,1 0 0,-1 0 0,-40 40 15,40-40-15,-40 80 16,0-40-16,0 1 0,0-1 16,-40-40-16,40 40 0,-81 0 0,41 0 0,40 0 15,-40-40-15,0 40 16,0 0-16,40 0 0,-40-40 16,80-40-1,0 40 1,40 0-1,-40 0-15,1 0 16,-1 0-16,0 40 0,0-40 16,0 0-16,0 0 15,0 0-15,-40 40 0,40-40 16,1 0-16,-1 0 16,0 0-16</inkml:trace>
  <inkml:trace contextRef="#ctx0" brushRef="#br0" timeOffset="109627.8182">5337 14397 0,'-40'-40'16,"80"80"-16,-80-120 0,-41 0 15,81 40 1,0 80 15,41 0-31,-41 0 0,40 0 16</inkml:trace>
  <inkml:trace contextRef="#ctx0" brushRef="#br0" timeOffset="109817.8782">5337 14959 0,'-80'40'15,"160"-80"-15,-281 160 16,161-80-16,0 40 16,0 81 15,-40-1-15,39-160-16</inkml:trace>
  <inkml:trace contextRef="#ctx0" brushRef="#br0" timeOffset="110477.7986">6541 14919 0,'-41'0'16,"82"0"-16,-41 0 31,40 40-15,0 40-16,-40-40 16,40 0-16,-40 0 0,0 0 15,0 0 1,-40-40-16,40 41 0,-40-41 0,0 0 15,40 40-15,-41-40 16,41-81-16,81 41 16,-81 0-16,40 0 0,0 0 0,40 0 15,-40 0-15,0 40 16,1-40-16,-1 0 0,0-1 0,0 41 0,0-40 16,-40 0-16,40 40 0,0 0 15,-40-40-15,40 40 0,-80 0 47,0 0-47,0 40 16,0 0-16,0 0 15,40 1-15,-40-1 0,40 0 0,0 0 0,-40-40 16,40 40-16,0 0 16,0 0-16,0 0 0,0 0 0,40-40 0,-40 41 15,40-41-15,-40 40 0,80 0 16,-40-40-16,0 0 0,0 0 0,1 40 0,39-40 15,-40 0-15,0 0 16,0 0-16</inkml:trace>
  <inkml:trace contextRef="#ctx0" brushRef="#br0" timeOffset="110717.8249">7825 14838 0,'-81'0'0,"162"0"0,-282-40 16,161 40-16,40 121 31,0-81-31,0 200 32,120-79-17,-39-81 1,-1-80-16</inkml:trace>
  <inkml:trace contextRef="#ctx0" brushRef="#br0" timeOffset="111027.7329">8306 15039 0,'0'-40'16,"0"80"-1,40-40 1,-40 40-16,0 0 0,0 0 0,40 0 0,-40 0 16,0 1-16,0-1 0,-40 0 15,40 0-15,-80 0 0,80 0 0,-40 0 0,0-40 16,40 40 0,-40-40-16,80-40 15,40 0-15,-40 40 16,0-40-16,0 40 0,1-80 0,-1 80 0,40-40 15,-40 40-15,0 0 16,0 0-16,0 0 0,-40-40 0,41 40 0,-1 0 16,0 0-16,0 0 0,-40 40 0,40-40 15,0 0-15</inkml:trace>
  <inkml:trace contextRef="#ctx0" brushRef="#br0" timeOffset="111267.7907">9349 14838 0,'0'-40'15,"0"80"-15,41-40 16,79 161 0,0 120 15,-120-161-31,-120 120 31,-81-119-15,121-121-16</inkml:trace>
  <inkml:trace contextRef="#ctx0" brushRef="#br0" timeOffset="111467.7435">10112 15440 0,'40'-80'15,"40"40"-15,0 0 32,-39 40-32,-1 0 0,120 0 31,-120 0-31</inkml:trace>
  <inkml:trace contextRef="#ctx0" brushRef="#br0" timeOffset="111647.7127">10433 15721 0,'-80'40'15,"160"-80"-15,-201 80 0,202-40 31,-41-40-31,201 40 16,-201 0-16,80 0 16,-80 0-16,81-40 15</inkml:trace>
  <inkml:trace contextRef="#ctx0" brushRef="#br0" timeOffset="111937.6965">12038 15159 0,'-120'0'16,"79"0"-16,1 0 0,-80 40 15,80 41 1,0-41-16,0 40 0,40-40 0,0 0 16,0 40-16,40 121 15,0-201-15,40 80 32,-40-40-32,81-40 15</inkml:trace>
  <inkml:trace contextRef="#ctx0" brushRef="#br0" timeOffset="112217.734">12399 15400 0,'0'0'16,"40"0"0,0 80-1,0 80 16,-80-39-15,-80-81 0,40-120-1,80-1 1,40-39 0,0 80-16,80-80 31,-80 120-31,41-40 15,-41 40-15</inkml:trace>
  <inkml:trace contextRef="#ctx0" brushRef="#br0" timeOffset="112487.645">12961 15239 0,'-40'0'16,"0"0"-1,-81 41 1,81 119-1,40-80 1,0-40-16,40 40 0,0-80 0,41 121 31,-81-81-31,40 0 32,-80 0-32,-1-40 15,-39 0 1,-80 0-1,120 0-15</inkml:trace>
  <inkml:trace contextRef="#ctx0" brushRef="#br0" timeOffset="113077.6834">13161 15239 0,'-40'0'0,"80"0"16,41 0 0,-41 0-16,0 0 15,0 0-15,0 0 0,0 41 0,0-1 16,1 0-16,-41 0 16,0 0-16,0 0 0,0 0 15,-41 0-15,-39 0 16,40-40-16,0 40 0,0-40 0,-40 0 0,39 41 15,1-41-15,0 0 0,0 0 0,80 0 32,0 0-17,0 0-15,1 0 16,-1 0-16,0 0 0,0 0 0,0 40 0,0-40 16,0 0-16,0 40 15,1-40-15,-1 0 0,0 0 0,0 0 16</inkml:trace>
  <inkml:trace contextRef="#ctx0" brushRef="#br0" timeOffset="113427.5911">13884 15360 0,'0'0'16,"-40"40"-1,-41 160 1,81-39-1,-80-81 17,80-120-17,0 0 1,80-121 0,1 121-16,39-120 15,-80 80-15,-40 40 31,40 40-31,-40 40 0,0 80 16,0 80 15,0-119-31,80 39 32</inkml:trace>
  <inkml:trace contextRef="#ctx0" brushRef="#br0" timeOffset="113617.6151">13964 15440 0,'-40'-40'16,"80"80"-16,-80-120 0,160 0 15,-40 80-15,-39-41 16,119 41-1,-120 0-15,81 81 16</inkml:trace>
  <inkml:trace contextRef="#ctx0" brushRef="#br0" timeOffset="113857.6388">13523 16202 0,'-41'40'16,"82"-80"-16,-1 80 31,40-80-15,-40 40-16,121-40 15,-81 40-15,-40 0 16,120 0-1,-119 0-15</inkml:trace>
  <inkml:trace contextRef="#ctx0" brushRef="#br0" timeOffset="114127.6204">13924 16402 0,'-40'0'0,"80"0"0,-120 0 15,80 41-15,-41-41 0,-39 40 32,40 0-17,0 0 1,80-40 15,-40 40-31,161-40 16,-121 0-16,0 0 0,40 0 15,-40 0-15,40-40 16,-39 40-16,-41-40 0</inkml:trace>
  <inkml:trace contextRef="#ctx0" brushRef="#br0" timeOffset="114327.5521">13964 16362 0,'0'-40'15,"0"80"-15,-40-80 16,40 80 0,0 0-16,0 1 15,0-1 1,0 0-16,0 0 0,0 0 0,-40 0 16,0 0-16,40 0 15,0 0-15,-41 1 0,41-1 16</inkml:trace>
  <inkml:trace contextRef="#ctx0" brushRef="#br0" timeOffset="114737.5098">14847 15881 0,'-40'0'16,"0"0"-16,-1 0 15,82-80 17,-1 80-32,0 0 0,120 0 31,-120 0-31,1 0 0,119 0 15,-40 0-15</inkml:trace>
  <inkml:trace contextRef="#ctx0" brushRef="#br0" timeOffset="114917.5734">15088 16242 0,'-41'0'15,"82"0"-15,-82-40 16,82 40 0,119 0-1,-120 0-15,81 0 16</inkml:trace>
  <inkml:trace contextRef="#ctx0" brushRef="#br0" timeOffset="115227.4917">16131 15681 0,'-80'0'16,"39"0"-16,-39 40 16,-40 40-1,120 80 17,40-39-17,80-41 1,1-80-1</inkml:trace>
  <inkml:trace contextRef="#ctx0" brushRef="#br0" timeOffset="115447.4809">16251 15881 0,'40'-40'16,"0"40"-1,-40 80 1,41-80-1,-41 40-15,0 0 16,0 1-16,-81-41 0,41 40 16,0-40-16,0 0 15,0 0-15,40-40 16,0-1 0,0 1-16,40 40 0,-40-40 0,40 40 15,-40-40-15,80 40 0</inkml:trace>
  <inkml:trace contextRef="#ctx0" brushRef="#br0" timeOffset="115677.4563">16693 15841 0,'0'-40'0,"-41"40"0,1 0 16,40 40-1,0 0 1,40 0-1,1 0-15,-41 0 0,40-40 0,-40 41 16,0-1-16,0 0 0,0 0 31,-40-40-31,40 40 0,-41-40 0,1 0 16,0 0-16,40-40 16,-40 40-16,0-40 0</inkml:trace>
  <inkml:trace contextRef="#ctx0" brushRef="#br0" timeOffset="116087.4299">17094 15560 0,'0'40'15,"0"-80"-15,0 161 16,0-81-16,0 40 15,-80 40 1,-1-80 15,41-80-15,40-40 0,80-80 15,81-41-16,-121 121 1,-40 120 0,0 120 15,80 1-15,-40-41-1,-40-80 1</inkml:trace>
  <inkml:trace contextRef="#ctx0" brushRef="#br0" timeOffset="116287.4189">16973 15440 0,'-40'0'16,"80"0"-16,-40 0 15,121 0 1,-81-40-16,80 40 16,-80 0-16,121 0 15,-81 0 1</inkml:trace>
  <inkml:trace contextRef="#ctx0" brushRef="#br0" timeOffset="116567.4735">16933 16162 0,'40'40'16,"1"-40"-16,-1 0 15,0 0-15,120-40 32,-79 0-32,-41 40 15,0 0-15,-40-40 16,40 40-16,0 0 16,0-40-1</inkml:trace>
  <inkml:trace contextRef="#ctx0" brushRef="#br0" timeOffset="116967.3768">17415 16282 0,'-40'0'31,"80"0"-31,-80 40 15,80-40 1,0 40 0,40 0-1,-40 41 1,0-81 0,-40 40-16,0 0 15,-40-40-15,0 0 31,-40 40-31,0 0 16,120-40 15,0 0-31,0 0 0,0 0 16,0-40-16,0 40 16,1 0-16,-1 0 0,0 0 0,0 0 15,0 0-15,0 0 0,0 0 16,-40-40-16,40 40 0,1 0 0,-1 0 0,0-40 15,0 40-15</inkml:trace>
  <inkml:trace contextRef="#ctx0" brushRef="#br0" timeOffset="117347.4274">18338 15761 0,'40'0'16,"0"0"-1,40-40 1,121 0 15,-41 40-15,-119 0-1</inkml:trace>
  <inkml:trace contextRef="#ctx0" brushRef="#br0" timeOffset="117537.3416">18498 16122 0,'0'0'16,"40"-40"-1,41 40-15,79 0 32,-120 0-32,121 0 15,-121 0-15,0 0 0,40 0 16</inkml:trace>
  <inkml:trace contextRef="#ctx0" brushRef="#br0" timeOffset="117937.3365">19983 15480 0,'-120'0'15,"240"0"-15,-281 40 0,121 0 16,0-40-16,0 80 15,0-39-15,40 39 16,0-40-16,0 0 0,40 0 16,0 0-1,121-40 1,-81-80 15,-40 40-31,0-121 31,-40 81-31,0 0 16,0 40 0,-40 40-1,-80 40 17,80 0-32,-1-40 0</inkml:trace>
  <inkml:trace contextRef="#ctx0" brushRef="#br0" timeOffset="119397.248">1565 16563 0,'80'-40'0,"-40"40"15,-40-40-15,40 40 0,1 0 32,-1 0-32,0 0 31,0 0-31,0 0 16,0-40-1,0 40-15,0 0 0,1 0 16,-1 0-1,0 0-15,-40 40 0,0 0 16,0 0-16,0 0 0,0 0 16,0 0-1,0 0-15,0 0 16,-40-40-16,40 41 0,0-122 31,0 41-15,40 0-16,0 0 0,0 0 15,0 0-15,0 40 0,-40-40 0,40 0 16,1-1-16,-1 1 16,0 0-16,0 40 31,0 0-15,-40 40-16,0 0 15,40 1-15,-40-1 0,0 0 0,0 0 16,0 0-16,0 0 15,0 0-15,40 0 0,-40 0 0,0 1 0,0-1 16,0 0-16,0 0 0,40 0 0,-40 0 16,41-40-1</inkml:trace>
  <inkml:trace contextRef="#ctx0" brushRef="#br0" timeOffset="119607.2913">2969 16603 0,'0'0'16,"0"-40"-16,0 0 31,161 0-15,-1 0-1,1-1 16,-121 41-31</inkml:trace>
  <inkml:trace contextRef="#ctx0" brushRef="#br0" timeOffset="119817.2782">3130 16844 0,'-40'0'15,"40"40"1,40-40 0,0 0 15,0 0-31,0 0 0,0-40 16,0 40-1,1-40-15</inkml:trace>
  <inkml:trace contextRef="#ctx0" brushRef="#br0" timeOffset="120357.2468">4173 16443 0,'0'-41'16,"0"1"-16,40 40 15,-40-80 1,40 40-16,1 40 16,-41-40-16,120 40 15,-40 40 16,-80 40-15,-40 41 0,-40-41-1,40-40 17,120-40-17,0 40 1,41-40-1,-121 80 17,-41 41-17,-79-1 1,-40-80 15,119-40-31,1 0 0,-80 0 31,80 0-31,40-40 16</inkml:trace>
  <inkml:trace contextRef="#ctx0" brushRef="#br0" timeOffset="120627.2296">4976 16282 0,'-40'0'16,"80"0"-16</inkml:trace>
  <inkml:trace contextRef="#ctx0" brushRef="#br0" timeOffset="120867.2154">4895 16804 0,'0'40'32,"0"-80"-32,0 120 0,0 0 15,0-40-15,0 0 0,-40 80 16,0-39 0,0-41-16,0 40 15,40-40-15,-40-40 16,0 0-1,0 0-15</inkml:trace>
  <inkml:trace contextRef="#ctx0" brushRef="#br0" timeOffset="121607.1716">6500 16964 0,'0'0'16,"0"-40"-16,0 0 16,0 0-16,41 40 31,-1 80-15,0-80-16,-40 80 15,0-40-15,40 0 0,-40 0 0,0 41 16,-40-1-16,-81 40 15,41-40 1,120-120 15,41-80-31,-41 80 0,200-121 32,-199 121-32,-1-40 0,80 0 15,-80 40-15,0 0 16,0 0-16,-40-1 15,-40 41-15,0 0 32,0 0-32,0 41 0,0 39 15,0-40 1,40 0-16,0 0 0,-40 0 0,40 0 0,0 0 16,0 0-1,0 1-15,0-1 0,0 0 0,80 0 16,-80 0-16,40-40 15,0 40-15,0-40 0,0 0 16,0 0-16</inkml:trace>
  <inkml:trace contextRef="#ctx0" brushRef="#br0" timeOffset="121877.1543">7825 17004 0,'-161'-40'16,"322"80"-16,-402-80 31,201 80-31,40 0 16,0 0-16,-40 81 15,40-81-15,0 0 0,80 80 16,-40-80-16,-40 0 15,0 0-15,120 41 16,-79-81 0</inkml:trace>
  <inkml:trace contextRef="#ctx0" brushRef="#br0" timeOffset="122247.0774">8146 17124 0,'0'-40'15,"0"80"-15,40-80 16,0 40 0,0 0-16,0 0 0,0 0 0,-40 40 15,40-40-15,-40 40 0,41-40 16,-41 41-16,0-1 0,0 0 0,-41 0 16,41 0-16,-80-40 15,80 40-15,-40-40 0,0 40 0,0-40 16,80 0-1,40 0 1,-40-40-16,0 40 0,1 0 0,-1 0 16,0 0-16,0 0 15,-40 40-15,0 0 0,40 0 16,-40 1-16,0-1 16,-40-40-16,40 40 0,-80 0 0,40 0 15,-1-40-15,-39 0 16,40 40-16,0-40 0,0 0 0,0 0 15,0 0-15,-1 0 0,41-40 0,-40 40 16,40-40-16,0-40 16</inkml:trace>
  <inkml:trace contextRef="#ctx0" brushRef="#br0" timeOffset="122507.1172">9069 16964 0,'0'40'15,"40"-40"-15,0 120 32,0-80-32,-40 81 15,0-41-15,0 0 16,-40 0-16,-81 81 15,-79-1 1,39-80 0</inkml:trace>
  <inkml:trace contextRef="#ctx0" brushRef="#br0" timeOffset="122727.1051">9791 17405 0,'0'0'0,"160"-80"32,-79 80-32,-1 0 0,40-40 31,-80 40-31,0 0 0,1 0 15,-1-40-15</inkml:trace>
  <inkml:trace contextRef="#ctx0" brushRef="#br0" timeOffset="122917.093">10152 17766 0,'-80'0'0,"160"0"0,-200 0 16,160 0 0,40 0-1,0 0-15,-40 0 0,121 0 32,-121 0-32,0 0 0</inkml:trace>
  <inkml:trace contextRef="#ctx0" brushRef="#br0" timeOffset="123167.0056">11476 17124 0,'-80'-40'0,"40"0"0,0 40 16,-121 80-1,121 121 1,120-1 15,81-79-15,-41-81-1,-40-120 1</inkml:trace>
  <inkml:trace contextRef="#ctx0" brushRef="#br0" timeOffset="123406.9893">11797 17285 0,'80'-40'15,"-160"80"-15,201-80 16,-121 80 0,0 0-1,0 120 1,-121-79 15,1-41-15,40-121-1,160-119 1,120 120 15,-79 40-31</inkml:trace>
  <inkml:trace contextRef="#ctx0" brushRef="#br0" timeOffset="123677.0474">12239 17285 0,'0'0'16,"-41"-40"-16,-39 40 31,80 160-15,121-40-1,-41-39 1,-40-1 15,-160-40-15,-81-40-1,121 0 17,80-40-32</inkml:trace>
  <inkml:trace contextRef="#ctx0" brushRef="#br0" timeOffset="124167.0174">12800 16964 0,'0'0'16,"0"-40"0,40 0-16,81 40 15,-81 0-15,0 0 0,80 40 32,-79 40-32,-82 121 31,-159-81-16,160-80-15,0-40 0,-1 40 32,82-40-32,39-40 15,40 0 1,-80 40 0,-40 80-1,-120 0 1,40-80-1,80 40-15,-81-40 16,41 0-16,-80 41 16,40-41-1</inkml:trace>
  <inkml:trace contextRef="#ctx0" brushRef="#br0" timeOffset="124586.9184">13482 17124 0,'0'0'0,"-40"0"16,40 121-1,0-1 1,0 0 15,-40-80-31,0 1 31,0-41-31,40-81 32,40 41-32,0 0 0,0-40 15,41 0 1,-41-1-1,0 81-15,-40 41 32,0-1-32,40 80 31,-40 0-15,0-80-1</inkml:trace>
  <inkml:trace contextRef="#ctx0" brushRef="#br0" timeOffset="124766.9267">13322 17124 0,'0'-40'15,"40"0"1,40 40-16,-40-40 15,1 40-15,-1 0 0,0 0 0,0 0 16,0 0-16,0 0 16,-40 40-16,40-40 0</inkml:trace>
  <inkml:trace contextRef="#ctx0" brushRef="#br0" timeOffset="125016.9661">12840 17926 0,'0'41'32,"41"-41"-32,-1 0 15,0 0-15,80 0 16,-80 0-16,161 0 15,-81-41-15,121 41 32,-201 0-32,40 0 15</inkml:trace>
  <inkml:trace contextRef="#ctx0" brushRef="#br0" timeOffset="125256.9085">13362 18087 0,'-40'0'0,"80"0"0,-120 40 0,-41-40 31,81 40-31,0-40 0,40 40 16,40-40 0,0 40-16,1-40 15,-1 0 1,0 0-16,0 0 0,0 40 0,0-40 15,0 0-15,0 0 0,1 0 16,-1 0-16,0 0 16</inkml:trace>
  <inkml:trace contextRef="#ctx0" brushRef="#br0" timeOffset="125476.8681">13442 18167 0,'-40'-40'16,"40"80"-1,0 0 1,0 0 0,0 0-16,0 1 0,0-1 0,-40-40 15,40 40-15,0 0 16,0 0-16,-40-40 15</inkml:trace>
  <inkml:trace contextRef="#ctx0" brushRef="#br0" timeOffset="127086.769">14526 17766 0,'0'40'0,"40"-40"47,-40-40-16,40 40-31,0 0 16,0 0-16,0 0 15,1 0-15,-1 0 0,0 0 0,0 0 16</inkml:trace>
  <inkml:trace contextRef="#ctx0" brushRef="#br0" timeOffset="127296.8302">14807 18207 0,'-40'0'0,"80"0"0,-201 40 15,201-40 1,0 0 0,81 0-16,-41 0 0,40-40 15,-79 40-15,159-80 16,-160 80-16</inkml:trace>
  <inkml:trace contextRef="#ctx0" brushRef="#br0" timeOffset="134716.3453">15770 17726 0,'0'0'0,"40"0"0,0-40 15,-40 0 1,40 40-16,0 0 16,-40-40-16,40 40 15,0 0 1,-40 40-16,41-40 16,-41 40-16,40-40 0,0 0 15,0 0-15,0 0 0,0 0 0,0 0 0,0 0 16,1 0-16,-1 0 0,0-40 15</inkml:trace>
  <inkml:trace contextRef="#ctx0" brushRef="#br0" timeOffset="135016.3678">16733 17164 0,'0'0'16,"0"-40"-16,40 80 31,-40 1-15,0 79-1,0 40 1,-80 1-1,80-1 17,0-120-32</inkml:trace>
  <inkml:trace contextRef="#ctx0" brushRef="#br0" timeOffset="135296.3503">16492 18247 0,'0'40'16,"0"-80"-16,-40 80 0,80-40 31,0 0-31,121 0 31,39 0-15,1-40 0,-121-40 15,-40 80-31</inkml:trace>
  <inkml:trace contextRef="#ctx0" brushRef="#br0" timeOffset="135996.2372">16813 18568 0,'0'0'0,"-40"0"0,40 40 32,0 0-32,0 0 15,40-40 1,0 0 0,0 0-1,0 41 1,41-1-1,-1 40 1,-40-40 15,0-40-15,0 0 0,-40-40-16,40 0 15,-40-40 16,0-1-15,0 1 0,0 0 15,0 40-15,0 0-1,40 40 63,1 0-78,-1-40 16,0 40-16,0 0 16,-40-40-16,40 40 0,0 0 0,0-41 15,0 41-15,1 0 0,-41-40 16,40 40-1</inkml:trace>
  <inkml:trace contextRef="#ctx0" brushRef="#br0" timeOffset="136756.2055">17736 18608 0,'-80'0'16,"160"0"-16,-120 0 31,80 0-15,0 0-1,0 0 1,0 0 0,0 40 15,0-40-15,-40 40-1,-40 1 1,0-1-1,-40 0 1,80 0 0,-40-40-1,40 40 79,0 0-63,40-40 79,-40-40-110,40 40 15,0 0-15,-40-40 16,40 40 0,0 0-1,1 0 1,-1 0-1,0 0-15,0 0 0,0 0 16,0 0-16,0 0 16,1 0-16,-1 0 0,40 0 0,-40 0 0</inkml:trace>
  <inkml:trace contextRef="#ctx0" brushRef="#br0" timeOffset="140006.0669">20785 10427 0,'41'0'0,"-41"-40"16,-41 40 15,41 40 1,0 0-32,0 0 0,0 0 15,0 0-15,0 40 0,0-39 0,0-1 0,0 0 16,0 40-16,0-40 15,41 40-15,-41 0 0,0 1 0,40-1 0,-40 0 16,40 0-16,-40 1 0,0-1 16,0 40-16,40-40 0,0 0 0,-40 1 0,0-1 15,40 40-15,-40-40 16,0 1-16,40-1 0,-40 0 0,0 0 0,40-40 16,-40 41-16,0-1 0,41 0 15,-41 0-15,40 0 0,0 1 0,-40-1 0,40 0 16,0 40-16,0-39 0,-40-1 0,40 0 0,-40 0 15,0 0-15,0 1 16,0-1-16,0 0 0,0 0 0,-40 0 0,40 1 16,0-1-16,-40 0 0,40-40 15,0 40-15,0 1 0,0-41 0,0 40 0,0-40 16,0 40-16,0 0 16,0-39-16,0 39 0,40-40 0,-40 40 0,0-40 15,0 0-15,0 41 0,0-41 0,0 0 0,40 40 16,-40-40-16,0 0 0,0 0 15,0 40-15,0-39 0,0-1 0,0 0 0,0 0 16,0 40-16,40-40 16,-40 0-16,0 0 0,0 1 0,0-1 0,0 0 15,0 0-15,41 0 0,-41 0 16,40 0-16,-40 0 0,0 0 0,0 0 16,40 1-16,-40-1 15,0 0-15,0 0 0,0 0 0,40 0 16,-40 0-16,0 40 0,0-39 0,0-1 0,0 40 15,0 0-15,0-40 0,0 40 16,0-40-16,0 41 0,0-41 0,0 40 0,0-40 16,0 40-16,0-40 15,0 41-15,0-41 0,0 0 0,0 40 0,0-40 16,0 0-16,0 0 0,0 41 16,0-41-16,0 0 0,0 0 0,0 0 0,0 40 15,0-40-15,0 0 0,0 1 0,0-1 16,0 0-16,40-40 15,-40-40 1,0 0 0,40 40-16,-40-41 0</inkml:trace>
  <inkml:trace contextRef="#ctx0" brushRef="#br0" timeOffset="141066.0031">21267 11189 0,'0'0'0,"0"-40"15,40 40-15,-40-40 16,40 40-1,-40-41-15,40 41 16,0 0-16,1 0 0,-1 0 16,0 0-16,0 0 15,0 0-15,-40 41 0,40 39 16,-40-40 0,0 0-16,0 0 0,0 0 0,0 40 0,0-39 15,0-1-15,0 0 0,0 0 0,-40 0 0,0 0 16,40 0-16,-40 0 15,80-80 17,-40 0-17,40 40-15,-40-40 16,40 40-16,-40-40 0,40 0 0,-40 0 16,40 0-16,1 40 15,-41-41-15,40 1 0,0 0 0,-40 0 16,40 0-16,0 0 0,-40 0 0,0 0 15,40 40-15,-40-40 16,0-1-16,0 1 16,-40 40-1,0 0 1,40 40 0,-40-40-16,0 41 0,40 39 15,-40-80-15,40 40 0,0 0 0,-41 0 16,41 0-16,0 0 15,-40-40-15,40 40 0,0 1 0,0-1 0,0 0 16,0 0 0,40-40-16,-40 40 0,41-40 0,-1 40 0,40-40 15,-40 0 1,0 0-16,0 0 0,1 0 0,-1-40 16,0 40-16,0-40 15,0 0-15</inkml:trace>
  <inkml:trace contextRef="#ctx0" brushRef="#br0" timeOffset="141385.9107">22511 11028 0,'-40'0'15,"0"0"-15,40-40 0,0 80 63,0 41-63,-40-41 16,40 0-16,0 40 15,-41-40-15,41 40 0,0-40 0,0 41 0,0-41 16,0 0-16,0 40 0,0-40 0,41 0 0,-41 0 15,40-40-15,-40 40 0,40-40 16,-40 41-16,80-41 0,-40 0 16,0 0-1</inkml:trace>
  <inkml:trace contextRef="#ctx0" brushRef="#br0" timeOffset="141815.8981">22792 11389 0,'0'-40'15,"40"40"1,0 40 0,-40 0-1,0 1-15,0-1 16,40 0-16,-40 0 0,0 0 0,0 0 15,0 0 1,0 0 0,0-120-1,0 40 1,40 40-16,-40-40 16,0 0-16,40 0 0,-40 0 0,0-1 15,41 1-15,-41 0 0,40 40 16,0 0-16,0 0 15,0 40 1,-40 0 0,0 1-16,40-1 0,-40 0 15,0 0-15,0 0 16,0 0-16,0 0 0,0 0 0,0 0 16,0 0-16,0 1 15,0-1-15,0 0 0</inkml:trace>
  <inkml:trace contextRef="#ctx0" brushRef="#br0" timeOffset="142075.945">23394 11189 0,'0'0'15,"40"0"-15,0 0 16,-40 40-1,0 0-15,0 120 32,0 41-17,0-1 1,-80-79 0,80-41-1,-40-40-15</inkml:trace>
  <inkml:trace contextRef="#ctx0" brushRef="#br0" timeOffset="142485.847">23996 11510 0,'0'0'16,"40"0"15,-40-40-15,80-1-16,121 1 15,-81 0 16,-80 40-31</inkml:trace>
  <inkml:trace contextRef="#ctx0" brushRef="#br0" timeOffset="142665.907">24236 11871 0,'0'0'0,"40"-41"31,1 41-31,-41-40 16,160 40-1,-120-40 17</inkml:trace>
  <inkml:trace contextRef="#ctx0" brushRef="#br0" timeOffset="143235.7994">25159 10788 0,'0'0'0,"0"-40"15,0 80 17,0 0-17,0 0-15,0 0 0,0 0 0,0 0 16,0 0-16,0 0 0,0 41 16,0-41-16,0 0 0,0 0 0,0 0 0,0 0 15,40 0-15,-40 0 0,0 1 0,0-1 0,40 0 16,-40 0-16,0 0 15,0 0-15,0 0 0,0 0 0,-40-40 16,40 40-16,-40-40 0,40 40 16,-40-40-16,0 0 0,40 41 0,-40-41 31,40-81-31,0 41 31,40 40-15,-40 40-16,0 0 15,40 1 1,-40-1-16,0 0 0,0 0 0,0 0 16,0 0-16,40 0 0,-40 0 15,0 0-15,40 1 0,-40-1 16,40-40-16,-40 40 16,0 0-16,41-40 0,-1 0 15,0 0-15,0 0 16,0 0-16,0 0 15,-40-40-15,40 40 0,1-40 16</inkml:trace>
  <inkml:trace contextRef="#ctx0" brushRef="#br0" timeOffset="143555.7803">25761 11109 0,'0'0'16,"-40"-41"-16,40 1 0,0 80 46,0 1-46,0-1 0,0 0 16,0 0-16,0 0 0,0 40 16,0-40-16,0 0 0,0 41 0,0-41 0,-40 0 15,40 40-15,0-40 16,0 0-16,0 0 0,0 0 0,0 1 0,0-1 16,40 0-16,-40 0 0</inkml:trace>
  <inkml:trace contextRef="#ctx0" brushRef="#br0" timeOffset="143795.8396">26363 11871 0,'-40'0'15,"0"0"-15,40 40 16,-40 80-1,-41 40 17,-39 1-17,80-121 1,0-40-16</inkml:trace>
  <inkml:trace contextRef="#ctx0" brushRef="#br0" timeOffset="144175.8174">27005 10828 0,'-40'-40'16,"80"80"-16,-160-40 15,80 40-15,40 40 16,0-40-16,40 40 31,0 1-31,0-1 16,0 80-1,-40-39 17,0-81-32</inkml:trace>
  <inkml:trace contextRef="#ctx0" brushRef="#br0" timeOffset="144415.7622">26644 12151 0,'0'0'16,"40"-80"15,0 80-31,81-40 15,-41 0 1,40 0-16,1 40 16,79-40-1,-160 0 1</inkml:trace>
  <inkml:trace contextRef="#ctx0" brushRef="#br0" timeOffset="144905.7749">26925 12552 0,'0'0'0,"0"40"0,-40-40 15,40 41 1,40-41-1,-40 40-15,40-40 16,-40 40-16,40-40 0,-40 40 0,0 0 16,40-40-16,-40 40 15,0 0-15,0 0 0,40-40 16,-40 40 0,40-40-16,1-40 46,-41 0-46,0 0 0,0 0 16,0 0-16,40 0 16,-40 0-16,0 0 0,0-1 15,0 1-15,0 0 16,0 0-16,0 0 0,0 0 0,0 0 16,0 0-16,40 40 31,0 0-31,0 0 15,0 0 1,0 0-16,0-40 0,1 40 16,-1 0-1,0 0-15,0 0 0,0 0 16,0 0-16</inkml:trace>
  <inkml:trace contextRef="#ctx0" brushRef="#br0" timeOffset="145355.7466">27647 12633 0,'0'0'16,"0"40"0,0 0-1,40-40 1,0 0-1,41 0 1,-41-40 15,0 40-15,0 40 0,-80 80-1,-40-80 1,39 40-1,1-39 17,80-41-17,1 0 1,39-41 0,40 1-1,41-40 1,-81 40-16</inkml:trace>
  <inkml:trace contextRef="#ctx0" brushRef="#br0" timeOffset="145685.6527">28610 11429 0,'40'41'31,"-40"-1"-15,0 0-16,0 0 15,0 0-15,0 0 0,0 0 0,-40 0 16,40 0 0,-40-40-16,40 40 0,-40-40 0,40 41 0,-40-41 15,0 0-15,40 40 0</inkml:trace>
  <inkml:trace contextRef="#ctx0" brushRef="#br0" timeOffset="146165.6268">29373 10868 0,'-41'0'16,"82"0"-16,-122 40 16,41-40-16,-40 40 15,40 0-15,40 81 31,0-41-31,120 0 32,-80-40-17,41-80 1,-1-40 0,-80-41-1,0 41 1,0 40-16,-80-40 31,39 40-31,-39 40 16,80 40-1,-40 0-15,40 40 16</inkml:trace>
  <inkml:trace contextRef="#ctx0" brushRef="#br0" timeOffset="146395.6434">29854 11429 0,'40'0'0,"-40"41"31,-40-41-31,40 40 16,0 0-16,-40 0 0,40 0 0,-40 0 15,40 0-15,-40-40 0,40 40 16,-40 0-16,40 0 0,-41 1 0,41-1 16,-40-40-1,0 0-15</inkml:trace>
  <inkml:trace contextRef="#ctx0" brushRef="#br0" timeOffset="146715.6643">30576 11149 0,'-40'0'31,"80"0"-31,-80-40 16,80 40-16,41 0 16,119 0-1,-79-41 1</inkml:trace>
  <inkml:trace contextRef="#ctx0" brushRef="#br0" timeOffset="146975.6496">31379 10627 0,'-40'-40'15,"80"80"-15,-80-40 32,80 40-17,-40 1-15,0 39 16,0-40-16,0 200 16,0-159-16,0 119 15,40-160 1,-40 0-16</inkml:trace>
  <inkml:trace contextRef="#ctx0" brushRef="#br0" timeOffset="147175.6376">31098 11911 0,'0'0'0,"40"-40"31,40-1-31,1 1 16,-41 40-16,120-40 15,-120 40-15,0 0 32,1 0-32</inkml:trace>
  <inkml:trace contextRef="#ctx0" brushRef="#br0" timeOffset="147645.5519">31299 12472 0,'-41'40'16,"82"-80"-16,-82 120 15,82-40 1,-1-40-16,0 41 15,80-41 1,-120 40-16,80 0 31,-39-40-31,-1 0 16,0 0 0,0 0-16,-40-40 15,0 0-15,40-1 0,-40 1 16,40 0-16,-40 0 15,0 0-15,40 0 0,-40 0 0,0 0 16,40 0-16,-40 0 0,0-1 16,0 1-16,0 0 15,-40 40 1,40-40-16,-40 40 16,80 0 15,0 0-31,41 0 0,-41 0 15,0 0 1,0 0-16,0-40 0,0 40 16,0 0-16,1 0 0,-1 0 15,0 0-15</inkml:trace>
  <inkml:trace contextRef="#ctx0" brushRef="#br0" timeOffset="147995.5195">32101 12432 0,'40'0'15,"0"-40"1,0 40-16,1 0 16,-1 0-16,0 0 0,0 0 31,-40 40-31,0 0 15,-40-40-15,40 40 16,-40-40-16,0 40 0,40 0 0,-81-40 16,81 41-1,40-41 1,1 0 0,-1 0-16,0 0 0,40-41 0,-40 41 0,0 0 15,41-40-15,-41 40 0,0 0 0,0 0 0,0-40 16,0 40-16,0 0 15,1 0-15,-41-40 0,40 40 0,0 0 16,-40-40-16</inkml:trace>
  <inkml:trace contextRef="#ctx0" brushRef="#br0" timeOffset="149385.4308">32743 10427 0,'0'0'0,"40"0"31,0 0-15,-40 40-16,41-40 0,-1 0 0,-40 40 15,40-40-15,-40 40 16,40-40-16,-40 40 0,0 0 0,0 0 0,0 1 16,-40-1-16,40 0 15,-40 40-15,40-40 0,0 0 0,-40 0 0,40 0 16,0 0 0,0 1-16,0-1 0,0 0 0,40 0 15,0-40-15,0 0 16,0 0-1,0 0-15,0 0 0,-40-40 0,40 40 16,1 0 0,-41-40-1,0 0 1,-41 80 0,41 0-1,0 0 1,0 0-16,-40-40 0,40 40 15,0 0-15,0 0 16,0 0-16,0 1 0,0-1 16,0 0-1,0 0-15,0 0 0,0 0 16,0 0 0,0 0-16,0 0 0,0 0 15,0 1-15,0-1 16,0 0-1,0 0-15,0 0 16,0 0 0,0 0-16,40 0 31,-40 0-15,0 1-1,0-1 16,0 0 16,0 0-15,0 0-32,0 0 31,0 0-16,0 0 1,-40-40 0,40 40-16,-40 0 15,40 1 1,-40-41-16,40 40 0,-40-40 16,40 40-16,0 0 31,0 0 0,-40-40 0,0-40-31</inkml:trace>
  <inkml:trace contextRef="#ctx0" brushRef="#br0" timeOffset="151445.3112">25280 3489 0,'40'0'31,"-40"-41"-31,0 1 16,40 40-16,-40-40 16,0 80 30,0 0-14,0 1-32,40-1 0,0 0 15,-40 0 1,0 0-16,40 0 0,-40 0 16,40-40-16,-40 40 0,41-40 15,-41 40 1,40-40-16,0 0 0,0 0 15,0-40 1,0 0-16,0 0 0,0 0 0,1 0 16,-1 0-16,0 0 0,0 0 15,0-1-15,0 1 0,0 0 0,0 0 0,41-40 16,-41 40-16,0 0 16,40-40-16,-40 39 0,0 1 0,41 0 0,-1 0 15,0 0-15,0 0 0,1 0 0,-1 40 0,40-40 16,-39 40-16,-1-40 0,-40 40 15,40-41-15,-40 41 0,0 0 0,1 0 16,-41-40-16,-41 40 94,41 40-79,-40-40 79,0 0-94,-40 0 0</inkml:trace>
  <inkml:trace contextRef="#ctx0" brushRef="#br0" timeOffset="156635.0143">25561 13475 0,'0'-40'15,"0"0"-15,80 40 16,-80-41-1,0 1-15,40 40 0,-40 40 47,0 1-31,0-1-16,-40 0 16,40 0-16,0 0 0,-40 0 0,40 0 15,0 0-15,0 0 0,0 1 16,-40-1-16,40 0 0,0 0 0,0 0 0,-41 0 15,41 0-15,0 0 16,0 0-16,0 0 0,0 1 31</inkml:trace>
  <inkml:trace contextRef="#ctx0" brushRef="#br0" timeOffset="157184.9632">25641 13555 0,'0'0'0,"-40"0"16,40-40-1,-40 40 1,-1 40 15,1 0-15,-80-40-1,120-40 32,40 40-47,0 0 16,-40-40-16,0 0 15,40 40-15,0-40 0,-40 0 16,41 40 0,-41-41-16,40 41 47,0 0-32,0 0 1,0 0-1,0 0 1,0 0 0,0 0-1,-40 41 1,0-1-16,41 0 0,-41 0 16,40 0-16,0-40 15</inkml:trace>
  <inkml:trace contextRef="#ctx0" brushRef="#br0" timeOffset="166224.4949">22471 14999 0,'0'-40'32,"0"0"-17,-40 40-15,40-41 16,0 82 31,0-1-47,0 0 15,40 0-15,-40 0 16,40 0-16,0 0 0,-40 0 16,40 0-16,-40 1 15,40 39-15,0-40 0,-40 0 0,41 0 0,-1 0 16,-40 0-16,40 0 0,0 0 0,-40 1 0,40-1 16,0 0-16,0 0 15,-40 0-15,40 0 0,-40 0 0,41-40 16,-41 40-16,40-40 15</inkml:trace>
  <inkml:trace contextRef="#ctx0" brushRef="#br0" timeOffset="166614.4324">23073 15239 0,'0'0'16,"-40"41"-16,40-162 16,0 81-16,0 0 15,-41 40-15,41 40 63,0 0-63,-40-40 0,40 40 15,-40 0-15,40 1 0,-80-41 0,40 40 0,40 0 16,-40 0-16,0 0 0,-1 0 16,1 0-16,40 0 0,-40 0 0,0 0 0,0 1 15,40-1-15,-40-40 16,40 40-16,-40 0 0,40 0 0,-40-40 15,40 40-15,0 0 16</inkml:trace>
  <inkml:trace contextRef="#ctx0" brushRef="#br0" timeOffset="167044.4477">23434 15079 0,'0'0'15,"0"-40"1,-40 0 15,-41 40-15,41 160 0,40 81-1,0-1 16,0-39-15,81-121 0,-1-40-1,-40-120 1</inkml:trace>
  <inkml:trace contextRef="#ctx0" brushRef="#br0" timeOffset="167294.3581">23755 15360 0,'0'-40'0,"0"0"16,0 80 15,0 0-31,0 0 16,0 0-1,0 0-15,0 0 0,0 0 0,0 0 16,0 0-16,0 1 16,-40-1-16,40 0 0,-40 0 15,40 0-15</inkml:trace>
  <inkml:trace contextRef="#ctx0" brushRef="#br0" timeOffset="167744.3478">24036 15320 0,'-40'0'94,"40"40"-94,-41-40 15,41 40-15,-40 0 0,0 0 16,0-40 0,0 40-16,0-40 15,0 40 1,0-40-16,-1 40 0,1-40 15,40 40 1,-40-40-16,80 0 47,0 0-47,1 0 16,-1 0-1,0 0-15,0 0 0,-40 41 16,40-41-16,-40 40 15,40-40-15,0 40 0,0-40 16,-40 40-16,41-40 16</inkml:trace>
  <inkml:trace contextRef="#ctx0" brushRef="#br0" timeOffset="168084.3089">24477 15199 0,'0'0'16,"40"0"-1,0-40 16,41 80-15,-81 201 0,-41 0-1,-119-41 17,-1-80-17,81-79 1</inkml:trace>
  <inkml:trace contextRef="#ctx0" brushRef="#br0" timeOffset="168344.3669">24838 15640 0,'40'0'16,"-40"-40"-16,40 40 16,1-40-16,-1 40 15,-40-40-15,40 40 0,0 0 16,0 0 0,0 0-16</inkml:trace>
  <inkml:trace contextRef="#ctx0" brushRef="#br0" timeOffset="168584.298">25079 15881 0,'-40'40'31,"80"-80"-31,-40 80 32,0-80-32,120 0 15,1 40 17,-41 0-17</inkml:trace>
  <inkml:trace contextRef="#ctx0" brushRef="#br0" timeOffset="169754.2148">26684 14959 0,'40'-40'16,"-40"-1"-16,40 1 31,0 0-16,-80 40 251,0 0-235,0 0-31,0 0 16,0-40-16,0 40 0,0 0 16,-1 0-16,1 0 0,0 0 15,0 40-15,0-40 0,0 40 0,0-40 0,-41 40 16,41-40-16,0 0 15,0 41-15,0-1 0,0-40 0,0 40 16,40 0-16,-40-40 16,40 40-16,0 0 0,0 0 15,40 0-15,0 0 16,0-40 0,0 0-16,0 41 0,0-41 0,0 0 15,1 0-15,-1 0 16,0 0-16,0 0 0,0 0 0,0 0 0,0 0 15,0 0-15,1 0 16,-1 0-16,0 0 0,0 40 16,-40 0-1,0 0-15,-80-40 0,80 40 0,-40 0 0,-41 0 16,41 0-16,0 0 0,0 0 16,40 1-1,-40-41-15,0 40 0,40 0 0,-40 0 0,-1-40 16,1 40-16,40 0 0,-40 0 15,0 0-15,0 0 0,0-40 0,40 41 16,-40-41-16,40 40 16,-40 0-16,80-40 47,0 0-47,0 0 0,0 0 15,0 0 1,0 0-16,0 0 0,1 0 0,-1 0 0,0 0 15,0 0-15,0 0 0,0 0 16,0 0-16,0 0 0,1 0 0,-1 0 0,0 0 16,0 0-16,0 0 15,0 0-15,0 0 0,0 0 0,1 0 16,-1 0-16,0 0 16,0 0-1,0 0 1,0 0-1,-80 0 17</inkml:trace>
  <inkml:trace contextRef="#ctx0" brushRef="#br0" timeOffset="170354.1934">25440 16964 0,'0'0'0,"-40"0"0,40 40 31,40-40 1,0 0-32,0 0 15,1 0 1,-41 40-16,0 0 16,40-40-16,-40 40 0,0 0 0,0 1 15,0-1 1,0 0-16,-40 0 0,40 0 15,-41-40 1,1 0 0,40-40-1,0 0-15,40 0 16,-40 0-16,41-1 0,-41 1 0,40 40 0,0-40 16,0 0-16,0 0 15,0 40-15,-40-40 0,40 40 0,0 0 16,1 0-1,-1 0-15,0 40 16,-40 0 0,0 0-16,0 0 15,0 0-15,0 1 0,0-1 16,0 0 0,0 0-1,40-40-15,0 0 16,0 0-16,0 0 0,0 0 31</inkml:trace>
  <inkml:trace contextRef="#ctx0" brushRef="#br0" timeOffset="170564.2331">26323 17164 0,'0'0'0,"0"-40"16,0 0-1,0 0-15,40 40 16,0-40 0,0 0-16,0 40 0,1 0 15,-1-40-15,0 40 0,0 0 16,0 0 0</inkml:trace>
  <inkml:trace contextRef="#ctx0" brushRef="#br0" timeOffset="170784.1691">26403 17245 0,'-40'0'16,"80"0"15,0 0-16,0 0-15,1 0 16,-1 0-16,0 0 0,0-40 16,0 40-16,0-41 0,0 41 15,-40-40-15,40 40 0</inkml:trace>
  <inkml:trace contextRef="#ctx0" brushRef="#br0" timeOffset="171184.1408">27166 16763 0,'-41'0'16,"1"0"-16,0 0 16,0 0-1,0 41 1,0-1-1,0 80 1,40-40 0,120-80-1,0-40 17,41-40-17,-121 0 1,-40-1 15,-80 1-15,-41 80-1,41 0 1,40 0-16</inkml:trace>
  <inkml:trace contextRef="#ctx0" brushRef="#br0" timeOffset="173084.0822">26243 14116 0,'40'0'172,"-40"-40"-126,40 40-14,-40-40-32,40 40 15,0 0-15,-40-40 16,40 40 0,0 0-16,1 0 31,-1 0 0,0 0-15,-40 40-1,0 0 1,0 0-16,0 1 0,0-1 16,-40-40-1,0 0 48,80 0-1,0 0-46,0 0-16,0 0 31,0 40-31,-40 0 16,0 0-1,0 0-15,0 0 16,-40-40-16,40 40 0,-40 0 16,0-40-1,40 41 1,-40-41-1,0 0-15,-1 0 16,1 0 0,0 0-1,0 0-15,0 0 32</inkml:trace>
  <inkml:trace contextRef="#ctx0" brushRef="#br0" timeOffset="175713.8514">27366 15239 0,'40'0'63,"41"-40"-48,-41 40 1,0 0-16,0 0 0,0 0 15,0 0 1,-40 81-16,0-41 0,0 0 0,0 0 16,0 0-16,0 0 0,0 0 0,0 0 0,0 0 15,-40 0-15,40 1 0,0-1 16,-40 0-16,0 0 0,40 0 31,-40-40-31,40-40 31,40 40-31,-40-40 0,0 0 0,40 40 16,-40-40-16,40-1 16,0 1-16,-40 0 0,40 0 0,0 40 15,-40-40-15,41 40 0,-1-40 0,0 0 16,-40 0-16,40 40 0,-40-40 16,40 0-16,-80 40 62,0 0-62,0 40 16,40 0-16,-40 0 0,40 0 0,-41 0 15,41 0-15,0 0 16,0 0-16,0 0 0,0 1 0,41-41 0,-41 40 16,40-40-16,0 40 0,0-40 15,0 0-15,0 0 0,0 0 0,0 0 16,1 0-16,-1 0 15,0 0-15</inkml:trace>
  <inkml:trace contextRef="#ctx0" brushRef="#br0" timeOffset="175953.9105">28490 15280 0,'0'0'15,"-40"0"1,-41 40-1,41 40 1,0 40 0,80 41-1,40-41 1,1-40 15</inkml:trace>
  <inkml:trace contextRef="#ctx0" brushRef="#br0" timeOffset="176323.8879">28690 15440 0,'0'-40'16,"0"80"-16,0-120 16,40 80-16,1 0 31,-41 40-31,40-40 0,-40 40 15,0 0-15,40-40 16,-40 40-16,0 0 0,0 0 0,0 0 16,0 1-16,0-1 0,-40-40 15,40 40-15,0-80 32,40 40-32,-40-40 15,40 40-15,-40-41 0,40 1 0,0 40 16,-40-40-16,40 40 15,-40-40-15,41 40 0,-1 0 0,-40 40 32,0 0-32,0 0 0,0 1 0,0-1 15,0 0-15,0 0 0,0 0 16,-40-40 0,40 40-16</inkml:trace>
  <inkml:trace contextRef="#ctx0" brushRef="#br0" timeOffset="176563.8033">29373 15320 0,'40'0'16,"-40"40"-1,40-40-15,0 40 0,-40 0 0,0 0 16,0 0 0,0 0-16,0 0 0,0 0 0,0 1 0,-80-1 15,40 0-15,40 0 0,-41 0 0,1 0 16,0-40 0,40 40-16,-40-40 0,0 0 15</inkml:trace>
  <inkml:trace contextRef="#ctx0" brushRef="#br0" timeOffset="176953.8499">29854 15600 0,'-40'0'16,"80"0"-1,40-40-15,-40 40 16,1 0-16,-1 0 16,0 0-16,-40-40 0,40 40 0,0-40 0,0 0 15,-40 0-15,40 40 16,-40-40-16,0 0 16,-40 40-1,-40 0-15,40 0 16,0 40-16,0 0 0,-1-40 15,1 40-15,40 0 16,-40-40-16,0 40 0,40 0 0,-40 0 16,40 0-16,0 1 0,0-1 0,80 0 15,-40 0 1,0-40-16,-40 40 0,41-40 0,-1 0 16,0 0-16,0 0 15,0 0-15,0 0 0,0-40 16</inkml:trace>
  <inkml:trace contextRef="#ctx0" brushRef="#br0" timeOffset="177223.7938">30336 15079 0,'-41'0'15,"82"0"-15,-82-40 0,82 40 32,-1 0-17,0 0-15,40 0 16,-40 0-16,0 0 15,0 0-15</inkml:trace>
  <inkml:trace contextRef="#ctx0" brushRef="#br0" timeOffset="177643.8089">30737 14999 0,'0'40'31,"40"-40"-31,0 0 16,0-40-16,0 0 15,0 0 1,-40-1-16,0 1 0,0 0 16,0 0-1,0 0-15,-40 0 16,40 80 31,0 0-47,0 0 15,0 0-15,0 0 0,0 1 0,0-1 16,0 0-16,0 0 0,0 0 16,0 0-16,0 0 0,-40 0 0,40 0 15,0 1 1,0-1-16,0 0 0,-40 0 0,40 0 15,-40-40-15,40 40 0,-40 0 16,0-40-16,40 40 0,-40-40 0,-1 0 16,1 0-16,0 0 0,0 0 15,0-40-15</inkml:trace>
  <inkml:trace contextRef="#ctx0" brushRef="#br0" timeOffset="177863.7959">30857 14638 0,'-40'-40'15,"80"80"-15,-120-80 16,80 0-1,-40 40 1</inkml:trace>
  <inkml:trace contextRef="#ctx0" brushRef="#br0" timeOffset="178413.7636">31138 14477 0,'40'0'31,"0"0"-31,41 0 31,-1 161-15,-80-41-1,-121 81 1,1-121 0,80-40-1,40-80 1,80 0 0,0-81 15,1 121-16,-41 41 1,0 79 0,80 0-1,-39-120 1</inkml:trace>
  <inkml:trace contextRef="#ctx0" brushRef="#br0" timeOffset="178863.7352">31780 14598 0,'0'0'16,"0"40"31,-40 0-47,40 0 0,0 0 15,0 0-15,-40-40 16,40 40-16,0 0 0,-40 1 0,40-1 16,-40-40-1,40-40 1,0-1 0,0 1-16,40 0 15,-40 0-15,40 0 0,-40 0 0,40 40 16,-40-40-16,40 0 15,-40 0-15,0 0 0,40-1 0,-40 1 16,40 40 0,-40 40-16,0 1 15,0-1-15,0 0 16,40 0-16,-40 0 16,0 0-16,0 0 0,0 0 15,0 0-15,41 0 0,-41 1 16,0-1-16,0 0 0,0 0 15</inkml:trace>
  <inkml:trace contextRef="#ctx0" brushRef="#br0" timeOffset="179123.7195">31740 14518 0,'0'0'0,"0"-41"0,-40 41 15,40-40-15,80 40 32,-40 0-17,40 0 1,1 0-1,-41 0 1,0 0-16</inkml:trace>
  <inkml:trace contextRef="#ctx0" brushRef="#br0" timeOffset="179903.6729">31339 15320 0,'-40'0'16,"40"40"0,-41-40-16,1 0 31,0 0 0,80 0 47,0 0-78,1 0 16,-1 0-16,0 0 15,0 0-15,0 0 0,0 0 0,0 0 16,0 0-16,1 0 0,-1 0 16,0 0-16,0 0 0,0 0 0,0 0 0,-40-40 15,40 40-15,0 0 0,1 0 16,-1 0 0,-80 0-1,-1 0 1,1 0-1,0 40 1,40 0 0</inkml:trace>
  <inkml:trace contextRef="#ctx0" brushRef="#br0" timeOffset="181443.5077">31459 15681 0,'0'0'0,"-40"0"344,0 0-328,0 0 15,40 40-15,-40-40-1,40 40-15,-41-40 0,1 40 31,40 0-15,40-40 31,1 0-31,-1-40-16,0 40 15,0-40 1,0 40-16,0 0 15,0 0 1,0 0-16,1 0 0,-1 0 16,0 0-16,-80 0 62</inkml:trace>
  <inkml:trace contextRef="#ctx0" brushRef="#br0" timeOffset="181753.5623">31459 15681 0,'0'40'109,"0"0"-109,-40 0 16,40 0-16,0 0 15,0 0-15,0 0 0,0 0 16,0 1-1,0-1-15</inkml:trace>
  <inkml:trace contextRef="#ctx0" brushRef="#br0" timeOffset="182373.5247">32302 15039 0,'40'0'16,"-40"-40"-1,0 0 1,0 80 15,0 0-31,0 0 16,0 0-16,0 0 16,-40-40-16,40 40 0,0 0 0,0 1 15,-40-1-15,40 0 16,0 0-16,0 0 0,0 0 15,0 0 1</inkml:trace>
  <inkml:trace contextRef="#ctx0" brushRef="#br0" timeOffset="182773.5009">32663 15079 0,'0'40'63,"-40"-40"-63,40 40 16,-40-40-16,-1 40 0,41 0 15,-40 1 1,0-41-16,0 40 0,0-40 15,0 0 1,80 0 31,0 0-47,0 0 16,0 40-1,0-40-15,-40 40 0,41-40 16,-1 0-1,0 40-15,0-40 0,0 40 16,0-40 0,-40 40-16</inkml:trace>
  <inkml:trace contextRef="#ctx0" brushRef="#br0" timeOffset="183203.4202">32984 15119 0,'0'-40'15,"0"80"-15,-40-80 16,40 80 15,0 0-15,0 0-16,0 0 15,0 1-15,0-1 0,0 0 16,-40-40-16,40 40 16,0-80 15,0 0-15,40 40-16,-40-40 0,40 40 0,-40-41 15,0 1-15,40 40 16,0-40-16,0 40 0,-40-40 15,40 40 1,-80 80-16,80-120 0,-40 80 16,0 0-16,0 1 15,0-1-15,0 0 16,0 0-16,0 0 31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07:31.6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3009 1403 0,'0'0'0,"0"-40"0,0 0 0,-40 40 15,40-40-15,-40 40 32,40 40 14,0 0 1,-40-40-31,0 0 296,0 0-140,40-40-156,-40 40 0,40-40-16,-40 40 31,40-40-31,-41 40 47,1 80-16,0-80-31,0 0 16,0 80-16,-40-80 0,40 40 15,-1 0-15,1 0 0,-40 1 0,40 39 0,0-40 16,0 0-16,40 40 15,-40-40-15,-1 0 0,41 0 0,0 41 0,0-41 16,0 0-16,41 0 0,39 0 0,-40-40 16,40 40-16,-40-40 0,41 0 15,-1 0-15,0 0 0,0 0 0,-40 0 0,41 0 16,-41-40-16,40 40 16,-40-40-16,0 40 0,0-40 0,1 0 0,-1 40 15,0-40-15,-40 0 0,0-1 16,0 1-16,0 0 0,0-40 0,0 40 0,-40 0 15,40-40-15,-40 40 16,40-1-16,-81 1 0,81-40 0,-40 80 0,0-40 16,0 0-16,0 40 0,40-40 0,-40 40 15,40 40 1,0 0-16,0 0 0,0 0 16,-40 40-16,40-39 15,0-1-15,0 40 0,0-40 0,0 40 0,0-40 16,0 40-16,40-39 0,-40-1 15,0 0-15,0 40 0,0-40 0,40 0 0,-40 0 16,0 0-16,0 1 0,0-1 0,-40-40 16,40 40-16,-40-40 15,40 40-15</inkml:trace>
  <inkml:trace contextRef="#ctx0" brushRef="#br0" timeOffset="349.9794">2287 3007 0,'0'0'0,"0"40"15,40-80 1,241-120 15,-120 80-31,-41 80 0,81-121 16,-121 81-16,281-120 15,-80-1 1,-120 81 15,-161 40-31,-41 40 32,41 40-32,-160 40 31,120-80-16</inkml:trace>
  <inkml:trace contextRef="#ctx0" brushRef="#br0" timeOffset="790.0082">5618 1323 0,'-40'0'31,"40"40"0,0 0-15,0 40-1,0-40-15,0 1 0,0 39 0,0 0 0,0-40 16,0 40-16,0-40 0,0 41 0,0-1 0,0-40 16,0 0-16,0 40 0,0-40 15,0 0-15,0 1 0,0-1 0,0 0 0,0 0 16,0 0 0</inkml:trace>
  <inkml:trace contextRef="#ctx0" brushRef="#br0" timeOffset="1019.9323">5377 1764 0,'-40'0'16,"80"0"-16,-80-40 0,40 0 15,40 0-15,80-40 31,1-1-31,-81 81 0,120-80 16,-120 80-16,41-40 0,-41 40 16,40 0-1,-40 0-15,40-40 0</inkml:trace>
  <inkml:trace contextRef="#ctx0" brushRef="#br0" timeOffset="1239.9838">5738 1965 0,'-80'40'31,"160"-80"-31,-160 120 0,120-80 16,80 0-1,-80-40-15,201 0 31,-161-1-31,-39 41 0,-1 0 0,160-40 16,-160 40-16</inkml:trace>
  <inkml:trace contextRef="#ctx0" brushRef="#br0" timeOffset="1409.932">6942 1724 0,'0'0'15,"0"40"1,-40 40-1,40 81 1,0-121 0,0 0-16,0 40 0,0-40 0,-40 81 31,-1-41-31,1-40 0</inkml:trace>
  <inkml:trace contextRef="#ctx0" brushRef="#br0" timeOffset="1589.8871">6942 1564 0,'-40'0'0,"40"-41"16,-40 41-16,40 41 46,-41-41-46,41 40 16</inkml:trace>
  <inkml:trace contextRef="#ctx0" brushRef="#br0" timeOffset="1949.8712">7223 1644 0,'0'40'15,"0"40"1,0 0-16,80 81 31,0-1-15,-40-160 0,-40 40-16,41-40 15,-41-40-15,40 0 16,0 40-16,0-80 15,-40 40-15,120 0 16,-80 40 0,1 40-1,-41 40-15,40-40 16,-40 0-16,40 40 16,0 1-1,0-41 1</inkml:trace>
  <inkml:trace contextRef="#ctx0" brushRef="#br0" timeOffset="2749.8196">8908 1884 0,'-40'-40'15,"0"40"-15,0 0 16,0 0-16,-1 40 15,1-40-15,40 40 0,-40 1 16,0-1-16,40 0 0,0 0 0,-40-40 16,40 40-16,0 0 15,0 0-15,40 0 0,40 0 16,-40-40 0,1 0-16,-1 0 15,0-40-15,0-40 16,-40 40-16,0 0 0,40 0 15,-40-40-15,0 39 0,0 1 16,0 0-16,0 0 0,0-40 0,0 40 0,-40-40 16,40 40-16,0-41 0,0 41 0,0 0 0,-40 0 15,40 0-15,0 0 16,0 80 0,0 40-1,0-40-15,0 40 0,0-39 0,0 39 0,0 0 16,0-40-16,0 40 15,0-40-15,0 41 0,0-41 0,0 40 0,40-40 16,-40 0-16,0 0 0,0 0 0,0 0 0,40 1 16,-40-1-16</inkml:trace>
  <inkml:trace contextRef="#ctx0" brushRef="#br0" timeOffset="3599.7843">11918 1483 0,'0'-40'15,"0"80"16,0 0-15,0 1 15,0-1-31,0 0 16,0 0-16,0 0 0,0 0 16,0 0-16,0 40 0,0-40 0,0 1 0,0 39 15,0-40-15,0 0 16,0 0-16,0 0 0,0 0 0,0 0 0,0 1 15,0-1-15,-81-40 0,81 40 0,-40 0 16</inkml:trace>
  <inkml:trace contextRef="#ctx0" brushRef="#br0" timeOffset="3859.8249">11556 1884 0,'0'-40'0,"0"0"0,0 0 16,0 0 0,41 0-16,-1 0 0,0 40 15,0-40-15,0 40 0,0-40 16,0 40-16,41 0 0,-41 0 0,0 0 0,0-41 15,0 41-15,0 0 0,0 41 16</inkml:trace>
  <inkml:trace contextRef="#ctx0" brushRef="#br0" timeOffset="4089.7363">11757 2406 0,'-80'40'16,"160"-80"-16,-200 120 15,160-80 17,0 0-32,0 0 0,0 0 0,0 0 15,0 0-15,1-40 16,-1 40-16,0-40 0,40 40 0,-40-40 15,0 40-15,0-40 0,1 40 0</inkml:trace>
  <inkml:trace contextRef="#ctx0" brushRef="#br0" timeOffset="4369.7236">13121 1724 0,'-40'-40'31,"40"80"-15,0 40 0,0 0-16,0-40 0,0 1 0,0-1 15,0 40-15,0-40 0,0 0 16,0 0-16,40 0 0,-40 0 0,0 41 0,0-41 15,0 0-15,0 0 0,0 0 16,0 0 0</inkml:trace>
  <inkml:trace contextRef="#ctx0" brushRef="#br0" timeOffset="4929.6941">12921 1724 0,'40'-40'31,"0"40"-15,0-40-1,0 40-15,0 0 0,0 0 0,1 0 0,-1 0 16,40 0-16,-40 0 16,0 40-16,0-40 0,0 40 0,1 0 0,-1 0 15,0 0-15,-40 0 16,40 0-16,-40 41 0,0-41 0,0 0 15,0 0-15,0 0 0,0 0 0,0 0 0,-40 0 0,40 1 16,-40-1-16,40 0 16,-40 0-16,-1 0 0,1 0 0,0 0 0,0 0 15,0-40-15,0 40 0,0-40 16,-41 40-16,41-40 0,0 0 0,0 41 0,0-41 16,0 0-16,0 0 15,0 0-15</inkml:trace>
  <inkml:trace contextRef="#ctx0" brushRef="#br0" timeOffset="5249.6863">14365 1844 0,'-40'0'31,"80"0"-31,-80 80 16,40-39-16,0 79 15,0-80-15,0 161 31,0-161-31,0 0 0,0 0 0,-40 120 16,0-120 0</inkml:trace>
  <inkml:trace contextRef="#ctx0" brushRef="#br0" timeOffset="5479.7272">14365 1884 0,'0'0'0,"0"-40"15,0 0 1,0 0-16,80 0 31,121 0-15,-161 40-16,41 0 15,-41 0-15,0 0 0,0 0 0,80 0 16</inkml:trace>
  <inkml:trace contextRef="#ctx0" brushRef="#br0" timeOffset="5699.6509">14486 2205 0,'-41'40'32,"82"-80"-32,-122 80 15,162-40 1,-81-40-16,40 40 0,0 0 16,0 0-1,0 0-15,0 0 0,0 0 0,1-40 0,-1 40 0,0 0 16,0 0-16,0-40 15</inkml:trace>
  <inkml:trace contextRef="#ctx0" brushRef="#br0" timeOffset="5929.6263">15770 2005 0,'-81'0'15,"81"-40"-15,41 40 0,39-41 16,-40 41 0,0 0-16,0 0 0,40 0 0,-39 0 0,-1-40 15,0 40-15,0 0 0,0 0 16,0 0-16,0 0 0,0 0 0,1 0 0,-1 0 16,0 0-1</inkml:trace>
  <inkml:trace contextRef="#ctx0" brushRef="#br0" timeOffset="6159.6315">16171 2005 0,'-40'0'0,"0"40"16,0-40 15,40 40-31,0 0 15,0 0-15,0 0 0,0 0 0,0 0 16,0 41-16,-41-41 0,41 0 16,0 0-16,0 0 0,0 40 0,0-40 0,0 0 15,0 1-15,0-1 16,0 0-16,0 0 0,0 0 0,0 0 0,0 0 16</inkml:trace>
  <inkml:trace contextRef="#ctx0" brushRef="#br0" timeOffset="7779.5457">17656 2285 0,'-41'0'15,"41"-40"1,-40 40 0,-40 0-1,160 0 1,-120 0 46,80 0-62,0 0 203,1 0-187,-1 0 0,0 0-16,0 0 15,0 0-15,0 0 16,0 40 0,-40 1-16,0-1 31,-40 0-31,0-40 0,40 40 0,-80-40 15,40 0-15,0 0 16,-1 0-16,41-40 16,0 0-1,41 0-15,-41-1 0,40 1 16,-40 0-16,40 40 0,0-40 0,0 0 16,0 0-16,0 40 0,-40-40 15,40 40-15,1-40 0,-1 40 0,0-40 0,0 40 16,-40-41-16,40 41 0,-40-40 15,40 40-15,-40-40 0,0 0 16,40 40-16,-40-40 0,0 0 0,0 80 63,0 0-63,0 0 0,0 0 0,0 0 0,0 41 15,0-41-15,0 40 0,0-40 16,0 40-16,0-40 0,0 41 0,0-41 0,-40 40 15,40-40-15,0 40 0,0 0 0,0-39 0,-40 39 16,40 0-16,0 0 0,-40-40 16,40 41-16,-40-41 0,40 0 0,-40 40 15,40-40-15,-40 0 0,40 0 16,-41 0-16,1 0 0,40 1 0,-40-41 16,0 0-16,0 0 15,0 0-15,0-41 16,40-39-1,0 40-15,0 0 0,0 0 0,0 0 0,0 0 16,0 0-16,40 40 0,-40-40 0,40-1 0,-40 1 16,40 40-16,0 0 0,0-40 15,-40 0-15,40 40 0,1 0 0,-1-40 16,0 40-16,0-40 16</inkml:trace>
  <inkml:trace contextRef="#ctx0" brushRef="#br0" timeOffset="8479.547">19301 1804 0,'-40'0'62,"80"40"16,0 0-78,0 0 16,0-40 0,-40 41-16,40-41 0,0 40 0,1 0 0,-1 0 15,0 0-15,-40 0 0,40 0 16,0 0-16,0 0 0,0 1 0,0-1 16,-40 0-16,41 0 0,-1 0 15,-40 0-15,0 0 0,0 0 0,40-40 0,-40 40 16,0 0-16,40-40 15,-40 41-15,0-1 16</inkml:trace>
  <inkml:trace contextRef="#ctx0" brushRef="#br0" timeOffset="8799.4714">19943 1884 0,'0'0'16,"0"-40"-16,0 0 16,0 80 30,0 0-46,0 0 16,-40 1-16,40-1 0,-40 0 0,40 0 0,-81 0 16,81 40-16,-40-40 15,0 0-15,0 41 0,0-41 0,0 0 0,0 40 16,-41-80-16,41 40 0,40 0 16,-40 0-16,0 0 0,0 1 0,40-1 15</inkml:trace>
  <inkml:trace contextRef="#ctx0" brushRef="#br0" timeOffset="9269.4309">20745 1804 0,'-40'0'32,"40"40"-1,-40-40-31,0 40 16,0 0-1,0 1-15,0-1 0,40 0 0,-41 0 16,41 0-16,-40 0 0,40 0 15,0 0-15,0 0 0,0 1 0,0-1 0,0 0 16,40 0-16,-40 0 0,41 0 0,-41 0 0,40 0 16,0 0-1,0-40-15,0 40 0,0-40 16</inkml:trace>
  <inkml:trace contextRef="#ctx0" brushRef="#br0" timeOffset="9499.431">20986 2125 0,'0'-40'16,"0"120"0,0-40-1,0 0-15,0 0 16,0 1-16,-40 79 15,40-80-15,0 0 16,0 0-16,0 0 0,0 0 31</inkml:trace>
  <inkml:trace contextRef="#ctx0" brushRef="#br0" timeOffset="9899.4">21668 2125 0,'-40'0'31,"0"0"-31,0 0 0,0 0 16,40 40-16,-121 0 15,81 0-15,0-40 0,-80 81 31,80-81-31,-81 40 16,81-40-16,0 0 31,40-40-31,0 80 63,80-40-63,-80 40 15,40-40-15,-40 40 0,40-40 0,1 40 0,-1-40 16,0 40-16,0-40 0,0 40 16,0-40-16,0 40 0,0-40 0,1 0 0,-1 40 15,0-40 1,0 40-16</inkml:trace>
  <inkml:trace contextRef="#ctx0" brushRef="#br0" timeOffset="10209.4037">22029 2045 0,'0'-40'16,"41"40"-16,-1 0 15,-40 40 1,40 0 0,0 40-16,0 161 31,-80-1-15,-40-200-16,-41 81 15,81-81-15,0-40 0,0 0 16,-40 40-1</inkml:trace>
  <inkml:trace contextRef="#ctx0" brushRef="#br0" timeOffset="10429.3562">22631 2366 0,'40'0'16,"1"0"0,-41-40-16,40 40 0,0 0 0,0 0 15,0 0-15,-40-41 16,40 41-16,0 0 0,0 0 0,1 0 16,-1 0-16,0 0 15,0 0-15</inkml:trace>
  <inkml:trace contextRef="#ctx0" brushRef="#br0" timeOffset="10619.4202">22712 2767 0,'0'40'16,"0"0"-16,40-40 15,0 0 1,0 0-16,0 0 0,0 0 15,0 0-15,0 0 0,1 0 0,-1 0 0,0 0 16,0 0-16,0 0 16,0 0-16,0 0 0</inkml:trace>
  <inkml:trace contextRef="#ctx0" brushRef="#br0" timeOffset="11599.3044">24156 1483 0,'-40'0'16,"40"40"-16,-40-40 15,40 41-15,-40-1 0,0 0 0,40 0 0,-41 0 16,1 0-16,0-40 0,40 40 0,-40 0 0,40 0 16,0-40-16,-40 40 15,40 1-15,0-1 0,0 0 0,0 0 16,0 0 0,40-40-16,-40 40 0,40 0 0,-40 0 15,40-40 1,-40 40-16,40-40 0,-40 41 0,0-1 15,-80 0-15,40 0 16,0-40-16,40 40 0,-40-40 16,0 40-16,0-40 0,-1 40 0,1-40 15,40 40-15,0-80 32,40 40-17,1 0 1,-1 0-1,0 0-15,-40-40 0,0 120 16,0-40-16,40-40 0,-40 40 0,0 1 0,0-1 16,0 0-16,40-40 15,-40 40-15,0 0 0,0 0 0,40 0 0,-40 0 16,0 0-16,40 1 16,-40-1-16,0 0 0,40-40 0,-40 40 0,0 0 15,41 0-15,-1 0 16,-40-80-1,40 40-15,-40-40 0</inkml:trace>
  <inkml:trace contextRef="#ctx0" brushRef="#br0" timeOffset="11879.343">24517 2245 0,'0'0'0,"0"-40"16,0 80 31,0 0-47,0 1 0,0-1 15,0 0-15,0 40 16,0-40-16,0 0 0,0 0 0,0 40 0,0-39 15,-40-1-15,40 0 0,0 0 0,-40-40 0,40 40 16,-40 0-16,40 0 16,0 0-16,0 0 0,0 1 15,40-41-15</inkml:trace>
  <inkml:trace contextRef="#ctx0" brushRef="#br0" timeOffset="12109.2574">25159 3088 0,'-40'0'31,"40"80"1,0-40-32,0 0 0,0 0 15,-80 0-15,80 0 16,-40-40-16,40 40 0,-40-40 0,40 40 15,-41-40-15,41 41 0,-40-41 0,0 0 0,0 0 16</inkml:trace>
  <inkml:trace contextRef="#ctx0" brushRef="#br0" timeOffset="12539.2632">26162 2486 0,'0'0'16,"-40"-40"-1,0 80 1,0-40-16,-40 160 15,80-120-15,0 1 0,0 79 32,80 0-17,-80-80-15,120-40 16,-79 0-16,-1 0 0,0-40 31,80-80-15,-120 80-16,0-161 15,0 161-15,0 0 0,-40-40 16,40 40-16,-40 0 31,40 80-15,0 0 0</inkml:trace>
  <inkml:trace contextRef="#ctx0" brushRef="#br0" timeOffset="12759.2197">27085 3047 0,'-40'41'16,"80"-82"-16,-120 202 15,40-121-15,0 40 31,-81 40-15,121-79-16,-80-1 16,40-40-16,40 40 15,-40-40-15</inkml:trace>
  <inkml:trace contextRef="#ctx0" brushRef="#br0" timeOffset="13049.2046">27767 2406 0,'0'0'16,"-80"0"-1,80 80 1,0-40-16,0 120 31,0-79-31,0-41 0,0 80 16,0 81 0,0-121-1</inkml:trace>
  <inkml:trace contextRef="#ctx0" brushRef="#br0" timeOffset="13279.2591">28329 3328 0,'0'0'0,"-40"40"16,0 0 15,0 0-16,-81 81 1,41-1 0,0-120-1</inkml:trace>
  <inkml:trace contextRef="#ctx0" brushRef="#br0" timeOffset="13699.1785">29533 2606 0,'0'0'15,"0"-40"-15,-40 0 16,-40 0-1,-1 160 1,41 41 15,40 39-15,121-79 0,-1-81 15,-40-121-16,1-119 1,-81-1 0,0 121 15,-81 80-15,41 40-1</inkml:trace>
  <inkml:trace contextRef="#ctx0" brushRef="#br0" timeOffset="14289.1265">30456 2085 0,'0'0'16,"40"0"-1,40 0 1,41 80 15,-41 0-15,-40 41 0,-241 39 15,121 41-16,80-161-15,0 40 16,40-40-16,0-40 16,1 0-16,39 0 31,-40 0-31,0 0 16,-40-40-16,-40 80 31,40 40-31,-40-80 15,40 40-15,-40 0 0,40 1 16,0-1-16,0 0 0,-40 0 0,-1 0 0,41 0 16,0 40-16,-40-40 15,0 0-15,0 1 0,40-1 0,-40 0 0,-40 0 16,40 0-16,-41 0 0,41 0 16,-40-40-16,0 0 0,-1 40 0,41-40 0</inkml:trace>
  <inkml:trace contextRef="#ctx0" brushRef="#br0" timeOffset="73865.9319">6741 5574 0,'-40'0'0,"0"0"16,80 0 78,40 0-79,-40 0-15,1 0 0,-1 40 16,0-40-16,0 40 15,0 0-15,-40 0 0,40 1 0,-40-1 16,0 0 0,0 0-16,0 0 0,0 0 0,-40 0 15,40 0-15,0 0 0,0 1 0,-80-1 16,80 0-16,-40 0 0,0 0 16,-1 0-16,1-40 0,40 40 0,-40-40 15,0 40 1,0-40-16,40-40 15,0 0 1,0-40-16,40 80 0,-40-40 16,40 40-16,-40-40 0,40 0 0,0 40 0,1-41 15,-1 1 1,0 40-16,0 0 0,0-40 0,0 40 16,0-40-16,0 40 15,1-40-15,-1 40 0,0 0 0,0-40 0,0 40 16,-40-40-1,40 40-15,0 0 0,-40-40 16,0 0 0,0-1 31,-40 41-47,0 0 31,40 41-31,-40-41 0,0 40 15,0 0 1,0 0-16,-1 0 16,1 0-16,40 0 0,-40-40 15,40 40-15,-40 0 0,40 1 16,-40-1-16,40 0 0,0 0 16,0 0-1,40 0-15,0-40 16,-40 40-16,40-40 0,0 0 15,-40 40-15,41-40 0,-1 0 0,0 0 0,0 0 16,0 0-16,0 0 16,0 0-16,1-40 0,-1 40 0</inkml:trace>
  <inkml:trace contextRef="#ctx0" brushRef="#br0" timeOffset="74255.9809">8025 5534 0,'0'0'0,"0"-40"0,0 0 31,-40 40-15,40 80 0,0-40-16,0 0 15,0 0-15,-40 40 16,40-39-16,0-1 16,0 0-16,-40 40 0,40-40 0,0 161 31,0-81-16,40-80 1,0 0-16,0-40 16,0 0-16</inkml:trace>
  <inkml:trace contextRef="#ctx0" brushRef="#br0" timeOffset="74695.8924">8507 5855 0,'0'-40'16,"0"0"-1,40 40 17,0 0-32,0 0 15,0 40 1,-40 0-16,40 0 0,-40 0 0,0 0 15,0 0-15,0 0 16,0 0-16,0 1 0,0-1 16,0-80 15,0-1-31,41 41 16,-41-80-16,40 80 0,0-40 15,0 0-15,-40 0 0,40 40 0,-40-40 0,40 0 16,0 0-1,0 40-15,1 0 0,-1 0 16,0 40 0,-40 0-16,40-40 0,-40 40 15,0 0-15,0 0 0,0 0 0,0 0 16,0 0 0,0 1-16,0-1 0,-40-40 0,40 40 15,-40 0-15</inkml:trace>
  <inkml:trace contextRef="#ctx0" brushRef="#br0" timeOffset="74945.8668">9670 5654 0,'81'0'16,"-41"40"-16,0 0 16,0 161-1,-80 40 17,-161-41-17,161-120-15</inkml:trace>
  <inkml:trace contextRef="#ctx0" brushRef="#br0" timeOffset="104254.1396">10955 5855 0,'-41'0'16,"1"0"-1,0 0 17,80 0-1,0 0-31,1 0 0,-1 0 0,0 0 15,0 0-15,0 0 0,0 0 0,40 0 0,-39 0 16,-1-40-16,0 40 0,0 0 16,0 0-16,0 0 0,0 0 0,0 0 15</inkml:trace>
  <inkml:trace contextRef="#ctx0" brushRef="#br0" timeOffset="104484.1212">10995 6296 0,'40'0'47,"0"0"-31,0 0-16,0 0 0,0 0 0,0 0 15,1 0-15,-1 0 0,0 0 0,0 0 0,0 0 16,0 0-16,0-40 16</inkml:trace>
  <inkml:trace contextRef="#ctx0" brushRef="#br0" timeOffset="104864.1459">13282 5253 0,'0'0'16,"-40"0"-1,0 0 1,40 80 15,-41 121-15,1 80-1,40-81 1,0-120-16</inkml:trace>
  <inkml:trace contextRef="#ctx0" brushRef="#br0" timeOffset="105134.0549">12519 6496 0,'0'0'16,"-40"41"-16,80-41 31,1 0-15,79 0-16,281-41 31,-280 41-31,-41 0 0,40 0 16,-40 0-16,81 0 15</inkml:trace>
  <inkml:trace contextRef="#ctx0" brushRef="#br0" timeOffset="106483.9754">16612 5534 0,'0'-40'0,"-40"40"78,0 0-47,-40 0-31,40 0 16,0 0-16,-41 0 0,41 0 15,0 40-15,-40-40 0,40 40 0,-41-40 0,41 40 16,0-40-16,-40 40 0,40-40 0,0 0 0,0 0 15,-1 40-15,1-40 16,0 0-16,0 40 0,0-40 16,80-40 31,0 40-32,-40 40 32</inkml:trace>
  <inkml:trace contextRef="#ctx0" brushRef="#br0" timeOffset="112603.6803">12840 7339 0,'41'0'0,"-41"-40"0,0-1 31,0 82 16,0-1-47,0 0 0,0 0 16,0 0-16,0 0 15,0 40-15,0-40 0,0 81 0,0-81 16,0 0-16,0 0 0,0 0 0,0 0 0,0 0 15,0 0 1</inkml:trace>
  <inkml:trace contextRef="#ctx0" brushRef="#br0" timeOffset="112853.5901">12921 7499 0,'0'0'15,"40"0"17,0 0-17,0 0 1,-40 40-16,40-40 0,0 40 0,0-40 0,-40 40 16,41 1-16,-1-1 0,0-40 15,0 0-15,-40 40 0,40-40 0,-40 40 0,40-40 16,0 0-16,0 0 0,1 0 31,-41-40-31</inkml:trace>
  <inkml:trace contextRef="#ctx0" brushRef="#br0" timeOffset="113093.5993">13523 7419 0,'0'0'15,"0"-40"1,-41 0-1,41 0 1,0-1 0,0 122 15,0 79-15,0 41-1,41-1 1,-41-160-1,0 0-15,0 0 16</inkml:trace>
  <inkml:trace contextRef="#ctx0" brushRef="#br0" timeOffset="114543.4917">16010 5654 0,'-40'0'15,"40"-40"1,-40 40-16,0 0 16,40-40-16,-40 40 15,40 40 1,-40 0 0,40 0-1,-40-40-15,40 40 0,-40-40 0,-1 41 0,1-1 16,0-40-16,0 0 0,0 40 0,0-40 15,0 0-15,0 0 16,-1 40-16,1-40 0,0 0 0,0 0 0,0 0 16,0 0-16,40 40 0,-40-40 15,40-160-15,-40 320 0,80-160 63,0 0-63,0 0 15,0 0-15,0 0 0,0 0 0,0 40 0,1-40 16,-1 0 0,0 0-16,-40 40 0,40-40 0,0 40 0,40-40 15,-40 40-15,1-40 16,-1 0-16,0 0 0,0 41 0,0-41 0,0 0 16,0 0-16,41 0 15,-41 40-15,0-40 0,0 0 0,-80 0 47,0 0-47,0 40 0,-1 0 0,1-40 16,0 40-16,0-40 15,0 40-15,0-40 0,0 40 0,0-40 0,-1 40 16,1-40-16,0 40 0,40 0 16,-40-40-16,0 41 0,0-41 0,40 40 0,-40 0 15,0-40-15,40 40 16,-41-40-16,1 40 0,40 0 0,-40-40 15,40 40-15,40-40 32,0 0-17,1 0 1,-1 0-16,0 0 0,-40 0 0,40 0 0,40-40 16,-40 40-16,41 0 15,-1 0-15,-40 0 0,40 0 0,0 0 16,-39 0-16,39 0 0,-40 0 0,0 0 0,0 0 0,40 0 15,-39 0-15,-1 0 16,0 0-16,0 0 0,0 0 0,0 0 0,0-40 16,41 40-16,-41 0 0,0 0 15,40 0-15,-40 0 0,0 0 0,0 0 0,1 0 16,-1 0-16,0 0 16,-80 0 30,40 40-46,-40-40 16,-1 0 0,1 0 15,40 80-15,0-160-16,-40 80 15</inkml:trace>
  <inkml:trace contextRef="#ctx0" brushRef="#br0" timeOffset="115853.4837">15328 7539 0,'0'40'15,"0"-80"16,40 0-15,-40 0 0,41 40-16,-1 0 0,-40-40 15,40 40-15,0 0 16,0 0-16,0 0 16,0 0-16,-40 40 15,40-40-15,-40 40 0,41 0 16,-41 0-16,0 0 15,0 1-15,-41-41 16,41 40-16,-40 0 0,40-80 63,0 0-63,40 40 15,-40-41-15,0 1 0,41 40 16,-1-40-1,0 40 17,0 40-17,0 0 1,-40 1-16,0-1 16,40-40-16,-40 40 15,0 0-15,40 0 16,0-40 15,1 0-31</inkml:trace>
  <inkml:trace contextRef="#ctx0" brushRef="#br0" timeOffset="116103.4692">16251 7619 0,'0'-40'32,"0"0"-17,80 40-15,-39 0 16,-41-40-16,40 40 0,0 0 0,0-40 16,0 40-1,0 0-15,0 0 0,0 0 16,1 0-16</inkml:trace>
  <inkml:trace contextRef="#ctx0" brushRef="#br0" timeOffset="116293.3848">16372 7780 0,'0'40'16,"0"-80"-16,0 40 31,40 0-31,0 0 16,0-40-16,0 40 0,0 0 0,0 0 15,0 0 1,1 0-16,-1 0 16</inkml:trace>
  <inkml:trace contextRef="#ctx0" brushRef="#br0" timeOffset="116873.3494">17335 7419 0,'-41'0'47,"1"0"-16,0 0-15,40 40-16,-40-40 0,0 40 0,0 0 15,40 0-15,-40 0 0,40 1 0,0-1 16,0 0-1,40-40-15,0 0 16,0 0 0,0 0-16,0 0 0,0 0 0,1 0 0,-1-40 15,0 40 1,0 0-16,-40-40 0,40 40 0,-40-41 0,0 1 16,0 0-1,0 0-15,-40 0 16,0 0-16,0 40 0,0 0 0,40-40 15,-41 40-15,1 0 16,0 0-16,0 0 16,40-40-1,-40 40-15</inkml:trace>
  <inkml:trace contextRef="#ctx0" brushRef="#br0" timeOffset="117493.3174">15689 4692 0,'0'40'63,"0"0"-63,0 0 15,0 0-15,0 0 0,-40 0 0,40 0 16,0 1-16,0-1 15,-40 0-15,40 0 0,0 0 0,-40 0 16</inkml:trace>
  <inkml:trace contextRef="#ctx0" brushRef="#br0" timeOffset="117733.3717">15689 4772 0,'0'0'0,"41"0"63,-41 40-63,40-40 15,-40 40-15,40-40 0,0 40 0,0 0 16,0 0-1,0-40 1,0 0 0</inkml:trace>
  <inkml:trace contextRef="#ctx0" brushRef="#br0" timeOffset="117973.3189">16251 4732 0,'-80'-40'16,"40"40"-1,0 0 1,0 0 0,-1 0-1,41 40 1,0 0 0,0 0-16,0 0 15,0 0-15,-40 0 0,40 0 16,0 1-1</inkml:trace>
  <inkml:trace contextRef="#ctx0" brushRef="#br0" timeOffset="118213.2707">16372 5013 0,'40'0'15,"0"0"17,0 0-32,0 0 15,0 0-15,0 0 0,-40 40 16,40-40-16,1 0 0,-1 0 15,0 0-15</inkml:trace>
  <inkml:trace contextRef="#ctx0" brushRef="#br0" timeOffset="118433.261">16973 4772 0,'0'-40'47,"0"80"0,0 0-47,0 0 0,0 0 15,0 0-15,0 0 0,0 1 0,0-1 0</inkml:trace>
  <inkml:trace contextRef="#ctx0" brushRef="#br0" timeOffset="120293.1438">17896 5694 0,'0'40'15,"0"1"64,0-1-48,0 0-31,0-40 15,40 40-15,-40 0 0,41 0 0,-41 0 16,80 0-16,-40 0 16,0 1-16,0-1 0,-40 0 0,40 0 15,1 0-15,-1 0 16,-40 0-16,40-40 0,-40 40 0,40-40 0,-40 40 16,40-40-16,-40 0 15</inkml:trace>
  <inkml:trace contextRef="#ctx0" brushRef="#br0" timeOffset="120673.1229">18498 5895 0,'0'0'16,"0"-40"-1,-40 40 1,0 0 0,40 40-1,-40 0 1,-80 120-1,-1-79 1,41-41-16,-81 80 31,81 0-15,40-80 0</inkml:trace>
  <inkml:trace contextRef="#ctx0" brushRef="#br0" timeOffset="121163.0926">19501 5654 0,'-40'0'0,"0"0"15,0 0 1,0 0-16,40 40 0,-40-40 0,0 0 16,0 0-16,-1 40 0,1-40 15,40 41-15,-40-41 0,0 40 0,0 0 16,40 0-16,0 0 0,0 0 15,0 0-15,0 0 16,40 0-16,-40 1 0,40-1 0,-40 0 0,80 0 16,-80 0-16,41 0 0,-1 0 15,0 0-15,0-40 0,0 40 0,0-40 0,-40 40 16,40-40-16,-160-80 16,280 201-16,-200-121 0,121 0 0</inkml:trace>
  <inkml:trace contextRef="#ctx0" brushRef="#br0" timeOffset="121433.0981">20143 5975 0,'-40'-40'16,"80"80"-16,-120-120 15,80 120 1,0 40 0,0-40-1,0 0-15,40 1 0,-40-1 0,0 0 0,40 0 16,-40 0-16,0 0 0,0 0 16,0 0-16,0 0 0,0 0 0,0 1 0,0-1 15,0 0-15</inkml:trace>
  <inkml:trace contextRef="#ctx0" brushRef="#br0" timeOffset="121863.068">20545 5935 0,'0'-40'15,"0"80"17,0 0-17,-40-40-15,40 40 0,-41-40 0,1 0 16,0 40-16,40 0 16,-40-40-16,0 0 0,0 41 0,0-41 15,0 40-15,-1-40 0,1 0 0,0 0 16,0 0-1,120 0 64,-40 0-64,1 0-15,-1 40 0,0-40 16,40 0-16,-80 40 0,80-40 0,-40 40 0,1-40 15,-1 0-15,0 40 16,0 0-16</inkml:trace>
  <inkml:trace contextRef="#ctx0" brushRef="#br0" timeOffset="122213.0288">20986 5855 0,'0'0'16,"0"-40"-1,80 40 1,-40 40 0,41 200-1,-41-39 17,-120 40-17,-1-201-15,81 0 0,-80 40 16,40-80-16,-40 80 15</inkml:trace>
  <inkml:trace contextRef="#ctx0" brushRef="#br0" timeOffset="123082.9776">22190 6055 0,'-40'40'0,"0"-40"31,40 41-31,0-1 31,40-40 1,0 0-32,-40 40 0,40-40 0,0 0 15,0 0-15,0 0 0,1 0 0,-1 0 16,0-40-16,0 40 15,-40-40-15,40-1 0,-40 1 16,0 0 0,0 0-16,-40 40 15,0-40 1,0 40-16,0 0 0,-1 0 16,41-40-1,-40 40-15,0 0 0,0 0 16,0 0-16,0 0 0,0 40 15,0 0 1,-1 0-16,41 0 0,-40-40 0,40 40 16,-40-40-1,40 41-15,0-1 0,0 0 0,0 0 16,0 0 0,40-40-16,0 40 0,41 0 15,-41-40-15,0 40 0,0-40 0,0 40 16,0-40-1,0 40-15,1-40 16,-1 0 62,0 0-62,-40-40-16,0 0 15</inkml:trace>
  <inkml:trace contextRef="#ctx0" brushRef="#br0" timeOffset="124848.5894">22992 5333 0,'0'41'16,"41"-41"78,-1 0-79,-40-41-15,0 1 16,40 40-16,-40-40 16,0 0-1,0 0 48,0 80 62,0 0-110,0 0 17,0 0-32,0 1 15,0-1-15,80-40 16,-160 40-16,80 0 0,0 0 16,0 0-1,0 0-15,0 0 0,0 0 16,0 0-16,0 1 0,0-1 15,0 0-15,0 0 16,-40 0-16,0 0 16,-1-40 15,1 0-15,0 0-16,0 0 15,40-40-15,-40 40 0,40-40 16,-40 40-16,40-40 15,0 0-15,-40 0 16</inkml:trace>
  <inkml:trace contextRef="#ctx0" brushRef="#br0" timeOffset="125128.5725">23033 4932 0,'0'-40'0,"0"80"0,-41-120 15</inkml:trace>
  <inkml:trace contextRef="#ctx0" brushRef="#br0" timeOffset="125888.5271">23514 5093 0,'-40'0'0,"120"0"31,-40-40 1,0 40-32,1 0 15,-41 40 1,0 0-16,0 0 0,0 0 16,0 0-1,0 0-15,0 0 0,0 1 16,-41-1-16,41 0 0,-40-40 15,40 40-15,0-80 32,0 0-17,0 0 1,0 80 15,0 0-15,0 0-1,0 0-15,0 0 0,40 0 16,1 0 0,-1 0-16,0 0 31</inkml:trace>
  <inkml:trace contextRef="#ctx0" brushRef="#br0" timeOffset="126348.4821">24116 5213 0,'0'0'16,"-40"0"-16,40 40 31,0 0-31,0 0 16,0 1-1,-40 79 1,0-80 0,40-80 15,0 0-15,0 0-1,0 0-15,0-1 0,0 1 0,0 0 16,40 0-16,-40 0 0,40 0 0,-40 0 15,40 0 1,-40 80 31,40 40-31,-40-40-16,40 0 0,-40 0 0,40-40 0,-40 81 15,40-81-15,-40 40 0,0 0 0,0 0 0,0 0 16,41 0-1,-41 0-15,0 0 0,40-40 0,-40 40 16</inkml:trace>
  <inkml:trace contextRef="#ctx0" brushRef="#br0" timeOffset="126588.4214">23996 5173 0,'0'-40'15,"40"40"-15,-40-40 16,40 40 0,0 0-16,-40-40 0,40 40 15,0 0-15,0 0 0,0 0 0,-40-40 16,41 40-16,-1 0 0,0 0 15,0 0-15</inkml:trace>
  <inkml:trace contextRef="#ctx0" brushRef="#br0" timeOffset="126938.3901">23514 6015 0,'0'0'16,"40"0"15,0 0-15,0 0-1,1 0-15,-1 0 16,0 0-16,0 0 0,40 0 0,-40 0 0,0 0 16,41 0-16,-41 0 0,0 0 15,0 0-15,0 0 0,0 0 0,0 0 0,1-40 16,-1 40-16</inkml:trace>
  <inkml:trace contextRef="#ctx0" brushRef="#br0" timeOffset="127428.4364">23875 6176 0,'0'40'46,"0"0"-46,40-40 0,-40 40 0,0 0 16,0 0 0,0 0-16,-40 0 15,40 0 1,-40-40-16,40 41 0,0-1 16</inkml:trace>
  <inkml:trace contextRef="#ctx0" brushRef="#br0" timeOffset="127728.4178">23915 6336 0,'0'-40'31,"0"80"16,40 0-31,1 0-16,-41 0 16,40-40-1,-40 40-15,40-40 16,-40 41-16,40-41 0,0 0 0,-40 40 15,40-40-15,0 0 16,0 0-16</inkml:trace>
  <inkml:trace contextRef="#ctx0" brushRef="#br0" timeOffset="128008.3304">24236 6256 0,'0'0'16,"0"40"62,0 0-78,0 0 15,0 40 1,0-40-16,0 1 0,0-1 16,0 0-1,-40-40-15</inkml:trace>
  <inkml:trace contextRef="#ctx0" brushRef="#br0" timeOffset="128458.3011">24838 5694 0,'0'0'31,"0"40"32,0 1-63,0-1 0,0 0 16,0 0-16,0 0 0,0 0 15,0 0-15,0 0 0,0 0 0,40-40 0,-40 41 16,0-1-16,0 0 0,0 0 0,0 0 15</inkml:trace>
  <inkml:trace contextRef="#ctx0" brushRef="#br0" timeOffset="128918.2933">25239 5775 0,'0'0'0,"0"40"47,-40 0-32,0-40-15,0 40 0,0-40 0,0 40 16,0-40-16,0 40 0,-1 0 0,1-40 15,0 40 1,80-40 93,0 0-109,1 0 16,-1 0-16,0 0 16,0 0-16,0 40 0,0 1 0,0-1 15,0-40 1,-40 40-16,41-40 0,-1 40 16</inkml:trace>
  <inkml:trace contextRef="#ctx0" brushRef="#br0" timeOffset="129698.2249">25641 5815 0,'0'0'0,"40"0"47,-40-40-47,0 80 0,40-40 15,0 0 1,-40 40-16,40-40 31,-40 40-31,0 0 0,0 0 16,0 0 0,-40-40-16,80-40 46,-40 0-30,40 40-16,-40-40 16,41 0-16,-1 0 0,0 40 0,-40-40 15,40 40-15,0 0 16,-40-41-16,40 41 31,-40 41-15,40-1-16,-40 0 15,0 0 1,0 0-16,40 0 16,-40 0-1,0 0 17,41-40-32,-1 0 15,-40 40 1,40-40-1,0 0 17,-40-40-17,40 40 1,-40-40-16,-40 0 47</inkml:trace>
  <inkml:trace contextRef="#ctx0" brushRef="#br0" timeOffset="132378.0643">2327 8702 0,'40'0'0,"-40"40"62,41 0-46,-41 1-16,0-1 16,0 0-16,0 0 0,0 0 0,0 0 0,0 40 15,0-40-15,0 1 0,0 39 0,0 0 0,0 0 16,-41-40-16,41 40 15,0 1-15,-40-41 0,40 40 0,-40-40 0,40 40 16,0-40-16,0 1 0,0-1 16,0 0-16,40-40 15</inkml:trace>
  <inkml:trace contextRef="#ctx0" brushRef="#br0" timeOffset="132708.0638">2448 8943 0,'0'0'0,"0"-40"0,0 0 15,40 40 16,0 40-15,0 40 0,-40-40-16,40-40 0,0 40 0,0 0 15,-40 0-15,41 1 0,-1-1 16,0 0-16,0 0 0,0 0 0,0-40 0,0 40 16,-40 0-16,40-40 15,1 40-15,-1-40 0,0 40 0,0-40 16,-40 40-16,40-40 0,0 0 0,0 0 15</inkml:trace>
  <inkml:trace contextRef="#ctx0" brushRef="#br0" timeOffset="133008.0419">3411 8742 0,'0'-40'32,"0"80"-32,0-120 0,0 40 0,-40 40 31,40 40 0,0 0-31,0 0 0,0 0 16,0 1-16,0-1 0,0 40 0,0-40 0,0 40 15,0 0-15,0 1 16,0-41-16,0 40 0,0 0 0,0-40 0,0 0 16,-41 41-16,41-41 0,0 0 15,0 0-15</inkml:trace>
  <inkml:trace contextRef="#ctx0" brushRef="#br0" timeOffset="134587.988">4574 8903 0,'-40'0'16,"80"0"78,41 0-94,-41 0 0,40 0 15,-40-40-15,0 40 0,0-40 0,41 40 0,-41 0 16,0 0-16,0-41 0,0 41 15,0 0-15,0 0 0,1 0 0</inkml:trace>
  <inkml:trace contextRef="#ctx0" brushRef="#br0" timeOffset="134837.9182">4855 9424 0,'-40'0'0,"80"0"0,-80 40 0,0-40 31,80 0 1,0 0-32,0 0 0,1 0 15,-1 0-15,0 0 0,0 0 0,0-40 16,40 40-16,-40 0 15,1-40-15,-1 40 0,0-40 0,0 40 0</inkml:trace>
  <inkml:trace contextRef="#ctx0" brushRef="#br0" timeOffset="135337.8883">6460 8702 0,'-40'40'47,"0"0"-47,0 1 0,0-1 15,0-40-15,40 40 0,-40-40 16,40 40-16,-41-40 0,1 40 0,40 0 0,-40-40 16,40 40-16,-40-40 15,0 40-15,40 0 16,40-40 46,40 0-62,-40 0 16,1 0-16,-1 0 0,40 0 16,-40 0-16,0 0 0,40 0 0,-39 0 0,-1 0 15,0 0-15,0 0 0,0 0 0,0 0 0,0 0 16,0 0-16,1 0 15,-1 0-15,0 0 0,0 0 0</inkml:trace>
  <inkml:trace contextRef="#ctx0" brushRef="#br0" timeOffset="135647.8842">6701 8903 0,'0'0'0,"-40"0"0,0 0 0,0 80 78,40-40-78,0 0 0,0 40 0,-40-39 16,40-1-16,0 40 16,0-40-16,0 40 0,0-40 0,0 0 0,0 41 15,0-41-15,0 0 0,0 40 16,0-40-16,-41 0 0,41 0 0</inkml:trace>
  <inkml:trace contextRef="#ctx0" brushRef="#br0" timeOffset="138057.742">24597 3809 0,'-80'0'16,"80"41"-16,0-1 15,-40-40-15,80 0 47,0 0-47,0 0 16,1 0-1,-1-40-15,0 40 16,0 0 0,0 0-16,0 0 15,0 0-15</inkml:trace>
  <inkml:trace contextRef="#ctx0" brushRef="#br0" timeOffset="138257.7134">26483 3850 0,'41'0'15</inkml:trace>
  <inkml:trace contextRef="#ctx0" brushRef="#br0" timeOffset="138487.6986">27607 3890 0,'80'0'31,"-40"0"-31,81 0 15,-81 0 1,40 0-16</inkml:trace>
  <inkml:trace contextRef="#ctx0" brushRef="#br0" timeOffset="138687.7029">28690 3970 0,'40'0'32,"-80"0"-32,121 0 0,-41 0 0,80-40 31,81 0-15,-121 40-16,-40 0 0,40 0 15</inkml:trace>
  <inkml:trace contextRef="#ctx0" brushRef="#br0" timeOffset="138987.7425">31419 3930 0,'120'0'0,"-240"0"0,441 0 16,-281 0-16,-40-40 31,-40 40 0,0 0-15</inkml:trace>
  <inkml:trace contextRef="#ctx0" brushRef="#br0" timeOffset="144517.3353">7343 8863 0,'0'-40'31,"0"80"63,0 0-79,0 40-15,0-40 16</inkml:trace>
  <inkml:trace contextRef="#ctx0" brushRef="#br0" timeOffset="144707.3268">7383 9785 0,'-80'80'15,"160"-160"-15,-200 160 0,40 1 16,80-41 0,-41 0-16,41 40 31,-40 0-31</inkml:trace>
  <inkml:trace contextRef="#ctx0" brushRef="#br0" timeOffset="145887.2763">9390 10026 0,'-41'-40'16,"1"40"-16,40-40 0,0-1 31,40 41-16,1 0-15,-1 0 16,0 0-16,0 0 0,0 41 16,0-1-1,0 0-15,-40 0 16,40 0-16,-40 0 0,0 0 16,0 0-16,0 0 0,-80 0 0,80 1 15,-40-1-15,40 0 0,-80 0 0,40 0 0,0 0 16,40 0-16,-41-40 15,1 40-15,0-40 0,40 40 0,-40-40 16,80-40 0,40-40-16,-39 40 15,-41 0-15,40 0 16,0 0-16,40 0 0,-40-1 0,0 1 0,0 0 16,1 0-16,39 0 0,-40 0 0,0 0 0,0 0 15,0 0-15,0 40 0,1-40 16,-1-1-16,0 41 0,-40-40 0,40 0 15,-40 0 1,0 0-16,-40 40 16,0 0-1,0 0-15,-1 40 16,1 0-16,0 0 16,0 0-16,40 1 15,-40-1-15,0 0 0,40 0 0,-40 40 0,40-40 16,-40 0-16,40 0 0,0 41 15,0-41-15,0 0 0,0 0 0,0 0 0,0 0 16,40 0-16,-40 0 16,40-40-16,-40 40 0,80-40 0,-40 0 15,-40 41-15,40-41 0,0 0 16,1 0-16</inkml:trace>
  <inkml:trace contextRef="#ctx0" brushRef="#br0" timeOffset="146207.237">10955 9745 0,'-41'-40'15,"82"80"-15,-122-80 0,1 40 16,40 0-16,0 40 15,0 40-15,-41 121 32,41-81-32,40 0 15,40 121 1,-40-201-16,121 80 16,-81-120-16,0 0 0,40 41 31,1-41-31</inkml:trace>
  <inkml:trace contextRef="#ctx0" brushRef="#br0" timeOffset="146607.2291">11195 10146 0,'0'0'16,"0"-40"-16,0 0 15,40 40-15,41 0 16,-41 0-1,0 120 1,-40-40-16,40 41 16,-40-81-16,-40 0 0,0 0 31,40 0-31,-40-40 16,40-40-16,40 0 15,-40 0-15,40 0 16,-40 0-16,40-1 0,0 41 0,0-40 0,-40 0 15,40 40-15,1-40 0,-1 0 16,0 40-16,-40-40 0,40 40 16,0 0-1,0 0-15,0 0 0,0 40 16,-40 0 0,41 0-16,-41 0 0,0 0 0,0 1 15,0-1-15,0 0 0,-41 0 0,41 0 16,-40 0-16,40 0 15,-40-40-15,40 40 0,-40-40 0,40 40 0,-40-40 16,40 41-16</inkml:trace>
  <inkml:trace contextRef="#ctx0" brushRef="#br0" timeOffset="146867.2127">12319 10026 0,'0'0'0,"80"0"31,-40 0-31,40 0 16,-39 0-16,-41 40 0,80 40 16,-160 80-1,39-39 1,1-41-1,-40 0-15,-40 0 32,80-39-32</inkml:trace>
  <inkml:trace contextRef="#ctx0" brushRef="#br0" timeOffset="147107.1833">12921 10467 0,'0'0'0,"80"-40"16,-40 0-16,161-41 31,-161 81-31,80 0 16,-80 0-16,0 0 0,1 0 15,-1 0-15</inkml:trace>
  <inkml:trace contextRef="#ctx0" brushRef="#br0" timeOffset="147297.2023">13402 10748 0,'-80'0'15,"40"0"-15,80 0 16,0 0 0,0 0-16,0-81 15,41 81-15,-41 0 0,0 0 0,0 0 0,40-40 16,-40 40-16,0 0 0,1 0 0,-41-40 0,40 40 16,0 0-16,0-40 15</inkml:trace>
  <inkml:trace contextRef="#ctx0" brushRef="#br0" timeOffset="147607.1565">14927 9424 0,'0'-80'31,"0"160"-31,0-200 0,0 160 16,0 40-1,0 81 1,0-81-16,0 201 31,40-41-15,-40-79-1,0-121-15</inkml:trace>
  <inkml:trace contextRef="#ctx0" brushRef="#br0" timeOffset="147847.2114">14526 10708 0,'-40'0'15,"80"0"-15,-121 40 16,41-40-16,40-40 16,81 40-1,159-41 1,81 1 0,-40 40-1,-80 0 16,-161 40-31</inkml:trace>
  <inkml:trace contextRef="#ctx0" brushRef="#br0" timeOffset="148207.1141">15248 11068 0,'-80'81'16,"160"-162"-16,-200 162 0,39-1 31,81-40-31,-40 0 0,-80 40 16,-41 41-1,-39-1 1,160-40-16,-81-40 31,121 0-15,121-40-1,119-40 17,1 40-32,-120-40 15,240 40 1,-121 0 0,-119 0 15</inkml:trace>
  <inkml:trace contextRef="#ctx0" brushRef="#br0" timeOffset="148467.1722">15368 11470 0,'-40'-41'0,"80"82"0,-120-82 0,40 41 16,0 0-16,0 0 15,0 41 1,40-1 0,0 0-16,0 80 31,0-80-31,0 0 0,-40 81 16,40-81-16,0 40 0,-41-40 0,41 0 15,-40 80 1</inkml:trace>
  <inkml:trace contextRef="#ctx0" brushRef="#br0" timeOffset="149597.0308">17816 9785 0,'0'-40'16,"0"80"-16,0-160 16,0 80-1,-40 40-15,-40 0 16,40 0-16,-1 0 0,1 0 15,-40 0-15,40 40 0,0-40 16,0 40-16,-41-40 0,41 40 0,0-40 0,-40 0 16,40 0-16,-40 40 15,39-40-15,1 40 0,0 0 0,0-40 0,0 40 16,-40 1-16,40-1 0,-1 0 0,1-40 16,0 40-16,0 0 0,0-40 15,40 40-15,-40-40 0,40 40 16,80 0-1,-40-40-15,0 0 16,41 0-16,-41 0 0,0 40 16,40-40-16,-40 0 0,40 0 0,-39 0 0,39 40 15,-40-40-15,40 0 16,-40 0-16,0 41 0,41-41 0,-41 0 0,0 0 16,0 40-16,0-40 0,-40 40 31,-40-40-31,40 40 0,-80-40 0,40 40 15,0-40-15,-1 40 16,-39 0-16,40-40 0,0 40 0,0-40 0,-40 40 16,39-40-16,1 41 0,0-41 15,0 40-15,0-40 0,40 40 0,-40-40 0,40 40 16,-40-40-16,40 40 0,-40-40 0,40 40 0,-41-40 16,1 40-1,0 0-15,0-40 0,40 40 16,-40-40-16,40 40 0,0 1 15,40-41 1,0 0 0,0 0-16,0 0 0,1 0 0,39-41 0,-40 41 15,40 0-15,0-40 0,-39 40 16,39-40-16,0 40 0,0 0 0,1 0 0,-1 0 16,0-40-16,0 40 0,1 0 0,-1 0 0,0 0 15,0 0-15,1 0 16,-1 0-16,0 0 0,-40 0 0,41 0 0,-41 0 15,0 0-15,0 0 0,0 0 16,0 0-16,-80 0 47,40 40-47,-40-40 47,0 0-32,0 0 1</inkml:trace>
  <inkml:trace contextRef="#ctx0" brushRef="#br0" timeOffset="150286.9922">16612 11790 0,'0'-40'15,"0"0"-15,0 0 16,81 40-1,-41 0 1,0 40 0,0 40-1,-40 1 1,-40-41 15,40 0-15,0-80-1,80-121 17,0 81-32,41 40 31,-41 0-15,-40 40-16,40 80 31,-80 0-31,-40 81 31,40-81-31,-40 40 31,80-80-15,121-40-16</inkml:trace>
  <inkml:trace contextRef="#ctx0" brushRef="#br0" timeOffset="150486.9815">17575 11951 0,'0'-40'15,"0"0"-15,40-1 16,-40 1-16,201 0 16,0 0 15,-121 40-31,0 0 31,-40 0-31</inkml:trace>
  <inkml:trace contextRef="#ctx0" brushRef="#br0" timeOffset="150686.99">17816 12111 0,'-40'40'15,"80"-80"-15,-80 40 32,120-40-17,161 0 1,-40 0 0,-81 0-1</inkml:trace>
  <inkml:trace contextRef="#ctx0" brushRef="#br0" timeOffset="151016.9489">18900 11710 0,'-41'0'16,"-79"0"0,0 40-1,39 40 16,81 41-15,121-81 0,-1-40 15,-40-80-31,1-1 16,-81 41-1,0-80 1,-81 80 15,1 40-15,40 0-1</inkml:trace>
  <inkml:trace contextRef="#ctx0" brushRef="#br0" timeOffset="153136.8553">16813 8943 0,'0'-40'172,"0"0"-125,0 0-16,40-1-31,-40 1 31,40 40-31,0 0 16,0 0-16,1 0 16,-1 0-16,-40 40 31,40-40-15,-40 81-16,0-41 15,0 0 1,-40-40-16,40 40 0,-40 0 0,40 0 15,-41-40-15,41 40 16,0 0-16,-40-40 0,40 41 0,-40-41 16,40 40-16,-40-40 15,40-40 63,40 40-78,-40-41 16,80 41 0,-39 0-16,-1 0 15,0 0 1,0 0-16,-40 41 0,40-1 16,-40 0-16,0 0 15,0 0 1,0 0-16,0 0 15,-40 0 1,40 0-16,-40-40 0,0 0 16,40 40-1,-40-40-15,-1 0 16,1 0-16,40 41 16,-40-41-16,0 0 15,0 0-15,0 0 16,0 0-1,80 0 48</inkml:trace>
  <inkml:trace contextRef="#ctx0" brushRef="#br0" timeOffset="155246.7653">18900 9785 0,'0'-40'16,"-41"40"0,1 0 15,80 0 172,1 0-187,-1 40-16,-40 0 15,40-40-15,-40 40 16,40 0-16,-40 1 0,40-41 0,-40 40 16,40 0-16,0 0 0,0 0 0,1 0 15,-1 0-15,-40 0 16,40-40-16,-40 40 0,40 0 0,-40 1 15,0-1 1,0 0-16,0 0 31</inkml:trace>
  <inkml:trace contextRef="#ctx0" brushRef="#br0" timeOffset="155596.7448">19461 9785 0,'0'-40'0,"0"0"31,-40 40 0,40 40-31,-40-40 16,40 40-16,-40-40 15,40 40-15,-80 0 0,40 0 0,-1 1 16,1-1-16,0 0 0,0 0 0,0-40 0,40 40 16,-40 0-16,0 0 0,0 0 15,-1 0-15,1 0 0,0 1 0,0-1 16,0-40-1</inkml:trace>
  <inkml:trace contextRef="#ctx0" brushRef="#br0" timeOffset="156056.6436">20304 9585 0,'0'0'0,"-40"0"0,0 0 31,0 0-31,-1 0 0,1 0 16,0 40-1,40 0-15,0 0 16,0 0-16,-40-40 0,40 40 0,0 40 0,0-40 15,0 1-15,0-1 0,0 0 16,0 40-16,0-40 0,0 0 0,0 0 0,40 0 16,-40 0-16,40 1 15,0-1-15,1 0 0,-1 0 0,0-40 0,0 40 16,0 0-16,0 0 0,0-40 0,0 0 16,1 0-1,-1 0-15,-40-40 0</inkml:trace>
  <inkml:trace contextRef="#ctx0" brushRef="#br0" timeOffset="156372.7633">20785 9825 0,'0'0'0,"0"40"62,0 41-62,-40-41 16,40 0-16,0 0 0,0 40 0,0-40 0,0 0 15,0 0-15,0 0 16,0 1-16,0-1 0,0 0 0,0 0 0,0 0 16,40-40-16,-40 40 15</inkml:trace>
  <inkml:trace contextRef="#ctx0" brushRef="#br0" timeOffset="156793.1614">21227 9905 0,'0'0'16,"0"-40"-16,-40 40 31,40-40-31,-81 120 16,-39 41 15,40-81-31,-41 40 31,41-80-31,120 0 63,0 40-48,1-40-15,-41 40 0,40-40 0,0 0 16,0 40-16,0-40 16,-40 40-16,40-40 0,0 41 0,0-1 0,1 0 15,-1-40-15,-40 40 16,40-40-16,-40 40 0,40-40 0,0 40 16,0-40-1</inkml:trace>
  <inkml:trace contextRef="#ctx0" brushRef="#br0" timeOffset="157082.8063">21628 9705 0,'0'-40'16,"0"80"-16,0-120 0,40 40 15,0 40-15,41 0 16,39 120 0,-40-40-1,-80-40-15,40 121 16,-40-121-16,0 0 16,0 0-16,-40 80 15,0-80-15,0 0 0,-121 121 16,81-81-16</inkml:trace>
  <inkml:trace contextRef="#ctx0" brushRef="#br0" timeOffset="157513.1256">22431 10226 0,'80'-40'16,"-40"40"-16,0-40 16,121-40-1,-121 40 1,40 40-16,-80-80 31,0 39-31,-40 1 16,-80 40-1,79 0 1,-79 0-16,-40 81 31,119 39-15,41-80-16,41 80 16,39 41-1,120-81 16,-79-80-15,-41 0 0,-40-40-1</inkml:trace>
  <inkml:trace contextRef="#ctx0" brushRef="#br0" timeOffset="158023.2485">23233 9384 0,'-40'0'15,"0"0"-15,40-40 16,0 0 0,40 40-16,-40-40 0,40 40 15,-40-80-15,40 80 0,-40-41 16,0 1-16,0 0 0,0 0 0,0 0 16,0 0-1,0 0-15,0 0 16,0 0-1,0 80 17,0 0-17,0 40-15,0-40 0,0 0 16,0 0-16,40 0 0,-40 1 16,0-1-16,0 40 0,0-40 0,41 0 0,-41 0 15,0 0-15,0 0 0,40 41 0,-40-41 0,0 0 16,0 0-1,0 0-15,0 0 0,-40 0 0,40 0 16,-41-40-16,41 40 0,-40-40 16,0 0-1,0 0-15,0 0 0,40-40 16,-40 40-16,0-40 0</inkml:trace>
  <inkml:trace contextRef="#ctx0" brushRef="#br0" timeOffset="158253.1872">23273 8582 0,'0'0'15,"-40"0"1,0 0-1,0 40 17</inkml:trace>
  <inkml:trace contextRef="#ctx0" brushRef="#br0" timeOffset="159043.0087">23875 8742 0,'0'-40'47,"40"40"0,0 0-47,1 40 16,-41 0-16,40 1 0,-40-1 15,0 0-15,0 0 0,0 0 16,0 0-16,0 0 0,0 0 0,-40-40 16,40 40-16,0 1 15,-41-41-15,41 40 0,-40-40 0,0 0 16,0 0-16,40-40 16,0-1-1,0 1-15,0 0 16,40 0-1,0 40 1,0 40-16,1 0 16,-41 0-16,40 1 15,-40-1-15,40 0 0,-40 0 0,40 0 16,-40 0-16,0 0 16,40-40-16</inkml:trace>
  <inkml:trace contextRef="#ctx0" brushRef="#br0" timeOffset="159453.1907">24477 8943 0,'-40'0'32,"0"0"-32,40 40 0,0 0 15,0 80 1,-40-39-1,40-1 17,-40-80-17,40-40 1,0 0-16,40-121 31,0 81-31,40-80 16,-80 79-1,0 121 32,40-40-47,-40 41 0,40-1 16,-40 0-16,40 0 0,-40 0 0,0 0 16,0 40-16,41-40 0,-41 1 0,0-1 15,0 0-15,0 0 0,0 0 16</inkml:trace>
  <inkml:trace contextRef="#ctx0" brushRef="#br0" timeOffset="159682.9694">24317 8863 0,'0'0'0,"-41"0"15,1 0 1,161-81 15,119 41-15,-39 40 0,-121 0-1</inkml:trace>
  <inkml:trace contextRef="#ctx0" brushRef="#br0" timeOffset="159973.2236">24276 9745 0,'-40'40'0,"80"-80"0,-80 120 0,0-80 31,80-40-15,0 40-1,1 0-15,-1 0 0,0 0 16,0 0-16,0 0 16,0-40-16,0 40 0,0 0 0,1 0 15,-1 0-15,0 0 0,0 0 16,0 0-1</inkml:trace>
  <inkml:trace contextRef="#ctx0" brushRef="#br0" timeOffset="160272.8695">24557 9865 0,'-80'81'31,"40"-81"-31,0 0 0,0 40 0,0-40 16,-81 80 15,81-40-15,40 0 0,40-40-1,0 0 1,41 0-1,-41 0-15,120 0 16,-120 0-16,0 0 16,1-40-16,-1 40 0,0 0 15</inkml:trace>
  <inkml:trace contextRef="#ctx0" brushRef="#br0" timeOffset="160503.8732">24517 10026 0,'0'0'0,"-40"0"16,0 0 15,40 40-15,-40 0-1,40 0-15,0 0 16,0 0-16,-40 0 15,0 41 1,40-41 0</inkml:trace>
  <inkml:trace contextRef="#ctx0" brushRef="#br0" timeOffset="160862.8481">25079 9504 0,'0'0'0,"0"40"15,0 1 17,0-1-17,40-40-15,-40 40 0,0 0 16,0 0-16,0 0 15,0 0-15,0 0 0,0 0 16,0 1-16,0-1 16</inkml:trace>
  <inkml:trace contextRef="#ctx0" brushRef="#br0" timeOffset="161253.1357">25480 9424 0,'-40'0'16,"40"40"15,0 0-31,-40-40 16,0 40-16,0 1 15,0-41-15,40 40 0,-41-40 0,1 40 0,0-40 16,0 40-16,0-40 15,0 40-15,80-80 47,0 40-47,0 0 16,0 0 0,0 0-16,1 40 15,-41 0-15,40-40 0,0 0 0,0 40 16,0 0-1,0 0-15,0-40 0,1 0 16,-1 0 0,0 0-16</inkml:trace>
  <inkml:trace contextRef="#ctx0" brushRef="#br0" timeOffset="161853.3549">25761 9424 0,'0'0'16,"0"40"31,40-40-47,-40 40 0,0 0 15,0 1-15,0-1 0,0 0 16,0 0-1,-40-40-15,40 40 16,0-80 15,80 0-15,-80 0-16,41 0 16,-1-1-16,0 41 15,-40-40-15,40 40 0,0 0 0,-40-40 16,40 40-16,-40 40 31,40-40-31,-40 40 0,0 1 16,0-1-16,40-40 15,-40 40-15,0 0 16,41-40 0,-41 40-16,40-40 15,0 0 1,0-40-1,-40 0-15,40 40 16,-40-40 0,-40 40 77,0 0-77</inkml:trace>
  <inkml:trace contextRef="#ctx0" brushRef="#br0" timeOffset="164453.2601">8146 13194 0,'40'0'78,"40"0"-62,-40 0-16,0 0 0,0 0 0,1-40 16,39 40-16,-40-40 0,40 40 0,-40-40 0,41 40 15,-41 0-15,0 0 0,0 0 0,0 0 0,0 0 16,0 0-16</inkml:trace>
  <inkml:trace contextRef="#ctx0" brushRef="#br0" timeOffset="164723.0642">8547 13756 0,'-40'0'15,"80"0"-15,-120 0 0,40 0 16,40-41-16,40 41 16,40-40-1,0 0 1,-40 40-16,0 0 16,1 0-16,79 0 15,-40 0-15,81-40 31,-121 40-31</inkml:trace>
  <inkml:trace contextRef="#ctx0" brushRef="#br0" timeOffset="164973.1507">9951 12673 0,'0'-40'31,"0"80"-31,0-40 47,40 0-31,-40 40-16,0 0 0,0 0 0,0 0 0,0 40 15,0-40-15,0 41 0,0-41 0,0 40 16,0-40-16,0 40 0,0-40 15,0 41-15,0-41 0,0 0 0,0 0 0,41 0 16</inkml:trace>
  <inkml:trace contextRef="#ctx0" brushRef="#br0" timeOffset="165233.1474">9751 13836 0,'0'0'0,"-40"40"0,-41 0 31,121-40-15,41-40 0,79 0-1,81-40 1,-161 80-1,121-41 1,-121 41 0</inkml:trace>
  <inkml:trace contextRef="#ctx0" brushRef="#br0" timeOffset="165633.3148">10393 14157 0,'-40'40'16,"80"-80"-16,-161 120 15,121-40-15,-40-40 16,0 40 0,40 0-16,-40-40 0,40 40 15,-40 0-15,-40 0 16,39-40-16,41 41 0,-40-41 15,0 40-15,0 0 32,0-40-32,120 0 15,-40 0 1,81-40 0,39 40-1,-80 0 1,81 0-1,-121 0 1,80 0 0,-79 0-1</inkml:trace>
  <inkml:trace contextRef="#ctx0" brushRef="#br0" timeOffset="166004.767">10473 14277 0,'0'0'16,"-40"0"-16,0 0 16,40-40-16,-40 40 15,-1 0-15,41-40 16,0 80 62,0 0-62,0 40-16,0-40 15,0 0-15,0 0 0,0 1 0,0-1 0,0 0 16,0 0-16,0 0 15,0 0-15,0 0 0,0 0 0,0 0 16,0 0-16,0 1 0,0-1 16,0 0-16,0 0 0,0 0 15</inkml:trace>
  <inkml:trace contextRef="#ctx0" brushRef="#br0" timeOffset="170345.5906">12640 12833 0,'0'0'0,"0"-40"0,0 80 15,-40-40 1,0 0-16,-1 0 15,1 0 1,40-40-16,-40 40 16,0 0-16,40-40 15,-40 40-15,0 0 16,0 0-16,0 0 0,-1 0 0,1 0 0,-40 0 16,40 0-16,0 40 15,0-40-15,0 40 0,-41-40 0,41 40 0,0-40 16,0 40-16,0-40 0,0 40 15,0-40-15,-1 0 0,41 41 0,-40-41 0,0 40 16,80-40 15,0 40-15,1-40 0,-1 0-16,0 0 0,0 40 0,0-40 0,0 0 15,0 40-15,0-40 16,1 40-16,-1-40 0,0 0 0,0 40 0,0-40 15,0 0 1,-40 40-16,0 0 16,0 0-16,-40 1 15,0-1 1,0 0-16,40 0 0,-40 0 0,0-40 0,-1 40 16,1 0-16,40 0 0,-40 0 15,40 1-15,-40-41 0,40 40 0,-40 0 0,0 0 16,0 0-1,80-40 64,0 0-79,0 0 15,0 0-15,0-40 0,41 40 16,-41 0-16,0 0 0,0 0 0,40 0 0,-40 0 15,0 0-15,1 0 16,-1 0-16,40 0 0,-40 0 0,0 0 0,0 0 16,0 0-16,1 40 0,-1-40 0,0 0 15,0 0-15,0 0 16,0 0-16,0 0 0,0 0 16,1 0-16,-1 0 15,-80 0 16</inkml:trace>
  <inkml:trace contextRef="#ctx0" brushRef="#br0" timeOffset="170935.5837">11797 14598 0,'-40'0'16,"40"-40"-1,40 0 17,0 40-32,-40-41 15,40 41-15,1 0 16,-41 41 0,40-1-16,-40 40 0,0-40 15,0 0-15,0 0 16,0 0-16,-40 0 0,40 0 0,-41 1 15,41-1 1,-40-40-16,40-40 16,0-1-16,0 1 15,40 0-15,1 0 16,-41 0-16,80 0 0,-80 0 0,40 0 0,0 40 16,0-40-16,0 0 15,0 40-15,1 0 16,-1 0-16,0 40 15,0-40 1,-40 80 0,0-40-16,0 0 0,0 0 0,0 0 15,0 0-15,0 0 0,0 1 0,-40-41 0,40 40 16,0 0-16,0 0 0,0 0 16,0 0-16,40-40 15</inkml:trace>
  <inkml:trace contextRef="#ctx0" brushRef="#br0" timeOffset="171145.5425">12881 14718 0,'-81'0'16,"81"-40"-1,0 0 1,40 40-16,-40-40 15,81 40-15,-41 0 0,0 0 0,0-40 0,0 40 16,0 0-16,0 0 0,1 0 16,-1 0-16,0 0 15,0 0-15</inkml:trace>
  <inkml:trace contextRef="#ctx0" brushRef="#br0" timeOffset="171355.6108">12800 15039 0,'0'0'0,"-40"0"15,40-40 1,40 40-16,41-40 16,-1 0-16,40 40 15,-40-41 1,-39 41-16,79-40 15,-120 0-15,40 40 0</inkml:trace>
  <inkml:trace contextRef="#ctx0" brushRef="#br0" timeOffset="171695.5817">13844 14518 0,'-41'0'16,"1"40"-16,0-40 0,0 0 15,0 0 1,0 40-16,0 0 16,40 0-16,0 0 15,0 0 1,0 0-16,40 0 16,0-40-16,0 0 15,0 0-15,0 0 0,0 0 16,1-40-16,-1 0 15,0 0-15,-40 0 0,40 0 16,-40 0-16,0 0 16,0 0-16,0-1 15,-40 41-15,0 0 0,-41 0 16,41 0 0,0 0-16,0 41 0,0-41 15,0 0-15,0 0 16</inkml:trace>
  <inkml:trace contextRef="#ctx0" brushRef="#br0" timeOffset="172565.4583">11837 12071 0,'0'-40'47,"0"0"-32,0 0-15,0 0 16,40 40-1,1 0-15,-1 0 16,0 0-16,0 40 0,0-40 16,0 40-16,0-40 0,-40 40 15,0 0 1,0 0 0,-40-40-16,40 40 15,-40-40-15,40 40 0,-40-40 0,40 41 16,-40-41-1,80 0 32,0 0-47,0 0 16,0 40-16,0-40 16,1 0-16,-41 40 15,0 0 1,0 0-16,0 0 0,-41 0 15,1 0 1,40 0-16,-80-40 0,40 40 0,0 1 16,0-41-16,0 0 0,-1 0 15,1 0 1,40 40-16,-40-40 0,40-40 47</inkml:trace>
  <inkml:trace contextRef="#ctx0" brushRef="#br0" timeOffset="176205.3278">13482 13154 0,'41'0'16,"-41"40"218,0 0-234,40 0 0,0 0 16,0 0-1,-40 1-15,40-41 0,-40 40 0,40 0 16,0-40-16,-40 40 0,40 0 16,1 0-16,-41 0 0,40-40 0,-40 40 0,40-40 15,0 40-15,0-40 16,0 0-16,0 0 0,0 0 15</inkml:trace>
  <inkml:trace contextRef="#ctx0" brushRef="#br0" timeOffset="176535.25">14004 13274 0,'0'0'15,"-40"-40"-15,0 80 63,0-40-63,40 80 15,-40-80-15,-1 41 16,41-1-16,-40-40 0,40 40 0,-40 0 0,0-40 16,40 40-16,-40-40 0,40 40 0,-40 0 0,0-40 15,40 40-15,-40 0 0,-1 1 16,41-1-16,-40-40 0,40 40 16</inkml:trace>
  <inkml:trace contextRef="#ctx0" brushRef="#br0" timeOffset="177045.1911">14807 13074 0,'0'0'16,"-40"0"-16,40-40 31,-41 40-15,1 0 0,0 0-16,40 40 0,-40-40 15,40 40-15,-40 0 0,40 0 16,-40-40-16,40 40 0,0 0 0,-40 0 0,40 0 15,0 1-15,0-1 16,0 0-16,0 0 0,0 0 0,0 0 0,40-40 16,-40 40-16,0 0 0,40 0 0,-40 1 15,40-1-15,0 0 16,0-40-16,0 0 16,1 0-1,-1 0-15</inkml:trace>
  <inkml:trace contextRef="#ctx0" brushRef="#br0" timeOffset="177325.1696">15328 13274 0,'-80'-40'15,"160"80"-15,-200-120 16,120 120 15,0 0-15,0 0-16,40 0 0,-40 1 15,0-1-15,0 0 16,0 0-16,0 0 0,0 0 0,40-40 0,-40 40 16,0 0-16,0 0 0,0 1 15,40-41-15,-40 40 0,0 0 16</inkml:trace>
  <inkml:trace contextRef="#ctx0" brushRef="#br0" timeOffset="177765.1439">15730 13314 0,'0'0'16,"0"-40"-16,-41 40 31,1 0-15,0 0-1,40 40 1,-40-40-16,0 0 0,40 40 0,-40-40 16,40 41-16,-40-41 15,0 0-15,-1 40 0,1-40 16,0 0-16,40 40 0,-40-40 15,0 0-15,80 0 47,0 0-31,0 0 0,0 0 15,-40 40-31,41-40 0,-1 40 0,0 0 15,0-40-15,0 0 16,0 40-16,0 0 0,0-40 16,1 0-16,-41 40 0,40-40 15,0 0 1</inkml:trace>
  <inkml:trace contextRef="#ctx0" brushRef="#br0" timeOffset="178105.1428">16211 13074 0,'0'-40'31,"0"80"-31,0-120 15,40 80 1,-40 40 0,40-40-16,-40 40 0,40 0 0,-40 0 0,0 0 15,41 0-15,-1 40 0,-40-40 16,0 1-16,0 39 0,0-40 0,0 0 0,0 0 16,0 0-16,0 0 15,-40 0-15,40 1 0,0-1 0,-41 0 0,41 0 16,-40-40-16,40 40 0,-40-40 15,0 40-15,0-40 16</inkml:trace>
  <inkml:trace contextRef="#ctx0" brushRef="#br0" timeOffset="178705.0901">17294 13555 0,'0'40'15,"41"-40"-15,-1 0 16,0 0-16,0 0 16,40-40-1,0-40 1,-39 40 15,-41-41-15,0 41-16,-81 40 31,-39 0-15,40 81-1,40-81-15,-1 80 31,41-40-31,-40-40 0,40 80 16,40 40 0,121-79-1,-41-1 17,-39-40-17,-41 0 1</inkml:trace>
  <inkml:trace contextRef="#ctx0" brushRef="#br0" timeOffset="179285.0639">18177 12953 0,'40'0'32,"1"0"-17,-1-40 1,-40 0-16,40 40 0,-40-40 0,0 0 31,40 40-31,-40-40 0,0 0 0,0 0 16,0 80 46,0 0-62,0 0 16,0 0-16,0 0 16,0 0-16,0 0 0,0 1 0,0-1 0,0 0 15,0 0 1,0 0-16,0 0 0,0 0 0,0 0 15,0 0-15,-40 0 16,40 1-16,-40-41 16,40 40-16,-40-40 0,-1 0 15,1 0 1,0 0-16,40-40 0,-40 40 0,40-41 16,-40 1-16</inkml:trace>
  <inkml:trace contextRef="#ctx0" brushRef="#br0" timeOffset="179489.6107">18418 12633 0,'-40'0'16,"0"0"-1</inkml:trace>
  <inkml:trace contextRef="#ctx0" brushRef="#br0" timeOffset="181325.9736">18779 12633 0,'40'0'47,"-40"40"-47,0 0 15,0 0 1,0 0-16,-40 0 0,40 0 0,0 0 16,-40 0-16,40 1 15,0-1-15,-40-40 0,40 40 0,0-80 47,0 0-31,0-1-16,0 1 15,0 0-15,0 0 0,40 40 0,-40-40 0,0 0 16,0 0-16,0 0 16,40 40-16,-40-40 0,40-1 0,-40 1 15,40 80 32,-40 41-47,41-41 16,-41 0-16,0 0 0,0 0 15,0 0-15,0 0 16,40-40-16,-40 40 0,0 1 31</inkml:trace>
  <inkml:trace contextRef="#ctx0" brushRef="#br0" timeOffset="181575.9089">18819 12713 0,'-40'-40'16,"80"80"-16,-80-120 31,40 39-31,40 1 16,0 40-16,41-40 31,-41 40-31,80 0 16,-80 0-16,0 0 15,1 0-15</inkml:trace>
  <inkml:trace contextRef="#ctx0" brushRef="#br0" timeOffset="181905.8648">18739 13395 0,'0'0'16,"40"-41"-1,0 41 1,-40-40-16,81 40 15,-41-40-15,0 40 0,0 0 32,0 0-32,0 0 0,0 0 0,41 0 15,-1 0 1</inkml:trace>
  <inkml:trace contextRef="#ctx0" brushRef="#br0" timeOffset="182385.9104">18900 13555 0,'-41'0'16,"82"0"15,-1 0-31,40 0 16,-40 0-1,0 0-15,-40 40 0,40-40 0,0 0 16,1 0-16,-41 40 16,40-40-16,-40 40 0,0 0 0,0 1 15,-40-41-15,-1 40 16,1-40 0,40 40-16,-40-40 0,0 40 0,0-40 15,0 0 1,80 0 15,0 0-31,0 0 0,0 0 16,0-40-16,1 40 0,-1 0 0,0 0 15,0 0-15,0 0 0,0-40 16,0 40-16,0 0 0,1 0 16,-41-40-1,-41 40 16,41-41 16</inkml:trace>
  <inkml:trace contextRef="#ctx0" brushRef="#br0" timeOffset="182735.8886">19822 12753 0,'0'40'32,"-40"-40"-32,40 40 15,0 0-15,0 0 0,40 41 32,-40-41-32,0 0 0,41-40 0,-1 200 31,-40-79-16,-40-81 1</inkml:trace>
  <inkml:trace contextRef="#ctx0" brushRef="#br0" timeOffset="183125.8659">20264 12833 0,'-40'40'32,"0"-40"-32,-1 40 15,1-40-15,0 81 16,0-41-16,0 0 0,0 0 16,0 0-1,-41 0 1,1-40-1,120 0 48,0 0-63,1 0 16,-1 0-16,0 0 15,0 0-15,0 0 0,0 0 0,0 0 16,0 40-16,1-40 15,-41 40-15,40-40 0,-40 80 0,40-80 0,-40 41 16,40-41 0,-40 40-16,40-40 15</inkml:trace>
  <inkml:trace contextRef="#ctx0" brushRef="#br0" timeOffset="183715.7585">20625 12913 0,'0'-40'31,"40"80"0,-40 41-31,40-81 16,-40 40-16,0 80 15,0-80-15,0 0 0,-40 0 32,40-80-17,0 0 1,40 0-16,-40 0 16,40 0-16,-40 0 0,40 40 0,1-40 0,-1-1 15,0 1 1,0 40-16,-40-40 0,40 40 15,0 0 1,-40 40-16,0 0 0,40-40 16,-40 41-16,0-1 0,0 0 15,0 0 1,0 0-16,0 0 16,0 0-16,0 0 15,40-40 16,1-40-15,-1 0 0,0 40-16,0 0 0,-40-40 0,40 40 15,-40-40 1,-40 40 31,0 0-32,0 0 1</inkml:trace>
  <inkml:trace contextRef="#ctx0" brushRef="#br0" timeOffset="185325.6881">3210 16162 0,'40'40'15,"-80"-120"-15,0 80 16,0 0-16,40-40 15,40 40 17,40 0-17,-40-40-15,0 40 16,1-41-16,-1 41 0,0 0 0,0 0 16,0 0-16,0 0 15,0 0-15,1 0 0,-1 0 0,0-40 0,0 40 16,0 0-16,0 0 15,0 0-15</inkml:trace>
  <inkml:trace contextRef="#ctx0" brushRef="#br0" timeOffset="185575.6549">3411 16603 0,'0'0'15,"-40"0"-15,-1 40 16,1-40-16,-40 40 16,120-40 15,0 0-31,-40-40 0,40 40 0,1-40 16,-1 40-16,0 0 15,-80-160-15,160 280 0,-80-120 0,0 0 0,1 0 16,-1 0-16,-80 0 15,120 0-15</inkml:trace>
  <inkml:trace contextRef="#ctx0" brushRef="#br0" timeOffset="186355.6009">5417 15119 0,'-40'0'0,"40"40"219,0 0-219,0 0 0,0 1 16,0-1-16,0 40 15,0-40-15,0 40 0,0-40 0,0 40 0,0-39 16,0 39-16,-40-40 0,40 0 15,0 0-15,-40 0 0,40 0 0,0 0 0,0 1 16</inkml:trace>
  <inkml:trace contextRef="#ctx0" brushRef="#br0" timeOffset="186745.6084">4775 16523 0,'-40'40'16,"80"-80"-16,-120 80 16,80 0-1,40-40-15,0 0 32,0 0-32,0 0 0,0 0 0,1-40 15,-1 40-15,40 0 0,-40-80 16,0 80-16,40 0 0,-39 0 0,39-40 0,-40 40 15,40-41-15,-40 41 16,0 0-16,41 0 0,-41 0 0,-40-40 0,40 40 16,0 0-16,0 0 0</inkml:trace>
  <inkml:trace contextRef="#ctx0" brushRef="#br0" timeOffset="187165.6227">5618 16763 0,'-40'0'0,"80"0"0,-201 81 32,161-41-32,-120 40 15,-1 80 1,41-39 15,40-41-15,0-80-1,80 0 1,0-40 0,40 0-1,-39 40-15,39 0 16,0-40-16,81-1 15,39 41 17,-120 0-17,-39 0 1</inkml:trace>
  <inkml:trace contextRef="#ctx0" brushRef="#br0" timeOffset="187545.5447">5578 16804 0,'0'-41'16,"0"1"-16,0 0 0,0 80 78,0 0-78,0 1 15,0-1-15,0 0 16,0 0-16,0 0 0,0 0 0,40 0 0,-40 0 16,0 0-16,0 41 0,0-41 0,0 0 0,0 0 15,0 0-15,0 0 16,-40 0-16,40 0 0,0 0 0,-41 1 16,41-1-16</inkml:trace>
  <inkml:trace contextRef="#ctx0" brushRef="#br0" timeOffset="188645.461">7865 15199 0,'0'-40'46,"-40"40"-46,0 0 63,-1 0-47,41 40-16,-40-40 15,40 40 1,-40-40-1,40 41-15,0-1 0,-40-40 16,40 40-16,-40-40 16,40 40-16,-40 0 0,40 0 0,-40 0 0,40 0 15,-40 0-15,-1 41 0,41-41 0,0 40 0,-40 0 16,40 0-16,0 1 0,-40-1 16,40 0-16,0 0 0,0 0 0,0 1 0,0-1 15,0 0-15,0-40 16,0 40-16,40 1 0,-40-41 0,40 40 0,-40-40 15,41 40-15,-1-40 0,0 0 16,0 0-16,-40 1 0,40-1 0,-40 0 0,40 0 16,0 0-16,0-40 0,1 40 0,-41 40 15,40-120-15,0 80 0,0-40 16,0 0-16,-40 40 0,40-40 0,0 0 16,0 0-1,-40-40 48,0 0-63,0 0 15,0 0-15,0 0 0</inkml:trace>
  <inkml:trace contextRef="#ctx0" brushRef="#br0" timeOffset="193785.1543">8547 15961 0,'40'0'0,"-40"40"94,0 1-78,40-41-16,-40 40 15,40-40-15,-40 40 16,40-40-16,-40 40 0,41 0 0,-1-40 0,-40 40 15,40 0-15,0 0 16,0 0-16,-40 0 0,40 1 0,-40-1 0,40-40 16,-40 40-16,40 0 0,-40 0 15,41-40 1,-41 40-16,40-40 16</inkml:trace>
  <inkml:trace contextRef="#ctx0" brushRef="#br0" timeOffset="194085.1369">9149 16122 0,'0'0'0,"0"-40"0,-40 40 31,40-40-31,0 80 47,-40-40-47,40 40 15,-41 0-15,1 0 16,0 0-16,40 0 0,-40 0 0,0 0 0,0 0 16,40 1-16,-40-1 15,0 0-15,40 0 0,-41-40 0,41 40 16,-40-40-16,40 40 0,0 0 15,-40-40-15</inkml:trace>
  <inkml:trace contextRef="#ctx0" brushRef="#br0" timeOffset="194545.1123">9791 16001 0,'-40'0'16,"40"-40"-1,-40 40-15,-1 0 16,41-40 0,-40 80-1,40 0 1,-40 1-16,40-1 0,-40 0 0,0 0 15,40 0-15,0 0 16,-40 0-16,40 0 0,0 0 0,0 0 16,0 1-16,40-1 0,-40 0 15,40-40-15,-40 40 0,40-40 16,0 0-16,0 0 0,1 40 0,-1-40 16,0 0-1</inkml:trace>
  <inkml:trace contextRef="#ctx0" brushRef="#br0" timeOffset="194955.1013">10232 16162 0,'0'0'15,"0"-40"-15,0 0 16,0 0-1,80 40 1,-39 0 0,-1 0-16,40 40 15,-40 0-15,-40 0 16,-40 40 15,-80 0-15,-1-80-1,81-40 1,-40-40 15,80 0-15,40 80 0,0 0 15,0 0-31</inkml:trace>
  <inkml:trace contextRef="#ctx0" brushRef="#br0" timeOffset="201644.732">11797 14518 0,'40'0'0,"-40"-41"16,0 1-1,40 40 32,-40-40-31,41 40 0,-1 0-1,-40-40 79,40 80 62,-80-80-156,40 80 94,0 0-78,-40 0-1,40 1-15,0-1 0,0 0 16,0 0-16,0 0 15,0 0-15,0 0 0,0 0 16,0 0-16,0 0 0,0 1 31,0-1-31,-41-40 16</inkml:trace>
  <inkml:trace contextRef="#ctx0" brushRef="#br0" timeOffset="202604.6423">12600 14357 0,'40'0'16,"-40"-40"-1,-40 80 32,40 0-31,-40 0-16,-1-40 15,1 0-15,40 40 0,-40-40 16,0 0 0,40 41-16,-40-41 0,0 0 15,0 40 1,0-40-16,-1 40 0,1-40 31,0 0-31,0 0 16,0 0-1,40 40 110,-40-40-125,40 40 125,0-80-125,40 40 47,0 40-15,0 0-32,0 0 0,0 0 15,-40 0-15,41 0 16,-41 1-16,0-1 0,0 0 0,40-40 15,-40 40-15,0 0 0,40-40 0,-40 40 16,40 0 0,-40 0-16,40-40 0,0 40 15,0-40 1,0 0-16,1 0 0,-1 0 16,0 0-1,0-40-15,0 40 0,-80 0 47</inkml:trace>
  <inkml:trace contextRef="#ctx0" brushRef="#br0" timeOffset="203304.6156">11998 14477 0,'0'-40'32,"-40"40"155,80 0-171,-40 40-1,0-80-15,0 80 32,0 1-32,0-1 0,0 0 15,0 0 1,0 0-16,0 0 0,0 0 0,0 0 15,0 0-15,0 0 0,0 1 0,0-1 16,0 0-16,0 0 16,-40 0-16,40 0 15,-40-40 1</inkml:trace>
  <inkml:trace contextRef="#ctx0" brushRef="#br0" timeOffset="204064.6091">12600 14437 0,'0'0'16,"0"-40"-1,40 40 1,-80 0 15,0 0 0,-1 0-31,41 40 0,-40-40 16,0 0-16,40 40 0,-40-40 16,40 41-16,-40-1 15,40 0-15,-40-40 0,0 0 16,40 40-16,-40-40 16,-1 0-16,1 40 0,0-40 15,0 0 1,40 40-16,-40-40 0,0 40 15,0-40 1,120 0 93,-40 0-93,0 40 15,0 0 1,-40 0-32,40-40 0,-40 41 15,0-1-15,41-40 16,-41 40-16,0 0 0,40-40 0,-40 40 0,0 0 15,40-40-15,-40 40 0,40-40 0,-40 40 0,40 0 16,-40 1 0,40-41-16,0 0 15,0 0-15,1 0 16,-1 0-16,0 0 0,-40-41 47</inkml:trace>
  <inkml:trace contextRef="#ctx0" brushRef="#br0" timeOffset="205164.5442">16893 11389 0,'0'0'0,"-40"0"78,0 0 47,40 40-94,0 1-15,0-1-1,0 0-15,0 0 0,0 0 0,-40 0 16,40 0-16,0 0 0,0 40 15,0-39-15,0-1 0,0 0 0,0 0 0,0 0 16,0 0-16,0 0 0,0 0 16,0 0-1,0 1-15,40-41 0,-40 40 32</inkml:trace>
  <inkml:trace contextRef="#ctx0" brushRef="#br0" timeOffset="205804.4499">17656 11510 0,'0'-40'16,"-41"40"0,1 0-1,0 40 17,0-40-32,40 40 0,-80 40 31,-81 0-16,81-40-15,-80 40 32,79-39-17,41-41 1,0 40 0,0-40 15,40 40-16,40-40 32,0 0-47,0 0 16,0 40-16,1-40 16,-1 0-16,0 40 0,0-40 15,0 40 1,0-40-16,-40 40 0,40-40 0,0 40 0,1-40 15,-41 40-15,40-40 0,0 0 0,-40 41 16,40-41-16,0 0 16,0 0-16,-40 40 0,40-40 0,0 0 31,1 0-15</inkml:trace>
  <inkml:trace contextRef="#ctx0" brushRef="#br0" timeOffset="206244.4344">16733 11630 0,'0'-40'0,"0"0"31,-40-40-15,80 160-16,-40-40 16,0-40-16,0 40 15,0 0 1,0 0-16,0 0 0,40 0 15,-40 0-15,0 1 0,0-1 0,0 0 16,0 0-16,0 0 0,0 0 16,0 0-16,0 0 0,0 0 0</inkml:trace>
  <inkml:trace contextRef="#ctx0" brushRef="#br0" timeOffset="207594.397">15529 7499 0,'0'-40'32,"40"0"-1,0 40-15,-40-40-1,0 0 16,40 40-31,-40-40 16,0-1 0,0 1-1,0 0 1,0 80 0,0 0 15,0 41-31,0-41 0,0 0 15,0 0-15,40 0 0,-40 0 0,0 0 0,0 0 16,0 1-16,0-1 16,0 0-16,41 0 0,-41 0 0,0 0 0,0 0 15,0 0-15,40 0 16,-40 0-16,0 1 0,-40-82 62,80 82-62,-40-82 16</inkml:trace>
  <inkml:trace contextRef="#ctx0" brushRef="#br0" timeOffset="208144.3183">16051 7299 0,'0'0'31,"0"-41"-31,40 41 31,-80 0 47,40 41-78,-41-1 0,41 0 16,0 0-16,-40-40 16,0 40-16,0 0 0,0-40 0,40 40 15,-40 0-15,0-40 0,40 40 16,-40-40-16,40 41 0,-41-41 0,1 40 15,40 0-15,-40-40 16,40-40 31,40 40-47,-40-40 0,40 40 0,1 0 16,-1 0-1,0 0 1,0 0-1,0 0-15,0 40 0,0 0 16,0 0-16,1 0 0,-1-40 0,0 40 16,-40 0-16,40-40 15,0 40-15,0-40 0,-40 40 0,40-40 0,0 0 16,-40 40-16</inkml:trace>
  <inkml:trace contextRef="#ctx0" brushRef="#br0" timeOffset="210394.1579">10754 16042 0,'0'0'0,"40"0"32,-40-41-17,40 41 1,-40-40-16,40 40 78,-40 40-78,40-40 0,1 41 16,-41-1-16,40 0 15,-40 0-15,0 0 0,40 0 0,-40 0 16,0 0-16,0 0 15,0 0-15,0 1 0,0-1 0,0 0 0,-40-40 16,40 40-16,-40 0 0,-1 0 16,1-40-16,40 40 15,-40-40-15,0 0 0</inkml:trace>
  <inkml:trace contextRef="#ctx0" brushRef="#br0" timeOffset="211184.1258">12078 16402 0,'0'41'15,"40"-41"32,0 0-47,0 0 16,1 0-1,-1 0-15,-40 40 0,40-40 16,0 0 0,0 0-16,-40-40 15,40-1 1,-40 1-16,0 0 0,0 0 15,0 0-15,-40 40 16,40-40-16,-40 40 16,0-40-16,0 40 15,0 0-15,-1 0 16,41 40-16,-40-40 0,40 40 16,-40-40-1,40 40-15,0-40 0,0 40 0,-40-40 0,40 40 16,-40-40-16,40 40 0,0 1 15,0-1 1,40 0-16,0-40 16,-40 40-16,40-40 15,0 0-15,1 0 0,-1 40 0,0-40 0,0 0 16,-40 40-16,40-40 16,0 0-16,-40 40 15,40-40 1</inkml:trace>
  <inkml:trace contextRef="#ctx0" brushRef="#br0" timeOffset="212194.0519">13081 15881 0,'-40'0'46,"0"0"-14,0 40-32,40 0 15,-40-40-15,40 40 16,0 1 0,40-41-1,0 0-15,0 0 0,-40 40 16,40-40-16,0 0 0,0 0 0,1 0 15,-41-81 1,0 41-16,0 0 16,0 0-1,-41 40-15,1 0 0,40-40 0,-40 40 16,0 0-16,0 0 16,40 40-16,-40 0 15,80-40 1,-40 40-16</inkml:trace>
  <inkml:trace contextRef="#ctx0" brushRef="#br0" timeOffset="212544.1009">14044 16282 0,'0'0'0,"-40"0"15,40-40 1,120 0-1,-79 40-15,159 0 32,-79 0-32,-81 0 0,160 0 31,-159 0-31,-1 0 0,0 0 31,-40 40-31</inkml:trace>
  <inkml:trace contextRef="#ctx0" brushRef="#br0" timeOffset="212824.0484">14566 16082 0,'-80'-40'16,"39"40"-16,1 0 31,40 40 16,0 0-47,0 0 0,40 0 15,-40 0 1,0 0-16,0 0 0,41 0 0,-41 0 0,0 1 16,0-1-16,0 0 0,40 0 15,-40 0-15,0 0 0,0 0 16,0 0-16</inkml:trace>
  <inkml:trace contextRef="#ctx0" brushRef="#br0" timeOffset="213184.0619">15248 15801 0,'0'0'16,"-40"0"-1,0 0 1,40 80-1,80-80-15,0 161 16,-40-121-16,1 0 0,-1 0 16,120 200-1,-80-119 17,-39-121-32,-41 40 0</inkml:trace>
  <inkml:trace contextRef="#ctx0" brushRef="#br0" timeOffset="213453.9749">15810 16082 0,'-80'0'31,"80"-40"-31,-41-1 16,41 1-16,-40 40 31,0 40-15,40 1-16,-40 39 15,0-40-15,-40 120 16,40-120-16,-41 81 16,41 39 15,0-160-31</inkml:trace>
  <inkml:trace contextRef="#ctx0" brushRef="#br0" timeOffset="213814.0261">16572 15600 0,'-40'0'16,"80"0"-16,-160-40 16,80 40-16,40 80 31,-40-80-31,-1 201 15,41-161-15,0 40 0,-40-40 0,40 201 32,161-81-17,-121-119 1,0-41-16,0 40 0,0-40 0,41 0 31,-41-40-31</inkml:trace>
  <inkml:trace contextRef="#ctx0" brushRef="#br0" timeOffset="214003.9439">16933 15881 0,'-40'0'32,"40"40"-17,0 0 1,0 0-16,0 1 0,0-1 0,0 0 0,0 0 15,0 0-15,0 0 0,0 0 0,0 0 0,0 0 16,0 0-16,0 1 16,0-1-16,40-40 0,-40 40 0</inkml:trace>
  <inkml:trace contextRef="#ctx0" brushRef="#br0" timeOffset="214283.9233">17375 15761 0,'0'0'16,"0"-40"-16,40 40 31,40 40-16,-40 0-15,0 40 0,0-40 0,1 161 32,-82-1-17,-79-120 1,80-39-16,-80 39 16</inkml:trace>
  <inkml:trace contextRef="#ctx0" brushRef="#br0" timeOffset="215463.925">19983 14598 0,'0'0'0,"-40"0"0</inkml:trace>
  <inkml:trace contextRef="#ctx0" brushRef="#br0" timeOffset="216573.8411">20424 15681 0,'0'40'16,"40"-40"-16,1 0 15,-1 0 1,0 0-16,0-40 16,0 40-16,0 0 0,0 0 15,0-41-15,1 41 0,-1-40 16,0 40-16,0 0 0,-40-40 16,40 40-16</inkml:trace>
  <inkml:trace contextRef="#ctx0" brushRef="#br0" timeOffset="218253.6872">22712 16202 0,'-41'40'0,"41"0"31,41-80 1,-1 40-1,0 0-31,0 0 0,40 0 15,-40 0-15,41 0 0,-41 0 0,40 0 0,-40 0 16,0 0-16,40 0 0,-39 0 16,-1 0-16,0 0 0,0 0 0,-40-40 0,40 40 15</inkml:trace>
  <inkml:trace contextRef="#ctx0" brushRef="#br0" timeOffset="218493.6726">23113 15881 0,'-40'0'16,"80"0"-16,-80-40 15,40 120 17,0-40-32,0 0 0,0 1 0,0-1 15,0 40-15,40-40 0,-40 0 16,0 0-16,40 0 0,-40 0 0,0 0 0,0 1 15,0-1-15,0 0 0,40 0 0,-40 0 0,0 0 16,0 0 0,0 0-16,0 0 0</inkml:trace>
  <inkml:trace contextRef="#ctx0" brushRef="#br0" timeOffset="218783.7271">24116 15640 0,'0'0'15,"0"41"1,0-1-1,40 0-15,0 0 0,-40 40 0,161 81 32,-1-1-17,-120-120 1,0 0-16,1 0 16</inkml:trace>
  <inkml:trace contextRef="#ctx0" brushRef="#br0" timeOffset="219023.7123">24638 15761 0,'-121'0'16,"242"0"-16,-362-40 16,201 40-16,0 40 31,-41 120-16,41-80-15,40-39 0,-40 159 32,0-160-32,40 0 0,0 40 15,0-39-15,0-1 16</inkml:trace>
  <inkml:trace contextRef="#ctx0" brushRef="#br0" timeOffset="219363.6918">25280 15520 0,'0'0'16,"-81"0"-16,-79 80 31,160 1-31,-80 79 16,80-120-16,-41 0 0,41 81 15,81-81-15,-41 40 16,-40-40-16,80 0 0,40 40 31,-79-80-31,-1 0 0</inkml:trace>
  <inkml:trace contextRef="#ctx0" brushRef="#br0" timeOffset="219673.604">25721 15921 0,'40'0'0,"-40"-40"0,80 40 32,1 0-17,-41 0-15,0 40 16,-40 0-16,0 81 16,-201-1-1,121-40 1,120-80 15,0-40-31,0 40 0,1 0 16,-1 0-16,0 0 15,0 0-15,0 0 0,0 0 16,0 0-16,0 0 16,1 0-16,-1 0 0</inkml:trace>
  <inkml:trace contextRef="#ctx0" brushRef="#br0" timeOffset="219923.6027">26524 15560 0,'0'-40'15,"0"80"-15,40-80 16,-40 80-16,40-40 0,-40 40 15,0 0-15,0 1 16,40-1-16,-40 0 0,40 0 0,-40 0 0,0 40 16,0-40-16,0 0 0,0 1 15,0-1-15,-40 0 0,40 0 0,-80 0 0,40 0 16,-1-40-16,41 40 16,-40-40-16,0 40 0,0-40 0,0 0 15</inkml:trace>
  <inkml:trace contextRef="#ctx0" brushRef="#br0" timeOffset="239532.4412">18338 15921 0,'0'40'15,"0"-80"-15,40 80 31,0-40-31,0 0 16,0 0-16,0-40 16,1 40-16,-1 0 0,0 0 0,0 0 15,0-40-15,0 40 16,0 0-16,-40-40 0,40 40 0,1-40 16,-41 0-1,40 40 1,-40-40-16,0 0 0,-81 40 15,81-41-15,-40 41 16,-40 0-16,40 0 0,0 0 16,0 0-16,0 0 15,-1 41-15,1-41 0,0 40 0,0-40 16,40 40 0,0 0-16,0 0 0,0 0 15,0 0-15,0 0 0,40 0 0,-40 1 16,0-1-1,40-40-15,-40 40 0,40-40 16,1 0 0,-1 0-16,0 0 0,0 0 0,0 0 15,0 0-15,0 0 16,0 0-16,1 0 0,-1 0 0,-40-40 0,40 40 16,0 0-16,0 0 0</inkml:trace>
  <inkml:trace contextRef="#ctx0" brushRef="#br0" timeOffset="240112.3914">19261 15320 0,'0'0'16,"40"-40"-1,0-1 1,0 1-1,40-40 1,-80 40 0,40 0-1,-40 0 1,0 0 0,-40 40-1,40 40 16,0 0-15,0 0-16,-40-40 0,40 40 16,0 0-16,0 0 0,0 0 0,0 1 15,0-1 1,0 0-16,0 0 0,0 0 16,0 0-16,0 0 15,-40-40 1,0 0-16,0 0 15,0 0-15,0 0 16,-1 0-16,1 0 0,0 0 16</inkml:trace>
  <inkml:trace contextRef="#ctx0" brushRef="#br0" timeOffset="240352.3733">19381 14678 0,'0'-40'16,"-40"40"-16,40-40 31</inkml:trace>
  <inkml:trace contextRef="#ctx0" brushRef="#br0" timeOffset="240972.3955">19822 14678 0,'0'40'0,"0"0"94,0 0-94,0 0 0,0 0 15,0 1-15,0-1 0,0 0 0,0 0 16,0 0-16,0 0 15,0 0-15,0 0 0,-40 0 16,0-40 0,40-40 15,0 0-31,0 0 0,0 0 16,0 0-16,40 0 0,-40 0 0,0 0 0,40-1 15,-40 1-15,0 0 16,41 40-16,-41-40 0,40 40 47,0 0-32,-40 40-15,40 0 16,-40 0-16,40 1 16,-40-1-16,40 0 0,-40 0 0,0 0 15,0 0-15,0 0 0,0 0 0,0 0 16,0 1-1,0-1-15</inkml:trace>
  <inkml:trace contextRef="#ctx0" brushRef="#br0" timeOffset="241212.3811">19782 14878 0,'0'0'0,"0"-40"16,40-80-1,161 40 17,-121 40-32,1 40 15,-41 0-15,80 0 31,-120 40-31</inkml:trace>
  <inkml:trace contextRef="#ctx0" brushRef="#br0" timeOffset="241472.3185">19742 15600 0,'0'40'16,"40"-40"-1,0-40-15,41 0 16,-41 40-16,0 0 16,-40-40-16,40 40 0,0 0 0,0-40 0,0 40 15,1-40-15,-1 40 0,0 0 0,0-40 0,0 40 16,0 0-1,0 0-15,-40-40 0</inkml:trace>
  <inkml:trace contextRef="#ctx0" brushRef="#br0" timeOffset="241852.268">20023 15761 0,'-40'40'15,"80"-80"-15,-40 40 32,40 0-32,-40-40 15,40 40-15,-40-40 0,40 40 16,1 0 0,-1 0-16,0 40 15,-40 0-15,0 0 16,0 0-1,-40-40-15,40 40 0,-40 0 0,-41 0 16,81 0 0,-40-40-16,80 0 31,0 0-15,-40-40-16,41 40 0,-41-40 0,40 40 0,0 0 15,0 0-15,-40-40 16,40 40-16,-40-40 0,40 40 0,0 0 0,-40-40 15,0 40-15,40 0 0,1 0 16,-41-40-16</inkml:trace>
  <inkml:trace contextRef="#ctx0" brushRef="#br0" timeOffset="242532.2451">20585 14919 0,'40'0'0,"-80"0"0,80 0 62,0 0-62,0 40 16,0 0-16,-40 0 15,0 0-15,0 0 0,0 0 16,0 0 0,0 0-16,-40-40 0,40 41 15,0-1 1,0-80 0,0 40-16,40-41 15,41-39 1,-81 40-16,40 0 0,0 40 0,0-40 0,0 0 15,0 0-15,-40 0 0,40 40 16,-40-41-16,40 41 0,1 0 31,-41 41-15,0-1-16,0 0 0,40 0 16,-40 0-16,0 0 15,40-40-15,-40 40 0,0 0 0,40-40 16,-40 40-1,40-40-15,-40 41 16,40-41 0,0 0-16,0 0 0,-40-41 15,41 41-15,-41-40 16,40 40-16,0-40 0</inkml:trace>
  <inkml:trace contextRef="#ctx0" brushRef="#br0" timeOffset="243882.1681">27406 15721 0,'0'40'0,"40"-40"47,-40 40-47,41-40 15,39 0-15,-40 0 0,0 0 16,0-40-16,0 40 0,0 0 0,1-40 0,-1 40 16,0-40-1,0 40-15,-40-41 0,0 1 16,0 0-1,-40 0-15,0 40 0,-41 0 16,41 0 0,0 0-16,0 0 0,0 0 0,0 0 15,0 40-15,0-40 16,40 40-16,-41-40 0,41 40 0,-40 1 0,0-1 16,40 0-16,0 0 15,0 0-15,0 0 16,40 0-16,0 0 15,1-40-15,-41 40 16,40-40-16,0 0 0,0 0 0,-40 41 16,40-41-16,0 0 15,0-41-15,0 1 0</inkml:trace>
  <inkml:trace contextRef="#ctx0" brushRef="#br0" timeOffset="244402.1628">28169 15119 0,'-40'0'16,"80"0"-16,-40 0 31,40 0-31,0-80 16,0 80-16,0-40 16,-40 0-16,0 0 15,0-41 16,-40 81-31,0 0 16,40-40 0,0 120 15,-40 81-15,40 39-1,0-119 1,0-41-16,0 80 15,0-80-15,0 0 16,-80-40 15,-1 0-31,1-80 16</inkml:trace>
  <inkml:trace contextRef="#ctx0" brushRef="#br0" timeOffset="244592.1776">28249 14598 0,'0'0'0,"-80"-40"16,80-41-1,80 81 1</inkml:trace>
  <inkml:trace contextRef="#ctx0" brushRef="#br0" timeOffset="245532.1206">28690 14718 0,'0'-40'78,"40"40"-47,-40-40-31,41 40 0,-1 0 16,0 0-16,0 0 16,0 0-16,-40 40 15,40 0 1,-40 0-16,0 0 15,0 0-15,0 0 16,-40-40-16,40 41 0,-40-1 0,0 0 16,0-40-1,40 40-15,-40-40 16,40-40 15,0 0 0,40 40-31,-40 40 16,40 0 0,-40 0-16,40 0 0,-40 0 0,0 0 0,40 0 15,-40 1 1,40-1-16</inkml:trace>
  <inkml:trace contextRef="#ctx0" brushRef="#br0" timeOffset="245952.0611">29413 14878 0,'-40'0'16,"80"0"-16,-121 0 16,81 41-1,-40-41-15,40 80 31,0-40-31,0 0 0,0 0 32,-40 0-32,0-40 15,40-40 1,0 0-16,0 0 16,0 0-16,0 0 0,40 40 15,-40-40-15,0-1 16,40 41-16,-40-40 0,0 0 15,40 40 1,1 40 15,-41 0-31,40-40 0,-40 81 16,0-41-16,40 0 0,-40 0 0,0 0 16,0 0-16,40 0 15,-40 0-15,0 1 16</inkml:trace>
  <inkml:trace contextRef="#ctx0" brushRef="#br0" timeOffset="246162.0839">29292 14838 0,'-80'-80'16,"80"40"-1,80 40 1,-40-40-16,1 40 0,-1 0 0,0-40 16,0 40-16,0 0 0,0 0 15,40 0-15,-39 0 0,-1-40 0,0 40 16,0 0-16</inkml:trace>
  <inkml:trace contextRef="#ctx0" brushRef="#br0" timeOffset="246452.0328">28891 15681 0,'-40'0'16,"80"0"-16,0 0 31,0-41-31,0 41 16,161-40-1,-40 0 1,-121 40-16,0 0 16,0-40-1,0 40-15</inkml:trace>
  <inkml:trace contextRef="#ctx0" brushRef="#br0" timeOffset="246792.0454">29212 15801 0,'40'0'31,"-80"0"-31,120 0 0,-40 0 15,1 0 1,-1 0 0,0 0-16,-40 40 31,0 0-31,0 0 0,-40-40 16,40 40-16,0 0 15,-40-40-15,80 0 47,0 0-31,0 0-16,0 0 0,-40-40 0,40 40 15,0 0-15,0 0 16,1-40-16,-41 0 16</inkml:trace>
  <inkml:trace contextRef="#ctx0" brushRef="#br0" timeOffset="247332.013">29854 15119 0,'0'0'16,"0"-40"-1,40 40 1,0 40 15,0-40-31,41 80 31,-81-40-31,0 1 0,0-1 16,0-80 15,40-1-31,-40 1 16,80 0-16,-80 0 0,40 40 15,0-40-15,0 40 0,-40-40 0,0 80 32,0 0-17,0 0 1,0 0-16,0 0 0,0 1 0,0-1 16,81 0-16,-81 0 15,40 0 1,0-40-16,0 40 15</inkml:trace>
  <inkml:trace contextRef="#ctx0" brushRef="#br0" timeOffset="248431.9066">27446 17285 0,'0'-40'32,"0"0"-17,0-1 16,-40 41 32,80 0-63,1 0 94,-1 0 15,0 0-109,0 0 0,0 0 16,40 0-1,1 0-15,-41 0 0,0 0 0,0 0 16,0 0-16,0-40 0,0 40 0,0 0 16,1 0-16,-1 0 15,-40-40-15,40 40 0</inkml:trace>
  <inkml:trace contextRef="#ctx0" brushRef="#br0" timeOffset="248701.8813">27928 17004 0,'-40'-40'15,"80"80"-15,-120-80 16,40 40 15,40 40-15,0 0-1,0 0-15,0 0 0,0 0 0,0 1 16,-41-1-16,41 40 0,0-40 0,0 0 16,0 0-16,0 0 15,0 0-15,0 1 0,0-1 0,0 0 16</inkml:trace>
  <inkml:trace contextRef="#ctx0" brushRef="#br0" timeOffset="248991.8931">28450 16844 0,'0'0'16,"40"0"31,-40 80-47,40-80 0,-40 40 0,40 0 16,0 0-16,0-40 0,-40 40 15,40 0-15,0 0 0,-40 1 0,41-41 0,-41 40 16,40 0-16,0 0 15,-40 0-15,40-40 16</inkml:trace>
  <inkml:trace contextRef="#ctx0" brushRef="#br0" timeOffset="249241.8468">29092 16763 0,'0'0'0,"-40"0"0,-41 0 31,41 0-31,-40 41 16,40-1-16,0 0 16,-1 0-16,-79 120 15,0 41 16,-1-41-15,81-120 0,0-40-16,40 40 0</inkml:trace>
  <inkml:trace contextRef="#ctx0" brushRef="#br0" timeOffset="249551.8988">29252 16844 0,'0'0'0,"0"-40"0,0-1 16,0 82 15,-80-41-16,80 40-15,-80 160 32,40 1-17,80-41 1,80-80 0,-80-80-1,0 0-15</inkml:trace>
  <inkml:trace contextRef="#ctx0" brushRef="#br0" timeOffset="250001.8712">29734 17004 0,'-40'-40'15,"80"80"-15,-121-80 0,81 0 0,0 0 31,121-40-15,-1 80 0,-80 40-1,0 40 1,-40-40-16,-80 0 16,80 0-16,0 0 0,-80 40 31,40-80-31,40 41 15,40-41 1,0 0-16,0 40 31,0 0-15,-40 0 0,-80 0-1,80 0-15,-40-40 16,0 40-16,-40 0 15,-1-40 17,41-40-32</inkml:trace>
  <inkml:trace contextRef="#ctx0" brushRef="#br0" timeOffset="250261.7889">30336 16723 0,'0'40'31,"80"-40"-31,-80 41 0,40-41 0,-40 40 16,40-40-16,-40 40 15,40 0-15,-40 0 0,0 0 0,0 0 16,0 0-16,0 0 0,-40 0 15,40 1-15,-80-41 0,80 40 0,0 0 0,-80-40 16,80 40-16,-41 0 16,1 0-16,40 0 15,-40-40-15</inkml:trace>
  <inkml:trace contextRef="#ctx0" brushRef="#br0" timeOffset="250641.8167">30777 17205 0,'0'-41'16,"40"1"-16,0 0 0,40 0 31,1 0-31,-81 0 0,40-40 31,-40 40-31,-40 40 16,0 0 0,-41 40-1,-39 40 1,80 0 0,0 0-16,40 1 15,40 39 1,40-80-1,40 0 1,-39-80 15,-41 0-31,-40 0 0</inkml:trace>
  <inkml:trace contextRef="#ctx0" brushRef="#br0" timeOffset="251101.7182">31058 16563 0,'0'-40'16,"0"80"-16,0-160 31,40 79-31,40 1 16,-40-40-1,-80 80 1,0 40 15,0-40-31,40 40 31,0 0-31,0 41 16,0-41-16,0 0 16,0 80-1,0 41 1,0-121 0,-80 40-1,40-80-15,-41 40 16,41-40-16,0 0 15,40-40 1</inkml:trace>
  <inkml:trace contextRef="#ctx0" brushRef="#br0" timeOffset="251321.7002">31258 15961 0,'-40'40'16,"0"-40"-16,0 0 16,40-40-1</inkml:trace>
  <inkml:trace contextRef="#ctx0" brushRef="#br0" timeOffset="251881.7417">31539 16162 0,'0'0'0,"-40"0"16,40-40-16,0 0 15,80 40 1,-39-40-16,-1 40 16,0 0-16,0 0 15,0 0-15,-40 40 0,0 0 16,40 0-16,-40 0 16,0 0-16,-80 0 15,40 0-15,0 0 16,0 0-16,-1-40 15,41 41-15,41-41 32,-1 0-17,0 0-15,0 0 16,0 0-16,0 0 16,-40 40-16,0 0 15,-40-40 1,40 40-16,-80-40 0,40 40 0,0-40 15,-1 40-15,1-40 0,0 40 16,0-40-16,0 40 0,0-40 16,0 0-16,40-40 15</inkml:trace>
  <inkml:trace contextRef="#ctx0" brushRef="#br0" timeOffset="252331.7131">32021 16162 0,'0'0'0,"-40"40"16,40 0-16,0 0 15,0 0-15,0 0 0,0 0 16,0 1-16,0-1 0,0 0 15,0 0 17,-40-40-17,40-80-15,0 40 16,0-1-16,0 1 0,40 40 0,-40-40 16,40 0-16,-40 0 15,80 0-15,-80 0 0,40 0 0,0 0 16,0 40-16,-40-40 0,41 40 15,-41 40 17,0 0-32,0 0 0,0 0 15,40-40-15,-40 40 0,0 0 0,0 0 16,0 0-16,0 0 16,0 1-16,0-1 0,0 0 15,0 0 1</inkml:trace>
  <inkml:trace contextRef="#ctx0" brushRef="#br0" timeOffset="252571.6595">32021 16122 0,'0'0'16,"-40"-40"-16,120 0 16,40 40 15,-80 0-31,121 0 16,-121 0-16,40 40 15</inkml:trace>
  <inkml:trace contextRef="#ctx0" brushRef="#br0" timeOffset="252941.6763">31700 16884 0,'-40'0'15,"80"0"-15,-80 40 0,0-40 16,80 0 0,0 0-1,0 0-15,0 0 0,0 0 16,0-40-16,0 40 16,1-40-16,-1 40 0,0 0 0,0 0 0,0 0 15,0 0-15,0 0 16,0 0-16,1 0 0,-1 0 15,0 0 1,-40-40 0,-40 40 62</inkml:trace>
  <inkml:trace contextRef="#ctx0" brushRef="#br0" timeOffset="253821.5503">31981 17084 0,'0'0'0,"40"0"62,0 0-46,0 0-16,0 0 0,0 0 15,-40 40-15,40-40 16,1 0-16,-41 40 16,0 1-1,-41-1-15,41 0 16,-40-40-16,40 40 0,-40-40 0,0 0 16,0 40-1,0-40-15,80 0 63,40 0-63,-40 0 15,0 0-15,1 0 0,-1 0 16,0 0-16,0 0 16,0 0-16,-40-40 0,40 0 31</inkml:trace>
  <inkml:trace contextRef="#ctx0" brushRef="#br0" timeOffset="255621.5164">32583 16563 0,'40'0'235,"0"0"-220,-80 0-15,40-40 32,40 40 202,0 0-218,0 0-16,0 0 31,-40 40-16,0 0-15,0 0 16,-40 0-16,40 0 0,-40 0 16,0 1-1,40-1-15,-40-40 16,40 40-16,0-80 31,0 0-31,40-1 16,0 1-1,-40 0-15,40 0 0,0 40 0,0-40 16,1 0-16,-1 40 16,-40-40-16,40 40 0,0 0 15,-40 40 17,40-40-32,-40 40 0,0 0 15,0 0-15,40 0 16,-40 0-16,0 1 15,40-1 1</inkml:trace>
  <inkml:trace contextRef="#ctx0" brushRef="#br0" timeOffset="256491.4644">33225 15841 0,'-40'0'16,"40"40"-16,0 0 109,40 0-93,0 0-16,-40 1 16,40-41-1,-40 40-15,0 0 0,40-40 16,-40 40-16,0 0 15,0 0-15,0 0 0,0 0 16,0 0 0,0 0-16,0 1 0,0-1 15,0 0-15,0 0 0,0 0 16,0 0-16,0 0 16,0 0-16,0 0 0,0 1 0,0-1 15,0 0 1,0 0-16,0 0 0,0 0 15,0 0-15,0 0 16,0-40-16,0 40 0,0 0 16,-40-40-16,40 41 0,0-1 15,-40-40-15,40 40 0,-40 0 16,40 0-16,0 0 0,-40-40 0,40 40 16,0 0-16,-41 0 15,41 1-15,0-1 0,0 0 0,0 0 16,-40 0-1,0 0-15,40 0 0,-40-40 0,0 40 16,0 0-16,0-40 16,40 40-16,-40-40 0,-1 0 0</inkml:trace>
  <inkml:trace contextRef="#ctx0" brushRef="#br0" timeOffset="258941.3172">2327 18047 0,'40'0'110,"1"0"-79,-1 0-31,-40-40 0,40 40 0,0 0 16,0-40-1,0 40-15,-40-41 0,40 41 0,0 0 16,1 0-16,-1-40 0,0 40 0,0 0 16,0 0-16,0 0 0,0 0 15,0 0-15,1 0 0,-1 0 16</inkml:trace>
  <inkml:trace contextRef="#ctx0" brushRef="#br0" timeOffset="259211.2447">2608 18408 0,'-40'40'16,"80"-80"-16,-120 80 15,120-40 17,0 0-32,0 0 15,0 0-15,1 0 0,-1-40 0,0 40 16,0 0-16,0 0 15,0 0-15,0-40 0,41 40 0,-81-40 0</inkml:trace>
  <inkml:trace contextRef="#ctx0" brushRef="#br0" timeOffset="260451.1851">5899 17967 0,'0'0'0,"0"-41"16,0 1 0,0 0 15,0 80 16,0 0-47,0 1 15,0-1-15,0 0 0,0 0 16,0 0-16,0 0 0,0 0 16,0 0-1,0 0-15,40-40 0,-40 41 0,40-1 16</inkml:trace>
  <inkml:trace contextRef="#ctx0" brushRef="#br0" timeOffset="260761.1342">5778 18688 0,'0'0'0,"40"0"0,0 0 63,1 0-48,-1-40-15,0 40 0,40-40 0,-40 40 0,0-40 16,0 40-16,41-40 0,-41 40 16,0-40-16,0 40 0,0 0 0,0 0 0,0-40 15,1 40-15,-1 0 0</inkml:trace>
  <inkml:trace contextRef="#ctx0" brushRef="#br0" timeOffset="261231.1801">6420 18769 0,'40'0'16,"-80"0"31,0 0-16,40 40-31,-40-40 0,0 40 15,0 0-15,0-40 16,40 40-16,0 0 31,40-40-15,0 0-16,0 0 16,0 0-1,0-40-15,0 40 0,0 0 16,1 0-16,-1-40 15,0 40-15,0-40 0,0 40 0,0 0 16</inkml:trace>
  <inkml:trace contextRef="#ctx0" brushRef="#br0" timeOffset="261551.1188">6581 18648 0,'0'40'31,"0"1"32,0-1-48,0 40-15,0-40 0,0 0 0,0 0 16,0 0-16,0 0 0,0 1 16,0-1-16,0 0 0,0 0 15</inkml:trace>
  <inkml:trace contextRef="#ctx0" brushRef="#br0" timeOffset="262121.0533">7423 17806 0,'-40'0'0,"0"0"16,40-40-1,-40 40 17,0 0-17,40 40-15,-40-40 0,40 40 0,-40 0 16,-1 0-16,41 1 16,-40-1-16,40 0 0,0 0 0,-40 40 0,40-40 15,0 0-15,0 0 16,0 1-16,40-1 0,-40 0 0,81 0 0,-41 0 15,0-40-15,0 40 0,0 0 16,0-40-16,0 0 0,1 0 0,-1 40 0,0-40 16,0 40-16,0-40 15,0 0-15</inkml:trace>
  <inkml:trace contextRef="#ctx0" brushRef="#br0" timeOffset="265120.8715">12399 16884 0,'-40'0'0</inkml:trace>
  <inkml:trace contextRef="#ctx0" brushRef="#br0" timeOffset="265300.8637">12840 16001 0,'-40'0'16</inkml:trace>
  <inkml:trace contextRef="#ctx0" brushRef="#br0" timeOffset="266050.8178">9871 16844 0,'-40'40'0</inkml:trace>
  <inkml:trace contextRef="#ctx0" brushRef="#br0" timeOffset="267300.7469">8467 17967 0,'0'-41'62,"0"1"-46,0 80 77,0 41-77,0-41-16,0 0 16,0 0-16,0 40 0,0-40 0,0 0 0,0 41 15,0-41-15,0 0 0,0 0 0,0 0 0,0 0 16,-40-40-16,40 40 16,0 0-16,0 0 0</inkml:trace>
  <inkml:trace contextRef="#ctx0" brushRef="#br0" timeOffset="267890.7066">9430 18328 0,'-40'0'0,"-1"0"16,1 0-1,0 0 1,0 0 0,80 0 31,40 0-32,-39 0 1,-1 0-16,0 0 0,40 0 0,-40 0 0,40 0 15,-39 0-15,-1 0 16,40 0-16,-40 0 0,0 0 0,0 0 0,0 0 16,1 0-16,-1 0 0,0 0 0,0 0 15</inkml:trace>
  <inkml:trace contextRef="#ctx0" brushRef="#br0" timeOffset="268240.2616">9751 18007 0,'0'0'0,"-40"0"31,40 40 32,40 0-47,-40 0-1,0 0-15,40 0 0,-40 0 0,0 0 16,0 1-16,0-1 15,0 0-15,0 0 0,0 0 0,0 0 16,0 0-16,0 0 0,0 0 0,0 0 16,0 1-16</inkml:trace>
  <inkml:trace contextRef="#ctx0" brushRef="#br0" timeOffset="269350.2685">16131 16924 0,'-40'0'0,"40"40"0,-40-40 250,40-40-250</inkml:trace>
  <inkml:trace contextRef="#ctx0" brushRef="#br0" timeOffset="272850.0601">10674 18047 0,'40'0'15,"0"0"1,-80 0 109,40 40-125,-40-40 16,40 40-1,-41-40-15,41 40 0,-40-40 16,40 40-16,-40-40 0,40 40 16,-40-40-16,40 40 0,0 1 0,0-1 15,0 0 1,40-40-16,-40 40 0,40-40 15,-40 40-15,40-40 0,1 0 16,-41 40-16,40-40 0,0 0 16,0 0-16,0 0 0,0 0 15,0 0 1,1 0-16,-1-40 16,-40 0-1,40 40-15,-40-40 0,0 0 16,0 0-1,0-1-15,0 1 16,-40 40-16,40-40 16,-40 40-16,-1-40 15,1 40-15,0-40 32,0 40-32,0 0 15,40 40 16,-40-40-31,40 40 16</inkml:trace>
  <inkml:trace contextRef="#ctx0" brushRef="#br0" timeOffset="273179.9984">11637 18167 0,'0'0'0,"40"0"63,0 0-63,0 0 15,0 0-15,0 0 16,0 0-16,1 0 0,-1 0 16,0 0-16,0 0 0,0 40 0,0-40 0,0 0 15,0 0 1,1 0-16,-1 0 0,0 0 0,0 0 16,0 0-16,0-40 15,0 40-15</inkml:trace>
  <inkml:trace contextRef="#ctx0" brushRef="#br0" timeOffset="273550.0155">12078 18007 0,'-40'-40'31,"40"-1"-31,0 1 31,0 80 0,0 1-15,0-1-16,0 0 0,0 0 0,0 0 16,0 0-1,0 0-15,0 0 0,0 0 0,0 1 0,0-1 16,0 0-16,0 0 0,40-40 16,-40 40-16,40 0 0</inkml:trace>
  <inkml:trace contextRef="#ctx0" brushRef="#br0" timeOffset="275489.8481">13763 17766 0,'-40'0'63,"0"0"-48,0 0 173,40 80-173,-40-40 1,40 0-16,0 1 0,0-1 0,-40 0 16,40 0-16,0 0 15,0 40-15,-40-40 0,40 0 0,0 1 0,0-1 16,0 0-16,0 0 15,0 0-15,0 0 16</inkml:trace>
  <inkml:trace contextRef="#ctx0" brushRef="#br0" timeOffset="276029.7951">14285 18207 0,'0'0'0,"40"0"31,0 0-31,-40-40 0,40 40 0,0 0 16,1-40-16,-1 40 15,0-40-15,-40 0 0,40 40 0,-40-40 32,0 0-17,-40-1 1,0 41-1,0 0 1,40-40-16,-41 40 0,1 0 16,0 0-16,0 0 0,40 40 0,-40-40 15,40 41-15,-40-41 0,40 40 16,-40 0-16,0 0 0,40 0 16,-41 0-16,41 0 15,0 0-15,0 0 16,0 1-1,0-1-15,41 0 16,-1 0-16,0-40 16,0 40-16,0-40 15,0 0-15,0 0 0,0 0 0,1 0 16,-1-40-16</inkml:trace>
  <inkml:trace contextRef="#ctx0" brushRef="#br0" timeOffset="276589.7602">15168 17445 0,'40'0'47,"0"-40"-31,0 0-16,0 40 0,-40-40 15,40 0 1,-40 0 0,0 0-16,0-1 15,-40 82 32,40-1-47,0 0 16,0 0-16,0 0 15,0 0-15,0 0 0,0 0 0,0 0 16,0 1-16,0-1 0,0 0 31,0 0-31,0 0 16,0 0-16,-40 0 16,0 0-16,0-40 15,0 40 1,0-40-16,0 0 0,-1 40 0,1-40 15,0 0-15,0 41 0,0-41 0</inkml:trace>
  <inkml:trace contextRef="#ctx0" brushRef="#br0" timeOffset="276829.8193">15409 17004 0,'0'0'16,"-41"0"-16</inkml:trace>
  <inkml:trace contextRef="#ctx0" brushRef="#br0" timeOffset="277899.7551">16051 17245 0,'0'0'0,"0"-40"141,40 40-141,0 0 15,0 0 1,0 0 15,0 0-15,0 40 0,-40 0-1,0 0-15,0 0 16,-40 0-1,40 0-15,0 0 0,-40 0 0,0 1 16,0-41-16,40 40 0,-40-40 0,0 0 16,40 40-16,-41-40 15,82-40 32,-1 40-31,0 0-16,0-40 15,0 40-15,0 0 0,0 0 16,0 0 0,1 0-16,-1 0 15,0 0 1,0 0-16</inkml:trace>
  <inkml:trace contextRef="#ctx0" brushRef="#br0" timeOffset="278439.7226">16733 17285 0,'0'-40'31,"0"80"-15,0 0 0,0 0-16,0 0 0,0 0 15,0 0-15,0 0 16,0 1-16,-40-41 0,40 40 0,-41 0 16,41 0-16,-40-40 15,40 40-15,0-80 47,40 0-47,-40 0 0,41 0 16,-41-1-16,0 1 0,0 0 15,40 0-15,-40 0 0,0 0 16,40 40-16,-40-40 16,0 0-16,40 40 15,0 0 16,-40 40-31,0 0 16,40 0 0,-40 0-16,0 0 0,0 0 15,40 0 1,-40 1-16,0-1 31,40-40-31</inkml:trace>
  <inkml:trace contextRef="#ctx0" brushRef="#br0" timeOffset="278689.6361">16612 17325 0,'-40'0'16,"40"-40"-16,0 0 16,40 40-16,-40-40 0,40-1 15,41 41-15,119-80 16,1 40 15,-161 120-31</inkml:trace>
  <inkml:trace contextRef="#ctx0" brushRef="#br0" timeOffset="279029.6879">16372 18047 0,'0'40'0,"40"-40"31,-40-40-15,40 40-16,-40-40 0,40 40 15,0 0-15,0 0 0,-40-40 0,40 40 16,0 0-16,1-41 0,-1 41 16,0 0-1,0 0-15,0-40 0,0 40 0,0 0 16,0-40-16,1 40 16</inkml:trace>
  <inkml:trace contextRef="#ctx0" brushRef="#br0" timeOffset="279429.6114">16693 18127 0,'0'0'0,"-41"40"0,1-40 16,121 0 15,-41 0-31,0 0 31,0 0-31,-40 40 16,0 0 0,0 0-16,-40-40 15,0 41 1,40-1-1,40-40 17,0 0-17,0 0-15,0-40 0,0 40 16,0 0-16,-40-41 0,41 41 0,-1-40 0,0 40 16,0 0-1,-40-40-15,40 40 0</inkml:trace>
  <inkml:trace contextRef="#ctx0" brushRef="#br0" timeOffset="280109.5496">17335 17566 0,'0'0'0,"40"0"16,0-41-16,0 41 31,0 0-16,0 41 1,0 79 0,-40-80-1,0-80 32,0 0-31,0 0-1,40 40-15,-40-40 0,41 40 0,-41-41 16,40 1-16,0 40 16,0 0-1,-40 40 1,0 1-16,0-1 16,0 0-16,40-40 0,-40 40 0,0 0 15,0 0 1,0 0-16,0 0 0,40 0 15,0-40-15,0 0 16,1 0-16</inkml:trace>
  <inkml:trace contextRef="#ctx0" brushRef="#br0" timeOffset="281799.5219">19020 18328 0,'0'-41'31,"40"41"0,-40-40-31,40 40 16,0 0-1,0 0-15,1 0 0,-1 0 16,40 0-16,-40-40 0,0 40 0,40 0 0,-39 0 16,-1 0-16,40 0 0,-40-40 15,0 40-15,0 0 0,0 0 0,1 0 16,-1 0-16</inkml:trace>
  <inkml:trace contextRef="#ctx0" brushRef="#br0" timeOffset="282099.5026">19542 18007 0,'0'0'16,"0"-40"-16,0-1 15,0 82 32,0-1-47,0 0 0,0 0 16,0 0-16,-41 0 16,41 0-16,0 0 0,0 0 0,0 1 0,0-1 15,0 0-15,0 0 16,0 0-16,0 0 0,0 0 15,0 0-15,0 0 16</inkml:trace>
  <inkml:trace contextRef="#ctx0" brushRef="#br0" timeOffset="282549.4019">20625 18007 0,'0'-40'16,"0"80"-16,0-121 16,-40 41-16,0 40 31,-41 81-16,41 79 1,0-40 0,120-80-1,81 1 1,-121-41-16,0 0 0,40-81 31,-39 81-31,-1-40 0,-40 0 0,40-80 31,-40 80-31,-80-41 16,-81 81 15,161-40-31,-40 40 0,0 0 0,0 0 32</inkml:trace>
  <inkml:trace contextRef="#ctx0" brushRef="#br0" timeOffset="282879.4059">21508 17405 0,'80'0'32,"-80"40"-17,40 0-15,0-40 0,0 40 16,0 41-16,-40-41 0,41 0 0,-41 40 0,0-40 15,0 40-15,0-40 0,-41 41 0,1-41 0,0 40 16,-40-40-16,0 40 16,-1-40-16,1 1 0,0-1 0,0 0 0,-1 0 15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12:27.6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5457 1764 0,'0'40'0,"0"-80"31,0 0-16,40 40-15,0-40 0,1 40 16,-1 0 0,0 0-16,0 0 0,0 40 15,0 0-15,-40 0 0,40 40 16,-40-40-16,0 1 0,40 39 0,-40 0 0,0-40 16,0 0-16,0 40 15,0-39-15,0-1 0,0 40 0,-40-40 16,40 0-16,-40 0 0,40-80 31,0 0-31,0 0 0,40-40 0,-40 40 16,40-1-16,-40-39 15,41 0-15,-41 40 0,40-40 0,0-1 0,0 41 16,-40-40-16,40 40 0,0 0 16,0 0-16,0 0 0,-40 0 0,41 0 0,-1-1 15,0 41-15,-40-40 16,40 40-16,-40-40 0,-40 40 31,0 0-15,0 0-16,40 40 0,-41-40 0,1 40 0,0 1 15,-40-1-15,40 0 16,0 40-16,40-40 0,-40 0 0,40 0 0,0 40 16,0-39-16,0-1 0,0 0 15,40 0-15,-40 0 0,40-40 0,0 40 16,0-40-16,40 0 0,-40 40 0,1-40 0,39 0 15,-40 0-15,40 0 16,-40 0-16,41 0 0,-41-40 0,40 40 0,-40-40 16</inkml:trace>
  <inkml:trace contextRef="#ctx0" brushRef="#br0" timeOffset="220.0621">7142 1443 0,'-120'80'16,"80"-80"-16,0 41 0,-40 79 16,39-40-1,41 121 1,81-41 15,-41-120-31,80 40 16,-40-80-16</inkml:trace>
  <inkml:trace contextRef="#ctx0" brushRef="#br0" timeOffset="579.9828">7504 1724 0,'0'40'31,"0"0"-31,0 0 16,0 0-16,0 0 16,40 1-16,-40-1 0,0 0 15,0 0 1,80-40 0,-80-40-1,0 0-15,40 0 0,-40-1 0,80 1 16,-39 0-16,-1 40 0,-40-40 0,40 40 15,0 0 1,0 0-16,0 0 16,-40 40-16,40-40 15,-40 80-15,0-39 16,0-1-16,0 0 16,0 0-16,0 0 0,0 0 15</inkml:trace>
  <inkml:trace contextRef="#ctx0" brushRef="#br0" timeOffset="860.0244">8346 1483 0,'40'0'15,"-80"0"-15,241-40 16,-161 40-16,0 40 16,0 41-1,41 119 17,-41-40-32,-161 81 31,-39-40-16,80-121-15</inkml:trace>
  <inkml:trace contextRef="#ctx0" brushRef="#br0" timeOffset="1190.0012">9550 1804 0,'0'0'16,"0"-40"-1,120-40 17,121 40-17,-40 0 1,-161 40 0,0 0-16</inkml:trace>
  <inkml:trace contextRef="#ctx0" brushRef="#br0" timeOffset="1339.9516">9630 2366 0,'-40'40'16,"80"-80"0,41 0-16,-1-41 15,0 41-15,121-40 16,-201 40-16,40 0 0</inkml:trace>
  <inkml:trace contextRef="#ctx0" brushRef="#br0" timeOffset="16219.0439">12680 1122 0,'0'-40'0,"0"0"16,-40 40-1,40 40 17,0 0-32,0 0 0,0 1 15,0-1-15,0 0 16,0 0-16,0 0 0,0 0 16,0 0-16,40 0 0,-40 0 0,0 1 15,40-1-15,-40 0 16,40 0-16,-40 0 0,0 0 0,40 0 15</inkml:trace>
  <inkml:trace contextRef="#ctx0" brushRef="#br0" timeOffset="16509.0832">12158 2566 0,'-40'40'32,"80"-80"-32,-80 40 31,80-40-31,121 0 16,-41-40-1,-80 80-15,241-121 16,-160 81-16,-81 40 0,160-40 31,-160 40-31,41-40 0,-41 40 0,40 0 16</inkml:trace>
  <inkml:trace contextRef="#ctx0" brushRef="#br0" timeOffset="16889.0587">12921 2807 0,'-40'0'16,"80"0"-16,-161 0 0,121-40 15,-80 40 1,40 40 0,-121 40-1,81 0 1,40-40-16,-40 81 15,40-81-15,40 0 16,40-40 15,0 0-15,0-40 0,121 40-1,79 0 1,1-40-1,-40 0 17</inkml:trace>
  <inkml:trace contextRef="#ctx0" brushRef="#br0" timeOffset="17148.9885">12840 2927 0,'-40'0'15,"80"0"-15,-120-40 0,80 0 0,-40 0 0,40 80 47,0 0-47,0 0 16,0 0-16,0 0 0,0 41 15,0-41-15,0 40 0,0 0 0,0 0 0,0-40 16,0 41-16,0-41 16,0 0-16,0 40 0,0-40 0,0 0 0,0 0 15,40 0-15,-40 1 16</inkml:trace>
  <inkml:trace contextRef="#ctx0" brushRef="#br0" timeOffset="17519.0216">14807 1283 0,'-40'0'0,"80"0"0,-201 40 31,121 0-31,40 0 0,-40 40 16,0 1-16,-81 239 15,81-199-15,0-41 0,0 201 16,40-201-16,120 160 31,-80-199-31,1-1 0,-1 0 0,321 0 31,-241-40-31</inkml:trace>
  <inkml:trace contextRef="#ctx0" brushRef="#br0" timeOffset="17868.926">15890 1684 0,'0'0'0,"0"-40"0,-40 40 16,40 40 15,-40-40-31,40 80 16,0-40-16,0 0 0,-40 0 0,40 41 0,0-41 15,0 40-15,0-40 0,0 40 0,0-40 0,0 0 16,0 41-16,0-41 15,0 0-15,0 0 0,40 0 0,-40 0 0,0 0 16,40-40-16,-40 40 0</inkml:trace>
  <inkml:trace contextRef="#ctx0" brushRef="#br0" timeOffset="18108.987">16652 2326 0,'41'0'31,"-41"-41"-31,80 41 16,-40 0-16,0 0 16,40 0-16,-40 0 0,1 0 0,39 0 0,-40 0 15,0 0-15,40 0 0,-40 0 0,1 0 0,-1 0 16,0 0-16,0 0 15,0 0-15,0 0 0,0 0 16,-40-40-16</inkml:trace>
  <inkml:trace contextRef="#ctx0" brushRef="#br0" timeOffset="18378.8956">17415 1965 0,'0'0'0,"-40"0"0,40-41 16,-40 41-1,40-40 17,-41 80-17,41 41-15,-40-41 0,0 200 31,40-199-31,-40 39 0,40 80 16,-40-120-16,40 161 16</inkml:trace>
  <inkml:trace contextRef="#ctx0" brushRef="#br0" timeOffset="23916.1518">18739 2446 0,'-40'0'0,"40"40"0,0 0 16,40-80 15,0 40-15,0-40-16,0 40 16,1 0-16,-1 0 0,0-40 0,0 40 0,0-40 15,0 40 1,-40-40-16,40 40 0,0 0 0,-40-41 15,0 1 1,-40 40-16,-40 0 16,40 0-16,0 0 0,0 0 15,0 0-15,-1 0 16,1 0-16,0 40 0,0-40 16,0 41-16,0-41 15,40 40-15,0 0 0,0 0 16,0 0-1,80-40-15,-80 40 0,40-40 0,-40 40 16,40-40-16,0 0 0,1 40 0,-1-40 0,0 0 16,0 40-16,0-40 15,0 40-15,0-40 0,0 0 0,1 0 0,-1 0 16</inkml:trace>
  <inkml:trace contextRef="#ctx0" brushRef="#br0" timeOffset="24394.8247">19863 1844 0,'-41'40'32,"82"-80"-17,-1 0 1,0 0 0,0 0-16,-40 0 15,0 0 1,0 0-16,0 0 15,-40 40 1,40 40 15,0 0-15,0 0-16,0 0 0,0 0 16,0 0-16,0 0 0,0 0 15,0 0-15,0 1 0,0-1 0,0 0 0,0 0 16,0 0-16,0 0 0,0 0 0,0 0 15,0 0-15,-40 1 16,40-1-16,-40 0 16,-1-40-1,1-40-15</inkml:trace>
  <inkml:trace contextRef="#ctx0" brushRef="#br0" timeOffset="24611.9976">19943 1283 0,'0'0'0,"-40"0"31</inkml:trace>
  <inkml:trace contextRef="#ctx0" brushRef="#br0" timeOffset="25051.9776">20585 1684 0,'0'40'16,"0"-80"-16,-80 160 15,80-80-15,-41 40 32,41 1-17,0-41 1,-40-40-16,80-40 31,-40 0-15,81-121-1,-41 121 1,-40 0 15,0 80-15,40 80-1,40 41 17,-40-1-17,0-39 1</inkml:trace>
  <inkml:trace contextRef="#ctx0" brushRef="#br0" timeOffset="25281.8816">20505 1724 0,'-41'0'15,"82"0"-15,-122 0 16,81-40-1,40 40 1,41-40 0,-41 40-16,0 0 0,40 0 0,-40-40 15,0 40-15,1 0 0,-1 0 0,0 0 0,0-40 16</inkml:trace>
  <inkml:trace contextRef="#ctx0" brushRef="#br0" timeOffset="25801.8492">21307 1684 0,'0'40'63,"0"0"-63,0 0 16,0 0-16,0 0 0,0 0 0,0 1 15,0-1 1,0 0-16,0 0 15,40-40 17,-40-40-32,40 40 0,-40-40 0,40 0 15,1-1-15,-1 41 16,-40-40-16,40 0 0,0 0 0,0 40 16,-40-40-1,40 40-15,-40 40 31,40-40-31,-40 40 0,40 0 16,-40 0-16,41 1 16,-41-1-16,0 0 0,0 0 0,40-40 15,-40 40-15,0 0 0,0 0 0,0 0 16,0 0 0</inkml:trace>
  <inkml:trace contextRef="#ctx0" brushRef="#br0" timeOffset="26151.8564">22631 1363 0,'0'0'0,"0"40"16,0 0-16,0 0 31,0 0-31,0 1 0,40-1 0,-40 0 15,41 40-15,-41-40 0,40 40 16,-40 0-16,0 1 0,0-1 0,0 0 0,0 0 16,-81 1-16,41 39 0,0-40 0,0 0 0,-40 0 15,0 41-15,39-41 16</inkml:trace>
  <inkml:trace contextRef="#ctx0" brushRef="#br0" timeOffset="36883.6289">2608 4451 0,'0'0'0,"0"-40"0,0 0 16,0 0 0,40 40 15,0 0-15,1 0-16,-1 40 0,0-40 15,-40 40-15,40-40 0,0 0 16,-40 80-16,0-40 0,40 0 15,-40 1 1,0-1-16,0 0 0,0 0 0,0 0 16,0 0-16,0 0 15,0-80 32,0 0-47,0 0 0,0 0 16,0 0-16,0 0 0,40-1 15,-40 1-15,0 0 0,0 0 0,81 0 0,-81 0 16,0 0-16,40 40 16,-40-40-16,40 40 0,0 0 0,0 40 15,0-40-15,-40 80 16,40-40-16,-40 0 0,40 40 0,-40-39 16,0-1-16,0 0 0,41 0 0,-41 0 15,0 0-15,0 0 16,40-40-16,-40 40 0,0 0 0,0 0 0,40 1 15,-40-1 1,40-40-16,0 0 31</inkml:trace>
  <inkml:trace contextRef="#ctx0" brushRef="#br0" timeOffset="37173.5406">3692 4571 0,'0'0'0,"0"-40"16,40 40-1,0-40 1,0 40-16,0 0 0,0-40 16,0 40-1,1 0-15,-1 0 0,0 0 0,40 0 0,-40 0 16,0 0-16,0 0 0,1 0 0,-1 0 0,0 0 16</inkml:trace>
  <inkml:trace contextRef="#ctx0" brushRef="#br0" timeOffset="37423.5406">3852 4972 0,'-40'41'16,"80"-82"-16,-120 122 15,160-81 1,-40 0 0,0-40-1,1 40-15,39 0 0,-40-41 0,0 41 0,40-40 16,-40 40-16,1-40 0,-1 40 0,40 0 0,-40 0 16,0-40-16</inkml:trace>
  <inkml:trace contextRef="#ctx0" brushRef="#br0" timeOffset="37883.5688">5377 4371 0,'0'0'0,"-80"0"31,40 0-31,40 40 47,0 0-47,-41-40 0,41 40 0,0 0 0,0 0 16,0 1-1,0-1-15,41 0 0,-1 0 0,0 0 16,0-40-1,0 0-15,0 0 0,0 0 0,0 0 16,1-40-16,-1 40 16,-40-40-16,40 40 0,0-40 0,-40 0 15,40 40-15,-40-41 0,0 1 16,0 0-16,0 0 0,0 0 0,0 0 16,-40 0-16,0 0 0,40 0 0,-40 40 15,0-41 1,-1 41-16,1 0 31,40 41-31,-40-1 16,40 0-1,0 0-15</inkml:trace>
  <inkml:trace contextRef="#ctx0" brushRef="#br0" timeOffset="38153.4801">6420 4892 0,'0'0'0,"-40"0"0,0 0 16,0 0-1,40 40 1,-80 81-1,39-81 1,41 40-16,0 0 31,-40-40-31</inkml:trace>
  <inkml:trace contextRef="#ctx0" brushRef="#br0" timeOffset="38413.5362">6942 4291 0,'-40'0'15,"80"0"-15,-120 0 0,80 40 31,-41 0-15,41 120 0,0 81-1,0 40 1</inkml:trace>
  <inkml:trace contextRef="#ctx0" brushRef="#br0" timeOffset="38643.4521">7263 5053 0,'-40'0'16,"40"40"15,-40 0-31,-41 120 31,1-79-15,40-41-16</inkml:trace>
  <inkml:trace contextRef="#ctx0" brushRef="#br0" timeOffset="39013.4272">8025 4291 0,'0'0'0,"40"0"16,1 0 15,-41 40-31,80-40 0,-80 80 15,0-40-15,0 0 16,0 0-16,0 0 0,0 1 0,-40-1 16,40 0-16,-40-40 15,40 40-15,-41 0 0,41 0 0,-40-40 16,80 0 15,1 0-31,-1 0 16,0 0-1,0 0-15,0 0 0,0 0 0,0 0 0,0 0 16,1 0-16,-1 0 0,0 0 16,0 40-16,0-40 0,0 0 0,0 0 0</inkml:trace>
  <inkml:trace contextRef="#ctx0" brushRef="#br0" timeOffset="39183.445">8988 4812 0,'0'40'47,"-40"-40"-47,40 40 0,-40 40 0,40-39 16,0-1-16,-40 0 15,0-40-15,40 40 0,-40 0 0,40 0 0,-40 0 16,-1 0-16,41 0 0,-40 1 0,0-1 16</inkml:trace>
  <inkml:trace contextRef="#ctx0" brushRef="#br0" timeOffset="39653.4249">9670 4170 0,'81'-40'15,"-162"80"-15,242-120 16,-121 80-16,0 0 31,40 80-15,-80 41-1,0-81 1,-40 40 0,40-40 15,40 0-15,1 0-16,-41 0 0,80 1 31,-40-1-31,-40 0 0,-40 80 31,0-120-31,-81 80 16,41-40-16,0 0 15,0 1-15,-241 39 0</inkml:trace>
  <inkml:trace contextRef="#ctx0" brushRef="#br0" timeOffset="46732.9638">3050 6978 0,'0'0'0,"0"-40"0,0 0 0,0-1 16,0 1-1,0 0-15,40 0 16,0 40-16,0 0 16,0 0-16,0 0 15,0 0-15,0 40 0,1 40 0,-1-39 16,0-1-16,-40 0 15,40 40-15,-40-40 0,0 40 0,0-40 0,0 41 16,40-1-16,-40-40 0,0 0 16,0 0-16,0 0 0,-40 0 0,40 0 0,0 1 15,-40-41-15,40-81 32,40 41-32,-40 0 0,0 0 15,40-40-15,-40 40 0,40 0 16,0-41-16,-40 41 0,41 0 0,-1 0 0,-40 0 15,40 0-15,-40 0 16,40 40-16,0 0 0,0 0 0,0 0 16,-40 40-16,40-40 0,-40 40 15,41 0-15,-41 0 0,0 0 0,40 0 0,-40 0 16,0 1-16,0-1 0,0 0 0,0 0 0,-81 0 16,81 0-16,0 0 15,0 0-15,0 0 0,0 1 16,41-41-1,-1 0-15,0-41 0</inkml:trace>
  <inkml:trace contextRef="#ctx0" brushRef="#br0" timeOffset="46953.0245">4334 7258 0,'0'-40'0,"0"80"0,-40-80 0,40-40 31,40 80-31,0-40 0,40 0 16,40 0-1,1 40 1,-1 40 15</inkml:trace>
  <inkml:trace contextRef="#ctx0" brushRef="#br0" timeOffset="47173.0112">4454 7579 0,'-40'0'16,"80"0"-16,-40 0 31,40 0-31,40 0 31,-39 0-31,39 0 16,-40 0-16,0 0 0,0 0 15,81 0 1,-1 0-16</inkml:trace>
  <inkml:trace contextRef="#ctx0" brushRef="#br0" timeOffset="47532.9895">5537 6898 0,'0'0'16,"-40"40"-1,-40 40 1,80 80 15,0-120-31,0 0 0,80 1 31,1-41-31,-41 0 0,0 0 0,80-81 16,-80 41-16,-40 0 16,40 40-1,-40-120 1,-80-41-1,0 81 17,40 80-32,80 0 31</inkml:trace>
  <inkml:trace contextRef="#ctx0" brushRef="#br0" timeOffset="47752.9761">6300 6697 0,'0'0'0,"-40"0"0,0 0 16,40 40-1,0 0 1,0 0-1,0 81 17,0-81-32</inkml:trace>
  <inkml:trace contextRef="#ctx0" brushRef="#br0" timeOffset="47902.8963">6220 7339 0,'0'40'0,"0"0"0,40-40 0,-40 80 31,0 40-16,-40-120-15,40 41 16,0-1-16,-81 40 16,41 0-1,0-40-15,-120 80 0</inkml:trace>
  <inkml:trace contextRef="#ctx0" brushRef="#br0" timeOffset="48752.9166">8748 7098 0,'0'0'0,"-41"0"0,1-40 0,-40-40 31,40 80-31,40-40 0,-40 0 16,80 40 0,-40 40-1,160 120 1,-119-120-1,-41 0-15,0 40 0,0-39 0,-81 39 32,41-40-32,-40-40 15,80-80-15,0 40 16,40-1-16,121-159 16,79-1 15,-119 121-16,-81 80 1,-80 0 15,-121 161-15,81 79 0,40 1-1,200-81 16,1-120-15,-1-40 0</inkml:trace>
  <inkml:trace contextRef="#ctx0" brushRef="#br0" timeOffset="49022.9002">9951 6817 0,'-80'0'16,"160"0"-16,-200 0 0,0 0 16,79 40-16,1 41 15,40-41-15,0 40 16,0-40-16,40 161 15,121-1 17,-121-160-32,0-40 0,0 40 0</inkml:trace>
  <inkml:trace contextRef="#ctx0" brushRef="#br0" timeOffset="49292.8118">10473 6898 0,'120'-41'16,"-240"82"-16,361-1 31,-241 0-31,40 80 16,-80 40 0,-161-39-1,161-121 1,0 0-16,40-80 15,-40 39-15,40-159 16,160 40 0,-39 39-1,-41 121-15</inkml:trace>
  <inkml:trace contextRef="#ctx0" brushRef="#br0" timeOffset="49502.8206">11316 6657 0,'0'0'15,"40"40"1,0 40-16,0 121 31,-40 39-15,-241 41-1,161-201 1,40-40-16,-40 41 16</inkml:trace>
  <inkml:trace contextRef="#ctx0" brushRef="#br0" timeOffset="49722.8069">12198 7018 0,'0'0'0,"81"-80"15,-41 80-15,40-81 16,-40 81-16,161-120 16,80 80-1,-121 40 16</inkml:trace>
  <inkml:trace contextRef="#ctx0" brushRef="#br0" timeOffset="49922.8468">12359 7459 0,'0'40'15,"0"-80"-15,0 120 16,40-80-16,0 0 15,0 0 1,241-80 0,120 0-1,-240 40 1,-81 0-16,0 40 0</inkml:trace>
  <inkml:trace contextRef="#ctx0" brushRef="#br0" timeOffset="50142.7665">14486 6376 0,'-81'0'16,"162"0"-16,-242 0 16,121 40-1,40 0 1,0 0-16,0 1 0,0-1 15,40 0-15,-40 0 16,40 0-16,-40 0 0,40 0 0,-40 0 0,81 0 16,-81 1-16,40-1 0,-40 0 15,0 0-15,40 0 0</inkml:trace>
  <inkml:trace contextRef="#ctx0" brushRef="#br0" timeOffset="50362.769">14205 7660 0,'-40'0'16,"80"0"-16,-80 40 0,-1-40 15,122-40-15,39-1 16,-80 41-16,161-80 16,-161 80-16,0 0 0,121 0 31,-121 0-31,160 0 15,-159 0-15,-1 0 0,80 0 16</inkml:trace>
  <inkml:trace contextRef="#ctx0" brushRef="#br0" timeOffset="50612.7328">14847 8020 0,'-161'81'31,"322"-162"-31,-362 162 0,161-41 0,0-40 0,-40 80 32,39-40-32,1 0 15,161-40 17,-41 0-32,81 0 15,-81 0-15,0-40 0,-40 40 16,81-40-16,-81 40 0,120 0 31,-120 0-31</inkml:trace>
  <inkml:trace contextRef="#ctx0" brushRef="#br0" timeOffset="50822.7748">15047 8020 0,'0'-40'0,"-40"40"15,40-40-15,-40 80 32,40 0-32,0 1 15,-40-1-15,40 0 0,0 0 0,-40 40 0,40-40 16,0 0-16,-40 41 0,40-41 16,0 0-16,0 0 0,0 0 0,0 0 15,0 0-15,0 0 16</inkml:trace>
  <inkml:trace contextRef="#ctx0" brushRef="#br0" timeOffset="51372.685">15930 6296 0,'0'0'0,"-40"0"0,0 0 0,0 0 15,0 0-15,0 0 0,-1 0 0,41 40 0,-40 0 16,0 40-16,0-40 0,40 1 16,-40 39-16,40 0 0,0 0 0,0 41 0,0-41 15,0 0-15,80 0 16,-40 0-16,0 1 0,1-1 0,-1-40 0,0 0 15,40 0-15,-40 0 0,0 0 16,41 0-16,-41-40 0,0 0 0,0 0 0,0 0 16</inkml:trace>
  <inkml:trace contextRef="#ctx0" brushRef="#br0" timeOffset="51592.672">16693 6777 0,'-41'0'32,"82"0"-32,-82 40 0,41 41 15,0-41-15,41 160 32,-41-120-32,0-40 0,0 121 15,0-81 1,40-40-1</inkml:trace>
  <inkml:trace contextRef="#ctx0" brushRef="#br0" timeOffset="51792.6613">17335 7058 0,'0'0'15,"40"-40"1,0 40-16,0 0 15,0 0-15,40 0 0,-40-40 0,41 40 0,-1 0 16,-40 0-16,40 0 16,1 0-16,-41 0 0,0 0 0,40 0 0,-40 0 15,0-40-15,1 40 0,-1 0 16,-40-40-16</inkml:trace>
  <inkml:trace contextRef="#ctx0" brushRef="#br0" timeOffset="52042.666">17896 6777 0,'0'0'0,"0"-40"0,-40 40 16,0-40-16,40 0 16,0 80-1,0 0 1,80 201-1,-80-121 1,0-80-16,0 201 16,0-201-16,0 0 0,-40 40 15,40-40-15</inkml:trace>
  <inkml:trace contextRef="#ctx0" brushRef="#br0" timeOffset="52882.6175">19020 6978 0,'0'40'0,"80"-40"47,-40-40-47,0 40 0,1-40 0,-1 40 0,0-40 16,0-1-1,0 1-15,0 0 0,-40 0 16,0 0-16,0 0 15,0 0-15,-40 40 0,0-40 16,0 40 0,0 0-16,0 40 0,-1 0 15,1 0-15,0-40 0,0 40 0,0 0 16,40 0-16,-40 0 0,40 1 16,-40-1-16,40 40 0,-40-40 0,40 0 0,0 0 15,0 0-15,0 0 16,0 0-16,80-40 0,-40 41 15,0-41-15,40 0 0,-40 0 16,41 0-16,-41 0 0,40 0 0,-40 0 0,40-41 16,-39 41-16,-1 0 15,0-40-15</inkml:trace>
  <inkml:trace contextRef="#ctx0" brushRef="#br0" timeOffset="53202.6489">19702 6256 0,'40'0'0,"-80"0"0,80-40 0,0 40 16,0 0-16,41 0 16,-41 0-1,0 0-15,0 80 16,-40-40-16,-40 0 15,-40-40 1,-1 40 0,41-40-16,0 0 15,40-40-15,-40 0 16,40 0 0,40 40-1,40 40 1</inkml:trace>
  <inkml:trace contextRef="#ctx0" brushRef="#br0" timeOffset="53472.5982">20304 6176 0,'0'-40'0,"40"40"31,0 40-15,0 0-1,-40 0-15,121 160 16,-81-119-16,-40-1 0,0-40 0,0 120 16,0-120-16,-201 241 15,121-241-15,40 0 0,-40 41 16,-121-1-1</inkml:trace>
  <inkml:trace contextRef="#ctx0" brushRef="#br0" timeOffset="54382.5052">22190 6617 0,'0'0'0,"0"-40"47,40 40-31,0 0-16,0 0 0,0-40 0,41 40 0,-41-41 15,40 41-15,0 0 0,-40-40 16,41 40-16,-41 0 0,40 0 0,-40 0 16,0 0-16,0 0 0,1 0 15,-1 40-15</inkml:trace>
  <inkml:trace contextRef="#ctx0" brushRef="#br0" timeOffset="54592.512">22551 7339 0,'-40'0'16,"40"-40"-1,40 40-15,40-81 32,-40 81-32,161-80 15,-121 80-15,-40 0 0,41-40 16,79 40-16</inkml:trace>
  <inkml:trace contextRef="#ctx0" brushRef="#br0" timeOffset="55892.4146">24959 5975 0,'0'0'0,"-41"0"15,41-40 17,0 120-17,0-40 1,41 0-16,-41 1 0,0-1 0,40 40 0,-40-40 15,0 40-15,0-40 16,0 40-16,0-39 0,0 39 0,0-40 0,0 0 16,-40 0-16,40 40 0,0-40 15,-41 1-15,41-1 0,0 0 0,-40 0 0</inkml:trace>
  <inkml:trace contextRef="#ctx0" brushRef="#br0" timeOffset="56162.4717">24397 7459 0,'0'0'0,"0"-40"32,40 40-32,0-40 15,121-40 1,-121 80-16,160-41 31,-160 41-31,1 0 0,119-40 16,-120 40-16,161-40 15,-161 40-15,0 0 0,81-40 16</inkml:trace>
  <inkml:trace contextRef="#ctx0" brushRef="#br0" timeOffset="56682.4401">24718 7780 0,'-80'0'0,"160"0"0,-201 0 32,202 0-17,-41 0-15,0 0 16,0 0-16,0 0 0,0 0 0,0 40 15,1-40-15,-1 0 16,-40 40-16,40 0 0,-40 0 0,0 0 16,0 0-16,0 1 0,0-1 15,-40 0-15,40 0 0,-81 0 0,81 0 0,-40 0 16,0-40-16,0 40 0,40 0 0,-40-40 16,0 0-1,80-40 1,40 40-1,-40-40-15,0 40 0,41-40 0,-41 40 16,0-40-16,40 40 16,-40 0-16,41 0 0,-41-40 0,40 40 0,-40 0 15,40 0-15,-39 0 0,39 0 0,-40 0 0,40 0 16,-40 0-16,0 0 0,1 0 16,-1 0-16,0 0 0,0 0 0,0 0 15,-80 0 32,0 0-31,40-40 46,-40 40-62</inkml:trace>
  <inkml:trace contextRef="#ctx0" brushRef="#br0" timeOffset="58562.3261">2207 9905 0,'-40'0'0,"40"-40"15,0 0 1,0 0 0,-40 0-16,40 0 15,40 40 1,-40-40-1,40 40-15,0 0 0,-40-40 0,40 40 16,0 0-16,0 0 16,1 0-16,-41 40 0,40-40 0,0 40 0,-40 0 15,40 0-15,-40 0 0,40 0 0,-40 0 0,0 1 16,0-1-16,40 0 16,-40 0-16,0 0 0,0 0 15,0 0 1,0-80 15,0 0-31,0 0 16,0 0-16,0 0 0,0 0 0,0-1 0,40-39 15,0 40-15,-40 0 0,41 40 16,-41-40-16,0 0 0,40 40 0,-40-40 0,40 40 16,0 0-16,0 0 15,0 0-15,0 40 16,-40 0-16,40-40 15,-40 80-15,41-40 0,-41 0 0,0 0 0,0 1 16,0-1-16,0 0 16,0 0-16,40 0 0,-40 0 0,0 0 0,0 0 15,0 0-15,40 0 16,0-40 0,0 0-16,0 0 0,0-40 15</inkml:trace>
  <inkml:trace contextRef="#ctx0" brushRef="#br0" timeOffset="58802.3135">3611 9825 0,'-40'0'16,"40"-40"-1,0 0-15,121-40 32,-81 40-32,201-41 15,-201 41-15,0 40 0,120-40 16,-39 40 0</inkml:trace>
  <inkml:trace contextRef="#ctx0" brushRef="#br0" timeOffset="59002.2312">3692 10266 0,'-40'0'31,"80"0"-31,-40 0 16,40 0-1,0-40-15,161 40 31,-161 0-31,40 0 0,0 0 16,41-40 0</inkml:trace>
  <inkml:trace contextRef="#ctx0" brushRef="#br0" timeOffset="59242.2481">4976 9344 0,'0'0'16,"-40"0"-16,-1 40 15,1-40 1,40 40-16,0 201 31,0-81-31,-40-39 16,0 119-1,40-200-15,0 40 32,0-39-32,80-41 0</inkml:trace>
  <inkml:trace contextRef="#ctx0" brushRef="#br0" timeOffset="59542.2073">5698 9544 0,'-40'-40'15,"80"80"-15,-120-160 31,40 80-31,40 0 16,-41 40 0,41 40-1,81 80 17,-1-120-32</inkml:trace>
  <inkml:trace contextRef="#ctx0" brushRef="#br0" timeOffset="59722.258">5858 10146 0,'-80'80'15,"80"-40"-15,-40 0 16,40 1-16,-40 79 31,-40 40-15,40-79-1</inkml:trace>
  <inkml:trace contextRef="#ctx0" brushRef="#br0" timeOffset="60642.1484">7423 9745 0,'0'0'0,"0"-40"16,0 0-16,41 40 15,-41-40-15,40 40 0,-40-40 16,40 40-16,0 0 16,0 0-16,0 0 0,0 0 0,0 0 15,1 40-15,-1 0 16,-40 0-16,0 0 0,0 0 0,0 0 0,0 0 15,-40 0-15,40 1 16,-41-1-16,1-40 0,40 40 0,-40 0 0,0 0 16,0 0-16,0-40 0,40-80 31,80 80-31,-80-40 0,40 0 0,0 0 0,0-1 16,1 1-16,-1 0 15,0-40-15,0 40 0,0 0 0,0 40 0,0-40 16,0 0-16,-40-1 0,41 41 15,-41-40-15,40 40 0,-40-40 0,0 0 0,40 40 16,-40-40 0,0 0-16,-40 40 15,0 0-15,40 40 16,-41-40 0,41 80-16,-40-40 0,40 0 0,0 41 15,0-41-15,0 0 16,0 0-16,0 0 0,0 0 0,0 0 0,0 0 15,40 1-15,-40-1 0,0 0 16,0 0-16,41 0 0,-1-40 0,-40 40 16,40-40-16,0 0 0,0 40 0,0-40 15</inkml:trace>
  <inkml:trace contextRef="#ctx0" brushRef="#br0" timeOffset="60942.1309">9189 9424 0,'0'-40'0,"0"80"0,-80-120 31,40 80-31,-1 40 15,1 161 1,40 39 0,121-39 15,39-81-15,1-80-1</inkml:trace>
  <inkml:trace contextRef="#ctx0" brushRef="#br0" timeOffset="61162.1716">9951 9424 0,'0'0'16,"0"40"-1,0 40 1,0-39-16,0 39 15,0 0-15,0 80 16,-40-79 0,40 79-1,0-120 1</inkml:trace>
  <inkml:trace contextRef="#ctx0" brushRef="#br0" timeOffset="61402.0839">10674 9304 0,'40'0'16,"-80"0"-16,120 80 31,-80 0-31,0-40 0,40 81 15,-120 159 1,-41 1 0,-79-80 15,160-161-31</inkml:trace>
  <inkml:trace contextRef="#ctx0" brushRef="#br0" timeOffset="61712.0652">11877 9665 0,'-80'40'16,"160"-80"-16,-120 80 15,40-80 1,81 40-16,-41 0 0,40-40 0,-40 40 0,40-40 16,-40 40-16,41-41 0,-41 41 15,0 0-15,0-40 0,0 40 0,0 0 0,0 0 16,1 0-1,-1 0-15</inkml:trace>
  <inkml:trace contextRef="#ctx0" brushRef="#br0" timeOffset="61922.1266">12359 10186 0,'-40'80'31,"80"-160"-31,-40 160 15,120-160 1,161 0 0,-80 40 15,-81 0-31</inkml:trace>
  <inkml:trace contextRef="#ctx0" brushRef="#br0" timeOffset="62602.0285">14205 9464 0,'0'0'0,"0"-40"0,0 0 0,0 0 16,0 0 0,-40 40-1,40 80-15,0-40 0,-41 0 0,41 0 16,0 0-16,0 41 0,0-41 16,-40 40-16,40 0 0,0 0 0,0-39 0,0 39 15,0-40-15,0 40 16,0-40-16,0 0 0,0 0 0,40 0 0,-40 1 15,0-1-15,0 0 0,0 0 16</inkml:trace>
  <inkml:trace contextRef="#ctx0" brushRef="#br0" timeOffset="62842.0164">13803 10988 0,'0'-40'16,"41"0"-1,159 0 1,-160 40-16,201-40 16,-201 40-16,0 0 0,121 0 31,-81-40-31</inkml:trace>
  <inkml:trace contextRef="#ctx0" brushRef="#br0" timeOffset="63162.0519">14486 11149 0,'-81'80'31,"162"-160"-31,-282 240 16,161-120-16,0 0 0,-81 41 16,-39 39-1,160-80 17,40-40-32,80-40 31,-39 40-31,119 0 31,-39 0-15,-121 0-16,80-40 15,-80 40-15,1 0 0,39 0 16</inkml:trace>
  <inkml:trace contextRef="#ctx0" brushRef="#br0" timeOffset="63401.9635">14486 11309 0,'-81'-80'16,"162"160"-16,-202-160 16,121 120-1,40 0 1,41 121-1,-81-1 1,0 40 0,0-119-16,80-1 31</inkml:trace>
  <inkml:trace contextRef="#ctx0" brushRef="#br0" timeOffset="63802.0134">16010 9825 0,'-40'0'15,"0"0"-15,40-40 16,-40 80 15,0 161-15,0 120-1,160-1 17,-40-159-32,121-1 15,-121-120 1,1-40-16</inkml:trace>
  <inkml:trace contextRef="#ctx0" brushRef="#br0" timeOffset="64041.9453">17014 10066 0,'0'0'16,"-41"0"-16,1 0 16,0 0-16,40 80 15,0 0 16,0 201-15,40-40 0,41-121-1,-1-80-15</inkml:trace>
  <inkml:trace contextRef="#ctx0" brushRef="#br0" timeOffset="64261.9138">17615 10547 0,'41'0'16,"39"0"-16,0-40 31,121 40-15,-41 0-1,-39 0 17,-41-40-32</inkml:trace>
  <inkml:trace contextRef="#ctx0" brushRef="#br0" timeOffset="64501.9732">18137 10106 0,'-40'-40'16,"80"80"-16,-120-120 15,40 80-15,40 80 16,0-40-16,0 161 31,0 39-15,0-200-1,0 81-15,40-41 32</inkml:trace>
  <inkml:trace contextRef="#ctx0" brushRef="#br0" timeOffset="64851.9658">18980 10547 0,'120'-80'16,"-80"40"-16,121-81 31,-81 1-15,-160 0-1,40 80 1,-81 40-1,1 80 1,40 80 0,80 41-1,80-41 17,0-120-32,0 1 15,121-1 1,-40-40 15</inkml:trace>
  <inkml:trace contextRef="#ctx0" brushRef="#br0" timeOffset="65261.8763">19742 9825 0,'0'-80'15,"0"40"-15,40-40 16,41-1 0,-41 41 15,-80 40 0,40 40-15,0 41-16,-41-81 0,41 40 0,0 0 15,0 0-15,0 0 16,0 0-16,0 40 0,0-39 0,0-1 0,0 0 16,0 0-16,41 40 0,-41-40 15,0 0-15,0 0 0,-41 0 0,41 1 16,-40-1-16,0-40 15,0 40-15,0-40 0,0 0 16,0 0-16,0 0 0,-1 0 16,41-40-16,0 0 0,0-1 15</inkml:trace>
  <inkml:trace contextRef="#ctx0" brushRef="#br0" timeOffset="65471.9238">19903 9304 0,'0'0'0,"-40"-40"31,-1 0-15</inkml:trace>
  <inkml:trace contextRef="#ctx0" brushRef="#br0" timeOffset="65871.8893">20464 9585 0,'0'0'0,"-40"40"15,0 0 1,0 40 0,40 0-16,-40 41 31,40-162 0,40 1-31,-40 0 16,40 0-16,-40 0 15,40 0-15,-40 0 0,0 0 0,40 0 0,1-1 16,-41 1-16,0 0 0,40 0 16,-40 0-16,40 40 15,-40 40 1,40 0 0,-40 0-16,0 0 0,40 1 0,-40-1 0,0 40 15,40-40-15,-40 0 0,0 0 16,0 0-16,40 0 0,-40 1 0,0-1 0,0 0 15,40 0 1,-40 0-16</inkml:trace>
  <inkml:trace contextRef="#ctx0" brushRef="#br0" timeOffset="66071.8602">20545 9304 0,'-40'40'15,"80"-40"-15,-40-40 16,80 40-16,-40 0 16,0 0-16,-40-40 0,40 40 0,0 0 15,1 0-15,-1 0 16,0 0-16</inkml:trace>
  <inkml:trace contextRef="#ctx0" brushRef="#br0" timeOffset="66361.7859">21427 9224 0,'0'-40'15,"41"40"1,-1 40 0,0 0-1,-40 0-15,0 0 0,0 0 0,40 0 16,-40 40-16,0-40 16,0 1-16,0 39 0,0-40 0,40 40 0,-40 0 15,0 1-15,0-1 0,0-40 16,0 40-16,-80 40 0,80-39 0,-80-1 0,39 0 15,-39 0-15,40 0 16,-80 1-16,39 39 0,-39-40 0</inkml:trace>
  <inkml:trace contextRef="#ctx0" brushRef="#br0" timeOffset="77411.1976">23273 9986 0,'0'0'0,"-40"0"15,40-40-15,0-1 16,80 1-16,-39 40 15,-1 0-15,0 0 0,0 0 0,0 0 16,0 0-16,0 0 16,0 0-16,1 0 0,39 0 0,-40 0 0,0 40 15,0-40-15,0 0 0,0 0 16,1 41-16</inkml:trace>
  <inkml:trace contextRef="#ctx0" brushRef="#br0" timeOffset="77611.1855">23514 10387 0,'0'0'0,"-40"40"0,80-40 32,40 0-17,-40 0-15,1-40 16,39 40-16,-40 0 0,40 0 0,0 0 0,-39-40 15,39 40-15,-40-41 0,40 41 0,-40-40 0,41 40 16</inkml:trace>
  <inkml:trace contextRef="#ctx0" brushRef="#br0" timeOffset="77871.1701">24999 9424 0,'-40'0'15,"80"0"-15,-121 0 16,81 80 0,0-40-16,0 1 15,0-1-15,0 160 16,0-120-16,41 81 15,-41-121-15,0 120 16</inkml:trace>
  <inkml:trace contextRef="#ctx0" brushRef="#br0" timeOffset="78071.0883">24557 10908 0,'0'0'16,"40"0"-16,121-40 15,-121 0-15,121-40 32,-81 80-32,-40-40 0,80 40 31,-80 0-31</inkml:trace>
  <inkml:trace contextRef="#ctx0" brushRef="#br0" timeOffset="78341.0673">24959 11349 0,'0'40'15,"0"-80"-15,-41 120 0,-79-39 16,80-41-16,0 40 0,-40 0 15,39-40 1,41 40 0,121-40-1,-41 0-15,81 0 32,-121 0-32,0-40 0,0 40 0,0 0 15,0 0-15,40 0 16</inkml:trace>
  <inkml:trace contextRef="#ctx0" brushRef="#br0" timeOffset="78551.1305">24959 11389 0,'-41'-80'16,"41"40"-16,-40 40 0,40 40 15,0 40 1,0-40-16,0 1 16,0-1-16,0 160 15,0-120 1,-40-40-16,40 81 16,0-81-16</inkml:trace>
  <inkml:trace contextRef="#ctx0" brushRef="#br0" timeOffset="78901.0526">26203 9865 0,'-121'-40'16,"81"40"-16,-80 121 16,-1-1-1,81 80 1,0-160-16,120 201 15,-40-201-15,1 0 0,-1 41 16,40-1 0,-40-40-16,121 80 15,-121-80-15,0-40 0</inkml:trace>
  <inkml:trace contextRef="#ctx0" brushRef="#br0" timeOffset="79151.0224">26845 9986 0,'-41'0'16,"1"40"-16,40 0 31,0 0-31,-40 120 15,0-79-15,40-41 0,0 40 0,0 201 32,40-81-17</inkml:trace>
  <inkml:trace contextRef="#ctx0" brushRef="#br0" timeOffset="79371.0229">27406 10587 0,'-80'0'16,"120"0"15,40 0-16,-39 0-15,-1-40 0,40 40 0,-40 0 0,0 0 16,0 0-16,0 0 16,1 0-16</inkml:trace>
  <inkml:trace contextRef="#ctx0" brushRef="#br0" timeOffset="79780.9838">28530 10146 0,'0'0'0,"0"-40"16,-40 40 0,0 0-16,-81 0 31,81 40-31,0-40 0,0 80 15,40-40-15,0 0 0,-40 1 0,80-41 16,0 40-16,40 80 16,-40-80-16,0-40 0,1 40 15,-1-40 1,0 0-16,40 0 16,-40 0-16,-40-40 0,40 0 15,-40 0-15,0-40 16,-40 40-16,40-1 15,-40-39 1,0 80-16,0-40 16,40 80-1</inkml:trace>
  <inkml:trace contextRef="#ctx0" brushRef="#br0" timeOffset="80090.9657">29413 9745 0,'0'0'16,"0"40"0,0 241-1,0-121 1,0-120-16,-81 281 16,81-241-16,-40 1 0,0-1 15,-80 80 1,80-80-16,-41 1 0</inkml:trace>
  <inkml:trace contextRef="#ctx0" brushRef="#br0" timeOffset="81190.8961">30175 10306 0,'-40'0'16,"80"0"-1,40 0-15,-40-40 16,1 40-16,-1-40 0,0 40 16,0-40-16,0 40 0,0 0 0,0-40 0,0 40 15,1 0-15,-1 0 16,0 0-16,0-40 0,0 40 0,0 0 16,0 0-16,0 0 15</inkml:trace>
  <inkml:trace contextRef="#ctx0" brushRef="#br0" timeOffset="81410.9567">30496 10587 0,'-40'40'0,"80"-80"0,-120 80 0,80 0 15,-40-40 1,120 0-1,161-80 17,-161 80-32,80-40 0,-79 40 0,119-40 31,-160 0-31</inkml:trace>
  <inkml:trace contextRef="#ctx0" brushRef="#br0" timeOffset="82580.8168">28409 10226 0,'0'-40'0,"0"0"15,0 0 1,0 0 0,41 40-1,-1 0 16,-40 40-31,0 0 0,40 0 0,-40 0 0,0 40 16,40 1-16,-40-41 0,0 40 0,0 0 0,40-40 16,-40 41-16,0-1 15,0-40-15,0 0 0,0 0 0,0 0 0,0 0 16,0 0-16,0-80 47,0 0-47,0 0 0,0 0 0,0 0 0,0 0 15,0 0-15,0 0 0,0-41 0,-40 41 0,40 0 16,0-40-16,0 40 0,0-40 16,0 39-16,-40 1 0,40 0 0,0 0 0,0 0 31,-40 40-31,40 40 16,0 40-16,-40-80 15,40 40-15,0 1 0,0-1 0,0 0 0,0 0 16,-41-40-16,41 40 15,0 0-15,0 0 0,0 0 0,0 0 16,-40-40 15,40-40-31,-40 0 16,40 0-16,0 0 16,0 0-16,0-40 0,-40 40 0,40-1 0,0 1 15,0 0-15,0 0 0,0 0 16,0 80-1,0 0-15,40 0 0,-40 0 0,0 41 16,40-41-16,-40 0 16,0 0-16,0 0 0,40 0 0,-40 0 0,41 0 15,-1 1-15,-40-1 16,40-40-16,-40 40 0,0-80 31,0-41-31,0 41 16,0 0-16,0 0 0,0-40 15,0 40-15,0 0 0,0-41 0,0 41 0,-40 0 16,40 0-16,0 0 0,0 0 0,0 80 31,0 40-31,0-40 0,0 41 0,0-41 16,0 40-16,0-40 0,0 40 16,40-40-16,-40 41 0,40-41 0,-40 0 0,80 0 15,-80 0-15,40 0 16,0 40-16</inkml:trace>
  <inkml:trace contextRef="#ctx0" brushRef="#br0" timeOffset="84420.7065">31820 10026 0,'0'-40'0,"40"40"31,-40-40-15,0-1 15,-80 41 157,80 41-142,-40-41 142,40 40-172,-40-40-16,40 40 15,-40 0-15,40 0 0,-40-40 0,40 40 0,0 0 16,0 0-16,0 0 15,0 0-15,0 1 0,40-1 16,0 0-16,0-40 0,0 40 0,0-40 16,0 0-16,0 0 0,1 0 15,-1 0-15,0 0 0,0 0 0,0 0 0,0-40 16,0 40-16,0 0 16,1 0-16,-1-40 0,0 0 0,-40-1 15,40 41-15,-40-40 0,0 0 16,0 0-16,0 0 0,-40 0 0,40 0 0,-80 0 15,39 40-15,1-40 0,0 0 0,0-1 0,0 41 16,0 0-16,40-40 16,-40 40-16,0 0 0,-1 0 0,1 0 0,0 0 15,0 40-15,0-40 0,0 41 16,0-41-16,0 80 0,40-40 0,-41-40 0,41 40 16,-40 0-16</inkml:trace>
  <inkml:trace contextRef="#ctx0" brushRef="#br0" timeOffset="86160.6011">1806 12111 0,'40'0'62,"0"0"-62,0 0 16,0 0-16,0 0 16,0 0-16,1 0 0,-1 0 0,0 40 0,40-40 15,-80 40-15,40-40 0,0 81 16,-40-41-16,40-40 0,-40 40 0,0 0 0,0 0 16,0 0-16,0 0 15,0 0-15,-40 0 0,40 1 16,-40-41-16,40-41 15,0 1 1,0 0-16,0 0 0,40 0 0,-40 0 16,40 0-16,-40 0 15,41 0-15,-1 0 0,0-1 0,0 41 16,0-40-16,0 40 16,0 0-16,0 0 15,1 0 1,-41 40-16,0 1 15,40-1-15,-40 0 16,0 0-16,0 0 16,0 0-16,0 0 0,0 0 0,40-40 0,-40 40 15,0 0-15,40 1 16,0-41-16</inkml:trace>
  <inkml:trace contextRef="#ctx0" brushRef="#br0" timeOffset="86360.6601">3130 12312 0,'0'0'0,"-40"0"0,40-40 16,0 0 0,200-41 15,41 41-16,-161 40-15,-39 0 0,-1 0 16</inkml:trace>
  <inkml:trace contextRef="#ctx0" brushRef="#br0" timeOffset="86550.6489">3330 12633 0,'-40'0'15,"80"0"-15,-40 0 16,0-41-16,41 41 0,-1 0 16,160-80-1,-119 80 1,39 0 0,-80 0-16</inkml:trace>
  <inkml:trace contextRef="#ctx0" brushRef="#br0" timeOffset="86900.6272">4173 12232 0,'0'0'16,"-40"-41"-16,40 1 0,0 0 0,0 0 16,40-40-1,121 40 1,-81 40-1,-40 40-15,40 80 16,-40-80-16,-40 0 0,0 81 16,0-81-16,-80 160 15,0-160-15,40 1 0,40-82 47,40 41-31,-40-40-16,40 40 0,-40-40 0,40 40 0,0-40 0,0 40 15,1 0-15,-1 0 0,0 0 0,0 80 16,0-40 0,0-40-16,-40 41 0,40-41 0,0 40 15,-40 0-15,41 0 16</inkml:trace>
  <inkml:trace contextRef="#ctx0" brushRef="#br0" timeOffset="87130.5584">5216 11871 0,'-40'-41'0,"80"82"0,-80-122 31,40 41-31,40 40 15,1 0-15,-1 40 16</inkml:trace>
  <inkml:trace contextRef="#ctx0" brushRef="#br0" timeOffset="87290.5306">5778 12713 0,'0'0'0,"-80"40"0,80 0 15,-40 0-15,40 40 16,-40-80-16,40 81 16,0-41-16,0 0 0,-40 40 15,40-40-15,-41 80 16</inkml:trace>
  <inkml:trace contextRef="#ctx0" brushRef="#br0" timeOffset="88100.4815">7464 12272 0,'0'40'47,"0"0"-47,0 0 16,0 0-16,0 0 0,40 0 15,-40 0-15,0 0 0,0 1 0,0-1 16,0 0 0,0 0-16,-40-40 15,40-40 1,0-40-1,80 80-15,-80-41 0,40 1 0,0 0 0,-40 0 16,40 0-16,0 0 16,0 0-16,1 0 0,-1 0 0,0 40 0,0-40 15,0 40-15,-40-41 0,40 41 16,0-40-16,0 40 16,-80 0 15,-40 0-16,40 0-15,40 40 0,-40-40 16,40 41-16,-40-41 16,40 40-16,0 0 15,0 0-15,0 0 0,0 0 16,0 0 0,0 0-16,40 0 0,-40 0 0,40-40 0,-40 41 15,40-41-15,0 40 16,0-40-16,-40 40 0,40-40 0,1 0 0,-1 0 15,0 40-15,0-40 0,0 0 0,0 0 0</inkml:trace>
  <inkml:trace contextRef="#ctx0" brushRef="#br0" timeOffset="88480.5337">9149 11911 0,'-40'0'16,"0"0"-16,-1 0 15,-39 80 17,80-40-32,-80 120 15,80-119-15,0-1 0,0 120 16,0-120-16,40 0 0,0 81 31,40-81-31,81 40 16,-121-80-16,40 0 0,-40 40 0,1-40 0</inkml:trace>
  <inkml:trace contextRef="#ctx0" brushRef="#br0" timeOffset="88830.4442">9550 12232 0,'0'-41'15,"40"41"-15,0 0 16,41 41 0,-81-1-16,120 80 31,-80-80-31,-40 0 0,-40 121 31,-121-81-15,121-80-16,40-40 31,40 0-15,1 40-16,119 0 15,-120 0-15,0 0 0,81 0 32,-41 0-32,-40 0 15,0 0-15</inkml:trace>
  <inkml:trace contextRef="#ctx0" brushRef="#br0" timeOffset="89050.4967">10393 12111 0,'0'0'16,"40"0"-1,40 80 1,0 161 0,-40 80-1,-120-201 1,40-40-16,-161 121 16</inkml:trace>
  <inkml:trace contextRef="#ctx0" brushRef="#br0" timeOffset="89720.4591">11235 12673 0,'0'0'32,"81"-40"-17,-1-1 1,0 1-16,161 0 31,40 0-15,-201 40-16,-40 0 0,0 0 0</inkml:trace>
  <inkml:trace contextRef="#ctx0" brushRef="#br0" timeOffset="89900.3797">11637 13194 0,'0'0'15,"0"40"1,40-40-1,-40-40-15,120 40 16,201-120 0,-80 40-1</inkml:trace>
  <inkml:trace contextRef="#ctx0" brushRef="#br0" timeOffset="90160.3589">13482 12432 0,'-40'0'16,"80"0"-16,-80-40 0,40 80 47,0 0-47,0 0 15,0 0-15,0 0 0,0 1 0,0-1 0,0 0 16,0 0-16,0 40 16,0-40-16,0 0 0,0 0 0,0 1 0,40-1 15,-40 0-15,41 0 0,-41 0 16,40-40-16,-40 40 0</inkml:trace>
  <inkml:trace contextRef="#ctx0" brushRef="#br0" timeOffset="90390.3447">13202 13635 0,'0'40'0,"0"-80"0,-41 80 0,122-40 32,-81-40-32,80 40 15,-40-40-15,121 0 16,-121 40-16,40-40 0,40 40 15,81-40 17,-161 40-32,0 0 0</inkml:trace>
  <inkml:trace contextRef="#ctx0" brushRef="#br0" timeOffset="90670.3618">13884 13956 0,'0'0'0,"-40"0"0,-1 0 0,1 0 16,0 0-16,0 0 15,0 0-15,0 0 0,40 80 0,-40-80 0,0 40 16,-1-40-16,41 40 16,-40 1-16,0-41 0,40 40 0,0 0 15,0 0-15,40-40 16,0 0-1,1 0-15,-1 0 0,0 0 0,0-40 0,40 40 16,-40-40-16,41 40 16,-1-40-16,-40 40 0,40 0 0,-40 0 0,41-41 15,-41 41-15,0 0 0,0 0 16,0-40-16,0 40 0,0 0 0,0 0 16</inkml:trace>
  <inkml:trace contextRef="#ctx0" brushRef="#br0" timeOffset="90900.3489">13924 13956 0,'0'-120'32,"0"240"-32,0-280 0,0 200 31,0 0-31,0 0 0,0 0 0,0 0 15,0 0-15,0 0 0,0 0 0,-40 41 0,40-41 16,0 0-16,0 0 0,0 0 16,-40 0-16,40 0 0,0 0 0,0 1 15,0-1 1</inkml:trace>
  <inkml:trace contextRef="#ctx0" brushRef="#br0" timeOffset="91290.2904">15208 12512 0,'-40'-40'0,"80"80"0,-120-80 0,40 0 31,-1 80-31,-39 40 16,80-40-16,-80 201 15,80-161-15,0 1 0,0-1 16,160 241-1,-79-241 1,119 120 0,1-119-1,-161-81-15</inkml:trace>
  <inkml:trace contextRef="#ctx0" brushRef="#br0" timeOffset="91510.319">16091 12592 0,'0'0'15,"-40"0"-15,40 41 16,0 119 15,0-120-31,-41 201 16,82-201-16,-82 0 0,1 120 15,40-120-15,0 121 16,40-121-16,-40 0 16,41-40-16</inkml:trace>
  <inkml:trace contextRef="#ctx0" brushRef="#br0" timeOffset="91740.2641">16612 13234 0,'-40'0'0,"80"0"0,-40-40 31,81 40-31,-41 0 0,40 0 0,-40 0 16,0 0-16,40 0 15,-39 0-15,-1 0 0,40 0 0,-40 0 0,0 0 16,0 0-16,0 0 0,1 40 0,-1-40 0,0 40 15,0-40 1</inkml:trace>
  <inkml:trace contextRef="#ctx0" brushRef="#br0" timeOffset="91970.3243">17214 12913 0,'-40'0'32,"80"0"-32,-80 40 15,40 1-15,0 39 16,-40 40 0,0-40-1,40 161 1,0-41-16</inkml:trace>
  <inkml:trace contextRef="#ctx0" brushRef="#br0" timeOffset="92990.1889">18378 12633 0,'0'40'47,"80"-40"-16,-40 0-31,0 0 0,1 0 0,-1 0 16,0 0-16,40-40 15,-40 40-15,0-41 0,0 41 0,1-40 0,-1 40 16,-40-40-16,40 40 0,-40-40 16,0 0-16,0 0 15,0 0 1,-40 40-16,0-40 0,-1 40 15,1 0-15,0 0 0,0 0 0,0 40 16,0-40-16,0 40 0,0 0 16,-1 0-16,41 0 0,-40-40 0,40 40 15,-40 0-15,40 1 16,-40-1-16,40 0 0,0 0 16,0 0-16,0 0 0,0 0 15,0 0-15,40 0 0,-40 1 0,40 39 0,0-80 16,1 40-16,-1 0 0,0 0 0,0-40 0,0 40 15,40-40-15,-40 0 16,1 0-16,-1 0 0,0 0 0,40 0 0</inkml:trace>
  <inkml:trace contextRef="#ctx0" brushRef="#br0" timeOffset="93620.185">19622 12312 0,'40'0'15,"-40"-40"-15,40 40 0,0-40 16,0 40 0,-40-41-16,0 1 31,0 0-31,0 0 0,0 0 16,-40 40-1,40-40-15,0 80 47,0 0-31,40 0-16,-40 0 15,0 0-15,0 1 0,0-1 0,0 40 0,40-40 16,-40 0-16,0 0 16,0 0-16,0 0 0,0 0 0,0 1 15,0-1-15,0 0 0,0 0 16,-40 0-16,0 0 0,0-40 15,0 40-15,0-40 0,0 0 0,0 0 0,-41 0 16,41-40 0,0 40-16</inkml:trace>
  <inkml:trace contextRef="#ctx0" brushRef="#br0" timeOffset="93840.1376">19782 11750 0,'0'0'16,"0"-40"-16,-40 40 15,40-40 1,-40 80-16,40 0 15</inkml:trace>
  <inkml:trace contextRef="#ctx0" brushRef="#br0" timeOffset="95050.1385">20424 12071 0,'0'-40'15,"0"0"17,0 0-32,0 0 0,0 80 46,40 0-46,1-40 16,-41 80-16,40-40 16,-40 0-16,0 0 0,0 1 15,0-1 1,-40-40-16,40 40 0,-41-40 0,41 40 0,-40-40 16,0 0-16,0 0 15,80 0 32,0 0-47,0 0 0,1 0 16,-1 0-16,0 0 0,0 0 15,0 0-15,40 0 0,-40 0 0,1 0 0,-1 0 16,0 0 0,0 0-16,0 0 0</inkml:trace>
  <inkml:trace contextRef="#ctx0" brushRef="#br0" timeOffset="95430.1156">21026 12151 0,'40'0'0,"-40"40"31,0 81-15,-40-1-1,40-40 1,-40-40 15,40-120-15,40-80-1,40-41 17,-80 81-32,0 80 15,0 80 16,41 0-31,119 161 32,-120-41-17,0-80 1,0-80-16,-40 40 16</inkml:trace>
  <inkml:trace contextRef="#ctx0" brushRef="#br0" timeOffset="95630.1037">21106 12031 0,'0'0'0,"0"-40"15,81 0 1,39-40-1,0 39-15,-39 41 16,79 0 0</inkml:trace>
  <inkml:trace contextRef="#ctx0" brushRef="#br0" timeOffset="95920.0155">21989 11670 0,'-40'0'0,"40"40"0,40-40 31,0 80-16,-40-40-15,41 1 0,-41-1 0,40 40 16,-40-40-16,40 40 0,-40 0 16,0 41-16,0-41 0,0 0 0,0 0 0,-80 41 15,39-41-15,1 0 16,0 40-16,-40-39 0,40 39 0,-41-40 0,1 0 16,0 1-16,0-1 0</inkml:trace>
  <inkml:trace contextRef="#ctx0" brushRef="#br0" timeOffset="98339.8698">23273 13154 0,'40'0'141,"1"0"-141,-1 0 0,0 0 16,0 0-1,0 0-15,0 0 0,0 0 0,0 0 0,1 0 16,-1 0-16,0 0 0,0 0 16,0 0-16,0 0 0,0 0 0,0 0 15,1 0-15,-1 0 0</inkml:trace>
  <inkml:trace contextRef="#ctx0" brushRef="#br0" timeOffset="98619.9301">23514 13595 0,'0'0'0,"-40"0"0,40 40 16,-40-40-16,0 0 15,120 0 17,-40 0-32,40 0 15,201-80 1,-80 40-1,-121 40-15</inkml:trace>
  <inkml:trace contextRef="#ctx0" brushRef="#br0" timeOffset="99659.8616">25159 12512 0,'0'-40'16,"0"0"-16,0 0 15,40 40-15,-40 40 16,0 40-1,40-40-15,-40 0 0,0 1 0,0-1 16,0 0-16,0 40 16,0-40-16,0 0 0,0 0 0,0 0 0,0 41 15,0-41-15,0 0 0,0 0 16,0 0-16,0 0 0</inkml:trace>
  <inkml:trace contextRef="#ctx0" brushRef="#br0" timeOffset="99919.83">24838 13675 0,'0'0'16,"40"0"-1,0 0-15,1 0 16,119-40-1,81 40 17,40-40-17,-161 0 1,-40 40-16</inkml:trace>
  <inkml:trace contextRef="#ctx0" brushRef="#br0" timeOffset="100189.7564">25360 14076 0,'-40'0'0,"80"0"0,-241 81 32,161-81-32,0 40 0,0 0 15,0 0 1,120 0-1,40-40 1,121-40 0,-40 0 15,-41 40-15,-120 0-1</inkml:trace>
  <inkml:trace contextRef="#ctx0" brushRef="#br0" timeOffset="100409.8177">25480 14036 0,'0'0'0,"-40"-80"16,40 120 15,0 0-16,0 0-15,0 161 32,-40-1-17,0-79 1</inkml:trace>
  <inkml:trace contextRef="#ctx0" brushRef="#br0" timeOffset="100769.7224">26443 12512 0,'0'0'0,"-40"0"31,40 40-31,-40-40 0,0 40 16,0 1-1,40-1-15,-40 0 0,40 0 0,0 40 0,-40-40 16,40 40-16,0 1 0,0-1 0,0 0 0,0 0 15,40-40-15,-40 41 0,40-41 16,-40 0-16,40 0 0,-40 0 0,80 0 0,-80 0 16,40-40-16,0 0 15,1 40-15,-1-40 0,0 0 0</inkml:trace>
  <inkml:trace contextRef="#ctx0" brushRef="#br0" timeOffset="101009.7818">27125 12753 0,'-40'-40'31,"0"40"-31,40 40 16,-40 160-1,40-79 1,0 39-16,0 41 31,0-121-15</inkml:trace>
  <inkml:trace contextRef="#ctx0" brushRef="#br0" timeOffset="101219.7185">27326 13234 0,'-40'0'16,"80"0"0,80-40-1,-79 0 1,119 40 0,-40 0-1,-39 0 1,-81-40-1</inkml:trace>
  <inkml:trace contextRef="#ctx0" brushRef="#br0" timeOffset="101489.679">27888 12833 0,'-80'-80'16,"80"40"-16,-41 40 15,41 40 1,-40 0 0,-40 161 15,80-81-31,0 80 31,0-79-15,120-41-1</inkml:trace>
  <inkml:trace contextRef="#ctx0" brushRef="#br0" timeOffset="101719.7398">28169 12913 0,'-40'-40'32,"80"80"-32,-121-80 15,81 80 1,0 0-16,0 1 0,0-1 16,-40 0-16,40 0 15,0 0-15,0 0 0,0 0 0,0 0 0,0 0 16,40 0-16,-40 1 15,41-41-15</inkml:trace>
  <inkml:trace contextRef="#ctx0" brushRef="#br0" timeOffset="102009.6583">28610 12432 0,'40'0'15,"-80"0"-15,80-40 0,0 40 16,-40 80-16,40-80 0,-40 40 16,0 0-16,0 0 0,41 1 15,-41 39-15,0-40 0,0 40 0,0 0 0,40-40 16,-40 41-16,0-1 0,0 0 0,0-40 0,0 40 15,0-40-15,-40 1 16,40 39-16,-81-40 0,81 0 0,-40 0 0,0 0 16,0 0-16,0 0 0,0-40 15,0 41-15</inkml:trace>
  <inkml:trace contextRef="#ctx0" brushRef="#br0" timeOffset="102349.6284">29493 13074 0,'0'0'16,"-40"0"-16,0 0 15,80 0 1,0-40-16,40 40 16,-40-40-16,0 40 0,1 0 0,-1 0 15,0-41-15,0 41 0,0 0 0,0 0 0,0 0 16,0 0-16,41 0 15,-41 0-15,0 0 0</inkml:trace>
  <inkml:trace contextRef="#ctx0" brushRef="#br0" timeOffset="102559.6891">29814 13555 0,'0'40'15,"0"-80"-15,40 80 16,0-80-16,0 40 16,41 0-1,119-40 1,-39 0 0,-81 0-1</inkml:trace>
  <inkml:trace contextRef="#ctx0" brushRef="#br0" timeOffset="103439.5614">31098 12673 0,'40'-81'15,"0"41"-15,0 40 16,0 0-1,1 0 1,-41 40 15,0 1 79,40-41 108,-80 0-218,40-41 110,-41 41-95,41-40-15,-40 40 16,40-40 0,0 0-1,0 0 1,-40 40 0,40 40 30,0 0-46,40-40 16,-40 80-16,0-39 0,0-1 16,40 0-16,-40 0 0,0 0 0,0 0 0,0 0 15,0 0-15,0 0 16,0 41-16,0-41 0,-40 0 0,40 0 0,-40 0 16,40 0-16,0 0 15,-40-40-15,40 40 0</inkml:trace>
  <inkml:trace contextRef="#ctx0" brushRef="#br0" timeOffset="105069.492">30978 13715 0,'-41'0'16,"1"0"0,0 0-1,80 0 32,0 0-47,1 41 16,-1-41-1,0 0-15,0 0 0,0 0 16,40 0-16,-40 0 16,1 0-16,-1 0 0,40 0 0,-40 0 0,0 0 15,0 0-15,0 0 0,1 0 0,-41-41 0</inkml:trace>
  <inkml:trace contextRef="#ctx0" brushRef="#br0" timeOffset="105419.4659">30978 14237 0,'0'0'15,"-41"0"1,122-40 0,119 40-1,-119 0 1,-41 160 0,-40-120-1,-121 81-15,-39-1 31,200-120 1,-40-40-32,80 40 0,-40 0 0,41 0 0,-41 0 15,40-40-15,0 40 16,-40 0-16,41-40 0,-1 40 0,0 0 0,-40 0 16,40 0-16,41 0 0</inkml:trace>
  <inkml:trace contextRef="#ctx0" brushRef="#br0" timeOffset="107419.3562">2207 14558 0,'-40'0'0,"40"-40"15,0-1-15,0 1 16,0 0-1,40 40-15,0 0 16,40 0 0,-40 0-16,1 40 0,-1-40 0,-40 81 15,40-81-15,0 40 0,-40 0 16,40 0-16,-40 0 0,0 0 0,40 40 0,-40-40 16,0 0-16,0 1 15,0-1-15,0 0 0,0 0 0,0-80 31,0 0-15,0 0-16,40-1 0,-40 1 0,0-40 0,40 40 16,-40 0-16,41 0 15,-41-40-15,40 40 0,0-1 0,-40 1 0,40 0 16,-40 0-16,40 40 0,-40-40 16,40 40-16,-40-40 0,40 40 0,0 0 15,-40 40 1,41-40-1,-41 40-15,0 0 0,0 0 0,40 0 16,-40 1-16,0-1 16,0 0-16,40 0 0,-40 0 0,0 0 0,0 0 15,40 0-15,-40 0 16,0 0-16,40 1 0,-40-1 0,40-40 16</inkml:trace>
  <inkml:trace contextRef="#ctx0" brushRef="#br0" timeOffset="107649.3828">3451 14518 0,'0'-41'16,"0"82"-16,0-122 15,40 81-15,80-80 31,-79 80-31,-1-40 0,120 40 32,-120-40-32,0 80 0,41-80 15</inkml:trace>
  <inkml:trace contextRef="#ctx0" brushRef="#br0" timeOffset="107819.3321">3732 14758 0,'-40'40'16,"80"-80"-16,-120 80 31,120-40-31,40 0 16,-40 0 0,0 0-16,40 0 0,-39 0 0,-1 0 0,0 0 15,40 0-15,-40 0 0,0 0 0,0 0 0</inkml:trace>
  <inkml:trace contextRef="#ctx0" brushRef="#br0" timeOffset="108289.2913">4574 14116 0,'0'0'15,"0"-40"1,41-40 0,39 0-1,-40 80-15,40-40 32,-80 120-32,0-40 15,0 0-15,-40 161 16,0-161-16,40 0 15,0 0-15,0 0 32,0 0-32,40-40 15,40 40 1,-40-40-16,41 81 31,-81-1-15,0-40-16,-81 80 15,41-80-15,40 0 0,-40 1 16,-40-1-16,0 0 16,-41-40-1,41-40 1</inkml:trace>
  <inkml:trace contextRef="#ctx0" brushRef="#br0" timeOffset="108589.2641">5537 14237 0,'-40'-40'16,"80"80"-16,-120-80 16,80 0-16,0-1 15,-40 41 1,80 41 15,0-1-15,0 0-1</inkml:trace>
  <inkml:trace contextRef="#ctx0" brushRef="#br0" timeOffset="108769.3152">5618 15039 0,'-81'120'15,"162"-240"-15,-202 240 0,121-40 16,0-39-16,0-1 0,0 80 31,-40 40-15,0-120-1</inkml:trace>
  <inkml:trace contextRef="#ctx0" brushRef="#br0" timeOffset="109439.2432">7383 14838 0,'0'0'0,"0"-40"0,0 0 16,40 40-1,1 0 17,-1 40-32,-40 201 31,-81-81-15,41-39-1,40-161 1,40-41-1,1 81-15,39-80 16,-40 40-16,80-120 16,41 39-1,-121 1 17,-40 80-32,-40 40 15,0 0 1,-81 120-1,81 81 17,80-1-17,121-79 1,-121-121-16,-40 40 16,40-40-16,80 0 15</inkml:trace>
  <inkml:trace contextRef="#ctx0" brushRef="#br0" timeOffset="109699.2244">8667 14477 0,'-40'0'0,"80"0"0,-120 0 0,-40 41 31,80-1-31,40 0 0,-41 0 16,41 40 0,0-40-16,41 161 15,-1-121-15,0-40 16,120 80 0,-120-80-16,41-40 0</inkml:trace>
  <inkml:trace contextRef="#ctx0" brushRef="#br0" timeOffset="110049.2398">9069 14838 0,'80'-80'32,"-160"160"-32,200-200 0,-80 80 0,0 40 0,40 0 15,1 120 16,-41-40-31,-120 41 32,80-41-17,40-80 1,0 40 0,0 0-16,0 40 31,0 1-31,0-81 0,-40 120 31,0-40-31,-80-40 16,-80 0-1,119-80 1,1-40-16</inkml:trace>
  <inkml:trace contextRef="#ctx0" brushRef="#br0" timeOffset="110279.2244">9991 14678 0,'0'0'16,"81"80"-1,-81 0 1,40 1-16,0 119 15,-40-80-15,-40 41 16,40-81-16,-121 121 31,41-121-31,0 0 0</inkml:trace>
  <inkml:trace contextRef="#ctx0" brushRef="#br0" timeOffset="110719.1276">11516 15520 0,'-80'-40'32,"160"80"-32,-200-120 0,160 80 31,-40-40-31,80 40 0,-40 0 0,1-40 0,-1 40 16,0 0-16,0-40 0,40 40 0,-40 0 0,0 0 15,1 0-15,-1 0 16,0 0-16,0 0 0,0 0 0,0 0 15,-40 40-15</inkml:trace>
  <inkml:trace contextRef="#ctx0" brushRef="#br0" timeOffset="110919.1865">11516 16001 0,'-40'0'16,"80"0"-16,-40-40 15,81 40 1,-41 0 0,160-40-1,-79 40 1,-81-40-16,80 0 0</inkml:trace>
  <inkml:trace contextRef="#ctx0" brushRef="#br0" timeOffset="111189.1441">12921 15079 0,'-40'-40'15,"80"80"-15,-121-80 31,81 80-31,-40 0 16,0 121 0,0 119 15,160-79-15,-39-121-16</inkml:trace>
  <inkml:trace contextRef="#ctx0" brushRef="#br0" timeOffset="111409.1389">12720 16242 0,'0'0'0,"40"0"15,0 0 16,0 0-31,41 0 0,-41 0 0,80 0 32,-80 0-32,0 0 0,41 0 31,-41 0-31</inkml:trace>
  <inkml:trace contextRef="#ctx0" brushRef="#br0" timeOffset="111719.1386">13161 16643 0,'-40'40'15,"80"-80"-15,-120 80 0,-40 40 16,80-80-16,0 41 0,-41-1 16,1 0-1,40 40 16,80-80-31,0 0 32,40 0-32,81-40 31,40 40-15,-41 0-1,-120 0 1,0 0-16,0 0 0</inkml:trace>
  <inkml:trace contextRef="#ctx0" brushRef="#br0" timeOffset="111949.1275">13202 16844 0,'-41'-40'16,"82"80"-16,-82-121 0,1 81 31,40 41-15,0 39-1,0 0 1,0-40-16,0 120 16,0-119-16,0-1 0,40 40 15,41-80-15</inkml:trace>
  <inkml:trace contextRef="#ctx0" brushRef="#br0" timeOffset="112589.0139">14205 15119 0,'0'0'0,"-40"-40"0,40 0 15,-41 40 16,41 40-15,-40-40-16,40 40 0,-40 0 0,40 0 16,0 0-16,0 1 0,-40 39 15,40 0-15,0 0 0,-40 0 0,40 1 0,0-1 16,0 0-16,0-40 16,0 40-16,0 1 0,0-41 0,80 0 0,-80 0 15,40 40-15,0-80 0,-40 40 0,41-40 0,-1 40 16,0-40-16,0 0 0</inkml:trace>
  <inkml:trace contextRef="#ctx0" brushRef="#br0" timeOffset="112859.0145">14807 15480 0,'-40'0'16,"40"-40"-16,-41 40 31,41 40-31,0 80 32,0 121-17,0-40 1,0-161-1,0 0-15,81 0 0</inkml:trace>
  <inkml:trace contextRef="#ctx0" brushRef="#br0" timeOffset="113118.9984">15328 15841 0,'0'-40'0,"40"40"31,-40-40-31,41 40 16,39 0 0,-40 0-16,0 0 0,0 0 0,0 0 0,0 0 15,41 0-15,-41 40 0,0-40 0,40 0 0,-40 0 16,0 0-16,1 0 0,-1 0 15,0-40-15,0 40 16,-40-40 0</inkml:trace>
  <inkml:trace contextRef="#ctx0" brushRef="#br0" timeOffset="113359.0398">15730 15520 0,'0'-40'16,"0"80"-16,-41-80 0,1 40 0,0 0 31,0 201-15,0-161-16,40 40 16,0-40-16,0 120 15,0-79-15,40-41 0,0 40 31,-40-40-31,40-40 0</inkml:trace>
  <inkml:trace contextRef="#ctx0" brushRef="#br0" timeOffset="113779.0147">16612 15881 0,'0'0'0,"-40"0"0,120-40 32,-39 40-32,79-80 15,-80 40-15,0 0 0,40-1 16,-39 41-16,-1-40 15,-40 0-15,0 0 16,-81 0 0,-39 40-1,40 40 1,40-40-16,0 80 16,40-40-16,-81 81 15,81-41 1,0-40-16,0 40 0,0-40 0,81 41 31,-1-81-31,-40 0 0,161-40 31,-121 40-31,-40 0 0,80-41 16,-80 1-16</inkml:trace>
  <inkml:trace contextRef="#ctx0" brushRef="#br0" timeOffset="114208.9167">17535 15079 0,'40'-80'16,"-80"160"-16,80-200 0,0 39 31,1 41-31,-1 0 0,-40 0 16,0 0-1,-40 40 17,40 40-17,0 0 1,0 0-16,0 0 0,0 1 15,0-1-15,0 0 0,0 0 0,0 40 0,0-40 16,0 0-16,0 0 16,40 1-16,-40-1 0,40 0 0,-40 0 15,0 0-15,0 0 16,0 0-16,-40-40 0,40 40 0,-81-40 16,41 0-16,0 0 0,0 0 0,0 0 15,0 0-15,0 0 16,0-40-16</inkml:trace>
  <inkml:trace contextRef="#ctx0" brushRef="#br0" timeOffset="114398.9784">17535 14558 0,'0'-40'32,"0"-1"-32</inkml:trace>
  <inkml:trace contextRef="#ctx0" brushRef="#br0" timeOffset="114858.9206">18258 14758 0,'80'-40'15,"-160"80"-15,200-80 0,-80 40 16,0 40-1,-40 0 1,0 0 0,0 0-1,-40 1-15,0 39 16,40-40-16,-40-40 0,40 40 16,40-40 15,0 0-31,0 0 31,0 120-15,-40-80-1,0 1-15,-80-1 0,0 0 32,-81 0-17,121-40-15,0-40 31</inkml:trace>
  <inkml:trace contextRef="#ctx0" brushRef="#br0" timeOffset="115258.871">18739 14999 0,'0'40'15,"0"0"1,0 0-16,-40 40 31,40 1-31,0-1 32,-40-40-32,40-80 46,40 0-46,-40 0 0,0-1 0,0 1 16,0 0-16,40 0 16,-40 0-16,40 40 0,-40-40 0,0 0 0,40 0 15,0 40 1,-40 40 0,41-40-16,-41 40 0,0 0 15,40 0-15,-40 0 16,0 0-16,0 0 0,0 1 15,0-1 1,40-40-16,-40 40 0</inkml:trace>
  <inkml:trace contextRef="#ctx0" brushRef="#br0" timeOffset="115458.8797">18739 14878 0,'0'-40'15,"40"40"-15,40-40 16,1 40 0,-41 0-16,40 0 15,-40 0-15,81-40 16</inkml:trace>
  <inkml:trace contextRef="#ctx0" brushRef="#br0" timeOffset="115828.8366">19863 14798 0,'0'0'16,"0"-40"-1,40 40 1,0 80 15,0 1-31,0-41 0,0 200 31,-40-159-31,40-41 0,-40 40 0,-120 361 32,-281-160-17,200-161-15</inkml:trace>
  <inkml:trace contextRef="#ctx0" brushRef="#br0" timeOffset="120018.5906">20705 15681 0,'0'0'0,"-40"0"0,0 0 0,0 0 16,80 0 15,-40-41-31,80 41 0,-40 0 15,41 0-15,-41 0 16,0-40-16,40 40 0,0-40 0,-40 40 0,41 0 16,-41 0-16,40 0 0,-40 0 15,0 0-15,0 0 0,1 0 0</inkml:trace>
  <inkml:trace contextRef="#ctx0" brushRef="#br0" timeOffset="120218.5888">20866 15961 0,'-40'40'16,"80"-80"-16,-121 80 0,81 1 15,41-41-15,39 0 0,0-81 16,-40 81-16,81-40 16,-81 40-16,160-40 15,-79 40 1,-81-40-16</inkml:trace>
  <inkml:trace contextRef="#ctx0" brushRef="#br0" timeOffset="120428.5422">22270 15199 0,'-40'-80'16,"80"160"-16,-160-200 15,120 160 17,0 0-32,0 0 0,0 0 0,0 1 0,0-1 0,0 40 15,0-40-15,40 40 16,-40-40-16,0 40 0,0-39 0,0-1 0,0 40 16,0-40-16,0 0 0,0 0 0,40 0 0</inkml:trace>
  <inkml:trace contextRef="#ctx0" brushRef="#br0" timeOffset="120658.5468">21789 16523 0,'0'-80'15,"40"80"-15,120-81 31,-79 41-31,-41 40 0,160-40 32,-160 40-32,1 0 0,79 0 15,-40 0 1</inkml:trace>
  <inkml:trace contextRef="#ctx0" brushRef="#br0" timeOffset="120928.5868">22350 16643 0,'0'0'0,"-40"40"15,0 40-15,0-39 16,0-41-16,-40 120 16,80-80-16,-81 40 15,41-40 16,80-40-15,1-40 0,199 0-1,-39 0 1,-161 40 0,0 0-16</inkml:trace>
  <inkml:trace contextRef="#ctx0" brushRef="#br0" timeOffset="121148.4984">22431 16884 0,'-40'-40'16,"40"80"15,0 0-31,0 0 0,0 0 15,0 0-15,-41 0 0,41 0 0,0 0 0,0 41 16,0-41-16,-40 0 16,40 0-16,0 0 0,0 0 0,0 0 0,0 0 15,0 1-15</inkml:trace>
  <inkml:trace contextRef="#ctx0" brushRef="#br0" timeOffset="121438.5555">23755 15801 0,'-161'0'15,"322"0"-15,-442 40 31,281 0-31,0 40 0,0 81 16,0-81-16,0 40 16,40-80-16,0 201 15,121-40 1,-161-161-16,40-40 16,0 0-16,0 0 0</inkml:trace>
  <inkml:trace contextRef="#ctx0" brushRef="#br0" timeOffset="121638.5433">24517 15961 0,'0'-40'0,"-40"40"16,40 40 0,-40 121-1,40 39 16,0-120-31,0-39 0,0 119 32,0-120-32,0 0 0</inkml:trace>
  <inkml:trace contextRef="#ctx0" brushRef="#br0" timeOffset="121828.4581">25079 16443 0,'0'-41'16,"0"1"0,80 40-16,-40 0 0,0-40 15,1 40-15,-1 0 0,0 0 0,0 0 0,0 0 16</inkml:trace>
  <inkml:trace contextRef="#ctx0" brushRef="#br0" timeOffset="122238.5074">26283 15841 0,'-40'0'0,"0"0"31,-1 40-31,41 0 16,0 0-16,-40 0 0,40 1 0,0-1 0,0 40 15,0-40 1,0 0-16,0 0 0,0 0 0,0 0 0,0 0 15,0 1 1,0-1-16,0 0 0</inkml:trace>
  <inkml:trace contextRef="#ctx0" brushRef="#br0" timeOffset="122488.4213">26845 15640 0,'0'-40'16,"40"40"-16,-40 40 15,40 41 1,-40 119 0,0-160-16,0 0 0,0 161 15,0-161-15,-80 201 16,80-161-16,-41-40 0,-39 0 15,-120 201 1</inkml:trace>
  <inkml:trace contextRef="#ctx0" brushRef="#br0" timeOffset="122738.4772">27727 16082 0,'-40'0'16,"80"0"-16,81-81 31,-41 41-31,-40 40 0,121-40 15,-121 40-15,160 0 16,-160 0-16</inkml:trace>
  <inkml:trace contextRef="#ctx0" brushRef="#br0" timeOffset="122958.4074">28088 16483 0,'-40'40'16,"80"-80"-16,-40 80 31,41-40-15,-1 0-16,160-40 16,-119 40-16,-41 0 0,80-40 15,-80 40-15,40 0 16</inkml:trace>
  <inkml:trace contextRef="#ctx0" brushRef="#br0" timeOffset="123398.4376">29774 15841 0,'0'-80'16,"0"40"0,-40 40-16,-41 80 31,-79 40-31,120-40 15,0 121 1,200-121 15,41-80-31,-81-40 16,121-80 0,-161-1-1,-200-39 16,-41 120-31,-200 0 32,241 120-32,-1 40 15</inkml:trace>
  <inkml:trace contextRef="#ctx0" brushRef="#br0" timeOffset="132507.8941">2729 17365 0,'-41'0'31,"41"-40"0,0 80-31,41-80 16,-1 40 0,0 0-16,0 0 15,0 0-15,0-40 0,0 40 0,0 0 0,1 0 16,-1 0-16,40 0 15,-40 40-15,0-40 0,0 40 0,0 0 0,-40 0 16,41 0-16,-41 0 0,0 1 16,0-1-16,0 0 0,0 0 0,0 0 0,-41 0 15,41 0-15,-80 0 0,80 0 0,0 0 0,-80 1 16,40-1-16,0 0 16,0 0-16,-1-40 15,41-40 1,0 0-16,41 0 0,-41-1 15,40 1-15,0 0 16,0 0-16,0 0 0,-40 0 0,80 0 0,-40 0 16,1 0-16,-1 0 0,0-1 15,0 1-15,0 40 0,0-40 0,0 0 0,1 0 16,-1 40-16,-40-40 0,0 0 16,40 40-16,-80 0 62,0 0-31,-1 40-31,41 0 0,-40-40 16,40 40-16,-40 0 0,0 0 16,40 0-16,-40 1 0,40-1 0,0 0 0,-40 0 15,40 0-15,0 0 16,0 0-16,0 0 0,40-40 15,-40 40-15,40-40 16,0 0-16,-40 0 0,40 0 0,0 0 0,1 0 16,-1 0-16,40 0 15,-40 0-15,0-40 0</inkml:trace>
  <inkml:trace contextRef="#ctx0" brushRef="#br0" timeOffset="132797.8009">4454 17124 0,'-40'-40'16,"80"80"-16,-120-80 16,40 40-16,40 40 15,-40-40-15,40 40 0,-41 1 16,41-1-16,0 0 0,-40 0 0,40 0 15,0 0-15,0 40 16,0-40-16,0 1 0,0 39 0,0-40 0,0 0 16,0 0-16,40 0 0,-40 0 15,41 0-15,-41 0 0,0 1 0,40-41 0,-40 40 16,40 0-16,0-40 16</inkml:trace>
  <inkml:trace contextRef="#ctx0" brushRef="#br0" timeOffset="133217.8498">4695 17485 0,'-40'-40'16,"80"40"0,0 40 15,0 0-31,0 1 0,-40-1 15,40-40-15,-40 40 0,0 0 16,0 0-16,0 0 0,0 0 16,0 0-1,0 0 1,-40-40-16,80-40 16,-40 0-16,40 40 15,-40-80-15,0 40 0,0 0 0,41 40 16,-41-40-16,40 40 15,-40-40-15,40 40 16,0 0 0,-40 40-16,0-40 0,0 40 15,40-40-15,-40 40 0,0 0 0,0 0 16,0 0 0,0 0-16,0 0 0,0 0 0,0 1 15,-40-41-15,40 40 0,0 0 16,-40 0-16</inkml:trace>
  <inkml:trace contextRef="#ctx0" brushRef="#br0" timeOffset="133507.7766">5257 17285 0,'40'-40'16,"-80"80"-16,120-80 15,-40 80-15,0 80 16,-40-40 0,0-40-16,40 41 0,-40 159 31,-40-39-16,-80-41 1,80-120 0</inkml:trace>
  <inkml:trace contextRef="#ctx0" brushRef="#br0" timeOffset="133817.8125">6099 17566 0,'-40'-41'15,"80"82"-15,0-122 16,0 81-16,1-40 15,-1 40 1,80-40-16,81 0 31,-81 0-15,-80 80 0</inkml:trace>
  <inkml:trace contextRef="#ctx0" brushRef="#br0" timeOffset="133987.747">6340 18007 0,'0'0'0,"-40"0"0,80 0 0,-80 0 32,120-40-17,0 40 1,81-41-1,-81 41 1</inkml:trace>
  <inkml:trace contextRef="#ctx0" brushRef="#br0" timeOffset="134617.7674">7664 16884 0,'-40'0'16,"80"0"-16,-120-40 31,80 80 0,0 0-31,0 0 16,-40-40-16,40 40 15,0 0-15,0 0 0,0 0 16,0 0-16,0 1 0,0-1 0,0 0 16,0 0-16,0 0 15,0 0-15,0 0 0,0 0 0,0 0 16,0 1-16,0-1 0,0 0 15,0 0-15,-40-40 0,0 0 16,-1 0 0,1 0-16,0-40 15,40 0 1,0 0 0,40-1-16,0 41 0,1 0 15,-1 0 1,0 41-16,-40-1 0,40-40 15,-40 40-15,40 0 0,-40 0 16,0 0-16,0 0 0,0 0 0,0 0 0,0 0 16,0 1-16,0-1 15,0 0-15,0 0 0,0 0 16,0 0-16,40-40 0,0 0 16,0 0-16,1 0 15,-1 0-15,0 0 0,0 0 0,0 0 16,0 0-1,0 0-15,0 0 16</inkml:trace>
  <inkml:trace contextRef="#ctx0" brushRef="#br0" timeOffset="134937.6739">8507 16844 0,'-40'0'0,"80"0"0,-80 80 0,40-200 16,0 160-1,0 40 1,0-40-16,0 0 16,0 0-16,0 0 0,0 0 0,0 0 0,0 1 15,0-1-15,0 0 0,0 0 0,0 0 16,40 0-16,-40 0 16,80-40-16,-80 40 0,40-40 15</inkml:trace>
  <inkml:trace contextRef="#ctx0" brushRef="#br0" timeOffset="135167.7313">8266 17926 0,'0'0'16,"40"-80"-1,81 80 1,39-80 0,-40 80-1,-79 40 17</inkml:trace>
  <inkml:trace contextRef="#ctx0" brushRef="#br0" timeOffset="135547.7086">8507 18167 0,'-40'0'16,"80"0"-16,-80-40 16,80 40-16,0 0 15,0 0-15,121-40 31,-121 80-31,40 40 32,-120 81-17,0-81-15,-81 0 32,81-80-32,40 0 15,40 0 1,0 0-1,41 0 1,-41 0 0,40 0-1,-40 40 1,81-40 0</inkml:trace>
  <inkml:trace contextRef="#ctx0" brushRef="#br0" timeOffset="135817.6213">9670 17886 0,'0'0'0,"0"-40"31,0 80-15,0 121-1,-80-1 1,40-80 0,-40 1-1</inkml:trace>
  <inkml:trace contextRef="#ctx0" brushRef="#br0" timeOffset="136317.626">10473 17445 0,'0'0'0,"-80"-40"16,40 0-1,-1 40 1,41 80-1,41 81 17,39-81-32,-40-40 15,0 0-15,80-40 32,-79-80-32,79 0 31,-120-41-16,-40 41 1,-40 40 0,-1 40-1,81 40 1,-40 0 0,40 0-16</inkml:trace>
  <inkml:trace contextRef="#ctx0" brushRef="#br0" timeOffset="136507.6156">11276 17846 0,'0'40'0,"0"0"15,-41 41 1,-39 39 15,0-40-31,0 0 16</inkml:trace>
  <inkml:trace contextRef="#ctx0" brushRef="#br0" timeOffset="136997.5613">11757 17325 0,'-40'0'31,"40"40"0,0 0-15,0 0-16,0 0 0,0 41 0,0-122 15,0 82-15,0-1 0,0 0 16,0 0-16,0 0 0,40 0 0,-40 0 16,0 0-16</inkml:trace>
  <inkml:trace contextRef="#ctx0" brushRef="#br0" timeOffset="137237.6085">11637 18368 0,'0'-40'0,"0"-1"0,80 1 32,40 0-17,1 0 1,-81 40-1,40 0 1</inkml:trace>
  <inkml:trace contextRef="#ctx0" brushRef="#br0" timeOffset="137587.5298">11717 18688 0,'0'0'16,"0"-40"-16,40-40 16,40 80-16,-80-40 0,121 40 15,39 0 17,-160 40-32,40 40 15,-160 81 1,40-81-1,40-80 1,40-40 15,40 0-31,80 0 16,41 40 15,-81 0-31,0-40 16</inkml:trace>
  <inkml:trace contextRef="#ctx0" brushRef="#br0" timeOffset="137857.5341">12800 18207 0,'40'-40'16,"-40"0"-1,0 80 1,-40 40-16,-80 41 31,-41-1-15,161-80-1</inkml:trace>
  <inkml:trace contextRef="#ctx0" brushRef="#br0" timeOffset="138367.4933">13643 17846 0,'0'-40'0,"0"0"15,-40 40 1,0 0 0,40 40-1,-40-40-15,40 40 16,0 0 0,0 0-16,0 1 0,0-1 15,40-40-15,-40 40 16,40-40-16,0 40 0,0-40 15,0 0-15,0 0 16,0 0-16,1 0 0,-41-40 16,40 40-16,-40-40 15,0 0-15,0-1 0,0 1 16,0 0-16,-40 0 0,40 0 16,-41 0-1,41 0-15,-80 40 0,160 0 16,-120 0-16,0 0 15,40 40 1</inkml:trace>
  <inkml:trace contextRef="#ctx0" brushRef="#br0" timeOffset="139017.4451">14365 17285 0,'0'-40'16,"40"40"0,-40-40-16,161 40 31,-81 40-16,-40 80 1,-120 121 15,40-161-31,40 40 16,0-40 15,40-80-31,80 0 31,-120-40-15,0 80 0,0 0-1,-40 1-15,40 39 32,0 80-17,-120-39 1,-1 79 15,-119-40-15,159-119-16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16:03.2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9630 922 0,'0'-40'0,"0"0"31,40 40-31,-40-40 16,0 80 31,0 0 62,0 0-93,-40 0-16,40 0 0,0 40 0,-40-40 16,40 41-16,-40-1 0,40 0 15,-40 0-15,40 0 0,-40 1 0,40-1 0,0-40 16,-40 40-16,40 0 15,0-40-15,0 41 0,0-41 0,0 0 0,0 0 16,0 0-16,40-40 16,-40 40-16,40-40 0,0 0 15</inkml:trace>
  <inkml:trace contextRef="#ctx0" brushRef="#br0" timeOffset="379.9766">9430 1082 0,'-40'-80'15,"80"160"-15,-80-200 16,40 80-16,40 0 15,80 0 1,0-41 0,1 41-1,-41 80 17,-40 81-32,-40-81 15,-40 160 1,-120 1 15,-41-41-15,121-120-1</inkml:trace>
  <inkml:trace contextRef="#ctx0" brushRef="#br0" timeOffset="810.0214">9911 1604 0,'40'0'16,"41"0"0,39 0 15,-80 0-31,121-40 15,-121 40-15,0 0 16,0 0-16,40 80 31,-120 80-15,-120 41 0,79-81-1,121-160 16,81-121-15,39-39 0,-120 160-16,121-80 15,-121 79-15,40 41 32,-39 0-32,-1 0 15,0 0-15</inkml:trace>
  <inkml:trace contextRef="#ctx0" brushRef="#br0" timeOffset="1099.9511">11235 1564 0,'0'0'0,"41"0"16,-1 0-16,40 0 15,-40 0-15,0 0 16,0 40 15,-40 80-15,-80 0-1,-80-40 17,79-80-32,41 0 15,0-80 1,40-80 0,120 40 15,1 79-16,-81 41 1,0 0-16</inkml:trace>
  <inkml:trace contextRef="#ctx0" brushRef="#br0" timeOffset="1329.9893">12038 1644 0,'-40'-40'15,"40"0"-15,-40-1 16,40 122 15,0-41-31,0 120 32,0 1-32,0-41 15,0 80 1,-40-79-1</inkml:trace>
  <inkml:trace contextRef="#ctx0" brushRef="#br0" timeOffset="1599.9212">11998 1764 0,'0'0'16,"0"-40"-16,0-80 15,0 80-15,40-1 0,40-39 32,41 0-32,-41 80 15,0-40 1,-80 240 0,-120 1 15,-81-41-16,121-120 1,80 1-16</inkml:trace>
  <inkml:trace contextRef="#ctx0" brushRef="#br0" timeOffset="2049.8773">12800 1523 0,'0'0'0,"-40"0"0,-40 0 15,80 41 1,-40-41 0,40 40-16,0 40 0,0-40 15,0 160 1,40-119 15,0-41-15,-40-120-1,40-41 1,-40 41-16,40-80 31,-40 120-15,0 80-1,40 80 17,1-40-32,-1-40 15,0 81 1,40-81 0,-40-40-16</inkml:trace>
  <inkml:trace contextRef="#ctx0" brushRef="#br0" timeOffset="2329.9313">13362 1644 0,'40'0'32,"-40"40"-32,40-40 15,-40 40-15,40 0 0,-40 0 0,41 0 16,-41 0-16,0 0 15,-41 1-15,41-1 0,-40-40 0,40 40 16,-40-40-16,0 0 16,40 40-16,-40-40 0,40-40 15,0-40-15,40 39 16,-40 1-16,40 0 16,-40 0-16,80 0 0,-39 0 0,-1 40 0,-40-40 15,40 40-15,0-40 16,-40 0-16,40 40 0,0-40 0,0 40 15,0 0 1</inkml:trace>
  <inkml:trace contextRef="#ctx0" brushRef="#br0" timeOffset="2709.836">14245 962 0,'0'-40'15,"0"80"-15,0-40 47,0 40-47,0 0 0,0 0 0,0 40 16,-40-39-16,40 39 0,0-40 0,0 40 0,0-40 16,0 40-16,0-39 15,0 39-15,0-40 0,0 0 0,0 0 0,0 0 16,0 0-16,0 0 0,0 0 15,40 1-15</inkml:trace>
  <inkml:trace contextRef="#ctx0" brushRef="#br0" timeOffset="3079.8876">14165 1764 0,'-41'0'0,"82"0"0,-1 0 31,0 0-15,120-40-1,1 0 1,-41 0 0,-39-40-1,-41 39 1,-40 1-1,40 0 1,-40 80 15,0 0-31,0 121 32,-40-121-32,40 40 15,-81 0 1,81-40-1</inkml:trace>
  <inkml:trace contextRef="#ctx0" brushRef="#br0" timeOffset="3239.8788">14967 1203 0,'0'0'0,"-40"-41"16,40-39 0,40 40-16</inkml:trace>
  <inkml:trace contextRef="#ctx0" brushRef="#br0" timeOffset="3559.8155">15288 1804 0,'0'0'16,"-40"0"-16,40 40 0,0-80 31,80 40-31,-40-40 0,1 40 0,-1-40 16,0 40-16,0-40 0,0 0 0,0 0 16,-40 0-16,40-1 15,-40 1-15,-80 40 31,40 0-31,40 40 16,-40-40-16,40 41 0,-40-1 16,40 0-16,-40 0 0,40 0 0,0 0 15,0 0-15,0 0 0,0 0 0,0 0 16,0 1 0,80-41-16,-80 40 0,40-40 15,0 0 1,0 0-16,0-40 0</inkml:trace>
  <inkml:trace contextRef="#ctx0" brushRef="#br0" timeOffset="3969.7571">16211 1523 0,'0'0'0,"0"-40"32,-40 40-32,0 0 15,0 81 1,0 39 15,40 40-15,80-80-1,0 1 1,-80-41-16,40 40 31,-160-80-15,-41 0-1,121-40-15</inkml:trace>
  <inkml:trace contextRef="#ctx0" brushRef="#br0" timeOffset="4739.7395">17776 1884 0,'40'0'0,"-40"40"32,0 1-17,-40-1-15,0-40 0,0 0 16,0 40-16,-1-40 16,1 0-16,40-40 31,40 40-31,-40-40 0,81-1 0,-41 1 15,0 0-15,0 40 0,0-40 16,0 0-16,0 40 0,1-40 0,-1 40 0,0-40 16,0 40-16,-40-40 15,40 40-15,0-40 0,0 40 0,1-40 0,-1-1 16,0 1-16,0 40 0,0-40 0,0 0 0,-40 0 16,40 0-16,-40 0 0,0 0 15,0 0-15,0-1 0,0 1 0,0 0 16,0 0-1,-40 40 1,40 80 0,-40-80-16,40 81 0,0-41 0,0 0 15,0 40-15,0 0 0,0 0 0,0 1 0,0-1 16,0-40-16,0 40 16,0 0-16,0 1 0,0-41 0,0 40 0,0 0 15,0 0-15,0-40 0,0 41 16,0-41-16,0 40 0,0-40 0,0 40 0,0-40 15,0 0-15,-40 41 16,40-41-16,-40-40 0,40 40 0,-80 0 0,39 0 16,1 0-16,0-40 15,0 0-15,0 0 0,0 0 16,40-40-16,-40 40 0,40-40 0,-41 0 16,41 0-16,0 0 15,0 0-15,0-41 0,41 41 0,-1 0 16,-40 0-16,80 0 15,-40 40-15,-40-40 0,40 40 0,0-40 0,1 40 16,-1-40-16,0 40 16,0-40-16,0-1 0,40 41 0,-40-40 0,41 0 15</inkml:trace>
  <inkml:trace contextRef="#ctx0" brushRef="#br0" timeOffset="5009.7693">19381 1243 0,'0'0'0,"-80"-40"16,40 80-1,0 120 1,40 1-1,40 119 1,-40-79 0,0-81-1,0-80-15</inkml:trace>
  <inkml:trace contextRef="#ctx0" brushRef="#br0" timeOffset="5349.7478">19020 1483 0,'0'-120'16,"0"240"-16,0-280 0,120 40 16,-80 79-16,1 1 0,119 0 15,-40 40 1,41 201-1,-81-121 1,0 241 0,-39-81-1,-162-39 17,1-161-32,-121 0 31,81-80-16,119-40 1,41 40-16</inkml:trace>
  <inkml:trace contextRef="#ctx0" brushRef="#br0" timeOffset="5619.6618">20505 1203 0,'0'0'15,"0"40"17,0 80-32,0 161 31,0-41-16,0-159 1,0 39 0</inkml:trace>
  <inkml:trace contextRef="#ctx0" brushRef="#br0" timeOffset="5849.6447">20384 1363 0,'-40'-40'0,"80"80"0,-120-120 15,80 40-15,40 40 16,40-40 0,1-41-16,-1 41 15,80 0 1,1 40 15,-81 0-31</inkml:trace>
  <inkml:trace contextRef="#ctx0" brushRef="#br0" timeOffset="6109.7026">20505 1604 0,'-41'0'16,"82"0"-16,-162 0 16,81 0-16,40 40 15,40-40 17,-40 40-32,40-40 15,161 0 1,0-80 15,-81 40-31,40-41 16</inkml:trace>
  <inkml:trace contextRef="#ctx0" brushRef="#br0" timeOffset="6379.6898">21628 1443 0,'0'0'32,"40"0"-32,121-40 31,120-40-16,-201 80 1,121-40 0,-41 40-1,-120 0-15</inkml:trace>
  <inkml:trace contextRef="#ctx0" brushRef="#br0" timeOffset="6609.6755">22150 1323 0,'0'0'0,"-40"0"15,40 40 17,0 0-32,0 40 15,0 161 1,0-121-1,-40 161 1,-1-121 0</inkml:trace>
  <inkml:trace contextRef="#ctx0" brushRef="#br0" timeOffset="8449.5003">8988 3368 0,'-40'0'16,"0"0"30,80 0-14,0 0-17,0 0-15,1 0 16,-1 0 0,0 0-16,0 0 0,0 0 15,0 0-15,0 0 0,0 0 16,41 0-16,-41 0 0,0 0 0,0 0 15,0 0-15,0 0 16,0 0-16,1 0 0,-1 0 0,0 0 16,0 0-16,0 40 0,40-40 0,-40 0 0,1 0 15,-1 0-15,0 0 0,40 0 16,-40 0-16,40 0 0,1-40 0,-1 40 0,0 0 16,41 0-16,-41 0 15,0 0-15,0-40 0,1 40 0,-1 0 0,0-40 16,0 40-16,1 0 0,-41 0 15,40 0-15,-40 0 0,40 0 0,-39 0 0,39 0 16,-40 0-16,40 0 16,-40 0-16,41-40 0,-1 40 0,0 0 0,0 0 15,1 0-15,-1 0 0,40 0 0,-40 0 0,1 0 16,39 0-16,-40 0 0,41 0 16,-41 0-16,40-40 0,-39 40 0,-1 0 0,0 0 15,-40 0-15,40 0 16,1 0-16,-41-40 0,40 40 0,-40 0 0,0 0 15,41 0-15,-41 0 0,40-40 16,0 40-16,0 0 0,1 0 0,-1-40 0,0 40 16,41 0-16,-41 0 0,0 0 0,41 0 0,-41 0 15,40-41-15,-40 41 16,1 0-16,-1 0 0,0 0 0,0 0 0,1 0 16,-41 0-16,40 0 0,-40 0 15,40 0-15,-39 0 0,39 0 0,-40-40 0,40 40 16,-40 0-16,41 0 15,-41 0-15,40 0 0,0 0 0,-40 0 0,41 0 16,-1 0-16,-40 0 0,40 0 16,-40 0-16,0 0 0,41 0 0,-41 0 0,0 0 15,40 40-15,-40-40 0,0 0 0,1 0 0,39 0 16,-40 0-16,0 0 16,0 0-16,0 0 0,41 0 0,-41 0 0,0 0 15,0 0-15,40 0 0,-40 0 16,0 0-16,41 0 0,-41 0 0,40 0 0,-40 0 15,40 0-15,-39 0 16,-1 0-16,40 0 0,-40 0 0,0 0 0,41 0 16,-41 0-16,0 0 0,0 0 0,0 0 0,0 0 15,0 0-15,0 0 0,1 0 16,-1 0-16,0 0 0,0 0 0,0 0 16,0 0-16,0 0 15,0 0-15,1 0 0,-1 0 0,0 41 16,0-41-16,0 0 0,0 0 15,40 40-15,-39-40 0,39 0 0,-40 0 0,0 0 16,0 0-16,0 0 16,0 0-16,1 0 0,39 0 0,-40 0 0,0 0 15,0 0-15,0 0 0,0 0 0,41 0 0,-41 0 16,0 0-16,0 0 0,40 0 16,-40 0-16,1 0 0,-1-40 0,40 40 0,-40 0 15,0 0-15,0 0 16,0 0-16,1 0 0,39 0 0,-40 0 0,0 0 15,0 0-15,0 0 0,0 0 16,41 0-16,-41 0 0,0 0 0,0 0 0,40 0 16,-40 0-16,41 0 0,-41 0 0,0 0 0,40 0 15,-40 0-15,41 0 16,-41 0-16,40 0 0,-40 0 0,40 0 0,-40 0 16,41 0-16,-1 0 0,0 0 15,1 0-15,-1 0 0,-40 0 0,40 0 0,0 0 16,-39 0-16,39 0 15,-40 0-15,0 0 0,40 0 0,-40 0 0</inkml:trace>
  <inkml:trace contextRef="#ctx0" brushRef="#br0" timeOffset="29118.2489">3090 4571 0,'0'0'0,"0"41"0,-40-41 16,-1 0-1,41 40-15,-40-40 0,40 40 32,81-40-32,-81 40 0,0 0 15,0 0 1,0 0-16,40 0 0,-40 0 0,0 41 0,40-41 15,-40 40-15,0-40 0,0 40 0,0-40 0,0 41 16,0-41-16,0 0 0,-40 0 16,40 0-16,0 0 0,-40 0 0,40 0 0,-41 0 15</inkml:trace>
  <inkml:trace contextRef="#ctx0" brushRef="#br0" timeOffset="29938.217">3130 4491 0,'-40'0'16,"0"0"0,-1-40-1,-39 40 16,-40 40-15,80-40-16,-81 40 16,81 0-16,0 1 15,0-1-15,-80 80 32,79-120-32,-39 160 15,80-120-15,0 1 0,-80 79 16,80-80-16,0 161 15,0-121-15,0-40 0,40 120 32,121 1-17,-121-121-15,160 0 16,-160 0-16,1-40 0,79 0 31,81 0-15,-161-40-16,40 0 15,-40 40-15,0-40 0,121-81 16,-121 81-16,0-80 31,-40 80-31,0 0 0,0 0 0,0-201 32,0 161-32,0-121 15,0 121 1,0 40-16,0-40 15,-40 80-15,40-40 0,-80 40 16,-41-40 0,-39-1 15,120 41-31,-41 0 16,41 0-16,40 41 0,-40-1 15,80 40 1</inkml:trace>
  <inkml:trace contextRef="#ctx0" brushRef="#br0" timeOffset="30338.1936">5056 4652 0,'-40'0'0,"80"0"0,-120 0 16,40 0-16,40 40 16,-41-40-1,41 120 1,0 161 0,0 40 15,0-281-31,0 160 15,0-160-15,0 0 0,0 1 0</inkml:trace>
  <inkml:trace contextRef="#ctx0" brushRef="#br0" timeOffset="30598.2332">4936 4852 0,'0'0'0,"0"-40"15,0 0-15,0 0 0,40 0 16,-40 0-16,40 0 0,0-1 16,0 41-1,-40-40-15,40 40 0,0 0 16,-40 40 0,0 1-16,0-1 0,0 0 0,0 0 15,0 0 1,-40 0-16,40 0 0,-40 0 0,40 0 0,-40 0 15,40 1-15,-40-41 0,40 40 0,-40 0 0,40 0 16,0 0 0</inkml:trace>
  <inkml:trace contextRef="#ctx0" brushRef="#br0" timeOffset="31018.1914">5578 5414 0,'0'0'0,"80"0"31,0-81-15,-40 81-16,81-40 16,-81 0-16,0 40 0,-40-40 15,40 40 1,0-80-1,-80 40 1,-80 40 0,39 0 15,1 40-15,40 40-1,40 40 16,120 1-15,-120-81-16,81 40 16,-41-80-16,-40 40 0,80-40 15,-80 40-15,80-40 16</inkml:trace>
  <inkml:trace contextRef="#ctx0" brushRef="#br0" timeOffset="31358.1875">6420 5253 0,'0'-40'16,"0"80"-16,0-120 15,40 80 1,41 0-16,39 0 31,-80 0-31,0 40 0,40 0 16,-39 81-1,-41-41-15,-41 80 16,-39-120 15,40-80-15,40-120 0,161-41 15,-1 81-16,1 40 1,-81 40 0</inkml:trace>
  <inkml:trace contextRef="#ctx0" brushRef="#br0" timeOffset="31568.1047">7704 4932 0,'-40'0'16,"40"40"15,0 1-31,0-1 16,0 0-16,0 0 0,0 0 16,0 0-16,0 0 0,0 0 0,0 0 0,0 1 15,0-1-15,0 0 16,0 0-16,40 0 0</inkml:trace>
  <inkml:trace contextRef="#ctx0" brushRef="#br0" timeOffset="31748.092">7704 4692 0,'-80'0'0,"160"0"0,-200 0 16,120-40-16,40 40 31,0 0-31,0 40 0</inkml:trace>
  <inkml:trace contextRef="#ctx0" brushRef="#br0" timeOffset="32098.145">8587 4972 0,'0'0'16,"40"41"0,0 39-1,-40 80 16,-40 1-15,-120-41 0,39-120-1,41-201 17,80 161-32,0-120 15,40 120-15,0 0 16,0 0-16,-40-1 0,161 41 15,-121 0-15,0 0 0,81 41 16</inkml:trace>
  <inkml:trace contextRef="#ctx0" brushRef="#br0" timeOffset="32748.0326">9791 4972 0,'0'0'0,"-80"0"0,-81-40 16,121 40-16,0 0 0,-81 0 31,41 121-15,80 39 0,121-40 15,39-39-16,-40-162 1,-39-79 0,-81-81 15,-40-79-15,40 279-16,0-79 15,0 160 16,0 0-15,0 0-16,0 41 0,0-41 0,0 0 0,0 0 16,0 40-16,0-40 15,0 40-15,40-39 0,-40-1 0,0 40 0,0-40 16,40 40-16,0-40 0,-40 0 16,40 1-16,0-1 0,-40 0 0,40-40 0,0 40 15,1 0-15,-1-40 16,0 0-16,0 0 0,0 0 0,0 0 0,0 0 15,-40-40-15,40 40 0,1-40 0,-1 0 0,0 0 16,-40-1-16,40 1 0,-40 0 16,0 0-16,0 0 0,0 0 0,0 0 0,0 0 15,-40 0-15,40-1 16,0 1-16,-40 40 0,40 40 31,0 1-31,0-1 16,0 0-16,0 0 15,40 0-15,-40 0 0,0 0 0,40 0 0,-40 0 16,0 1-16,40-1 0,-40 0 0,40 0 0,0 0 16,-40 0-1,40-40-15</inkml:trace>
  <inkml:trace contextRef="#ctx0" brushRef="#br0" timeOffset="32908.0245">10593 4812 0,'0'0'0,"-40"0"0,0 0 15,80 0 17,0 0-17</inkml:trace>
  <inkml:trace contextRef="#ctx0" brushRef="#br0" timeOffset="33158.0245">11476 4932 0,'-40'0'16,"40"-40"-16,-40 40 0,-40 0 15,-41 80 1,41 41-1,80 79 17,80-39-17,121-81 1,-41-160 0</inkml:trace>
  <inkml:trace contextRef="#ctx0" brushRef="#br0" timeOffset="33347.9972">11998 5013 0,'-40'40'16,"40"0"-16,0 0 16,0 160 15,0-39-16,0-121-15,40 40 16</inkml:trace>
  <inkml:trace contextRef="#ctx0" brushRef="#br0" timeOffset="33527.9862">12078 4772 0,'-40'0'16,"80"0"-16,-80-40 0,0 0 15,40 0-15,0 80 32</inkml:trace>
  <inkml:trace contextRef="#ctx0" brushRef="#br0" timeOffset="34017.992">12680 4531 0,'0'0'0,"-40"0"16,40 40 15,0 1-15,0-1-16,0 0 15,0 0-15,0 0 0,0 40 0,0-40 0,0 0 16,0 41-16,0-41 0,0 40 0,0 0 0,0-40 16,0 0-16,0 41 15,0-41-15,0 0 0,0 0 0,0 0 0,0 0 16,0 0-16</inkml:trace>
  <inkml:trace contextRef="#ctx0" brushRef="#br0" timeOffset="34718.0033">12560 5253 0,'-41'0'16,"122"0"0,-41 0-1,120 0 1,81 0-1,-40 0 1,-121-120 15,-80 40-15,0 40 0,-40 40-16,40 40 31,0 80-16,0 0 1,80-80 0,81-80 15,-41-80-15,-40 0-1,-80 80 16,0 80-15,0 120 0,0 41-1,-40 79 17,-40 1-17,-41-40 1,-39-121-1,80-80 17,40-40-32,-1-40 15,41-40-15,0 40 16,81-40 15,79-41-15,1 81-1,-41 40 1</inkml:trace>
  <inkml:trace contextRef="#ctx0" brushRef="#br0" timeOffset="35837.8573">4695 6898 0,'40'0'62,"0"-41"-62,0 41 16,0 0 0,0 0-16,1 0 15,-1 0-15,0 41 0,0-41 16,0 0-16,40 0 0,-40 0 0,1 0 0,39 0 16,0 0-16,0 0 15,1 0-15,39 0 0,0 0 0,1 0 0,-1 0 16,0 0-16,1 0 0,-1 0 15,41 0-15,-41 0 0,0 0 0,1 0 0,-1 0 16,1 0-16,39 0 0,-80 0 0,41 0 0,-1 0 16,-40 0-16,41 0 15,-41 40-15,0-40 0,1 0 0,-1 0 0,0 0 16,0 0-16,41 0 0,-41 0 16,40 0-16,-39 0 0,-1 0 0,40 0 0,-40 0 15,1 0-15,39 0 16,-40-40-16,1 40 0,-1 0 0,40-41 0,-40 41 15,1 0-15,-1 0 0,40-40 0,-39 40 0,-1 0 16,0 0-16,40-40 0,-39 40 16,-1 0-16,40-40 0,-39 40 0,39 0 0,-40 0 15,1-40-15,39 40 16,-40 0-16,41-40 0,-41 40 0,0 0 0,0-40 16,1 40-16,-1 0 0,0 0 15,0 0-15,1 0 0,-41 0 0,40 0 0,-40 0 16,40 0-16,1 0 15,-41 0-15,0 0 0,0 0 0,40 0 0,-40 0 16,0 0-16,1 0 0,39 0 0,-40 0 0,0 0 16,40 40-16,-40-40 0,1 0 15,39 0-15,-40 0 0,0 0 0,0 0 0,40 0 16,-39 0-16,-1 0 16,0 0-16,0 0 0,0 0 0,0 0 15,0 0-15,-40-40 16,40 40-16,-40-40 0,0 0 15,-40 40-15,40-41 0,-80 41 16</inkml:trace>
  <inkml:trace contextRef="#ctx0" brushRef="#br0" timeOffset="39207.6613">13322 7820 0,'0'40'15,"-40"-40"48,40-40-32,0 0-15,40 40-1,40 0-15,-40 0 0,0 0 16,1 0-16,-1 40 16,0-40-16,0 40 0,0-40 15,-40 40-15,40-40 0,-40 40 16,0 0-16,0 0 0,40 1 0,-40-1 15,0 0-15,0 0 0,0 0 0,-80 0 0,80 0 16,0 0 0,-80 0-16,40 1 0,0-41 0,40 40 15,-41-40-15,1 0 0,40 40 16,-40-40-16,0 0 0,40-40 31,80 40-31,-80-40 16,40-1-16,-40 1 0,41 0 0,-1 0 0,0 0 15,0 0-15,0 0 0,0 0 16,0 0-16,-40-1 0,40-39 0,1 80 0,-1-40 16,0 0-16,0 0 15,-40 0-15,40 0 0,0 0 0,0 0 16,0 40-16,-40-41 16,41 41-16,-82 0 46,41 41-46,-40-41 0,40 40 16,-40-40 0,0 0-16,40 40 0,0 0 0,-40 0 0,0 0 15,40 0 1,-40 0-16,40 0 0,0 0 0,0 1 0,0-1 16,0 0-16,0 0 15,0 0-15,40 0 0,0 0 16,0-40-16,0 0 0,0 0 15,0 0 1,1-40-16,-1 40 0</inkml:trace>
  <inkml:trace contextRef="#ctx0" brushRef="#br0" timeOffset="39877.6045">14967 7419 0,'-40'0'94,"0"-40"-63,0 40-15,0 0 15,40 40-31,-40-40 0,40 40 0,-41-40 0,41 40 16,0 0-16,-40 0 16,40 0-16,-40 1 0,40-1 0,0 40 0,-40-40 15,40 0-15,0 0 0,0 0 16,0 0-16,0 0 0,40 1 0,-40-1 0,40 40 15,41-40-15,-81 0 0,40 0 0,0 0 16,0 0-16,0 1 16,0-41-16,0 40 0,0-40 15,1 0-15</inkml:trace>
  <inkml:trace contextRef="#ctx0" brushRef="#br0" timeOffset="40597.6331">15489 7740 0,'40'0'16,"-40"-40"15,0 0-31,40 40 16,-40-41-1,40 41-15,0 0 16,0 0 0,-40 41-16,41-41 0,-41 40 15,40-40-15,-40 40 0,40 0 16,-40 0-16,0 0 0,0 0 15,0 0-15,0 0 0,0 0 0,-40 1 16,0-1 0,40 0-16,-41-40 0,41 40 0,-40-40 0,40 40 15,0-80 17,40-40-17,-40 40-15,41-1 0,-1 1 16,0 0-16,-40 0 0,40 0 0,-40 0 0,40 40 15,0-40-15,0 0 16,0 0-16,1 40 0,-1 0 16,0 0-1,-40 40-15,40-40 0,-40 40 16,0 0-16,40-40 0,-40 40 16,0 0-16,0 0 0,0 0 0,0 0 0,0 1 15,0-1-15,0 0 16,0 0-16,0 0 0,0 0 0,-40-40 15,40 40-15,0 0 0</inkml:trace>
  <inkml:trace contextRef="#ctx0" brushRef="#br0" timeOffset="41587.5018">16973 7900 0,'0'40'15,"-40"-40"16,121 0 16,-41 0-47,0 0 0,40 0 16,0 0-16,-40 0 0,41 0 16,-1 0-16,-40 0 0,40 0 0,1 0 0,-41 0 15,0 0-15,0 0 16,0 0-16,0 0 0,0 0 0,0 0 0,1 0 15,-1 0-15,0 0 16</inkml:trace>
  <inkml:trace contextRef="#ctx0" brushRef="#br0" timeOffset="41877.4831">17495 7700 0,'0'0'0,"-40"-40"16,-40 40-1,80 40 32,40-40-31,-40 80-16,0-40 0,40 0 0,-40 0 15,0 0-15,40 0 0,-40 0 0,0 1 0,40-1 16,-40 0-16,0 0 16,0 0-16,0 0 0,0 0 0,0 0 15,0 0-15</inkml:trace>
  <inkml:trace contextRef="#ctx0" brushRef="#br0" timeOffset="42187.5025">18418 7619 0,'0'0'0,"-40"-40"31,0 40-31,40 40 15,0 161 17,0-81-32,0 121 31,40-41-15,-40-159-1</inkml:trace>
  <inkml:trace contextRef="#ctx0" brushRef="#br0" timeOffset="42437.4495">18458 7700 0,'0'0'0,"40"0"46,-40 40-46,40 0 16,-40 0-16,41 0 16,-41 0-16,40 0 0,0 0 0,-40 0 0,40 1 15,-40-1-15,40 0 0,0 0 16,-40 0-16,40-40 0,0 40 0,1-40 0,-41 40 16,40-40-16,0 40 15,0-40-15,0 0 0,0 0 0,0 0 16,0 0-16,1 0 0</inkml:trace>
  <inkml:trace contextRef="#ctx0" brushRef="#br0" timeOffset="42707.5083">19341 7740 0,'-40'-40'16,"80"80"-16,-120-80 15,80 0 1,0 80 0,0 0-1,-40 160 1,40 41 15,40-121-31,0 1 16,0-81-16</inkml:trace>
  <inkml:trace contextRef="#ctx0" brushRef="#br0" timeOffset="43087.494">20103 7339 0,'0'0'16,"40"0"-1,1 40 1,79 200 15,0 81-15,-120 0 0,-80-120 15,-80-81-16,-1-120-15</inkml:trace>
  <inkml:trace contextRef="#ctx0" brushRef="#br0" timeOffset="43437.4062">21227 8061 0,'-40'40'15,"80"-40"-15,80-40 32,121-1-17,80 41 1,-201 0 0,81 0-1,-121-40 1</inkml:trace>
  <inkml:trace contextRef="#ctx0" brushRef="#br0" timeOffset="43667.3755">21588 8341 0,'40'0'0,"-80"0"0,0 0 0,0 40 31,80-40-31,40 0 15,-40 41-15,201-41 32,-80 0-32,79 0 31,-39-41-15,-121 41-16</inkml:trace>
  <inkml:trace contextRef="#ctx0" brushRef="#br0" timeOffset="44237.3658">22952 7860 0,'0'-40'16,"40"40"-16,1-40 15,79 0 1,-40 40 0,41 200-1,-121-39 1,0-81 0,-121 40-1,81-80 1,-40 0-1,80-80 1,80-80 0,121-40-1,-1-1 17,-79 1-17,-121 80 1,0-1-1,-40 81 1,40 40 0,-81 121-1,1-41 1,40 81 0,40-161-16,40 120 15,0-120-15,40-40 16,-39 40-16,39-40 15,-40 0-15,80-40 16,-80-40-16</inkml:trace>
  <inkml:trace contextRef="#ctx0" brushRef="#br0" timeOffset="44497.4003">24397 7740 0,'-80'-40'16,"160"80"-16,-241-80 16,121 40-16,0 40 15,0 40 1,40-40 0,0 161-1,120-1 1,-39-120 15,-1-80-15,-40-40-16</inkml:trace>
  <inkml:trace contextRef="#ctx0" brushRef="#br0" timeOffset="44917.335">24678 7740 0,'0'0'0,"40"0"32,0 0-32,0 80 31,0 40-15,-40-80-16,0 81 15,0-81-15,-40 0 16,40-80 15,0 0-31,80-81 31,41-39-15,-81 160-16,0-40 16,0 40-1,0 0 1,0 40-16,-40 0 15,40 0-15,-40 40 16,41 81 0,-41-81-1,0 0 1,0-160 15</inkml:trace>
  <inkml:trace contextRef="#ctx0" brushRef="#br0" timeOffset="45127.3163">25761 7579 0,'40'40'47,"-40"1"-47,40-1 15,-40 0-15,0 0 0,0 0 0,0 0 0,0 40 16,0-40-16,0 0 0,-40 41 16,40-41-16,-40 0 0,0 0 0,0 0 0,0 0 15,-40 0-15,39-40 16,-39 40-16,0-40 0</inkml:trace>
  <inkml:trace contextRef="#ctx0" brushRef="#br0" timeOffset="46567.2192">13322 9544 0,'0'0'0,"-40"0"31,40-40-15,0 121 15,0-41-31,80-40 16,-80 80-16,80-40 15,-40 0-15,1 40 0,-1-40 0,40 41 0,-40-41 16,40 0-16,-40 0 0,1 40 16,39-40-16,-40 0 0,0 0 0,0 1 0,0-1 15,0-40-15,1 40 16,-41 0-16,40-40 0,-40 40 0,40-40 15</inkml:trace>
  <inkml:trace contextRef="#ctx0" brushRef="#br0" timeOffset="46857.1865">14124 9705 0,'0'0'15,"-40"0"1,0 0 0,0 0-16,-40 80 15,80-40-15,-80 40 32,39-39-32,41-1 0,-40 0 0,-120 160 31,-1 41-16,1-81 1,120-120-16</inkml:trace>
  <inkml:trace contextRef="#ctx0" brushRef="#br0" timeOffset="47357.2277">15328 9424 0,'-40'0'16,"0"0"-1,-120 0 1,119 40-1,-79 40 1,0 121 15,80-121-31,-1 0 0,41 161 32,0-201-32,0 40 0,161 81 31,80-81-16,-1-80 1,-199 0-16</inkml:trace>
  <inkml:trace contextRef="#ctx0" brushRef="#br0" timeOffset="47817.1288">15890 9544 0,'0'0'15,"-40"0"1,40 41 62,0-1-78,-40 0 16,40 0-16,0 0 15,0 0-15,-40 0 0,40 0 0,0 0 0,0 41 16,0-41-16,0 0 16,0 40-16,0-40 0,0 40 0,0-40 0,0 1 15,40-1-15,-40 0 0,0 0 16,0 0-16,0 0 0,40-40 0,-40 40 0</inkml:trace>
  <inkml:trace contextRef="#ctx0" brushRef="#br0" timeOffset="48517.158">16532 9585 0,'0'0'0,"-40"0"47,40 40-32,-40-40-15,40 40 0,-40-40 0,0 40 16,-1 0 0,1 0-16,0-40 0,0 40 0,0 0 15,0 0-15,0-40 0,0 41 16,-41-1-16,41 0 0,0-40 0,0 0 15,0 0-15,40 40 0,0-80 63,40 40-63,0 0 16,0 0-1,0 40-15,0 0 0,1-40 16,-1 0-16,0 0 0,0 40 0,0 0 0,0-40 15,0 40-15,0 0 0,1-40 16,-1 40-16,0 1 0,0-41 0,0 40 0,0 0 16,0 0-1,0-40-15,-40 40 0,41-40 16</inkml:trace>
  <inkml:trace contextRef="#ctx0" brushRef="#br0" timeOffset="48827.0954">17214 10306 0,'-80'0'31,"160"0"-31,-240 0 16,120 0-1,40-40-15,80 40 0,-40 0 16,40-40 0,-40 40-16,41 0 0,-1 0 0,0 0 0,0 0 15,1 0-15,-41 0 0,40 0 16,0 0-16,-40 0 0,0 0 0,1 0 0,-1 0 15,0 0-15,0 0 0</inkml:trace>
  <inkml:trace contextRef="#ctx0" brushRef="#br0" timeOffset="49087.0788">17816 9986 0,'-80'0'16,"160"0"-16,-240-40 16,160 80-1,0 0 1,0 0-16,-41 0 16,41 0-16,0 0 0,0 0 0,0 0 0,0 0 15,0 1-15,0-1 0,0 40 0,0-40 0,0 0 16,0 0-16,0 0 15,0 0-15,0 41 0,0-41 0,41 0 16,-41 0-16</inkml:trace>
  <inkml:trace contextRef="#ctx0" brushRef="#br0" timeOffset="49417.1048">18538 10066 0,'0'0'16,"0"-40"0,-40 40 15,0 80-16,40 120 1,0-79 0,0-81-16,40 80 15,0-80-15,1 0 0,-1-40 16,-40 41 0</inkml:trace>
  <inkml:trace contextRef="#ctx0" brushRef="#br0" timeOffset="49647.0899">18659 10106 0,'-40'-40'16,"0"40"-16,80 0 47,-40 40-47,40-40 0,-40 40 0,40 0 0,-40 0 15,80 0-15,-40-40 0,0 40 0,-40 1 0,41-1 16,-1 0-16,0-40 0,0 40 16,0-40-16,0 40 0,0-40 0,0 40 0,1-40 15,-1 0-15,0 0 16,0 0-16,0 0 16,-40-40-16</inkml:trace>
  <inkml:trace contextRef="#ctx0" brushRef="#br0" timeOffset="49877.077">19421 10026 0,'-80'0'16,"40"0"-16,40 40 47,0 40-47,0-40 15,0 0-15,0 0 0,0 0 0,0 1 0,0-1 16,0 0-16,0 0 16,40 0-16,-40 0 0,40 0 0,-40 0 15,0 0 1</inkml:trace>
  <inkml:trace contextRef="#ctx0" brushRef="#br0" timeOffset="50217.0172">20023 9544 0,'40'0'32,"0"0"-32,-40 41 31,40-1-31,81 160 16,-121-120-16,40 1 0,0 79 15,-40-80-15,-40 121 16,40-161-16,-40 0 0,40 0 15,-201 121 1</inkml:trace>
  <inkml:trace contextRef="#ctx0" brushRef="#br0" timeOffset="50756.9511">21748 10026 0,'-40'0'16,"40"40"-16,40-40 31,1-40-31,39 40 0,-40-40 15,0 40-15,40 0 16,-39 0-16,-1 0 0,40 0 0,-40-40 0,0 40 16,40 0-16,-39 0 0,-1 0 15,0 0-15,0 0 0,0 0 0</inkml:trace>
  <inkml:trace contextRef="#ctx0" brushRef="#br0" timeOffset="50976.9405">21909 10507 0,'-120'80'31,"160"-80"0,0 0-31,0 0 0,0-40 0,0 40 16,0 0-16,41 0 0,-41 0 0,0 0 0,0 0 15,40 0-15,-40 0 0,1 0 16,-1 0-16,0 0 0,0 0 0,0 0 0</inkml:trace>
  <inkml:trace contextRef="#ctx0" brushRef="#br0" timeOffset="51386.9313">23354 9825 0,'0'-40'16,"0"80"-16,-41-120 31,41 40-31,41 40 32,-41 40-17,40-40-15,-40 40 0,40 0 0,0 0 0,0 0 16,0 1-16,0-1 0,0 0 15,1 0-15,-1 40 0,0-40 0,0 0 0,0 0 16,0 0-16,0 1 16,0-41-16,-40 40 0,41 0 0,-1 0 0,0-40 15,-40 40-15,40-40 0,-40 40 16</inkml:trace>
  <inkml:trace contextRef="#ctx0" brushRef="#br0" timeOffset="51686.9132">24036 9745 0,'0'0'0,"-40"-40"15,40 0-15,-41 40 31,1 40 1,0 0-32,0 0 0,0 0 15,0 40-15,0-39 16,0-1-16,-1 40 0,1-40 0,0 40 0,0-40 16,-40 40-16,40 1 0,0-41 15,-1 0-15,41 0 0,-40 0 0,40 0 0,0 0 16,-40 0-16</inkml:trace>
  <inkml:trace contextRef="#ctx0" brushRef="#br0" timeOffset="52096.8696">24678 9745 0,'-40'-40'31,"80"80"-31,-121-80 0,41 40 0,0 0 16,0 0-1,40 40-15,-40 0 0,0 0 0,40 121 32,40 119-17,0-159-15,-40-81 0,40 80 16,0-80-16,0 81 15,81-41 1</inkml:trace>
  <inkml:trace contextRef="#ctx0" brushRef="#br0" timeOffset="52346.929">25360 9946 0,'-80'0'16,"160"0"-16,-201 0 15,121 40-15,0 40 32,0-40-32,41 120 15,-41-79-15,0-41 0,0 0 0,0 40 16,0-40-16,40 40 15,-40-40-15,40 1 0,0-41 32</inkml:trace>
  <inkml:trace contextRef="#ctx0" brushRef="#br0" timeOffset="52846.8437">26002 10066 0,'0'0'16,"-40"0"31,0 0-47,0 0 15,-1 40-15,1-40 0,40 40 0,-40-40 0,0 0 16,0 40-16,0-40 15,0 0-15,0 40 0,-1-40 0,1 0 16,40 40-16,-40-40 16,40 40-1,40-40 48,0 0-32,1 0-31,-1 0 16,0 0-1,0 0-15,0 0 16,0 41 0,0-1-16,0 0 0,1 0 15,-1-40-15,-40 40 0,40-40 0,0 40 16,0 0-16,0 0 15,0 0-15,0 1 0,1-1 0,-1-40 16,-40 40 0,40-40-16</inkml:trace>
  <inkml:trace contextRef="#ctx0" brushRef="#br0" timeOffset="53126.8089">26764 9745 0,'40'0'15,"-40"40"-15,41 80 16,-41 161-1,-161 80 17,81-200-32,0-81 0,-81 80 0</inkml:trace>
  <inkml:trace contextRef="#ctx0" brushRef="#br0" timeOffset="55526.6819">28329 7339 0,'0'0'0,"-40"-40"16,0-1-16,0 41 15,40-40-15,-40 40 16,40 40 15,-40-40-31,40 81 0,-41-1 16,41-40-16,0 0 0,-40 40 0,0 1 0,40-41 15,-40 40-15,40 0 0,0 0 16,-40-40-16,40 41 0,-40-1 0,40-40 0,0 40 16,0-40-16,0 0 15,0 0-15,-40 41 0,40-41 0,0 0 16,-40 0-16,40 0 16,-41-40-16,1 0 0</inkml:trace>
  <inkml:trace contextRef="#ctx0" brushRef="#br0" timeOffset="55706.7266">27647 8422 0,'0'-41'31,"80"-39"-15,1 80-1,-41-40-15,120-40 16,-120 80-16,0 0 0,1-40 15</inkml:trace>
  <inkml:trace contextRef="#ctx0" brushRef="#br0" timeOffset="56206.6972">28329 7900 0,'0'0'0,"121"-80"32,-81 80-32,0 0 15,0 0-15,0 120 31,-40 81-15,-80-121 0,40-40-16,0 0 0,40 0 0,-121 0 31,81-80-15,40 0-1,40 0-15,40-160 16,-39 159-16,-1 1 0,40-40 15,-40 40-15,40 0 16,-40 40-16,1 40 31,-1-40-31,40 80 32,0 0-17,-40 1-15,1-81 0,-1 80 31,-40-40-31,-40-40 0,-1 40 32,1-80-17,80-120 1,41 79 0,-41 41-16,80-80 15,-80 120-15,0-40 0,41 0 16,-41 40-16</inkml:trace>
  <inkml:trace contextRef="#ctx0" brushRef="#br0" timeOffset="57156.5689">30215 7860 0,'0'0'0,"-40"0"15,0-40-15,0 40 16,0 0-16,0 40 16,-1 40-16,41-40 0,-40-40 15,40 40-15,-40 1 0,40-1 0,0 0 0,0 0 16,80 0-1,-39-40-15,-1 40 16,0-40-16,0 0 16,0 0-16,-40-80 0,40 80 0,-40-40 0,40 0 15,-40 0 1,0-1-16,0 1 0,0 0 16,0 80-1,0 0 1,40-40-16,-40 81 15,41-81-15,-41 40 16,40-40-16,0 0 0,0 40 0,0-40 16,0 0-1,0 0-15,0-80 0,-40 40 16,41 40 0,-41-41-16,0 1 0,0 0 0,0 0 0,0 0 15,0 0-15,0 0 0,0 0 0,0 0 0,0-41 16,0 41-16,0 0 0,0 0 15,0 0-15,-41 40 32,41 40-32,0 0 0,0 0 15,0 0-15,0 41 0,0-41 16,0 0-16,0 0 0,0 40 0,0-40 0,41 0 16,-41 0-16,0 1 15,0-1-15,40 0 0,-40 0 0,40-40 0,0 40 16,0-40-16,0 0 15,0 0-15,0-40 16,1 0-16,-41-40 0,40 80 16,-40-41-16,40 1 15,-40 0-15,0 0 0,40 0 0,-40 0 0,0 0 16,0 0-16,0 0 0,0 0 16,40-1-16,-40 1 0,0 0 0,0 0 15,0 0 1,-40 120-1,40-40 1,0 0-16,0 1 0,-40-1 16,40 0-16,0 40 0,0-40 0,0 40 0,0-40 15,0 0-15,-40 1 16,40-1-16,0 0 0,0 0 0,0 0 0,0 0 16,0 0-16</inkml:trace>
  <inkml:trace contextRef="#ctx0" brushRef="#br0" timeOffset="57646.5648">31419 7980 0,'0'0'15,"0"-40"-15,0 0 32,0 0-32,40 40 15,0 80 1,0 0 0,-40 81-1,40-121 1,-40-80-1,0 0 1,41 40-16,-41-40 0,40 0 0,0-1 16,-40 1-16,40 40 15,0-40-15,0 0 0,0 0 0,0 40 16,1 0-16,-1 0 16,-40 40-16,0 0 15,0 0-15,0 0 0,0 1 16,0-1-1,0 0-15,0 0 0,40 0 0,-40 0 16,40-40 0,-40 40-16,40-40 0,0 0 15,0 0 1,0 0-16,1 0 0,-41-40 16</inkml:trace>
  <inkml:trace contextRef="#ctx0" brushRef="#br0" timeOffset="58536.5016">28329 10066 0,'40'0'0,"-40"-40"0,40 40 16,-40-40 0,0 0-16,41 40 15,-41-41-15,40 1 0,-40 0 16,-40 40 78,-1 0-79,41 40-15,-40-40 0,40 40 0,-40 1 16,40-1-16,0 0 0,-40 40 0,40-40 0,0 0 15,0 0-15,0 40 0,0-39 16,0 39-16,0-40 0,0 0 0,0 40 0,40-40 16,-40 41-16,0-41 15,0 0-15,0 40 0,0-40 0,-80 0 0,80 0 16,0 0-16,-40 0 0,40 1 16,0-1-16,-40-40 0,0 0 15,-1 0-15</inkml:trace>
  <inkml:trace contextRef="#ctx0" brushRef="#br0" timeOffset="58706.5469">28008 10948 0,'0'0'0,"40"-40"31,41-40-15,-81 40-16,120 0 15,-120 0-15,40 40 0,40-41 16,-40 1-16,1 0 0</inkml:trace>
  <inkml:trace contextRef="#ctx0" brushRef="#br0" timeOffset="59176.4446">28811 10347 0,'40'0'16,"-80"0"-16,120 0 0,-40 0 15,-40 40-15,0 0 31,0 0-31,-40-40 0,40 40 16,-40-40-16,40 40 16,-40-40-16,40 40 0,-40-40 0,-1 0 15,41-40 1,0 0 0,0 0-1,0 0-15,0 0 0,41 0 0,-1 40 16,-40-41-16,40 41 0,0-40 15,0 40-15,0 0 16,0 0-16,1 0 16,-1 40-1,0 1-15,-40-1 16,40-40-16,-40 40 16,0 0-16,0 0 0,0 0 15,0-80 16,0 0-15,0 0 0,0 0-16,0 0 0,0-1 0,40 1 15,40 0 1,-80 0-16,40 40 0,-40-40 0,41 40 0,-1 0 31</inkml:trace>
  <inkml:trace contextRef="#ctx0" brushRef="#br0" timeOffset="60046.4105">30456 10106 0,'0'0'0,"0"-40"16,-120 0-1,79 40-15,-119 80 16,120-40-16,0-40 0,0 40 16,-1 80-1,82-39 1,79-41 15,-40-40-31,-80-40 0,80 0 16,-80-41-16,41 1 15,-41 40 1,0 0-16,0 0 16,0 80-1,0 0-15,0 40 31,0-40-31,40 41 0,0-41 0,40 40 32,81-80-17,-121 0 1,0 0-16,40-80 16,-80 40-16,40-1 0,-40 1 15,0-160 1,0 39-1,0 81 1,0 40 0,0 120-1,-40 41 17,40-81-32,0 0 0,0 80 15,0-80-15,0 40 0,40-39 0,0-1 31,121-40-15,-81-40 0,-40-1-16,40-119 31,-80-40-15,0 79-1,0 161 16,-40 0-31,40 1 16,0-1-16,0 0 0,0 0 0,0 0 16,0 0-1,0 0-15,0 0 0,0 0 0,0 0 16,0 1-16,0-1 16,40 0-16,41-40 0,-41 0 15,0 0-15,0 0 0,0 0 0</inkml:trace>
  <inkml:trace contextRef="#ctx0" brushRef="#br0" timeOffset="60356.4494">31860 9905 0,'40'-40'16,"-80"80"-16,80-120 31,-40 120 0,0 0-15,0 1-16,41-41 16,-41 40-16,0 0 0,0 0 0,0 0 0,0 0 15,0 0-15,40 0 0,-40 0 0,0 0 0,0 1 16,0-1-16,0 0 0,0 0 15,0 0-15,0 0 0,40-40 16</inkml:trace>
  <inkml:trace contextRef="#ctx0" brushRef="#br0" timeOffset="60706.4273">32502 9986 0,'0'-40'16,"0"-1"-16,-40 82 47,0-1-31,-40 0-16,40 0 15,0-40-15,-1 40 0,1-40 0,0 0 16,0 40-16,0-40 15,0 0-15,0 0 0,80 0 63,0 40-63,0-40 0,0 0 0,0 0 16,0 40-16,41-40 0,-41 40 0,0-40 15,0 40-15,0-40 0,40 41 16,-39-41-16,-1 40 0,40 0 0,-40-40 15,40 40-15,-39-40 0,-1 40 16,40-40-16</inkml:trace>
  <inkml:trace contextRef="#ctx0" brushRef="#br0" timeOffset="100508.5181">4253 12191 0,'0'-40'16,"0"80"-16,41-120 31,-1 80-31,0 0 31,0 0-31,-40-40 0,40 40 0,0 0 16,0 0-16,0 0 0,1 0 0,-1 0 15,0 0-15,0 0 0,0 40 16,0-40-16,0 80 0,-40-39 0,40-1 0,-40 0 16,41 0-16,-41 0 15,0 40-15,0-40 0,0 0 0,0 41 0,-41-41 16,41 40-16,-40-40 0,40 0 15,-80 0-15,80 40 0,-40-80 0,0 41 0,40-1 16,-40-40-16,40 40 0,0-120 16,0 39-1,0 1-15,40 0 0,-40-40 0,40 40 0,0-40 16,0-1-16,0 1 0,0 40 16,41 0-16,-41-40 0,0 40 0,0 0 0,0 0 15,0-1-15,0 1 16,1 0-16,-1 0 0,0 0 0,-40 0 15,40 40-15,-40-40 0,40 0 16,-40 0 0,-40 40-16,40-41 15,-80 41 1,40 0-16,-1 81 16,1-81-16,40 40 15,-40 0-15,40 0 0,-40 0 0,40 0 16,-40 40-16,40-39 15,0-1-15,0 40 0,0 0 0,0-40 0,0 0 16,0 40-16,0-39 0,0-1 0,40 0 0,-40 0 16,0 0-16,40 0 0,-40 0 15,40 0-15,41-40 0,-81 40 0,40-40 16</inkml:trace>
  <inkml:trace contextRef="#ctx0" brushRef="#br0" timeOffset="100738.5079">5858 11951 0,'-120'40'16,"240"-80"-16,-240 120 0,80-80 15,40 40-15,0 0 0,-40 81 16,40-81-16,0 160 15,0-160-15,40 0 0,-40 0 16,40 41-16,0-41 0,40 80 31,-80-80-31</inkml:trace>
  <inkml:trace contextRef="#ctx0" brushRef="#br0" timeOffset="101128.5039">6340 12272 0,'0'0'0,"0"40"31,0 0-31,40 80 31,-40 0-15,0-79-1,40-41 1,40-81 0,-80 41-16,81-40 15,-81 40-15,80-40 16,-40 80 0,0 0-1,-40 40-15,0 80 16,0-80-16,0 40 31,0-39-31,-40-1 0,40 0 0,-80 0 16,80 40-1</inkml:trace>
  <inkml:trace contextRef="#ctx0" brushRef="#br0" timeOffset="101368.4672">7383 12071 0,'0'40'32,"0"0"-32,40 0 0,-40 1 15,0-1-15,0 0 16,0 0-16,0 0 0,0 0 0,0 0 0,0 0 15,-40 0-15,40 0 0,-80 1 16,80-1-16,-40 0 0,40 0 0,-40 0 0,0 0 16,40 0-16,-41 0 0,41 0 0,-40-40 0,40 41 15</inkml:trace>
  <inkml:trace contextRef="#ctx0" brushRef="#br0" timeOffset="101578.5277">7704 12592 0,'0'-40'0,"0"80"0,0-120 16,40 40-16,81-40 16,79 40 15,-119 40-31,39 40 31</inkml:trace>
  <inkml:trace contextRef="#ctx0" brushRef="#br0" timeOffset="101788.4423">8065 12833 0,'0'0'0,"-40"0"0,40-40 16,81 40 0,119-40-1,1-40 17,-161 80-32,0 0 0</inkml:trace>
  <inkml:trace contextRef="#ctx0" brushRef="#br0" timeOffset="102278.4127">9751 11871 0,'-40'0'16,"80"0"-16,-161 0 15,81 40-15,40 40 16,-40 40 0,40-80-16,0 121 15,40-121-15,-40 0 0,0 0 16,40 40 0,-40-40-16,0 0 0,0 1 0,-80 79 31,40-40-31,0-40 0,-121 0 31,121 0-31,0-40 0,0 0 16,40-120-1,40 120 1,40 0 0,-40 40-1,1 0-15,-1 81 16,-40-81-16,40 0 0,0 40 15,-40-40-15,40 40 16,0-80-16,40 121 16,41-81-1,-41-40 1,-40 0-16,0-80 0</inkml:trace>
  <inkml:trace contextRef="#ctx0" brushRef="#br0" timeOffset="102528.4032">10794 11911 0,'0'0'0,"-40"0"0,0-40 16,0 40-1,40 120 1,80 80 0,-40 1-1,0-161-15,-40 0 16,0 0-16,0 121 16</inkml:trace>
  <inkml:trace contextRef="#ctx0" brushRef="#br0" timeOffset="102758.3836">10433 13194 0,'0'0'0,"40"0"15,40-80 1,-40 80-16,161-80 15,-161 40-15,0 40 0,0 0 16,81 0-16,39 0 31</inkml:trace>
  <inkml:trace contextRef="#ctx0" brushRef="#br0" timeOffset="103078.3821">10714 13475 0,'0'0'0,"40"-40"0,0 40 31,0 0-31,121-40 16,-121 40-16,0 0 0,0 0 15,-40 40-15,40-40 0,-40 160 31,0-120-31,-80-40 0,40 80 16,-40-39-16,-1 39 16,41-80-16,40 40 0,40-40 31,-40-40-15,40 40-16,41-40 0,-41 40 15,0-40-15,0 40 0,0 0 16,0-41-16,0 41 0,1 0 0,-1 0 0,-40-40 15,40 40-15,0 0 16,0-40-16</inkml:trace>
  <inkml:trace contextRef="#ctx0" brushRef="#br0" timeOffset="103448.3422">12479 12753 0,'0'80'47,"0"-40"-47,-40-40 0,40 40 16,0 0-16,-40 1 15,40-1-15,-40-40 0,40 40 16,-40-40-16,40 40 15,-40-40-15,40 40 0,-40-40 0</inkml:trace>
  <inkml:trace contextRef="#ctx0" brushRef="#br0" timeOffset="103868.3215">13362 12312 0,'-80'0'16,"40"80"-16,0-80 15,-1 40-15,1 0 0,40 0 0,-40 81 31,80-41-15,41-40-16,-41-40 0,120 0 31,-120 0-31,0-40 0,41 0 16,-41 40-16,-40-40 16,0-41-1,-121-39 1,81 120-1,40-40-15,-40 40 16,0 0 0</inkml:trace>
  <inkml:trace contextRef="#ctx0" brushRef="#br0" timeOffset="104088.3783">14044 12753 0,'-40'40'16,"40"0"-16,0 0 16,-40 121 15,0-121-31,-81 40 31,81-40-31,0-40 0</inkml:trace>
  <inkml:trace contextRef="#ctx0" brushRef="#br0" timeOffset="104878.2897">14646 12151 0,'0'0'0,"-40"0"31,40 40-16,0 1-15,0-1 0,0 0 16,0 0-16,0 0 16,0 0-16,40 0 0,-40 0 0,0 0 15,0 0-15,0 1 0,0-1 16</inkml:trace>
  <inkml:trace contextRef="#ctx0" brushRef="#br0" timeOffset="105098.2461">14566 13234 0,'80'-40'32,"-40"40"-32,161-80 31,-121 80-31,-40 0 0,121-80 15,-121 80-15,0 0 16</inkml:trace>
  <inkml:trace contextRef="#ctx0" brushRef="#br0" timeOffset="105448.2224">14847 13635 0,'-40'0'16,"80"0"-16,-40 0 16,0-40-16,80 40 15,-40 0-15,121-40 16,-121 40-16,0 0 16,0 120-1,-80 1 1,0-41-1,0-80-15,-41 80 16,41-40-16,0-40 16,120 0-1,-39-40 1,-1 40-16,160-40 31,-119 0-31,-41 40 0,80-40 31,-80 40-31,0 0 0</inkml:trace>
  <inkml:trace contextRef="#ctx0" brushRef="#br0" timeOffset="105688.2258">16251 12913 0,'-40'-40'16,"80"80"-16,-120-80 0,80 80 31,0 0-31,0 1 0,0-1 16,0 0-16,0 0 0,0 0 15,-40 0-15,40 0 0,0 0 0,-40 0 16,0-40-1</inkml:trace>
  <inkml:trace contextRef="#ctx0" brushRef="#br0" timeOffset="106118.1849">17174 12432 0,'-120'0'16,"240"0"-16,-321 80 31,161-40-31,40 41 16,0-41-1,40-40-15,121 40 16,-121-40-16,0 0 0,40 0 16,-39 0-16,39-40 15,-40 40-15,-40-40 16,0-41 0,-40 41-1,0 0-15,-81 0 16,121 0-16,-40 40 0,0 0 15,0 0-15,0 40 32,40 0-32</inkml:trace>
  <inkml:trace contextRef="#ctx0" brushRef="#br0" timeOffset="106708.1489">18177 11951 0,'40'40'32,"1"-40"-17,-41 40-15,0 0 16,0 0-16,0 0 0,0 0 16,0 1-1,0-1-15,0 0 0,0 0 0,0 0 16,0 0-16,0 0 15,0 0-15,40-40 0,0 0 16,-40 40-16,40-40 0,0 0 0,0 0 16,0 0-1,0-40-15,-40 0 16,41 0-16,-82 40 31,1 40-15,40 0-16,-40-40 0,40 40 15,0 0-15,-40 1 0,40-1 16,0 0-16,0 0 16,0 0-16,0 0 0,0 0 0,0 0 15,0 0 1,0 1-16,0-1 0,0 0 0,0 0 16,0 0-16,-40 0 15,40 0-15,-40-40 0,0 40 0,0 0 16,-1-40-16,-39 40 15,40-40-15,0 41 0,0-41 0,-41 40 0,41-40 16,-40 0-16,40 40 0</inkml:trace>
  <inkml:trace contextRef="#ctx0" brushRef="#br0" timeOffset="107958.1281">4454 14477 0,'0'-40'63,"40"40"15,-40 40-63,40-40-15,-40 41 0,40-41 16,1 40-16,-1 0 0,0 0 0,0 0 16,-40 0-16,40 0 15,0 0-15,0-40 0,-40 40 0,40 0 0,1 1 16,-1-41-16,-40 40 0,40 0 15,0-40-15,0 40 0,0 0 0,0-40 16</inkml:trace>
  <inkml:trace contextRef="#ctx0" brushRef="#br0" timeOffset="108308.053">5216 14437 0,'0'0'15,"-40"0"-15,0 0 47,40 40-47,-40-40 16,40 41-16,-40-1 0,0 0 15,40 0-15,-40 0 0,0 40 0,-1-40 0,1 40 16,0-39-16,0 39 16,0-40-16,0 0 0,0 0 0,0 0 0,40 0 15,-41 0-15,1 1 0,40-1 16,-40-40-16,40 40 0</inkml:trace>
  <inkml:trace contextRef="#ctx0" brushRef="#br0" timeOffset="108868.0204">5818 14197 0,'0'0'0,"-40"0"31,0 0-31,0 40 16,0-40 0,40 80-16,0-40 0,-40-40 0,40 40 15,0 0-15,0 0 0,0 1 16,0-1-16,-40 0 0,40 40 0,0-40 0,0 0 15,0 40-15,0-40 0,0 1 0,80 39 0,-80-40 16,40 0-16,-40 0 16,40-40-16,-40 40 0,40-40 0,0 40 0,0-40 15</inkml:trace>
  <inkml:trace contextRef="#ctx0" brushRef="#br0" timeOffset="109128.0141">6220 14638 0,'0'0'0,"0"-40"0,-41 40 16,1 0 0,40 40-1,0 40 1,0 0-16,40-40 0,-40 0 0,0 41 15,0-41-15,0 0 0,0 0 0,0 0 0,0 40 16,0-40-16,0 1 0,0-1 16,-40 0-16,40 0 0,0 0 0,0 0 31</inkml:trace>
  <inkml:trace contextRef="#ctx0" brushRef="#br0" timeOffset="109538.0097">6661 14758 0,'-40'0'16,"0"0"15,0 0-31,40 40 15,-41-40-15,41 40 0,-40-40 0,0 40 16,0-40-16,40 41 16,-40-41-16,0 40 0,0 0 0,0-40 15,-1 40-15,1-40 16,0 0-16,40 40 0,-40-40 31,40 40-15,40-40-16,0 0 15,0 0-15,1 0 0,-1 0 16,0 0-16,0 0 0,-40-40 0,40 40 16,0 0-16,0 0 15,0 0-15,1 40 0,-1-40 16,0 40 0,-40 0-16,40-40 0,-40 40 0,40 1 15</inkml:trace>
  <inkml:trace contextRef="#ctx0" brushRef="#br0" timeOffset="109807.9601">7142 14598 0,'-40'0'0,"80"0"0,-40 40 16,41 0 0,-41 0-16,40 40 0,0-40 15,0 41-15,-40-41 0,0 40 0,40-40 0,-40 40 16,40-40-16,-40 41 16,0-41-16,0 40 0,-80-40 0,80 40 0,-40-40 15,40 0-15,-40 0 0,0 1 16,-1-1-16,1-40 0,0 40 0</inkml:trace>
  <inkml:trace contextRef="#ctx0" brushRef="#br0" timeOffset="110097.9431">8065 15320 0,'0'0'16,"-40"-40"-1,161-41 17,-81 41-32,201-80 15,-161 120-15,-40-40 0,120 40 16,-79 40-1</inkml:trace>
  <inkml:trace contextRef="#ctx0" brushRef="#br0" timeOffset="110278.0061">8427 15721 0,'-41'40'16,"82"-80"-16,-41 80 15,80-80 1,-40 40-16,201-81 31,-41 1-15,-160 80-16</inkml:trace>
  <inkml:trace contextRef="#ctx0" brushRef="#br0" timeOffset="113637.7487">10272 14598 0,'-40'0'0,"0"40"63,40 0-63,0 0 0,-40 0 0,40 0 15,-40 40-15,0-39 0,40-1 16,-40 40-16,40-40 0,0 0 0,-41 0 0,41 0 15,0 0-15,0 1 0,0-1 0,0 0 0,0 0 16,41 0 0,-41 0-16,0 0 0,0 0 15,0 0-15,0 0 16,-41-40-16,41 41 0,-80-41 0,40 0 16,0 0-1,0 0-15,0 40 0,0-40 0,-1 0 16,1 0-16,0-40 15,40-1 1,80 41-16,-39 41 31,-1 39-31,-40-40 0,40 0 16,-40 0-16,40 0 0,-40 0 16,0 0-16,40 1 0,-40-1 0,0 0 0,0 0 15,0 0-15,40 0 16,-40 0-16,0 0 0,40-40 0,-40 40 15,40 0-15,-40 1 0,41-41 0,-1 0 16,0 0 0,0 0-16,0 0 0,0 0 15,0-41 1,0 41-16,1 0 0,-1 0 0</inkml:trace>
  <inkml:trace contextRef="#ctx0" brushRef="#br0" timeOffset="113947.7122">11155 15320 0,'0'0'15,"0"-40"-15,-40 40 0,40 40 47,0 0-47,0 0 16,0 0-16,0 0 0,0 0 0,0 0 0,0 0 16,40 41-16,-40-41 15,0 0-15,0 0 0,0 0 0,0 0 0,0 0 16,-40 0-16,40 0 0,0 1 15,-40-41-15,40 40 0</inkml:trace>
  <inkml:trace contextRef="#ctx0" brushRef="#br0" timeOffset="114167.7627">11717 16082 0,'-40'40'15,"40"0"17,-40-40-32,40 40 0,0 0 0,0 0 15,-40 0 1,40 0-16,-41 0 0,1 1 16,0-1-16,0-40 15</inkml:trace>
  <inkml:trace contextRef="#ctx0" brushRef="#br0" timeOffset="114607.7502">12921 15560 0,'-40'0'0,"80"0"0,-121 0 0,-39 40 31,80-40-31,40 40 0,-80 81 16,80-1-1,120 81 1,0-121-1,-39-80 1,-1 0-16,0-161 31,-80-39-15,-80 80 0,-81 79 15,121 41-31,0 81 15,0-41 1,120 0 0</inkml:trace>
  <inkml:trace contextRef="#ctx0" brushRef="#br0" timeOffset="114807.6773">13884 16162 0,'0'0'0,"0"40"0,-40 80 16,40-80-16,-41 81 15,-79-1 17,80-80-32,-80 0 15,39 0-15</inkml:trace>
  <inkml:trace contextRef="#ctx0" brushRef="#br0" timeOffset="115647.6138">14686 15480 0,'0'-40'16,"0"80"-1,0 40-15,0-40 0,0 0 16,0 1-16,0 39 0,0-40 16,0 0-16,-40 40 0,40-40 0,0 0 0,0 1 15,0-1-15,0 0 16,0 0-16,0 0 0,0 0 0,0 0 16</inkml:trace>
  <inkml:trace contextRef="#ctx0" brushRef="#br0" timeOffset="115847.6056">15208 16322 0,'-40'0'0,"0"40"15,0 81 1,-41-41-1,1-40 1</inkml:trace>
  <inkml:trace contextRef="#ctx0" brushRef="#br0" timeOffset="116267.647">16773 15600 0,'0'-40'16,"-80"0"-16,39 0 15,-159 120 1,39 161-1,201-41 17,41-119-32,-1-41 15,80-40 1,-79 0-16,79-121 31,-80-39-15,-120 0-1,0 79 1,-120 41 0,120 40-1,40 40 1</inkml:trace>
  <inkml:trace contextRef="#ctx0" brushRef="#br0" timeOffset="116827.5573">17856 14999 0,'-40'0'15,"80"0"-15,-40 0 16,40 40 0,121 120 15,-121-120-31,-40 81 15,-40 39 1,-40 1 0,80-121-1,40 40 1,120-40 15,1-40-15,-121-80-1,-80 160 17,40-40-17,0 0-15,0 0 0,0 0 0,-40 1 16,40 39-16,0-40 16,0 0-16,0 0 0,0 0 0,0 40 0,0-40 15,0 1-15,-40-1 0,40 0 16,-81 0-16,41 40 0,0-40 0,-40 0 0,-1 0 15,1 1-15,0-1 0,-40 0 0</inkml:trace>
  <inkml:trace contextRef="#ctx0" brushRef="#br0" timeOffset="142226.0184">21668 12633 0,'0'40'94,"0"0"-94,0 0 31,0 0-31,0 0 0,0 0 16,0 0-16,0 0 0,0 1 0,0-1 15,0 0 1,0 0-16,0 0 0,0 0 0,0 0 15,0 0-15,-80 0 16,80 0-16,0 1 0,0-1 0</inkml:trace>
  <inkml:trace contextRef="#ctx0" brushRef="#br0" timeOffset="142566.0065">21628 12713 0,'0'-40'16,"0"80"-16,40-120 31,0 80-31,-40 40 15,81 80 1,-1 40 15,-40-119-31,40 39 0,-40-40 0,81 0 32,-81 0-32,0-40 0,40 40 15,-40-40-15,1 0 16,-1-80-16</inkml:trace>
  <inkml:trace contextRef="#ctx0" brushRef="#br0" timeOffset="142816.0177">22551 12753 0,'0'-40'15,"0"80"-15,-40-120 0,40 40 16,0 80 31,0 0-32,-40 0-15,40 0 0,0 40 0,-40-40 16,40 0-16,0 41 0,0-41 16,-40 0-16,40 40 0,-41-40 0,41 0 0,0 0 15,0 0-15,-40 1 0,40-1 0,0 0 16</inkml:trace>
  <inkml:trace contextRef="#ctx0" brushRef="#br0" timeOffset="143146.0357">23073 12994 0,'0'-41'0,"0"82"0,40-82 15,80 1 16,-80 40-31,121 0 16,-81 0-16,-40 0 0,121 0 16,39 0 15,-119 0-31</inkml:trace>
  <inkml:trace contextRef="#ctx0" brushRef="#br0" timeOffset="143386.0197">23313 13475 0,'0'0'15,"81"0"1,-1-40-1,-40 40-15,121-40 32,-121 40-32,40 0 15,40 0 1</inkml:trace>
  <inkml:trace contextRef="#ctx0" brushRef="#br0" timeOffset="143975.9104">24638 12873 0,'0'-40'16,"0"80"-16,0-120 0,0 0 16,0 40-16,40 40 0,0-40 15,0 40 16,120 120-15,-79 80 0,-81-159-16,0 159 31,0-120-31,-40-40 0,-41 41 16,41-41-16,-40 0 15,40 0-15,0-40 16,40-40-1,0 0 1,-40 40 0,80 0 46,0 0-46,0 0-1,0 0 1,0 0 0,0 0 15,0 0-31,1 0 0,-1 0 16,0 0-16,0 0 0,0 40 15,0-40-15,0 40 16,0-40-16,1 0 0,-1 0 15,0 0 1,-40-40 0</inkml:trace>
  <inkml:trace contextRef="#ctx0" brushRef="#br0" timeOffset="150015.5663">10714 14157 0,'0'0'0,"0"40"266,0 0-32,0 0-218,0 0 0,0 0-16,0 0 15,0 0 1,0 0-1,40-40 32,-40-40-47,40 40 16,0 0-16,0-40 0,0 40 16,1 0-1,-1 0-15,0 0 16,0 0-1,0 0-15,0 0 16,0-40 0,0 40-16,1 0 0,-1 0 15,0 0-15,0 0 16,0 0-16,0 0 0,0 0 0,0 0 16,1 0-16,-1 0 0,0 0 15,0 0 1,0 0-16,0 0 15,0 40 1,0-40-16,1 0 0,-1 0 16,0 0-1,0 0-15,0 0 0,0 0 0,0 0 16,0 0-16,1 0 0,-1 0 16,0 0 15,0 0 0,-40 40-31,40-40 0,0 0 16,40 0-16,-39 0 0,-1 0 0,0 0 15,0 0-15,40 0 16,-40 0-16,0 0 0,1 0 0,-1 0 0,0 0 16,0 0-16,0 0 0,0 0 15,0 0 1,0 0-1,1 0 1,-1 0-16,0 0 16,0 0-1,-40 40-15,40-40 47,-40-40 63,40 0-110,-40 0 31,40 40-31,-40-40 0,40 40 15,-40-40 1,0 0 0,41 40-1,-41-40-15,0 0 16,0-1-16,40 41 16,-40-40-16,40 40 31,-40 40 141,-40-40-157,0 0-15,-1 0 16,1 0-16</inkml:trace>
  <inkml:trace contextRef="#ctx0" brushRef="#br0" timeOffset="153715.4009">14807 14437 0,'0'0'0,"0"81"141,0-41-141,0 0 16,0 0-16,0 0 15,0 0-15,0 0 16,0 0-16,0 0 15,0 0 1,0 1 0,80-82 46,-40 1-31,0 40-15,0 0 0,0 0-16,1 0 0,-1 0 15,0 0-15,0 0 16,0 0-16,0-40 0,0 40 16,0 0-16,1 0 15,-1 0 1,0 40-16,0-40 0,0 0 15,0 0-15,0 0 16,0 0-16,1 0 0,-1 0 0,0 0 16,0 0-1,0 0-15,0 0 0,0 0 0,0 0 16,1 0-16,-1 0 0,0 0 16,0 0-1,0 0-15,0 0 0,0 0 16,0 0-1,-40-40-15,41 40 16,-1 0-16,0 0 16,0 0-16,0 0 15,0 0 1,0 40-16,0-40 16,1 0-16,-1 0 0,40 0 15,0 0 1,-40 0-16,0 0 0,1 0 0,-1 0 0,0 0 15,0 0-15,0 0 16,0 0-16,0 0 0,-40-40 266,0 0-251,0 0-15,0 0 16,40 0-16,-40 0 16,0 0-16,0 0 15,0-1-15,0 82 219,0-1-157,-40-40-15</inkml:trace>
  <inkml:trace contextRef="#ctx0" brushRef="#br0" timeOffset="155605.2326">10794 14718 0,'40'0'78,"0"0"-78</inkml:trace>
  <inkml:trace contextRef="#ctx0" brushRef="#br0" timeOffset="157495.1732">13563 14397 0,'0'40'1375,"-40"-40"-1360</inkml:trace>
  <inkml:trace contextRef="#ctx0" brushRef="#br0" timeOffset="179353.8059">21949 15480 0,'0'-40'0,"-40"40"16,0 0-1,0 0 1,40 40-16,-40 0 0,40 0 16,0 0-16,0 0 15,-41 1-15,41-1 0,0 40 0,0-40 0,0 0 16,0 0-16,0 0 0,0 0 15,0 1-15,0-1 0,0 0 0,0 0 16,0 0-16,0 0 0</inkml:trace>
  <inkml:trace contextRef="#ctx0" brushRef="#br0" timeOffset="179653.8435">21989 15600 0,'-40'-40'15,"0"40"-15,120 0 32,-80 40-17,40-40-15,41 40 16,-41 1-16,40-1 15,-40 0-15,0-40 0,0 40 16,1-40-16,39 40 31,-40-40-31,0 0 16,0-40 0</inkml:trace>
  <inkml:trace contextRef="#ctx0" brushRef="#br0" timeOffset="179863.7578">22591 15600 0,'0'-120'16,"0"240"-16,0-280 0,0 80 16,0 120 31,0 0-32,0 0-15,0 0 0,0 0 16,-40 0-16,40 0 0,0 1 15,0-1-15,0 0 0,0 0 0,0 0 0,0 0 16,-40 0-16,40 0 0,0 0 0,0 1 0,0-1 16,0 0-1,0 0-15</inkml:trace>
  <inkml:trace contextRef="#ctx0" brushRef="#br0" timeOffset="180153.8145">23273 15761 0,'-40'-80'16,"40"39"-1,40 41-15,121-80 16,-121 80-16,120 0 31,-119 0-31,-1 0 0,40 0 16,-40 0-16</inkml:trace>
  <inkml:trace contextRef="#ctx0" brushRef="#br0" timeOffset="180373.7442">23434 16082 0,'-40'0'16,"80"0"-16,-80 40 15,80-40-15,0 0 16,0 0-1,161 0 1,-81-40 0,-120 0-16</inkml:trace>
  <inkml:trace contextRef="#ctx0" brushRef="#br0" timeOffset="180763.7068">24437 15480 0,'0'-80'15,"0"160"-15,80-280 16,-40 159-16,41 41 31,-1 41-15,0 79-1,-40 40 1,-40-120-16,-120 121 31,120-121-31,-40 0 0,0 40 16,-41-40 0,121-40 15,1-40-16,119 40 1,41-40 0,-1 0 15,-160 40-31,1 0 0</inkml:trace>
  <inkml:trace contextRef="#ctx0" brushRef="#br0" timeOffset="231550.6843">2969 17124 0,'40'0'62,"-40"40"173,0 1-220,0-1-15,0 0 0,0 0 16,0 0-16,0 0 16,0 0-16,0 0 0,0 0 0,0 1 0,0-1 15,0 0-15,0 0 16,0 0-16,0 0 0,41-40 16,-41 40-16,0 0 0,0 0 15</inkml:trace>
  <inkml:trace contextRef="#ctx0" brushRef="#br0" timeOffset="231860.6375">2969 17445 0,'0'-80'32,"0"40"-32,0-40 15,40-81 1,-40 121 0,41 40-16,-41-40 0,40 0 15,0 40-15,40-40 16,-40 40-16,0 0 0,0 0 15,81 0 1</inkml:trace>
  <inkml:trace contextRef="#ctx0" brushRef="#br0" timeOffset="232100.6293">3009 17566 0,'-40'40'16,"121"-40"0,-81-40-1,80 40 1,-40 0-16,0 0 15,0 0-15,0-41 0,0 41 16,1 0-16,-1 0 0,40-40 0,0 40 16</inkml:trace>
  <inkml:trace contextRef="#ctx0" brushRef="#br0" timeOffset="232350.682">3892 17325 0,'-40'0'16,"80"0"-16,-40 40 31,0 0-31,40-40 16,-40 40-16,0 0 0,41 0 0,-41 1 0,0-1 15,0 0-15,0 0 16,0 0-16,0 0 0,0 0 0,0 0 16</inkml:trace>
  <inkml:trace contextRef="#ctx0" brushRef="#br0" timeOffset="232560.6231">4133 17004 0,'0'0'16,"-40"0"-1</inkml:trace>
  <inkml:trace contextRef="#ctx0" brushRef="#br0" timeOffset="233140.5791">4574 17365 0,'-40'0'0,"0"0"15,0 40-15,80-40 32,-40 40-17,40-40-15,-40 40 0,40-40 0,-40 40 0,81 1 16,-81-1-16,0 0 0,0 0 15,40 0-15,-40 0 0,0 0 16,0-80 15,40 0-15,0 0-16,0 0 0,-40 0 16,40 40-16,0-40 0,1 40 31,-41 40-31,40 0 15,-40 0-15,0 0 16,0 0-16,0 0 0,0 0 0,0 0 16,0 0-16,0 1 15,0-1-15,0 0 0</inkml:trace>
  <inkml:trace contextRef="#ctx0" brushRef="#br0" timeOffset="233570.6082">5658 17566 0,'-40'40'0,"80"-80"0,-120 80 0,39 40 31,41-40-31,0 0 15,0 0 1,0 0 0,41-40-16,-1 0 15,-40-40-15,40 0 16,-40-80 15,0-1-15,0 81-16,-40-80 15,0 80-15,40 0 0,0 80 47,0 0-31,0 0-16,0 0 0,0 0 0,0 41 0,0-41 16,0 0-16,0 0 0,0 0 0,0 0 0,0 0 15,0 0-15,0 0 16,0 0-16,0 1 0,80-41 15</inkml:trace>
  <inkml:trace contextRef="#ctx0" brushRef="#br0" timeOffset="234130.5757">7303 17445 0,'-120'0'15,"240"0"-15,-281 0 0,161 40 16,0 41 0,81 79-1,-41 0 16,-40-79-15,0-122 0,120-119 15,41 0-15,-41 120-1,-80 80 1,-40 80-1,0-80-15,0 80 16,0-80-16,0 1 0,0-1 31</inkml:trace>
  <inkml:trace contextRef="#ctx0" brushRef="#br0" timeOffset="234460.4812">8427 17926 0,'0'0'0,"40"-40"31,40-40-15,-40 0-1,-80 0 1,0 80-1,-81-40 1,41 160 15,40 80-15,40-39 0,80-41-1,41-120 16</inkml:trace>
  <inkml:trace contextRef="#ctx0" brushRef="#br0" timeOffset="234660.4692">9069 17646 0,'0'40'16,"0"-80"-16,40 160 15,0-80-15,0 0 16,40 40 0,41 1-1,-81-81 1</inkml:trace>
  <inkml:trace contextRef="#ctx0" brushRef="#br0" timeOffset="234870.5323">9590 17646 0,'-40'0'16,"80"0"-16,-120 0 16,80 40-16,-40 0 15,0 80 1,0-80-16,-41 81 31,41-81-31,0 0 0,-40 40 16,40-80-16,0 40 15</inkml:trace>
  <inkml:trace contextRef="#ctx0" brushRef="#br0" timeOffset="235870.4701">9109 17967 0,'0'40'78,"40"0"-62,0-40-16,-40 40 15,40 0-15,0-40 16,-40 40-16,40-40 0,0 0 0,-40 40 15,41-40-15,-1 0 16,0 0-16,-40 40 0,40-40 0,0 0 0,0 40 16,0-40-16,0 0 15</inkml:trace>
  <inkml:trace contextRef="#ctx0" brushRef="#br0" timeOffset="236320.3795">10553 17525 0,'-40'0'16,"80"0"-16,-80 41 47,40-1-32,0 0-15,0 0 0,0 0 16,0 0-16,0 0 16,0 0-16,0 0 0,40-40 0,-40 40 0,0 1 15,0-1-15,0 0 16,0 0-16,40 0 0,-40 0 16,40 0-16,1 0 0,-1-40 15,0 0 1,0 0-16,0 0 0,0-40 0</inkml:trace>
  <inkml:trace contextRef="#ctx0" brushRef="#br0" timeOffset="236540.4304">10353 17967 0,'-41'0'0,"82"0"0,-41 0 32,120-41-17,-40 41-15,0-40 16,1 40-16,119-40 16,-39-40-16</inkml:trace>
  <inkml:trace contextRef="#ctx0" brushRef="#br0" timeOffset="237250.3396">12359 17766 0,'-40'0'0,"80"0"0,-120 0 31,40 0-15,-1 0 0,41 80-16,-40 81 15,40-121-15,0 0 0,0 160 31,0-159-31,0 159 16,0-160-16,0 40 0,0-40 16,-40 81-1</inkml:trace>
  <inkml:trace contextRef="#ctx0" brushRef="#br0" timeOffset="237440.3393">11958 18448 0,'0'0'16,"40"0"-1,40-40 1,-40 40-16,40 0 16,-39 0-16,119-80 15,1-1 1</inkml:trace>
  <inkml:trace contextRef="#ctx0" brushRef="#br0" timeOffset="237710.2862">12840 17967 0,'0'0'0,"81"0"16,-41 40-1,-40 40 1,40-40-16,-40 80 15,0-80-15,0 1 0,-40 39 16,-40-80-16,-1 40 31,41-40-31,0 0 0,40-40 0,-40 40 16,40-80-16,0 39 16,40 1-16,80-120 15,-79 120-15,-1 40 0,80-80 31,-80 80-31,81-81 0</inkml:trace>
  <inkml:trace contextRef="#ctx0" brushRef="#br0" timeOffset="238110.2625">13442 17886 0,'0'0'0,"0"40"31,0 1-31,0-1 16,0 0-16,0 0 15,40-40-15,-40 40 0,41 0 0,-41 0 16,40-40-16,0 0 16,0 0-16,0 0 15,0 0-15,0 0 16,-40-40-16,40 40 15,-40-80-15,0 40 0,0 0 16,41 40-16,-41-40 16,0-1-16,0 82 47,0-1-32,0 0 1,0 0-16,0 0 0,0 0 0,40-40 15,-40 40-15,0 0 16,80-40-16,-80 40 0,40-40 0,0 0 16,0 0-16,0 0 15</inkml:trace>
  <inkml:trace contextRef="#ctx0" brushRef="#br0" timeOffset="238440.2459">14325 17967 0,'-40'0'16,"80"0"-16,-40 0 15,40 0-15,-40 40 16,121 40 0,-81 40-1,-40-40 1,-81-39-1,41-41 1,0-41 0,80-79-1,-40 80-15,81 0 16,-41 40-16,0-80 16,80 40-1,-39-1 1</inkml:trace>
  <inkml:trace contextRef="#ctx0" brushRef="#br0" timeOffset="239140.2047">16051 17566 0,'0'0'0,"-41"0"0,1 40 16,40 40-1,-40-40 1,40 40-16,0-40 0,-40 0 0,40 41 0,0-41 15,0 40-15,0-40 0,0 0 16,0 40-16,0-40 0,0 1 0,0-1 0,0 0 16,0 0-16,0 0 15</inkml:trace>
  <inkml:trace contextRef="#ctx0" brushRef="#br0" timeOffset="239530.218">15730 18287 0,'0'0'0,"40"0"16,40 0 0,-40 0-16,161-40 15,-161 40-15,0 0 0,0 0 16,161-40-1,-161 40 1,40-40 0,-40-40-1,-40 40 1,0 0-16,-80 40 16,0 40-1,-41 120 16,121-39-15,40-81 0,81 0-1,39-40 1,-120 0-16,121-80 16</inkml:trace>
  <inkml:trace contextRef="#ctx0" brushRef="#br0" timeOffset="239880.1748">16853 17967 0,'0'0'0,"-40"0"16,80 0 0,40 0-1,-40 0-15,1 40 31,-41 0-31,40-40 0,-40 40 0,40 40 32,-40 40-17,0-39 1,-40-81 0,0 0-16,40-40 15,0-1 1,40 1-16,-40 0 0,0 0 0,40 0 15,0 0 1,0 0-16,0 40 0,0-40 0,0 40 16,-40-40-16,41 40 15,-1 0-15,0 0 16,-40-41-16</inkml:trace>
  <inkml:trace contextRef="#ctx0" brushRef="#br0" timeOffset="240360.1347">17656 17967 0,'0'0'0,"40"40"32,-40 0-17,40 40 1,-40 0 0,-40-80-16,0 80 31,40-120 0,40 40-31,-40-40 0,40 40 0,-40-40 0,40 40 16,0-40-16,-40 0 15,40 40-15,0 0 0,0 0 16,-40 40-16,0 0 16,0 0-1,0 0-15,0 0 0,0 1 31,41-41 1,-41-41-32,40 41 0,-40-40 0,40 40 0,0-40 0,-40 0 15,40 40-15,0-40 0,-40 0 0,40 40 0,1 0 16,-1 0 0,0 0-16,0 0 15,-40 40-15,40-40 16,0 40-16,-40 0 15,40 0-15,-40 0 0,40-40 16,-40 41-16,41-41 0,-41 40 0,0 0 16,40-40-16,-40 40 15</inkml:trace>
  <inkml:trace contextRef="#ctx0" brushRef="#br0" timeOffset="240920.0939">18940 18007 0,'-40'0'0,"-1"0"15,-39 0 1,40 40 0,40 0-16,0 40 15,40-40 1,-40 0-16,80 0 0,-39 1 0,-1-1 15,0-40-15,0 40 0,0 0 16,0-40-16,0 40 0,0-40 0,-40 40 16,41-40-16,-41 40 15,0 0-15,-41-40 16,-39 40-16,40-40 0,0 0 16,0 0-16,-40 0 0,39 0 15,-39-40-15,40 40 0,0 0 0,-40-40 0</inkml:trace>
  <inkml:trace contextRef="#ctx0" brushRef="#br0" timeOffset="243159.9627">21066 18368 0,'0'0'0,"40"0"47,1-40-31,39 40-16,-80-41 0,40 41 15,-40-40-15,0 0 16,0 0 0,0 0-1,-40 40-15,0 0 16,40-40-16,-40 40 31,40 80-31,0-40 0,0 0 0,0 0 16,0 41-16,0-41 0,0 0 15,0 0-15,40 0 0,-40 0 0,0 0 0,40-40 16,-40 40-16,0 0 0,40-40 0,-40 41 16</inkml:trace>
  <inkml:trace contextRef="#ctx0" brushRef="#br0" timeOffset="243339.9485">21187 17846 0,'0'0'15,"-40"0"-15,40 40 16,40-40 15</inkml:trace>
  <inkml:trace contextRef="#ctx0" brushRef="#br0" timeOffset="243689.9309">21708 17926 0,'0'41'31,"0"-82"-31,40 122 0,-40-41 0,41 0 32,39 40-17,-40-40 1,0 0 0,-40-80 15,80-80-16,41 40 1,-81 80 0,40 80-1,-80-40 1,0 0-16,40 40 16,0-80-1,-40 40-15,41 1 16</inkml:trace>
  <inkml:trace contextRef="#ctx0" brushRef="#br0" timeOffset="244569.9482">23996 18007 0,'-41'0'16,"82"0"-16,-122-40 15,81-1-15,40 41 16,1 0 15,-1 0-31,0 41 31,0-41-31,0 80 16,-40-40-16,0 0 0,0 0 16,0 121-1,-40-121-15,-40 80 32,-1-120-32,41 40 15,40-120 1,81 40-16,-41-40 15,40-1 1,80-79 0,1 40-1,-41 39 1,-80 41 15,-80 40-15,-40 0-1,-40 121 17,120-81-32,-40 80 15,40-80-15,0 0 0,0 40 16,80 1 0,-40-41-16,80-40 31,41 0-31</inkml:trace>
  <inkml:trace contextRef="#ctx0" brushRef="#br0" timeOffset="245079.8442">25159 17606 0,'0'0'0,"-40"0"15,0 40 1,40 0 0,-40-40-16,40 40 0,-40 0 15,40 0-15,-40 0 0,40 0 0,0 0 0,-41-40 16,41 41-16,0-1 16,0 0-16,0 0 0,0 0 0,81-40 0,-81 40 15,40 0-15,0-40 0,0 40 16,0-40-16,0 40 0,0-40 0,1 0 0,-1 41 15,0-41 1,0 0-16</inkml:trace>
  <inkml:trace contextRef="#ctx0" brushRef="#br0" timeOffset="245449.8955">25440 18007 0,'0'-40'0,"0"80"0,0-121 31,0 41-31,80 40 0,-39 0 16,-1 40 0,0 1-16,0 79 15,-40-80 17,-40 0-17,40-80 1,120-80 15,-40 80-15,-39 120-1,-1 40 1,-40-40 15,0-40-15</inkml:trace>
  <inkml:trace contextRef="#ctx0" brushRef="#br0" timeOffset="245689.8298">26283 17686 0,'40'0'31,"0"0"-31,40 120 31,-80-80-31,0 81 16,0-81-16,0 0 0,-40 80 16,-40 0-1,-40-79 1</inkml:trace>
  <inkml:trace contextRef="#ctx0" brushRef="#br0" timeOffset="246859.7379">27166 18408 0,'40'0'15,"0"0"-15,-40-40 16,40 40 0,-40-40-16,40 40 15,0 0 1,-40-41-1,40 1 1,-40 0-16,40 0 16,-40 0-16,0 0 15,0 0-15,0 0 0,0 0 16,0-1-16,-40 41 0,40-40 31,-40 40-31,0 0 0,0 40 16,40 1-1,-40 39-15,40-40 16,0 0-16,80 0 16,-40 0-16,-40 0 0,40-40 15,0 40-15,1 1 0,-1-41 0,-40 40 0,40-40 16,0 40-16,0-40 16,-40 40-16,0 0 0,0 0 31,-40-40-31,40 40 0,-40-40 0,0 0 15,0 0-15,-1 0 16,1 0-16,0 0 0,0 0 0,40-40 16,-40 40-16,40-40 15</inkml:trace>
  <inkml:trace contextRef="#ctx0" brushRef="#br0" timeOffset="247309.713">28530 17846 0,'0'40'0,"0"0"15,40 1 1,0-1 0,0 0-16,0 0 0,0 0 15,1 0-15,-1 0 0,-40 0 0,40 0 16,-40 1-16,40-1 0,0 0 16,-40 0-16,40-40 0,-40 40 0,40-40 15,-40 40 1,41-40-16,-1 0 0</inkml:trace>
  <inkml:trace contextRef="#ctx0" brushRef="#br0" timeOffset="247569.7682">29052 17926 0,'-81'0'16,"41"0"-1,0 0 1,0 81 0,0-1-1,-41 80 1,-39 41 0,0-121 15,-1-40-31</inkml:trace>
  <inkml:trace contextRef="#ctx0" brushRef="#br0" timeOffset="247969.7446">29653 17766 0,'-80'40'16,"160"-80"-16,-200 80 0,40 0 16,40 0-1,40 0-15,-81 121 16,81 39 15,81-39-15,-1-81-1,40-80 1</inkml:trace>
  <inkml:trace contextRef="#ctx0" brushRef="#br0" timeOffset="248249.7296">30055 17886 0,'-40'0'31,"-1"0"-31,41 40 16,-40 81 0,40 39-1,81 41 16,-41-121-15,0-40 0</inkml:trace>
  <inkml:trace contextRef="#ctx0" brushRef="#br0" timeOffset="248619.6342">30456 18007 0,'0'-40'16,"-40"40"-16,0 0 31,40 40-31,-40-40 0,40 40 0,-41-40 16,41 40-16,-40 0 0,0 0 15,0-40-15,40 40 0,-40-40 0,0 0 16,0 40-1,0-40-15,40 40 0,40-40 79,-40 41-79,80-41 0,-40 40 15,0 0 1,0-40-16,0 0 0,1 40 0,-1-40 0,0 40 15,0-40-15,0 0 16,0 0-16,0 40 0,0-40 0,1 0 16,-1 0-16,0 0 15,0 0-15</inkml:trace>
  <inkml:trace contextRef="#ctx0" brushRef="#br0" timeOffset="248849.6927">31058 17806 0,'0'0'15,"0"-40"17,0 120-32,0 0 15,0 161 1,-121 120 15,-119-80-31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20:58.8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3290 2887 0,'-40'0'15,"0"0"1,80 0 31,0 0-47,41 0 16,-41 0-16,0 0 0,0 0 15,0 0-15,0 0 0,0 40 0,1-40 16,-1 40-16,-40 0 0,40 0 15,-40 1-15,40-1 0,-40 0 0,0 0 16,0 40-16,0-40 0,0 40 0,-80 1 16,80-41-16,-81 40 0,81-40 0,-40 0 15,0 40-15,0-80 0,0 40 0,40 1 16,-40-41-16,40-41 16,80 1-1,-80 0-15,40-40 0,-40 40 0,80-40 16,-39 40-16,-1-41 0,40 41 0,-40-40 15,0 40-15,40-40 0,-39 40 0,-1 0 16,0-41-16,40 41 0,-40 0 0,-40 0 16,40 0-16,0 40 0,-40-40 15,41 0-15,-1 40 0,-40-40 16,-40-1 0,-1 41-1,1 0-15,0 0 16,40 41-16,-40-1 0,0 0 15,0 0-15,40 40 0,-40-40 0,0 40 16,40-39-16,-41 39 0,41 0 0,0-40 16,0 40-16,0-40 0,0 0 0,81 1 15,-81-1-15,40 0 0,-40 0 0,40-40 16,0 40-16,0-40 0,0 0 0,0 40 16,1-40-16,-1 0 0,0 0 15,0 0-15,0-80 0,0 80 0</inkml:trace>
  <inkml:trace contextRef="#ctx0" brushRef="#br0" timeOffset="271.3064">5096 2606 0,'-80'40'16,"160"-80"-16,-200 80 0,-1 0 15,81-40-15,0 81 16,-40 119 0,80 1-1,0-161-15,80 200 16,-40-159-16,-40-41 0,40 80 16,0-80-16,41 81 15,-81-81-15,40-40 0,0 0 16,40 0-16</inkml:trace>
  <inkml:trace contextRef="#ctx0" brushRef="#br0" timeOffset="629.3348">5457 2847 0,'0'-40'16,"0"80"-16,40-80 15,-40 80 1,40-40-16,1 120 15,-1-80-15,0 81 16,-40-81-16,40 0 0,-40 40 16,0-40-16,0 0 15,0 0-15,0-120 32,0 0-32,40-40 15,80-1 1,-39 121-1,-1 0 1,-80 40-16,80 41 16,-40-41-16,-40 0 0,40 40 15,-40 40 1,-40 1 0,-40-81-1</inkml:trace>
  <inkml:trace contextRef="#ctx0" brushRef="#br0" timeOffset="847.6218">6781 2767 0,'0'0'16,"0"40"-1,0 40 1,0-40-16,40 80 15,-40-79-15,0-1 0,41 80 16,-41 80 0,-41 1-1,-39-41 1,40-160-16</inkml:trace>
  <inkml:trace contextRef="#ctx0" brushRef="#br0" timeOffset="1065.3217">7584 3128 0,'0'-40'0,"0"-1"16,80 41-1,121-40 1,40 0-1,39 40 1,1-40 0,-200 40-16,79-40 0</inkml:trace>
  <inkml:trace contextRef="#ctx0" brushRef="#br0" timeOffset="1267.6079">8146 3649 0,'-40'40'16,"80"-80"-16,-201 160 16,161-80-16,-40-40 15,80 0 1,81-40 0,-41 0-16,-40 40 0,120 0 15,-79-40-15,119 0 16,-79 40-16,-41-40 0,80 0 0</inkml:trace>
  <inkml:trace contextRef="#ctx0" brushRef="#br0" timeOffset="1824.6764">10633 2205 0,'-40'-40'0,"80"80"0,-160-80 16,80 40 0,40 80-1,-40-80-15,40 40 0,-40 121 16,40-121-16,0 40 15,0 40-15,80 81 16,-80 0 0,-161-1-1,41-160 1,80-40-16,0 40 16,0-40-16,40-40 0,0 0 15,0-40 1,40 40-1,40 80 1,81 120 0,-81 81-1,0 0 1,0-41 0,41 1-1,-1-81 1,-40-80-1,-39-40-15,79 0 16,-80 0-16,40-40 0,-40 40 16,41-40-1</inkml:trace>
  <inkml:trace contextRef="#ctx0" brushRef="#br0" timeOffset="2139.9255">11717 2646 0,'0'-40'0,"0"80"0,-40-120 15,40 120 17,0 0-32,0 0 0,0 1 15,0-1-15,0 0 0,0 0 16,40 40-16,-40-40 0,0 40 0,0-39 16,0 39-16,40-40 0,-40 0 0,0 40 15,40-40-15,-40 0 0,40 0 0,-40 1 16,40-41-16,1 40 0</inkml:trace>
  <inkml:trace contextRef="#ctx0" brushRef="#br0" timeOffset="2319.6743">12399 3408 0,'0'40'16,"0"1"-1,-80-1 1,80 0-16,0 0 15,-40 0-15,40 0 0,0 0 16,-40 0-16,-1 0 0,41 1 16,-40-41-16</inkml:trace>
  <inkml:trace contextRef="#ctx0" brushRef="#br0" timeOffset="2915.1652">13482 2727 0,'-40'-41'0,"0"1"47,40 80-32,0 41 1,0-41-16,0 0 16,40 0-16,-40 0 0,0 0 0,0 0 15,40 0-15,-40 1 0,0-1 0,0 0 16,0 0-16,0 0 0,41 0 0,-41 0 15,0 0-15,0 0 0,40-40 0,-40 40 16,0 1-16</inkml:trace>
  <inkml:trace contextRef="#ctx0" brushRef="#br0" timeOffset="3118.9212">14124 3769 0,'-40'0'0,"40"40"16,-40 1 0,0-41-16,0 40 15,-40 40 1,80 0 0,-40-40-1</inkml:trace>
  <inkml:trace contextRef="#ctx0" brushRef="#br0" timeOffset="5930.5972">13322 2847 0,'0'-40'203,"0"0"-187,0 0 0,-40 40 93,0 0-78,40 40 32,-40-40-63,40 40 15,-41 0-15,1-40 16,40 40 0,0 0-16,-40-40 15,40 40-15,0 0 0,0 0 16,0 1 0,0-1-1,40 0 1,-40 0-16,0 0 15,0 0-15,40-40 16,-40 40-16,0 0 0,0 0 16,41-40-16,-41 40 15,0 1-15,0-1 32,0 0-1,40-40-16,0 40 1,0-40 0,0 0-1,-40-40 1,40 40-16,0 0 31,-40-40-31,40 40 31,-40-40-31,0-1 16,41 41-16,-41-40 16,40 40-1,-40-40-15,40 40 16,-40-40 0,0 0 46,0 0-46,0 0-1,0 0 17,-40 0-17,40 0 1,-40 40-16,40-41 15,0 1 1,0 0 0,0 0-16,-41 40 47,41-40-16,-40 40-31,40-40 15,-40 40 1,40-40-16,0 0 16,-40 40 15,80 0 63</inkml:trace>
  <inkml:trace contextRef="#ctx0" brushRef="#br0" timeOffset="7111.3804">14686 2847 0,'0'-40'16,"-40"40"0,40-40-16,0 0 31,40 40-31,0 0 16,1 0-16,39 0 0,-40 0 15,0 0-15,0 40 0,0-40 16,0 40-16,1-40 0,-1 0 15,-40 40-15,40 0 0,-40 0 16,0 0-16,0 0 16,0 0-16,-40 41 0,40-41 0,-81 0 15,41 0-15,0 0 0,40 0 0,-40 0 16,0 0-16,0 0 0,0 1 16,0-41-16,40 40 15,0-80 16,40-1-31,0 1 16,0 40-16,0 0 16,0 0-16,0-40 0,0 40 0,1 0 15,-1 0-15,0 0 0,0 0 0,0 40 16,0-40-16,0 81 0,0-81 0,1 40 16,-1 0-16,0-40 0,0 40 15,0 0-15,0-40 0,-40 40 16,40-40-16,-40 40 15,-40-40 17,40-40-32,-40 40 15,40-40-15,0 0 16,0 0 0</inkml:trace>
  <inkml:trace contextRef="#ctx0" brushRef="#br0" timeOffset="7460.2532">16211 3529 0,'40'0'47,"-40"40"-47,40-40 16,-40 40-16,40-40 16,-40 40-16,41-40 0,-41 40 15,40 0-15,-40 0 16,0 0-16,0 1 0,0-1 15,0 0-15,-81-40 0,81 40 0,-40 0 16,40 0-16,-40 0 0,0 0 0,0 0 16,0 0-16,0-40 0,0 41 0,-1-41 15,41 40-15,-40-40 0,0 0 16</inkml:trace>
  <inkml:trace contextRef="#ctx0" brushRef="#br0" timeOffset="8010.7248">17174 2686 0,'0'0'16,"-40"0"31,40 41-47,0-1 0,0 0 15,40 0-15,-40 0 0,0 0 16,40 0-16,-40 0 0,40 0 0,-40 1 16,0-1-16,0 40 0,40-40 15,-40 0-15,0 0 0,0 0 0,41 0 16,-41 0-16</inkml:trace>
  <inkml:trace contextRef="#ctx0" brushRef="#br0" timeOffset="8419.5998">18177 3448 0,'-40'41'15,"40"-1"-15,0 0 16,0 0-16,0 0 16,0 0-16,0 0 15,0 0-15,0 0 0,-40 1 16,0-1-16,40 0 15,-40-40-15,40 40 0,-40-40 16,-1 0-16</inkml:trace>
  <inkml:trace contextRef="#ctx0" brushRef="#br0" timeOffset="8913.3141">19020 2807 0,'-40'-40'16,"80"80"-16,-120-80 15,40 40 1,-1 0 0,41 80-16,0 40 15,41 41 1,-1-41 0,0-120-16,40 120 15,-40-120-15,81 0 16,-1-40-1,-80-80 1,0-41 0,-80 41-1,0 80-15,0-40 16,0 80-16,40-40 0,-40 40 16,-1 0-1,1 40 1,40 0-1,0 0 1</inkml:trace>
  <inkml:trace contextRef="#ctx0" brushRef="#br0" timeOffset="9146.606">19983 3328 0,'0'0'0,"0"40"16,0 40-1,0 41 1,0-1 0,-80-40-1,-1 1 1,41-81-16</inkml:trace>
  <inkml:trace contextRef="#ctx0" brushRef="#br0" timeOffset="9636.0139">20705 2807 0,'40'0'31,"0"0"-15,1 0-16,-1 0 0,0 0 16,0 0-16,-40 40 0,40-40 0,0 40 15,0-40-15,-40 40 0,40 0 16,-40 0-16,0 0 0,0 1 16,0-1-16,-40 0 0,40 0 15,-80 0-15,80 0 0,-40 0 0,40 0 16,-40-40-16,40 40 0,-40-40 0,40 40 15,40-40 17,0 0-32,0 0 15,0 0-15,0 0 0,0 0 16,1 0-16,-1 0 0,0 0 0,0 0 16,0 0-16,0 0 0,0 0 0,0 0 15,1 0-15,-1 0 0,0 0 16,0-40-16</inkml:trace>
  <inkml:trace contextRef="#ctx0" brushRef="#br0" timeOffset="11059.227">22431 2767 0,'-40'0'15,"40"-40"1,0-1 0,40 41-1,-40-40 1,40 40-16,0 0 15,0 0-15,0 0 16,0 0-16,-40 40 16,40-40-16,-40 41 0,41-41 0,-41 40 15,0 0-15,0 0 0,0 0 0,0 0 16,0 0-16,0 0 0,0 0 16,0 1-16,0 39 0,0-40 0,0 0 15,0 0-15,0 0 0,0 0 16,0 0-16,40-40 0,-40 40 15,40-40-15,0 0 16,0 0-16,-40-40 63,0 80-32,0 1-31,0-1 15,0 0 1,0 0-16,0 0 16,0 0-16,0 0 15,0 0-15,0 0 16,0 1 0,0-1-16,-40-40 0,40 40 0,0 0 15,-40 0-15,40 0 0,-40 0 16,0 0-16,-1 0 15,1-40-15,40 40 0,-40 1 0,0-41 16,-40 40-16,40 0 0,-41-40 0,41 40 16,-40-40-16,40 40 0</inkml:trace>
  <inkml:trace contextRef="#ctx0" brushRef="#br0" timeOffset="25451.6654">23113 5013 0,'0'40'16,"-40"-40"-16,0 0 0,-1 40 15,1-40 1,0 0 78,0 0-79,0 0 1,0 40-16,0-40 16,0 0-16,-1 40 0,1-40 15,0 0-15,0 0 0,0 0 16,0 0-16,0 0 0,0 0 0,-1 0 16,1 0-16,0 0 0,0 40 0,0-40 15,0 0-15,0 0 0,0 0 0,-1 0 16,1 0-16,0 0 0,0 0 15,0 0-15,0 0 16,0 0-16,-1 0 16,1 0-16,0 0 0,0 0 15,0 0-15,0 0 0,0 40 0,0-40 16,-1 0-16,1 0 0,-40 0 0,40 0 16,0 40-16,0-40 0,0 0 0,-1 0 15,1 0-15,0 0 0,0 40 16,0-40-16,0 0 0,0 0 0,0 0 15,-1 0-15,1 0 16,0 0-16,0 0 16,0 0-16,0 0 15,0 0-15,0 0 16,-1 0-16,1 41 0,0-41 16,0 0-16,0 0 0,0 0 15,40 40-15,-40-40 0,0 0 0,-1 0 16,1 0-16,0 0 0,0 0 15,0 0-15,0 0 0,0 0 16,0 0-16,-1 0 16,1 0-16,0 0 0,0 0 15,0 0-15,0 0 16,0 0-16,0 0 0,-1 0 0,1 0 16,0 0-16,0 0 0,0 0 15,0 0-15,0 0 0,0 0 0,-1 0 16,1 0-16,0 0 0,-40 0 0,40 0 15,0 0-15,0 0 0,-1 0 0,-39 0 16,40 0-16,0 0 0,0 0 16,-40 0-16,39 0 0,1 0 0,-40 40 15,40-40-15,0 0 0,-40 0 0,39 0 16,1 0-16,0 0 0,-40 0 0,40 0 16,0 0-16,-1 0 0,1 0 0,-40 0 15,40 0-15,0 0 0,0 0 0,0 0 16,-1 0-16,1 0 0,0 0 15,0 0-15,0 0 0,0 0 16,0 0-16,40-40 0,-40 40 0,-1 0 16,1 0-16,0 0 0,0 0 15,0 0-15,0 0 0,0 0 0,0 0 16,-41 0-16,41 0 0,0 0 0,0 0 16,0 0-16,-40 0 0,39 40 0,1-40 15,0 0-15,-40 0 0,40 0 0,-40 0 16,39 40-16,-39-40 0,40 0 0,0 0 15,-40 0-15,40 0 0,-1 0 0,1 0 16,0 0-16,0 0 0,0 0 0,0 0 16,0 0-16,0 0 0,-1 0 0,1 0 15,0 0-15,0 0 0,0 0 16,0 0-16,0 0 0,0 0 0,-1 0 16,1-40-16,0 40 0,0 0 15,0 0-15,-40 0 0,40 0 16,-1 0-16,1 0 0,0 0 0,0 0 15,-40 40-15,40-40 0,0 0 0,-1 0 16,-39 0-16,40 0 0,40 40 0,-40-40 16,0 0-16,0 0 0,-1 0 0,1 0 15,0 40-15,0-40 0,0 0 0,0 0 16,0 0-16,0 0 0,-1 0 0,1 0 16,0 0-16,0 40 0,0-40 0,0 0 15,0 0-15,0 0 0,-1 0 16,1 0-16,0 0 0,0 0 0,0 0 15,0 0-15,0 0 0,0-40 16,-1 40-16,1 0 0,0 0 0,0-40 16,0 40-16,0 0 0,0 0 0,-41 0 15,41-40-15,0 40 0,0 0 0,0 0 16,0 0-16,0 0 0,0 0 0,-1 0 16,1 0-16,0 0 0,0 0 0,0 0 15,0 0-15,0 0 0,0 0 16,-1 0-16,1 0 0,0 0 15,0 0-15,0 0 0,0 0 0,0 0 16,0 0-16,-1 0 0,1 0 0,0 40 16,0-40-16,0 0 0,0 0 15,-40 0-15,39 40 0,1-40 0,0 0 16,0 0-16,0 0 0,0 40 16,0-40-16,0 0 0,-1 0 15,1 0 1,0 0-16,0 0 15,0 0 1</inkml:trace>
  <inkml:trace contextRef="#ctx0" brushRef="#br0" timeOffset="29492.682">26162 4090 0,'-40'0'16,"0"0"0,40 40 15,0 0-31,0 0 15,40 1-15,-40 39 0,0-40 16,0 0-16,0 40 0,0 0 0,0 1 0,0-41 16,0 40-16,0 0 15,0-40-15,0 40 0,0-39 0,-40-1 0,40 0 16,0 0-16,0 0 0,0 0 16,0 0-16</inkml:trace>
  <inkml:trace contextRef="#ctx0" brushRef="#br0" timeOffset="29762.6353">26403 4210 0,'-40'0'0,"80"0"0,-120 0 0,0 0 31,40 0-31,40 41 31,40-41-15,-40 40-16,80-40 0,-40 40 0,0 0 16,0 0-16,0-40 0,1 40 15,-1-40-15,0 40 0,0-40 0,0 40 0,0-40 16,0 0-16,0 0 16,1 40-16,-1-40 0,0 0 15,0 0 1</inkml:trace>
  <inkml:trace contextRef="#ctx0" brushRef="#br0" timeOffset="30032.6417">27125 4050 0,'-40'-80'15,"80"160"-15,-120-240 16,80 200 31,0 0-32,0 0-15,0 0 0,0 0 16,0 40-16,0-40 0,0 1 16,0-1-16,0 40 0,0-40 0,0 0 0,0 0 15,0 0-15,0 0 16,0 1-16,0-1 0,0 0 0,0 0 0,0 0 15,40-40-15,-40 40 0</inkml:trace>
  <inkml:trace contextRef="#ctx0" brushRef="#br0" timeOffset="30282.6067">27607 4251 0,'40'0'16,"0"0"-16,0 0 16,-40-41-16,40 41 0,1 0 0,-1 0 15,0-40-15,0 40 0,0 0 16,0 0-16,0 0 0,0 0 0,1 0 0,-1 0 15,0 0-15</inkml:trace>
  <inkml:trace contextRef="#ctx0" brushRef="#br0" timeOffset="30522.5923">27767 4571 0,'0'0'0,"-40"0"15,40 41 1,40-41 15,1 0-15,-1 0-16,0 0 0,0 0 16,0 0-16,0 0 0,-40-41 0,40 41 0,0 0 15,1-40-15,-1 40 16,0 0-16,0 0 0,-40-40 0,40 40 15,0-40-15</inkml:trace>
  <inkml:trace contextRef="#ctx0" brushRef="#br0" timeOffset="31112.5716">28730 4090 0,'0'-40'16,"41"40"-16,-1-40 15,0 40 1,0 0-16,0 0 0,0 0 15,0 0-15,1 0 0,-1 0 16,0 40-16,0 0 16,-40 0-1,0 0-15,0 0 16,0 1-16,-40-1 0,40 0 16,-40 0-16,40 0 15,0 0-15,-40-40 16,40 40-16,40-40 62,-40 40-46,40-40-16,0 0 16,0 0-16,-40 40 15,40-40-15,-40 41 16,0-1-16,0 0 15,0 0-15,0 0 0,-40 0 16,0-40 0,0 40-16,0-40 0,0 40 0,-1-40 15,1 40-15,0-40 16,-40 0-16,40 40 0,0-40 0,-41 0 0,41 41 16,0-41-16,-40 0 0,40 0 15</inkml:trace>
  <inkml:trace contextRef="#ctx0" brushRef="#br0" timeOffset="35082.3347">2568 7700 0,'0'0'0,"-40"0"16,40-40-1,40-1 1,0 1-1,0 40 1,0 0-16,1 0 0,-1 0 0,0 0 16,0 0-16,0 0 0,0 0 15,0 40-15,0-40 0,-40 41 0,41-41 0,-1 40 16,-40 0-16,40 0 16,-40 0-16,0 0 0,0 0 0,-80 0 15,80 0-15,-81 0 0,41 1 16,0-1-16,40 0 0,-40 0 0,0-40 0,0 40 15,40 0-15,0-80 32,40-40-32,40 0 15,-40 39-15,0 1 0,0 0 16,41 0-16,-41 0 0,0-40 0,0 40 0,0 0 16,0 0-16,0-1 15,1-39-15,-1 40 0,0 0 0,0 0 0,-40 0 16,40 0-16,-40 0 0,0-1 15,0 1 1,-40 40-16,0 0 31,40 40-31,-40-40 0,40 41 16,0-1-16,0 0 0,-40 0 16,40 0-16,-41 40 0,41-40 0,0 0 0,-40 41 15,40-41-15,0 0 16,0 40-16,0-40 0,0 0 0,0 0 0,40-40 15,-40 40-15,41 1 0,39-41 0,-80 40 16,40-40-16,0 0 0,0 0 16,0 0-16,1 0 0,-1 0 0,0 0 0,0-40 15,0-1 1,0 41-16</inkml:trace>
  <inkml:trace contextRef="#ctx0" brushRef="#br0" timeOffset="35382.3263">4735 7098 0,'-80'-40'16,"160"80"-16,-200-80 0,79 0 0,1 40 15,40 80 1,-40-80-16,40 40 0,-40 0 15,40 0-15,0 0 0,-40 1 0,40-1 16,0 0-16,0 0 16,0 40-16,0-40 0,0 0 0,40 41 0,-40-41 15,40 0-15,-40 40 0,40-40 16,-40 0-16,40 0 0,-40 0 0,81 0 0,-41 1 16,0-41-1,-40 40-15,40-40 0,0 0 0,0 0 16,0 0-16</inkml:trace>
  <inkml:trace contextRef="#ctx0" brushRef="#br0" timeOffset="35812.2887">5096 7539 0,'-40'-40'15,"40"0"1,40 40-16,80-80 15,-79 80 1,39 160 0,-80-39-1,-40 39 1,40-80 0,-40-40-1,40-80 1,120-160-1,40 39 1,-119 121 15,39 80-15,-40 81 0,0-1 15,0 40-16,0-120 1,0 0 0</inkml:trace>
  <inkml:trace contextRef="#ctx0" brushRef="#br0" timeOffset="36052.2769">6420 7740 0,'40'0'15,"-40"-40"-15,40 40 0,1 0 16,-41-40-16,40 40 16,0-41-16,0 41 0,0 0 0,0 0 0,0-40 15,0 40-15,1 0 16,-1 0-16,0 0 0,0 0 0,0 0 0,0 0 15,0 0-15,0 0 0,1 0 16,-1 0-16</inkml:trace>
  <inkml:trace contextRef="#ctx0" brushRef="#br0" timeOffset="36322.2593">7062 7299 0,'0'0'0,"-40"0"0,0-41 0,0 41 31,40 41 1,-40-41-32,40 80 0,0-40 15,0 0-15,0 0 0,0 0 16,0 40-16,0-39 0,0-1 0,0 40 0,0-40 15,0 0-15,0 0 0,0 0 0,0 0 16,40-40-16,-40 40 16,40-40-16,0 0 15</inkml:trace>
  <inkml:trace contextRef="#ctx0" brushRef="#br0" timeOffset="36562.3016">7704 7339 0,'0'0'15,"-40"80"17,0 80-17,40 81 1,0-81-1,40-79 1,0-81 0</inkml:trace>
  <inkml:trace contextRef="#ctx0" brushRef="#br0" timeOffset="36812.2305">7825 7499 0,'0'0'0,"-40"0"0,40 40 31,80 40-15,40 81 0,-40-41-1,41-40 1,-1-80-1,-40 0 1,-39-40-16</inkml:trace>
  <inkml:trace contextRef="#ctx0" brushRef="#br0" timeOffset="37022.2763">8467 7459 0,'0'0'16,"-40"0"-16,-1 0 31,41 40-15,0 40-1,0 121 1,0-1 0,0-160-1,0 41 1</inkml:trace>
  <inkml:trace contextRef="#ctx0" brushRef="#br0" timeOffset="37332.221">8988 7018 0,'0'0'0,"0"40"32,0 0-32,81 40 15,-1 121 1,0-81-1,-40 201 1,-80-161 0,-40-79-16,-121 39 15</inkml:trace>
  <inkml:trace contextRef="#ctx0" brushRef="#br0" timeOffset="37982.1603">10312 7860 0,'41'0'0,"-41"-40"31,40 40-31,-40-40 47,40 40-47,40-40 0,-40 40 0,0-40 16,41 40-16,-41 0 15,40-40-15,-40 40 0,40-41 0,-39 41 0,39 0 16,-40 0-16,0 0 0,0-40 16,0 40-16,0 0 0,1 0 0,-1 0 0</inkml:trace>
  <inkml:trace contextRef="#ctx0" brushRef="#br0" timeOffset="38212.1312">10794 8261 0,'0'0'0,"-40"40"0,0-40 16,0 0-1,80-40 1,40 40-16,-40-40 15,0 40-15,0 0 16,41 0-16,-41-40 0,40 40 0,-40-40 0,0 40 16,41 0-16,-41-40 0,0 40 15,0 0-15,0-40 0,0 40 0,0-41 0,0 41 16</inkml:trace>
  <inkml:trace contextRef="#ctx0" brushRef="#br0" timeOffset="38722.1308">12118 7258 0,'0'0'16,"-40"0"-16,40-40 0,0 0 16,40 40-1,81 121 1,39 79-1,-160 1 1,-40-41 15,-161-80-15,201-120 0,0-80-1,201-81 1,-41 81-1,-39 40-15,-1 0 16,-40-1 0,-120 41 15,0 0-31,-40 40 31,-40 201-15,79-81-16,82 81 31,-1-121-31,80 0 31,0-120-15,-79 40-16</inkml:trace>
  <inkml:trace contextRef="#ctx0" brushRef="#br0" timeOffset="38992.1732">13442 7018 0,'0'0'0,"-40"-40"16,0 80-1,40 120 1,-40 81 15,40-81-31,120 41 31,-80-161-31,81 0 32,-41-80-32</inkml:trace>
  <inkml:trace contextRef="#ctx0" brushRef="#br0" timeOffset="39312.138">13924 7258 0,'0'-40'16,"0"80"-16,40-80 31,-40 80-31,40 41 16,40 39-1,-80 0 1,0-160 15,0-80-15,40 40-1,121-41 1,-121 121-16,0 0 16,0 40-16,-40 41 15,0 79 1,0 1-1,0-121 1</inkml:trace>
  <inkml:trace contextRef="#ctx0" brushRef="#br0" timeOffset="39522.0672">14807 6978 0,'0'-40'0,"0"80"0,40-40 31,0 0-31,0 160 16,-40-120-16,40 121 16,-40-121-16,-40 241 15,-40-161-15,80-80 0,-241 160 31,201-159-31</inkml:trace>
  <inkml:trace contextRef="#ctx0" brushRef="#br0" timeOffset="40822.0482">2608 10106 0,'0'-40'31,"-40"40"-15,40-40-16,0 0 0,80 40 16,-40 0-1,-40-40-15,41 40 0,-1 0 16,0 40-16,0-40 0,0 40 16,-40 0-16,40 0 0,0 0 0,-40 0 0,40 0 15,-40 0-15,0 0 0,0 1 0,0-1 0,0 0 16,0 0-16,0 0 15,-40 0-15,40 0 0,-40-40 32,0-40-32,0 0 15,40 0-15,0 0 16,0 0-16,0 0 0,0-1 0,0 1 0,40 0 16,-40 0-16,40 0 0,-40 0 15,40 0-15,41 0 0,-41 0 16,0 40-16,0-40 0,0 40 15,-40-41 1,-40 41 15,0 0-31,40 41 0,-40-41 16,40 40-16,-40-40 16,40 80-16,0-40 0,0 0 0,0 0 15,0 0-15,0 0 0,0 0 0,0 1 16,40-41-16,-40 40 0,40-40 15,-40 40-15,40-40 0,0 0 0,-40 40 0,40-40 16,0 0-16,0 0 16,41 0-16,-41 0 0,40-40 0,-40 40 15</inkml:trace>
  <inkml:trace contextRef="#ctx0" brushRef="#br0" timeOffset="41161.9695">4334 9585 0,'-40'-41'16,"40"1"-1,-41 40-15,41-40 0,-40 40 16,40-40-1,-40 40-15,0 0 16,40 40 0,-40-40-16,40 80 0,0-39 0,-40-1 0,40 0 15,-40 40-15,40-40 16,0 40-16,0 1 0,0-41 0,0 0 0,0 40 16,40-40-16,-40 0 0,40 0 15,-40 0-15,80 0 0,-40 1 0,0-1 0,1 0 16,-1-40-16,0 40 0,0-40 0,0 0 0,40 0 15,-40 0-15,1 0 16,-1-40-16</inkml:trace>
  <inkml:trace contextRef="#ctx0" brushRef="#br0" timeOffset="42881.8816">5257 9504 0,'0'40'93,"-41"-40"-93,1 41 32,40-1-32,-40-40 0,40 40 15,-40 0 1,40 0-16,-40 0 0,40 0 16,0 0-1,0 0-15,0 1 0,40-41 16,-40 40-16,40 0 0,0 0 15,0-40 1,1 40-16,-1-40 0,0 0 16,0 0-16,0 0 15,-40-40-15,40 40 0,-40-40 16,40 40-16,-40-40 16,0 0-16,0-1 0,0 1 15,0 0-15,0 0 0,0 0 0,0 0 16,0 0-16,-40 0 0,40 0 15,0-1-15,0 1 16,-40 40-16,0 0 16,0 0 15,40 40-31,-40-40 16,40 41-1,0-1-15,0 0 0,0 0 16,40-40-16</inkml:trace>
  <inkml:trace contextRef="#ctx0" brushRef="#br0" timeOffset="43161.8481">6099 9705 0,'0'40'0,"0"-80"0,0 120 31,-40-80-15,80 0 0,40 0-16,-39 0 15,-1 0-15,0 0 16,0 0-16,0 0 0,0 0 0,0 0 0,0 0 16,1 0-16,-1 0 0,0 0 15,0 0-15,0 0 0,0 0 0,0 0 16,-40-40-16,40 40 15</inkml:trace>
  <inkml:trace contextRef="#ctx0" brushRef="#br0" timeOffset="43471.8874">6460 9504 0,'-40'-40'32,"80"80"-32,-80-120 0,0 80 31,40-40-31,-40 40 16,40 120-1,0-39 1,40-41-16,0 120 15,-40-40-15,0 1 16,0-81-16,0 40 16,0-40-16,-40 40 15</inkml:trace>
  <inkml:trace contextRef="#ctx0" brushRef="#br0" timeOffset="43991.8554">7183 9504 0,'-41'-40'15,"41"0"1,0 0-16,121 40 31,-81-40-31,0 40 0,40 80 32,-39-80-32,-41 40 0,0 40 15,0-39-15,0 39 0,0-40 0,-41 80 31,1-40-15,80-39 0,1-41-1,39 0 1,0 40 15,-80 0-31,0 120 16,-120 1 15,39-121-31,1 0 16,0-40-1,40-80 17,40 39-32</inkml:trace>
  <inkml:trace contextRef="#ctx0" brushRef="#br0" timeOffset="44261.7828">8146 9304 0,'40'0'16,"-80"0"-16,120 80 15,-80-40-15,40 0 16,40 161 0,-80-121-16,0 161 15,-40-121-15,0 40 32,0-79-32,0-41 0,-40 80 15,39-80-15</inkml:trace>
  <inkml:trace contextRef="#ctx0" brushRef="#br0" timeOffset="44621.8175">9751 9665 0,'-40'80'15,"80"-160"-15,-121 160 0,81-40 0,81-40 31,-41 0-15,120-40 0,-120 40-16,41 0 15,-41 0-15,160-40 16,1 0 15</inkml:trace>
  <inkml:trace contextRef="#ctx0" brushRef="#br0" timeOffset="44831.7496">9991 10186 0,'-40'40'0,"80"-80"0,-120 160 16,40-79-16,0-1 16,40 0-1,120-40 1,-80 0-16,41-40 15,-1 40-15,161-81 16,80 1 0,-241 40-1,-40 0-15,0 40 0</inkml:trace>
  <inkml:trace contextRef="#ctx0" brushRef="#br0" timeOffset="45691.6802">12399 9865 0,'0'0'0,"0"-40"32,0 0-32,40 40 0,0-40 15,0 40 1,1 0-16,-1 0 0,0 0 0,0 0 0,0 40 16,0-40-16,0 40 15,0 0-15,1 0 0,-41 1 0,0-1 0,0 0 16,0 0-16,0 0 0,-41 0 0,41 0 0,-80 0 15,40 0-15,0-40 0,0 40 16,0 1-16,0-41 16,40-41-1,0 1-15,0 0 0,40 0 16,-40 0-16,80 0 0,-40 0 16,-40 0-16,40 0 0,0 0 0,41 40 0,-81-41 15,40 1-15,0 40 0,0-40 0,0 40 0,-40-40 16,40 40-16,0-40 15,0 40-15,-40-40 16,-40 40 15,0 0-15,0 0-16,0 80 0,0-80 0,40 40 16,-40 0-16,0 0 0,40 1 15,0-1-15,-41 0 0,41 0 0,0 0 0,0 0 16,0 0-16,0 0 0,41 0 0,-1 0 15,0 1 1,0-41-16,0 0 0,0 0 0,0 0 16,0 0-16,1-41 0,-1 41 15,40-80-15</inkml:trace>
  <inkml:trace contextRef="#ctx0" brushRef="#br0" timeOffset="46041.7332">13844 9304 0,'0'0'16,"-41"-40"-16,-39 40 31,40 40-31,40 0 0,-40 40 16,0-40-16,0 201 15,80 0 17,0-201-32,-40 0 0,160 80 15,-119-80-15,79-40 31,40-40-31</inkml:trace>
  <inkml:trace contextRef="#ctx0" brushRef="#br0" timeOffset="46351.6398">14646 9585 0,'40'0'16,"-40"-41"15,81 41-31,-1 0 16,-40 41-16,-40 39 15,0-40-15,-40 40 32,40-40-32,-80-40 0,-1 40 15,41-40-15,-40 40 16,80-80-16,0 0 15,0-80 1,40 0 0,0 120-1,-40-41 1,80 41-16</inkml:trace>
  <inkml:trace contextRef="#ctx0" brushRef="#br0" timeOffset="46581.7008">15328 9264 0,'0'0'16,"0"-40"-16,40 40 0,-40 40 15,41-40-15,-1 200 31,-40-79-31,0 79 16,-40-120-16,-201 201 16,201-201-16,-81 0 0,41-39 0</inkml:trace>
  <inkml:trace contextRef="#ctx0" brushRef="#br0" timeOffset="47981.5716">2528 11951 0,'-40'0'16,"40"-40"15,40 0-31,40-1 0,-40 41 16,0 0-16,1 0 15,-1 0-15,0 0 0,0 0 0,0 0 0,-40 41 16,40-41-16,0 40 0,-40 0 0,0 0 0,0 0 15,0 40-15,0-40 16,0 0-16,0 1 0,-40-1 0,40 40 0,-40-40 16,40 0-16,0 0 0,0 0 15,-40-40-15,40 40 0,-40-40 0,40 40 0,-40-40 16,40-80 0,0 40-16,40 0 15,-40 0-15,80 0 0,-80 0 0,40 0 0,0 0 16,-40-1-16,40 1 0,1 40 15,-1-40-15,-40 0 0,40 0 0,0 0 0,0 0 16,-40 0 0,0 0-16,0-1 0,40 41 0,-40-40 15,0 0 1,-40 40-16,-40 0 16,40 0-1,40 40-15,-40-40 0,40 40 0,0 1 0,-41-1 16,41 0-16,0 0 0,0 0 0,-40 0 0,40 40 15,0-40-15,0 1 0,0-1 16,81 0-16,-41 0 0,0 0 16,0-40-1,0 0-15,0 0 0,0 0 0,0 0 0,1 0 16,-1-40-16,0 40 0,0-40 16,0 40-16,0-40 0</inkml:trace>
  <inkml:trace contextRef="#ctx0" brushRef="#br0" timeOffset="48241.6">4173 11429 0,'0'0'0,"-40"0"0,-40 41 31,40-1-31,0-40 0,-1 120 16,41-80-16,-40 40 15,40-40-15,0 121 16,121 39 15,39-39-15,-120-161-16,-40 40 16,40-40-16,41 0 0</inkml:trace>
  <inkml:trace contextRef="#ctx0" brushRef="#br0" timeOffset="48471.5864">5016 11750 0,'-40'0'0,"0"0"16,-1 40-1,41 0 1,0 81-1,0-81-15,0 120 16,0-120-16,0 1 0,0-1 16,81 80-1</inkml:trace>
  <inkml:trace contextRef="#ctx0" brushRef="#br0" timeOffset="49031.4793">5497 11991 0,'-40'0'0,"40"40"16,-40-40-16,80 0 47,0 0-47,0 0 16,1 0-16,-1 0 0,0 0 0,0 0 0,40 0 15,-40 0-15,0 0 0,1 0 0,-1 0 0,0 0 16,40 0-16,-40 0 15,0 0-15,0 0 0,1 0 0,-41-40 0</inkml:trace>
  <inkml:trace contextRef="#ctx0" brushRef="#br0" timeOffset="49311.4815">5818 11830 0,'0'-40'0,"0"80"0,0-120 0,0 40 31,0 120 1,40-40-32,-40 1 0,0-1 0,0 0 15,0 0-15,0 0 0,0 0 0,0 0 0,0 0 16,0 0-16,0 1 0,0-1 15,0 0-15,0 0 0,0 0 0,0 0 0,0 0 16,0 0-16,0 0 16,0 0-16</inkml:trace>
  <inkml:trace contextRef="#ctx0" brushRef="#br0" timeOffset="49741.51">6420 11710 0,'0'0'0,"40"-80"32,0 40-32,121 0 15,-121 40-15,80 40 31,-79-40-31,-41 40 0,40 40 16,-40-40-16,-81 81 16,81-81-16,-40-40 0,40 40 15,-40 0 1,40 0 0,40-40-1,41 40 1,-41-40-16,0 80 31,-40-40-31,0 41 16,-40-41-16,-41 80 15,41-80-15,0-40 0,-40 80 32,40-80-32,-40 40 15,39-120-15</inkml:trace>
  <inkml:trace contextRef="#ctx0" brushRef="#br0" timeOffset="50011.4472">7423 11510 0,'41'0'0,"-82"0"0,122 0 31,-41 0-31,-40 40 0,40-40 0,0 80 16,0-40-16,-40 161 15,-40 79 17,-201-39-17,161-161-15</inkml:trace>
  <inkml:trace contextRef="#ctx0" brushRef="#br0" timeOffset="50511.402">10433 11830 0,'-40'0'0,"40"-40"31,40 40-31,0 0 16,0 0-1,0 0-15,0-40 0,0 40 0,41 0 0,-41 0 16,0 0-16,0-40 0,0 40 16,0 0-16,41 0 0,-41 0 0,0 0 0,0 0 15,0 0-15,0 0 0,0 0 0</inkml:trace>
  <inkml:trace contextRef="#ctx0" brushRef="#br0" timeOffset="50741.4504">10674 12232 0,'0'0'0,"-41"0"15,-39 40 1,80 0-16,40-40 31,41 0-31,159 0 31,1-80-15,-161 80 0,-39-41-16,39 41 0</inkml:trace>
  <inkml:trace contextRef="#ctx0" brushRef="#br0" timeOffset="51231.3584">12158 11630 0,'0'-40'16,"40"40"-16,1 0 15,-1 0-15,0 0 16,0 0-16,-40 40 0,40 0 15,-40 0-15,0 0 0,0 0 16,0 0-16,0 1 0,0-1 0,-40 0 16,40 0-16,-80-40 15,40 40-15,-1 0 0,1 0 16,0-40-16,40-40 16,0 0-1,80 0-15,-80 0 0,41 0 0,-1 0 0,0 40 16,0-41-16,0 1 15,0 0-15,0 0 0,0 0 0,-40 0 0,41 0 16,-1 40-16,-40-40 0,40 0 16,-40 0-16,40-1 0,-40 1 15,0 0 1,-80 40-16,40 0 0,-1 0 16,1 40-16,0-40 0,40 81 15,-40-81-15,40 40 0,0 0 16,0 0-16,0 0 0,0 0 0,0 0 15,0 0-15,0 0 16,0 0-16,40 1 0,-40-1 0,40 0 0,-40 0 16,40-40-16,1 40 0,-1-40 15,0 0-15,0 40 0,0-40 0,40 0 0,-40 0 16,41 0-16,-41-40 16,40 40-16,0-80 0</inkml:trace>
  <inkml:trace contextRef="#ctx0" brushRef="#br0" timeOffset="51481.406">13563 11309 0,'-40'0'16,"80"0"-16,-121 0 16,41 0-16,0 40 15,-40 121 1,40-1 15,40-80-31,0-40 0,80 41 31,-40-81-31,0 0 0,41 40 16,-41-40-16,0-40 0</inkml:trace>
  <inkml:trace contextRef="#ctx0" brushRef="#br0" timeOffset="51721.3918">14004 11349 0,'-40'0'15,"0"0"1,40 40 0,0 0-1,0 1-15,0 79 16,0-80-16,40 0 0,-40 80 31,40-80-31,-40 1 0,0-1 0,40-40 16,-40 40-1</inkml:trace>
  <inkml:trace contextRef="#ctx0" brushRef="#br0" timeOffset="51901.3816">14526 11309 0,'0'0'15,"-40"40"1,40 0-16,40-40 16,-40 40-16,0 1 0,0-1 0,-40 120 31,40-80-31,-81 0 0,-159 81 15,159-81-15</inkml:trace>
  <inkml:trace contextRef="#ctx0" brushRef="#br0" timeOffset="54661.1588">7343 11670 0,'-40'0'0,"0"0"0,40 40 15,-40-40-15,40-40 31,40 0-31</inkml:trace>
  <inkml:trace contextRef="#ctx0" brushRef="#br0" timeOffset="56331.1151">17495 2005 0,'0'40'94,"-40"0"-78,40 0-1,0 0-15,0 0 16,0 0-1,40-40-15,0 0 16,0 0 0,0 0-16,1-40 15,-1 40-15,0-40 16,0 40-16,-40-40 0,40 40 0,0-40 16,0 0-16,0 0 0,1 40 0,-1-40 0,0-1 15,0 1-15,0 0 0,0 40 16,0-40-16,1 40 0,-1-40 0,0 40 0,0-40 15,0 0 1,0 40-16,0 0 0,0-40 0,1 40 0,-1-40 16,0 40-1,0 0-15,-40-40 0,40 40 0,0 0 16,-40 40 78</inkml:trace>
  <inkml:trace contextRef="#ctx0" brushRef="#br0" timeOffset="57771.0287">11757 1884 0,'-40'0'15,"0"0"1,40-40 15,0 0-15,40 40 0,0 40 30,-40 0-46,0 0 32,40-40-32,0 41 15,0-41 1,1 0-16,-1 0 0,0 0 16,0 0-16,0 0 0,-40-41 0,40 41 15,0-40-15,0 0 16,-40 0-16,41 40 15,-41-40 1,40 0-16,0 0 0,0 0 16,0 0-1,-40 0-15,40 40 0,0-41 0,0 1 0,1 40 16,-1-40 0,0 40-16,0-40 0,0 40 0,0 0 15,0 0-15,-40-40 0,40 40 0,1 0 16,-82 0 46,82 0 95,-1 0-142,-40 40 1,40-40-16,0 0 15</inkml:trace>
  <inkml:trace contextRef="#ctx0" brushRef="#br0" timeOffset="59170.9053">19622 1924 0,'0'0'0,"0"41"0,0-1 16,40-40 15,0 0 47,0 0-62,0 0 0,0 0-16,1 0 15,-41-40-15,40 40 0,-40-41 16,40 41-16,-40-40 16,40 40-1,0-40-15,0 0 0,0 0 16,0 0-16,1 40 0,-1-40 15,0 0-15,0 0 0,0 0 0,0-1 16,0 41-16,0 0 16,1-40-16,-1 0 0,0 40 15,0-40-15,0 40 16,-40 40 46</inkml:trace>
  <inkml:trace contextRef="#ctx0" brushRef="#br0" timeOffset="60350.8119">13563 2165 0,'0'0'16,"0"-40"-16,0 80 94,40-40-79,-40 40-15,40-40 0,-40 40 31,40-40-31,0 0 16,0 0 0,0 0-16,1 0 15,-1 0 1,-40-40-16,40 40 0,-40-40 0,0 0 16,40 40-16,-40-40 0,0 0 15,40 40-15,-40-40 16,40 40-16,-40-40 0,40 40 0,-40-41 15,40 41-15,1-40 16,-1 40-16,0-40 0,0 40 0,0-40 16,0 40-16,0 0 15,0-40-15,1 40 0,-41-40 16,40 40-16,-80 0 47,40 40-16</inkml:trace>
  <inkml:trace contextRef="#ctx0" brushRef="#br0" timeOffset="61720.7915">21307 2045 0,'0'40'16,"-40"-40"15,40 40 63,40-40-79,-40 40-15,40-40 16,0 0 0,0 0-16,1 0 0,-1 0 15,0-40-15,0 40 0,0-40 16,0 40-16,0-40 0,0 40 0,41-40 0,-41 40 16,0-40-16,0-1 0,0 41 0,0-40 0,1 0 15,-1 40 1,0 0-16,-40-40 0,40 40 15,-80 0 48,40 40-63,-40-40 0,0 0 0</inkml:trace>
  <inkml:trace contextRef="#ctx0" brushRef="#br0" timeOffset="62380.7055">15328 2085 0,'0'40'15,"-40"-40"-15,40 40 0,0 0 31,40-40 32,-40-40-63,40 40 0,1-40 0,-1 40 0,40-40 16,-40 0-16,40 40 0,-40-40 0,41 0 0,-1-1 15,0-39-15,0 40 0,1-40 16</inkml:trace>
  <inkml:trace contextRef="#ctx0" brushRef="#br0" timeOffset="68230.3551">11155 2566 0,'40'0'15,"-40"40"95,-40-40-110,40 40 31,0 0-31,0 1 16,0-1-1,0 0-15,0 0 0,0 0 0,0 0 16,0 0-16,0 0 0,0 0 0,0 1 0,0-1 16,0 0-16,0 0 0,0 0 15,0 0-15,0 0 0,0 0 0,-40 0 0,40 0 16,0 1-16,0-1 15,0 0-15,0 0 0,0 0 0,0 0 16,0 0-16,0 0 0,0 0 16,0 1-16,40-1 0,-40 0 15,40 0 1,-40 0-16,40 0 16,1-40-16,-41 40 0,40 0 15,0-40 1,-40 40-16,40 0 0,0-40 15,-40 41-15,40-41 16,-40 40-16,40-40 0,-40 40 0,40-40 16,1 40-1,-1-40-15,-40 40 0,40-40 16,0 0-16,0 40 0,0-40 16,0 0-1,0 0-15,-40 40 0,41-40 0,-1 0 16,0 40-16,0-40 15,0 0-15,0 0 0,0 40 16,0-40-16,1 0 16,-1 0-16,0 0 0,0 0 15,0 0-15,0 0 0,0 0 16,0 0-16,1 0 0,-1 0 16,0 0-16,0 0 0,0 0 0,0 0 15,0 0 1,0 0-16,1 0 0,-1 0 0,0 0 15,0 0-15,0 0 0,0 0 16,0 0-16,0 0 0,1-40 0,-1 40 16,0 0-1,0 0-15,0 0 0,0 0 0,0 0 0,0 0 16,1 0-16,-1 0 0,0 0 0,0-40 16,0 40-16,0 0 15,0 0-15,0 0 16,-40-40-1,41 40-15,-1 0 0,0 0 0,0 0 16,0 0-16,0 0 16,0 0-16,41-40 0,-41 40 0,0 0 15,0 0-15,0 0 16,0 0-16,0 0 0,0-40 0,1 40 0,-1 0 16,0 0-16,0-40 0,0 40 15,0 0 1,0-40-16,1 40 31,-41-40-15,40 40-1,-40-41-15,40 41 0,0-40 16,0 0-16,0 40 16,-40-40-1,40 40-15,0 0 0,-40-40 16,41 40-16,-1 0 15,0 0 1,-40-40 0,40 40-16,0-40 15,0 40 1,0-40-16,0 40 16,-40-40-16,41 40 0,-41-40 15,40 40-15,-40-41 16,40 41-16,0 0 0,-40-40 15,40 40-15,0-40 16,0 0-16,0 40 31,-40-40-31,41 0 16,-41 0-16,40 0 16,-40 0-1,0-1-15,40 41 0,-40-40 16,40 0-1,-40 0-15,40 40 16,-40-40-16,0 0 16,0 0-16,40 0 15,-40 0 1,0 0 0,0-1-16,0 1 15,0 0 1,0 0-16,0 0 31,0 0-15,0 0-1,0 0-15,-40 40 16,40-40-16,-40 40 0,40-41 0,0 1 16,-40 0-1,40 0 1,-40 40-1,40-40-15,-40 0 16,40 0 0,-41 40-16,41-40 0,-40 40 0,40-40 15,-40 40-15,40-40 16,-40 40-16,40-41 0,-40 41 0,40-40 16,-40 40-16,40-40 0,-40 40 15,0-40 1,-1 40-1,41-40-15,-40 40 16,0 0-16,40-40 16,-40 40-16,40-40 15,-40 40-15,40-40 16,-40 40-16,40-40 0,-40-1 16,0 41-1,40-40-15,-41 40 16,41-40-1,-40 40-15,0-40 16,0 40 0,0 0-16,40-40 15,-40 40-15,0 0 16,40-40-16,-40 40 0,-1 0 16,1 0-16,40-40 0,-40 40 0,0 0 15,40-40-15,-40 40 16,0 0-16,40-40 15,-40 40-15,-1 0 16,1 0-16,0 0 16,0 0-16,0 0 0,0 0 15,0 0-15,0 0 0,-1 0 0,1 0 16,0 0-16,0 0 0,0 0 0,0 0 16,0 0-16,0 0 15,-1 0-15,1 0 0,0 0 16,0 0-16,0 0 15,0 0-15,0 0 0,0 0 16,-1 0-16,1 0 16,0 0-16,40 40 0,-40-40 15,0 0-15,0 0 16,0 0-16,0 40 0,-1-40 0,1 0 16,0 40-16,0-40 0,0 0 15,0 0-15,0 0 16,0 0-16,-1 0 0,41 40 0,-40-40 15,0 0-15,0 0 16,0 0-16,0 0 0,0 0 31,0 0-15,40 40-16,-41-40 0,1 0 16,0 0-1,40 40-15,-40-40 16,0 40-1,0-40-15,0 0 16,0 40-16,-1-40 16,1 0-1,0 41 1,0-41 0,40 40-1,-40-40 1,40 40-16,-40-40 0,40 40 31,-40-40-31,0 0 0,40 40 16,-41 0-1,1-40 17,40 40-17,-40-40-15,0 0 16,40 40-1,-40-40-15,0 40 0,0-40 32,40 41-32,-40-41 0,-1 0 31,41 40-31,-40-40 16,40 40-16,-40-40 62,40 40-62,-40-40 0,0 40 16,40 0-1,-40-40-15,40 40 0,0 0 16,0 0-16,-40 0 0</inkml:trace>
  <inkml:trace contextRef="#ctx0" brushRef="#br0" timeOffset="74479.9524">17174 4451 0,'-40'0'0,"40"40"0,-40-40 32,80 0 30,0 0-62,0 0 16,40 0-1,-39 0-15,-1 0 0,0 0 0,0 0 16,0 0-16,0 0 0,0 0 0,0 0 0</inkml:trace>
  <inkml:trace contextRef="#ctx0" brushRef="#br0" timeOffset="74640.0163">18017 4451 0,'120'0'16,"-240"0"-16,280 0 0,-39 0 16,-81 0-16,0 0 0,0 0 15,0 0-15,121 0 32,-1 0-17,-120 0-15</inkml:trace>
  <inkml:trace contextRef="#ctx0" brushRef="#br0" timeOffset="75539.9622">22029 3970 0,'0'0'0,"0"40"47,-40-40-32,0 0 251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23:45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2849 1924 0,'-40'0'0,"40"-40"16,0 0 0,0 0-16,0 0 15,0 0 1,40 40-16,0 0 0,-40-40 16,40 40-16,0 0 15,0 0-15,1 0 0,-1 0 0,0 40 16,0-40-16,0 80 0,0-80 0,0 40 0,-40 0 15,40 0-15,-40 1 0,41 39 16,-41-40-16,0 0 0,0 40 0,0-40 0,-81 0 16,81 1-16,-40-1 15,40 0-15,-80 0 0,80 0 0,-40 0 0,0-40 16,0 40-16,-1-40 16,41-40-1,0 0 1,0 0-16,0 0 0,41 40 15,-41-40-15,80 40 0,-40 0 0,40-40 16,-40 40-16,0 0 0,1 0 16,39 0-16,-40 0 0,0 0 0,40 0 0,-39 40 15,-1-40-15,40 0 16,-40 0-16,0 40 0,0-40 0,0 0 0,1 0 16,-1 0-16,0 0 15</inkml:trace>
  <inkml:trace contextRef="#ctx0" brushRef="#br0" timeOffset="669.986">3973 1564 0,'0'0'0,"-41"0"0,1-41 15,0 41-15,0-40 0,-80 0 16,80 40-16,-1 0 15,1 0-15,-120 0 16,79 0 0,41 0-16,-160 40 15,119-40-15,-39 81 16,40-81-16,-121 120 31,161-80-31,0 0 0,-40 0 0,-81 161 16,121-81-1,40-80-15,-40 121 16,40-81-16,80 120 31,121 1-15,-1-41 0,-159-120-16,119 41 31,-120-41-31,81-40 0,-81 40 0,40-40 15,-40 0-15,241-40 16,-241 40-16,40-81 0,81 1 16,-121 40-16,40-40 15,1 40-15,79-121 16,-40-79 15,-79 39-15,-82-80-1,-119 1 1,-41-1 15,121 201-31,40 80 0,-40-80 32,80 39-32,0 122 15,0-41 1,-40 0-16,40 40 15,0-40-15,0 0 0</inkml:trace>
  <inkml:trace contextRef="#ctx0" brushRef="#br0" timeOffset="1519.9753">5136 2406 0,'0'0'0,"0"80"31,0-40-31,40-40 16,0 0-1,1 0-15,-1-40 16,0 40-16,-40-40 0,40 0 0,-40 0 15,40 40-15,-40-40 16,40-1-16,-40-39 0,40 40 0,-40 0 0,0 0 16,0-40-16,0 40 0,0-41 15,0 41-15,0 0 0,-40-40 0,40 40 0,-40 0 16,40 0-16,-40 0 16,0-1-16,40 1 0,-40 0 0,0 0 15,40 0-15,-41 40 0,41-40 16,-40 40-16,0 0 15,40 40-15,0 40 16,0-40 0,0 0-16,0 1 0,0 39 0,0-40 0,0 0 15,40 40-15,-40 0 0,0-40 16,40 41-16,-40-41 0,41 0 0,-41 40 0,0-40 16,40 40-16,0-39 15,-40-1-15,40 0 0,-40 0 0,40 0 0,0-40 16,0 40-16,-40 0 0,40-40 0,1 40 15,-1-40-15,0 0 16,0 0-16,0-40 0,0 40 0,-40-40 16,40 40-16,0-40 15,-40 0-15,41 0 0,-41 0 0,0 0 16,0-1-16,0 1 16,0 0-16,0 0 0,0 0 0,0 0 0,0 0 15,0 0 1,0 0-16,0 80 31,0 0-31,0 0 16,0 0-16,0 0 0,40 0 0,-40 0 15,0 0 1,40 1-16,-40-1 0,0 0 0,0 0 16,40-40-16,-40 40 0,40-40 15,-40 40-15,40-40 0,0 0 0,0 0 16</inkml:trace>
  <inkml:trace contextRef="#ctx0" brushRef="#br0" timeOffset="1689.8917">5939 1604 0,'0'-81'15,"0"162"-15,0-242 32,40 161-32</inkml:trace>
  <inkml:trace contextRef="#ctx0" brushRef="#br0" timeOffset="2109.8997">6220 1965 0,'0'40'16,"0"-80"-16,40 80 31,-40 0-15,40-40-16,-40 40 16,40-40-16,0 40 0,0-40 0,-40 40 0,40 0 15,-40 0 1,40 0-16,-40 1 0,41-41 0,-41 40 15,40-40 17,-40-40-32,0-1 15,40 41-15,-40-40 16,0 0-16,40 40 0,-40-40 0,40 0 16,0 40-1,0 40 1,-40 0-1,40-40-15,-40 40 16,0 0-16,0 1 0,41-41 0,-41 40 0,0 0 16,0 0-16,40-40 15,-40 40-15,40 0 0,0 0 16,0-40 0</inkml:trace>
  <inkml:trace contextRef="#ctx0" brushRef="#br0" timeOffset="2459.8485">7504 2326 0,'0'0'0,"0"-41"31,40 41-31,-40-40 0,40 40 16,0 0-16,0 0 15,-40-40-15,40 0 0,0 40 0,-40-40 0,41 40 16,-1-40-16,0 0 0,-40 0 15,40 40-15,-40-40 0,0-1 16,-40 41 0,0 0-1,-41 81-15,41-41 0,0 0 16,0-40-16,40 40 0,-40 0 16,0 0-16,40 0 0,-40 0 0,40 1 15,0-1 1,0 0-16,40 0 0,-40 0 0,40-40 15,-40 40-15,40-40 0,40 0 0,-40 40 16,1-40-16,-1 0 16,0 0-16,0 0 0,0 0 0,40-40 0,-40 40 15</inkml:trace>
  <inkml:trace contextRef="#ctx0" brushRef="#br0" timeOffset="2859.8949">8587 2045 0,'-120'40'16,"240"-80"-16,-280 80 0,79 0 31,41 0-31,40 0 0,-40 0 16,40 41 0,40-1-1,0-80-15,0 0 16,1 0-16,-1 0 15,40-121 1,-80 1 0,0 40 15,-40 40-31,40 80 31,40 0-15,40 80-1,0-39 1,-80-41-16,81 40 31,-41-80-31,40 40 16</inkml:trace>
  <inkml:trace contextRef="#ctx0" brushRef="#br0" timeOffset="3149.8773">9189 2085 0,'0'-40'32,"0"80"-32,40-80 15,0 40-15,0 0 16,81 80 15,-81 0-15,-80 0-1,-41-39 1,41-41 0,40-41-1,81-39 1,-1-40 0,0 80-1,0-40 1,-40 80-16</inkml:trace>
  <inkml:trace contextRef="#ctx0" brushRef="#br0" timeOffset="3329.8669">10112 1884 0,'0'0'15,"40"0"1,-40 81 0,0-41-1,0 0 1,0 0-16,0 40 15,0-40-15,0 0 0,0 0 16</inkml:trace>
  <inkml:trace contextRef="#ctx0" brushRef="#br0" timeOffset="3509.8575">10272 1523 0,'-40'-40'0,"80"80"0,-80-120 31,40 40-31,-40 40 0,40-40 16,0 0-1</inkml:trace>
  <inkml:trace contextRef="#ctx0" brushRef="#br0" timeOffset="3729.8427">10914 1243 0,'0'0'16,"0"40"0,-40 80-1,40-80-15,0 40 16,0-39-16,0 159 15,40 1 1,41-81 0,-41-80 15</inkml:trace>
  <inkml:trace contextRef="#ctx0" brushRef="#br0" timeOffset="4379.7423">11035 1844 0,'0'40'16,"40"-40"31,40 0-47,-40 0 0,0 0 15,1 0 1,-1 0-16,-40-40 0,40 40 0,-40-40 15,40 40-15,-40-40 0,40 0 16,-40 0 0,0 0-16,40 40 31,-40 80-31,0-40 0,0 0 16,40-40-16,-40 40 15,40 0-15,1 0 0,-1-40 16,0 0-16,0 0 0,0 0 0,0 0 15,0 0-15,0-40 16,1 40-16,-1-40 16,-40 0-16,0 0 0,0 0 15,0 0 1,0 80 15,0 0-15,0 0-16,0 0 0,0 0 0,0 0 15,0 1-15,0-1 0,0 0 0,0 0 16,0 0-16,0 0 16,0 0-16,0 40 0,0-39 0,0-1 0,0 40 15,-81-40-15,81 0 0,-40 0 16,40 40-16,-40-40 0,0 1 0,40-1 0,-40 0 16,0-40-16,0 40 15,0-40-15,-1 0 0,41 40 0,-40-40 0,0 0 16,40-40-1,0 0-15,0 0 16,0 0-16,40 40 0,-40-41 0,0 1 0,40 0 16,1 0-1,-1 40-15,-40-40 0,40 40 0,0-40 0,0 0 16,0 40-16,0-40 16,0 0-16,1 40 0,-1 0 0</inkml:trace>
  <inkml:trace contextRef="#ctx0" brushRef="#br0" timeOffset="5189.7101">5537 3529 0,'-40'0'16,"40"-40"-16,-40 40 31,120 0 16,-39 0-47,-1 0 15,40 0-15,-40 0 16,40 0-16,1 0 0,-1 0 0,40 0 0,1 0 16,-1 0-16,0 0 0,41 0 15,-1 0-15,1-41 0,-1 41 0,1-40 0,-1 0 16,41 0-16,0 0 0,39 0 0,-39 0 0,40 0 15,0-40-15,-1 39 16,1 1-16,0 0 0,0-40 0,-1 40 0,-39 0 16,0 0-16,-1 0 0,1 40 15,0-41-15,-41 1 0,-40 0 0,41 0 0,-41 40 16,-39-40-16,-1 40 16,0 0-16,0-40 0,1 40 0,-41 0 0,0 0 15,0-40-15,-80 40 31,0-40-31,-41 40 0,41 0 16,0 0 0</inkml:trace>
  <inkml:trace contextRef="#ctx0" brushRef="#br0" timeOffset="17058.9693">13884 4291 0,'-40'0'31,"40"-40"-15,0-1 15,80 41-15,-80-40-16,40 40 0,0 0 15,0-40-15,0 40 16,0 0-16,1 0 0,-1 0 16,0 0-1,-40 40-15,40-40 0,-40 40 0,40 1 0,-40-1 16,0 0-16,0 0 0,0 0 16,0 0-16,0 0 0,0 0 0,0 0 0,-40 1 15,40 39-15,-40-40 0,40 0 0,-40 0 0,0 0 16,-1 0-1,41 0-15,-40-40 0,40 40 16,40-40 0,-40-40-16,41-40 15,-41 40 1,40 40-16,0-40 0,0 0 0,-40 0 0,40 0 16,0 0-16,0-1 0,0 1 15,-40 0-15,41 40 0,-41-40 0,40 0 0,-40 0 16,40 40-16,-40-40 0,40 40 0,-40-40 0,40 0 15,0-1 1,-40 1-16,40 40 16,-40-40-16,0 0 15,-40 40 17,0 0-17,40 40-15,-40-40 0,40 40 16,-40-40-16,40 40 15,-40 1-15,0-41 0,40 40 0,-41 0 0,41 0 16,-40-40-16,40 40 16,0 0-16,-40 0 0,40 0 0,0 0 15,0 1-15,0-1 16,0 0-16,40-40 0,0 40 16,41-40-1,-41 0-15,0 0 0,40 0 0,-40 0 16,1 0-16,-1 0 0,0 0 0,0 0 0,0-40 15,0 40-15,0 0 0,0 0 16,1 0-16</inkml:trace>
  <inkml:trace contextRef="#ctx0" brushRef="#br0" timeOffset="17298.9554">15208 4612 0,'-40'0'47,"40"40"-47,0 0 15,0 0 1,0 0-16,0 0 0,0 0 16,0 0-16,0 0 0,-40 0 15,40 1-15,0-1 0,-40 0 0,40 0 0,0 0 16,0 0-16,0 0 0,0 0 0,0 0 15,0 1 1,40-41-16</inkml:trace>
  <inkml:trace contextRef="#ctx0" brushRef="#br0" timeOffset="17878.9389">16051 3970 0,'0'0'0,"-41"0"32,1 0-17,0 0 1,0 40 15,0 80-15,-40 121-1,80-201-15,-40 120 16,40-119-16,0-1 0,40 80 31,0-120-31,40 80 16,-40-80-16,0 0 0,0 0 16,41 0-16</inkml:trace>
  <inkml:trace contextRef="#ctx0" brushRef="#br0" timeOffset="18348.911">16291 4331 0,'40'0'0,"-80"0"0,80-40 16,-40 0-1,41 40 1,-41 40 0,40 80-1,-40 40 17,0-39-17,0-81 1,40-80-1,40-81 17,40 1-17,-39 40 1,-41 80 15,40 40-15,-40 120-1,-40-39 1,0-1 15,0-80-31</inkml:trace>
  <inkml:trace contextRef="#ctx0" brushRef="#br0" timeOffset="18618.8758">17535 4090 0,'0'-40'15,"40"40"1,-40 80-16,0-40 0,40 0 15,-40 1-15,41-1 0,-41 0 16,40 0-16,-40 0 0,0 0 0,0 40 0,0-40 16,0 41-16,0-41 15,-81 0-15,81 40 0,-80-40 0,80 40 0,-40-40 16,0 41-16,-40-41 0,40 0 16,-1 0-16,41 0 0,-40-40 0,0 0 0</inkml:trace>
  <inkml:trace contextRef="#ctx0" brushRef="#br0" timeOffset="19328.8521">18900 4571 0,'-41'0'0,"1"0"16,0 0-16,0 0 15,0 0 1,0 0 0,40-40-1,-40 40 1,80 0 15,0 0 0,0 40-31,0-40 0,40 0 16,-39 0-16,-1 0 0,0 0 16,40 0-16,0 0 0,1 0 0,-1 0 0,0 0 15,0 0-15,1-40 0,-1 40 0,0 0 0,0 0 16,-40 0-16,81 0 15,-41 0-15,0 0 0,1 0 0,-41 0 0,40 0 16,-40 0-16,40 0 0,-40 0 16,1 0-16,-1 0 0,-40 40 0,-40-40 62,-1 0-46,1 0 15,40-40-15,-40 40-16</inkml:trace>
  <inkml:trace contextRef="#ctx0" brushRef="#br0" timeOffset="19918.7998">20304 4210 0,'0'41'109,"40"-41"-109,-40 40 0,80-40 16,-40 40-16,1-40 0,-1 40 15,0-40-15,0 0 0,0 40 0,0-40 16,0 0-16,-40 40 0,40-40 0,1 40 31,-41 0 0,0 0-31,-41-40 16,41 41 0,-40-41-16,0 0 0,40 40 0,-40-40 0,0 40 15,0 0-15,0-40 0,0 40 0,-1 0 16,1-40-16,0 40 0,0 0 15,0-40-15</inkml:trace>
  <inkml:trace contextRef="#ctx0" brushRef="#br0" timeOffset="20908.8134">18258 4210 0,'40'0'16,"0"0"-16,40 0 31,0 0-15,-40 0 0,-40 41-16,0-82 156,41 41-141,-1 0 1,0 0-16,0 0 16,0 0-1,0 0-15,0 0 16,-80 0 15,0 0 0,0 0-31,0 0 32,0 41-32,0-1 15,-1 0 1,1 0-16,0-40 0,40 40 0,-40-40 16,0 40-16,0 0 0,40 0 0,-40-40 15,0 40-15,40 1 0,-41-41 16,41 40-16,-40-40 0,40 40 0,40-40 47,1 0-47,-1 0 15,0-40-15,0 40 0,0 0 16,0 0-16,0 0 16,0 0-16,1 0 0,-1 40 0,0-40 15,0 40-15,0 0 0,0-40 16,0 40-1</inkml:trace>
  <inkml:trace contextRef="#ctx0" brushRef="#br0" timeOffset="21708.7665">21708 4210 0,'0'-40'16,"-40"40"-1,40 40 1,0 1 0,161 119-1,-1 81 1,1-81-1,-1-40 17,-39-120-32</inkml:trace>
  <inkml:trace contextRef="#ctx0" brushRef="#br0" timeOffset="22068.7424">22350 4251 0,'0'0'16,"41"-41"0,-41 1-1,-41 40 16,41 40 1,-40-40-32,40 81 31,-120 79-15,0 1-1,-41 39 1,41-40 15,79-79-31</inkml:trace>
  <inkml:trace contextRef="#ctx0" brushRef="#br0" timeOffset="22518.6618">22752 4812 0,'0'40'109,"0"0"-93,0 0-16,0 0 0,-40 1 0,40-1 15,0 40-15,0-40 0,0 0 16,-41 0-16,41 0 0,0 41 0,0-41 0,-40 0 16,40 0-16,0 0 0</inkml:trace>
  <inkml:trace contextRef="#ctx0" brushRef="#br0" timeOffset="22998.6135">23594 4130 0,'-40'0'0,"0"0"15,0 0-15,0 0 32,0 40-17,0 0-15,40 1 0,-41-41 16,41 40-16,0 0 0,0 0 15,-40 40-15,40-40 0,0 0 0,0 0 0,0 1 16,0-1-16,0 0 16,40 0-16,-40 0 0,41 0 0,-41 0 0,80-40 15,-40 40-15,0-40 0,0 0 16,0 40-16,0-40 0,1 0 0,-1 0 0,0 0 16,0 0-16,0 0 0</inkml:trace>
  <inkml:trace contextRef="#ctx0" brushRef="#br0" timeOffset="23268.6704">24236 4291 0,'-40'0'16,"40"40"-1,-40 40 17,0 80-17,40 41 1,0-81 0,0-40-1</inkml:trace>
  <inkml:trace contextRef="#ctx0" brushRef="#br0" timeOffset="23718.5698">24798 4371 0,'-40'0'31,"0"0"-31,0 0 16,0 40 0,-81 40 15,1 41-15,-1-41-1,41 0 1,120-80 62,0 0-62,1 0-1,-1 0-15,0 0 0,0 0 16,0 40-16,0-40 15,0 0-15,0 0 0,1 40 0,-1-40 0,0 0 16,0 40-16,0-40 16,0 0-16,-40 40 0,40-40 0,0 40 15,1-40 1</inkml:trace>
  <inkml:trace contextRef="#ctx0" brushRef="#br0" timeOffset="24008.6259">25159 4090 0,'40'0'15,"0"40"16,41 81-15,-81 79 0,-81 81 15,-159-41-15,79-119-16</inkml:trace>
  <inkml:trace contextRef="#ctx0" brushRef="#br0" timeOffset="25188.4855">13482 6537 0,'0'-41'16,"0"1"15,41 40-31,-1-40 16,0 40-16,0 0 0,-40-40 0,40 40 15,0 0-15,0 0 16,0-40-16,1 40 0,-1 0 0,0 0 0,0 80 15,0-40 1,0-40-16,-40 81 0,40-41 0,-40 0 16,0 0-16,0 0 15,0 0-15,-40 0 0,40 0 0,0 0 0,-40-40 16,40 41-16,-40-41 16,40 40-16,-40-40 0,40 40 0,-40-40 0,0 0 15,40-40 1,0 0-16,0-1 15,0 1-15,40 0 0,-40 0 0,40 0 16,0 0-16,0 40 16,0-40-16,0 0 0,0 0 0,1-1 0,-1 41 15,0-40-15,0 0 0,0 40 16,0-40-16,0 0 0,0 40 0,1-40 0,-41 0 16,40 40-16,0-40 0,-40 0 15,40 40 1,-40 40 15,-80-40-31,40 40 0,-41-40 16,81 40-16,-40-40 15,0 40-15,0 0 0,0 0 0,40 0 16,-40-40-16,40 40 0,-40 1 16,40-1-16,0 0 0,0 0 0,0 0 0,40 0 15,0 0-15,40 0 16,-40 0-16,0-40 15,0 0-15,1 41 0,-1-41 0,40 0 16,-40 0-16,0-41 16,0 41-16</inkml:trace>
  <inkml:trace contextRef="#ctx0" brushRef="#br0" timeOffset="25548.4639">14967 6737 0,'40'0'31,"0"0"-31,-40-40 16,41 40-16,-1 0 0,0 0 15,0 0-15,-40 40 0,40-40 0,-40 80 16,0-40-16,0 1 16,0-1-16,0 0 0,0 0 0,0 0 0,-40 0 15,40 0-15,-40 0 0,0 0 0,0 0 0,-1 1 16,1-41-1,0 40-15,0-40 0,40-40 16,0-1 0,0-39-16,40 40 15,-40 0-15,40 40 0,0 0 16,-40-40-16,81 40 0,-41 0 16,0 0-16,0 40 0,0-40 0,-40 40 15,40-40-15,-40 40 16,40-40-16,1 0 0,-41 40 0,40-40 15,-40 40-15,40-40 16</inkml:trace>
  <inkml:trace contextRef="#ctx0" brushRef="#br0" timeOffset="25858.4475">15970 6456 0,'-40'-40'15,"80"80"-15,-160-160 16,80 80 0,0 40-1,40 40-15,0 0 16,0 0-16,0 0 0,-40 0 0,40 41 0,0-41 15,0 0-15,0 40 16,0-40-16,0 0 0,0 0 0,40 41 0,-40-41 16,40 0-16,-40 0 15,40 0-15,0 0 0,0-40 16,0 0 0</inkml:trace>
  <inkml:trace contextRef="#ctx0" brushRef="#br0" timeOffset="26278.49">16171 6496 0,'0'-40'31,"0"80"-31,40-80 16,0 40-16,-40 40 15,40 1 1,0 79-1,-40-40 1,0-40 15,41-80-15,-1 0 0,40-120-1,-40 79 1,40 81-1,-80 81 1,0 39 0,0 0 15,0-40-15,0-39-1,0-82-15</inkml:trace>
  <inkml:trace contextRef="#ctx0" brushRef="#br0" timeOffset="26558.4731">17294 6256 0,'0'0'16,"41"0"-1,-1-40-15,40 40 32,0 160-17,-40 41 1,-120 39 0,-80-39 15,39-81-16</inkml:trace>
  <inkml:trace contextRef="#ctx0" brushRef="#br0" timeOffset="27268.4305">19140 6216 0,'-40'0'47,"40"40"-47,-40-40 15,0 40-15,40 0 16,-40 0-16,0 0 0,0 0 0,40 0 0,-41-40 16,1 81-16,0-41 15,0 0-15,0-40 0,0 40 0,0 0 0,0 0 16,-1-40 0,41-40-1,0 0-15,0 0 0,41 40 16,-1 0-1,0 0-15,0 40 16,0 0-16,0-40 16,-40 40-16,40-40 0,0 0 0,1 40 0,-41 0 15,40 1-15,0-41 16,-40 40-16,40-40 0,0 40 0,0 0 16,0-40-16,-40 40 0,40-40 0,1 0 15,-1-40 1</inkml:trace>
  <inkml:trace contextRef="#ctx0" brushRef="#br0" timeOffset="27608.3403">18900 6617 0,'-81'0'15,"162"0"-15,-122 0 31,82 0-15,39 0 0,-40 0-16,0 0 0,0 0 0,40 0 0,-39 0 15,39 0-15,0 0 0,0 0 16,1 0-16,-1 0 0,-40 0 0,40 0 0,-40 0 16,0 0-16,41 0 0,-41 0 0,40 0 0,-40 40 15,40-40-15,-39 40 16,39-40-16,0 0 0,-40 40 0,40-40 0,-39 0 15,-1 0-15,0 0 0,0 0 16,40 0-16,-40 0 0,0-40 0,1 40 0,-1 0 16,0 0-1,-40-40-15,-40 40 16</inkml:trace>
  <inkml:trace contextRef="#ctx0" brushRef="#br0" timeOffset="27978.321">20464 6336 0,'-40'0'31,"80"0"0,1 0-15,39 0-16,-80 40 15,40-40-15,0 40 0,0-40 0,0 40 0,0 0 16,1-40-16,-1 41 16,0-41-16,0 0 0,0 40 0,-40 0 15,40-40-15,0 40 0,-40 0 16,0 0-1,-80-40-15,80 40 0,-40-40 0,0 40 16,0 0-16,0-40 16,-1 41-16,41-1 0,-40-40 0,0 0 15,40 40-15,-40-40 16</inkml:trace>
  <inkml:trace contextRef="#ctx0" brushRef="#br0" timeOffset="28368.3186">21748 6296 0,'-40'0'15,"0"0"1,80 0 15,-40 40-31,40-40 16,-40 40-16,41-40 0,-1 40 0,0-40 0,0 40 15,0 0-15,-40 1 16,40-41-16,0 40 0,1 0 0,-1 0 0,0 0 16,0 0-16,0-40 15,-40 40-15,40-40 0,0 0 0,-40 40 0,40-40 16,1 0-16,-1 0 16,0 0-16,0 0 0,0 0 0</inkml:trace>
  <inkml:trace contextRef="#ctx0" brushRef="#br0" timeOffset="28628.3494">22471 6336 0,'-40'-80'16,"80"160"-16,-80-200 15,0 120-15,40 40 16,-41-40-1,41 40-15,-40 0 0,40 0 16,-40 0-16,40 0 0,-40 0 0,40 1 0,-40-1 16,40 0-16,-40 0 15,40 0-15,0 0 0,-40 0 0,40 0 0,0 0 16,-40 1-16,40-1 0,0 0 16,0 0-16,-41-40 0,41 40 0,0 0 15</inkml:trace>
  <inkml:trace contextRef="#ctx0" brushRef="#br0" timeOffset="29088.2596">22872 6857 0,'0'-80'32,"40"80"-1,0 0-15,0 80-16,1-39 0,-41-1 15,0 0-15,0 0 0,0 0 0,-81 0 16,41 0-1,0-40-15,0 40 0,0-40 16,0 0 0,40-40-1,0 0 1,0 0-16,40 40 16,-40-40-16,40 40 0,0 0 15,0 0-15,0 0 16,-40 40-16,40-40 0,1 40 0,-1 0 15,0-40-15,-40 40 0,40-40 16,0 0-16,-40 40 0,40-40 0,0 0 16,0 0-1,1 0-15,-1 0 0,0-40 0</inkml:trace>
  <inkml:trace contextRef="#ctx0" brushRef="#br0" timeOffset="29538.2384">24116 6216 0,'0'-40'16,"-40"40"-16,0 0 15,0 0-15,-1 0 16,1 0-1,40 40-15,-40 0 0,40 0 16,-40 0 0,40 0-16,0 0 0,0 0 0,0 0 0,0 1 15,0-1-15,40 40 16,-40-40-16,40 0 0,-40 0 0,40-40 16,-40 40-16,41-40 0,-41 40 0,40-40 0,0 0 31,0 41-31,0-41 0,0 0 0,0-41 15,0 41-15</inkml:trace>
  <inkml:trace contextRef="#ctx0" brushRef="#br0" timeOffset="29768.2803">24517 6296 0,'-40'0'31,"80"0"-31,-80 40 16,40 0-16,0 40 16,40-40-1,-40 121 1,0-81 0,40-40-1</inkml:trace>
  <inkml:trace contextRef="#ctx0" brushRef="#br0" timeOffset="30238.1964">25079 6216 0,'0'0'15,"40"0"-15,-80 0 32,0 0-17,40 40-15,-40-40 16,40 40-16,-40-40 0,-1 0 16,41 40-16,-40-40 0,40 40 0,-40-40 15,0 40 1,0 0-16,0 0 15,0-40 1,40 41-16,-40-41 0,80 0 63,0 0-48,0 0-15,0 0 16,0 0-1,-40 40-15,40-40 0,-40 40 0,40-40 16,1 40-16,-1 0 16,0 0-16,0 0 15,0-40 1,0 0-16,0 0 0,0 0 16,1 0-16</inkml:trace>
  <inkml:trace contextRef="#ctx0" brushRef="#br0" timeOffset="30528.2359">25641 5975 0,'0'40'16,"0"0"-1,0 0-15,0 1 16,40 39 0,0 120-1,-40 81 1,0-201 0,-201 121-1,81-121 1</inkml:trace>
  <inkml:trace contextRef="#ctx0" brushRef="#br0" timeOffset="34047.9504">3812 8943 0,'-40'0'63,"0"0"-48,0 0 1,0 0-1,40 40-15,-41 40 16,41-40-16,-40 0 0,40 1 16,-40-1-16,0 0 0,40 0 0,0 0 0,-40 0 15,40 0 1,-40 0-16,40 0 0,0 0 0,0 1 0,0-1 16,0 0-16,80 0 0,-40 0 15,0-40-15,0 0 16,1 0-16,-1 0 0,0 0 0,0 0 0,0-40 15,0 40-15,-40-40 16,40 40-16,0-40 0,1 0 0,-41-1 0,40 1 16,-40 0-16,40 0 0,-40 0 15,0 0-15,0 0 0,0 0 0,0 0 16,-80 0-16,39-1 0,41 1 0,-40 0 31,0 0-31,40 80 63,0 0-63,0 0 0,40 1 15,-40-1-15,40 0 0,-40 0 16,41 0-16,-1 0 0,-40 0 0,40 0 0,0 0 16,-40 0-16,40 1 0,0-1 0,-40 0 0,40-40 15,0 40-15,1 0 16,-1 0-16,0-40 0,0 0 0,0 0 15,0 0-15,0 0 0,0 0 16,1 0-16</inkml:trace>
  <inkml:trace contextRef="#ctx0" brushRef="#br0" timeOffset="34627.9198">4895 9063 0,'0'-40'16,"0"80"-16,41-80 0,-1 40 15,0 0-15,0 0 16,0 40 0,-40 0-16,120 121 15,-120-121-15,0 80 16,0-80-16,-40 81 31,0-81-31,0-40 16,40-40-1,40-1 1,40-119 15,-80 120-31,41 40 0,39-120 16,-40 80-16,0-1 15,-40 1-15,80-40 16,-80 40 0,40 40-16,-80 0 31,0 40-15,0-40-1,40 40 1,-40 0-16,0 121 15,40-81-15,-40 0 16,40-40-16,0 81 31,40-81-31,0 0 16,0-40-16,0 0 0,0 0 0</inkml:trace>
  <inkml:trace contextRef="#ctx0" brushRef="#br0" timeOffset="34937.9742">6059 9625 0,'-40'-40'0,"80"80"0,-120-80 31,80-1-31,0 82 31,0 39-15,0-40-16,0 0 0,0 0 0,0 0 16,0 0-16,0 0 15,0 1-15,0-1 0,0 0 0,0 0 0,-40 0 16,40 0-16,0 0 15,0 0-15</inkml:trace>
  <inkml:trace contextRef="#ctx0" brushRef="#br0" timeOffset="35267.8998">6781 9063 0,'-80'0'15,"160"0"-15,-280 0 31,160 0-31,-1 40 0,-39 41 16,80-41-16,-40 40 16,40 0-16,0 80 15,80 41 1,81-121 0,-41-40-1</inkml:trace>
  <inkml:trace contextRef="#ctx0" brushRef="#br0" timeOffset="35667.8557">6942 9264 0,'0'0'16,"40"40"15,-40 0-16,40-40-15,-40 40 0,40 0 16,-40 0-16,0 0 16,40-40-16,-40 40 0,0 1 0,0-1 15,0 0 1,0-80 0,0 0-1,40 40-15,-40-81 16,41 41-16,-41 0 0,40 0 0,-40 0 15,40 40-15,-40-40 0,40 40 16,0 0-16,0 0 16,-40 40-1,0 40 1,0-40-16,0 0 0,0 0 16,0 1-16,0-1 15,0 0-15,0 0 0,0 0 16</inkml:trace>
  <inkml:trace contextRef="#ctx0" brushRef="#br0" timeOffset="35917.8384">8106 9023 0,'-41'0'16,"41"80"15,0-40-31,0 1 0,0-1 0,0 0 16,41 0-16,-41 0 0,0 40 0,0-40 0,0 0 16,0 41-16,0-41 15,0 0-15,-41 40 0,41-40 0,-40 0 0,40 0 16,-40 0-16,0 41 0,0-81 15,0 40-15,0 0 0</inkml:trace>
  <inkml:trace contextRef="#ctx0" brushRef="#br0" timeOffset="36347.8125">9349 9504 0,'-40'0'16,"80"0"-16,-160 0 16,160 0 15,0 0-31,0 0 0,1 0 0,39 0 15,-40 0-15,0 40 16,0-40-16,40 0 0,-39 0 0,-1 0 0,40 0 16,-40 0-16,0 0 0,0 0 15,0 0-15,1 0 0,-1 0 0</inkml:trace>
  <inkml:trace contextRef="#ctx0" brushRef="#br0" timeOffset="36637.8288">9630 9264 0,'0'0'16,"-40"-40"-1,40 80 32,-40 0-47,40 0 0,0 0 0,0 0 16,0 0-16,0 0 15,0 0-15,0 1 0,0 39 0,0-40 0,0 0 16,0 40-16,0-40 0,0 0 0,0 1 0,0-1 16,0 0-16,0 0 0,0 0 15,0 0-15</inkml:trace>
  <inkml:trace contextRef="#ctx0" brushRef="#br0" timeOffset="37177.836">10794 8943 0,'0'0'0,"-40"0"0,0 0 16,0 40-16,-1 0 0,41 0 16,0 0-16,-40 0 15,40 1-15,0 39 0,0-40 0,0 0 0,0 0 16,0 40-16,0-40 0,0 0 15,0 1-15,0 39 0,0-40 0,0 0 0,0 0 16,40 0-16,-40 0 16,0 0-16,41-40 31,-41-40-31,40 0 0,0 0 16,0 0-16,0 0 0,-40 0 0,40 0 15,0 0-15,1-1 16,-1 41-16,-40-40 0,40 40 0,0 0 15,0 0-15,0 0 16,-40 40-16,40 1 0,-40 39 16,0-40-1,0 0-15,0 0 0,0 0 16,-40 0-16,0 0 0,-40 1 16,40-41-16,0 40 0,-1-40 15,1 40-15,0-40 0,0 0 0,0 0 0,0 0 16,0 0-16,-1 0 15,41-40-15,0 0 16</inkml:trace>
  <inkml:trace contextRef="#ctx0" brushRef="#br0" timeOffset="37987.7148">11597 9344 0,'-81'40'15,"162"-80"-15,-202 80 16,161-40 15,0 0-31,41 0 0,-41 80 16,0-80-1,-40 40-15,0 0 0,40 1 0,-40-1 0,0 0 16,0 0-16,0 0 0,-80 0 16,80 0-16,-40-40 0,40 40 0,-81 0 0,41 1 15,0-41 1,40-41 0,0 1-16,80 0 0,-80 0 15,41 0-15,-1 0 0,0 0 16,0 0-16,40 0 0,-40-41 0,0 41 0,1 0 15,-41 0-15,40 0 16,0 40-16,0-40 0,-40 0 0,40 40 0,-80 0 47,0 0-47,0 0 16,40 40-16,-40 40 15,-1-40-15,41 0 0,0 0 16,0 0-16,0 1 0,0-1 15,0 0-15,0 0 0,41 0 0,39 0 16,-40 0-16,0-40 16,-40 40-16,40-40 0,0 40 0,0-40 0,1 0 15,-1 0-15,0 0 16,0 0-16,0 0 0,0-40 0</inkml:trace>
  <inkml:trace contextRef="#ctx0" brushRef="#br0" timeOffset="38287.7178">12439 9745 0,'0'0'0,"0"-40"16,40 40-1,41 0 1,-41 0-16,0 0 0,0 40 0,0 0 31,-120 80-15,0-79-1,80-1-15,-81 0 16,41-40-16,40-40 16,40 40-16,0-40 15,41 40 1,-41 0-16,0 0 0,0 0 0,0 0 16,0-41-16,0 41 0,1 0 0,-1 0 15,0 0-15,0 0 16,0 0-16,0 0 15</inkml:trace>
  <inkml:trace contextRef="#ctx0" brushRef="#br0" timeOffset="38577.7528">13482 9143 0,'0'0'0,"-40"0"15,-40 0 1,40 0-16,-40 161 16,40-161-16,40 40 0,-41 120 31,41-120-31,81 121 15,-41-121-15,-40 0 0,160 40 16,-39-80 15</inkml:trace>
  <inkml:trace contextRef="#ctx0" brushRef="#br0" timeOffset="38957.7269">13924 9344 0,'40'0'16,"-80"0"-16,120 0 16,-80 40 15,40 80-15,-40 1-1,-40-121-15,0 80 16,40-120 15,0 0-31,40 0 0,-40-1 16,40 1-16,40 0 15,-80 0-15,41 40 0,-1-40 0,0 40 16,0 0-16,0 0 16,-40 40-1,40-40-15,-40 40 0,0 0 16,0 0-16,0 1 0,40-41 15,-40 40-15,0 0 0,0 0 0,0 0 16,0 0 0,0 0-16</inkml:trace>
  <inkml:trace contextRef="#ctx0" brushRef="#br0" timeOffset="39207.6466">14726 9063 0,'0'0'16,"41"80"0,-41-39-16,40 79 15,-40-80-15,0 0 0,0 120 31,-40-119-31,-1 119 16,1-80-16,0-40 16,-40 41-16</inkml:trace>
  <inkml:trace contextRef="#ctx0" brushRef="#br0" timeOffset="39667.6328">16291 9143 0,'-40'0'15,"0"0"1,-80 81 0,-121 39 15,121 0-15,120-80-1,40-40 32,-40 40-31,40-40-16,0 81 15,0-41-15,-40 0 0,40 0 0,0-40 16,-40 40-16,40 0 0,1-40 0,-41 40 0,40 0 16,-40 1-16,40-41 15,-40 40-15,40 0 0,0 0 16,0-40-1</inkml:trace>
  <inkml:trace contextRef="#ctx0" brushRef="#br0" timeOffset="40177.6">16171 9705 0,'-40'0'16,"80"0"-16,-120 0 0,40 0 16,40-40-16,40 40 15,0 0 1,40 0-16,81 0 31,-81 0-31,-40 0 0,161 0 16,-121 0-16,40 0 15,-40 0-15,201 0 16,80 0 0,-200 0-1,-81 0-15,41 0 16,-81 0-16,160 0 16,1 0-1,-161 0 1,0-40-16,121 0 15,-121 40-15,0-41 0,161 41 16,-121-40-16,121 40 31,-121 0-31,-40 0 0,40 0 16,-40 0-16,-40-40 31,40 0-15,1 40-1,-1-40-15</inkml:trace>
  <inkml:trace contextRef="#ctx0" brushRef="#br0" timeOffset="40537.5605">19461 9103 0,'-40'0'0,"0"-40"16,0 40-16,0-40 16,80 40 30,-40 40-46,40-40 0,0 0 0,0 40 0,0-40 16,1 40-16,-1 1 16,0-41-16,0 40 0,0-40 0,-40 40 0,40-40 15,-40 40-15,40-40 0,-40 40 16,40-40-16,-40 40 0,0 0 16,0 0-16,-80-40 0,40 40 0,0 0 0,0-40 15,-40 41-15,-1-1 16,1-40-16,0 40 0,-41-40 0,41 40 0,-40-40 15</inkml:trace>
  <inkml:trace contextRef="#ctx0" brushRef="#br0" timeOffset="43707.3716">20946 8983 0,'-40'0'0,"0"0"16,40 40-1,-40-40-15,40 40 0,-41-40 0,1 40 0,0-40 16,0 40-16,0-40 0,0 41 0,0-41 0,0 40 16,40 0-16,-41-40 15,1 40-15,40 0 0,-40 0 0,40 0 0,0 40 16,0-40-16,0 41 0,0-41 15,0 0-15,0 40 0,40-40 0,-40 0 0,40 0 16,-40 1-16,81-41 16,-41 40-16,0-40 0,0 0 0,0 0 15,0-40-15,0-41 0,1 41 16,-41 0-16,0 0 16,0 0-16,0 0 0,0-40 0,0 39 0,0 1 15,-81 0-15,81 0 16,0-40-16,0 40 0,0 0 0,0 0 15,0 0-15,0 80 32,0 40-17,40-80-15,-40 40 0,0 0 0,0 0 16,41-40-16,-41 40 0,40 0 16,-40 0-16,40 1 15,-40-1-15,40 0 0,0 0 16,0-40-16,0 40 15,0 0-15,1-40 0,-1 40 0,40-40 0,-40 0 16,0 0-16,40 0 0,-39 0 16,39 0-16,-40 0 0,0 0 0,0 0 0,0 0 15</inkml:trace>
  <inkml:trace contextRef="#ctx0" brushRef="#br0" timeOffset="45277.3057">22350 8662 0,'-40'0'31,"0"0"-15,40-40 15,0 0-15,40 80 15,-40 0-15,40 0-1,1 0-15,-41 0 0,40 1 0,-40-1 0,40 0 16,0 40-16,0-40 0,-40 0 16,40 0-16,0 0 0,0 1 0,1 39 0,-1-40 15,-40 0-15,40 0 0,0 0 0,-40 0 0,40-40 16,-40 40-16,0 0 16,40-40-16,-40 41 0,0-1 0,40-40 15,-40 40-15,40-40 16</inkml:trace>
  <inkml:trace contextRef="#ctx0" brushRef="#br0" timeOffset="45617.3301">23153 8903 0,'0'-40'16,"0"80"-16,0-120 0,-40 39 15,40 1-15,-40 40 0,0 0 0,-1 40 32,1 1-17,-120 239 1,-1 81 15,41-80-15,-41-161-1,121-80 1</inkml:trace>
  <inkml:trace contextRef="#ctx0" brushRef="#br0" timeOffset="46297.2352">23354 9665 0,'0'40'62,"0"0"-62,0 0 0,0 0 16,0 0-16,0 0 16,0 1-16,0-1 0,0 0 0,0 0 15,0 0-15,0 0 0,0 0 16,0 0-16,0 0 0,0 0 15</inkml:trace>
  <inkml:trace contextRef="#ctx0" brushRef="#br0" timeOffset="46707.2702">24156 8782 0,'0'0'0,"-40"0"15,0 0 1,-40 0 15,-41 161-15,41 39-16,80 121 31,120-40-15,81-161-1,0-120 17,-161-40-32</inkml:trace>
  <inkml:trace contextRef="#ctx0" brushRef="#br0" timeOffset="46917.2512">24678 9023 0,'0'40'16,"0"0"-16,0 81 31,0 79-15,0 1 0,0-81-1,0-80-15,0 40 16,0-40-16,0 1 0</inkml:trace>
  <inkml:trace contextRef="#ctx0" brushRef="#br0" timeOffset="47347.1714">25360 9143 0,'0'0'16,"-40"-40"0,0 40-1,-1 81 1,1-81-16,-80 40 16,80 0-16,-40 0 0,-1 0 15,41 0-15,-40 40 31,40-80-31,40 40 0,-40-40 16,80 0 15,0 0-31,40-40 16,41 40 0,-41 0-1,40 0 1,81 121-1,-81-1 1,-80-40 15</inkml:trace>
  <inkml:trace contextRef="#ctx0" brushRef="#br0" timeOffset="47627.1356">25922 8863 0,'0'0'16,"0"-40"0,40 40-1,0 120 1,0-40-1,0 0-15,0 161 16,-40-201-16,0 40 0,0-40 16,-120 241-1,-41-120 1,121-81 15</inkml:trace>
  <inkml:trace contextRef="#ctx0" brushRef="#br0" timeOffset="47997.1138">26925 9384 0,'-80'0'0,"80"40"0,-41-40 0,1 0 16,0 0-16,80 0 31,0 0-15,1 40-16,-1-40 15,0 0-15,0 0 0,0 0 0,0 0 0,0 0 16,0 0-16,1 0 16,39 0-16,-40 0 0,0 0 0,0 0 0,0 0 15,0 0-15,1 0 0,-1 0 0,0 0 0,0 0 16,0 0 0,-40-40-16,40 40 0</inkml:trace>
  <inkml:trace contextRef="#ctx0" brushRef="#br0" timeOffset="48247.102">27326 9143 0,'0'0'15,"-40"0"16,40 121-15,0-41-16,0 120 16,0-159-16,0-1 0,-40 120 15,40-120-15,0 0 16,-40 0-16,40 1 16</inkml:trace>
  <inkml:trace contextRef="#ctx0" brushRef="#br0" timeOffset="49227.1129">28530 8782 0,'0'0'0,"-40"0"0,-41 0 16,41 0 15,80 0 16,-40 41-31,0-1-16,41 0 15,-41 0-15,0 0 0,0 0 0,0 40 0,0 1 0,0-41 16,0 40-16,0-40 16,0 40-16,0-40 0,0 0 0,0 0 0,0 41 15,0-41-15,0 0 0,0 0 0,0 0 16,0 0 0,0-80 15,0 0-31,40 40 0,-40-40 0,40 0 15,0 0-15,0 0 16,-40-1-16,40 1 0,0 0 16,0 0-16,1 40 15,-1 0-15,0 0 16,0 40-16,0 0 0,-40 0 16,0 1-16,0-1 15,0 0-15,0 0 0,0 0 0,-40 0 16,40 0-16,-40-40 15,40 40-15,-40-40 0,0 40 0,-1-40 0,1 41 16,0-41-16,0 0 0,-40 0 16,40 0-16,0 0 0,-1 0 0,1 0 15,0-41-15,0 1 0,40 0 16</inkml:trace>
  <inkml:trace contextRef="#ctx0" brushRef="#br0" timeOffset="50746.9516">29132 8702 0,'0'0'0,"0"-40"31,-40 40-15,40 40 15,0 0-15,40 0-16,-40 1 0,40-1 15,-40 0-15,40 40 0,0-40 0,-40 40 0,40 1 16,0-41-16,1 0 16,-1 40-16,0-40 0,0 0 0,0 0 0,0 0 15,0 0-15,0 1 0,1-41 0,-1 0 0,0 40 0,0-40 32</inkml:trace>
  <inkml:trace contextRef="#ctx0" brushRef="#br0" timeOffset="50996.9335">29854 8983 0,'0'0'0,"-40"-40"0,40 0 16,0 0-1,-40 40-15,40 40 31,-40-40-31,40 40 0,0 0 0,-40 0 16,40 0-16,-41 0 0,41 0 16,-40 41-16,0-41 0,40 0 0,-40 0 0,40 40 15,-40-40-15,0 0 0,40 0 0,-40 1 0,40-1 16,-40 0-16,40 0 16,0 0-16,-41-40 0,41 40 0</inkml:trace>
  <inkml:trace contextRef="#ctx0" brushRef="#br0" timeOffset="51376.9122">30055 9585 0,'40'0'15,"-40"-41"-15,40 41 0,40 0 31,0 41-15,-39 39 0,-82 40-1,1-80-15,-40 0 32,40-40-17,40-40 1,160 40 15,1-40-15,-121 40-1,0 0-15,40 80 16</inkml:trace>
  <inkml:trace contextRef="#ctx0" brushRef="#br0" timeOffset="51776.9599">31058 8903 0,'-40'-40'16,"80"80"-16,-161-120 16,81 80-16,0 0 15,-40 80 16,0 160-15,40 81 0,80-120-1,40-201-15,40 80 32,-80-80-32,41 0 15,-1-40-15</inkml:trace>
  <inkml:trace contextRef="#ctx0" brushRef="#br0" timeOffset="52006.8912">31339 9143 0,'0'41'46,"0"-1"-46,0 0 16,0 0-16,0 0 16,0 0-16,40 0 0,-40 0 0,0 0 0,0 0 15,0 1-15,40-1 0,-40 0 16,0 0-16,0 0 16</inkml:trace>
  <inkml:trace contextRef="#ctx0" brushRef="#br0" timeOffset="52426.8522">32141 9184 0,'-40'0'0,"80"0"0,-160 0 31,80 0-31,0 0 0,-1 0 16,-79 80 0,0 0-1,39 0 1,41-80 0,0 40-1,40-80 16,40 40-15,0 0-16,1 0 16,-1 40-16,-40 0 15,40-40 1,0 40-16,0-40 0,0 0 16,0 41-16,0-41 15,1 40-15,-1-40 0,0 40 0,0-40 16,0 0-1,0 0-15,0 0 16</inkml:trace>
  <inkml:trace contextRef="#ctx0" brushRef="#br0" timeOffset="52696.8349">32382 8782 0,'0'0'0,"40"0"15,0 81 1,40 199 15,-80-159-31,-120 240 31,-121 0-15,121-201-16</inkml:trace>
  <inkml:trace contextRef="#ctx0" brushRef="#br0" timeOffset="97882.6278">2729 11670 0,'0'-40'16,"0"0"-1,0 0 1,0 0-16,40 40 0,-40-40 15,40 40-15,-40-41 0,40 41 16,0 0-16,0-40 0,0 40 16,0 0-16,1 40 15,-41 1 1,40-1-16,-40 0 0,0 0 0,0 0 0,0 0 16,0 0-16,0 0 0,0 0 15,0 0-15,-40 1 0,40-1 0,0 0 0,-41 0 16,41 0-16,0 0 15,0 0-15,41-40 47,-41-40-47,40 40 16,0 0-16,0 0 16,0 0-16,0 0 0,0 0 15,0 40-15,-40 0 16,41 0-16,-41 1 15,-41-1-15,41 0 0,-80 0 0,40-40 16,0 40-16,0 0 16,0-40-16,0 40 0,-1 0 0,1-40 15,0 40-15,0-40 0,0 40 16,0-40-16,0 0 0,40-40 16,0 0-16,0 0 15,0 0-15,0 0 0</inkml:trace>
  <inkml:trace contextRef="#ctx0" brushRef="#br0" timeOffset="98864.6926">3210 11028 0,'0'0'16,"-40"0"-16,-80 40 31,39-40-31,-79 0 31,39 0-15,41 0-16,40 0 15,-80 41 1,39 39 0,-39 0-1,0 121 17,80-121-32,-1 40 15,1 81 1,40-1-1,0-39 17,40-81-32,1 40 31,-1-40-31,40 0 16,-40-39-16,40 39 15,1-40 1,79 40-1,41-40 1,-121-40 0,80 0-1,41-120 1,0 40 0,-1-1-1,-159 41 1,79-40-1,40-40 17,-119 40-32,-1 40 15,40-41 1,-40 1 0,0 0-1,-40-81 1,40 41-16,-40-40 31,-40 120-31,-40-121 31,-81 41-15,-39 0 0,120 39-1,-41 41 1,81 0-1,-40 40 1,40 0 0,-1 40-16,1 121 31,0-81-31</inkml:trace>
  <inkml:trace contextRef="#ctx0" brushRef="#br0" timeOffset="115399.0145">5176 11189 0,'0'40'47,"-40"-40"-32,80 0 32,41 0-31,-41 0-16,0 0 15,0 0-15,0 0 0,40 0 0,-40-40 0,1 40 16,39-40-16,-40 40 0,0 0 16,40 0-16,-40-40 0,1 40 0,-1 0 0,0 0 15,0 0-15,0 0 0,0 0 0,0 0 16</inkml:trace>
  <inkml:trace contextRef="#ctx0" brushRef="#br0" timeOffset="115709.0711">5698 11269 0,'-40'0'15,"0"0"-15,0 0 32,40 40-17,0 0 1,0 0-16,0 0 0,0 1 16,0-1-16,0 0 0,0 40 0,0-40 0,0 0 15,0 40-15,0-40 0,0 1 0,0 39 0,0-40 16,0 0-16,0 0 0,0 0 15,40 0-15,-40 0 16,0 1-16,0-1 16</inkml:trace>
  <inkml:trace contextRef="#ctx0" brushRef="#br0" timeOffset="115969.0029">6099 11790 0,'0'0'32,"0"40"-32,0 41 15,0-1 16,40 40-15,-40-80 0</inkml:trace>
  <inkml:trace contextRef="#ctx0" brushRef="#br0" timeOffset="116218.9659">6220 11510 0,'0'-40'31,"0"80"-31,-41-80 0,82 40 32,-1 0-1</inkml:trace>
  <inkml:trace contextRef="#ctx0" brushRef="#br0" timeOffset="116728.9527">6621 11750 0,'0'0'15,"-40"40"1,80 0 0,-40 1-16,40-41 0,-40 40 15,40 80 16,-40-80-31,40-40 32,0-80-17,0 80 1,81-120 0,-41 120-1,-40 120 1,-40 40 15,0-120-31,-40 1 16,40-82-1,40 1 1,0 0 0,0-40-16,1 80 0,-41-40 0,40 40 15,0 0-15,-40-40 0,40 40 0,0 0 31,-40 40-31,40 0 0,-40 0 16,0 0 0,0 0-16,0 0 0,0 1 15,-40-1 1</inkml:trace>
  <inkml:trace contextRef="#ctx0" brushRef="#br0" timeOffset="117108.9849">8065 12071 0,'0'40'0,"0"-80"0,0 40 15,41 0-15,-1-40 31,0 40-31,40-80 16,-80 40-16,0 0 16,0-1-16,-40 1 31,-121 121-15,81 79-1,40-120-15,40 121 16,0-121-16,40 0 15,0 0 1,121 40 0,39-80-1,-119-40-15</inkml:trace>
  <inkml:trace contextRef="#ctx0" brushRef="#br0" timeOffset="117488.9636">9390 11590 0,'0'0'16,"-41"-40"-1,122 40 1,79 40-1,-80-40-15,41 120 16,-81-80-16,-40 0 0,40 41 31,-80 79-15,-121-40 0,121-120-1,40-80-15,0 40 16,40-40-1,121-121 1,-41 121 0,-39 40-1,-41 40 1,0 0-16,0 0 0</inkml:trace>
  <inkml:trace contextRef="#ctx0" brushRef="#br0" timeOffset="117828.8869">10192 11710 0,'40'0'15,"-80"0"-15,120 0 16,-40 0 0,81 0-1,-41 0-15,161-40 32,-201 40-32,40-40 0,1 40 15,-41-40-15,-40 0 16,-40 0-1,-1 40-15,-39 0 32,40 0-32,0 0 0,0 40 15,0 0-15,-41 40 16,41-40-16,40 0 16,0 0-1,80 81 1,81-41-1,80-40 1,0 0 0</inkml:trace>
  <inkml:trace contextRef="#ctx0" brushRef="#br0" timeOffset="118148.9227">11597 11550 0,'-41'40'16,"41"0"0,0 0-16,81 40 31,-1 41-15,-40-41-1,-40-120 16,40 40-15,0-40-16,0-1 16,41-119-1,-41 120 1,0 0 0,0 40-1,0 0-15</inkml:trace>
  <inkml:trace contextRef="#ctx0" brushRef="#br0" timeOffset="118428.8508">12439 11750 0,'0'0'0,"0"40"15,40-40 1,41 0 0,-1-40-1,161-40 1,-121 0-1,-200 40 1,-41 0 15,-39 120-15,80 80 0,80-120-16,40 41 15,120-41 16,-160 0-31,121-40 16,-81 0-16,0 0 0</inkml:trace>
  <inkml:trace contextRef="#ctx0" brushRef="#br0" timeOffset="118768.8859">13282 11670 0,'40'0'31,"0"0"-15,121 40 0,-121 0-16,120 40 15,-120-80-15,0 41 32,-40-1-32,0 0 15,-40-40-15,0 0 0,0 0 16,-40-40-1,80-81 17,80 1-17,40 80 1,1 0 15,-41 0-31</inkml:trace>
  <inkml:trace contextRef="#ctx0" brushRef="#br0" timeOffset="119058.8004">14606 11389 0,'-40'0'47,"0"0"-47,40 40 0,-40-40 0,40 41 16,-41-41-16,41 40 0,0 0 15,0 0-15,0 0 0,-40-40 0,40 40 0,0 0 16,81 0 0,-81 0-16,40 0 0,0 1 15,-40-1-15,40-40 16,-40 40-16,0 0 0,40-40 0,-40 40 16,0 0-1,-80 0-15,40-40 0,0 0 16,-1 0-16,1 40 0,-40-40 0,40 0 0,0 0 15,0 0-15,-41 0 0,41 0 16,0 0-16</inkml:trace>
  <inkml:trace contextRef="#ctx0" brushRef="#br0" timeOffset="120048.8112">15609 11670 0,'-40'0'0,"0"0"15,0 0 1,-81-40 0,-39 160-1,80 1 17,80-81-17,120-40 1,41-81-1,-81-39 17,-40 80-17,0 80 1,-40 0-16,80 81 31,-40-81-31,1 0 0,39 0 16,80-40-1,-39-40 1,-121-81 15,0-119-15,0-41 0,-40 40-1,40 121 16,-41 200-15,41 161 0,41 40 15,-1-41-15,0-79-1,120-41 1,-120-120-16</inkml:trace>
  <inkml:trace contextRef="#ctx0" brushRef="#br0" timeOffset="120918.6859">17936 11710 0,'0'40'62,"0"0"-46,0 41 0,0-41-16,0 0 0,0 0 0,41 0 15,-41 0-15,0 0 0,40 0 0,-40 0 0,40 1 16,-40-1-16,0 0 15,0 0-15,0 0 0,0 0 0,0 0 16,-40-80 15,40-40-15,0 40 0,-40 0-16,40 0 0,0-41 0,0 41 0,0 0 15,0-40-15,0 0 0,0 40 16,0-41-16,0 1 0,0 40 0,40-40 0,-40 40 15,40 0-15,-40 0 16,40-1-16,0 1 0,0 40 16,0 0-16,1 0 15,-1 81-15,0-41 0,0 40 0,-40-40 16,0 0-16,0 0 16,0 40-16,0-40 0,0 1 0,0-1 0,-40 0 15,0 0-15,0 0 0,-1-40 0,1 0 16,0 40-16,0-40 0,0 0 15,0 0-15,0 0 0,-1-40 0,1 40 0</inkml:trace>
  <inkml:trace contextRef="#ctx0" brushRef="#br0" timeOffset="123958.5033">18900 11790 0,'0'0'0,"40"-40"16,-40 0 0,40 40-16,-40-40 0,0 0 31,40 40-31,0 0 16,0 0-16,0 0 0,-40 40 15,40-40-15,1 40 0,-1 0 16,-40 0-16,40 0 0,-40 1 0,40-1 15,-40 0 1,0 0-16,0 0 0,-40-40 16,40 40-16,-40-40 15,40-40 17,0 0-32,0 0 15,40 0-15,-40 0 0,40 40 0,-40-41 0,40 1 16,-40 0-16,40 0 0,0 40 15,-40-40-15,40 40 0,1-40 0,-1 40 16,0-40 0,0 40-16,0 0 0,0 0 0,0 0 15</inkml:trace>
  <inkml:trace contextRef="#ctx0" brushRef="#br0" timeOffset="124228.5036">20063 11710 0,'40'0'0,"-80"0"0,120 0 0,-39 0 31,-41 40-31,0 0 16,-41 41-1,-79-1 17,80-80-32,-40 40 15,40-40-15,40-40 16,0-40-1,120-1 17,0 1-17,1 0 1</inkml:trace>
  <inkml:trace contextRef="#ctx0" brushRef="#br0" timeOffset="124668.5331">20705 11590 0,'0'40'16,"0"-80"-16,0 120 31,0-40-31,0 0 0,0 40 16,0 121 0,0-161-16,40 80 15,-40-39 16,0-41-15,0-80 0,-80-81 15,80-79-15,0-41-1,0 201-15,80-80 16,1 120-16,-81-40 0,120 0 31,0 40-15,-80 120-1,-80 40 17,40-120-32,-160 41 15,120-41-15,0 0 0,-1-40 16</inkml:trace>
  <inkml:trace contextRef="#ctx0" brushRef="#br0" timeOffset="125088.5079">21789 11670 0,'-81'0'15,"162"0"-15,-322 0 16,201 0-16,-41 0 31,1 80-31,80-40 16,80 0 0,121 1-1,-40-82 16,-121-79-15,-80 0 0,-1 40 15,41 120-15,41 120-1,79 41 1,0-121 15,-39-40-15</inkml:trace>
  <inkml:trace contextRef="#ctx0" brushRef="#br0" timeOffset="125388.4919">22230 11590 0,'40'0'0,"-40"40"15,40-40 17,41 120-17,-41 1 1,-40-41 0,0-40-1,0-80 1,0 0-1,0-81 1,80 1 15,40 0-15,-39 80 0,-41 40-1,-40-40-15</inkml:trace>
  <inkml:trace contextRef="#ctx0" brushRef="#br0" timeOffset="125618.4739">23153 11269 0,'0'0'0,"0"-40"16,0 80 31,0 0-47,0 0 0,0 0 15,0 0-15,0 41 0,0-41 16,-40 0-16,40 0 0,0 0 0,0 40 0,0-40 16,0 0-16,0 1 15,0-1-15,0 0 0,0 0 0,0 0 0,0 0 16,0 0 0,40-40-16</inkml:trace>
  <inkml:trace contextRef="#ctx0" brushRef="#br0" timeOffset="126138.3894">23394 11710 0,'-40'0'16,"80"0"-16,-121 0 0,122 0 16,39 0-1,0 0 1,121 40-1,-81-40 1,-80 0 15,0 0 1,-40 40-32,40-40 0,-40 40 15,0 1-15,41-41 0,-41 40 0,40 0 16,0-40-1,0 0-15,0 0 16,0 0-16,0-40 16,0 40-16,1 0 0,-1-40 15,0-1-15,-40 1 16,0 0-16,0 0 0,0 0 16,0 80 15,0 0-16,0 40-15,0-39 16,0-1-16,-40 0 0,40 0 0,0 0 16,0 40-16,0-40 15,0 0-15,0 41 0,0-41 0,-40 0 0,40 40 16,0-40-16,-41 0 0,1 0 16,0 0-16,0-40 0,-40 41 0,40-41 0,0 40 15,-41-40-15,1 0 0,40 0 0,-40 0 0</inkml:trace>
  <inkml:trace contextRef="#ctx0" brushRef="#br0" timeOffset="128598.2262">5858 13074 0,'0'40'0,"0"-80"0,0 120 32,0-120-17,0 0 1,41 40 46,-41-40-62,40 40 16,0 0-16,0 0 0,0 0 0,0 0 0,0 0 16,0 0-16,1-40 0,39 40 0,-40 0 0,40 0 15,0 0-15,1-41 0,-41 41 16,40 0-16,0 0 0,1-40 0,-1 40 0,0 0 15,40 0-15,-39-40 16,-1 40-16,40 0 0,-39-40 0,39 40 0,-40 0 16,41-40-16,-41 40 0,40-40 15,-39 40-15,39 0 0,0-40 0,-39 40 0,39 0 16,-40 0-16,0 0 16,41 0-16,-41 0 0,0 0 0,1 0 0,-41 40 15,40-40-15,-40 0 0,40 40 0,-40-40 0,1 0 16,39 0-16,-40 0 0,0 0 15,40 0-15,1 40 0,-41-40 0,40 0 0,0 0 16,-40 40-16,41-40 16,-1 0-16,0 0 0,40 0 0,-39 0 0,-1 0 15,40 0-15,-39 0 0,39 0 16,0 0-16,-39 0 0,39 0 0,-40 0 0,1 0 16,39 0-16,-40 0 0,0 0 0,1 0 0,-41 0 15,40 0-15,0 0 16,-40 0-16,41 0 0,-41 0 0,40 0 0,-40 0 15,40 0-15,-39 0 0,39 0 16,0 0-16,-40 0 0,40 0 0,1 0 0,-1 0 16,0 0-16,41 0 15,-41 0-15,0 0 0,0 0 0,1-40 0,-1 40 16,-40 0-16,40-40 0,0 40 16,1 0-16,-1 0 0,-40 0 0,40 0 0,1-40 15,-1 40-15,0 0 0,0 0 0,1 0 0,-1 0 16,-40 0-16,40 0 15,0 0-15,1 0 0,-41 0 0,40 0 0,-40 0 16,41 0-16,-41 0 0,40 0 16,-40 0-16,40 0 0,-40 0 0,41 0 0,-41 0 15,0 0-15,0 0 16,40 0-16,-40 0 0,1 0 0,-1 0 0,0 0 16,0 0-16,0 0 0,40 0 0,-40 0 0,1 0 15,-1 0-15,0 0 0,0 0 16,0 0-16,0 0 0,0 0 0,0 0 0,1 40 15,-1-40-15,0 0 16,0 40-16,0-40 0,0 0 0,0 0 0,0 0 16,1 40-16,-1-40 0,0 0 15,0 0-15,0 0 0,0 0 0,0 0 0,0 40 16,1-40-16,-1 0 16,0 0-16,0 0 0,0 0 0,0 0 0,0 0 15,0 0-15,1 0 0,-1 0 0,0 0 0,0 0 16,0 40-16,0-40 0,0 0 15,0 0-15,1 0 0,39 0 0,-40 0 0,0 0 16,0 0-16,40 0 16,-39 0-16,-1 0 0,0 0 0,40 0 0,-40 0 15,0 0-15,0 0 0,41 41 16,-41-41-16,0 0 0,40 0 0,-40 0 0,1 0 16,-1 0-16,40 0 0,-40 0 0,0 0 0,0 0 15,0 0-15,1 0 16,-1 0-16,0 0 0,0 0 0,0 0 0,0 0 15,0 40-15,0-40 0,1 0 16,-1 0-16,-40 40 0,40-40 0,0 0 16,0 0-16,0 0 15,0 0-15,0 0 0,1 0 0,-1 0 16,0 0-16,0 0 0,0 0 16,0 0-16,0 0 0,0 0 0,1 0 15,-1 0-15,0 0 0,0 0 16,0 0-16,0 0 15,0 0-15,0 0 0,1 0 0,-1 0 16,0 0-16,0 0 0,0 0 16,0 0-16,0 0 0,41 0 0,-41 0 0,0 0 15,0 0-15,0 0 16,0 0-16,0 0 0,0 0 0,1 0 0,-1 0 16,0 0-16,0 0 0,0 0 0,0-40 0,0 40 15,0 0-15,1 0 16,-1 0-16,0 0 0,0 0 15,0 0-15,0 0 16,0 0-16,0 0 0,-40 40 0,41-40 16,-1 0-16,0 0 0,0 0 15,0 0-15,0 0 0,0 0 0,0 40 16,1-40-16,-1 0 16,0 0-16,0 0 0,0 0 0,0 0 15,0 0-15,0 0 0,1 0 0,-1 0 16,0 0-16,0 0 15,0 0-15,0 0 0,0 0 16,1 0 0,-1 0-16,0 0 0,0 0 15,0 0 1,-40-40-16,40 40 0,0 0 0,0 0 16,1 0-16,-1 0 0,0 0 15,0 0-15,0 0 16,0 0-16,0 0 0,0 0 15,1 0 1,-41-40 0,0 0 15</inkml:trace>
  <inkml:trace contextRef="#ctx0" brushRef="#br0" timeOffset="131728.0377">11075 14477 0,'0'0'0,"-40"0"31,40-40-15,80 0-1,-40 0-15,0 40 16,0 0-16,1 0 0,-1 0 0,0 0 0,0 0 16,0 0-16,0 0 15,0 40-15,0-40 0,1 40 0,-1-40 0,-40 40 16,0 1-16,40-1 0,-40 0 15,0 0-15,0 0 0,-40 0 0,40 0 16,-40 0-16,40 0 16,-81 0-16,41 1 0,0-41 0,40 40 0,-40-40 15,40 40-15,0-120 16,0 39 0,0 1-16,0 0 0,80 0 0,-40 0 0,0 0 15,1-40-15,39 80 16,-40-40-16,0 0 0,40-1 0,-40 41 0,1-40 15,-1 0-15,0 0 0,40 40 16,-40-40-16,0 40 0,-40-40 0,40 40 0,-40-40 16,41 40-16,-41-40 15,-41 40 1,-39-40-16,40 40 0,0 0 16,0 80-16,0-40 15,40 0-15,-40-40 0,40 40 0,0 0 16,0 0-16,0 0 15,0 1-15,0-1 0,0 0 0,0 0 16,40-40-16,-40 40 16,40-40-16,0 40 0,0-40 0,0 40 0,0-40 15,0 0-15,1 0 16,-1 0-16,0 0 0,0 0 0</inkml:trace>
  <inkml:trace contextRef="#ctx0" brushRef="#br0" timeOffset="132028.0192">13001 14076 0,'-40'0'15,"80"0"-15,-160 0 31,79 0-31,-39 121 16,40-1 0,0 81-1,120-1 1,121-80 0,-161-80-1,40-40 1</inkml:trace>
  <inkml:trace contextRef="#ctx0" brushRef="#br0" timeOffset="132408.0026">13202 14317 0,'0'0'0,"40"0"46,-40 40-46,40-40 0,-40 40 16,0 0-16,40 0 0,-40 1 16,0-1-16,0 0 15,80-80 17,-80 0-17,80-1 1,-80 1-16,0 0 0,41 40 0,-41-40 0,40 40 15,0 0-15,-40-40 16,40 40-16,0 0 16,-40 40-16,0 0 15,40-40-15,-40 40 0,0 0 0,0 1 16,0-1-16,0 0 0,0 0 16,0 0-16,0 0 15,-40 0-15,40 0 0,0 0 16,-40-40-16</inkml:trace>
  <inkml:trace contextRef="#ctx0" brushRef="#br0" timeOffset="132687.9955">14566 14116 0,'0'0'16,"0"41"15,0-1-31,0 0 0,0 0 0,40-40 16,-40 40-16,0 0 0,40 0 0,-40 0 0,0 0 16,0 1-16,0-1 0,0 0 15,-40 0-15,40 0 0,-40 0 0,-40 0 16,39 0-16,1-40 15,40 40-15,-40 0 0,0-40 0,0 0 0,0 41 16,0-41 0</inkml:trace>
  <inkml:trace contextRef="#ctx0" brushRef="#br0" timeOffset="133267.9444">16211 14277 0,'0'0'0,"0"40"47,-80 0-32,80 0 1,-40-40-16,0 40 0,-1 0 0,1 1 15,0-41-15,0 40 0,0-40 16,0 40-16,0-40 0,0 40 0,-1-40 0,1 0 16,40 40-1,0-120 1,0 40-16,40 40 16,-40-40-16,41 40 15,-1 0-15,0 0 16,0 40-1,0 0-15,0 0 0,0-40 0,-40 40 16,40 0-16,1 0 0,-1 0 16,-40 0-16,40 0 0,0 1 0,0-1 0,-40 0 15,40 0-15,0 0 16,-40 0-16,40-40 0,-40 40 0,41-40 0,-1 0 16,0-40-1</inkml:trace>
  <inkml:trace contextRef="#ctx0" brushRef="#br0" timeOffset="133697.9463">16131 14718 0,'0'0'0,"-40"0"15,0-40 16,80 40-31,80-40 32,0 40-32,161 0 31,121 0-15,79 40-1,-320-40 1,-81 0-16,241 40 15,-241 0-15,161 0 16,-161 0 0,121-40-1,-41 0 1,-79 0 15,-122 0 0,1 0 1,40-40-32</inkml:trace>
  <inkml:trace contextRef="#ctx0" brushRef="#br0" timeOffset="134067.9129">18619 14477 0,'0'0'0,"80"0"47,-40 0-31,0 41-16,0-41 15,0 40-15,1-40 0,-1 0 0,0 0 0,0 40 16,0-40-16,0 0 16,0 0-16,0 0 0,-40 40 15,41-40-15,-41 40 16,0 0-16,-81-40 0,81 40 16,-40-40-16,40 40 0,-40 0 0,0-40 0,40 40 15,-40 1-15,40-1 16,-40 0-16,40 0 0,0 0 15,-40 0 1,-1-40-16,1 0 0,0 0 16</inkml:trace>
  <inkml:trace contextRef="#ctx0" brushRef="#br0" timeOffset="135157.9023">16933 13796 0,'0'0'0,"0"40"15,0 0 1,0 0-16,0 0 16,0 0-1,0 0-15,0 0 0,0 0 16,0 1-16,0-1 0,0 0 16,0 0-16,0 0 15,0 0-15,0 0 31</inkml:trace>
  <inkml:trace contextRef="#ctx0" brushRef="#br0" timeOffset="135517.8811">16813 13996 0,'-40'-80'16,"40"40"-16,0 0 31,0 0-31,80 40 16,0 0 0,-40 40-16,41-40 15,-1 160 16,-80 1-15,-80-41 0,-1-40-1,41-80-15,-40 40 16,40-40-16,40-40 16</inkml:trace>
  <inkml:trace contextRef="#ctx0" brushRef="#br0" timeOffset="135767.7945">17455 13876 0,'-40'0'0,"40"40"16,-40-40-1,40 40-15,0 40 16,0-40-16,0 0 16,0 1-16,0 39 31,0-40-31,0 0 16,0 0-16</inkml:trace>
  <inkml:trace contextRef="#ctx0" brushRef="#br0" timeOffset="136037.7763">17455 13916 0,'0'-40'16,"0"0"-16,-40 40 0,40-40 15,40 40 48,0 0-63,0 0 0,0 0 16,0 0-16,1 0 0,-1 0 0,0 0 15,0 0 1,-40-40-16,40 40 0,0 0 0</inkml:trace>
  <inkml:trace contextRef="#ctx0" brushRef="#br0" timeOffset="136277.763">17535 14076 0,'-40'40'31,"40"-80"32,40 40-63,0 0 16,0 0-16,1 0 0,-1 0 15,0 0 1,0 0-16</inkml:trace>
  <inkml:trace contextRef="#ctx0" brushRef="#br0" timeOffset="136517.8215">17977 13956 0,'40'0'31,"0"0"-15,-40-40 0,40 40-16,0 0 0,0 0 15,0 0 1,1 0-16,-1-40 0,0 40 16,0 0-1</inkml:trace>
  <inkml:trace contextRef="#ctx0" brushRef="#br0" timeOffset="136757.7666">18258 13916 0,'-41'0'31,"1"0"0,40 40-15,-40-40-16,40 40 0,-40 0 16,40 0-16,0 0 0,-40-40 15,40 41-15,0-1 16,0 0-16,0 0 0,-40 0 16,40 0-16,0 0 0,0 0 15</inkml:trace>
  <inkml:trace contextRef="#ctx0" brushRef="#br0" timeOffset="137307.7744">17254 15239 0,'0'0'15,"-40"-40"1,0 0-1,40 80 32,0 0-31,40-40-16,-40 41 16,0-1-16,0 0 0,0 0 0,0 0 15,-40 0-15,40 0 16,0 0-1,40-40 1</inkml:trace>
  <inkml:trace contextRef="#ctx0" brushRef="#br0" timeOffset="137627.6856">17335 15159 0,'0'40'47,"40"-40"-32,-40 40 1,40 1-16,-40-1 15,40-40-15,-40 40 0,40-40 16,-40 40-16,40-40 0,0 40 31,0-40-15,-40 40-16,41-40 16,-1 0-1</inkml:trace>
  <inkml:trace contextRef="#ctx0" brushRef="#br0" timeOffset="137867.6663">17776 15159 0,'-40'0'62,"40"40"-62,0 0 0,0 1 16,0-1-1,0 0-15,-40-40 0,40 40 0,0 0 0,0 0 16,-40 0-16,40 0 0</inkml:trace>
  <inkml:trace contextRef="#ctx0" brushRef="#br0" timeOffset="139567.5983">20384 14277 0,'0'40'16,"-40"-40"46,40 40 32,40-40-78,0 40-16,0 0 0,1-40 15,-1 40-15,-40 1 0,40-41 16,0 40-16,40 0 0,-40-40 0,0 40 0,1 0 16,-1-40-16,40 40 0,-40 0 0,0 0 0,0-40 15,0 40-15,1 0 16,-1-40-16,0 41 0,-40-1 0,40-40 0,0 0 15,-40 40-15,40-40 0,-40 40 16,40-40-16</inkml:trace>
  <inkml:trace contextRef="#ctx0" brushRef="#br0" timeOffset="139847.5499">21227 14518 0,'-40'-41'15,"80"82"-15,-120-122 16,39 81 0,1 40-1,-40 41 1,40-41-16,0 40 15,0-40-15,-81 120 16,1 81 15,80-161-31</inkml:trace>
  <inkml:trace contextRef="#ctx0" brushRef="#br0" timeOffset="140347.5919">22110 14357 0,'0'0'16,"-40"0"-1,-1 0 17,1 0-1,0 0-31,40 40 16,0 0-16,-40 0 0,40 1 0,-40-1 15,40 0-15,0 0 0,0 0 16,0 0-16,0 0 0,0 0 0,0 0 15,40 0-15,-40 1 16,40-1-16,-40 0 0,40 0 0,0 0 0,-40 0 16,41-40-16,-1 40 0,0-40 15,-40 40-15,40-40 0,0 0 0,0 0 16</inkml:trace>
  <inkml:trace contextRef="#ctx0" brushRef="#br0" timeOffset="140617.575">22591 14558 0,'0'0'16,"-40"0"-1,40 40 1,0 40 15,0 120-15,0-159-1,0-1-15,0 80 16,0-80-16,0 0 0</inkml:trace>
  <inkml:trace contextRef="#ctx0" brushRef="#br0" timeOffset="141267.4803">23073 14598 0,'-40'0'15,"-1"0"79,1 0-94,0 0 16,0 40-1,0-40-15,0 40 0,0 0 0,0-40 16,-1 0-16,1 40 16,0-40-16,40 40 0,-40-40 0,0 40 15,0-40-15,80 0 157,0 0-142,0 0-15,0 0 16,0 0-1,1 0-15,-1 0 16,0 40 0,0 1-16,0-41 0,-40 40 0,40 0 15,0-40-15,-40 40 0,40-40 0,1 40 0,-1-40 16,-40 40-16,40-40 16,0 40-16,0-40 0,0 0 0,0 0 15,0 0 1</inkml:trace>
  <inkml:trace contextRef="#ctx0" brushRef="#br0" timeOffset="141557.4626">23554 14277 0,'40'0'16,"-40"40"-1,40-40-15,-40 40 0,41-40 0,-1 40 16,-40 0-16,40 0 0,-40 1 16,0-1-16,40 0 0,-40 0 0,0 0 0,0 0 15,0 0-15,0 0 16,-40 0-16,40 41 0,-40-41 0,0 0 0,-1 0 15,1 0-15,0-40 0,0 40 16,0 0-16,0-40 0,0 40 0</inkml:trace>
  <inkml:trace contextRef="#ctx0" brushRef="#br0" timeOffset="144457.3005">8828 16683 0,'40'0'16,"0"0"0,-40-40-16,40 0 0,0 40 15,-40-40-15,40 40 16,1 0 0,-1 0-1,0 40 1,0 0-16,0 0 15,0 0-15,-40 0 0,40 1 16,-40-1-16,0 0 0,0 0 0,0 0 16,0 0-1,0 0-15,-40-40 0,40 40 0,-40-40 0,40 40 16,0 0-16,-40-40 0,0 0 16,40-40 15,0 0-16,40 0-15,-40 0 0,40 0 16,0 0-16,-40 0 0,40 0 16,0 0-16,1-1 0,-1 1 0,0 0 15,0 0-15,0 0 0,0 0 0,0 0 16,-40 0 0,40 40-16,-40-40 0,41 40 15,-122 0 32,81 40-31,-40-40-16,40 40 0,-40-40 15,40 40-15,-40-40 0,40 40 0,0 0 0,-40 0 16,40 0-16,0 0 0,0 1 16,0-1-16,0 0 15,0 0-15,40 0 0,0 0 16,-40 0-16,40-40 0,-40 40 15,40 0-15,0-40 0,1 0 0,-41 40 0,40-40 16,0 0-16,0 0 16,-40 41-16,40-41 0,0 0 0,0 0 0,-40-41 15</inkml:trace>
  <inkml:trace contextRef="#ctx0" brushRef="#br0" timeOffset="144777.2532">10433 16443 0,'-80'-41'15,"160"82"-15,-201-82 31,81 41-31,40 41 0,0-1 16,-40-40-16,40 40 0,0 0 16,0 0-16,0 0 0,0 0 0,0 0 0,0 0 15,0 1-15,0-1 0,0 0 0,40 0 0,-40 0 16,0 0-16,40 0 16,-40 0-16,41-40 0,-41 40 0,40-40 0,0 40 15,0-40-15,0 0 16,0 0-16,0 0 0</inkml:trace>
  <inkml:trace contextRef="#ctx0" brushRef="#br0" timeOffset="145057.3086">10874 16844 0,'0'0'16,"-40"0"-1,80 0 17,41 0-32,-41 0 15,0 0-15,0 0 16,0 0-16,0 0 0,0 0 0,0 0 15,1 0-15,-1 0 16,0 0-16</inkml:trace>
  <inkml:trace contextRef="#ctx0" brushRef="#br0" timeOffset="145657.2726">11717 16563 0,'-40'0'0,"0"0"31,40 40 0,40-40-15,-40 40-16,40 0 15,-40 0-15,40 0 0,-40 1 0,0-1 16,0 0-16,0 0 0,0 0 16,0 0-1,0 0-15,0-80 31,0 0-15,40 40 0,-40-40-16,40 0 0,-40 0 0,0 0 0,0-1 15,40 41-15,1-40 0,-41 0 0,40 0 0,-40 0 16,40 40-16,-40-40 0,40 40 16,-40-40-16,40 40 0,0 0 31,0 0-16,-40 40 1,40 0-16,-40 0 16,0 0-16,0 0 15,0 0-15,0 1 0,0-1 0,0 0 16,0 0-16,0 0 0,0 0 0,0 0 16,0 0-16,0 0 15,0 0-15</inkml:trace>
  <inkml:trace contextRef="#ctx0" brushRef="#br0" timeOffset="146027.1814">12600 17164 0,'0'41'0,"0"-1"32,0 0 14,40-40-14,-40 40-32,0 0 15,0 0-15,0 0 16,0 0-16,0 0 16,-40 1-16,0-1 15,-1 0 1,1-40-16</inkml:trace>
  <inkml:trace contextRef="#ctx0" brushRef="#br0" timeOffset="147397.1682">13402 16924 0,'40'0'140,"0"0"-140,1 0 16,-1 0-1,0 0-15,-40 40 0,0 0 16,40 0 0,-40 0-16,0 0 0,0 0 15,0 1-15,0-1 0,0 0 0,-40 0 16,40 0 0,-40-40-16,40 40 0,-40-40 15,40-40 16,40 0-15,-40 0-16,0 0 0,40 0 0,-40-1 0,40 41 16,0-40-16,-40 0 15,40 0-15,-40 0 0,40 40 0,0 0 16,1 0 0,-41 40-16,40-40 15,-40 40-15,0 0 0,0 0 16,0 1-1,0-1-15,0 0 0,0 0 16,0-80 15,0 0-15,40 0-16,-40-1 16,0 1-16,40 0 0,40 0 15,-80 0-15,40 40 16,-40-40-16,40 40 0,1 0 31,-41 40-31,0 0 0,40 40 16,-40-40-1,0 1-15,0-1 0,0 0 16,0 0-16,-40-40 0,40 40 0,0 0 16,-41-40-1,41 40-15</inkml:trace>
  <inkml:trace contextRef="#ctx0" brushRef="#br0" timeOffset="147777.0827">14767 17164 0,'-41'41'0,"41"-1"31,0 0-31,0 0 16,41-40-16,-41 40 0,0 0 0,0 0 16,-41-40 15,-39 0-16,80-40-15,-40 40 16,0 0-16,40-40 16,0 0-16,0 0 0,0 0 0,0 0 15,0-1-15,40 41 47,0 0-31,0 41-16,0-41 0,1 0 0</inkml:trace>
  <inkml:trace contextRef="#ctx0" brushRef="#br0" timeOffset="148277.0445">15047 17084 0,'0'0'0,"0"40"0,-40 0 32,0-40-32,0 41 15,40-1 1,0 40 0,40 0 15,0-40-16,0-40 1,-40-40 0,0-80-1,0-81 1,0 1 15,0 79-15,0 162 15,0-1-15,0 0-16,0 0 0,0 0 15,0 0-15,0 0 0,0 0 16,0 40-16,0-39 0,0-1 16,0 0-16,0 0 0,0 0 0,0 0 0,0 0 15,0 0-15,-40 0 0,40 1 16,0-1-16</inkml:trace>
  <inkml:trace contextRef="#ctx0" brushRef="#br0" timeOffset="149197.0598">15850 16844 0,'0'40'93,"0"0"-77,-40 0-16,40 0 0,0 0 0,0 0 16,0 0-16,0 0 15,0 1-15,0-1 0,0 0 0,0 40 0,0-40 16,0 0-16,0 0 15,0 0-15,0 1 0,0-1 16,-40-40 0</inkml:trace>
  <inkml:trace contextRef="#ctx0" brushRef="#br0" timeOffset="149476.9893">15810 16964 0,'0'0'16,"0"40"-1,40 0 1,40 40 0,81 41-1,-121-81-15,120 40 31,-120-40-31,81 40 32,-81-80-17,-40-40-15</inkml:trace>
  <inkml:trace contextRef="#ctx0" brushRef="#br0" timeOffset="149716.9889">16492 16924 0,'-40'0'16,"80"0"-16,-80-40 15,40 0-15,0 80 47,0 0-31,0 0-16,0 0 0,0 0 15,0 0-15,40 0 0,-40 0 0,0 1 0,0-1 16,0 0-16,0 0 16,0 0-16,0 0 0,-40-40 0,40 40 15</inkml:trace>
  <inkml:trace contextRef="#ctx0" brushRef="#br0" timeOffset="152446.7972">16933 16603 0,'-40'0'79,"40"40"-1,40 0-63,0 0 1,-40 0-16,41 1 0,-1-41 0,0 40 16,0 0-16,-40 0 0,40 0 15,-40 0-15,0 0 0,0 0 0,40 0 0,-40 0 16,0 1-16,0-1 15,0 40-15,0-40 0,0 0 0,-80 0 0,40 0 16,0 0-16,0 1 16,-1-1-16,1 0 0</inkml:trace>
  <inkml:trace contextRef="#ctx0" brushRef="#br0" timeOffset="154746.6654">17816 16964 0,'0'40'0,"0"-80"62,0 0-62,80 40 16,-80-40 0,40 40-16,1 0 0,-1 0 0,0 0 15,0 0-15,0 0 0,0 0 0,0 0 0,1 0 16,-1 0-16,0 0 16,0 0-16,0 0 0</inkml:trace>
  <inkml:trace contextRef="#ctx0" brushRef="#br0" timeOffset="154996.6567">18097 17245 0,'0'40'15,"0"-80"-15,-40 80 0,40-80 47,40 40-47,0 0 16,0 0-16,0 0 0,1 0 15,-1 0-15,0 0 0,0 0 0,0 0 16,0 0-16,0 0 16,0 0-16,1 0 0</inkml:trace>
  <inkml:trace contextRef="#ctx0" brushRef="#br0" timeOffset="155726.5946">18940 16844 0,'0'40'15,"-40"-40"-15,40-40 32,0 0-17,0-1 1,80 41-16,-40 0 15,0 0 1,0 0-16,0 0 0,0 41 16,1-41-16,-41 40 0,40 0 0,-40 0 15,40 0 1,-40 0-16,0 0 0,0 0 0,-80-40 16,80 40-16,-41 0 0,1 1 15,0-1-15,0-40 16,40 40-16,-40-40 15,40-40 17,40 40-32,-40-40 0,40 40 0,-40-41 0,80 1 15,-39 0-15,-1 0 0,0 0 0,0 0 16,0 40-16,0-40 16,0 0-16,0 0 0,1 0 0,-1-1 15,0 1-15,0 0 16,0 0-16,0 40 0,-40-40 0,40 40 31,-40-40-31,-40 40 31,0 0-15,0 0-16,40 80 0,-40-80 0,0 0 16,0 80-1,40-40-15,-41 1 0,41-1 0,0 0 16,0 0-16,0 0 0,0 0 15,0 0-15,0 0 0,41 0 0,-1 0 16,0-40 0,-40 41-16,40-41 0,0 0 0,0 0 15,0 0-15,0 0 0,1 0 0,-1 0 16,0-41-16</inkml:trace>
  <inkml:trace contextRef="#ctx0" brushRef="#br0" timeOffset="156156.6446">20585 16322 0,'0'0'15,"-40"0"1,0 0 0,-1 40 15,1 121-16,0 120 1,80-81 0,41-40 15,39-119-15,0-41-1,-39-41 1</inkml:trace>
  <inkml:trace contextRef="#ctx0" brushRef="#br0" timeOffset="156416.6269">21106 16563 0,'0'0'0,"0"40"47,0 0-47,0 0 15,0 0 1,0 0-16,0 1 0,0-1 0,0 0 0,0 0 16,0 0-16,0 0 15,0 0-15,0 0 0,0 0 0,0 0 0,0 1 16,0-1-1</inkml:trace>
  <inkml:trace contextRef="#ctx0" brushRef="#br0" timeOffset="156716.5541">21106 16603 0,'-40'0'16,"40"40"-16,0 0 31,40 0-15,-40 0-16,41 1 15,-41-1-15,0 0 0,40 0 16,0 0-16,0 0 15,-40 0-15,40-40 0,-40 40 0,40 0 0,-40 0 16,40-40 0,0 41-16,1-41 15,-1 0-15</inkml:trace>
  <inkml:trace contextRef="#ctx0" brushRef="#br0" timeOffset="157016.5912">21628 16683 0,'0'40'94,"0"41"-78,0-41-16,0 0 0,0 0 0,0 0 15,0 0-15,-80 0 0,80 0 0,0 0 0,0 0 16,0 1 0,0-1-16,0 0 15</inkml:trace>
  <inkml:trace contextRef="#ctx0" brushRef="#br0" timeOffset="157326.4989">22150 17004 0,'0'40'15,"40"-40"32,0 0-31,0 0-16,0 0 0,0 0 15,1 0-15,-1 0 16,0 0-16,0 0 0,0 0 16,-40-40-16</inkml:trace>
  <inkml:trace contextRef="#ctx0" brushRef="#br0" timeOffset="158016.4883">22912 16683 0,'-40'0'31,"80"0"-31,-40 40 47,40 0-47,0-40 15,1 41-15,-41-1 16,40-40-16,-40 40 0,0 0 0,0 0 31,0 0-31,0 0 16,0-80 31,0 0-32,0 0-15,40 0 0,-40 0 16,40 0-16,0-1 16,0 1-16,0 40 31,-40-40-31,40 40 15,1 0 1,-1 0 0,-40 40-16,40-40 0,-40 40 31,0 1-31,40-41 0,-40 40 16,0 0-16,0 0 15,0 0-15,0 0 16,0 0-1,0 0-15,0 0 16,0 0 0,0 1-16,40-41 15,0 0 1,0 0 0,0 0-16,1-41 0,-41 1 15,40 0-15</inkml:trace>
  <inkml:trace contextRef="#ctx0" brushRef="#br0" timeOffset="158536.4994">23915 16322 0,'0'0'15,"0"40"-15,0 0 16,0 1-1,81 39 17,-1 80-17,-40 41 1,-40-1 0,-120-39 15,39-121-31</inkml:trace>
  <inkml:trace contextRef="#ctx0" brushRef="#br0" timeOffset="161316.3339">25079 16402 0,'40'0'32,"-80"0"-1,40 41-16,-40-1 1,40 0-16,0 0 0,-40-40 0,0 0 16,-1 40-16,41 0 0,-40 0 15,40 0 1,-40-40-16,40-40 47,0 0-32,40 40 17,-40 40-17,40-40-15,-40 40 0,41 0 0,-1 1 0,-40-1 16,40-40-16,-40 40 0,40-40 16,0 40-16,-40 0 0,40-40 0,0 0 0,-40 40 15,40-40-15,1 0 16,-1 0-16,0 0 15,0 0-15,0 0 16,-40-40-16,40 0 16</inkml:trace>
  <inkml:trace contextRef="#ctx0" brushRef="#br0" timeOffset="161716.3089">25280 16643 0,'-41'0'16,"82"0"-16,-41 0 63,80 0-63,-40 0 0,0 0 15,0 0-15,41-40 0,-41 40 16,40 0-16,0 0 0,0 0 0,1-40 0,-1 40 15,0 0-15,0 0 16,1 0-16,-1 0 0,-40 0 0,40 0 0,-40 0 16,41 0-16,-41 0 0,0 0 0,0 0 0,0 0 15,0 0-15,0 0 16,1 0-16,-1 0 0,0 0 31,-40 40-31,40-40 16,-40-40 31,-40 40-47</inkml:trace>
  <inkml:trace contextRef="#ctx0" brushRef="#br0" timeOffset="162066.2882">26684 16362 0,'0'0'0,"-40"0"15,-40 0 1,120 0 15,0 0-15,0 0-1,0 0-15,0 0 0,0 0 0,1 0 16,-1 40-16,0-40 0,0 41 0,0-41 0,0 0 16,0 0-16,-40 40 15,40-40-15,-40 40 0,41-40 0,-1 0 16,-40 40-16,40-40 16,-40 40-16,0 0 15,-40-40 1,0 40-16,-1-40 0,1 40 0,0 0 15,0-40 1,0 41-16,0-41 0,0 0 16</inkml:trace>
  <inkml:trace contextRef="#ctx0" brushRef="#br0" timeOffset="163166.222">27487 16122 0,'0'40'16,"-41"-40"-16,41-40 46,-40 40-30,80 0 140,-40 40-140,41-40 0,-1 0-16,0 0 31,0 0-31,0 0 31,-40 40-31,40-40 0,-40 40 16,40-40-16,0 40 0,1 0 0,-1 0 0,40 0 15,-40 1-15,0-41 0,0 40 16,0 0-16,1-40 0,-41 40 0,40-40 0,0 40 16,0 0-16,0-40 15,-40 40-15,40-40 0,0 40 16</inkml:trace>
  <inkml:trace contextRef="#ctx0" brushRef="#br0" timeOffset="163496.203">28249 16162 0,'0'0'16,"-40"0"-16,40-40 15,-40 40 1,0 40 15,40 0-31,-41 80 16,-39 41-1,-40 39 1,40-39 15,-1-121-15</inkml:trace>
  <inkml:trace contextRef="#ctx0" brushRef="#br0" timeOffset="163926.1763">28811 16042 0,'0'0'16,"-40"0"-16,-1 0 0,1-41 31,0 41-16,-80 81 1,40 119 0,80 1 15,120-81-15,0 0-1,1-80 16,-1-40-15</inkml:trace>
  <inkml:trace contextRef="#ctx0" brushRef="#br0" timeOffset="164186.1064">29052 16402 0,'-41'0'16,"82"0"-16,-122 0 15,121 0 32,1 0-47,39 0 16,-40 0-1,0 0-15,0 0 0,0 0 0,0 0 16,1 0-16</inkml:trace>
  <inkml:trace contextRef="#ctx0" brushRef="#br0" timeOffset="164456.0744">29453 16122 0,'-40'0'16,"40"40"15,0 0-15,0 0-16,0 0 0,0 0 15,0 0-15,0 0 0,0 1 0,0-1 16,0 0-1,0 0-15,0 0 0,0 0 0,0 0 16,0 0-16,0 0 0,40-40 16,-40 41-16</inkml:trace>
  <inkml:trace contextRef="#ctx0" brushRef="#br0" timeOffset="164866.1208">29814 16082 0,'0'40'16,"-40"-40"15,0 40-31,0-40 16,40 40-16,-41-40 0,41 40 15,-40-40-15,0 40 0,40 0 0,-40-40 16,0 0-16,40 40 0,-40-40 0,40 40 16,-40-40-1,80 0 48,0 0-63,0 41 15,0-1-15,0-40 16,0 40-16,-40 0 0,41-40 16,-1 40-16,-40 0 0,40-40 15,-40 40 1,40-40-16</inkml:trace>
  <inkml:trace contextRef="#ctx0" brushRef="#br0" timeOffset="165156.0574">30255 16643 0,'0'0'0,"0"40"0,0 0 47,0 0-32,40-40-15,-40 41 16,0-1-16,0 0 0,0 0 0,0 0 16,-40-40-16,40 40 15,0 0-15,-40-40 0,40 40 0,-40-40 0,40 40 16,-40-40-16,0 0 15</inkml:trace>
  <inkml:trace contextRef="#ctx0" brushRef="#br0" timeOffset="168105.9255">30657 16362 0,'0'0'0,"-41"0"0,82 0 47,-41-40-47,40 40 0,0 0 16,0 0 30,-40 80-46,40-39 0,-40-1 0,40 0 16,-40 0-16,40-40 0,-40 40 16,0 0-1,0 0 1,0-80 31,0 0-47,0 0 0,0 0 15,40 40 1,-40-40-16,41 40 0,-41-40 16,40 40-16,-40 40 31,40-40-31,-40 40 0,40-40 0,-40 40 16,40-40-1,-40 40-15,0-120 47,40 80-31,-40-40-16,40 0 15,-40-1-15,40 41 0,1-40 16,-1 40 0,0 0-16,-40 40 15,40 1 1,-40-1-16,0 0 0,0 0 15,0 0 1,0 0-16,0 0 16,-40-40-16,40 40 0</inkml:trace>
  <inkml:trace contextRef="#ctx0" brushRef="#br0" timeOffset="168405.8909">31820 16402 0,'0'0'0,"0"41"15,40-41 1,-40 40 0,0 0-16,0 0 31,-40-40-31,0 40 15,0-40 1,0 0 0,40-40 15,0 0-31,0 0 16,40 40-1,40 0-15,-40 0 16,0 0-1</inkml:trace>
  <inkml:trace contextRef="#ctx0" brushRef="#br0" timeOffset="168905.8603">32262 16402 0,'0'0'0,"-41"0"31,41 41-15,0-1-16,-40-40 0,40 40 15,-40-40-15,40 40 16,0 0-16,0 0 31,40-40-15,0 0-1,-40-40 1,41 40-16,-41-40 0,40 0 16,-40 0-1,0 0-15,0-1 16,0 1-16,0 0 16,0 0-16,0 0 15,0 80 48,0 0-63,0 0 15,0 0-15,0 1 16,0-1-16,0 0 0,0 0 16,0 0-1,0 0-15,0 0 16</inkml:trace>
  <inkml:trace contextRef="#ctx0" brushRef="#br0" timeOffset="169735.8283">32663 16322 0,'0'40'16,"0"0"124,0 1-124,0-1-16,0 0 15,0 0-15,40-40 0,-40 40 0,0 0 16,0 0-16,0 0 0,0 0 0,0 1 16,0-1-1,0 0-15</inkml:trace>
  <inkml:trace contextRef="#ctx0" brushRef="#br0" timeOffset="170005.7378">32823 16402 0,'-40'0'16,"40"41"15,0-1-15,40 0-16,-40 0 15,41 0-15,-1 0 16,0 0-16,-40 0 0,40-40 16,0 40-16,0 1 15,0-41-15,0 0 16,1 0 0</inkml:trace>
  <inkml:trace contextRef="#ctx0" brushRef="#br0" timeOffset="170255.758">33225 16443 0,'0'-41'16,"0"82"-16,0-122 31,-40 81-31,40 40 31,0 1-31,0-1 16,0 0-16,0 80 31,40-120-31,-40 40 0,0 40 16,0-39 0,0-1-16</inkml:trace>
  <inkml:trace contextRef="#ctx0" brushRef="#br0" timeOffset="170605.7213">33305 16082 0,'0'40'32,"40"-40"-17,-40 40-15,40-40 16,-40 40-16,40-40 0,-40 80 0,40-80 0,-40 40 15,0 0-15,0 0 16,41 1-16,-41-1 0,0 0 0,0 0 16,0 0-16,0 0 0,-41 0 0,41 0 0,-40 0 15,0 1-15,0 39 0,0-40 16,0 0-16,0 0 0</inkml:trace>
  <inkml:trace contextRef="#ctx0" brushRef="#br0" timeOffset="171595.6428">27607 17846 0,'40'0'79,"-40"40"-64,40 0-15,0 1 16,-40-1-16,40 0 0,1 0 15,-1 0-15,0 0 16,0-40-16,-40 40 0,40 0 0,0-40 16,0 40-16,0-40 0,1 41 0,-1-41 15,0 0 1</inkml:trace>
  <inkml:trace contextRef="#ctx0" brushRef="#br0" timeOffset="171875.6258">28169 17926 0,'0'0'16,"-40"0"0,40 41 30,-41-1-46,41 0 16,-40 0-16,40 0 16,-40 0-16,0 0 0,0-40 0,40 40 0,-40 0 15,0 1-15,0-1 16,40 0-16,-41-40 0,1 40 0,40 0 16,-40-40-16</inkml:trace>
  <inkml:trace contextRef="#ctx0" brushRef="#br0" timeOffset="172355.6707">29092 17686 0,'-40'-40'0,"80"80"0,-121-80 16,81 0-16,-40 40 31,0 0-31,0 40 32,-40 120-17,40 41 1,80-41 15,0-120-31,0 0 0,121 41 16,-121-41-16,0-40 15,40 0 1</inkml:trace>
  <inkml:trace contextRef="#ctx0" brushRef="#br0" timeOffset="172605.6559">29453 17806 0,'0'0'15,"0"40"17,0 0-17,0 0 1,0 41-1,0 79 1,0-40 0,0-39 15</inkml:trace>
  <inkml:trace contextRef="#ctx0" brushRef="#br0" timeOffset="172985.6349">29854 17806 0,'0'40'32,"0"-80"-32,-40 120 15,0-80-15,0 40 16,40 1-1,-40-41-15,-1 0 0,41 40 0,-120-40 32,40 40-17,40-40 1,40 40 31,40-40-47,0 40 15,0-40 1,0 40-16,0-40 0,0 40 0,1-40 16,-1 40-16,0 0 15,0 1-15,-40-1 32</inkml:trace>
  <inkml:trace contextRef="#ctx0" brushRef="#br0" timeOffset="175495.4834">29332 17886 0,'-40'0'16,"80"0"31,-40-40-47,41 40 0,-1-40 16,0 40-1,-40 40 48,0 0-48,0 0-15,0 1 0,0-1 16,0 0-16,0 0 0,0 0 16,0 0-16,40 0 0,-40 40 0,0-39 15,0-1 1,40 0-16,-40 0 0,0 0 0,0 0 15,40-40-15,-40 40 0,0-80 47,-40 0-31,40 0-16,-40 0 0,40 0 16,0 0-16,-40-1 0,40 1 15,0 0-15,0 0 0,0 0 0,0 0 0,0 0 16,-40 40-16,40-40 15,0 0-15,0-1 16,40 41 0,-40-40 31,40 40-32,0 0 48,0 0-32,0 0-15,-40 40-1,40-40-15,-40 41 0,41-41 0,-1 40 16,0 0-1,0 0-15,0 0 16,0 0-16,0-40 0,-40 40 16,40-40-16,-40 40 15,41-40-15,-1 40 0,0 1 0,0-41 16,0 40 0,0-40-16,0 0 15,0 0 1,1 0-16,-41-40 15,40 40-15,-40-41 0,40 41 16,-40-40-16,0 0 16,0 0-16,0 0 15,0 0 1,0 0-16,0 0 0,0 0 0,0-1 16,0 1-16,0 0 15,0 0-15,0 0 0,0 0 31,40 40-15,-40 40 140,0 0-140,0 0-16,0 0 16,0 0-1,0 1-15,0-1 0,0 0 16,-40 0-16,40 0 0,0 0 15,0 0-15,0 0 0,-40-40 0,40 40 16,0 1-16,0-1 0,0 0 16,-40-40-1,40 40-15,0-80 63,-41 40-48,41-40-15,-40 40 16,40-40-16,-40 40 16,40-41-16,-40 1 31,0 0-31,0 0 16,0 0-1,0 0-15,-1 40 16,41-40-1,-40 40-15,40-40 16,-40 40-16,0-40 16,0 40-1,40-41-15,-40 41 16,0 0 0,0 0 15,-1 0-16,1 0-15,0 0 16,0 0 0,0 0-1,0 0 95,0 0-79,40 41 78,0-1-93,0 0-16,40 0 16,-40 0-16,0 0 15,40-40-15,-40 40 0,0 0 0,40 0 0,-40 1 16,0-1-1,0 0-15,0 0 0,40-40 0,-40 40 0,0 0 16,0 0-16,0 0 16,0-80 31,40 40-47</inkml:trace>
  <inkml:trace contextRef="#ctx0" brushRef="#br0" timeOffset="176025.3922">31258 18167 0,'0'0'0,"0"40"0,-40-40 0,0 0 32,40-40-32,-40 40 15,0 0 1,0 0 15,120 0 0,-40-40-15,0 40-16,0 0 0,1 0 16,-1 0-16,0 0 0,0 0 15,0 0-15,0 0 0,0 0 0,0 0 0,1 0 16,-1 0-16,0 0 16,0 0-16,0 0 0,-40-40 0,40 40 0,0 0 15,0 0-15,1 0 16,-41-40-16</inkml:trace>
  <inkml:trace contextRef="#ctx0" brushRef="#br0" timeOffset="176415.4285">32141 17686 0,'0'0'0,"-40"0"15,0 0 1,0-40 0,40 80 30,0 0-46,0 0 0,0 0 16,0 0 0,0 0-16,0 0 0,0 1 0,0-1 15,0 0-15,0 0 16,0 0-16,0 0 0,0 0 0,40 0 0,-40 0 16,0 1-16,0-1 15,0 0-15,0 0 16,40-40-16</inkml:trace>
  <inkml:trace contextRef="#ctx0" brushRef="#br0" timeOffset="176895.3983">32542 17806 0,'0'0'15,"-40"0"17,40 40-1,-40-40-31,0 0 0,40 40 0,-40-40 16,0 0-1,40 40-15,-40-40 0,0 0 0,40 41 0,-41-41 16,1 40-16,0-40 15,40 40-15,-40-40 0,40 40 16,-40-40-16,80 0 63,0-40-32,0 40-31,0 0 15,1 0-15,-1 0 16,0 40-16,0 0 16,0-40-16,0 0 0,-40 40 0,40-40 15,0 40-15,1 0 16,-1 0-16,-40 1 16,40-41-16,0 0 15</inkml:trace>
  <inkml:trace contextRef="#ctx0" brushRef="#br0" timeOffset="177155.3823">32984 17525 0,'0'0'0,"0"41"0,0-1 32,0 80-17,40-80-15,-40 201 16,0-161-16,0 80 31,-40-120-31,-40 41 0,-1-41 0,-39 40 16</inkml:trace>
  <inkml:trace contextRef="#ctx0" brushRef="#br0" timeOffset="200153.9293">9028 2446 0,'0'40'16,"-40"40"-1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27:04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5939 2205 0,'0'0'16,"-40"0"-16,-1 0 15,41-40-15,0 0 31,0 0-31,0 0 0,41 40 16,39-40 0,-40 40-16,0 0 0,0 0 0,0 0 0,41 40 15,-41-40-15,0 40 16,0-40-16,0 40 0,0 0 0,0 0 0,0-40 16,1 40-16,-41 0 0,40 1 15,-40-1-15,0 0 0,0 0 0,0 0 16,0 0-16,-40-40 0,40 40 0,-81 0 0,41 0 15,0-40-15,40 40 16,-40-40-16,40 41 0,-40-41 0,40 40 0,40-80 31,0-41-31,-40 41 16,40 40-16,0-40 16,0 0-16,1 0 0,-1 0 0,0 0 0,0 0 15,0 0-15,0 40 0,0-41 0,0 1 0,1 0 16,-1 0-16,0 0 0,-40 0 15,40 0-15,0 0 0,0 0 0,-40-1 16,40 41 0,-40-40-16,0 0 15,-40 40-15,0 0 16,-40 40-16,40 41 16,0-41-1,40 40-15,-41-40 0,41 0 0,-40 0 16,40 40-16,0-39 0,-40-1 0,40 0 0,0 0 15,0 0-15,0 0 0,0 0 16,0 0-16,40 0 0,41 0 0,-41-40 16,-40 41-16,40-41 15,0 0-15,0 40 0,40-40 0,-40 0 0,1 0 16,-1-40-16,40 40 0,-40-41 16</inkml:trace>
  <inkml:trace contextRef="#ctx0" brushRef="#br0" timeOffset="289.9808">8106 1884 0,'-81'0'0,"162"0"0,-322 81 16,201-41-16,0 40 31,-1-40-31,41 80 16,41 121-1,39-121 17,80-40-17,-39-80-15</inkml:trace>
  <inkml:trace contextRef="#ctx0" brushRef="#br0">8386 2205 0,'0'0'16,"0"-40"-1,0 0 1,121 80 15,-81 161-15,0-41-1,-40-120 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28:18.5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8346 2245 0,'-40'0'31,"0"0"79,40-40-79,0 0-16,40 40 48,0 0-32,-40 40 16,81-40-47,-81 40 16,40-40-1,-40 40-15,40 1 0,-40-1 16,40 0 0,-40 0-16,40-40 0,-40 40 0,40-40 15,-40 40-15,0 0 16,40-40-16,-40 40 0,0 0 31,0-80 16,0 0-31,0 0-16,0 0 15,0 0-15,40 0 0,-40 0 16,41 0-16,-41-1 15,40 41-15,-40-40 0,40 0 16,0 0-16,0 40 16,0-40-1,0 40 1,0 0 0,1 0-16,-41 40 31,40-40-31,-40 40 0,40-40 15,-40 40-15,0 0 16,0 1-16,0-1 0,0 0 16,0 0-16,0 0 0,0 0 15,0 0 1,40 0-16,-40 0 0,0 0 16,40-40-16,0 0 15,0 0-15,0 0 16</inkml:trace>
  <inkml:trace contextRef="#ctx0" brushRef="#br0" timeOffset="389.9801">9751 1884 0,'0'40'31,"0"1"-15,0-1-16,40 0 0,-40 0 0,40 0 16,-40 0-16,40 0 15,-40 0-15,0 0 0,40-40 0,-40 41 0,0-1 16,0 0-16,0 0 0,0 0 16,0 0-16,0 0 0,0 0 0,-40 0 0,40 0 15,-40-40-15,40 41 16,-40-1-16,40 0 0,-40 0 15,0-40 1</inkml:trace>
  <inkml:trace contextRef="#ctx0" brushRef="#br0" timeOffset="620.0003">10553 2526 0,'0'0'16,"40"-40"-16,81-40 16,-81 40-16,0 0 0,80-1 15,-79 41-15,79-40 16,-80 40-16,121 0 16,-81 0-1,-40 0-15,80 0 16,-80 40-16</inkml:trace>
  <inkml:trace contextRef="#ctx0" brushRef="#br0" timeOffset="819.9842">10955 2847 0,'-81'40'15,"162"-80"-15,-202 80 0,161-40 16,41 0-1,-41-40-15,0 40 0,0 0 0,40 0 16,-40 0-16,41 0 0,-41 0 0,40 0 0,-40 0 16,0 0-16,0 0 15,0-40-15,41 40 0,-41 0 0,0 0 0,0 0 16</inkml:trace>
  <inkml:trace contextRef="#ctx0" brushRef="#br0" timeOffset="1319.9942">12881 1564 0,'0'0'0,"-41"-41"0,1 41 16,0 0-16,0 0 0,-40-40 15,40 40-15,-41 121 31,81-81-31,0 0 0,0 120 16,41-120-16,79 161 16,-120-121-16,40-40 0,0 81 15,-80 119 17,40-200-32,-201 81 15,161-81-15,0-40 16,0 0-16,40-121 31,0 81-31,40-40 0,-40 40 0,121 40 16,-81-40-1,0 40-15,80 40 16,-80 40-16,-40-40 0,81 40 31,-41-39-31,40 79 16,-40-80-16,-40 0 0,40 0 15,121 81 1,-121-121-16,0 40 0,120-40 31,-119 0-31,-1 0 0</inkml:trace>
  <inkml:trace contextRef="#ctx0" brushRef="#br0" timeOffset="1569.924">14004 1924 0,'-40'0'31,"80"0"-31,-120 0 0,80 41 16,0 39-1,0-40-15,0 0 0,40 0 0,-40 40 16,0-40-16,0 1 0,0-1 0,40 0 0,-40 40 16,0-40-16,0 0 0,0 0 15,0 0-15,40 0 0,-40 1 0,0-1 16</inkml:trace>
  <inkml:trace contextRef="#ctx0" brushRef="#br0" timeOffset="1779.968">14686 2767 0,'0'40'0,"-40"0"15,40 0 1,-40 0 0,0 121-1,-81-1 16,121-120-31,-40-40 0</inkml:trace>
  <inkml:trace contextRef="#ctx0" brushRef="#br0" timeOffset="2309.8995">16051 2085 0,'0'0'15,"0"-201"1,80 121 0,-40 80-1,0 80 1,40 121-1,-40 80 1,-160-121 0,40-80-1,0-40 1,80-80 15,0 0-31,120-40 16,-80 80-16,40 0 0,-40 0 15,161 40 1,-40 80 0,-81-39-16</inkml:trace>
  <inkml:trace contextRef="#ctx0" brushRef="#br0" timeOffset="2469.8555">17415 2767 0,'0'0'0,"-40"0"31,40 40-15,-40-40-16,-1 40 0,-39 80 31,40-80-31,0 0 0,40 1 0,-80 79 31</inkml:trace>
  <inkml:trace contextRef="#ctx0" brushRef="#br0" timeOffset="2999.8929">18659 2005 0,'-40'0'16,"80"0"-16,-80-40 0,0-1 31,40 1-31,40 40 0,40-40 0,40 40 31,81 0-15,-121 40-16,41 81 31,-202-1-15,41-80-16,-40 40 16,80-40-16,-40-40 0,40 41 15,0-1 1,120 40 15,-40-40-15,-80 0-16,0 0 0,-120 40 31,80-40-31,0 1 0,0-41 0,-41 40 16,-39 40-1,80-40-15,0 0 16</inkml:trace>
  <inkml:trace contextRef="#ctx0" brushRef="#br0" timeOffset="3209.8103">19782 2727 0,'-40'0'16,"80"0"-16,-80 40 15,40 0 1,0 0-16,0 0 0,-40 0 16,0 0-16,0 0 0,40 0 15,-40-40-15,0 41 16,-1-41-16,41 40 0,-40-40 0</inkml:trace>
  <inkml:trace contextRef="#ctx0" brushRef="#br0" timeOffset="3619.8562">21347 1564 0,'0'80'16,"-40"-40"-1,0 0-15,40 0 0,-40 0 0,0-40 16,0 40-16,-1 0 15,1 0-15,40 1 0,0-1 0,-40-40 0,40 40 16,-40 0-16,40 0 0,0 0 16,0 0-1,40-40-15,0 0 0,41 0 16,-41 0-16,0 0 16,0 0-16,0 0 0,0 0 0,0 0 0,0 0 15,1-40-15,-1 40 0,0 0 16,0 0-16,0 0 0</inkml:trace>
  <inkml:trace contextRef="#ctx0" brushRef="#br0" timeOffset="3919.8402">21387 1804 0,'0'0'0,"-40"0"16,0-40 0,0 40-1,40 160 17,0 81-17,0-121 1,0 121-1,0-81 1,0-119 0</inkml:trace>
  <inkml:trace contextRef="#ctx0" brushRef="#br0" timeOffset="4419.8079">22310 1604 0,'0'-40'16,"0"80"-16,81-80 16,-41 40-16,0 80 31,40 40-16,-80 81 1,0-41 0,-40-120-1,40 40 1,40-80 0,40 0-1,81-40 1,-41-40-1,-80 40 1,0 40 15,-40 40-31,-40 40 16,40-40-16,0 0 16,-40 41-16,40-1 15,-40 40 1,-80 81-1,-1 79 1,81-239-16,-160 119 16,119-120-16,41-40 0</inkml:trace>
  <inkml:trace contextRef="#ctx0" brushRef="#br0" timeOffset="5399.7092">4936 4571 0,'0'0'0,"0"-40"16,-41 40 15,41 81-31,0-41 16,0 0 0,0 0-16,41 40 0,-41-40 0,40 40 0,-40-40 15,40 41-15,-40-41 0,40 40 16,-40-40-16,0 40 0,0-40 0,40 1 0,-40 39 15,0-40-15,0 0 0,0 0 0</inkml:trace>
  <inkml:trace contextRef="#ctx0" brushRef="#br0" timeOffset="5919.6779">4936 4571 0,'0'0'16,"0"41"15,40-41-15,-40 40-16,40 0 0,-40 0 16,40 0-16,0 0 0,-40 0 0,40 0 0,0 0 15,0 0-15,1 1 16,-1-1-16,0 0 0,0-40 0,0 40 0,0-40 15,0 40-15,0-40 0,1 0 0,-1 0 0,0 0 16,0 0-16,0 0 16,0 0-16,0-40 0,-40 0 15,0 0 1,0 0-16,-40-1 0,40 1 16,-40 0-16,40 0 15,-40 0-15,0 0 0,40 0 0,0 0 16,-40 0-1,40 0-15,-40 40 0,40-41 0,0 1 16,0 80 31,0 1-31,40 39-16,-40-40 15,0 0-15,0 40 0,40-40 16,-40 0-16,0 41 0,0-41 0,0 40 0,0-40 15,40 40-15,-40-40 0,0 41 0,0-41 0,40 0 16,-40 0-16,0 0 16,40 0-16,-40 0 0</inkml:trace>
  <inkml:trace contextRef="#ctx0" brushRef="#br0" timeOffset="6219.6997">6380 4852 0,'0'-40'16,"40"40"-16,0-40 15,0 40-15,1-40 0,-1 40 16,0 0-16,160-40 16,-119 40-1,79 0 1</inkml:trace>
  <inkml:trace contextRef="#ctx0" brushRef="#br0" timeOffset="6399.6392">6701 5374 0,'-80'40'0,"160"-80"0,-200 80 16,120-80 0,40-1-16,40 1 15,40 0 1,161-80-1,-200 120-15,79-40 0</inkml:trace>
  <inkml:trace contextRef="#ctx0" brushRef="#br0" timeOffset="6839.592">8467 4291 0,'0'0'15,"-40"0"16,-1 40-31,-79 120 32,80-160-32,-80 161 15,79-121-15,1 0 0,0 40 16,0-40 15,120-40-31,41-80 31,-1 40-31,161 0 16,-40 40 15,-81 0-15,-80 0 0</inkml:trace>
  <inkml:trace contextRef="#ctx0" brushRef="#br0" timeOffset="7109.5764">8667 4331 0,'-40'0'31,"80"0"-31,-120 0 0,40-40 16,40 80 0,80 40-1,-80-40-15,0 0 0,40 0 0,-40 41 0,40-1 16,-40-40-16,0 80 0,0-40 16,0 1-16,0 39 0,0-40 0,0 40 0,0 1 15,0-41-15,0 0 16</inkml:trace>
  <inkml:trace contextRef="#ctx0" brushRef="#br0" timeOffset="10039.4034">4294 8181 0,'0'40'47,"0"0"-32,0 0 1,-41-40 15,41-40-15,0 0 0,0 0-16,41 40 0,-1 0 31,-40-40-31,40 40 0,0 0 15,0 0-15,0 0 0,0 40 16,0-40-16,1 40 0,-1-40 16,0 40-16,-40 0 0,40 0 0,0 0 15,-40 1-15,0-1 16,0 0-16,0 40 0,0-40 0,0 0 0,-40 0 16,40 0-16,-40 0 0,40 1 15,-40-1-15,40 0 0,-40-40 0,40 40 0,-41-40 16,1 0-1,40-80 1,0 40-16,0-1 0,40 1 16,-40 0-16,41 40 0,-41-40 15,40 0-15,40 0 0,-80 0 0,40 0 16,0 0 0,-40 0-16,40-1 0,-40 1 0,40 0 15,-40 0-15,41 0 16,-1 0-16,-80 40 47,-1 40-16,41 0-31,0 0 0,-40-40 0,40 40 16,0 0-16,-40 1 15,40-1-15,0 0 0,0 0 0,0 0 0,0 0 16,0 0-16,0 0 0,40 0 15,-40 0-15,40 1 0,1-1 16,-1-40-16,0 40 0,0-40 0,0 0 0,0 0 16,0 0-16</inkml:trace>
  <inkml:trace contextRef="#ctx0" brushRef="#br0" timeOffset="12979.2497">5939 7660 0,'-40'0'47,"-1"40"-15,41 0-17,0 0-15,0 0 16,-40 40-16,40-40 0,-40 0 0,40 41 0,0-1 15,0-40-15,0 40 0,0-40 0,0 40 0,0-39 16,40 39-16,-40-40 16,0 40-16,40-40 0,-40 0 0,41 0 0,-41 0 15,40 1-15,0-1 0,0 0 16,0 0-16,0-40 0,0 40 0,0-40 0,1 0 16,-1 0-16,0 0 15,0 0-15,0-80 0,0 80 0</inkml:trace>
  <inkml:trace contextRef="#ctx0" brushRef="#br0" timeOffset="13219.2255">6300 8582 0,'0'0'0,"0"-40"15,40 40-15,40-80 16,121 40 0,-1-41 15,-79 81-15,-81 0-16</inkml:trace>
  <inkml:trace contextRef="#ctx0" brushRef="#br0" timeOffset="13679.2092">7022 8221 0,'0'0'0,"-40"0"15,40-40 1,40 40-1,-40 40 1,120 80 0,-79 81 15,-41-81-31,0-40 31,40-80-15,-40-40-16,40 40 15,-40-80-15,0 40 0,40 0 0,0 0 0,-40 0 16,40-41-16,-40 41 0,40-40 0,1 40 0,-41 0 16,40 0-16,0 0 15,-40 0-15,0-1 0,40 41 0,0 0 16,0 0 0,-40 41-16,0-1 0,40 0 15,-40 0 1,0 0-16,0 0 0,0 0 0,0 0 15,0 0-15,40 1 0,-40-1 0,0 0 0,0 0 16,0 0-16,0 0 16,0 0-16,0 0 0,0 0 0,41-40 15</inkml:trace>
  <inkml:trace contextRef="#ctx0" brushRef="#br0" timeOffset="13909.242">8386 8742 0,'0'0'0,"-40"0"16,0 40 0,80 1-1,0 119 1,-80 0-1,-40-79 1</inkml:trace>
  <inkml:trace contextRef="#ctx0" brushRef="#br0" timeOffset="14899.1788">9309 8221 0,'0'0'0,"-40"0"15,40-80 1,40-41 0,81 41 15,-81 80-31,40 40 31,-40 0-31,-40 1 0,0 119 31,-40 41-15,40-121-16,-40-40 31,40-120-15,80-121 0,41 81 15,-81 120-31,40 40 15,-40 40 1,40 40 0,-80-39 15,40-81-15,-40-40-1,121-161 1,-81 81-1,40 39 1,-40 41-16,41 80 31,-41 161-15,-40-41 0,0-39 15,0-41-16</inkml:trace>
  <inkml:trace contextRef="#ctx0" brushRef="#br0" timeOffset="15209.1615">10955 8141 0,'0'-40'16,"0"80"-16,80-80 0,-40 40 0,0 0 0,40 40 31,-40 160-15,-40-160 0,-80 81-1,40-81 1,-40-40-16,40-80 15,0-81 1,80 1 0,120 80 15,1 80-15</inkml:trace>
  <inkml:trace contextRef="#ctx0" brushRef="#br0" timeOffset="15619.1367">12038 7980 0,'-40'0'0,"80"0"0,-120 40 16,40-40-16,-41 0 16,-39 161-1,120-1 1,40-120-1,121 41 1,-81-81 0,40-81-1,-80-119 1,-80 120 0,-40-41-1,80 81-15,-80-160 16,40 120-1,40-1 1,0 162 0,0 159-1,80 81 17,0-80-17,0-161 1</inkml:trace>
  <inkml:trace contextRef="#ctx0" brushRef="#br0" timeOffset="16049.1102">13242 7700 0,'-40'0'0,"-1"0"15,1 120 1,0 80 15,40-79-31,0 79 31,0-79-31,0 39 16</inkml:trace>
  <inkml:trace contextRef="#ctx0" brushRef="#br0" timeOffset="16289.0235">13202 7940 0,'-41'0'32,"41"-40"-32,41 40 15,-41 40-15,40-40 16,-40 80-16,40-80 0,0 41 0,0-1 0,0-40 16,-40 40-16,40 0 0,0-40 15,-40 40-15,41-40 0,-41 40 0,40-40 0,0 40 16,-40 0-16,40-40 0,0 0 15,0 0 1,0-40-16,0 40 0,-40-40 16,41 40-16</inkml:trace>
  <inkml:trace contextRef="#ctx0" brushRef="#br0" timeOffset="16509.0284">13964 7780 0,'-40'0'15,"80"0"-15,-120-40 16,80 80 0,0 40-1,0-40 1,0 0-16,0 0 0,0 0 0,0 1 0,0-1 16,0 0-16,0 0 15,0 0-15,0 0 0,0 0 0,0 0 0,0 0 16,-40-40-16,40 41 0,0-1 0</inkml:trace>
  <inkml:trace contextRef="#ctx0" brushRef="#br0" timeOffset="16849.0622">14486 7379 0,'0'0'0,"40"0"31,0 0-31,40 120 16,-40 0-1,41 201 1,-122 40 15,-39-160-31,0-81 16,0-40 0,39-40-16</inkml:trace>
  <inkml:trace contextRef="#ctx0" brushRef="#br0" timeOffset="17778.9612">16251 8020 0,'-40'0'0,"0"0"0,40-40 31,80 40-31,-80-40 0,40 40 0,0-40 16,41 0-16,-41 0 0,0 40 15,40-40-15,-40 40 0,0 0 0,1 0 0,-1-40 16,0 40-16,0 0 0,0 0 15,-40 40-15,40-40 16,0 40-16,-40 0 0</inkml:trace>
  <inkml:trace contextRef="#ctx0" brushRef="#br0" timeOffset="17978.94">16693 8502 0,'-81'40'16,"41"-40"-16,120-40 31,-39 40-31,-1 0 16,0 0-16,0-40 0,0 40 0,40 0 0,-40 0 16,1 0-16,-1-40 15,0 40-15,0 0 0,0 0 0</inkml:trace>
  <inkml:trace contextRef="#ctx0" brushRef="#br0" timeOffset="19248.862">18378 7700 0,'0'-40'63,"0"-1"-48,80 41-15,-40 0 16,0 0 0,1 0-16,-1 0 0,0 0 0,0 41 15,0-41-15,0 40 0,0 0 16,0 0-16,-40 0 0,41 0 0,-41 0 0,0 0 15,0 0-15,0 0 0,0 1 0,0 39 0,-41-80 16,41 40-16,-40 0 16,40 0-16,-80-40 0,80 40 0,-40 0 15,0-40-15,40 40 0,-40-40 16,0 0-16,40-40 16,0 0-1,40 0-15,-40 0 0,80 0 0,-40 0 16,0 0-16,0 0 0,0-1 0,-40 1 15,41 0-15,-1 0 0,0 0 16,0 0-16,0 0 0,0 0 16,0 40-1,-40-40-15,40 0 0,-40-1 16,0 1 0,-40 40 30,40 40-46,-40-40 0,40 41 0,-80-41 16,80 40-16,-40 0 0,40 0 16,-40 0-16,40 40 0,0-40 0,0 0 0,-40 0 15,40 1-15,0-1 16,0 0-16,0 0 0,0 0 16,80-40-16,-40 40 0,0-40 15,0 0-15,0 0 0,41 0 0,-41 0 0,40 0 16,-40 0-16,0-40 0,40 40 0,-39-40 0</inkml:trace>
  <inkml:trace contextRef="#ctx0" brushRef="#br0" timeOffset="21048.7654">20384 7258 0,'-40'0'15,"0"0"-15,40-40 16,-40 40 0,0 40-1,40 41 1,0-41-16,0 0 0,0 40 0,0-40 0,-40 40 16,40 1-16,0-41 15,0 40-15,0 0 0,0-40 0,0 40 0,0-39 16,0-1-16,0 0 0,40 0 0,-40 0 0,40 0 15,-40 0-15,40-40 0,-40 40 16,40-40-16,0 0 0,0 0 0,0 0 0,1 0 16,-1 0-1,0 0-15</inkml:trace>
  <inkml:trace contextRef="#ctx0" brushRef="#br0" timeOffset="21378.7915">21106 7539 0,'-40'-40'15,"40"0"-15,-40 40 16,40 40 15,40 201-15,-40-161-1,0 161 1,40-121 0,-40-80 15</inkml:trace>
  <inkml:trace contextRef="#ctx0" brushRef="#br0" timeOffset="21638.7019">21106 7539 0,'0'0'15,"-40"-40"-15,40 0 16,0 0-1,40 40 1,1 160 15,-1-120-31,120 201 16,-160-201-16,80 40 16,-39-40-16,-1 1 15,0-1-15,0-40 16,0 0-1</inkml:trace>
  <inkml:trace contextRef="#ctx0" brushRef="#br0" timeOffset="21918.7581">21748 7539 0,'-80'-40'15,"160"80"-15,-160-120 0,40 0 16,40 40 0,0 80 15,0 0-15,40 0-16,-40 0 0,0 0 0,0 0 15,40 0-15,-40 41 0,0-41 16,0 0-16,40 0 0,-40 0 0,0 0 0,0 0 15,0 0-15,0 0 0,0 1 0,0-1 0,0 0 16,0 0 0</inkml:trace>
  <inkml:trace contextRef="#ctx0" brushRef="#br0" timeOffset="22288.7358">22471 7660 0,'-40'0'32,"0"0"-32,80 0 31,0 0-31,0 0 16,0 0-16,0 0 0,0-41 15,0 41-15,1-40 0,-1 40 0,0 0 0,0-40 16,0 40-16,0 0 0,0 0 0,-40-40 15,40 40 1</inkml:trace>
  <inkml:trace contextRef="#ctx0" brushRef="#br0" timeOffset="22878.6288">23273 7339 0,'0'0'31,"0"-40"-31,0 80 31,40 0-15,1 0-16,-41 0 0,40 0 16,-40 0-16,0 0 15,40 0-15,-40 1 0,0-1 0,0 0 16,0 0-16,0 0 16,-40-40-16,40 40 0,0-80 46,0 0-46,0 0 0,0 0 0,40 0 16,-40-1-16,40 1 0,-40 0 16,40 40-16,-40-40 0,40 0 0,-40 0 0,40 40 15,-40-40-15,40 40 16,1 0-16,-1 0 16,0 0-1,-40 40-15,0 0 0,40 0 16,-40 0-16,40 0 0,-40 0 15,0 1-15,0-1 16,0 0-16,40 0 16,-40 0-16,0 0 15,40-40-15,0 40 16,1-40 0,-41 40-16,40-40 0,0 0 31,-40-40-31</inkml:trace>
  <inkml:trace contextRef="#ctx0" brushRef="#br0" timeOffset="23228.6361">24317 6938 0,'40'0'15,"-40"40"1,40 0-16,-40 0 0,40 0 16,0 0-16,-40 0 0,40 0 0,-40 41 0,40-41 15,-40 40-15,0-40 16,0 40-16,0-40 0,0 41 0,-40-1 0,0 0 16,0-40-16,-40 40 0,40 0 15,-41 1-15,1-1 0</inkml:trace>
  <inkml:trace contextRef="#ctx0" brushRef="#br0" timeOffset="29238.2485">4253 10587 0,'0'-40'219,"41"40"-204,-41-40-15,40 40 0,0-40 16,-40 0-1,40 40-15,-40-40 0,40 40 0,0-40 16,0 40 0,0 0-16,1 0 15,-1 0 1,-40 40-16,40-40 0,0 0 16,0 40-16,-40 0 15,40-40-15,-40 40 0,40-40 0,-40 40 16,0 0-16,40-40 0,-40 40 0,0 0 15,0 1 1,0-1-16,0 0 0,0 0 0,0 0 16,-40 40-16,0 0 15,0-40-15,40 1 0,-40-1 0,40 0 16,-40-40-16,0 0 16,40-40-1,0 0-15,0-1 16,40 1-16,-40-40 15,40 80-15,-40-80 0,40 40 0,0 0 0,-40 0 16,40 40-16,-40-40 16,40-1-16,-40 1 0,41 40 0,-41-40 0,40 40 15,0-40-15,-40 0 0,40 40 16,0-40-16,-40 0 16,40 40-16,-40-40 31,-40 40 31,40-40-46,-40 40 0,40 40-1,0 0-15,0 0 0,-40-40 16,40 40-16,0 0 15,0 0-15,0 0 16,0 0-16,0 1 16,0-1-16,0 0 0,40 0 15,-40 0 1,0 0-16,40-40 0,-40 40 0,40-40 16,-40 40-16,40-40 0,0 0 15,1 0-15,-1-80 0,0 80 16</inkml:trace>
  <inkml:trace contextRef="#ctx0" brushRef="#br0" timeOffset="29968.2194">6500 9905 0,'-40'81'78,"0"-41"-62,40 0-16,-40 0 15,40 0-15,-40 0 0,40 0 16,0 0-16,0 0 15,0 1-15,0-1 0,0 0 0,0 0 0,0 0 16,0 0-16,0 0 16,40-40-16,-40 40 0,40 0 0,-40 1 0,40-1 15,0-40-15,1 40 0,-41 0 16,40 0-16,0-40 0,0 40 0,0-40 0,0 40 16,0-40-16,0 0 15</inkml:trace>
  <inkml:trace contextRef="#ctx0" brushRef="#br0" timeOffset="30708.2307">7303 10266 0,'0'0'16,"-40"0"62,0 0-63,40 40-15,0 1 16,-40-41-16,40 40 0,-41 0 16,41 0-1,0 0-15,0 0 0,0 0 16,0 0-16,41-40 0,-41 40 0,40-40 0,0 41 15,0-41 1,0 0-16,0 0 0,0 0 16,1 0-16,-1-41 15,0 1-15,0 0 16,-40 0-16,0 0 0,0 0 16,0 0-16,0 0 0,-40 40 15,40-40-15,-40 40 0,40-41 0,-40 41 0,-1-40 16,1 40-1,80 0 64</inkml:trace>
  <inkml:trace contextRef="#ctx0" brushRef="#br0" timeOffset="31738.0964">8427 10587 0,'0'40'47,"40"-40"-31,-40 40-16,0 1 0,40-1 15,-40 0 1,0 0-16,0 0 0,0 0 0,0 0 0,-40 0 16,40 0-16,-81 0 15,41 1-15,40-1 0,-40 0 0,0 0 0</inkml:trace>
  <inkml:trace contextRef="#ctx0" brushRef="#br0" timeOffset="32398.1294">9069 10186 0,'0'0'16,"0"-40"-16,40 40 31,0 0-31,40 0 32,0 160-17,-40-39 1,-40-1-1,0-160 17,0-40-17,0 40 1,0 0-16,0-1 0,0 1 0,81 0 16,-81 0-16,0 0 15,40 40-15,-40-40 0,40 40 0,0 0 16,0 0-16,0 0 0,0 40 15,1 0 1,-41 40-16,40-80 0,-40 40 0,0 1 16,40-1-16,-40 0 0,0 0 15,40-40-15,-40 40 0,40-40 47,-40-40-47,0 0 0,40 0 16,-40 0-1,40 40-15</inkml:trace>
  <inkml:trace contextRef="#ctx0" brushRef="#br0" timeOffset="33138.0121">9831 10306 0,'0'0'16,"40"0"15,-40-40-15,0 0-16,40 40 16,-40-40-1,40 40-15,-40-40 0,40 40 0,-40-40 16,41 40-16,-41-40 0,40 40 15,0 0 1,0 0-16,0 0 16,-40 40-1,40 0-15,-40 0 0,0 0 0,40-40 16,-40 40-16,0 0 0,40 1 16,1-1-16,-41 0 0,40-40 0,-40 40 15,40 0-15,0 0 0,0 0 16,0-40-1</inkml:trace>
  <inkml:trace contextRef="#ctx0" brushRef="#br0" timeOffset="33437.9938">10955 10226 0,'40'0'0,"-40"40"15,40 0 1,-40 1 0,0 39-1,-80 0 1,39-40 0,41 0-16,-120-40 15,80-80-15,40 40 16,0 0-16,-40-81 15,40 81-15,80 40 0,-80-40 16,120 0 0,-39 40-1</inkml:trace>
  <inkml:trace contextRef="#ctx0" brushRef="#br0" timeOffset="33898.0403">11637 10106 0,'-121'0'16,"242"0"-16,-282 0 0,121 0 16,0 0-16,0 80 15,0 81 1,80-41-1,40-80 17,-40-40-32,0 0 0,41 0 31,-41-40-31,0-40 0,-40 40 0,0-1 16,0 1-16,0 0 15,0 0-15,-40 0 0,40 0 0,-40 0 0,40 0 16,-41 0-16,41 0 0,-40-1 0,40 1 0,-40 0 15,40 0-15,-40 0 16,40 0-16,0 80 31,0 40-31,40-80 0,-40 40 16,0 0-16,0 1 16,0 39-16,40-40 0,-40 0 0,40 0 0,-40 40 15,41-40-15,-41 0 0,0 1 0,40-1 0,-40 40 16,40-40-16,-40 0 0,40 0 15,-40 0-15,40 0 0,0-40 16</inkml:trace>
  <inkml:trace contextRef="#ctx0" brushRef="#br0" timeOffset="34747.9891">12840 9785 0,'0'0'0,"0"40"63,-40-40-48,40 40-15,-40-40 0,40 40 0,-40 1 0,0-1 16,40 0-16,-40 0 16,40 0-16,-40-40 0,40 40 0,-40 0 0,40 0 15,0 0-15,0 0 16,40-40-1,0 0-15,0 0 16,0 0-16,0 0 0,0 0 16,0-40-16,1 40 0,-1-40 0,0 40 0,40-40 15,-40 40-15,0 0 16,0 0-16,1-40 0,-1 40 0,0 0 0,0 0 16,0 0-16,0 0 15,0 0-15,-40 40 16</inkml:trace>
  <inkml:trace contextRef="#ctx0" brushRef="#br0" timeOffset="35037.8978">13121 9865 0,'0'0'0,"-40"0"47,40 40-31,0 41-16,0-41 16,0 0-16,0 0 15,0 0-15,40 0 0,-40 0 0,0 0 0,40 0 16,-40 41-16,41-41 0,-41 0 0,0 0 0,0 0 15,0 0-15,0 0 0,40-40 16,-40 40-16,0 1 0,40-41 16</inkml:trace>
  <inkml:trace contextRef="#ctx0" brushRef="#br0" timeOffset="35357.9512">13763 9585 0,'0'40'16,"0"0"0,40 40-1,161 161 1,-161 200 0,-281 0-1</inkml:trace>
  <inkml:trace contextRef="#ctx0" brushRef="#br0" timeOffset="37001.5443">15810 10387 0,'0'-40'16,"40"40"-16,-40-41 15,40 41-15,0-40 16,0 40-16,0-40 0,1 40 0,-1 0 0,0-40 16,0 40-16,0 0 0,0 0 15,0-40-15,0 40 0,1 0 0,-1 0 0,0 0 16,0 0-16,0 0 15,0 0-15</inkml:trace>
  <inkml:trace contextRef="#ctx0" brushRef="#br0" timeOffset="37201.5686">16171 10788 0,'-40'40'15,"0"-40"-15,120-40 16,-40 40 0,-40-40-16,80 40 15,-40-40-15,1 40 0,-1-41 0,40 41 0,-40-40 16,0 40-16,40-40 0,1 0 0,-41 40 0</inkml:trace>
  <inkml:trace contextRef="#ctx0" brushRef="#br0" timeOffset="38191.2713">17856 10146 0,'-40'0'16,"40"-40"-1,0 0 1,0 0-1,40 40-15,0-40 16,0 40 0,1 0-16,-1 0 0,0 0 0,0 0 15,0 0-15,0 0 0,0 0 0,1 0 16,-1 40-16,0-40 0,0 0 16,-40 80-16,0-40 0,0 0 15,0 0-15,0 0 16,-40 0-16,40 1 0,-40-1 0,40 0 0,-40 0 15,40 0-15,-81 0 0,81 0 16,-40-40-16,40-40 31,40 40-31,-40-40 0,40 0 0,1 0 16,-1 0-16,0 0 0,-40-1 0,40 1 16,0 0-16,-40 0 0,40 0 15,0 0-15,0 0 0,1 0 16,-1 0-16,0 40 0,-40-40 15,40-1-15,0 41 0,-40-40 0,40 40 0,-40-40 16,0 0 0,-40 40-1,0 40 17,0 0-32,40 0 0,0 1 0,0-1 15,-40 0-15,40 0 0,0 0 16,0 0-16,0 0 0,0 0 0,0 0 0,0 0 15,0 1-15,0-1 16,40-40-16,-40 40 0,40-40 0,-40 40 16,40-40-16,0 0 15,0 0-15,0 0 0,1 0 0,-1 0 0,0 0 16,0 0-16</inkml:trace>
  <inkml:trace contextRef="#ctx0" brushRef="#br0" timeOffset="38561.2582">19983 9504 0,'-40'0'16,"0"0"-1,-41 81 1,41-41-16,-40 160 31,40-39-31,80 119 31,161-39-15,-121-201 0,40 0-16,41 0 15</inkml:trace>
  <inkml:trace contextRef="#ctx0" brushRef="#br0" timeOffset="39001.2167">21026 7980 0,'-40'0'31,"0"0"-31,40 40 0,-40-40 16,0 0-16,40 41 15</inkml:trace>
  <inkml:trace contextRef="#ctx0" brushRef="#br0" timeOffset="40181.3509">21347 9665 0,'-40'0'0,"0"0"16,0 0 0,40 40-1,-40-40-15,40 40 0,-40-40 0,40 40 0,-41 0 16,41 0-16,-40-40 0,0 40 0,40 1 0,-40-1 16,0 0-16,0 0 0,0 0 15,0-40-15,-1 40 0,1 0 0,0 0 0,0 0 16,0-40-1,80 0 17,0 0-32,0 0 15,0 0-15,1 0 0,-1 0 0,-40-40 16,40 40-16,0 0 16,0-40-16,0 40 0,0 0 0,0 0 15,1 0-15,-1-40 0,0 40 16,40 0-16,-40 0 0,0 0 0,0 0 0,1 0 15,39 0-15,-40 0 16,0 0-16,0 0 0,0 0 0,0 0 16,1 0-16,-1-40 15</inkml:trace>
  <inkml:trace contextRef="#ctx0" brushRef="#br0" timeOffset="40587.3316">21267 9785 0,'0'0'0,"-40"0"16,0 0-16,40-40 16,40 40 31,-40 40-16,0 0-16,0 40-15,0-39 0,40-1 16,-40 0-16,0 40 0,0-40 16,0 0-16,0 40 0,0-40 0,0 1 0,0 39 15,0-40-15,40 0 0,-40 0 0,0 0 0,0 0 16,0 0-16,0 1 16,40-41-16,-40 40 0</inkml:trace>
  <inkml:trace contextRef="#ctx0" brushRef="#br0" timeOffset="41721.3367">22471 10186 0,'-40'0'32,"80"0"124,0 0-156,0 0 15,0 0-15,0 0 0,0 0 0,1 0 0,39 0 16,-40 0-16,0-40 0,40 40 16,-40 0-16,41 0 0,-41 0 0,0-40 15,0 40-15,0 0 0,0-40 0,0 40 0,1 0 0,-1 0 32,-40-40-32,-40 40 31,-1 0-16,41 40 1,0 0 15,-40-40 16</inkml:trace>
  <inkml:trace contextRef="#ctx0" brushRef="#br0" timeOffset="42741.3137">24638 9585 0,'0'-41'62,"0"1"-30,-41 40-17,1 0 17,0 0-17,0 0 1,40 40-1,-40-40-15,40 41 16,-40-41-16,40 40 0,-40-40 0,40 40 0,-40-40 16,40 40-1,0 0-15,-41-40 0,41 40 0,0 0 16,0 0-16,0 0 0,0 1 0,0-1 16,0 0-16,0 0 15,41 0-15,-41 0 16,40-40-16,0 0 15,0 0-15,0 0 0,0 0 16,0 0-16,0-40 0,1 0 16,-1 40-16,0-40 0,0 0 0,-40 0 15,40 40-15,0-41 0,-40 1 0,40 40 0,-40-40 16,0 0-16,40 40 16,-40-40-16,0 0 0,0 0 15,0 0-15,-40 40 16,40-40-16,0-1 0,-40 41 0,40-40 15,-40 40 1,40-40-16,-40 40 0,40-40 16,-40 40-1,0 0-15,0 0 0,40 40 16,-41-40-16,1 40 0,0 0 16,0 1-1</inkml:trace>
  <inkml:trace contextRef="#ctx0" brushRef="#br0" timeOffset="43201.3041">25119 9143 0,'40'0'47,"0"0"-32,0 0-15,1 0 0,-1 0 16,0 0-16,-40 41 16,40-1-16,-40 0 0,40 0 0,-40 0 15,0 0-15,0 0 0,0 0 16,0 40-16,0-39 0,0-1 0,0 0 0,0 0 15,0 0-15,0 0 16,0 40-16,0-40 0,0 1 0,-40-1 0,40 0 16,-40 40-16,0-40 0,0 0 15,-1 0-15,1 0 0,0 0 0,0 1 0,0-1 16,40 0-16,-40-40 0,0 40 0</inkml:trace>
  <inkml:trace contextRef="#ctx0" brushRef="#br0" timeOffset="45011.5858">27366 9504 0,'0'0'0,"-40"0"0,0 0 0,40-40 16,-40 40-1,40-40-15,0 0 0,80 40 0,-80-40 16,40 40-16,0-40 0,0 40 0,1 0 0,39-40 16,-40 40-16,0 0 0,40 0 15,-40 0-15,41 0 0,-1 0 0,-40 0 0,40 0 16,-40 0-16,1 0 15,-1 0-15,0 0 0,0 40 0,0-40 0</inkml:trace>
  <inkml:trace contextRef="#ctx0" brushRef="#br0" timeOffset="45211.6423">27607 10066 0,'0'0'0,"-80"0"31,200-40-15,0 0-1,121 0-15,-80-1 16,-1 1-16</inkml:trace>
  <inkml:trace contextRef="#ctx0" brushRef="#br0" timeOffset="45661.5801">28650 9424 0,'0'-40'15,"40"40"1,0 40 0,81 161-1,-121-121 1,-121 80-1,81-120 1,-80 1 0,160-122-1,121-79 1,-41 80 0,-80 40-1,121-121 1,-161 121-16,40-40 15,-40 0 17,-80 80-17,80 40-15,-41 80 16,1-80-16,40 0 0,-40 81 16,40 79 15,40-160-31,81 40 31,119-39-15</inkml:trace>
  <inkml:trace contextRef="#ctx0" brushRef="#br0" timeOffset="45921.331">29653 9304 0,'0'0'0,"-40"0"15,0 0-15,0 80 16,0 121 0,40 39 15,80-79-16,41-121 1,-41-40-16,-40 0 0</inkml:trace>
  <inkml:trace contextRef="#ctx0" brushRef="#br0" timeOffset="46191.5943">30536 9504 0,'-80'0'0,"40"0"16,0 40-16,-81 1 16,41 79-1,40-80 1,0 0 0,40 0-1,40-40 1,161 0-16,-1 0 31,-120 0-31,41-40 31</inkml:trace>
  <inkml:trace contextRef="#ctx0" brushRef="#br0" timeOffset="46411.3572">30616 9625 0,'0'0'16,"-40"0"-1,40 40 1,-40 160 0,0-79-1,0 39 1,-40 41-1,80-121 1,0 0-16</inkml:trace>
  <inkml:trace contextRef="#ctx0" brushRef="#br0" timeOffset="46611.3125">31218 9585 0,'-40'80'32,"80"-160"-32,-120 200 0,40-40 0,0 0 0,-40 201 15,-201 120 17,80-240-32,-80 39 0</inkml:trace>
  <inkml:trace contextRef="#ctx0" brushRef="#br0" timeOffset="69191.6695">4494 12432 0,'40'0'15,"-40"-40"-15,40 40 0,-40-40 16,41 40-16,-41-40 0,40 40 16,-40-40-1,40 40-15,0 0 31,0 0-31,0 40 16,0 0 0,0-40-16,1 0 0,-1 40 15,-40 0-15,40-40 0,-40 40 16,40 0-16,-40 0 0,0 0 0,0 1 16,0-1-16,0 0 0,-40-40 0,40 40 0,-40 0 15,40 0-15,-40 0 0,-1 0 16,41 0-16,-40-40 0,40 41 15,-40-41-15,40-41 32,40 1-32,-40 0 15,40 0-15,1 0 0,-41 0 16,40 0-16,0 0 0,-40 0 0,40 40 0,0-41 0,0 1 16,-40 0-16,40 40 15,0-80-15,1 80 0,-41-40 0,40 0 0,0 0 16,-40 0-16,40 0 15,-40-1-15,40 1 0,-40 0 16,-40 40 15,0 0-15,40 40-16,-40-40 0,40 40 0,-40-40 16,40 41-16,-41-1 0,41 0 0,-40 0 0,40 0 15,-40 0-15,40 0 0,0 0 16,0 0-16,-40 0 0,40 1 0,0-1 0,0 0 15,0 0 1,0 0-16,40-40 0,-40 40 0,40 0 16,41-40-16,-41 0 15,0 0-15</inkml:trace>
  <inkml:trace contextRef="#ctx0" brushRef="#br0" timeOffset="69701.6363">6380 11991 0,'-40'0'16,"0"0"0,0 0 15,40 40-15,-40 0-1,40 0-15,0 0 16,0 0-16,-41 1 0,41-1 0,0 0 0,0 0 15,-40 0-15,40 40 16,0-40-16,0 0 0,0 0 0,0 1 0,0-1 16,40 0-16,1 0 15,-41 0-15,40 0 0,0 0 0,0 0 16,0-40-16,0 0 0</inkml:trace>
  <inkml:trace contextRef="#ctx0" brushRef="#br0" timeOffset="70621.5867">6821 12392 0,'-40'0'16,"0"0"-1,80 0 48,0 0-63,1 0 0,-1 0 0,0 0 16,0 0-16,0 0 0,40 0 0,-40 0 0,1-40 15,-1 40-15,0 0 0,40 0 16,-40 0-16,0 0 0,1 0 0</inkml:trace>
  <inkml:trace contextRef="#ctx0" brushRef="#br0" timeOffset="71021.5564">7744 11991 0,'-40'0'15,"40"-40"1,-40 40-1,40 40 32,0 0-47,40 0 16,-40 0-16,0 0 0,0 0 16,0 1-16,0-1 15,0 0-15,0 0 0,0 0 0,0 0 0,0 0 16,0 0-16,0 0 15,0 0-15,0 1 0,0-1 0,0 0 16,0 0-16</inkml:trace>
  <inkml:trace contextRef="#ctx0" brushRef="#br0" timeOffset="71331.5549">8266 12753 0,'-40'0'16,"40"40"-1,0 0-15,40 40 32,-40 81-17,-160-1 1,119-80-16</inkml:trace>
  <inkml:trace contextRef="#ctx0" brushRef="#br0" timeOffset="72901.4444">9109 12272 0,'-40'0'16,"80"0"15,0 0-31,0 0 16,0 0 0,0 40-16,-40 0 0,0 0 15,40-40-15,-40 40 0,0 0 16,0 0-16,0 0 0,0 0 0,0 1 15,0-1-15,-40-40 16,40 40-16,0 0 0,0-80 31,40 0-15,-40 0-16,40-1 0,-40 1 16,41 0-1,-41 0-15,40 40 0,-40-40 0,40 40 16,-40-40-16,0 0 0,40 40 15,0 0-15,-40-40 0,40 40 0,0 0 16,0 0 0,-40 40-16,41-40 15,-41 40-15,40 0 0,-40 0 0,40-40 16,-40 40-16,0 0 16,0 0-16,0 1 0,0-1 15,0 0 1,0 0-16,0 0 15,0 0 1</inkml:trace>
  <inkml:trace contextRef="#ctx0" brushRef="#br0" timeOffset="73341.4359">9791 12633 0,'0'-41'15,"0"1"1,0 0 15,40 40-31,0-40 16,0 40-1,-40-40-15,40 40 0,0 0 0,1 0 16,-1 0-16,0 0 16,0 0-1,0 0-15,-40 40 16,40-40-16,-40 40 0,0 0 15,0 0-15,0 1 16,0-1-16,0 0 16,0 0-16,0 0 0,0 0 15,40 0-15,0-40 16,1 0 0</inkml:trace>
  <inkml:trace contextRef="#ctx0" brushRef="#br0" timeOffset="73651.402">10914 12432 0,'0'0'0,"0"-40"0,41 40 16,-1 0-16,0 40 16,0 0-1,0 40 1,-40-40-16,0 1 15,-160 39 17,79-40-17,1-80 1,40-121 0,120 81 15,41 40-16,-1 40 1</inkml:trace>
  <inkml:trace contextRef="#ctx0" brushRef="#br0" timeOffset="74111.4463">11757 12312 0,'-40'0'16,"80"0"-16,-160 40 16,80-40-16,40 40 0,-41 0 15,-39 120 17,80-79-17,40-81 1,0 0-16,81-40 31,-41-81-15,-80-39-1,0-1 1,0 41 15,-80 80-15,80 80-1,0 161 17,40 39-17,-40-39 1,40-81 0,-40-80-16</inkml:trace>
  <inkml:trace contextRef="#ctx0" brushRef="#br0" timeOffset="74681.3409">12881 12232 0,'-41'0'0,"1"40"0,0-40 32,40 40-32,0 0 0,0 0 15,0 0-15,0 0 0,0 0 16,0 0-16,0 0 0,0 41 0,0-41 15,0 0 1,0 0-16,0 0 0,40 0 0,-40 0 16,0 0-16</inkml:trace>
  <inkml:trace contextRef="#ctx0" brushRef="#br0" timeOffset="74951.3207">12800 12392 0,'0'0'0,"-40"0"15,120 0 17,81 40-17,-41 40 1,1-40-16,39 0 31,-39 1-15,-41-41-1,-40-41-15</inkml:trace>
  <inkml:trace contextRef="#ctx0" brushRef="#br0" timeOffset="75171.3812">13563 12151 0,'0'0'16,"-40"0"-1,40 40-15,0 1 16,0-1 0,40 160 15,-40-80-16,40-39 1</inkml:trace>
  <inkml:trace contextRef="#ctx0" brushRef="#br0" timeOffset="75471.3076">14325 11830 0,'0'-40'15,"0"80"-15,0-40 16,120 121 15,41 119-15,-41 1-1,-200 0 1,-40-161 0,-1 0-16</inkml:trace>
  <inkml:trace contextRef="#ctx0" brushRef="#br0" timeOffset="76141.2494">15810 12191 0,'0'0'0,"-40"0"16,80 0 15,0-40-15,0 40-16,40 0 0,-40 0 0,1 0 0,39 0 15,-40 0-15,0 0 0,40 0 16,-40-40-16,1 40 0,-1 0 0,0 0 0,0 0 15,0 0 1</inkml:trace>
  <inkml:trace contextRef="#ctx0" brushRef="#br0" timeOffset="76357.6125">16211 12673 0,'-40'0'16,"80"0"-16,-120 0 0,120 0 31,40 0-31,-40 0 0,0-40 16,1 40-16,-1 0 0,0 0 16,0 0-16,0 0 0,0-41 0,0 41 0,0-40 15,1 40-15</inkml:trace>
  <inkml:trace contextRef="#ctx0" brushRef="#br0" timeOffset="77017.465">17495 12071 0,'-40'0'16,"40"-40"-1,0 0-15,40 40 0,40 0 16,-40 0 0,1 0-16,-1 0 0,0 40 15,0-40-15,0 40 0,-40 0 0,40 0 16,-40 0-16,40 1 0,-40-1 0,0 0 0,0 0 16,0 0-16,0 0 0,-40-40 15,40 40-15,-80 0 0,80 0 0,-40-40 16,0 40-16,0 1 15,80-82 1,0 1 0,0 40-16,0-40 15,0 0-15,0 0 0,0 0 0,-40 0 16,41 0-16,-1 0 0,0 40 0,-40-81 16,40 41-16,0 0 0,0 0 15,-40 0-15,40 0 0,-40 0 0,0 0 16,-40 40-1,0 0 1,40 40 0,0 0-16,-40-40 15,40 40-15,-40 0 0,40 0 16,0 0-16,0 0 0,0 1 0,0-1 16,0 0-16,0 0 0,0 0 0,40 0 15,-40 0-15,40-40 0,-40 40 16,40-40-16,-40 40 0,40-40 0,1 0 15,-1 0 1</inkml:trace>
  <inkml:trace contextRef="#ctx0" brushRef="#br0" timeOffset="77427.3164">19221 11670 0,'-41'0'0,"-39"40"15,40 0-15,-40 40 32,40 1-32,0 119 15,40-120 1,40 81-1,80-81 1,0-40 0,81 0-16</inkml:trace>
  <inkml:trace contextRef="#ctx0" brushRef="#br0" timeOffset="80437.2761">20224 11790 0,'0'40'766,"0"1"-688,-40-41-78,40 40 16,-41 0-16,41 0 0,0 0 15,-40-40-15,40 40 16,0 0-16,0 0 15,0 0-15,0 1 16,40-41-16,-40 40 16,0 0-16,41-40 0,-41 40 15,0 0 1,0-80 31,0 0-47,0 0 0,0 0 15,0-1 1,0 1-16,0 0 0,0 0 16,0 0-16,0 0 0,0 0 15,-41 0-15,41 0 0,0-1 16,0 1 0,0 0-16,0 0 15,41 40-15,-1 0 16,-40 40-1,40 0 1,0 0-16,-40 1 0,40-1 16,-40 0-16,40 0 0,-40 0 15,40-40-15,-40 40 16,0 0-16,40-40 0,-40 40 0,41-40 16,-1 40-16,0 1 15,0-41-15,0 0 0,0 40 16,0-40-16,0 0 0,1 0 15,-1 0 1,0-40 0,-40-1-1,0 1-15,0 0 16,0 0-16,0 0 16,0 0-16,0 0 15,-40 0-15,40 0 16,0-1-16,40 41 78</inkml:trace>
  <inkml:trace contextRef="#ctx0" brushRef="#br0" timeOffset="80683.2795">21307 12031 0,'-40'0'16,"80"0"-16,0 0 16,121 0 15,-121-40-31,40 40 15,-40-40-15,0 40 0,81 0 16,39-40 0,-79 0-1</inkml:trace>
  <inkml:trace contextRef="#ctx0" brushRef="#br0" timeOffset="81197.2144">22310 11630 0,'0'-40'15,"0"0"32,40 40-47,1 0 0,-41 40 16,40 0-16,0 0 15,-40 0-15,0 0 16,0 0-16,40-40 0,-40 40 16,0 1-16,0-1 0,0 0 15,-40-40-15,40 40 16,0-80 15,40 40-31,-40-40 0,40 40 0,-40-40 16,40-1-16,-40 1 0,80 0 15,-80 0-15,41 40 0,-41-40 0,40 40 16,-40-40-16,40 40 0,0 0 0,0 40 31,-40 0-15,40-40-16,-40 40 0,0 0 15,0 0-15,40 1 0,-40-1 16,40 0 0,1 0-1,-1-40 1,0 40-16</inkml:trace>
  <inkml:trace contextRef="#ctx0" brushRef="#br0" timeOffset="81467.2925">23715 11590 0,'0'0'0,"40"0"31,-40 40-31,40-40 15,-40 40-15,40-40 0,-40 40 0,40 0 0,-40 0 16,0 0-16,0 1 0,40-1 16,-40 0-16,0 0 0,0 0 0,0 0 15,-40 0-15,40 0 16,-40 0-16,40 1 0,-80-41 0,80 40 0,-40-40 16,0 40-16,-1-40 0</inkml:trace>
  <inkml:trace contextRef="#ctx0" brushRef="#br0" timeOffset="81707.5722">24517 11951 0,'0'-40'0,"0"80"0,40-80 31,-40 0-31,40 40 0,81 0 16,39-41 0,-79 41 15</inkml:trace>
  <inkml:trace contextRef="#ctx0" brushRef="#br0" timeOffset="81877.1116">24517 12392 0,'40'0'32,"0"0"-32,41-40 15,-41 40-15,0 0 0,0-40 0,0 40 16,0-40-16</inkml:trace>
  <inkml:trace contextRef="#ctx0" brushRef="#br0" timeOffset="82467.4809">25400 11710 0,'-40'0'16,"80"0"-16,-40 0 31,40 0-31,0 40 15,0-40-15,-40 40 0,81 0 0,-81 1 16,40-1-16,-40 0 16,40 0-16,-40 0 0,0 0 0,0 0 0,-40-40 15,40 40-15,-80 0 0,80 1 16,-41-41-16,41 40 0,-40-40 0,0 40 0,40 0 16,-40-40-16,40-40 31,80 40-31,-80-40 0,81 40 0,-41-40 0,0-1 15,0 1-15,40 0 0,-40 40 16,41-40-16,-41 0 0,0 0 0,0 0 0,-40 0 16,40 40-16,0-40 15,-40-1-15,0 1 0,40 40 0,-40-40 16,0 0 0,-80 40-16,40 0 15,0 0-15,40 40 0,0 0 16,-40 0-16,40 1 15,-40-1-15,40 0 0,0 0 0,0 0 0,-41 0 16,41 0-16,0 0 0,0 0 16,0 1-16,81-1 0,-81 0 0,0 0 0,40-40 15,-40 40-15,40-40 16,-40 40-16,40-40 0,0 0 0,0 0 0,0 0 16,1 0-16,-1 0 0</inkml:trace>
  <inkml:trace contextRef="#ctx0" brushRef="#br0" timeOffset="82797.1294">26804 11510 0,'-40'0'16,"80"0"-16,-120 0 0,40 0 31,40 40-31,-40 40 16,40 40-16,0 161 31,40-201-31,80 121 31,-39-81-15,-1-120-1</inkml:trace>
  <inkml:trace contextRef="#ctx0" brushRef="#br0" timeOffset="83587.2542">20545 12592 0,'40'0'15,"-40"41"-15</inkml:trace>
  <inkml:trace contextRef="#ctx0" brushRef="#br0" timeOffset="85697.2784">27567 11790 0,'-40'0'157,"40"40"-157,-40-40 15,40 41-15,-41-41 0,1 40 16,40 0-16,-40-40 0,40 40 0,-40-40 15,40 40-15,-40-40 16,40 40-16,-40-40 0,40 40 16,40-40 31,0 0-32,0 0-15,0 0 16,0 0-16,1 0 0,-1 0 15,0 0-15,0 0 0,0 0 0,0 0 16,0 0-16,0 0 16,1 0-16,-1 0 0,0 0 0,0 0 15,0 0 1</inkml:trace>
  <inkml:trace contextRef="#ctx0" brushRef="#br0" timeOffset="85997.3096">27727 11911 0,'0'-40'16,"-40"40"-1,40-41 1,-40 41-1,40 41-15,40-1 32,0 120-17,0 1 1,-40-41 0,0-40-1,0-40 1</inkml:trace>
  <inkml:trace contextRef="#ctx0" brushRef="#br0" timeOffset="86447.327">28690 12031 0,'0'0'0,"-40"0"0,40-40 47,40 40-16,0 0-31,1 0 0,-1 0 16,0 0-16,0-40 15,0 40-15,0 0 0,0 0 0,1 0 16,-1 0-16,0 0 0,0-40 16,0 40-1,-40 40 48,-80-40-63</inkml:trace>
  <inkml:trace contextRef="#ctx0" brushRef="#br0" timeOffset="86817.2315">29573 11550 0,'0'-40'15,"0"80"48,0 0-47,0 0-16,0 0 0,40 40 15,-40-40 1,0 0-16,0 1 0,0-1 0,0 0 0,0 0 15,0 0-15,0 0 16,0 0-16,0 0 0,0 0 0,0 1 31</inkml:trace>
  <inkml:trace contextRef="#ctx0" brushRef="#br0" timeOffset="87167.3529">30095 11590 0,'-40'-40'15,"80"80"-15,-120-80 16,80 80 0,40 0-1,0 40 1,120 121 0,-120-81-1,-80 121 1,-80-161-1,-81 80 1,161-120-16</inkml:trace>
  <inkml:trace contextRef="#ctx0" brushRef="#br0" timeOffset="87507.2945">30737 11991 0,'0'0'0,"-80"40"16,120-40 15,0 0-15,40 0-16,-40 0 0,0 0 16,0-40-16,1 40 0,-1 0 0,0 0 15,0 0-15,0 0 0,0 0 0,0 0 16,0 0-16,1 0 0</inkml:trace>
  <inkml:trace contextRef="#ctx0" brushRef="#br0" timeOffset="87727.2734">30857 12352 0,'-40'0'15,"40"40"17,40-40-32,40 0 31,81 0-15,-41-80-16</inkml:trace>
  <inkml:trace contextRef="#ctx0" brushRef="#br0" timeOffset="88747.2576">31419 11710 0,'-40'0'0,"0"0"32,80 0-1,-40-40 110,40 40-126,0 0-15,0 0 16,0 0-1,0 40-15,-40 0 16,41 0-16,-41 0 16,0 1-16,0-1 0,0 0 0,0 0 15,0 0-15,-41 0 16,41 0-16,0 0 0,-40-40 0,40 40 16,-40 1-16,40-1 15,-40-40-15,40-81 31,80 81-31,-80-40 16,40 40-16,-40-40 0,41 0 0,-1 0 0,0 40 16,0-40-16,-40 0 0,40 40 15,0-40-15,0 0 0,-40-1 16,40 41 0,-40-40-16,41 40 0,-41-40 15,0 0 1,-41 40-1,1 0-15,40 40 16,-40 0 0,40 0-16,-40 1 0,40-1 15,0 0-15,-40 0 0,40 0 0,0 0 16,0 0-16,0 0 0,0 0 0,0 1 0,40-1 16,0 0-16,40 0 0,-39-40 15,-1 0 1,0 0-16,0 0 0</inkml:trace>
  <inkml:trace contextRef="#ctx0" brushRef="#br0" timeOffset="89012.6693">32302 11630 0,'-40'0'16,"80"0"-16,-121 0 16,81 40-16,-40 0 15,40 0-15,0 40 16,0-39-16,40 119 16,41 0-1,-81-79 16,40-41-31</inkml:trace>
  <inkml:trace contextRef="#ctx0" brushRef="#br0" timeOffset="89512.6385">32583 11790 0,'0'0'16,"0"-40"0,40 0-1,0 40 1,0 0-16,40 40 16,-40 40-16,-40-39 15,0 39 16,-40-40-31,0 40 16,40-40-16,-40-40 16,40 40-16,40-80 47,-40 0-47,40 40 15,0 0 1,-40 40-16,41-40 15,-41 40 1,0 0-16,0 1 16,0-1-1,0 0-15,-41 0 32,1 0-32,0-40 15,0 0-15,0 0 0,0 0 16,0-40-1</inkml:trace>
  <inkml:trace contextRef="#ctx0" brushRef="#br0" timeOffset="89822.6215">33104 11429 0,'0'0'16,"0"41"0,40 39-1,1-40-15,-1 80 31,-40-80-31,0 0 0,0 0 0,-40 161 32,-121 0-17,-80-41 1</inkml:trace>
  <inkml:trace contextRef="#ctx0" brushRef="#br0" timeOffset="94122.2919">4655 14237 0,'0'40'15,"-40"-40"1,40 40 218,-41-40-218,41 40 15,-40-40 219,40 40 110,40-40 77,-40 40-312,41-40 109,-1 0-234,0 0 16,0 0 0,0 0-16,0 0 0,0 0 15,0 40 1,1-40-16,-1 0 0,0 41 16,0-1-1,-40 0 1,0 0-16,0 0 0,0 0 15,0 0-15,-80 0 16,80 0-16,0 0 0,-40 1 0,40-1 16,-41-40-16,41 40 15,-40-40-15,40 40 0,0-80 47,0 0-47,40 0 16,-40-1-1,41 41-15,-41-40 0,0 0 0,0 0 0,40 0 16,-40 0-16,40 40 0,-40-40 16,0 0-16,40 40 0,-40-40 0,40 40 15,-40-40-15,40-1 16,-40 1 0,40 40-16,-40-40 0,40 40 15,-40-40 1,0 0 15,0 80 47,-40-40-62,40 40-16,0 0 15,-40 0-15,40 1 0,0-1 0,0 0 16,0 0 0,0 0-16,0 0 0,0 0 0,0 0 15,40 0-15,0-40 16,1 40-16,-1-40 0,0 0 16,0 0-16,0 0 0,0 0 15,0 0 1,-40-80-16,40 80 0</inkml:trace>
  <inkml:trace contextRef="#ctx0" brushRef="#br0" timeOffset="94512.34">5858 14116 0,'0'0'15,"-80"0"1,40 0 15,40 121-15,-40-121-16,40 160 15,-40-120-15,40 0 0,0 41 32,0-41-32,0 0 0,40 0 0,0 0 15,40 0-15,-40 0 16,1-40-16,79 0 15</inkml:trace>
  <inkml:trace contextRef="#ctx0" brushRef="#br0" timeOffset="94792.2827">6380 14477 0,'-80'0'32,"40"0"-32,40 41 15,80-41-15,-40 0 16,-40-41-1,40 41-15,0 0 0,0-40 0,1 40 0,-1 0 16,40 0-16,-40 0 16,0 0-16,0 0 0,0 0 0</inkml:trace>
  <inkml:trace contextRef="#ctx0" brushRef="#br0" timeOffset="95352.2227">7062 14197 0,'0'-40'16,"40"40"15,0 0-16,-40 40-15,41-40 0,-41 40 16,40-40-16,-40 40 0,40-40 0,-40 40 0,0 0 16,0 0-16,0 0 15,0 0-15,0 1 0,0-1 0,0 0 16,0 0-16,0 0 0,-40 0 16,0 0-16,40-80 31,0 0-16,0 0-15,0 0 16,40 40 0,0 0-16,0 0 15,0 0 1,0 0-16,0 0 0,1 0 0,-1 0 16,0 0-16,-40 40 0,40-40 0,-40 40 15,40-40-15</inkml:trace>
  <inkml:trace contextRef="#ctx0" brushRef="#br0" timeOffset="95642.2013">8386 14598 0,'-40'0'15,"80"0"-15,1 0 16,-41 40 0,0 0-16,0 0 0,0 0 0,0 0 15,0 0-15,0 0 16,0 1-16,0 39 0,0-40 0,-41 0 0,41 0 15,-40 0-15,0 0 0,0 0 16</inkml:trace>
  <inkml:trace contextRef="#ctx0" brushRef="#br0" timeOffset="96342.2301">8988 14237 0,'-40'0'16,"80"0"31,-40 40-31,40-40-16,-40 40 0,41 0 0,-41 0 0,40 0 15,-40 0-15,40 1 0,-40-1 0,40 0 0,-40 0 16,0 0-1,40-40 1,-40-40 0,0 0-16,0 0 0,0 0 0,0-1 15,40 41-15,-40-40 0,0 0 16,0 0-16,40 0 0,0 40 16,1 0-16,-1 40 15,-40 0 1,40-40-16,-40 40 0,0 0 0,40-40 15,-40 41-15,0-1 16,40-40-16,-40 40 0,0-80 31,40-41-31,-40 41 16,40 0-16,-40 0 0,40 0 16,1 0-16,-41 0 15,40 40-15,0 0 0,0 40 31,0 0-31,-40 0 0,0 0 0,40 0 16,-40 0-16,40 1 16,-40-1-16,0 0 0,0 0 0,0 0 31,40-40-31,-40 40 0</inkml:trace>
  <inkml:trace contextRef="#ctx0" brushRef="#br0" timeOffset="96672.1534">10714 14237 0,'-81'0'15,"162"40"16,-81 0-31,0 0 16,0 0 0,0 0-16,0 0 0,0 1 0,-40-1 15,40 0-15,-41 0 0,1 0 16,0-40-16,0 0 16,0 0-16,40-40 0,-40 40 15,40-40-15,-40 0 16,40 0-16,0-1 0,0 1 15,40 0-15,40 0 16,-80 0-16,40 40 0,-40-40 0,40 40 0,0 0 16,1-40-16,-1 40 15</inkml:trace>
  <inkml:trace contextRef="#ctx0" brushRef="#br0" timeOffset="97132.1832">11396 14197 0,'-80'0'15,"160"0"-15,-160 40 0,-41 40 16,81-80-16,40 40 0,-40 40 16,40 81 15,0-121-31,40-40 0,-40 40 31,40-40-31,0 0 16,1-40-16,-1 0 15,-40 0-15,0 0 0,0-41 16,0 41-16,0-40 16,0 40-16,-40-161 15,-1 41 16,41 120-31,0 80 32,0 0-17,0 0-15,0 40 16,41-40-16,-1 121 16,-40-41-16,40-80 0,0 121 31,-40-121-31,0 0 0,40 40 15</inkml:trace>
  <inkml:trace contextRef="#ctx0" brushRef="#br0" timeOffset="97952.1336">12078 14076 0,'0'0'0,"-40"0"0,0 0 16,40 40-16,0 1 15,0-1-15,0 0 0,0 0 0,0 40 16,0-40-16,0 0 16,40 0-16,-40 41 0,0-41 0,0 0 0,0 0 15,0 0-15,0 0 0,40 0 16,-40 0-16,0 0 16,0-120-16,-40 40 15,40 0 1,0 0-16,0 0 0,0 0 0,0 0 0,0 0 15,0-1-15,0 1 0,0-40 16,0 40-16,0 0 0,0 0 0,0 0 16,0 80 15,40-40-31,-40 40 0,40-40 0,0 40 16,0 0-16,-40 0 0,41 0 15,-1 0-15,0-40 0,-40 41 0,40-1 0,0-40 16,-40 40-16,40-40 15,0 0-15,-40 40 0,40-40 0,1 0 16,-1 0 0,-40-40-1,40 40-15,-40-40 16,40 0-16,-40-1 0,0 1 0,0 0 16,0 0-16,0 0 0,0 0 0,0 0 15,0 0-15,0 0 0,0-1 16,0 1-16,-40 0 0,40 0 15,-40 40 1,40-40-16,0 80 47</inkml:trace>
  <inkml:trace contextRef="#ctx0" brushRef="#br0" timeOffset="98262.0408">13242 13635 0,'-40'0'15,"80"0"-15,-80 40 16,80 0 0,0 1-1,-40-1-15,40 0 0,0 40 0,0-40 16,-40 0-16,40 40 0,-40 1 0,40-41 0,-40 40 16,0 0-16,0-40 0,0 40 15,0 1-15,-80-41 0,80 40 0,-40 0 0,0-40 16,0 40-16,0-39 15,0 39-15,-1-40 0</inkml:trace>
  <inkml:trace contextRef="#ctx0" brushRef="#br0" timeOffset="98802.0099">15288 14317 0,'-40'0'0,"0"0"0,80 0 31,0-40-15,0 40-1,0 0-15,41 0 0,-41 0 0,0 0 0,0 0 16,0 0-16,0 0 0,0 0 16,1 0-16,-1 0 0</inkml:trace>
  <inkml:trace contextRef="#ctx0" brushRef="#br0" timeOffset="99011.9957">15449 14838 0,'-81'40'31,"162"-80"-31,-202 121 16,161-81-16,41-41 16,119 1-1,-119 40 1,-1-40-16,40 0 15,-80 40-15</inkml:trace>
  <inkml:trace contextRef="#ctx0" brushRef="#br0" timeOffset="100421.9135">16973 14277 0,'0'-40'15,"0"0"17,41 40-32,-1 0 15,0 0-15,0-40 0,0 40 16,0 0-16,0 0 0,0 0 0,1 0 0,-1 0 16,0 0-16,0 40 0,0-40 0,-40 80 0,40-80 15,-40 40-15,0 0 16,0 0-16,0 0 0,0 0 0,-40 1 15,40-1-15,-40-40 0,40 40 16,-40-40-16,40 40 0,-40-40 0,40 40 0,-40-40 16,40-40-1,80 40 1,-40-40-16,0 0 0,0 0 0,0-1 16,0 1-16,1 0 0,-1 0 15,0 0-15,0 0 0,0 0 0,0 40 0,0-40 16,0 0-16,1-1 15,-1 41-15,-40-40 0,40 40 0,-40-40 16,-40 40 31,40 40-47,-40-40 0,40 40 0,0 1 16,-41-1-16,41 0 0,-40 0 0,40 0 0,0 40 15,0-40-15,0 0 0,0 1 16,40-1-16,-40 0 0,81-40 0,-81 40 15,40-40-15,0 0 16,0 40-16,0-40 0,0 0 0,1 0 0,-1 0 16,0 0-16,0 0 0,0-40 15,0 40-15</inkml:trace>
  <inkml:trace contextRef="#ctx0" brushRef="#br0" timeOffset="100711.9677">19060 13756 0,'-80'40'16,"160"-80"-16,-200 80 0,39 80 31,81-80-31,0 0 0,0 161 31,81-1-15,-41-160-1,0 0-15,0 1 0,0-1 0,0-40 16,0 40-16,1-40 0</inkml:trace>
  <inkml:trace contextRef="#ctx0" brushRef="#br0" timeOffset="102121.8823">19662 14076 0,'40'0'15,"-40"-40"1,0 80 15,0 0-15,0 41-16,0-41 15,0 0-15,0 0 0,0 40 16,0-40-16,0 0 0,-40 1 0,40-1 0,0 0 16,-40 0-16,40 0 0,0 0 15,-40-40 1</inkml:trace>
  <inkml:trace contextRef="#ctx0" brushRef="#br0" timeOffset="102381.7959">19742 14116 0,'0'0'0,"0"-40"16,40 40-1,0 40 17,41 1-32,-41-41 0,80 160 31,-80-160-31,0 40 0,41 40 16,-41-40-16,0 1 0,0-1 0,0-40 31,40 0-31</inkml:trace>
  <inkml:trace contextRef="#ctx0" brushRef="#br0" timeOffset="102611.8531">20545 14076 0,'-40'-40'0,"80"80"0,-80-120 0,-1 80 16,1 0-1,40 40 1,0 81 0,0 39 15,40 0-15,-40-39-1,0-81 1</inkml:trace>
  <inkml:trace contextRef="#ctx0" brushRef="#br0" timeOffset="102861.7827">21066 14357 0,'-40'0'15,"80"0"-15,-80-40 0,0 40 16,80 0 0,0 0-16,41 0 31,79 0-15,-80 0-16,-40 0 15</inkml:trace>
  <inkml:trace contextRef="#ctx0" brushRef="#br0" timeOffset="103341.809">21869 13996 0,'-80'0'31,"80"40"-15,40 0 0,-40 0-16,40 1 0,-40-1 0,40 0 15,-40 0-15,40 0 0,-40 0 16,0 0-16,0 0 0,0 0 0,0 1 16,0-1-16,0 0 0,0-80 31,0 0-16,0-1 1,0 1-16,40 0 0,-40 0 0,40 40 0,-40-40 0,41 0 16,-1 0-16,0 0 15,-40 0-15,40 40 0,-40-41 0,40 41 16,-40-40-16,40 40 0,0 0 0,0 0 31,1 0-31,-41 40 0,0 1 16,0-1-16,40 0 15,-40 0-15,0 0 0,0 0 0,0 0 16,0 0-16,0 0 16,0 1-16,0-1 0,40 0 15,0-40 17,0 0-32</inkml:trace>
  <inkml:trace contextRef="#ctx0" brushRef="#br0" timeOffset="103631.7917">23033 13956 0,'-41'0'16,"82"0"-16,-82-40 0,82 40 15,39 40-15,-40 40 32,-40-40-32,40 41 0,0-41 0,0 120 31,-40-120-31,0 0 0,-40 81 16,0-81-16,-40 0 0,40 0 31,0-40-31</inkml:trace>
  <inkml:trace contextRef="#ctx0" brushRef="#br0" timeOffset="103951.7024">24076 14317 0,'-80'0'0,"39"0"0,82-40 46,-1 40-30,0-40-16,0 40 0,0 0 0,0 0 16,0 0-16,0 0 0,1 0 15,-1 0-15,0 0 0,0 0 16,0 0-16</inkml:trace>
  <inkml:trace contextRef="#ctx0" brushRef="#br0" timeOffset="104181.7207">24236 14598 0,'0'0'0,"-40"0"0,40 40 16,40-40-1,0 0 1,41 0-16,79-40 31,-80 0-15</inkml:trace>
  <inkml:trace contextRef="#ctx0" brushRef="#br0" timeOffset="104711.7274">24999 14076 0,'0'-40'16,"80"40"-16,-40 0 31,80 80-16,-39 41 1,-121 39 15,-1-80-31,1-80 0,-80 81 16,160-81 15,-40-40-31,40 40 0,-40-81 16,40 81-16,0-40 15,1 0-15,-41 0 0,40 0 0,0 0 0,0 40 16,-40-40-16,40 0 0,0-1 16,-40 1-16,40 0 0,-40 0 0,41 40 0,-41-40 15,40 0-15,-40 0 16,-40 40 0,-1 0-16,41 40 0,0 0 15,-40-40 1,40 40-16,-40 0 0,40 0 0,0 0 0,0 1 15,0-1-15,0 0 16,0 0-16,0 0 0,0 0 0,0 0 16,0 0-16,40-40 15,-40 40-15,40-40 0,1 41 16,-1-41-16,0 0 0,0 0 16,0 0-16</inkml:trace>
  <inkml:trace contextRef="#ctx0" brushRef="#br0" timeOffset="105031.6675">26403 13595 0,'0'0'16,"-40"0"-16,0 0 16,40 40-1,-40 121 1,40-1 0,0 81-1,40-161 1,120 40-1,-160-80-15,201-40 16</inkml:trace>
  <inkml:trace contextRef="#ctx0" brushRef="#br0" timeOffset="106751.5399">27246 13836 0,'0'40'16,"-40"-40"-16,0 0 15,-1 0 17,41 40-17,-40-40-15,0 40 16,40 0-16,-40 0 15,40 0 1,0 0-16,0 1 16,40-41-1,0 0 1,0 0-16,1 0 0,-1 0 0,0 0 16,0 0-16,0-41 15,0 41-15,0 0 0,0-40 0,1 40 16,-1 0-16,0 0 15</inkml:trace>
  <inkml:trace contextRef="#ctx0" brushRef="#br0" timeOffset="107051.5138">27487 13916 0,'-41'0'16,"41"-40"-16,-40 40 15,40 40 32,0 0-47,0 0 0,0 0 0,0 0 16,0 0-16,0 1 15,0-1-15,0 0 0,0 0 0,0 0 16,0 0-16,0 0 16,0 0-16,0 0 0,40-40 0</inkml:trace>
  <inkml:trace contextRef="#ctx0" brushRef="#br0" timeOffset="107311.5712">28169 14317 0,'-121'-40'16,"242"80"-16,-242-160 31,161 120-31,121-40 16,80 40-1,-161 0 1,-40 0-16,40 0 16,-40 0-16,1-41 15</inkml:trace>
  <inkml:trace contextRef="#ctx0" brushRef="#br0" timeOffset="107641.4811">28730 13916 0,'0'-40'15,"41"40"1,-1 0-16,80 0 31,-80 0-31,-40 40 0,40 0 16,1 40-16,-41 41 15,-121-1 17,121-80-32,-40 0 15,80-40 17,0 0-32,0 0 15,1 0 1,-1 0-16,0 0 0,0 0 31</inkml:trace>
  <inkml:trace contextRef="#ctx0" brushRef="#br0" timeOffset="108141.4511">29413 13595 0,'0'0'15,"40"0"16,0 0-15,40 40 0,-40 0-16,-40 0 0,40 1 15,1-1-15,-41 0 0,40 0 0,-40 40 0,0-40 16,40 0-16,-40 40 16,0-39-16,0-1 0,0 0 0,-80 40 0,80-40 15,-41-40-15,41 40 0,-40 0 16,40 0-16,-40 1 0,0-41 0,0 40 0,0 0 15</inkml:trace>
  <inkml:trace contextRef="#ctx0" brushRef="#br0" timeOffset="108451.4321">30135 14116 0,'0'0'16,"-40"0"-16,40-40 31,40 40-31,120-40 31,1 0-15,-1 40-1,-119 0-15,-1 0 16</inkml:trace>
  <inkml:trace contextRef="#ctx0" brushRef="#br0" timeOffset="108671.4162">30536 14357 0,'-40'40'16,"80"-80"-16,-80 40 31,120 0-31,-40-40 15,121 40 1,-81-40 0</inkml:trace>
  <inkml:trace contextRef="#ctx0" brushRef="#br0" timeOffset="109171.4604">30937 13916 0,'0'0'16,"41"0"15,-1 0-31,0 40 32,0 120-17,-40-39 1,-80-1-1,80-80 1,0-80 15,40 40-31,80-160 16,-40 39 15,1 1-15,-81 40-1,-40 80 17,-41 0-17,41 120 1,40 41 0,0-1 15,80-120-16,161 0 1,-201-40-16</inkml:trace>
  <inkml:trace contextRef="#ctx0" brushRef="#br0" timeOffset="109431.4435">31740 13796 0,'0'0'0,"-40"0"0,40 40 15,0 0-15,-40-40 0,40 80 32,0 40-17,0 41 1,120-41 15,0-120-15</inkml:trace>
  <inkml:trace contextRef="#ctx0" brushRef="#br0" timeOffset="109721.3552">32221 13956 0,'0'-40'0,"41"40"32,-1 40-17,0-40-15,-40 40 0,40-40 0,-40 40 0,0 0 16,0 0 0,0 1-16,0-1 0,-40-40 0,0 40 15,0-40 1,120 0 15,-40 0-31,0 0 16,0 0-16,0 0 15,-40-40-15,40 40 0,1 0 0,-1 0 16,0 0 0</inkml:trace>
  <inkml:trace contextRef="#ctx0" brushRef="#br0" timeOffset="109931.414">32743 13876 0,'0'40'16,"0"0"-1,0 40 1,0 41-1,0-41 1,-160 120 0,-121-39-1</inkml:trace>
  <inkml:trace contextRef="#ctx0" brushRef="#br0" timeOffset="111791.2475">4775 16042 0,'40'0'16,"-40"-41"-16,40 41 15,-40-40 1,40 40-16,1 0 15,-1 0-15,0 0 16,0 0-16,0 0 0,0 40 0,0-40 16,-40 41-1,0-1 1,0 0-16,0 0 0,0 0 16,0 0-1,-40-40-15,40 40 0,-40-40 0,40 40 31,0-80 1,0 0-32,40 0 15,0 0-15,0 0 16,1 40-16,-41-40 16,40 40-16,-40-40 0,40 40 0,0-41 0,0 1 15,-40 0 1,40 40-16,-40-40 0,40 40 15,-80 0 32,0 0-47,40 40 0,-40-40 16,40 40-16,-40-40 0,40 40 0,-40 1 0,40-1 16,0 0-1,0 0-15,0 0 0,0 0 16,40-40-16,-40 40 15,80-40-15,-40 0 16,0 0-16,0 0 16,1 0-16,-1-40 0,0 40 0</inkml:trace>
  <inkml:trace contextRef="#ctx0" brushRef="#br0" timeOffset="112131.2827">6260 15761 0,'-81'40'16,"41"-40"-1,40 40-15,-40 0 32,0 40-17,40 41 1,120-1 0,81-40 15,-161-40-31</inkml:trace>
  <inkml:trace contextRef="#ctx0" brushRef="#br0" timeOffset="112491.2149">6661 16082 0,'0'0'0,"-40"0"0,0 40 31,80-40 0,0 0-31,-40-40 16,80 40-16,-40 0 0,0-40 0,1 40 0,-1 0 16,0-41-16,0 41 15,0 0-15,0 0 0,0 0 0</inkml:trace>
  <inkml:trace contextRef="#ctx0" brushRef="#br0" timeOffset="112991.2321">7303 15801 0,'0'-40'16,"40"40"-16,-40-40 0,40 40 31,41 0-15,-41 40 0,0 80-1,-40-40 16,-40 1-15,0-41 0,40-80 15,40 40-15,0-41-16,0 41 0,0 0 15,0 0 1,0 0-16,-40 41 15,0-1 1,0 0-16,0 0 0,-40 0 16,0 0-1,0-40-15,0 0 16,40 40-16,-40-40 0,0 0 0,-1 0 16,1 0-16,40-40 31</inkml:trace>
  <inkml:trace contextRef="#ctx0" brushRef="#br0" timeOffset="113291.2134">7985 16162 0,'0'0'15,"-40"80"1,40 40 0,0 1-1,-40 39 16,-80-40-15</inkml:trace>
  <inkml:trace contextRef="#ctx0" brushRef="#br0" timeOffset="114051.1666">8748 16082 0,'0'0'15,"-41"-40"1,41 80 15,0 40-15,41-40 0,-41 0-1,40-40 1,-40-80-1,80 0 17,-40 40-32,40-1 15,1 162 17,-81 39-17,40-40 1,-40-79 15,80-122-15,-40 1-1,0 0-15,0-40 16,41 120 15,-1 80-15,0 80-1,-40-80 17,0-39-32</inkml:trace>
  <inkml:trace contextRef="#ctx0" brushRef="#br0" timeOffset="114411.0743">9871 16162 0,'0'40'15,"40"0"1,0 0 0,0 40-1,-40 1 16,-40-41-31,-80 0 32,80-40-32,40-40 15,-40-81 17,80 41-17,120 0 1,-39 40 15</inkml:trace>
  <inkml:trace contextRef="#ctx0" brushRef="#br0" timeOffset="115271.021">10473 16202 0,'0'0'0,"-40"0"31,0 0-31,0 0 16,-1 0-1,41 40-15,-40 0 16,40 0-1,0 0-15,0 0 16,0 1 0,40-41-16,1 0 15,-1 0-15,0 0 0,-40-41 16,40 41-16,-40-40 16,40 0-16,-40 0 0,0 0 15,0 0-15,0 0 16,0 0-16,0 0 0,0 0 15,0-1-15,0 1 16,-40 40-16,40-40 0,0 0 0,-40 40 16,40 40 15,0 0-31,0 0 16,0 1-16,0-1 15,40 0-15,-40 0 0,0 0 0,0 0 0,0 0 16,0 0-16,0 40 15,0-39-15,0-1 0,40 0 0,0 0 16</inkml:trace>
  <inkml:trace contextRef="#ctx0" brushRef="#br0" timeOffset="115681.0687">11115 16001 0,'-40'0'0,"0"0"15,0 0-15,40 41 32,0 39-17,0 120 1,0 1 15,0-121-15</inkml:trace>
  <inkml:trace contextRef="#ctx0" brushRef="#br0" timeOffset="115950.9795">11195 15961 0,'-40'0'15,"40"40"-15,0 1 16,40 39 0,121 0 15,-121-40-31,120 80 31,-79-80-15,-1-80-1,-40 0-15</inkml:trace>
  <inkml:trace contextRef="#ctx0" brushRef="#br0" timeOffset="116161.0416">11797 15961 0,'0'0'0,"-40"0"16,40-40 0,0 80-1,0 41 17,0 79-17,0-80 1,0 40-1,0-39 1</inkml:trace>
  <inkml:trace contextRef="#ctx0" brushRef="#br0" timeOffset="116511.0198">12640 15681 0,'0'80'16,"0"-40"-16,40 0 15,0 40-15,40 81 16,-40 79 15,-40-200-31,-160 121 16,80-81-1</inkml:trace>
  <inkml:trace contextRef="#ctx0" brushRef="#br0" timeOffset="116870.999">13844 16122 0,'-81'0'32,"162"0"-32,-81 0 15,40 0-15,160 0 32,-39-40-17,-81 40 1</inkml:trace>
  <inkml:trace contextRef="#ctx0" brushRef="#br0" timeOffset="117070.9867">14165 16483 0,'-41'40'15,"82"-80"-15,-41 80 31,40-40-31,0 0 16,201-40 0,-161 40-1,-40 0-15</inkml:trace>
  <inkml:trace contextRef="#ctx0" brushRef="#br0" timeOffset="117960.9325">15449 16001 0,'-40'0'15,"80"41"32,0-1-31,-40 0-16,40-40 0,-40 40 0,40 0 0,-40 0 15,0 0-15,0 0 16,0 0-16,0 0 0,-40-40 16,40 41-16,-40-41 0,0 0 0,40 40 15,-40-40-15,-1 0 16,41-40-16,0-1 31,41-39-31,-1 40 0,-40 0 16,80 40-16,-80-40 0,40 0 15,0 40-15,0-40 0,0 40 0,1-40 0,-41 0 16,40 40-16,0-41 16,0 41-16,-40-40 0,40 40 0,0-40 0,0 40 15,-40-40-15,40 40 0,-120 0 32,40 0-17,40 40 1,-40-40-16,40 40 0,-40-40 15,40 40-15,0 1 16,0-1-16,0 0 0,0 0 0,0 0 16,0 0-16,40 0 0,0 0 0,-40 0 15,40-40-15,0 40 16,0-40-16,1 0 0,-1 41 0,0-41 16,0 0-16,0 0 0</inkml:trace>
  <inkml:trace contextRef="#ctx0" brushRef="#br0" timeOffset="119250.7826">17054 15681 0,'-40'0'0,"-1"0"31,1 0-31,40 40 15,-40-40 1,40 40-16,0 0 0,0 0 16,0 0-16,0 0 0,0 0 0,0 0 15,0 1-15,0-1 0,80 40 16,-80-40-16,0 0 0,0 40 0,41-40 0,-1 0 16,0 1-16,-40-1 15,40-40-15,-40 40 0,40 0 0,0-40 16,-40 40-16,40-40 0,0 0 15</inkml:trace>
  <inkml:trace contextRef="#ctx0" brushRef="#br0" timeOffset="119730.757">17856 15841 0,'0'0'0,"-40"0"47,0 0-32,0 0-15,0 0 16,40 40 0,-40 0-16,40 0 15,0 0-15,-41-40 16,41 41 0,0-1-16,-40-40 0,40 40 15,40-40 32,1 0-47,39 0 0,-40 0 16,0 0-16,0 0 0,0 0 0,0 0 0,1 0 15,-1 0-15,0 0 16,0 0-16,0 0 0,0 0 0,0 0 16,1 0-1</inkml:trace>
  <inkml:trace contextRef="#ctx0" brushRef="#br0" timeOffset="120040.8074">18057 15841 0,'0'0'16,"-40"0"-16,0 0 16,40 40 15,-41 0-31,41 0 16,0 0-16,0 1 15,0-1-15,0 40 0,41 80 31,-41-39-15</inkml:trace>
  <inkml:trace contextRef="#ctx0" brushRef="#br0" timeOffset="120410.7852">18699 16162 0,'0'0'0,"-80"-40"31,40 40-15,200-40-1,-80 40 1,121-40 0,-41 40-1,-119 0 1,-41-41 31,-41 41-47,1 0 0,0 0 31</inkml:trace>
  <inkml:trace contextRef="#ctx0" brushRef="#br0" timeOffset="121340.7293">19782 15801 0,'0'0'0,"40"-40"46,1 40-30,-1 0-16,0 0 16,-40-40-16,40 40 0,0 0 0,0 0 0,0 0 15,0 0-15,1 0 16,-41 40 0,40-40-16,-40 40 15,0 0-15,0 0 16,-40-40-16,40 40 0,-41-40 15,41 40 1,0 0-16,0 1 47,41-41-47,-1 0 0,0 0 16,-40 40-1,40 0-15,-40 0 16,0 0-1,0 0-15,-40-40 0,0 40 16,-41 0 0,41-40-16,0 40 0,0-40 15,40-40 17</inkml:trace>
  <inkml:trace contextRef="#ctx0" brushRef="#br0" timeOffset="121640.6631">20866 15640 0,'0'0'0,"80"0"0,-40 0 16,-40 41 0,40 39-16,40 120 15,-80-160-15,0 161 32,-40-121-32,-120 81 31,80-121-31,39-40 0,1 0 0</inkml:trace>
  <inkml:trace contextRef="#ctx0" brushRef="#br0" timeOffset="122170.6795">21909 16082 0,'0'0'0,"-40"-40"15,40-1 1,80 1 0,81 40 15,-1 0-16,1 0 1,-121 0 0</inkml:trace>
  <inkml:trace contextRef="#ctx0" brushRef="#br0" timeOffset="122390.6701">22110 16362 0,'0'0'0,"-40"0"0,40 40 15,40-40-15,120 0 32,-80 0-32,81 0 31,-81 0-31,0-40 15</inkml:trace>
  <inkml:trace contextRef="#ctx0" brushRef="#br0" timeOffset="122910.5626">23033 15801 0,'0'-40'16,"40"40"-16,0 0 15,0 0 1,80 120 0,-120 41 15,-40-1-16,0-160 1,0 40-16,0-40 16,0 0-16,40-40 15,80 40 1,-80-40-16,40 40 0,-40-40 0,40 0 0,0 40 16,0-40-1,1-1-15,-1 41 0,-40-40 0,40 0 0,0 40 16,0-40-16,-40 0 0,40 40 15,0-40-15,-40 0 0,40 0 0,-40 0 16,0-1 0,-40 41-16,-40 0 15,80 41-15,-40 39 16,0-40 0,0 0-16,40 0 0,0 0 0,0 0 15,0 0-15,0 1 16,40-1-16,0 0 15,0-40-15,0 0 16,0 0-16,0 0 0,1 0 0</inkml:trace>
  <inkml:trace contextRef="#ctx0" brushRef="#br0" timeOffset="123220.6162">24276 15520 0,'0'0'16,"-40"40"-16,0-40 16,40 40-16,-40-40 15,0 0-15,40 40 16,-40 1-16,0 39 15,40 0 1,0-40-16,80 80 16,-40-39-16,40-41 15,1 0 1,-41-40-16</inkml:trace>
  <inkml:trace contextRef="#ctx0" brushRef="#br0" timeOffset="123470.6029">24798 15721 0,'0'-40'0,"0"80"31,0 0-16,0 0 1,0 0-16,40 0 0,-40 0 0,0 0 16,0 0-16,0 1 0,0-1 15,0 0 1</inkml:trace>
  <inkml:trace contextRef="#ctx0" brushRef="#br0" timeOffset="123940.5561">25440 15400 0,'0'40'31,"40"0"-15,-40 40-16,40-80 15,-40 40-15,0 0 0,0 1 16,0-1-16,0 0 0,0 0 0,-40 0 16,40 0-16,-40 0 0,0 0 0,0 0 0,0 1 15,0-41-15,-1 40 16,-39 0-16,40 0 0</inkml:trace>
  <inkml:trace contextRef="#ctx0" brushRef="#br0" timeOffset="125790.3891">4775 17205 0,'40'0'79,"0"0"-79,0-41 15,1 41 1,-1 0-16,0 0 0,0 0 15,0 41-15,0-1 16,-40 0-16,0 0 16,0 0-16,0 0 0,0 0 0,0 0 15,-40 0 1,40 1-16,-40-41 0,40 40 16,-40-40-16,40 40 15,-40-40-15,0 0 0,40-40 31,0 0-31,40-1 16,-40 1-16,40 0 0,0 40 16,0-40-16,0 40 0,0-40 0,0 0 15,1 0-15,-1 40 0,0-40 0,0 0 16,0 40 0,-40-41-16,40 41 0,-40-40 0,40 40 15,-40-40-15,0 0 16,-40 40 31,40 40-32,-40-40-15,40 40 16,0 0-16,0 1 0,-40-1 0,40 0 16,0 0-1,0 0-15,0 0 0,0 0 16,0 0-16,40-40 15,-40 40-15,40-40 0,0 0 16,0 0-16,1 0 16,-1 0-16</inkml:trace>
  <inkml:trace contextRef="#ctx0" brushRef="#br0" timeOffset="126080.4454">6059 17004 0,'0'0'15,"-80"0"1,80 40 15,0 80-15,-80 41-1,80-41 17,120 1-17,-80-81-15,40 0 16</inkml:trace>
  <inkml:trace contextRef="#ctx0" brushRef="#br0" timeOffset="126290.363">6420 17445 0,'40'0'47,"0"0"-31,41 0-16,-41-40 15,0 40-15,0 0 0,0 0 16,0 0 0,0 0-16</inkml:trace>
  <inkml:trace contextRef="#ctx0" brushRef="#br0" timeOffset="126850.3273">7423 17044 0,'0'40'0,"-40"-40"93,40 40-77,-40-40-16,40 40 0,-40-40 0,40 41 0,-40-41 16,0 40-16,0-40 0,40 40 0,-41-40 15,41 40-15,-40 0 16,80-40 46,1 0-62,-1-40 16,0 40 0,0 0-16,0 0 0,0 0 0,0 0 15,1-40-15,-1 40 0,0 0 16,0 0 0,-40 40-16</inkml:trace>
  <inkml:trace contextRef="#ctx0" brushRef="#br0" timeOffset="127170.3795">7504 17164 0,'0'0'0,"-40"0"32,40-40-32,0 80 47,0 1-47,0-1 0,0 0 15,0 0-15,0 0 16,0 0-16,0 0 0,40 0 0,-40 0 15,0 1-15,0-1 16,0 0-16,0 0 0,0 0 16,0 0-16,40-40 0</inkml:trace>
  <inkml:trace contextRef="#ctx0" brushRef="#br0" timeOffset="127590.3087">8065 17726 0,'-40'0'16,"40"40"-1,0 0 1,0 0-16,0 0 16,0 0-1,-40-40 1,40 41-16,-40-41 16</inkml:trace>
  <inkml:trace contextRef="#ctx0" brushRef="#br0" timeOffset="128340.3091">8828 17365 0,'-40'-40'16,"80"80"-16,-40-80 16,40 40-1,120 40 1,-79 0 15,-81 80-15,-40-39-1,-1-81 17,82-81-17,39 1 1,-40 40 0,40 40-1,-40 0-15,0 80 16,1-40-16,-41 1 31,0-1-15,0 0-1,40-161 1,-40 81-16,40 0 16,0 0-16,0 0 15,40 0 16,-40 160-15,1 1 0,-1-1-1</inkml:trace>
  <inkml:trace contextRef="#ctx0" brushRef="#br0" timeOffset="128650.2173">10232 17405 0,'-40'40'0,"40"0"0,0 0 31,0 1-31,0-1 16,0 0-1,0 0-15,0 0 0,-40-40 16,0 40-16,0-40 16,0 0-1,40-40-15,-41 40 0,41-40 32,0 0-32,0 0 0,0 0 0,41-1 15,-41 1 1,40 40-16,-40-40 0,40 40 0,0 0 15,0 0 1,0 0-16</inkml:trace>
  <inkml:trace contextRef="#ctx0" brushRef="#br0" timeOffset="129130.2634">10714 17485 0,'-40'0'15,"-1"0"-15,1 0 16,0 40 0,0 1-16,40-1 15,-40-40-15,40 40 16,0 0-16,40-40 31,0 0-31,0 0 16,0 0-16,1-40 0,-1 40 0,0-80 15,0 80 1,-40-41-16,0 1 0,40 40 0,-40-40 0,0 0 16,40 0-16,-40 0 15,0 0-15,0 0 0,0 0 0,0-1 16,0 1-1,0 0-15,0 80 32,0 0-17,0 1-15,0-1 0,0 0 16,0 0-16,0 0 16,0 40-16,0-40 0,0 0 0,0 1 15,0-1-15,0 0 0,0 0 16,0 0-16,0 0 0,0 0 15</inkml:trace>
  <inkml:trace contextRef="#ctx0" brushRef="#br0" timeOffset="129910.215">11556 17285 0,'-40'0'0,"0"0"31,40 80-15,0-40-16,-40 80 15,40-39 1,0-41-16,-40 80 16,40-80-16,0 0 15,0-80 17,0-40-32,40-40 31,40-41-16,-80 41 1,0 160 0,40 0-1,1 40 1,-1-40-16,0 1 16,0-1-16,40 0 15,41 40 16,-41-80-15,-40-40 0,0-40-1,0-81 17,-40 41-17,0 80 1,0 0-16,-40 40 31,40 40-15</inkml:trace>
  <inkml:trace contextRef="#ctx0" brushRef="#br0" timeOffset="130190.1995">12760 17044 0,'0'-40'32,"0"80"-32,0 40 15,0-40-15,40 1 0,-40-1 16,81 160-1,-81 1 1,-81-121 0,81-40-16,-160 40 15,120-80-15,0 40 0</inkml:trace>
  <inkml:trace contextRef="#ctx0" brushRef="#br0" timeOffset="130630.1719">14084 17285 0,'0'0'0,"0"40"16,40-40 0,1 0-1,-1-40-15,0 40 0,80-40 16,-80 40-16,121 0 16,-41 0 15,-39 0-31</inkml:trace>
  <inkml:trace contextRef="#ctx0" brushRef="#br0" timeOffset="130800.0886">14526 17686 0,'0'0'0,"0"40"0,-40-40 15,40-40 16,40 40-31,0 0 0,-40-40 0,40 40 16,0 0-16,0 0 0,0 0 0,-40-40 16,41 40-16,-1 0 15,0 0-15</inkml:trace>
  <inkml:trace contextRef="#ctx0" brushRef="#br0" timeOffset="131930.0204">15649 17445 0,'0'0'0,"-40"0"0,0 0 31,40-40-31,0 0 16,0 0-16,40 40 31,0 0-31,0 0 16,-40 40-16,41-40 16,-41 40-16,40-40 0,-40 40 0,0 0 0,40-40 15,-40 40-15,0 1 0,0-1 16,0 0-16,0 0 0,0 0 0,-40-40 15,40 40-15,-40-40 16,40 40-16,-81-40 0,81 40 0,-40-40 0,40-40 47,40 40-47,-40-40 0,40 0 0,1 0 16,-1 0-16,0 40 15,0-40-15,0 0 0,0-1 0,0 41 16,-40-40-16,40 40 0,1-40 15,-1 40-15,0-40 0,0 40 16,0-40-16,0 40 0,-40-40 16,-40 80 15,40 0-15,-40-40-16,40 40 0,-40 0 0,0 0 15,40 1 1,0-1-16,-40 0 0,40 0 15,0 0 1,80-40-16,-40 0 0,0 0 16,0 0-16,0 40 0,0-40 0,1 0 0,-1 0 15</inkml:trace>
  <inkml:trace contextRef="#ctx0" brushRef="#br0" timeOffset="132469.9898">17294 17245 0,'-40'0'79,"0"0"-79,0 40 0,0-40 15,0 40 1,40 0-16,0 0 0,-40 0 0,40 0 15,0 0-15,0 1 16,-40-1-16,40 0 0,0 0 0,0 0 16,0 0-16,40 0 0,0 0 15,0-40 1,0 40-16,0-40 0,0 0 0,0 0 0,41 0 16,-41 0-16,0 0 0</inkml:trace>
  <inkml:trace contextRef="#ctx0" brushRef="#br0" timeOffset="140589.537">18017 17365 0,'40'0'1750,"0"0"-1719,-80 0 548,0 0 1046,40 40-1610,-40-40 1,40 40-16,-41-40 0,41 40 0,0 0 15,-40-40-15,0 41 0,0-1 0,0 0 32,0-40-32,40 40 15,40-40 32,0 0-47,0 0 16,0 0-16,0 0 15,1 0-15,-1 0 0,0 0 0,0 0 16,0 0-16,0 0 0,0 0 0,1 0 16,-1 0-1,0 0-15,0 0 0,-40 40 16,40-40-16</inkml:trace>
  <inkml:trace contextRef="#ctx0" brushRef="#br0" timeOffset="140869.4871">18338 17525 0,'0'0'0,"-40"0"16,0-40-1,40 0 1,0 120 15,0-39-15,0-1-16,0 0 15,0 0-15,0 0 0,0 0 0,0 0 0,0 0 16,0 0 0,0 0-16,40 1 15,0-41 1</inkml:trace>
  <inkml:trace contextRef="#ctx0" brushRef="#br0" timeOffset="141119.5429">18779 17606 0,'0'0'16,"40"0"15,0 0-31,1 0 16,-1 0-16,-40-40 16,40 40-16,0 0 0,0 0 15,0 0 1</inkml:trace>
  <inkml:trace contextRef="#ctx0" brushRef="#br0" timeOffset="141499.4668">19742 17405 0,'0'0'15,"-40"0"-15,0 0 16,0 40 0,-40 40-1,39-39 1,1 39-1,0-40 1,80 0 0,41-40-16,159 0 31,-159 0-31,-41 0 0,160 0 16,1-40-1,-161 40-15</inkml:trace>
  <inkml:trace contextRef="#ctx0" brushRef="#br0" timeOffset="141739.5052">19943 17525 0,'-40'0'15,"80"0"-15,-120-40 16,80 0-16,-41 40 15,41 40 1,0 0 0,0 121-1,0-1 1,0-39 0,0-81-1,0 0-15</inkml:trace>
  <inkml:trace contextRef="#ctx0" brushRef="#br0" timeOffset="142079.4879">20585 17205 0,'0'0'16,"-40"0"-16,40 40 16,80 40-1,-80-40-15,40 161 31,-40-161-31,40 0 0,-40 0 0,0 80 16,-40 0-16,-40-79 16,-81 79-1,121-120-15</inkml:trace>
  <inkml:trace contextRef="#ctx0" brushRef="#br0" timeOffset="142509.421">21307 17646 0,'-40'0'0,"0"0"0,0 0 16,0 0 0,40-40-1,80 40 1,-80-40-16,40 40 0,0 0 0,0-41 0,0 41 16,0 0-16,1 0 15,-1 0-15,0-40 0,0 40 0,0 0 0,0 0 16,0 0-16,0 0 0,1 0 15,-1 0-15,0 0 0,0 0 0</inkml:trace>
  <inkml:trace contextRef="#ctx0" brushRef="#br0" timeOffset="142759.4461">21508 17886 0,'-40'0'16,"80"0"-16,-40 0 15,160-40 1,-39 40 0,-41 0-1,80 0 1,-119 0-1</inkml:trace>
  <inkml:trace contextRef="#ctx0" brushRef="#br0" timeOffset="143859.338">22792 17606 0,'0'-40'16,"40"40"-1,0-41-15,0 41 16,0 0 0,0 0-16,-40 41 15,41-41-15,-41 40 0,0 0 16,0 0-16,0 0 0,0 0 0,0 0 16,0 0-16,0 0 15,-41-40-15,41 40 0,0 1 0,-40-1 16,40 0-1,-40-40-15,0 0 0,40 40 16,-40-40-16,40-40 31,80 40-15,-80-40-16,40 40 0,-40-40 16,40 40-16,-40-41 0,41 41 0,-1-40 0,0 40 15,0-40 1,0 40-16,-40-40 0,40 40 0,-40-40 15,40 40-15,-40-40 0,40 40 0,-40-40 0,41 40 16,-41-40-16,0 0 16,40 40-16,-40-40 0,40 40 0,-40-41 15,0 1 1,-40 40 31,40 40-47,-40 1 15,40-1-15,0 0 0,-41-40 16,41 40-16,0 0 0,0 0 0,0 0 16,0 0-16,0 0 15,0 0-15,41-40 0,-41 41 16,40-41 0,0 0-16,0 0 0,0 0 15,0 0-15,0 0 16</inkml:trace>
  <inkml:trace contextRef="#ctx0" brushRef="#br0" timeOffset="144429.2738">24357 17365 0,'-40'40'15,"-1"-40"17,1 0-17,40 40 1,-40 0 0,0 0-16,40 1 0,-40-1 0,40 0 15,0 0-15,-40 0 16,40 0-16,0 0 0,0 0 0,0 0 15,0 0-15,40-40 0,-40 41 0,40-41 16,0 0 0,0 0-16,0 0 0,1 0 0</inkml:trace>
  <inkml:trace contextRef="#ctx0" brushRef="#br0" timeOffset="144879.2619">24838 17686 0,'0'-40'0,"40"40"0,0 0 16,1 0 0,-41 40 15,40-40-31,-40 40 0,0 0 16,0 0-16,0 0 15,0 0-15,0 0 0,-40-40 16,40 41-16,-41-41 15,1 0-15,0 0 0,0 0 16,0 0-16,0 0 0,40-41 31,0 1-31,0 0 0,0 0 16,40 0 0,-40 0-16,0 0 15,40 40 1,0 0-16,0 0 15</inkml:trace>
  <inkml:trace contextRef="#ctx0" brushRef="#br0" timeOffset="145259.2485">25400 17285 0,'0'0'0,"40"0"15,-40 40 17,40 0-32,-40 0 15,0 0 1,40-40-16,-40 40 0,0 0 0,0 1 0,0-1 16,0 0-16,0 0 0,0 0 15,0 0-15,-40 0 0,40 0 0,0 0 0,-40 0 16,0 1-16,0-1 15,0 0-15,0 0 0,-1-40 0,1 40 0</inkml:trace>
  <inkml:trace contextRef="#ctx0" brushRef="#br0" timeOffset="147859.0658">13442 4491 0,'-40'0'16,"40"-40"0,-40 40-1,0 0 48,0 0-16,0 0 31,80 0 0,0 0-63,0 0-15,0 0 16,0 0 0,0 0-16,1 0 0,-1 0 15,0 0-15,0 0 16,0 40-16,-40 0 16,0 0-16,40 1 15,-40-1-15,0 0 0,0 0 0,0 0 16,-40-40-16,40 40 0,-40 0 15,40 0-15,-80-40 0,80 40 0,-81 0 16,41 1-16,0-41 16,0 0-1,40-41 1,0 1-16,80 40 16,-40-40-16,-40 0 0,41 0 0,-1 0 15,-40 0-15,40 40 16,0-40-16,0 0 0,0 0 0,0-1 0,0 1 15,1 40-15,-1-40 0,0 0 16,0 40-16,0-40 16,0 0-16,0 40 15,-40-40-15,0 0 16,40 40 0,-80 0 15,40 40-31,-40 0 15,0 0-15,40 0 0,-40 0 16,0 0-16,40 0 0,-40 1 0,40-1 0,0 0 16,0 0-16,0 0 15,0 0-15,40 0 0,0 0 16,-40 0-16,40-40 16,0 40-16,0-40 0,0 0 15,1 41-15,-1-41 0,0 0 16</inkml:trace>
  <inkml:trace contextRef="#ctx0" brushRef="#br0" timeOffset="148219.1173">14767 4331 0,'-41'-40'15,"82"80"-15,-122-80 0,41 0 32,0 40-32,40 40 15,0 0 1,-40 40-16,40 121 15,80-1 17,0-80-17,41-39 1,-81-81-16</inkml:trace>
  <inkml:trace contextRef="#ctx0" brushRef="#br0" timeOffset="148439.0301">15007 4852 0,'-40'-40'0,"80"80"0,-120-120 31,160 40-31,-40 40 15,121 0 1,-1-40 0,-79 40-1</inkml:trace>
  <inkml:trace contextRef="#ctx0" brushRef="#br0" timeOffset="148879.077">15489 4451 0,'0'0'0,"-40"0"0,40-40 16,40 80 15,-40 0-15,40-40-16,-40 40 0,0 0 0,0 1 0,0-1 15,0 0-15,0 0 0,0 0 0,0 0 16,0 0-16,0 0 16,0-80 15,0 0-31,40 40 16,-40-40-16,0 0 0,40 0 15,-40 0-15,40 0 0,0 40 0,-40-41 16,41 1-16,-41 0 0,40 40 0,-40-40 31,40 40-31,0 0 0,0 40 16,0 0-1,0 41-15,-40-41 16,0 0 0,0 0-16,0 0 0,0 0 0,0 0 15,0 0-15,0 0 16,0 0-16,0 1 15</inkml:trace>
  <inkml:trace contextRef="#ctx0" brushRef="#br0" timeOffset="149079.0654">16492 4932 0,'-40'40'0,"40"1"16,-40-1-1,-41 40 1,-39 40 15,120-80-31</inkml:trace>
  <inkml:trace contextRef="#ctx0" brushRef="#br0" timeOffset="149728.978">16733 4571 0,'0'-40'16,"0"0"0,40 40-1,-40 40 1,40-40-16,-40 40 16,40-40-16,-40 41 0,40-1 0,-40 0 15,40 0-15,-40 0 16,0 0-16,0-80 47,40 0-32,1 0-15,-41 0 16,40 40-16,0-40 0,0 40 0,-40-41 16,40 41-16,0 0 15,-40 41-15,40-41 16,-40 40-16,0 0 0,0 0 0,0 0 0,40-40 15,-40 40-15,0 0 0,0 0 16,0 0-16,0 0 16,0-80 15,41 0-31,-1-40 16,-40 40-16,0 0 0,40 0 15,0 0-15,-40 0 16,40 40-16,0-41 0,0 1 15,0 40-15,-40 40 16,41-40-16,-41 41 16,0-1-16,0 0 0,0 0 15,40 0 1,-40 0-16</inkml:trace>
  <inkml:trace contextRef="#ctx0" brushRef="#br0" timeOffset="150078.9542">18097 4451 0,'40'40'31,"0"0"-15,-40 0-16,40 1 16,-40-1-16,0 0 0,0 0 15,0 0-15,0 0 16,-40 0-16,0-40 0,0 0 16,0 0-1,0 0-15,40-40 16,-40 40-16,-1-40 15,41 0-15,0 0 16,0 0-16,0 0 0,0-1 0,41 1 16,-41 0-1,40 40-15,0 0 16,0 0 0</inkml:trace>
  <inkml:trace contextRef="#ctx0" brushRef="#br0" timeOffset="150628.9726">18579 4491 0,'-41'0'93,"41"40"-77,-40-40-16,40 40 16,-40-40-16,40 41 0,-40-1 0,40 0 15,-40 0 1,40 0-16,0 0 0,80-40 31,-40 0-15,-40-40-1,40 40-15,1-40 16,-41 0-16,0 0 0,0 0 0,0-1 0,40 1 16,-40 0-16,0 0 15,0 0-15,0 0 0,0 0 0,0 0 0,0 0 16,0-1-16,40 41 0,-40-40 0,0 0 0,0 80 62,0 0-62,0 1 0,0-1 0,0 0 16,0 0-16,0 0 0,0 0 16,0 0-16,0 40 0,0-39 0,0-1 0,0 0 15,0 0-15,0 0 16,0 0-16,0 0 0,0 0 15</inkml:trace>
  <inkml:trace contextRef="#ctx0" brushRef="#br0" timeOffset="150908.9553">19261 4491 0,'-40'0'0,"80"0"0,-80-40 0,-1 40 16,41-40-1,-40 40-15,40 40 16,0 40 0,0 81-1,0 39 1,0-120-1</inkml:trace>
  <inkml:trace contextRef="#ctx0" brushRef="#br0" timeOffset="151158.9406">19221 4491 0,'0'0'15,"0"40"17,0 0-17,40 1-15,0 39 16,120 40 0,1-80 15,-81-40-16,-40-40 1,-40 0-16</inkml:trace>
  <inkml:trace contextRef="#ctx0" brushRef="#br0" timeOffset="151338.9118">19742 4491 0,'0'-40'0,"0"80"16,0-160 15,0 160-16,0 0 1,0 0-16,0 0 0,0 0 0,0 1 16,0-1-16,0 0 15,0 0-15,0 0 0,0 0 0,0 0 16,0 0 0,0 0-16,0 0 0</inkml:trace>
  <inkml:trace contextRef="#ctx0" brushRef="#br0" timeOffset="152108.8268">20143 4170 0,'41'0'31,"-1"0"-31,0 40 15,0-40-15,0 41 16,-40-1-16,40 0 0,0 0 0,-40 0 0,40 0 16,-40 0-16,41 0 15,-41 41-15,0-41 0,0 0 0,0 0 0,0 0 16,-41 0-16,41 0 0,-80 0 16,40 0-16,0 0 0,0 1 0,0-1 0,0 0 15,-1 0-15,1-40 16,40 40-16</inkml:trace>
  <inkml:trace contextRef="#ctx0" brushRef="#br0" timeOffset="152488.8603">20906 4451 0,'0'0'0,"-40"0"15,120 0 17,-40 0-17,121-40 1,-1 0 15,-80 40-31</inkml:trace>
  <inkml:trace contextRef="#ctx0" brushRef="#br0" timeOffset="152698.7929">21066 4852 0,'-40'0'15,"80"0"-15,-120 0 0,40 40 16,80-40-1,0 40-15,121-80 32,39 0-17,-119 0 1</inkml:trace>
  <inkml:trace contextRef="#ctx0" brushRef="#br0" timeOffset="153308.7408">22551 3769 0,'-80'40'16,"160"-80"-16,-200 121 0,39-41 16,81 0-16,-40 0 15,0 0 1,0 160 0,40-79-1,0 39 1,-40 1-1,-80-81 1,-1-80 15,121-40-31,0-40 32,80 39-17,1 41 1,39 81-1,-80 39 17,0 0-17,0 81 1,-40-41 15,81-120-15,-1-40-1,0 0 1,121-40 0,-81 40-16</inkml:trace>
  <inkml:trace contextRef="#ctx0" brushRef="#br0" timeOffset="161478.3227">23474 4291 0,'-40'0'94,"0"0"-78,0 0-1,-1 0 1,1 0-16,0 0 0,0 0 31,0 0-31,40 40 0,-40-40 16,40 40-16,-40-40 16,40 40-16,0 0 0,0 0 15,-40 0-15,40 0 0,0 1 16,0-1-1,40-40-15,0 0 16,0 0 0,40 0-16,-40 0 0,0 0 15,1 0 1,-1 0-16,0 0 0,-40-40 16,40 40-16,0 0 15,-40-41 1,0 1 15,0 0-31,0 0 16,0 0-1,0 0-15,0 0 0,0 0 32,0 0-17,-40 40 16,0 0 16,0 0-31,40 40 15</inkml:trace>
  <inkml:trace contextRef="#ctx0" brushRef="#br0" timeOffset="161838.3">24357 4812 0,'0'0'0,"0"40"31,0 0-31,0 0 16,0 41-1,-40 39 1,-41 40 15,-79-39-15</inkml:trace>
  <inkml:trace contextRef="#ctx0" brushRef="#br0" timeOffset="166697.9391">25159 4170 0,'0'40'63,"0"1"608,40-41-655,-40 40 922,-40-40-923,0 40 1,40 0-16,-40-40 15,40 40-15,-40-40 16,40 40-16,-40 0 0,40 0 16,-40 0-1,40 1 1,40-41 15,40 0-31,-40 0 0,0 0 0,0 0 16,41-41-16,-41 41 15,0 0-15,0 0 0,0 0 0,0 0 0,41 0 16,-41-40-16,0 40 0,0 0 16,0 0-16,0 0 0,0 0 0,0 0 0,1 40 15,-1-40 1,-40 41-16,0-1 0</inkml:trace>
  <inkml:trace contextRef="#ctx0" brushRef="#br0" timeOffset="166967.9373">25641 4411 0,'-80'-40'32,"160"80"-32,-201-80 0,81-40 15,0 80 1,40 40-1,0 40-15,0-40 16,40 0 0,-40 0-16,0 41 0,0-41 0,40 0 0,-40 0 15,41 0-15,-41 0 16,0 0-16,0 0 0,40 0 0,-40 0 16,40 1-1</inkml:trace>
  <inkml:trace contextRef="#ctx0" brushRef="#br0" timeOffset="167197.9069">26323 4892 0,'-40'40'0,"40"0"0,0 1 15,-40 39 1,40 40-1,-40-40 17,-1-80-17</inkml:trace>
  <inkml:trace contextRef="#ctx0" brushRef="#br0" timeOffset="168587.8507">27045 4291 0,'-40'0'0,"40"-40"218,0-1 1,40 41-125,0 0-78,0 0-1,1 0 63,-1 0-46,0 41-32,0-1 0,0-40 15,-40 40-15,0 0 0,0 0 16,0 0-1,0 0-15,-40 0 16,40 0 0,-40 1-16,0-1 15,0-40-15,40 40 16,0 0-16,-41-40 0,82-40 47,-1 40-47,40 0 15,-40 0 1,0-40-16,0 40 0,0 0 0,1 0 0,-1 0 16,0 0-16,0 0 15,0 0-15,0 0 0,-40 40 16,40-40-16,-40 40 16,40-40-16</inkml:trace>
  <inkml:trace contextRef="#ctx0" brushRef="#br0" timeOffset="168797.8123">28088 4732 0,'0'40'0,"0"0"16,0 0-1,0 0-15,0 81 16,0-81-16,-40 0 0,0 40 31,0-40-31,-80 40 16,80-80-16,-1 0 0</inkml:trace>
  <inkml:trace contextRef="#ctx0" brushRef="#br0" timeOffset="170067.7501">29132 4090 0,'0'0'0,"-40"0"16,40-40 187,0 80 94,0 0-282,0 0-15,0 0 0,0 41 16,0-41-16,0 0 0,0 40 0,0-40 0,0 0 16,0 41-16,0-41 15,0 0-15,0 0 0,0 0 0,0 0 0,0 0 16,0 0-16</inkml:trace>
  <inkml:trace contextRef="#ctx0" brushRef="#br0" timeOffset="170757.6963">29934 3890 0,'-40'-40'16,"120"40"15,-39 0-15,-1 40-16,0-40 0,0 40 0,0 0 16,-40 0-16,0 0 0,40 0 15,-40 0-15,0 0 16,0 0-16,0 1 0,0-1 0,0 0 15,0 0-15,0 0 0,0 0 16,0 0-16,0 0 16,40-40-1,0 40-15,1-40 16,-1 0-16,0 0 16,-40-40-16,40 40 0,-40-40 0,0 0 15,-40 80 48,40 0-63,0 0 0,0 1 0,0-1 0,0 0 15,0 0-15,-40 0 16,40 0-16,0 0 0,0 0 0,-40 0 0,40 0 16,-41 1-16,41-1 0,0 0 0,-40 0 0,0 0 15,0 0-15,0 0 0,0 0 16,-40-40-16,39 40 0,-39 1 0,40-41 0,0 40 15,-40-40-15</inkml:trace>
  <inkml:trace contextRef="#ctx0" brushRef="#br0" timeOffset="174267.482">26203 4291 0,'-41'0'15,"41"-40"32,41 40-31,-1 0-16,0-41 15,0 41 1,0 0-16,0 0 0,0 0 16,0 0-16,1 41 0,-1-41 15,-40 40-15,40-40 16,-40 40-16,0 0 31,0 0-31,0 0 16,-40-40-16,40 40 15,-40-40-15,40 40 0,0 0 32,0 1-32,-41-41 0,41 40 15,0 0 1,41-40-1,-1 0-15,0 0 16,0 0 0,0 0-16,0 0 15,-40 40 1,0 0-16,0 0 16,-40-40-16,40 40 0,-40 0 0,0 0 15,0 0 1,0 1-16,-1-41 0,41 40 0,-40-40 0,0 40 15,0-40-15,40 40 16</inkml:trace>
  <inkml:trace contextRef="#ctx0" brushRef="#br0" timeOffset="174637.4633">26885 4932 0,'40'0'47,"-40"40"-47,0 1 15,0-1-15,0 0 0,-40 0 16,40 0-16,-81 0 0,41 40 15,0-40-15,-40 1 0,40 39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32:30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3170 1564 0,'0'-41'31,"0"1"-15,40 40-1,-40-40 1,0 80 125,-40-40-110,0 0 0,0 0-31,0 40 0,-1-40 16,1 0-16,0 41 15,0-1-15,40 0 0,-40-40 0,40 40 0,-40 0 16,0 40-16,40-40 16,-40 40-16,40-39 0,0 39 0,0-40 0,-41 0 15,41 40-15,0-40 0,0 0 0,0 1 16,81-1-16,-81 0 0,40-40 16,0 40-16,0-40 0,0 0 0,0 0 15,-40 40-15,40-40 16,1 0-16,-1 0 0,40 0 0,-40-80 0,0 80 15,0-40-15,0 40 0,1-40 16</inkml:trace>
  <inkml:trace contextRef="#ctx0" brushRef="#br0" timeOffset="339.9983">3892 1844 0,'0'0'0,"0"-40"31,40 40-15,-40 40 15,41 0-31,-41 0 0,0 1 16,0-1-16,0 0 0,40 0 15,-40 0-15,0 0 0,0 0 0,0 0 0,0 0 16,0 1-16,0-1 0,0 0 0,0 0 16,0 0-1</inkml:trace>
  <inkml:trace contextRef="#ctx0" brushRef="#br0" timeOffset="529.9463">3772 1724 0,'-40'0'0,"80"0"0,-120-40 31,80 0-31,40 40 31</inkml:trace>
  <inkml:trace contextRef="#ctx0" brushRef="#br0" timeOffset="979.9182">4574 1924 0,'0'0'0,"-40"0"31,40-40-16,40 40 1,121 40 15,-41 81-15,-39 39 0,-162-39-1,41-81 16,40-80-15,121-81 0,-1-39-1,-40 39 17,0 121-17,-39 0 1</inkml:trace>
  <inkml:trace contextRef="#ctx0" brushRef="#br0" timeOffset="1379.8888">5899 2005 0,'0'-40'0,"0"80"0,0-121 31,-41 81-16,-39 0 1,40 41-16,0-1 0,0-40 0,0 40 16,40 0-16,-40-40 0,-1 40 15,41 0-15,-40 0 0,40 0 0,0 0 16,0 1-16,40-41 0,1 40 16,39-40-1,-40 0-15,0 0 0,0 0 16,0 0-16,0 0 0,1 0 15,-1-40-15,0 40 0,0 0 0,0 0 16</inkml:trace>
  <inkml:trace contextRef="#ctx0" brushRef="#br0" timeOffset="2219.8101">6260 2005 0,'-40'-40'16,"80"80"-16,-80-40 47,40 40-1,40-40-14,-40 40-32,40-40 15,-40 40-15,0 0 32,40-40-32,-40 40 0,40-40 0,-40 40 15,40-40-15,0 0 16,-40 40-16,40-40 0,1 0 15,-1 0 1,0 0-16,0 0 0,0-40 16,0 40-1,-40-40-15,40 40 0,-40-40 16,0 0-16,0 0 0,0 0 31,0 80 16,0 0-31,0 0-16,40 0 0,-40 0 15,41-40-15,-1 40 0,0-40 16,0 0 0,0 0-16,0 0 0,0 0 15,0-40 1,-40 0-1,41 0-15,-41 0 0,0 0 16,0 0-16,0 0 0,0 0 0,0-1 16,0 1-16,0 0 15,0-40-15,0 40 0,0 0 0,0 0 0,0 0 16,0 0-16,0-1 0,-41 1 16,41 0-1,0 120 16,0-39-15,0-1-16,0 0 0,0 0 16,0 0-16,0 40 0,41-40 0,-41 0 0,0 0 15,0 41-15,0-41 0,0 0 0,40 0 0,-40 0 16,0 0 0,40 0-16,0 0 0,-40 1 0,40-41 15,-40 40-15,40-40 0,0 0 16</inkml:trace>
  <inkml:trace contextRef="#ctx0" brushRef="#br0" timeOffset="2699.855">8266 1965 0,'-40'-41'15,"80"82"-15,-160-82 16,80 1-16,-1 40 16,1 40-16,-40 41 15,40-1 1,0-40 0,40 80-1,40-80 1,80-40 15,41-80-15,-121-40-1,-40 40 1,-80 40 15,40 40-31,40 40 16,0 80-1,80 0 17,40 1-17,1-81 1</inkml:trace>
  <inkml:trace contextRef="#ctx0" brushRef="#br0" timeOffset="3019.7621">8707 1924 0,'0'0'0,"41"0"31,-1 41-15,0-41-16,40 80 16,-40-40-16,-40 0 0,40-40 15,0 120 1,-40-80-1,-40-40 1,-40-40 0,80-40-1,80-40 17,41-1-17,-41 41 1,0 40 15,-40 40-31</inkml:trace>
  <inkml:trace contextRef="#ctx0" brushRef="#br0" timeOffset="3479.8098">10995 962 0,'0'-40'16,"-40"40"0,-1 40 30,41 40-46,0-40 0,-40 0 16,40 0-16,0 41 16,0-41-16,0 40 0,0 0 0,0-40 0,0 41 15,0-41-15,0 40 0,0-40 0,0 0 0,40 0 16,-40 0-16,0 0 0,41 0 16,-41 1-16,40-41 0,-40 40 0,40-40 0,0 40 15,0-40 1,0 0-16</inkml:trace>
  <inkml:trace contextRef="#ctx0" brushRef="#br0" timeOffset="3839.7867">10674 1844 0,'-41'0'16,"122"0"-16,-81-40 0,120 0 15,-80 40-15,81 0 16,-81 0-16,0 0 16,161 0-1,-81-40 1,-40-40 0,-80 40 15,0 80-16,0 40 1,0 40 15,-40 1-15,80-41 0,-40-40-1</inkml:trace>
  <inkml:trace contextRef="#ctx0" brushRef="#br0" timeOffset="4019.7754">11597 1283 0,'0'0'15,"-41"-80"1,41 39 15,-40 82-31</inkml:trace>
  <inkml:trace contextRef="#ctx0" brushRef="#br0" timeOffset="4509.6749">11877 1523 0,'0'41'15,"0"-82"-15,0 122 0,0-41 32,0 0-32,41 0 0,-41 0 15,0 40 1,0-40 0,0-80 15,40 40-31,-40-40 15,40 0 1,0 40-16,0 0 0,0 0 16,0 40-1,0 0-15,1 0 16,-1 0-16,0 1 0,-40-1 16,0 0-1,0-80 16,0 0-31,0-1 16,40 1 0,-40 0-16,80 0 0,-80 0 0,40 40 15,0 0-15,1 0 0,-1 0 0,0 0 16,0 0-16,0 40 16,0-40-16,-40 40 0,40-40 0,0 40 15,1-40-15,-41 40 16,40-40-16,-40 41 0,40-1 0,-40 0 15</inkml:trace>
  <inkml:trace contextRef="#ctx0" brushRef="#br0" timeOffset="4839.7266">13322 1965 0,'0'0'0,"40"0"0,121 0 32,-121 0-32,0-41 0,80 1 15,-40-80 1,-80 40 0,-80 40 15,-80 120-16,39 80 1,81 1 15,120-81-15,81-40 0,-81-40-16</inkml:trace>
  <inkml:trace contextRef="#ctx0" brushRef="#br0" timeOffset="5499.6317">16291 1443 0,'-40'0'0,"0"0"0,0-40 16,0 40-1,0 0-15,0 80 0,40-40 16,-41 1-16,41-1 15,-40 0-15,40 0 0,0 0 0,0 40 0,0-40 16,0 0-16,0 0 16,40 1-16,-40-1 0,41 0 0,-1 0 15,-40 0-15,40 0 0,-40 0 0,0 0 16,0 0 0,-40-40-16,0 41 0,-1-41 15,-39 0-15,40 0 16,-40 0-16,40 0 0,-41 0 0,1 0 0,40 0 15,0 0-15,-40-41 0,40 1 16</inkml:trace>
  <inkml:trace contextRef="#ctx0" brushRef="#br0" timeOffset="6009.586">16532 1162 0,'0'0'0,"0"41"15,0-1 1,0 0-16,0 0 15,0 201 1,40 39 15,0-79-15,-40-81 0,0-160 15,40 40-16,41-120 1,-1 39 0,0 81-1,0 121 17,1 39-17,-1-80 1,0-39 15</inkml:trace>
  <inkml:trace contextRef="#ctx0" brushRef="#br0" timeOffset="6199.6464">17535 1884 0,'0'0'15,"-40"0"-15,40 40 16,0 1-1,40 119 17,0 0-17,0-79 1,-40-41-16</inkml:trace>
  <inkml:trace contextRef="#ctx0" brushRef="#br0" timeOffset="6359.6354">17615 1564 0,'0'0'16,"-40"0"-16,40-41 0,-40 41 0,40-40 31,0 0-31,40 40 16</inkml:trace>
  <inkml:trace contextRef="#ctx0" brushRef="#br0" timeOffset="6599.5808">18338 1644 0,'-40'80'15,"0"-80"-15,-1 80 16,-39 121 15,120-1-15,41 1-1,-1-41 1,-120-40 15,0-79-31,-41-41 0</inkml:trace>
  <inkml:trace contextRef="#ctx0" brushRef="#br0" timeOffset="6749.5407">18137 2526 0,'0'-40'32,"0"0"-32,40 40 15,-40-40-15,81 40 0,-41 0 16,0-40-16,0 40 0,0-40 0,0 40 0,0-41 15,0 1-15,1 40 16,-1-40-16</inkml:trace>
  <inkml:trace contextRef="#ctx0" brushRef="#br0" timeOffset="7019.5242">19180 1604 0,'-40'-81'16,"80"162"-16,-80-202 0,0 121 16,0 0-1,40 40-15,0 81 16,0-1 0,0 161-1,0-41 1,80-79 15,-40-81-31</inkml:trace>
  <inkml:trace contextRef="#ctx0" brushRef="#br0" timeOffset="7199.5869">18980 2245 0,'0'0'0,"40"0"16,-40-80 0,281 0-1,-40 40 1,-161 0-16</inkml:trace>
  <inkml:trace contextRef="#ctx0" brushRef="#br0" timeOffset="9329.4584">3250 3047 0,'0'0'0,"40"0"16,0 0 0,1 0 31,-1 0-47,0 0 0,0 0 15,0 0-15,0 0 0,0 0 16,41 0-16,-41 0 0,0 0 0,0 0 15,0 0-15,0 0 16,41 0-16,-41 0 0,40 0 0,-40-40 0,40 40 16,-40 0-16,41-40 0,-1 40 0,0 0 0,0 0 15,1-40-15,-1 40 0,0 0 16,0 0-16,1 0 0,-1 0 0,40 0 0,-39 0 16,-1 0-16,-40 0 15,40 0-15,41 40 0,-81-40 0,40 0 0,0 0 16,0 0-16,1 0 0,-1 0 15,-40 0-15,40 0 0,1 0 0,39 0 0,-40 0 16,0 0-16,1 0 16,-1 0-16,0 0 0,0 0 0,1 0 0,-1 0 15,0 0-15,0 0 0,-39 0 0,39 0 0,-40 0 16,40 0-16,1 40 0,-41-40 16,40 0-16,-40 0 0,40 0 0,-40 0 0,41 40 15,-41-40-15,0 0 16,40 0-16,-40 0 0,0 0 0,41 0 0,-41 0 15,40 0-15,0 0 0,1 0 16,-41 0-16,40 0 0,0 0 0,0 0 0,1 0 16,-1 0-16,0 0 0,0 0 0,1 0 0,-41 0 15,40 0-15,0 0 16,1 0-16,-1 0 0,-40 0 0,40 0 0,-40 0 16,41 0-16,-41 0 0,40 0 15,-40 0-15,40 0 0,-40 0 0,41 0 0,-41 0 16,40 0-16,0 0 15,-40 0-15,41 0 0,-1 0 0,0 0 0,0 0 16,41 0-16,-41 0 0,41 0 16,-41 0-16,0 0 0,40 0 0,-39 0 0,-1 0 15,40 0-15,-39 0 0,-1 0 0,40 0 0,-40 0 16,1 0-16,39 0 16,-40 0-16,41 0 0,-41 0 0,40 0 0,-39 0 15,39 0-15,-40 0 0,0 0 16,41 0-16,-41-40 0,0 40 0,1 0 0,-1 0 15,0 0-15,0 0 16,-40 0-16,41 0 0,-41 0 0,40 0 0,-40 0 16,0 0-16,0 0 0,1 0 0,-1 0 0,0 0 15,0 0-15,40 0 0,-40 0 16,0 0-16,1 0 0,39 0 0,-40 0 0,40 0 16,-40 0-16,41 0 15,-41-40-15,40 40 0,-40 0 0,40 0 0,1-40 16,-1 40-16,0 0 0,0 0 15,1-40-15,-1 40 0,-40 0 0,40 0 0,1 0 16,-41 0-16,0 0 16,40 0-16,-40 0 0,0 0 0,41 0 0,-41 0 15,0 0-15,40 0 0,-40 0 0,0 0 0,41 0 16,-41 0-16,0 0 0,40 0 16,-40 0-16,40 0 0,-39 0 0,39 0 0,-40 0 15,40 0-15,-40 0 16,41 0-16,-41 0 0,40 0 0,-40 0 0,40 0 15,-40 0-15,41 0 0,-1 0 16,-40 0-16,40 0 0,1 0 0,-1-40 0,0 40 16,0 0-16,1 0 0,-1 0 0,-40 0 0,40 0 15,0 0-15,1 0 16,-1 0-16,-40 0 0,40 0 0,1-40 0,-1 40 16,0 0-16,0 0 0,1 0 15,-41 0-15,40 0 0,0 0 0,1-40 0,-1 40 16,0 0-16,-40 0 15,40-40-15,1 40 0,-1-41 0,0 41 0,0 0 16,-39 0-16,39 0 0,-40 0 16,40-40-16,-40 40 0,0 0 0,1 0 0,-1 0 15,40 0-15,-40 0 0,0 0 0,0 0 16,0 0 0,1 0-16,-1 0 15,-80 0 110</inkml:trace>
  <inkml:trace contextRef="#ctx0" brushRef="#br0" timeOffset="11609.2507">10995 4531 0,'-40'-40'15,"40"0"1,-41 40 0,41-40-16,81 40 31,-41 0-31,0 0 0,0 0 15,40 0-15,-40 40 16,1-40-16,-1 0 0,40 0 0,-40 40 0,0-40 16,0 80-16,0-39 0,-40-1 0,0 0 15,0 0-15,0 0 0,0 0 16,0 0-16,-40 0 0,40 0 0,-80 0 0,80 1 16,-40-1-16,0 0 15,0 0-15,0 0 0,-1 0 0,1-40 16,40-40-1,40 40-15,-40-40 16,81-40-16,-41 40 16,0-1-16,40 1 0,-40 0 0,41-40 0,-41 40 15,0 0-15,40 0 0,0 0 0,-40-41 0,1 41 16,-1 0-16,0 0 0,0 0 16,0 0-16,0 0 0,-40 0 0,40 0 15,-40-1 1,-40 41-16,0 0 15,-40 0-15,40 41 16,0-1-16,-1 0 0,1 0 0,40 0 16,0 0-16,0 0 0,0 0 0,0 0 0,0 1 15,0-1-15,0 0 16,40 0-16,-40 0 0,41 0 0,-41 0 0,40 0 16,-40 0-16,40 0 0,0 1 15,-40-1-15,40-40 0,0 0 16,0 0-1,0 0-15</inkml:trace>
  <inkml:trace contextRef="#ctx0" brushRef="#br0" timeOffset="11879.3066">13282 4170 0,'-40'40'0,"80"-80"0,-201 121 15,81-81-15,-121 80 16,121 80 0,120 41 15,121 39-15,-1-79-1,-79-81 16,-1-80-31</inkml:trace>
  <inkml:trace contextRef="#ctx0" brushRef="#br0" timeOffset="12209.2294">13563 4571 0,'0'0'0,"40"-120"16,-40 160 15,40 0-31,-40 0 15,0 1-15,40-1 0,-40 0 16,0 0-16,0 0 0,0 0 0,0 0 16,0 0-16,-40-40 0,40-40 31,40 40-31,-40-40 16,80 0-16,-80 0 0,40 40 15,1-40-15,39 0 0,-40 0 0,0-1 0,0 1 16,0 40-16,0-40 15,1 40-15,-1 0 0,0 0 0,0 0 16,0 40-16,0 0 16,-40 1-16,0-1 0,0 0 15,0 0-15,0 0 0,-40-40 0,40 40 0,-40 0 16,40 0-16,-40 0 16,0 0-16,40 1 0</inkml:trace>
  <inkml:trace contextRef="#ctx0" brushRef="#br0" timeOffset="12439.2003">14967 4371 0,'0'40'47,"80"-40"-47,-80 40 15,41 0-15,-1 0 0,-40 0 0,0 1 16,40-1-16,-40 0 16,0 40-16,0-40 0,0 0 0,-80 0 0,39 40 15,1-39-15,0-1 0,0 0 0,-40 0 0,40 0 16,0 0-16,-1-40 0,1 40 16,0-40-16</inkml:trace>
  <inkml:trace contextRef="#ctx0" brushRef="#br0" timeOffset="12849.247">16893 4411 0,'0'0'0,"0"-40"16,-40 80-1,-201 120 17,1 41-17,79-81 1,81-80 0,80-120-1,0 40 1,80 0-1,121 40 1,-1 200 0,41 41 15,-40-40-15,-121-121-1,-40-80-15</inkml:trace>
  <inkml:trace contextRef="#ctx0" brushRef="#br0" timeOffset="13199.2249">16652 4812 0,'-40'0'16,"80"0"-16,-40 0 15,81 0-15,79 0 16,322 0 15,-81 0-31,361 0 16,-39 0 15,-121-40-15,-442 40-1,1 0-15,-81 0 16,-40-40-1,0 40 17,-40-40-32,-40 0 15,0 40 1</inkml:trace>
  <inkml:trace contextRef="#ctx0" brushRef="#br0" timeOffset="13439.2111">20143 4371 0,'-40'0'16,"80"0"-16,-80 40 15,80-40-15,121 80 16,160 41 15,-40-1-15,-241 0-1,-281 41 17,121-121-32,-161 40 15,201-80-15</inkml:trace>
  <inkml:trace contextRef="#ctx0" brushRef="#br0" timeOffset="13699.1962">21267 4170 0,'0'40'16,"0"1"-1,40-41-15,0 40 16,121 80-1,-81 0 1,161 81 0,-161-121-1,121 80 1,-161-160 0</inkml:trace>
  <inkml:trace contextRef="#ctx0" brushRef="#br0" timeOffset="13949.1799">22310 4331 0,'-80'0'16,"160"0"-16,-200-40 16,80 40-16,0 0 15,-41 40 1,41 40-1,-160 161 1,-1 39 0,81-119-1,-1 39 1</inkml:trace>
  <inkml:trace contextRef="#ctx0" brushRef="#br0" timeOffset="14269.0875">22872 4050 0,'-40'0'0,"0"0"0,0 0 32,0 40-32,-81 121 15,121-81 1,-40 80 0,80 81-1,40-81 1,121-80 15,0-80-31</inkml:trace>
  <inkml:trace contextRef="#ctx0" brushRef="#br0" timeOffset="14499.147">23434 4371 0,'0'0'0,"0"80"32,40-80-17,0 161 1,0-81 0,40 80-1,-80-80 1</inkml:trace>
  <inkml:trace contextRef="#ctx0" brushRef="#br0" timeOffset="14899.052">24076 4210 0,'-40'0'16,"40"41"-1,-40-1 1,-1 0 0,41 0-16,-40 0 0,0 0 15,0 0-15,0-40 0,0 40 16,0-40 0,0 0-16,40 40 15,-41-40-15,1 0 16,40 41-1,0-1 1,40 0 0,1-40-16,-41 40 15,40-40-15,0 0 16,0 0-16,0 0 0,0 0 16,0 0-1,-40 40-15,40-40 0,1 0 0,-41 40 0,40-40 16,0 40-16,0-40 15,0 40-15,-40 0 0,40-40 16,0 0 0,0 0-16</inkml:trace>
  <inkml:trace contextRef="#ctx0" brushRef="#br0" timeOffset="15179.0447">24638 4050 0,'0'40'15,"0"0"1,40 0-16,-40 0 15,0 1-15,0 39 0,0-40 0,0 0 16,0 40-16,0 0 0,0-39 16,0 39-16,-40 0 0,40 0 0,-41 0 0,1-40 15,0 41-15,0-1 0,-40 0 0,40 0 0,-41-40 16,1 1-16</inkml:trace>
  <inkml:trace contextRef="#ctx0" brushRef="#br0" timeOffset="19028.8744">5738 7339 0,'-40'0'0,"40"40"0,-40-40 0,0 0 15,0 0 1,80-40 31,0 40-47,0 0 16,0 0-16,0 0 15,0 0-15,0 0 0,1 0 0,-1 0 0,40 40 16,-40-40-16,0 0 15,0 0-15,-40 40 0,40-40 0,-40 40 0,41 0 16,-41 0-16,0 0 0,0 0 0,-81 1 16,81-1-16,-40 0 0,0 0 15,0 0-15,0 40 0,0-40 0,0 0 0,-1-40 16,1 40-16,40 1 16,-40-41-16,0 0 15,40-41 1,40 41-16,-40-40 0,40 0 0,0 0 0,1 0 15,-1 0-15,0 0 16,0 0-16,0 0 0,40 0 0,-40-1 0,41 1 16,-41 0-16,0 40 0,0-40 0,0 0 0,40 0 15,-39 40-15,-1-40 0,0 0 16,0 40-16,0-40 0,0-1 0,-40 1 0,40 40 16,0-40-1,-40 0-15,41 40 0,-41-40 31,-41 80-15,1 0-16,0 0 16,0 0-16,0-40 15,0 41-15,0-1 0,40 0 0,-40 0 0,-1-40 16,1 40-16,40 0 0,-40 0 16,40 0-16,-40 0 0,40 1 0,0-1 0,-40 0 15,40 0 1,0 0-16,0 0 0,80-40 15,-40 40-15,0-40 16,1 0-16,-1 0 0,0 0 0,0 0 16,0 0-16,0 0 0,0 0 0</inkml:trace>
  <inkml:trace contextRef="#ctx0" brushRef="#br0" timeOffset="19397.1949">7664 6898 0,'-40'0'16,"-40"0"15,40 40-31,0-40 0,40 40 0,-121 80 16,81 161 15,40-81-15,40-119-16,-40-1 15,40-40-15,81 40 16,-1-40-1,-80-40 1,0 0-16</inkml:trace>
  <inkml:trace contextRef="#ctx0" brushRef="#br0" timeOffset="19877.0949">7945 7299 0,'0'0'0,"-40"0"32,40-41-32,40 41 31,0 41-31,0 119 31,0-80-31,-40 41 16,0-41 15,0-120-15,0-41-1,0 1 1,81-80 0,79 39 15,-120 81-16,0 40-15,1 81 32,-41-1-32,0-40 0,0 0 15,0 0-15,0 80 16,-41 1 15,41-41-15,41-40-16</inkml:trace>
  <inkml:trace contextRef="#ctx0" brushRef="#br0" timeOffset="20157.0932">9028 7619 0,'0'0'32,"-40"0"-32,80 0 47,1 0-32,-1 0-15,0 0 0,0 0 0,0 0 16,0-40-16,0 40 0,0 0 0,1 0 15,-1 0-15,0 0 0,0 0 16,0-40-16</inkml:trace>
  <inkml:trace contextRef="#ctx0" brushRef="#br0" timeOffset="21057.0493">9991 7780 0,'-40'0'16,"40"40"46,40-40-15,41 0-31,-41 0-16,0 0 15,0-40-15,-40 0 16,40 40 0,-40-40-16,40 0 15,-40-1 1,0 1-16,0 0 0,0 0 16,0 0-1,0 0-15,0 0 0,0 0 16,-40 0-16,40-1 15,0 1 173,0 0-188,0 0 16,0 0-1,0 0 1,0 0-16,0 120 47,0-40-32,0 0-15,0 0 0,0 0 0,0 1 16,0-1 0,0 0-16,0 0 0,0 0 15,0 0-15,0 0 0,0 0 16,0 0-16,0 1 15,0-1-15,0 0 0,40-40 0,-40 40 16,40-40 0,1 0-16,-1 40 0,0-40 0,0 0 15,0 0-15,0 0 0,0 0 16,0-40-16</inkml:trace>
  <inkml:trace contextRef="#ctx0" brushRef="#br0" timeOffset="21941.1241">11637 7820 0,'0'40'0,"0"0"78,0 0-47,40-40-31,-40 40 0,0 0 16,0 1-1,-40-1-15,40 0 0,-40 0 16,-1 0-16,1-40 16,40 40-16,-40 0 0,0-40 0,0 40 15,0-40 1,0 0-16</inkml:trace>
  <inkml:trace contextRef="#ctx0" brushRef="#br0" timeOffset="22791.004">12198 7579 0,'0'0'16,"0"40"-16,41-40 47,39 0-31,-80 41-16,0-1 15,40-40-15,-40 40 0,40 0 0,-40 0 16,0 0-1,0 0-15,0 0 0,0 0 16,-40 0 0,40-80 31,0 0-47,40 40 0,-40-80 0,0 40 15,40 0-15,-40 0 16,40 40-16,-40-40 0,0 0 0,40 40 15,-40-41 1,41 41-16,-1 0 16,-40 81-16,40-81 0,-40 40 15,0 0-15,40 0 0,-40 0 16,0 0 0,0 0-16,0 0 15,0-80 16,0 0-31,0 0 16,40 40-16,-40-40 16,40 0-16,0 0 0,0 0 15,1 40-15,-1 0 16,-40 40 0,40-40-16,-40 40 15,0 0-15,40 0 16,0-40-16,-40 40 0,40 0 0,0 0 15,-40 0-15,40-40 16,-40 41-16,0-1 16,-40-40-1,0 0-15</inkml:trace>
  <inkml:trace contextRef="#ctx0" brushRef="#br0" timeOffset="23161.0521">13603 7660 0,'40'0'16,"0"0"-16,0 0 16,-40 40-1,0 0 1,40 0-16,-40 0 0,0 80 31,-40-80-31,0 0 16,-40-40-1,40-80 17,40 0-17,0 40-15,40-40 16,-40 40-16,40 40 15,40 0 17,-80 40-32,40-40 0</inkml:trace>
  <inkml:trace contextRef="#ctx0" brushRef="#br0" timeOffset="23600.9524">14726 7619 0,'-120'0'0,"240"0"0,-360 41 31,199-1-31,1 0 16,0 0-16,40 0 16,0 0-16,0 0 15,40 0-15,41 40 31,-1-80-15,-40 0 0,-40-80-1,40-80 1,0-81 0,-40 121 15,0 80-31,-40 40 31,40 80-31,0 40 31,0-39-31,0-41 0,0 120 32,0-120-32,40 0 0,-40 0 15,40-40-15</inkml:trace>
  <inkml:trace contextRef="#ctx0" brushRef="#br0" timeOffset="23900.9331">15409 7579 0,'0'0'16,"0"-40"-16,-41 40 31,41 40-15,0 0 0,0 1-16,0-1 0,0 0 15,0 0-15,0 0 0,41 0 0,-41 0 16,0 0-16,0 0 15,0 0-15,0 1 0,0-1 16,0 0 0</inkml:trace>
  <inkml:trace contextRef="#ctx0" brushRef="#br0" timeOffset="24150.9368">15409 7579 0,'0'0'0,"0"40"16,40 41-1,80-1 17,-40 0-32,-40-40 15,1 0-15,79 0 31,0 0-15,-39-40 0</inkml:trace>
  <inkml:trace contextRef="#ctx0" brushRef="#br0" timeOffset="24380.9233">16251 7459 0,'0'0'16,"-40"0"15,40 40-15,0 40 0,0-40-16,0 1 0,0-1 0,40 0 15,-40 40-15,0-40 0,0 0 0,0 0 0,0 0 16,0 0-1,0 1-15,0-1 0</inkml:trace>
  <inkml:trace contextRef="#ctx0" brushRef="#br0" timeOffset="24790.9536">17054 6978 0,'0'40'16,"40"0"-16,0 0 16,40 241-1,-40 80 1,-120-40 15,-121-81-15,41-160-1</inkml:trace>
  <inkml:trace contextRef="#ctx0" brushRef="#br0" timeOffset="25770.8945">19100 7339 0,'0'0'0,"-40"0"0,0 0 16,40 40-16,-40 0 0,40 0 16,0 0-16,-40 0 0,40 40 15,0-39-15,-40-1 0,-1 0 0,1 40 0,0-40 16,40 0-16,-40 0 16,0 0-16,0-40 0,0 40 0,0 1 0,-1-1 15,1 0-15,0-40 16,40-40-1,0 0-15,0-41 16,0 41 0,0 0-16,40 40 0,0 0 31,1 40-31,-41 0 0,40 0 0,0 1 16,0-1-16,0 40 0,-40-40 0,40 0 0,0 0 15,0 0-15,-40 0 16,41 1-16,-1-1 0,0-40 0,0 40 0,0-40 15,0 0-15,0 40 16,0-40-16,1 0 0,-1-40 16,0 40-16</inkml:trace>
  <inkml:trace contextRef="#ctx0" brushRef="#br0" timeOffset="26120.819">19060 8181 0,'-40'0'0,"80"0"0,-40 0 31,80-40-15,-40 40-16,281 0 15,-240 0-15,39-40 0,161 0 16,-161 40-16,201-41 31,-240 41-31,-1-40 0,80 40 16,-79 0-16,79-40 15,-80 40 1,-120 0 15,0 0-15,0 0-1,0 0-15</inkml:trace>
  <inkml:trace contextRef="#ctx0" brushRef="#br0" timeOffset="26500.7805">20785 7579 0,'-40'-40'0,"0"40"0,0-40 31,0 0-31,80 40 32,40 0-17,161 120 1,-40-80-1,39 41 1,-199-41-16,119 80 16,-80-40-16,1 0 31,-122 41-15,41-81-16,-200 40 15,160-80-15,0 0 0,-41 0 16,41 0-16,0 0 0</inkml:trace>
  <inkml:trace contextRef="#ctx0" brushRef="#br0" timeOffset="27030.7612">23153 7218 0,'-40'0'15,"80"0"-15,-80-40 0,0 40 0,40-40 31,0 0-15,0 80 15,40 0-15,-40 0-16,80 0 0,-40 1 0,0-1 0,41 40 16,-41-40-16,40 0 0,-40 40 0,40-40 0,1 1 15,-41-1-15,0 0 0,40 0 16,-40 0-16,0 0 0,0 0 0,1-40 0,-1 40 15,0 0-15,0 0 16,0-40-16,0 0 0,0 0 0,-40 41 16,40-41-16,1 0 15</inkml:trace>
  <inkml:trace contextRef="#ctx0" brushRef="#br0" timeOffset="27290.7309">24036 7299 0,'-40'0'15,"80"0"-15,-80-41 16,-1 41 0,1 41-1,0-1 1,40 0-16,-40 0 0,40 40 0,-40-40 0,0 0 15,0 41-15,0-41 0,40 0 16,-41 40-16,1-40 0,0 0 0,40 0 0,-40 0 16,40 0-16,-40 1 15,40-1-15</inkml:trace>
  <inkml:trace contextRef="#ctx0" brushRef="#br0" timeOffset="27760.7346">24999 7058 0,'0'0'0,"-40"0"0,-1 0 0,1-40 31,0 40-31,0 40 32,-40 120-17,40-120-15,0 81 16,-1-81-16,41 201 16,121-1-1,-81-160 1,0-80-16,80 81 15,-79-81-15,-1 0 0,0 0 16,0 0-16</inkml:trace>
  <inkml:trace contextRef="#ctx0" brushRef="#br0" timeOffset="28020.689">25520 7459 0,'0'0'0,"-40"0"16,0 0 0,40 40 15,0 80-15,0-79-16,0 119 15,40-120-15,-40 0 0,0 0 16,40 40-16,41 1 31,-81-41-31,40-40 0</inkml:trace>
  <inkml:trace contextRef="#ctx0" brushRef="#br0" timeOffset="28420.7359">26042 7299 0,'-40'0'32,"40"40"-32,-40-40 31,40 40-31,-40 40 16,-41 40 15,41-80-31,-120 41 31,-1-41-15,161 0-1,-40-40-15,80 0 32,41 0-17,-41 0-15,120 0 31,1 0-15,-121 40-16,40 0 16,-40 0-16,0-40 15,-40 40 1</inkml:trace>
  <inkml:trace contextRef="#ctx0" brushRef="#br0" timeOffset="28700.6454">26564 7058 0,'0'0'15,"40"40"1,-40 0-1,40-40-15,-40 40 0,40 40 0,0-39 0,0-1 16,-40 40-16,0 0 16,40-40-16,-40 40 0,0-39 0,0-1 0,0 40 15,0-40-15,-40 0 0,40 0 16,-40 0-16,40 0 0,-80 0 0,40-40 0,40 41 16,-40-41-16,0 0 0,-1 0 0</inkml:trace>
  <inkml:trace contextRef="#ctx0" brushRef="#br0" timeOffset="29280.6856">27487 7860 0,'0'0'15,"40"0"17,-40 40 14,0 0-14,-40-40-32,40-40 47,40 0-47,0 0 31,-40 120 0,0-40-15</inkml:trace>
  <inkml:trace contextRef="#ctx0" brushRef="#br0" timeOffset="29900.5737">28450 7579 0,'-41'81'16,"82"-162"-16,-41 162 31,0-41-15,40-40-16,0 0 15,0 0-15,0 0 0,0 0 0,0 0 16,0 0-16,1-40 16,-1 40-16,-40-41 0,40 41 15,-40-40-15,0 0 16,0 0-16,0 0 0,-40 0 16,40 0-16,-40 40 15,40-40-15,-41 40 16,1 0-16,0 0 0,0 0 15,0 0-15,0 0 16,0 40-16,0 40 0,-1-80 16,41 40-16,0 0 15,-40 0-15,0 0 0,40 1 0,0-1 16,0 0-16,0 0 0,0 0 0,0 0 16,40-40-16,-40 40 0,40 0 15,41 0-15,-41-40 0,0 40 16,0-40-1,0 0-15,0 0 0,0 0 0,1 0 16,-1 0 0,-40-40-16,40 40 0</inkml:trace>
  <inkml:trace contextRef="#ctx0" brushRef="#br0" timeOffset="30230.571">28931 7058 0,'0'0'15,"0"40"17,40-40-32,0 0 15,41 0 1,-41 0-16,0 0 0,0 0 0,0 0 16,0 0-16,0 0 0,1 0 15,-1 0 1,-40-40-16</inkml:trace>
  <inkml:trace contextRef="#ctx0" brushRef="#br0" timeOffset="30720.5493">29653 6978 0,'0'0'0,"0"40"16,41-40-1,-1 0 1,0 0-16,-40-40 0,40 0 16,-40 0-16,0-1 0,0 1 15,0 0-15,0 0 16,0 0-16,0 0 0,0 0 15,0 0 1,0 0 0,0 80 15,0 0-31,0 0 16,0 0-1,0 0-15,40 0 0,-40 0 0,0 0 16,0 1-16,0 39 15,0-40-15,0 0 0,0 0 0,0 0 0,0 40 16,0-40-16,0 1 16,0-1-16,-40 0 0,40 40 0,0-40 15,0 0-15,0 0 0,-40 0 16,0-40-16,40 41 0,-40-41 0,-1 0 16,1 0-16,0 0 0,0 0 15,40-41-15,-40 41 16,40-40-16</inkml:trace>
  <inkml:trace contextRef="#ctx0" brushRef="#br0" timeOffset="30960.5836">29814 6256 0,'0'0'0,"-40"0"0,0 40 15,0-40-15,-1 0 16,1 0 0,0 40-1</inkml:trace>
  <inkml:trace contextRef="#ctx0" brushRef="#br0" timeOffset="33518.1239">30255 6496 0,'0'0'0,"-40"0"31,80 0 438,0 0-32,1 0-406,-1 0 1,-40 41 15,40-41-47,-40 40 15,0 0 1,0 0-16,0 0 0,0 0 15,0 0 1,-40-40-16,40 40 0,-40-40 0,40 40 16,-41 1-1,41-1-15,-40-40 0,0 0 32,40-40 14,0-1-46,40 41 32,0 0-17,1 41 1,-1-41-16,-40 40 0,40-40 16,-40 40-16,40-40 0,-40 40 15,40-40-15,-40 40 0,40-40 0,0 40 16,0 0-16,1-40 15,-41 40 1</inkml:trace>
  <inkml:trace contextRef="#ctx0" brushRef="#br0" timeOffset="33945.3949">30978 6777 0,'-41'0'0,"41"40"16,0 0-16,0 1 15,-40-1-15,40 0 16,0 0-16,0 0 0,0 0 0,-40 0 16,40 0-16,0 0 31,0-120 0,0 40-31,0 0 0,0 0 16,0 0-16,40 0 15,-40 0-15,0-1 0,40 1 0,-40 0 16,0 0-16,41 40 0,-41-40 0,40 40 0,-40-40 16,40 40-1,-40 80 1,40-80-16,-40 40 15,40 0-15,-40 0 0,0 1 0,0-1 16,0 0-16,0 0 0,40 0 16,-40 0-16,0 0 0,0 0 15,0 0-15,40 0 0,-40 1 16</inkml:trace>
  <inkml:trace contextRef="#ctx0" brushRef="#br0" timeOffset="34170.6229">30937 6697 0,'0'0'16,"-40"40"-1,80-40 1,41-40-1,-41 40-15,40-40 16,-40 40-16,81-40 16,-81 40-16</inkml:trace>
  <inkml:trace contextRef="#ctx0" brushRef="#br0" timeOffset="35800.4837">31740 6617 0,'-40'0'78,"0"0"360,40 40 46,0 0-484,0 0 16,0 0-16,0 0 15,0 0 1,0 1-16,0-1 0,0 0 0,0 0 0,0 0 15,0 0-15,0 0 0,0 0 16,0 0-16,0 0 0,0 1 31</inkml:trace>
  <inkml:trace contextRef="#ctx0" brushRef="#br0" timeOffset="36190.5963">32061 6657 0,'0'40'31,"-40"-40"-15,40 40-1,-40-40-15,40 40 0,-40-40 16,-1 0-16,1 0 16,40 40-1,-40-40-15,80 0 63,-40 40-48,40-40-15,1 41 16,-1-1-16,0 0 16,-40 0-16,40-40 0,0 40 0,0-40 15,-40 40-15,40-40 16,0 0 0,1 0-16</inkml:trace>
  <inkml:trace contextRef="#ctx0" brushRef="#br0" timeOffset="36681.8895">32663 7218 0,'-40'0'15,"80"0"-15,-80-40 47,80 40-31,-40-40-1,40 40 1,0 0-16,-40-40 16,40 0-16,0 40 0,-40-40 15,0 0-15,41 0 16,-41 0-16,0-1 0,0 1 15,0 0-15,0 0 16,-41 0-16,41 0 16,-40 40-1,40-40 1,-40 40-16,40 40 16,0 0-1,0 40-15,0-40 0,0 0 16,0 1-16,0-1 0,0 0 15,0 0-15,0 0 0,40 0 0,-40 0 0,0 40 16,0-40 0,0 1-16,40-1 0,1 0 15,-41 0 1</inkml:trace>
  <inkml:trace contextRef="#ctx0" brushRef="#br0" timeOffset="37450.9123">30616 7579 0,'-40'0'16,"0"0"0,0 40-16,0-40 15,40 41 32,-40-41 0,40-41-47,-40 1 16,80 40 93,0 0-109,0 40 16,0-40-16,0 0 0,0 0 15,1 0-15,39 0 0,-40 0 0,0 0 0,0 0 16,40 0-16,-39 41 0,39-41 16,-40 0-16,40 0 0,0 0 0,-39 0 15,39 0-15,0 0 0,-40 0 0,0 0 0,0 0 0,1 0 16,-1 0-16,0 0 15,0 0-15,0 0 16,0 0 0</inkml:trace>
  <inkml:trace contextRef="#ctx0" brushRef="#br0" timeOffset="37840.6728">30817 7940 0,'-40'0'16,"40"40"15,-40 0 0,40 1-31,0-1 16,0 0-1,0 0-15,0 0 0,0 0 16,0 0-16</inkml:trace>
  <inkml:trace contextRef="#ctx0" brushRef="#br0" timeOffset="38400.3252">30817 7900 0,'40'40'62,"-40"0"-46,40-40-16,-40 40 16,40 1-16,1-1 15,-1 0-15,0-40 0,-40 40 16,40-40-16,0 40 0,0 0 0,0 0 16,0-40-1,-40 40-15,0-80 63,41 0-32,-41 0-31,0 0 16,40 40-16,-40-40 0,0 0 0,0 0 31,0-1-31,40 41 15,-40-40-15,0 0 16,-40 40 125</inkml:trace>
  <inkml:trace contextRef="#ctx0" brushRef="#br0" timeOffset="77097.9812">4374 9424 0,'-40'0'0,"0"0"16,-1 0 15,1 0-15,40 40-16,-40-40 16,40 40-16,-40-40 0,40 40 0,-40-40 0,0 41 15,40-1-15,-40 0 16,0 0-16,-1 0 0,41 40 0,-40-40 0,0 0 15,40 1-15,0-1 0,0 0 0,-40 0 0,40 0 16,0 0-16,0 0 0,0 0 16,80-40-16,-80 40 0,40-40 0,1 40 0,-1 1 15,0-41-15,40 0 16,-40 0-16,40 0 0,1 0 0,-41 0 0,40 0 16,-40 0-16,40 0 0,-39-41 15,-1 41-15,0 0 0,0-40 0,0 40 16</inkml:trace>
  <inkml:trace contextRef="#ctx0" brushRef="#br0" timeOffset="77287.9915">4855 9946 0,'0'0'0,"0"40"47,0 0-31,0 0-16,81 0 15,-81 0-15,0 0 0,40 0 16,-40 0-16,0 0 16,0 1-16,0-1 0,0 0 0,0 0 15</inkml:trace>
  <inkml:trace contextRef="#ctx0" brushRef="#br0" timeOffset="77468.0319">4855 9865 0,'-40'0'16,"80"0"-16,-80-40 16,0 40-16</inkml:trace>
  <inkml:trace contextRef="#ctx0" brushRef="#br0" timeOffset="77837.9367">5337 10026 0,'0'40'0,"40"-40"47,-40 40-31,40-40-1,0 40-15,0-40 0,-40 40 0,0 0 0,40 0 0,-40 0 16,0 1 0,0-1-16,41 0 0,-41 0 15,-41-40 16,41-40-31,-40 0 0,40 0 0,0-1 16,0 1 0,0 0-16,0 0 0,40 0 0,1 40 15,-41-40 1,40 40-16,0 0 0,0 0 0,-40-40 16,40 40-16,0 0 15,0 0-15</inkml:trace>
  <inkml:trace contextRef="#ctx0" brushRef="#br0" timeOffset="78857.8759">6541 9986 0,'-41'0'0,"1"0"15,0 0-15,0 0 16,0 0-16,0 0 16,0 0-1,40 40-15,0 0 0,-40 0 16,40 0-16,0 0 0,0 0 15,0 0-15,40 0 0,0 1 16,0-1-16,0-40 0,0 0 16,-40 40-16,40-40 15,0 0-15,1 0 0,-1 0 0,0 0 0,-40-40 16,40 40-16,0-40 16,0 40-16,-40-41 0,0 1 0,40 0 0,0 0 31,-40 0-31,0 0 15,0 0 1,0 0 15,0 80 16,0 0-47,41-40 0,-41 40 16,0 0-1,40-40-15,-40 40 0,40 0 0,-40 0 16,0 1-16,40-41 0,-40 40 0,40 0 0,0 0 16,0-40-1,0 0-15,1 0 0,-1-40 32,0 0-32,-40-41 0,40 81 15,-40-40-15,0 0 16,0 0-16,0 0 15,-40 40 1,40 40 0,0 0-1,40-40-15,-40 40 0,40-40 16,-40 40-16,40-40 0,0 0 0,1 41 0,-1-41 16,0 0-1,0 0-15,0 0 0,0 0 16,-40-41-1,0 1-15,0 0 16,0 0-16,0 0 0,-40 40 16,40-40-16,0 0 15,0 0-15,0 0 0,0 0 0,-40-1 16,40 1-16,0 0 16,-40 40-16,40-40 0,-40 40 31,40 40 0,0 0-15,0 0-16,0 1 0,0-1 15,0 0 1,0 0-16,0 0 0,0 0 0,0 0 16,40 0-16,-40 0 15,40 0-15,0 1 0,-40-1 0,40-40 16,-40 40-16,40 0 15,0-40-15,1 0 0</inkml:trace>
  <inkml:trace contextRef="#ctx0" brushRef="#br0" timeOffset="79317.848">8427 10146 0,'0'0'16,"-41"-40"-16,1 40 16,0 0-1,0 40 1,0 0-16,40 0 16,-40-40-16,40 40 15,0 0-15,0 1 16,40-1-16,0-40 15,0 0-15,40 0 16,-39 0-16,-41-40 0,40 40 16,-40-41-1,0 1-15,0 0 0,0 0 16,0 0-16,-40 40 16,40 40 30,40-40-46,-40 40 0,40-40 16,-40 40-16,40 0 0,0 1 16,0-41-16,-40 40 0,40 0 0,0-40 15,-40 40-15,41-40 16,-1 0-16,0 40 0,0-40 0,0 0 0</inkml:trace>
  <inkml:trace contextRef="#ctx0" brushRef="#br0" timeOffset="79627.8855">9149 10106 0,'40'0'32,"-40"40"-32,40-40 15,0 40-15,0 0 16,0-40-16,-40 40 0,41-40 15,-41 40-15,0 1 0,0-1 16,-41-40 0,1 0-16,40-40 15,0-1 1,0 1-16,40 40 0,-40-80 16,41 80-16,-41-40 15,80 40-15,-80-40 0,40 40 0,0-40 0,0 40 16,-40-40-16,40 40 15,0 0-15,-40-40 0,41 40 0,-1-40 0,0 40 16</inkml:trace>
  <inkml:trace contextRef="#ctx0" brushRef="#br0" timeOffset="80127.8726">11757 9344 0,'-40'0'0,"0"0"0,0 40 15,0 0 1,-41 80 0,81 121 15,81 80-15,-1-40-1,-40 40 16,-80-121-31</inkml:trace>
  <inkml:trace contextRef="#ctx0" brushRef="#br0" timeOffset="81307.8017">11316 10708 0,'0'0'0,"120"-41"15,-40 1 1,1 0 0,159-40-1,1-40 1,-121-1 15,-39 1-15,-121 0-1,-41-1 1,81 81 15,40 40-15,41 0 0,-41 40-16,0-40 15,0 0-15,0 41 16,40 39-1,-39 80 1,-82 1 0,41-81 15,121-80-31,-1-40 16,201-41-1,-281 41-15,121-80 31,-121-40-15,-80 39 0,0 121-1,0 0-15,-81 40 32,81 81-17,160 39 1,1-40-1,79-120 17,81-80-17,0-80 1,-120-1 15,-121 41-15,-201 120-1,81 80 1,40-40-16,-40 121 31,160-81-15,40-80 0,1-120 15,-81-41-16,-80 81 1,0 40 0,40 120 15,40 81-15,0 79-1,0 1 16,-40 0-15,-80-1 0,-1-160-1,81-160 17,81-80-17,79-1 1,-39 81-1,39 0 17,41 0-17,-161 40-15</inkml:trace>
  <inkml:trace contextRef="#ctx0" brushRef="#br0" timeOffset="81907.7662">16051 9384 0,'0'0'0,"-41"-40"32,1 40-17,-40 40 1,40 80-1,80 41 17,201-41-17,-81 0 1,-120 1 15,-120-1-15,-161-40-1,81-80 1,80-40-16,40-40 16</inkml:trace>
  <inkml:trace contextRef="#ctx0" brushRef="#br0" timeOffset="82367.7395">16372 9264 0,'0'0'16,"0"-40"0,0 120-1,0 40 1,0-40-1,120 161 1,-80-40 0,0-161-1,-40-80 17,0-41-17,121-79 1,-81 80-1,0 160 17,0 40-17,80 41 1,81-41 15,0-120-15,-121-40-16</inkml:trace>
  <inkml:trace contextRef="#ctx0" brushRef="#br0" timeOffset="82557.6564">17615 9625 0,'0'0'0,"0"40"0,-40 0 31,40 0-31,0 40 15,40 41 1,-40-41 0,41 0 15</inkml:trace>
  <inkml:trace contextRef="#ctx0" brushRef="#br0" timeOffset="82727.7172">17535 9304 0,'0'0'0,"-40"0"16,40 40 31</inkml:trace>
  <inkml:trace contextRef="#ctx0" brushRef="#br0" timeOffset="83647.5901">18137 9504 0,'0'40'16,"-40"-40"31,40 41-32,0-1-15,-40 0 16,40 0-16,0 0 0,0 0 0,0 0 16,0 0-16,0 0 15,0 1-15,0 39 0,0-40 0,0 0 0,0 0 16,40 0-16,-40 0 0,0 0 0,0 0 0,0 1 15,0-1-15,0 0 16,-40 0-16,40 0 0,-40-40 0,40 40 0,-40-40 16,-1 0-16</inkml:trace>
  <inkml:trace contextRef="#ctx0" brushRef="#br0" timeOffset="83817.5774">17936 10347 0,'41'0'16,"-1"-41"0,0 1-16,0 40 0,-40-40 0,40 40 15,0-40-15,0 0 16,1 40-16,-1-40 0,0 40 0,-40-40 16,40 40-16</inkml:trace>
  <inkml:trace contextRef="#ctx0" brushRef="#br0" timeOffset="84067.5907">19020 9424 0,'-40'-80'16,"80"160"-16,-120-200 16,80 80-16,-40 40 15,40 40 1,0 40-16,0-40 0,0 0 0,0 40 15,0-39-15,0 39 0,0-40 0,40 40 0,-40-40 16,40 40-16,-40-39 16,40-1-16,-40 40 0,40-40 0,0 0 0,-40 0 15,0 0-15,40 0 0,-40 0 16,40-40-16</inkml:trace>
  <inkml:trace contextRef="#ctx0" brushRef="#br0" timeOffset="84247.5547">18859 10066 0,'41'0'15,"119"-40"17,161-40-17,-80 39 1,-161 1-16</inkml:trace>
  <inkml:trace contextRef="#ctx0" brushRef="#br0" timeOffset="86257.4719">4735 11550 0,'0'0'16,"40"0"78,0 0-94,-40 40 0,80-40 15,-39 0-15,39 0 0,-40 0 0,0 0 16,0 0-16,40 0 0,-39 0 16,39 0-16,-40 0 0,40 0 0,-40 0 0,41 0 15,-41 40-15,40-40 16,-40 0-16,40 0 0,1 0 0,-1 0 0,0 0 16,0 0-16,1 0 0,-1 0 15,40 0-15,1-40 0,-41 40 0,40-40 0,1 40 16,-1-40-16,0 0 0,-39-1 0,39 41 0,0-40 15,1 40-15,-1-40 16,-40 0-16,41 40 0,-1 0 0,-40 0 0,1-40 16,39 40-16,-40 0 0,1 0 15,-1 0-15,0 0 0,-40 0 0,40 0 0,-39 0 16,39 0-16,-40 0 16,0 0-16,0 40 0,40-40 0,-39 0 0,-1 0 15,0 0-15,40 0 0,0 0 16,-40 0-16,41 0 0,-1 0 0,0 0 0,0 0 15,41-40-15,-41 40 0,0-40 0,41 40 0,-41-40 16,0 40-16,41 0 16,-41 0-16,0-40 0,0 40 0,1 0 0,-1 0 15,-40 0-15,40 0 0,-40 0 16,1 0-16,-1 0 0,0 0 0,0 0 16,0 0-16,40 0 15,-40 0-15,1 0 0,-1 0 0,40 0 0,-40 0 16,40 0-16,-40 0 0,41 0 0,-1 0 0,-40 0 15,40 0-15,1 0 0,-1 0 16,0 0-16,0 0 0,1 40 0,-41-40 0,40 0 16,-40 0-16,40 0 15,-40 0-15,41 0 0,-41 0 0,40 0 0,-40 0 16,40 0-16,-39 0 0,39-40 16,0 40-16,-40 0 0,40-40 0,1 40 0,-1 0 15,0 0-15,-40 0 16,41 0-16,-1 0 0,0 0 0,-40 0 0,40-41 15,-39 41-15,39 0 0,-40 0 0,40 0 0,-40-40 16,41 40-16,-41 0 0,40 0 16,-40 0-16,0-40 0,40 40 0,-39 0 0,-1-40 15,0 40-15,40 0 16,-40 0-16,41 0 0,-41 0 0,40 0 0,-40 0 16,40 0-16,-40 0 0,41 0 15,-1 0-15,-40-40 0,40 40 0,-40 0 0,41 0 16,-41 0-16,0 0 0,0 0 0,0 0 0,0 0 15,0 0-15,1 0 16,-1 0-16,0 0 0,0 0 0,0 0 0,0 0 16,0 0-16,0 0 0,1 0 15,-1 0-15,40 0 0,-40 0 0,0 0 16,0-40-16,41 40 16,-41 0-16,0 0 0,0 0 0,40 0 0,-40 0 15,0-40-15,1 40 0,-1 0 16,0 0-16,0 0 0,0 0 0,0-40 0,0 40 15,0 0-15,1 0 0,39-40 0,-40 40 0,0 0 16,0 0-16,40 0 16,-39 0-16,-1 0 0,0 0 0,40 0 0,-40 0 15,0 0-15,0 0 0,1 0 16,-1 0-16,0 0 0,0 0 0,0 0 0,0 0 16,0 0-16,0 0 15,1 0-15,-1 0 0,0 0 0,0 0 0,0 40 16,0-40-16,0 0 0,1 0 0,-1 0 0,0 0 15,0 0-15,0 0 0,0 0 16,0 0-16,0 0 0,1 0 0,-1 0 0,0-40 16,0 40-1,0 0-15,0 0 0,0 0 0,0 0 0,1 0 16,-1 0-16,0 0 16,0 0-16,0 0 15,0 0 1,0 0-16,0 0 0,1 0 15,-1 0-15</inkml:trace>
  <inkml:trace contextRef="#ctx0" brushRef="#br0" timeOffset="90280.8867">11877 12633 0,'-40'0'32,"40"-41"14,40 41-46,1-40 0,-1 40 16,0 0 0,40-40-16,-40 40 0,0 0 0,0 0 15,1 40-15,-1-40 0,0 40 0,0-40 16,0 81-16,0-41 0,-40 0 0,0 0 16,0 40-16,0-40 0,0 0 15,-40 41-15,40-41 0,-40 0 0,40 40 16,-80-40-16,40 0 0,-1 0 0,1-40 0,40 40 0,-40-40 15,0 41-15,40-122 32,0 41-32,0 0 0,0 0 15,40 0-15,-40-40 0,80 40 16,-80 0-16,41-1 0,-1-39 0,0 40 16,40 0-16,-40 0 0,0 0 0,0 0 15,1 0-15,39-1 0,-40 41 0,0-40 16,0 0-16,0 40 0,0-40 0,1 40 0,-1-40 15,0 40-15,-40-40 0,0 0 32,-40 40-32,40 80 15,-81-80-15,41 40 16,0 0-16,0 0 0,0 0 0,0 1 0,40 39 16,-40-40-16,0 40 0,-1-40 0,41 0 0,0 0 15,0 1-15,0 39 16,0-40-16,41 0 0,-41 0 0,80 0 15,-40-40-15,0 40 0,40-40 16,-40 0-16,41 0 0,-41 40 0,40-40 0,-40 0 16,0 0-16,41 0 15,-41-80-15</inkml:trace>
  <inkml:trace contextRef="#ctx0" brushRef="#br0" timeOffset="90551.1527">13844 12352 0,'0'0'15,"-81"80"-15,41-40 16,0-40-16,-80 80 16,80-40-16,-41 1 0,81-1 0,-40 80 31,120 81-16,-39-121 1,-1-40-16,120 80 16,-120-120-16,0 0 15</inkml:trace>
  <inkml:trace contextRef="#ctx0" brushRef="#br0" timeOffset="90911.0748">13964 12633 0,'0'40'47,"40"-40"-47,-40 40 16,40 0-16,-40 0 0,40 0 0,-40 0 16,0 0-16,0 0 0,0 1 0,0-1 0,0 0 15,0 0-15,0 0 16,-40-40-16,40 40 0,0-80 15,0 0 1,0 0-16,80 0 0,-80-41 0,41 41 0,-41-40 16,40 40-16,0 0 15,-40 0-15,40 0 0,-40 0 0,40 40 16,0 0 0,0 40-16,-40 40 15,0-40-15,0 0 0,0 0 0,40 0 16,-40 0-1,0 1-15,0-1 0,0 0 0,0 0 0,0 0 16,0 0 0</inkml:trace>
  <inkml:trace contextRef="#ctx0" brushRef="#br0" timeOffset="91161.0401">14887 12472 0,'0'-40'15,"80"40"-15,-40 0 16,41 80 0,-1 121-1,-80 39 16,-40-119-31,0-81 0,-121 160 32,121-200-32,-40 81 15</inkml:trace>
  <inkml:trace contextRef="#ctx0" brushRef="#br0" timeOffset="91615.2531">16693 12432 0,'0'-40'16,"0"80"-16,-41-40 15,1 80 1,-40-40 0,-40 161-1,-41-41 1,41-79 0,120-122 15,0-119-16,40 120 1,40 80 0,-40-40-16,41 120 15,-81-80-15,80 41 0,40 39 16,-80-80-16,0 0 16,1 0-16,39 40 15,-40-80 1,0 0-16,-40-40 15,40 40-15</inkml:trace>
  <inkml:trace contextRef="#ctx0" brushRef="#br0" timeOffset="91911.2931">16652 12994 0,'-80'40'0,"160"-80"0,-160 120 15,40-80-15,80 0 16,40-40-1,201 0 1,-200-1-16,79 41 16,-80 0-16,281-40 15,201 0 17,-321 0-32,40 0 15,-201 40-15,0 0 16,-39 0-16,39 0 15,40 0 1,-160-40 0</inkml:trace>
  <inkml:trace contextRef="#ctx0" brushRef="#br0" timeOffset="92281.2619">18819 12552 0,'0'0'0,"0"-40"16,-40 40-1,120 0 1,-39 0-1,79 80 17,40-39-17,-119-1-15,39 0 16,-40-40-16,-40 40 16,-40 80-1,-121-40 1,1 1 15,120-1-31,40-40 0</inkml:trace>
  <inkml:trace contextRef="#ctx0" brushRef="#br0" timeOffset="92651.1266">20103 12191 0,'0'0'16,"-80"0"0,80 81-1,161 79 17,39 41-17,-120-161-15,-39 0 0,199 160 31,-159-79-31,39-81 32</inkml:trace>
  <inkml:trace contextRef="#ctx0" brushRef="#br0" timeOffset="92916.3674">20906 12472 0,'-40'-40'16,"40"0"-1,-40 40 17,40 40-32,-41 0 15,1 0-15,40 0 0,-40 0 0,0 1 16,40-1-16,-40 40 15,0-40-15,0 40 0,40-40 0,-40 41 0,-1-41 16,41 40-16,-40-40 0,0 40 16,40-40-16,0 0 0,-40 0 0,40 1 15</inkml:trace>
  <inkml:trace contextRef="#ctx0" brushRef="#br0" timeOffset="93295.3684">21869 12111 0,'0'0'16,"-40"0"-16,0 0 16,-1 0-16,1 0 15,-40 40 1,80 0-16,-40 1 16,40-1-16,-40 160 15,40-39 1,80-1-1,40 41 1,-39-161 0,-41-40-16,40 0 15,-40 0-15</inkml:trace>
  <inkml:trace contextRef="#ctx0" brushRef="#br0" timeOffset="93541.7401">22310 12312 0,'0'0'0,"-40"40"16,40 0-16,0 0 16,0 0-16,0 0 15,0 121 1,40 79-1,41-79 1,-41-121 0,0 0-1</inkml:trace>
  <inkml:trace contextRef="#ctx0" brushRef="#br0" timeOffset="93943.2354">22952 12392 0,'-40'0'47,"40"40"-47,-40-40 16,40 40-16,-40-40 15,0 40-15,0-40 0,0 40 0,-1 0 16,1-40-16,0 41 0,0-41 0,-40 0 0,80 40 0,-40 0 15,0-40-15,-1 40 16,1-40-16,40 40 0,-40-40 16,120 0 15,1 0-15,-41 0-1,0 0-15,0 40 0,0 0 0,0-40 16,0 40-16,1-40 15,-1 40-15,0 1 0,0-41 16,0 40-16,0-40 0,0 40 0,0-40 16,1 40-16,-1-40 0,0 0 0,0 0 0,0 40 0,0-40 15,0 0-15,0 0 16,1 0-16,-41-80 0,40 80 16</inkml:trace>
  <inkml:trace contextRef="#ctx0" brushRef="#br0" timeOffset="94210.9108">23554 12031 0,'40'0'16,"0"0"-1,81 40 1,-41 161 0,0 79-1,-80-159 1,-200 200 0,-121-81-16</inkml:trace>
  <inkml:trace contextRef="#ctx0" brushRef="#br0" timeOffset="95430.9071">16492 15079 0,'40'0'16,"-40"40"-16,-40-40 31,0 0-15,0 0-16,0 0 15,-1 80 1,41-40-16,-40 1 0,0-1 16,40 0-16,-40 0 0,0 0 0,40 0 0,-40 0 15,0 0-15,40 0 16,-40-40-16,40 40 0,-41-40 0,41 41 0,-40-41 15,40-41 32,40 41-47,-40-40 16,0 0 0,0 120-1,41-80-15,-41 41 0,40-41 0,-40 40 0,40 0 16,0 0-16,0 0 15,0-40-15,0 40 0,0 0 0,1 0 0,-1-40 16,0 40-16,0-40 0,0 41 16,0-41-16,0 40 0,0-40 0,-40 40 0,41-40 15,-1 0 1,0 0-16</inkml:trace>
  <inkml:trace contextRef="#ctx0" brushRef="#br0" timeOffset="95751.1798">16532 15721 0,'0'0'0,"40"0"78,0 0-62,0 0 0,1 0-16,-1 0 0,0 0 0,40 0 15,-40 0-15,0 0 0,41 0 16,-1 0-16,0 0 0,0 0 0,1 0 0,-1-40 16,0 40-16,0 0 0,1-41 0,-1 41 0,0-40 15,0 40-15,1-40 16,-1 40-16,0 0 0,-40 0 0,41 0 0,-41 0 15,40 0-15,-40 0 0,0 0 16,0 0-16</inkml:trace>
  <inkml:trace contextRef="#ctx0" brushRef="#br0" timeOffset="96160.9847">18418 15159 0,'0'0'0,"-40"40"15,0-40 1,120 0 31,-80 40-47,40-40 15,0 0-15,0 41 0,1-41 0,-1 0 16,0 40-16,0-40 16,0 0-16,0 0 0,-40 40 0,40-40 0,0 40 15,1 0-15,-41 0 0,0 0 16,0 0-16,0 0 15,0 0-15,-41 1 0,41-1 0,-40 0 16,40 0-16,-80 0 16,40 0-16,40 0 0,-40-40 0,40 40 15</inkml:trace>
  <inkml:trace contextRef="#ctx0" brushRef="#br0" timeOffset="96701.1103">20264 14999 0,'-40'0'15,"0"0"17,40 40-1,40-40-16,-40 40-15,80 0 0,-80 40 0,40-40 0,0 1 16,0-1-16,41 40 16,-41-40-16,0 0 0,0 40 0,0-40 0,0 0 15,0 1-15,0-1 0,-40 0 16,41-40-16,-1 40 0,-40 0 0,40-40 16,-40 40-16</inkml:trace>
  <inkml:trace contextRef="#ctx0" brushRef="#br0" timeOffset="97001.1548">20866 15119 0,'-40'0'15,"80"0"-15,-121-40 0,41 40 32,0 0-17,40 40 1,-120 241 0,40-161-16,-81 241 31,81-120-16,40-201-15</inkml:trace>
  <inkml:trace contextRef="#ctx0" brushRef="#br0" timeOffset="97681.1387">22310 14638 0,'-40'0'0,"40"-40"31,-40 40-16,40 40 32,-40 0-47,40 0 16,0 0 0,-40 0-16,40 0 0,0 41 0,0-41 0,0 0 15,-40 40-15,40-40 0,0 40 0,0-40 0,0 1 16,0 39-16,0-40 0,0 0 15,0 0-15,40 0 0,-40 0 0,40 0 0,-40 0 16,40 1-16,0-1 16,-40 0-16,40-40 0,-40 40 0,40 0 0,1 0 15,-1-40-15,-40 40 16,40-40-16,0 0 0</inkml:trace>
  <inkml:trace contextRef="#ctx0" brushRef="#br0" timeOffset="98200.9688">23153 15440 0,'-40'0'31,"80"0"-31,-120 0 16,40 0-16,80 0 62,40 0-62,-40 0 16,0-40-16,0 40 15,0 0-15,41 0 0,-41 0 0,0 0 0,40 0 16,-40 0-16,0 0 16,1 0-16,-1 0 0,0 0 0,0 0 15,0 0-15,-80 0 63,80 0-16</inkml:trace>
  <inkml:trace contextRef="#ctx0" brushRef="#br0" timeOffset="100160.8141">24878 15841 0,'0'0'0,"-40"40"0,80-40 62,-40-40-46,40 40-16,1 0 31,-1 0-31,-40-40 0,40 40 16,-40-40-16,40 40 15,-40-40-15,40 40 0,-40-40 0,0-1 16,40 41-16,-40-40 16,0 0-16,0 0 0,0 0 0,0 0 0,0 0 15,0 0-15,0 0 0,0 0 0,-40-41 0,40 41 16,0 0-16,-40 40 0,40-40 15,0 0-15,-40 0 0,0 0 16,40 0-16,-40-1 16,40 82 62,0-1-47,40-40 47,-40 40 94,0 0-156,0 0-16,0 0 15,0 0-15,0 0 0,40 0 0,-40 1 0,0-1 16,0 0-16,0 0 16,0 0-16,40 0 0,-40 0 0,0 0 0,0 0 15,0 0-15,40 1 0,-40-1 0,0 0 16,40 0-16,-40 0 15,40-40-15,0 40 0,1-40 16,-1 0-16,0 0 0,0 0 16,0 0-16,0 0 0,0-40 0,1 0 15</inkml:trace>
  <inkml:trace contextRef="#ctx0" brushRef="#br0" timeOffset="100900.878">22471 15280 0,'0'-41'16,"0"82"109,0-1-125,0 0 0,0 0 15,0 0-15,0 0 0,0 0 0,0 0 0,0 0 16,0 0-1,0 1-15,0-1 0,0 0 0,0 0 16,0 0 0</inkml:trace>
  <inkml:trace contextRef="#ctx0" brushRef="#br0" timeOffset="101510.8547">22832 15239 0,'0'41'78,"-40"-41"-63,40 40 1,-40 0 0,0 0-16,-1 0 0,1 0 31,0-40-31,40 40 0,-40-40 15,0 40 1,80-40 125,0 0-110,-40 40-15,40-40-16,-40 40 0,40-40 0,-40 41 0,41-41 15,-1 40-15,0-40 16,-40 40-16,40-40 0,-40 40 0,40-40 0,-40 40 15,40-40-15,0 40 16,0-40-16</inkml:trace>
  <inkml:trace contextRef="#ctx0" brushRef="#br0" timeOffset="102275.9438">26203 15841 0,'0'40'47,"0"0"-32,0 0-15,0 0 0,0 1 16,0-1-16,0 0 15,0 0-15,-41 0 0,1 0 16,40 0 0,-40-40-16,40 40 0,-40-40 0</inkml:trace>
  <inkml:trace contextRef="#ctx0" brushRef="#br0" timeOffset="102945.9277">26604 15400 0,'40'0'16,"-80"0"-16,120-40 15,-40 80 1,-40 0 0,40-40-16,-40 120 15,40 1 1,-40-41 0,0-40-16,0-80 31,0 0-16,81-81 1,-1-79 15,0 160-15,0 80 0,-39 120-1,-1-80 1,-40 1-1,0-41 17,0-80-32,40-81 31,80-79-15,-80 120-16,81 40 31,-81 40-31,0 120 31,-40 80-15,0-79-1,0-81 1</inkml:trace>
  <inkml:trace contextRef="#ctx0" brushRef="#br0" timeOffset="103245.864">28289 15320 0,'0'40'31,"40"-40"-31,-40 120 16,0-80-16,-40 40 31,0-40-31,40 1 0,-80-1 15,-1-40 1,41 0-16,-40-81 31,80-79-15,80 40 0,41 80-1,-81 40-15,80 40 16,1 0-1</inkml:trace>
  <inkml:trace contextRef="#ctx0" brushRef="#br0" timeOffset="103665.879">28851 15239 0,'-40'-40'15,"0"40"-15,-41 0 16,41 0-16,-80 161 31,80 39-15,40-160-16,40 41 15,0-81-15,40 40 32,41-80-17,-41-121 1,-80-39-1,0 160-15,-40-161 32,40 121-32,0 40 0,0 0 0,-40-81 31,40 81-15,0 80-16,0 161 31,0-121-31,0-40 0,40 121 15,-40-1 1,0-80-16,40 40 31</inkml:trace>
  <inkml:trace contextRef="#ctx0" brushRef="#br0" timeOffset="104215.7896">29653 15079 0,'0'-40'16,"0"0"0,0 0-16,-40 40 31,40 40 0,-40 40-31,40-40 0,0 0 0,0 0 16,0 41-16,0-41 0,0 0 15,0 40-15,0-40 0,-40 0 0,40 0 0,0 0 16,0 0-16,0 1 0,-40-41 0,40 40 0,0 0 16</inkml:trace>
  <inkml:trace contextRef="#ctx0" brushRef="#br0" timeOffset="104475.8281">29533 15079 0,'0'0'15,"0"40"1,0 0-1,40-40 1,121 161 0,-121-121-16,80 80 15,-80-120-15,0 40 0,1 0 32,39-40-17,-40 0-15</inkml:trace>
  <inkml:trace contextRef="#ctx0" brushRef="#br0" timeOffset="104725.7405">30255 14999 0,'0'0'0,"-40"0"0,0-40 15,0 0-15,0 40 16,40 40 31,0 0-47,0 0 15,0 0-15,0 0 0,0 0 0,40 40 0,-40-39 16,0-1-16,0 0 0,40 0 0,-40 40 0,0-40 16,0 0-16,0 0 15,0 0-15,0 1 0,0-1 16</inkml:trace>
  <inkml:trace contextRef="#ctx0" brushRef="#br0" timeOffset="105525.6951">30737 14437 0,'0'-40'16,"40"40"93,0 0-46,0 0-48,0 0-15,-40 40 16,40 0-16,1-40 16,-41 41-1,40-41-15,-40 40 0,40 0 16,0 0-16,-40 0 0,40 0 0,-40 0 16,0 40-16,40-40 0,-40 41 15,0-1-15,0-40 0,0 40 0,0 0 0,0 1 16,-40-1-16,40-40 15,-40 40-15,40-40 0,-80 40 0,40-39 0,-1 39 16,1-40-16,0 0 0,0 40 16,0-40-16,0 0 0,-40 1 0,39-41 0</inkml:trace>
  <inkml:trace contextRef="#ctx0" brushRef="#br0" timeOffset="110005.4273">7464 15841 0,'-41'0'32,"41"-40"-17,41 40 17,39 0-32,-40 40 15,0-40-15,-40 40 16,40-40-16,0 40 0,0-40 0,-40 40 0,41 0 15,-1 1 1,-40-1-16,0 0 0,0 0 0,0 0 0,0 0 16,0 0-16,-40 0 15,40 0-15,-41-40 0,41 40 0,-40-40 0,0 41 16,0-41 0,40-41-1,0 1-15,0 0 0,0 0 16,0 0-16,80 0 0,-80 0 15,40 0-15,1 0 0,-1 0 0,0-1 16,0 1-16,0 40 16,-40-40-16,40 40 0,0-40 0,-40 0 0,40 40 15,1-40-15,-1 0 0,0 0 16,0 0-16,0 40 16,-40-41-16,0 1 31,-40 40-31,0 0 0,0 0 15,0 0 1,-1 40-16,1 1 0,40-1 16,0 0-1,-40 0-15,40 0 0,0 0 0,0 0 16,0 0-16,0 0 0,0 1 0,0-1 0,40 0 16,0 0-16,-40 0 15,41-40-15,-1 40 0,0-40 0,0 0 0,0 40 16,0-40-16,0 0 15,0 0-15,1 0 0,39 0 0,-40 0 0,0 0 16,0-40-16,0 40 0</inkml:trace>
  <inkml:trace contextRef="#ctx0" brushRef="#br0" timeOffset="110345.4337">9149 15480 0,'-40'-40'16,"80"80"-16,-161-80 16,81 40-16,0 0 15,40 40 1,-40 40-1,40 161 1,40-41 0,40-79 15,81-81-15,-81-40-16,-40 0 0</inkml:trace>
  <inkml:trace contextRef="#ctx0" brushRef="#br0" timeOffset="110735.4526">9430 15640 0,'0'0'0,"40"0"31,-40 41-15,120 79-1,-120 80 17,0-119-17,-40-41 1,80-201 0,40-39 15,-39 160-31,-1 0 15,40 80 1,-40 80 15,0 40-15,-40-39 0,0-41-1,-40-80-15</inkml:trace>
  <inkml:trace contextRef="#ctx0" brushRef="#br0" timeOffset="110975.4381">10192 15600 0,'0'0'15,"40"0"1,0 0-16,0 40 31,1 121-15,-82 80-1,1-81 1,40-80-16,-80 40 31,40-79-31</inkml:trace>
  <inkml:trace contextRef="#ctx0" brushRef="#br0" timeOffset="111455.4125">11115 15961 0,'40'0'16,"-80"0"-16,120 0 15,1 0 1,-41-40-16,40 40 16,-40-80-1,0 0 16,-40 40-31,-40 0 16,-80-41 0,-1 81 15,-39 40-15,120 81-1,0 79 1,160-79 15,40-41-15,-79-40-1,39 0 1,0-120 0,-120 40-16</inkml:trace>
  <inkml:trace contextRef="#ctx0" brushRef="#br0" timeOffset="112385.2977">11757 14959 0,'0'40'0,"-40"-40"16,120 0 31,-40 0-31,-40-40-16,0 0 15,0-1 1,0 1-16,0 0 31,0 0-31,0 0 0,0 0 31,0 80 32,0 0-48,0 0-15,0 0 0,0 0 0,40 1 16,-40-1-16,41 0 16,-41 0-16,0 0 0,0 0 0,40 0 0,-40 0 15,0 0-15,0 1 0,0-1 16,0 0-16,40 0 0,-40 0 16,0 0-16,-40-40 15,0 40 1,-1-40-16,1 0 0,0 0 15,0 0-15,40-40 16,-40 40-16,40-40 0</inkml:trace>
  <inkml:trace contextRef="#ctx0" brushRef="#br0" timeOffset="112575.3424">11757 14598 0,'-40'0'15,"0"0"-15,0 0 16,80 0 0</inkml:trace>
  <inkml:trace contextRef="#ctx0" brushRef="#br0" timeOffset="113115.2364">12359 14518 0,'40'40'62,"-40"0"-62,0 0 31,0 0-31,40 0 0,-40 0 0,0 0 16,0 0-16,0 0 0,-40-40 0,40 41 0,-80-1 16,80 0-16,-80-40 15,80 40-15,-41-40 0,1 0 16,40-40-1,0 0-15,0 0 0,40-1 16,1 41 0,-41-40-16,40 40 0,0 0 15,0 40 1,0 1-16,0-1 0,-40 0 16,40-40-16,-40 40 0,40 0 15,-40 0 1,41-40-16</inkml:trace>
  <inkml:trace contextRef="#ctx0" brushRef="#br0" timeOffset="113585.2082">12760 14598 0,'0'40'15,"-40"-40"1,80 80 0,0 80 15,-40-39-31,0 39 16,0-120-1,-40 0 1,40-80 15,0 0-31,0-160 31,40-1-15,0 81 0,-40 80-1,0 80 16,41-40-31,-41 40 16,0 0-16,40-40 0,-40 40 16,40 0-16,-40 0 0,40-40 0,-40 40 0,40 1 15,-40-1-15,0 0 16,40 0-16,-40 0 0,0 0 16,40-40-16</inkml:trace>
  <inkml:trace contextRef="#ctx0" brushRef="#br0" timeOffset="113855.2661">12600 14718 0,'0'0'15,"0"-40"1,0 0 0,80 40-1,80-40 1,1 40 0,-121 0-1,0 0 1</inkml:trace>
  <inkml:trace contextRef="#ctx0" brushRef="#br0" timeOffset="114195.1909">12680 15400 0,'-40'40'15,"80"-80"-15,-120 80 0,40 0 16,-1-40 0,122 0 15,-1 0-16,-40 0 1,-40-40-16,80 40 0,-40 0 0,1-40 16,-1 40-16,0-40 0,0 40 15,0 0-15,0 0 0,0 0 0,0 0 0,1 0 16,-1 0-16,0 0 0,0 0 16</inkml:trace>
  <inkml:trace contextRef="#ctx0" brushRef="#br0" timeOffset="114525.1703">12921 15640 0,'-40'0'31,"-1"0"-31,1 0 15,40 41 1,-40-41 0,40 40-1,0 0 32,0 0-47,0 0 0,0 0 16,0 0-1,0 0-15,0 0 0,0 1 0,0-1 0,0 0 16,0 0 0</inkml:trace>
  <inkml:trace contextRef="#ctx0" brushRef="#br0" timeOffset="114785.2097">12760 15640 0,'40'41'15,"0"-41"1,-40 40-16,41-40 0,-41 40 16,40-40-1,0 40-15,0-40 0,0 40 16,0-40-16,0 40 15,0-40-15,-40 40 0,41-40 16,-1 0 0,-40-40-1</inkml:trace>
  <inkml:trace contextRef="#ctx0" brushRef="#br0" timeOffset="115005.1963">13202 15560 0,'0'0'16,"0"-40"-16,0 80 47,0 0-47,0 0 0,0 1 16,0-1-16,0 0 0,0 0 15,0 0-15,-41-40 0,41 40 0,0 0 16,0 0-1</inkml:trace>
  <inkml:trace contextRef="#ctx0" brushRef="#br0" timeOffset="116665.0421">13643 15360 0,'0'40'16,"-40"-40"0,80 0 31,-40-40-47,40 40 15,0 0 1,-40-40-16,0 0 15,0-1-15,0 1 16,0 0-16,40 0 0,-40 0 16,0 0-1,0 0-15,0 0 0,-40 40 16,40-40-16,-40 40 16,0-41-16,0 1 15,0 40 1,40 40 31,0 1-32,0-1-15,40 0 16,-40 0-16,0 0 16,0 0-16,0 0 0,40 0 0,-40 0 15,0 1-15,40-1 16,-40 0-16,0 0 0,0 0 31,40-40-31,0 0 16,0-40-1,-40 0-15</inkml:trace>
  <inkml:trace contextRef="#ctx0" brushRef="#br0" timeOffset="117275.0616">14124 14999 0,'0'40'16,"41"-40"30,-1 0-46,0 40 16,-40 0 0,40-40-16,-40 40 15,0 0-15,0 0 0,-40 1 16,40-82 15,0 1-15,0 0-1,0 0-15,0 0 0,40 0 16,0 0 0,0 0-16,0 40 15,-40-40-15,40 40 0,1 0 16,-41 40 0,0 0-16,0 0 15,0 0-15,0 0 16,0 0-16,0 0 15,0 0 1,0 1-16,40-41 16,-40 40-16,40-40 15,0 0 1,0 0-16,0-40 0,0 40 16,-40-41-1,0 1-15,41 40 0,-41-40 16,-41 40 31,1 0-47</inkml:trace>
  <inkml:trace contextRef="#ctx0" brushRef="#br0" timeOffset="274996.8675">15529 6416 0,'0'0'0,"-40"0"78,0 0-63,40 40-15</inkml:trace>
  <inkml:trace contextRef="#ctx0" brushRef="#br0" timeOffset="276346.841">25601 5654 0,'0'40'0,"-40"-40"15,-1 0-15,41 40 0,-40-40 31,40-40 16,-40 40 297</inkml:trace>
  <inkml:trace contextRef="#ctx0" brushRef="#br0" timeOffset="277376.7814">9390 8903 0,'40'0'16,"-40"-40"-16,0 0 16</inkml:trace>
  <inkml:trace contextRef="#ctx0" brushRef="#br0" timeOffset="279946.5573">25922 8782 0,'-40'0'15,"-1"0"-15,1 0 16,40 41-16,-40-41 0,40 40 47,0 0-32,40 0 1,0-40 0</inkml:trace>
  <inkml:trace contextRef="#ctx0" brushRef="#br0" timeOffset="385422.2612">20505 16643 0,'-41'0'16,"1"0"-16,0 0 15,0 0 1,40 40 31,0 0-47,0 0 15,40-40 1,0 0 47,0 0-63,1 0 15,-1 0-15,0 0 16,0 0-16,0 0 0,0 0 0,0 0 0,0 0 15,41 0-15,-41 0 0,0 0 0,0 0 16,0 0-16,40 0 16,-39 0-16,39 0 0,-40 0 0,0 0 0,40 0 15,-40 0-15,1 0 0,-1 0 16,0 0-16,0 0 0,0 0 0,0 0 0,0 0 16,0 0-16,1 0 15,-1 0-15,0-40 0,0 40 0,40 0 0,-40 0 16,41 0-16,-41-40 0,40 40 0,-40-40 0,40 0 15,-39 40-15,39 0 0,-40 0 16,0 0-16,40 0 0,-40-40 0,1 40 0,-1 0 16,0 0-16,0 0 15,0 0-15,0 0 0,0 0 0,0 0 16,1 0-16,-1 0 16,0 0-16,0 0 0,0 0 0,0 0 0,0 0 15,41 0-15,-41 0 16,0 0-16,40 0 0,-40 0 0,40 0 0,-39 0 15,39 0-15,-40 0 0,0 0 0,0 0 0,40 0 16,-39 0-16,-1 0 16,0-40-16,0 40 0,0 0 0,0 0 15,0 0-15,0 0 16,1 0-16,-1 0 0,0 0 16,0 0-16,0 0 15,0 0-15,0 0 0,0 0 0,1 0 16,39 0-16,-40 0 0,0 0 0,0 0 0,0 0 15,0 0-15,1 0 16,-1 0-16,0 0 0,0 0 0,0 0 0,0 0 16,0 0-16,0 0 0,1 0 15,-1 0-15,40 0 0,-40 0 0,0 0 16,0 0-16,41 0 16,-41 0-16,40 0 0,-40 0 0,40 0 0,-39 0 15,39 0-15,-40 0 0,40 0 16,-40 0-16,41-40 0,-41 40 0,0 0 0,40 0 15,-40 0-15,0 0 0,0 0 0,1 0 0,39 0 16,-40 0-16,0 0 16,0 0-16,0 0 0,0 0 0,41 0 0,-41 0 15,0 0-15,40-40 0,-40 40 16,0 0-16,41 0 0,-1 0 0,-40-41 0,40 41 16,-40 0-16,1 0 15,-1 0-15,40 0 0,-40 0 0,0 0 0,0 0 16,0 0-16,41 0 0,-41 0 0,0 41 15,0-41-15,0 0 0,0 0 16,0 0-16,41 0 0,-41 0 0,0 0 0,40 0 16,-40 0-16,41 0 15,-41 0-15,40-41 0,-40 41 0,40 0 0,-40 0 16,1 0-16,-1 0 0,0 0 16,0 0-16,0 0 0,0 0 0,0 0 15,1 0 1,-1 0-16,0 0 0,0 0 0,0 0 15,0 0-15,0 0 0,0 0 0,1-40 16,-1 40-16,0 0 0,0 0 16,0 0-16,0-40 0,0 40 0,0 0 15,1 0-15,-1 0 16,0 0-16,0 0 0,0 0 16,0 0-1,0 0-15,0 0 0,1 0 16,-1 0-16,0 0 0,0 0 0,0 0 15,0 0 1,0 0-16,0 0 0,1 0 0,-1 0 16,0 0-16,0 0 0,0 0 15,0 0-15,0 0 0,0 0 0,1 0 0,-1 0 16,0 0-16,0 0 16,0 0-16,0 0 0,0 0 0,0 0 15,1 0-15,-1 0 16,0 0-16,0 0 0,0 0 15,0 0-15,0 0 16,0 0 0,1 0-16,-1 0 0,0 0 15,0 0 1,0 0 0,-80 0 452,0-40-452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35:38.4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7383 2245 0,'40'0'62,"-40"-40"-62,41 40 16,-1-40-1,0 0 17,0 0-17,0 40-15,-40-40 0,40 40 0,0-40 16,0 0-16,1 40 0,-1-41 16,0 41-16,0 0 15,0 0-15,0 0 0,0 41 16,0 39-16,-40-40 15,0 40-15,0-40 0,0 40 0,0-39 0,0 39 16,0-40-16,0 40 16,-80-40-16,80 40 0,-40-40 0,40 1 0,-40-1 15,40 0-15,0 0 0,0 0 16,-40-40-16,80-40 31,0 0-15,0 0-16,0 0 0,-40-1 0,40 1 15,1 0-15,-1-40 0,0 40 16,0 0-16,0 0 0,0-40 0,0 39 0,0 1 16,1-40-16,-1 40 15,0 0-15,0 0 0,0 0 0,0 0 0,0-1 16,-40 1-16,0 0 0,40 40 0,-40-40 0,0 0 16,-40 40 15,-40 80-16,80-40-15,-40 0 0,0 1 0,0 39 16,0-40-16,-1 40 0,41-40 16,-40 0-16,0 41 0,40-41 0,-40 0 0,40 0 15,0 0 1,0 0-16,0 0 0,80-40 0,-80 40 0,40-40 16,1 0-16,-1 0 0,40 0 0,-40 0 0,0 0 15,0 0-15,0 0 0,1 0 16,-1-40-16,0 40 0,0 0 0,0 0 0</inkml:trace>
  <inkml:trace contextRef="#ctx0" brushRef="#br0" timeOffset="260.0284">9269 1804 0,'-40'40'15,"80"-80"-15,-120 321 32,40-161-32,40 81 15,0-121 1,40 0-16,-40-40 0,80 40 16,0-39-16,1-41 31,-41 0-31</inkml:trace>
  <inkml:trace contextRef="#ctx0" brushRef="#br0" timeOffset="629.9345">9871 2045 0,'-40'-40'0,"40"80"31,40 0-16,0 0-15,-40 0 0,40 0 16,-40 0-16,40-40 0,-40 40 16,0 1-16,41-1 0,-41 0 15,40-40 1,-40-40 0,0 0-1,40 40-15,-40-41 0,0 1 16,40 0-16,-40 0 0,40 40 0,-40-40 0,40 40 15,0 0 1,0 0 0,-40 40-16,41-40 15,-41 40-15,0 0 0,0 0 16,40-40-16,-40 41 0,0-1 0,0 0 16,40 0-1,-40 0-15,0 0 16</inkml:trace>
  <inkml:trace contextRef="#ctx0" brushRef="#br0" timeOffset="849.9388">10754 1924 0,'0'41'16,"0"-1"-16,0 0 15,40 0 1,-40 0-16,40 0 0,-40 0 0,40 0 16,-40 0-16,0 1 15,0-1-15,0 0 0,0 0 0,0 0 0,-80 0 16,80 40-16,-40-40 0,40 0 0,-80 1 0,39-1 16,41 0-16,-40-40 0</inkml:trace>
  <inkml:trace contextRef="#ctx0" brushRef="#br0" timeOffset="1099.9282">11476 2165 0,'0'-40'31,"40"40"-31,41 0 0,-81-40 0,40 40 16,0-40-16,0 0 0,0 40 15,40-40-15,-40 40 0,1 0 0,-1-41 0,0 41 16,0 0-16,0-40 0,0 40 0,0 0 16,0 0-1</inkml:trace>
  <inkml:trace contextRef="#ctx0" brushRef="#br0" timeOffset="1309.9053">11837 2646 0,'0'0'16,"0"-40"-1,0 0 1,40 0-16,201-40 15,-201 40-15,41 40 16,119-40 0,-79 40-1</inkml:trace>
  <inkml:trace contextRef="#ctx0" brushRef="#br0" timeOffset="1859.9341">13803 1243 0,'-40'-40'31,"80"80"-31,-120-80 16,40 80-16,40 0 15,-40 200 1,40 81 0,80-40-1,-80-241-15,0 121 31,-40-1-15,0-80 0,0-80-16,-121 40 15,121-40-15,40-40 16,-40 40-16,40-40 16,80 40 15,41 40-16,-81 0-15,40 81 16,-40-81-16,-40 0 16,121 160-1,-121-160 1,40 1-16,40-1 16,-40 0-16,0-40 0,40 0 15,-39 0-15</inkml:trace>
  <inkml:trace contextRef="#ctx0" brushRef="#br0" timeOffset="11259.3262">15770 1604 0,'0'0'0,"0"-40"15,0-1-15,0 1 0,0 0 16,0 0-1,0 0-15,0 80 47,0 0-47,-40 0 0,40 41 0,0-41 0,0 40 16,0 0-16,0 0 0,0 0 16,0 1-16,0-41 0,0 40 0,0-40 0,40 40 15,-40-40-15,0 1 16,0-1-16,40 0 0,-40 0 0,0 0 0,0 0 15</inkml:trace>
  <inkml:trace contextRef="#ctx0" brushRef="#br0" timeOffset="11529.2831">15449 3088 0,'0'0'16,"-40"0"0,80-81-16,0 81 15,160-120 17,-159 80-32,159-80 15,-160 120-15,0-41 0,1 41 16,159-80-1,-160 80-15</inkml:trace>
  <inkml:trace contextRef="#ctx0" brushRef="#br0" timeOffset="11889.3316">15810 3408 0,'0'0'15,"-40"0"-15,40-40 32,40 40-32,40 40 15,0 81 17,-40 79-17,-80-39 1,-40-41 15,160-200-15,1 40-1,79-41 1,1 41 15,-1 0-15,-80 40-1</inkml:trace>
  <inkml:trace contextRef="#ctx0" brushRef="#br0" timeOffset="12119.2494">17134 2606 0,'-40'-40'16,"40"120"-1,0-40-15,40 161 16,-40-161-16,-120 201 31,120-201-31,-41 40 0,-79 80 16,80-119-16</inkml:trace>
  <inkml:trace contextRef="#ctx0" brushRef="#br0" timeOffset="12999.2193">18137 2165 0,'0'-40'16,"0"0"-16,-40 40 31,40 40-31,0 0 16,-40 0-1,40 0-15,0 0 0,-40 1 0,40-1 16,0 0-16,0 0 0,0 0 0,80 0 0,-40 0 16,0 0-1,0-40-15,1 0 0,-1 0 16,0 0-16,0 0 15,0-40-15,-40 0 0,40 0 16,-40 0-16,0-40 16,0 40-16,0-1 0,-40 1 0,40 0 0,-40 0 15,40 0-15,-80 0 0,80 0 0,-40 0 0,40 0 16,-41 40 0,41 40-1,0 0-15,41 40 16</inkml:trace>
  <inkml:trace contextRef="#ctx0" brushRef="#br0" timeOffset="13209.2012">19100 2446 0,'-80'40'15,"80"0"-15,-40-40 16,0 120-1,0-80-15,-1 41 16,41-41-16,-120 40 16,40 80-1,40-119-15</inkml:trace>
  <inkml:trace contextRef="#ctx0" brushRef="#br0" timeOffset="13519.2337">19903 1644 0,'-40'0'16,"80"0"-16,-121 0 0,81 40 15,0 80 17,0-80-32,81 81 15,-81-81-15,40 0 0,-40 0 16,40 40-16,-40-40 0,40 81 15</inkml:trace>
  <inkml:trace contextRef="#ctx0" brushRef="#br0" timeOffset="13739.2204">19622 2847 0,'-40'40'15,"80"-80"-15,0 40 16,40 0 0,0-40-16,1 0 15,-41 0-15,160-1 16,-159 41-16,-1 0 0,0 0 16,0 0-16,40 0 31</inkml:trace>
  <inkml:trace contextRef="#ctx0" brushRef="#br0" timeOffset="14109.1987">19943 3368 0,'-40'0'31,"80"0"-31,-40-80 16,40 80-16,80-40 15,1 120 17,-121-40-32,0 0 0,-40 121 15,40-121-15,-81 0 0,81 0 16,-120 40 0,120-40 15,120-80-16,-39 0 1,-41 0-16,160 0 16,-160 40-16,1-40 0,119 0 15,-120 40-15,201 0 16,-201 0-16,0 0 0,0-40 31</inkml:trace>
  <inkml:trace contextRef="#ctx0" brushRef="#br0" timeOffset="15519.0701">21989 1644 0,'40'0'16,"-40"-40"-1,41 40 17,-41-40-32,40 40 15,0 0-15,0 0 16,0 40 0,-40 0-16,40 0 0,-40 0 15,0 0-15,0 0 16,0 40-16,0-40 0,0 1 0,0-1 0,-40 0 15,40 0-15,0 40 0,0-40 16,0 0-16,0 0 0,0 1 16,40-41-1,-40 40-15,40-40 0,0 0 0,1 0 16,-1 0-16,0 0 0,-40-40 16,40 40-16,-40-41 15,0 1 1,0 80-1,0 1 1,0-1-16,0 0 0,0 0 16,0 0-16,0 0 0,0 0 0,-40 0 15,40 0-15,0 0 0,0 1 0,-40-1 16,40 0 0,-40 0-16,40 0 0,-41 0 0,41 0 0,-40 0 15,0 41-15,40-41 0,-40 0 16,0 0-16,0 0 0,0 0 0,-41 0 0,41 0 15,0 0-15,-40-40 16,40 40-16</inkml:trace>
  <inkml:trace contextRef="#ctx0" brushRef="#br0" timeOffset="22898.6162">20946 2686 0,'0'-40'15,"40"40"1,-40 81 47,-40-81-63,40 40 15,0 0-15,-40 0 0,40 0 0,0 0 16,0 0-16,-40 0 0,40 0 15,-40 1-15,-1-1 16</inkml:trace>
  <inkml:trace contextRef="#ctx0" brushRef="#br0" timeOffset="23338.6446">21427 2326 0,'0'0'0,"-40"0"31,-40 40-15,40 40-1,40 0 1,40-80 0,40 80-1,41-80 1,-41 0 0,0-80 15,-40-40-16,-120 40 1,0 39 0,-41 41 15</inkml:trace>
  <inkml:trace contextRef="#ctx0" brushRef="#br0" timeOffset="24548.4981">7785 5454 0,'0'-40'0,"0"0"31,0-1-31,0 1 32,-41 40-17,41 81-15,41-41 16,-41 0-16,40 0 16,-40 0-16,80 40 0,-40-40 0,-40 0 0,80 0 15,-40 41-15,1-41 16,-1 0-16,0 0 0,40 0 0,-40-40 0,40 40 15,-39 0-15,-1-40 0,0 40 16,0-40-16,0 0 0,0 41 0,0-41 0,0 0 16,1 0-16</inkml:trace>
  <inkml:trace contextRef="#ctx0" brushRef="#br0" timeOffset="24898.5504">8627 5534 0,'0'0'16,"0"-40"-16,0 0 16,-40 0-1,0 40 1,0 0 15,40 40-31,-40 0 16,0 40-16,-81 80 31,-39 81-15,-1 0-1,81-81 16,40-120-31</inkml:trace>
  <inkml:trace contextRef="#ctx0" brushRef="#br0" timeOffset="25378.4515">9831 4932 0,'0'0'16,"-40"0"0,0 40 15,-81 161-16,81-161-15,0 241 16,40-241-16,-40 0 0,40 120 16,80 1 15,121-41-15,80-40-1,-121-160 1</inkml:trace>
  <inkml:trace contextRef="#ctx0" brushRef="#br0" timeOffset="25598.5083">10433 5253 0,'-80'-40'16,"80"80"-1,-41 0 1,41 161 0,121-1-1,-41 41 1,-40-81 15</inkml:trace>
  <inkml:trace contextRef="#ctx0" brushRef="#br0" timeOffset="26018.4836">11115 5173 0,'-80'0'31,"160"0"-31,-240 80 15,119-40-15,1-40 0,0 81 16,-40-1 0,40-40-16,-41 40 15,41-80 1,-80 40 0,80 0-1,0-40 16,0 0-15,120 0 0,40 40-1,81 0 17,40 41-17,-1-41 1,-79-40-1</inkml:trace>
  <inkml:trace contextRef="#ctx0" brushRef="#br0" timeOffset="26278.3952">11637 4972 0,'0'-40'16,"0"80"-16,-40-80 16,40 0-16,40 40 15,0 80-15,0-39 0,0-1 16,0 0-16,-40 0 16,40 40-16,0-40 0,1 40 0,-41 1 0,0-1 15,0 0-15,0 0 0,0 0 16,0-39-16,0 39 0,-41 0 0,41-40 0,-40 40 15,0 1-15,0-41 16,0 0-16,0 0 0,0 0 0,40 0 0</inkml:trace>
  <inkml:trace contextRef="#ctx0" brushRef="#br0" timeOffset="26568.3774">12840 5333 0,'81'0'31,"-41"0"-16,0 0-15,0-40 0,0 40 16,40 0-16,-39-40 0,-1 40 0,0 0 0,0 0 16,0 0-16,0 0 0,0 0 0,0 0 0,1 0 15,-1 0 1,0 0-16</inkml:trace>
  <inkml:trace contextRef="#ctx0" brushRef="#br0" timeOffset="26768.4387">13523 5935 0,'-161'80'15,"322"-160"-15,-362 160 16,281-120-16,-40 0 16,241-80-1,-40 39 1,-161 41-16</inkml:trace>
  <inkml:trace contextRef="#ctx0" brushRef="#br0" timeOffset="34677.891">15409 4852 0,'0'0'0,"-81"0"0,41 0 0,0 40 16,0-40-16,0 40 0,0 0 0,0 1 0,40-1 16,-41 0-16,1 0 15,40 0-15,0 0 0,0 40 0,0-40 0,0 1 16,0 39-16,0-40 0,40 0 15,-40 0-15,41 0 0,-41 0 0,0 0 0,0 0 16,40 1-16,-40-1 0,40 0 0,-40 0 16,0 0-16,0 0 15,0 0-15,-80 0 0,80 0 0,0 1 16,-81-1-16,41 0 16,0-40-16,40-40 46,0 0-30,0 80 0,40 40-16,-40-40 0,40-40 15,-40 40-15,0 0 16,0 0-16,0 0 0,40 0 0,-40 1 0,0-1 16,0 0-16,41-40 0,-41 40 15,40-40-15,-40 40 0,40 0 0,0-40 16,0 0-1,-40 40-15,40-40 0,0 0 0,0 0 16,1 0-16,-1 0 0,0 0 0,0-40 16,0 40-16,0-40 0,0 40 15</inkml:trace>
  <inkml:trace contextRef="#ctx0" brushRef="#br0" timeOffset="34947.8747">15970 5614 0,'0'-40'16,"0"80"-16,-40-80 0,0 0 16,40 80-1,0 0 1,0 0-16,0 0 15,0 41-15,0-41 0,0 40 0,0-40 0,0 40 16,40 0-16,-40-39 0,0 39 0,40-40 0,-40 40 16,0-40-16,0 0 15,0 0-15,0 0 0,40 1 0,-40-1 0</inkml:trace>
  <inkml:trace contextRef="#ctx0" brushRef="#br0" timeOffset="35157.8747">16532 6496 0,'0'0'0,"-40"0"0,40 41 16,-40 39-16,40-40 15,-40 80 16,40-80-31,-40 41 16,-41-41-16</inkml:trace>
  <inkml:trace contextRef="#ctx0" brushRef="#br0" timeOffset="35607.9083">17615 5775 0,'0'-41'15,"-40"41"-15,0 0 16,-40 81-1,40-41-15,-40 160 16,80-160-16,0 81 31,40-41-31,200-40 32,-159-40-32,-41 0 0,80-40 31,-80 0-31,0 40 0,1-120 15,-1 79-15,-40-79 16,-81 80-16,81 0 16,-40 0-16,0 40 0,0-40 15,0 40-15,0 0 16,40 40 0,0 0-1</inkml:trace>
  <inkml:trace contextRef="#ctx0" brushRef="#br0" timeOffset="35807.8965">18458 6055 0,'0'81'16,"0"-162"-16,0 202 0,40-1 31,-40-80-31,0 0 0,0 40 15,-160 121 1,80-161 0,39 0-16,-39 0 0</inkml:trace>
  <inkml:trace contextRef="#ctx0" brushRef="#br0" timeOffset="36177.8013">19421 5574 0,'0'40'31,"0"0"-31,-40 0 16,40 41-16,0-41 15,0 0-15,0 40 0,0-40 0,0 0 0,0 40 16,0-39-16,0-1 0,-40 0 0,40 40 0,0-40 16,0 0-16,0 0 0,0 0 15</inkml:trace>
  <inkml:trace contextRef="#ctx0" brushRef="#br0" timeOffset="36397.8612">19983 6496 0,'-80'81'31,"160"-162"-31,-281 282 16,161-201-16,-40 120 15,0 1 16,40-121-31</inkml:trace>
  <inkml:trace contextRef="#ctx0" brushRef="#br0" timeOffset="37117.8177">21307 5574 0,'0'0'16,"0"-40"-16,0 0 31,-40 40-16,-40 0-15,80 40 0,-40-40 16,40 40-16,-41 0 0,41 0 0,-40 0 0,40 0 16,-40 1-16,40-1 15,0 0-15,0 0 0,0 0 0,0 0 0,0 0 16,40 0-16,-40 0 0,40-40 16,-40 41-16,81-41 0,-41 40 0,0-40 0,0 0 15,0 0-15,40 0 16,-39 0-16,-1-40 0,0 40 0,0-41 0,0 41 15,-40-40-15,40 40 0,-40-80 16,40 80-16,-40-40 0,0 0 0,0 0 0,0 0 16,-40 0-16,40-1 0,-80 1 0,40 40 15,40-40-15,-40 40 16,0-40-16,-1 40 0,1 0 16</inkml:trace>
  <inkml:trace contextRef="#ctx0" brushRef="#br0" timeOffset="37627.7143">22310 5053 0,'-40'0'31,"80"-40"0,41 40-31,-41 0 16,-40 40-16,40-40 0,-40 40 15,40 0-15,-40 0 0,0 0 0,0 0 0,0 0 16,0 41-16,0-41 0,0 0 0,-40 40 0,40-40 16,0 0-16,0 0 15,0 0-15,0 0 0,0 1 16,40-41-16,0 0 16,0 0-16,0 0 0,0 0 15,1-41-15,-1 41 16,0-40-16,0 40 0,-40-40 15,0 80 17,0 41-32,0-41 0,0 0 0,-40 0 15,40 0-15,0 0 16,-40 0-16,40 0 0,0 0 0,-40 1 0,40-1 16,0 0-16,-41 0 0,1 0 15,40 0-15,-40 0 0,0-40 0,0 40 0,-40 0 16,40 0-16,-1-40 15</inkml:trace>
  <inkml:trace contextRef="#ctx0" brushRef="#br0" timeOffset="49097.0326">3812 7940 0,'-40'0'0,"0"0"63,40 40-63,0 41 0,40-1 15,-40-40-15,40 0 16,-40 0-16,0 0 0,40 0 0,-40 0 0,0 41 15,0-41-15,40 0 0,-40 0 0,40 0 0,-40 0 16,41 0-16,-41 0 0,40-40 16,-40 40-16,0 1 0,40-1 15,0-80 17,-40-1-17</inkml:trace>
  <inkml:trace contextRef="#ctx0" brushRef="#br0" timeOffset="49307.0865">4093 8702 0,'0'40'0,"-40"-120"0,80 120 0,-120-160 16,80 80-16,-40 0 15,40 0-15,-81 0 0,-39-121 16,40 1 15,80 79-31,0 41 0,0 0 16,0 0-16,0-40 16,80 80 15,121 0-16,39 40 1,-159-40 0,-41 40-16,0-40 0</inkml:trace>
  <inkml:trace contextRef="#ctx0" brushRef="#br0" timeOffset="49517.0004">3892 8742 0,'-80'40'15,"160"-80"-15,-200 80 0,160-40 32,-40-40-32,80 40 0,-40 0 0,1 0 0,-1 0 0,40-40 15,-40 40-15,0-40 16,40 40-16,-39-40 0,-1 40 0,0 0 0,0-40 15,0 40-15,0-40 0,0 40 0</inkml:trace>
  <inkml:trace contextRef="#ctx0" brushRef="#br0" timeOffset="49707.0076">4815 8422 0,'0'40'15,"0"0"-15,-40 0 31,40 0-31,0 40 16,40 40 0,-40-79-1,40-1-15</inkml:trace>
  <inkml:trace contextRef="#ctx0" brushRef="#br0" timeOffset="49857.0528">4936 8301 0,'-121'-80'31,"242"160"-31,-242-200 0,121 80 16</inkml:trace>
  <inkml:trace contextRef="#ctx0" brushRef="#br0" timeOffset="50216.9972">5216 8261 0,'0'40'0,"0"0"15,0 41 1,0-1-1,41-40-15,-41 40 16,0-40-16,40 0 0,-40 0 16,0-80 15,0-40-31,80-40 31,-40 80-31,0 40 0,40-40 31,-39 40-31,-1 40 16,-40 0-16,40 80 16,-40-80-16,0 0 0,0 0 15,0 0 1,0 1 0</inkml:trace>
  <inkml:trace contextRef="#ctx0" brushRef="#br0" timeOffset="50646.9508">6380 8542 0,'-160'80'31,"320"-160"-31,-401 200 16,241-80-1,40-40-15,81 80 16,-1-39 15,-80-82-15,0 41-16,-40-80 16,0 40-16,-40-80 31,40 80-31,-40-161 15,0 161-15,40 0 0,0 0 16,0 0-16,-40 40 16,40 40-1,0 0 1,0 0-16,0 0 0,0 0 0,0 0 0,0 41 16,0-41-16,40 40 15,-40-40-15,40 0 0,-40 40 0,0-40 0,0 41 16,40-41-16,0 0 0,-40 0 15,41 0-15,-41 40 0,40-80 0,-40 40 0,40 1 16</inkml:trace>
  <inkml:trace contextRef="#ctx0" brushRef="#br0" timeOffset="51486.9556">8667 8221 0,'-80'0'16,"40"0"-16,0 0 15,40 40-15,0 80 16,40-79-16,-40-1 0,0 40 16,80 201-1,-40 80 17,-40-281-32,0 0 0</inkml:trace>
  <inkml:trace contextRef="#ctx0" brushRef="#br0" timeOffset="51786.9393">8306 8662 0,'-40'-80'31,"80"160"-31,-80-200 0,120 80 0,-80 0 0,121 0 16,-1-1-1,0 41 1,121 161 0,-120 79-1,-81-159-15,-40 159 32,0-159-32,0-1 0,-81 80 15,41-80-15,-40 1 16,40-41-16,-80 80 15,79-120-15,1 0 0,40-120 16</inkml:trace>
  <inkml:trace contextRef="#ctx0" brushRef="#br0" timeOffset="52046.9216">9550 8622 0,'0'-40'15,"40"40"1,-40 120 0,0-80-16,40 121 31,-40-121-31,0 0 0,0 120 15,-40 41 1,0-161 0</inkml:trace>
  <inkml:trace contextRef="#ctx0" brushRef="#br0" timeOffset="52236.8728">9430 8662 0,'0'0'0,"-40"0"0,40-40 16,0 0-16,0 0 0,0-40 16,160-41-1,-160 81-15,161 0 32,-121 40-32,0 0 0,40 0 15,-40 0-15,-40 40 0</inkml:trace>
  <inkml:trace contextRef="#ctx0" brushRef="#br0" timeOffset="52436.8255">9791 8983 0,'-40'40'0,"0"-40"0,80 0 31,-40-40-15,40 40-16,0 0 0,0-40 0,0 40 0,0-40 16,0 0-16,1 40 0,-1-40 15,0 40-15,0-41 0,0 41 0</inkml:trace>
  <inkml:trace contextRef="#ctx0" brushRef="#br0" timeOffset="52626.8872">10914 8622 0,'0'40'16,"81"-40"15,-41 0-31,40-40 16,161-40-1,-201 80-15,40 0 16</inkml:trace>
  <inkml:trace contextRef="#ctx0" brushRef="#br0" timeOffset="52836.82">11115 8622 0,'-40'0'0,"0"0"31,40 40-16,0 40-15,80-80 0,-80 40 16,0 1-16,0 39 0,0-40 16,0 0-16,0 40 0,0-40 0,0 0 0,-80 1 15,80-1-15,0 0 16,0 0-16,-40 0 0,40 0 0,0 0 16</inkml:trace>
  <inkml:trace contextRef="#ctx0" brushRef="#br0" timeOffset="53866.7682">10794 8622 0,'-40'40'63,"80"-40"30,0 0-77,0 0-16,0 0 0,1 0 16,-1 0-16,0 0 0,0 0 15,0 0-15,0 0 0,0 0 0,0 0 0,1 0 16</inkml:trace>
  <inkml:trace contextRef="#ctx0" brushRef="#br0" timeOffset="54706.7632">12439 8863 0,'40'0'0,"0"0"16,-40 40-16,41 80 31,-82 81-15,1-161-16,0 80 15,0-120-15,40 40 16,-40-40 0,0-120-1,160-81 1,81 1-1,-41 120 17,1 39-17,-121 1-15,0 40 16,-40-40-16,0 0 31,-40 40-15,0-40-1,40 0-15,-40 40 16,40 40 0,0 40-1,0 81 1,40 160 0,0 39 15,-40-39-16,0-80 1,-40-201-16,-40 80 16,80-80-16,-41-40 0,1 0 31,0 0-31,-40-40 16,80 0-16,-40 40 0,40-120 15,0 80-15,0-80 16,120-1 15,-80 81-31,121-40 16,-121 80-16,0-40 0,40 0 15,-40 0-15</inkml:trace>
  <inkml:trace contextRef="#ctx0" brushRef="#br0" timeOffset="55346.7245">14726 8782 0,'0'-40'16,"0"80"-16,41-80 16,-1 80-16,80 81 31,0 200-16,-160-1 1,-160-119 0,200-161 15,40-240-15,0 159-16,120-199 15,-119 200-15,-1 0 0,80-121 16,41-39 15,-81 79-15,-80 81-1,-121 40 17,-39 201-17,120-161-15,-40 160 16,80-159-16,0-1 0,0 120 15,80 41 17,80-81-17,-39-40 1,79-80 0</inkml:trace>
  <inkml:trace contextRef="#ctx0" brushRef="#br0" timeOffset="55666.7052">16291 8702 0,'-40'0'16,"80"0"-16,-80-40 0,0 0 15,0 40-15,40-40 0,-40 40 16,40 120 0,-40 201 15,40-120-31,0-81 16,80 121-1,-40-201-15,-40 0 0,120 40 16,41 0 15,-121-80-31</inkml:trace>
  <inkml:trace contextRef="#ctx0" brushRef="#br0" timeOffset="56146.6763">16733 8983 0,'0'-40'16,"0"80"-16,0-120 0,0 40 15,40 40-15,0 0 16,0 80 15,40 120-15,-80 41-1,-40-81 1,0-119 15,80-202-15,121-120 0,-41 41 15,-80 160-16,0 160 1,0 80 0,1 81 15,-1-41-15,0-39-1,0-81 1,0-80-16</inkml:trace>
  <inkml:trace contextRef="#ctx0" brushRef="#br0" timeOffset="56346.6151">17896 9344 0,'-40'40'15,"40"-80"16,40 0-31,121-40 32,40 40-17,-1 40 1,-79-41 0</inkml:trace>
  <inkml:trace contextRef="#ctx0" brushRef="#br0" timeOffset="56756.5684">18859 8742 0,'-40'0'16,"80"0"-16,1-40 31,-41 0-31,80 40 0,0 0 15,121 40 1,-161 81 0,-80 79 15,-81-80-31,81-79 16,-80 39-1,120-40-15,-40-40 16,120 0 15,-40 0-31,0 0 0,0 0 0,0 0 16,1 0-16,-1-40 15,40 40-15,-40 0 0,40 0 0,-40 0 0,1 0 16,39 0-16,-40 0 0,40 0 16,-40 0-16,0 0 0,41-40 0,-41 40 0,0 0 15,0 0-15,40 0 16,-40-40-16,1 40 0,-1 0 15</inkml:trace>
  <inkml:trace contextRef="#ctx0" brushRef="#br0" timeOffset="57046.6223">20184 8542 0,'40'0'31,"0"0"-31,0 0 16,40 80 0,0 201 15,-39 40-16,-322-1 1,40-119 0</inkml:trace>
  <inkml:trace contextRef="#ctx0" brushRef="#br0" timeOffset="59066.5008">3932 10507 0,'0'40'78,"0"0"-62,0 0-16,41 0 0,-41 1 0,40-1 0,-40 0 15,40 40-15,-40-40 16,40 0-16,-40 0 0,0 0 0,40 0 0,-40 1 15,0-1-15,40 0 0,-40 0 0,0 0 16,0 0-16,0 0 16,0 0-16,-40 0 0,0-40 31,0 0-31,0-40 0,40 0 16,-40 0-16,40 0 15,0 0-15,-41 0 0,41 0 0,-40-41 0,40 41 16,0 0-16,0-40 0,-40 40 0,40 0 0,0-40 15,-40 40-15,40-1 16,0 1-16,0 0 0,-40 40 0,40-40 16,0 0-1,80 40 17,-40 0-17,-40-40 1,40 40-16,1 0 0,-1 0 0,-40-40 15,40 40-15,0 0 0,0 0 0,0-40 0,0 40 16,0-40-16,1 40 16,-1 0-16,0 0 0,0 0 0,0 0 0,0 0 15,0 0 1,-40-41-16</inkml:trace>
  <inkml:trace contextRef="#ctx0" brushRef="#br0" timeOffset="59466.432">4213 11028 0,'-40'0'16,"80"0"-16,-120 0 15,80-40 95,80 40-95,-40 0-15,1 0 0,-1 0 0,0-40 16,0 40-16,0 0 16,0-40-16,40 40 0,-39 0 0</inkml:trace>
  <inkml:trace contextRef="#ctx0" brushRef="#br0" timeOffset="59766.4589">5016 10708 0,'-40'0'0,"0"0"31,-1 0-31,41 40 31,0 40-31,0 160 32,41-39-17,-41-161-15,0 40 16,0-40-16,0 1 15</inkml:trace>
  <inkml:trace contextRef="#ctx0" brushRef="#br0" timeOffset="59956.4464">4936 10587 0,'-41'0'16,"82"0"-16,-122 0 15,121 0 17</inkml:trace>
  <inkml:trace contextRef="#ctx0" brushRef="#br0" timeOffset="60436.4216">5257 10828 0,'0'-40'0,"0"80"0,0-120 16,40 80-1,40 0 1,-40 0 0,40 200-1,-80 41 17,0-81-17,0-120 1,0-80-1,0 0-15,40-120 32,41-1-17,-1 81 1,-40 80 0,40 40-1,1 121 1,39 39 15,-80-39-15,80-41-1</inkml:trace>
  <inkml:trace contextRef="#ctx0" brushRef="#br0" timeOffset="61086.3793">7825 10908 0,'-40'0'0,"80"0"0,-80-40 16,40 0-16,-41 0 16,41 80 15,41 80-31,39 201 15,-40-80 17,-40-161-32,0 80 31,0-120-31</inkml:trace>
  <inkml:trace contextRef="#ctx0" brushRef="#br0" timeOffset="61296.3691">7664 11149 0,'-40'-40'16,"0"40"-16,40-41 16,80-79-1,-40 40 1,161 40-1,0 120 1,-161 0 0,40 0-16</inkml:trace>
  <inkml:trace contextRef="#ctx0" brushRef="#br0" timeOffset="61506.3546">7985 11871 0,'-80'40'31,"160"-80"-31,-200 80 16,120-80-16,40 40 15,0-41 1,161-39 0,80 80 15,-81-40-31</inkml:trace>
  <inkml:trace contextRef="#ctx0" brushRef="#br0" timeOffset="61796.2816">9269 10908 0,'0'-40'0,"0"0"16,0 0-1,0 120 32,0-40-31,0 40-16,0-40 0,0 41 0,40-41 0,-40 0 15,0 40-15,0-40 0,0 40 0,0-40 0,40 1 16,-40-1-16,0 0 0,0 0 16,41 0-16</inkml:trace>
  <inkml:trace contextRef="#ctx0" brushRef="#br0" timeOffset="62126.2444">9149 10948 0,'-40'-120'16,"40"80"-16,80 0 16,0 40-1,41 40 1,119 160-1,-159-39-15,-1 160 32,-160-81-17,-81-79 1,121-121 0,-80-40-1,79 0-15</inkml:trace>
  <inkml:trace contextRef="#ctx0" brushRef="#br0" timeOffset="62396.3038">10393 10988 0,'0'0'16,"0"-40"-16,-40 40 0,40 120 31,0 161-15,40-40-1,-40-121 1,40 81-1,-80-161-15</inkml:trace>
  <inkml:trace contextRef="#ctx0" brushRef="#br0" timeOffset="62626.2139">10192 11229 0,'0'-80'32,"0"160"-32,0-200 0,80 120 0,-80-41 0,81-39 31,39 40-31,-40 0 16,0 40-1,-39 40-15,-1 80 16</inkml:trace>
  <inkml:trace contextRef="#ctx0" brushRef="#br0" timeOffset="62846.2736">10312 11550 0,'0'0'0,"-40"0"0,80 0 31,-40-40-15,121 40-16,-41-40 15,121-41 1,-121 41 0</inkml:trace>
  <inkml:trace contextRef="#ctx0" brushRef="#br0" timeOffset="63136.2129">11396 11109 0,'0'0'0,"-40"0"16,0 0 0,120 0 15,-40 0-31,0 0 0,0 0 0,41 0 16,-41 0-16,0 0 15,0 0-15,0 0 0,0 0 0,0 0 16,0 0-16,-40 40 0</inkml:trace>
  <inkml:trace contextRef="#ctx0" brushRef="#br0" timeOffset="63356.243">11837 11109 0,'0'0'15,"-40"0"-15,0 40 0,40 0 16,-40-40-1,40 40-15,0 120 32,0 41-17,0 39 1,-40-159 0,40-1-1</inkml:trace>
  <inkml:trace contextRef="#ctx0" brushRef="#br0" timeOffset="64496.1344">12720 11590 0,'0'-40'15,"-40"40"-15,40 40 31,40-40-31,-40 40 0,0 0 0,0 0 0,40-40 16,-40 40-16,0 0 16,0 0-16,0 1 0,-40-1 0,40 0 15,-40-40-15,40 40 16,-40-40-16,40-80 16,0 40-1,0-1-15,80-39 0,-40 40 0,-40 0 16,40 0-16,0 0 0,1 0 0,-1 40 0,0-40 15,0 0-15,0-1 0,0 1 16,0 0-16,0 40 0,1-40 0,-41 0 0,0 0 16,40 40-16,-40-40 15,0 0-15,0 0 0,0-1 0,0 1 16,-40 0-16,40 0 16,-41 40-16,41 40 15,0 40 1,0-39-1,0-1-15,41 40 0,-41 0 0,40 0 0,-40 1 16,40-41-16,-40 40 0,40 0 16,-40 0-16,0 0 0,0 1 0,0-1 0,0 0 15,0 0-15,0-40 16,0 41-16,-40-41 0,40 40 0,0-40 0,-40 0 16,40 0-16,-40 0 0,40 0 15,-41 1-15,1-41 0,0 0 0,40 40 0,-40-40 16,0 0-16,0 0 0,0 0 0,0 0 15,-1-81-15,1 41 16,40 0-16,-40 0 0,40 0 0,0 0 16,0 0-16,0 0 0,0 0 15,0 0-15,40 40 0,-40-41 0,81 1 0,-1 0 16,-40 40 0,0 0-16,0-40 0,0 40 0,0 0 0,1 0 15,-1 0-15,0 0 0,0-40 0,0 40 0,0 0 16</inkml:trace>
  <inkml:trace contextRef="#ctx0" brushRef="#br0" timeOffset="64816.1558">14646 11068 0,'-40'-40'15,"80"80"-15,-80-120 32,0 160-32,40 41 15,40 39-15,161 161 31,-1-80-15,-160-201 0,1 40-16,-41-40 15</inkml:trace>
  <inkml:trace contextRef="#ctx0" brushRef="#br0" timeOffset="65056.1018">15248 11309 0,'-40'-40'0,"80"80"0,-120-120 32,40 80-32,0 40 15,-41 80-15,-79 121 31,-1 0-15,81-121 0,0 80-16</inkml:trace>
  <inkml:trace contextRef="#ctx0" brushRef="#br0" timeOffset="65486.1157">16693 10708 0,'-81'0'0,"162"0"0,-202 0 0,41 0 31,40 40-31,0-40 0,40 40 0,-161 160 16,121-120-1,40 281 1,40-160 0,81 40-1,39-81 17,1-120-17,-81-80-15</inkml:trace>
  <inkml:trace contextRef="#ctx0" brushRef="#br0" timeOffset="65706.1024">17054 11068 0,'-40'0'0,"80"0"0,-80-40 31,40 121-31,-41-41 16,41 240-1,0 1 1,-40-201 0,0 81-1,40-121-15</inkml:trace>
  <inkml:trace contextRef="#ctx0" brushRef="#br0" timeOffset="66036.0855">17656 11189 0,'-81'40'15,"41"-40"-15,40 40 0,-80 0 16,-121 80 15,121-39-31,-40-41 16,80-40-1,80 0 17,0 0-17,0 0-15,120 80 32,-119-40-32,119 40 15,1 41 16,-1-81-15,-120-40-16</inkml:trace>
  <inkml:trace contextRef="#ctx0" brushRef="#br0" timeOffset="66256.0696">18298 11670 0,'-81'0'16,"162"0"-16,-121-40 31,120 40-15,161-80 0,-41-41-1,-39 41 1</inkml:trace>
  <inkml:trace contextRef="#ctx0" brushRef="#br0" timeOffset="66606.0508">19100 11068 0,'0'-40'16,"80"40"-16,1-40 15,79 80 1,-39 121 15,-162-1-15,-199 41 0,119-41-1,81-120 1,201-40-1,120-80 17,-201 80-32,281-120 15,-321 80-15,40 40 16,81-81 0,-121 41-1</inkml:trace>
  <inkml:trace contextRef="#ctx0" brushRef="#br0" timeOffset="66825.9804">20464 10587 0,'41'40'15,"-41"0"-15,80 41 31,-40-1-31,-40 241 32,-120 80-17,-201-121 1</inkml:trace>
  <inkml:trace contextRef="#ctx0" brushRef="#br0" timeOffset="96645.5003">7584 13756 0,'0'40'62,"-40"-40"79,40 40-110,-40-40 156,40 40 63,40-40-250,-40 40 0,40 0 0,-40 0 16,40-40-16,0 40 16,0 0-16,0 0 15,1-40-15,-41 41 16,40-41-16,0 40 0,0-40 0,0 40 0,0-40 16,0 40-16,0 0 0,1-40 0,-1 40 0,0 0 15,0-40-15,0 40 16,0 0-16,0-40 0,0 41 0,1-41 0,-1 40 15,0 0-15</inkml:trace>
  <inkml:trace contextRef="#ctx0" brushRef="#br0" timeOffset="98035.4878">8427 13836 0,'-41'0'140,"41"40"63</inkml:trace>
  <inkml:trace contextRef="#ctx0" brushRef="#br0" timeOffset="99165.3491">7544 14076 0,'0'40'0,"40"-40"94,0 0-94,0 0 0,0 0 16,0 0-16,1 0 0,-1 0 15,0 0-15,0 0 0,0 0 0,0 0 16,0 41 0,0-41-16,-40 40 0,41 0 0,-1 0 0,0 0 15,-40 0-15,40-40 16,-40 40-16,40 0 0,-40 0 0,40 1 16,-40-1-16,0 0 0,40-40 0,-40 40 15,40 0 1,-40 0-16,41 0 0,-41 0 0,0 0 15,0 0-15,0 1 16,0-1-16,-41 0 0,41 0 16,0 0-16,-40-40 15,40 40-15,-40 0 0,0 0 0,0-40 16,0 40-16,0-40 16,40 41-16,-40-41 0,-1 0 15,41-41-15,0 1 16,0 0-16,0 0 15,0 0-15,41 0 0,-41 0 0,40 0 0,-40 0 16,80-1-16,-40 1 0,0 0 16,0 0-16,0 0 0,1 40 0,-1-40 0,0 0 15,0 40-15,0-40 16,0 40-16,0-40 0,0 0 0,1 40 0,-1-41 16,0 1-16,0 0 0,0 40 0,0-40 0,0 0 15,0 40-15,1-40 0,-41 0 16,40 40-16,-40-40 0,40 0 0,-40-1 15,0 1 1,0 0-16,0 0 0,0 0 16,0 0-1,-40 40-15,0 0 16,-1 0 0,1 0-1,0 40-15,0 0 0,0 0 16,0 0-16,40 0 15,-40 1-15,40-1 0,0 0 0,-40 0 0,40 0 16,0 0-16,0 0 16,-41 0-16,41 0 0,0 1 0,0-1 0,0 0 15,0 0-15,0 40 0,0-40 16,0 0-16,0 0 0,0 0 0,41 1 16,-41-1-16,40-40 0,-40 40 0,40-40 0,0 40 15,0-40 1,0 0-16,0 40 0,0-40 0,1 0 0,-1 0 15,0 0-15,40 0 0,-40 0 16,40-80-16,-39 80 0,-1-40 0,40 40 0,-40-40 16</inkml:trace>
  <inkml:trace contextRef="#ctx0" brushRef="#br0" timeOffset="99715.3168">9751 14076 0,'0'-40'31,"-40"40"-31,40 40 31,40-40-31,-40 40 16,40 1-16,-40-1 0,80 0 15,-80 0-15,0 40 0,40-40 0,-40 0 16,40 0-16,-40 1 16,0-1-16,0 0 0,0 0 0,0 0 15,40 0-15,-40-80 31,41-40-31,-1 0 16,-40 39 0,40 1-16,-40 0 0,40 0 0,-40 0 0,0 0 15,40 0-15,0 40 0,-40-40 16,40 40-16,-40-40 0,40 40 0,1 0 16,-1 0-16,0 0 0,-40 40 15,40-40 1,-40 40-16,40-40 0,-40 40 0,0 0 0,40 0 15,-40 0-15,0 0 16,0 0-16,0 1 0,0-1 0,0 0 16,0 0-1,0 0-15,0 0 16,0 0-16</inkml:trace>
  <inkml:trace contextRef="#ctx0" brushRef="#br0" timeOffset="100145.2911">11115 14357 0,'0'40'31,"-40"-40"-31,40 40 16,-40-40-1,80 0 17,0 0-32,0 0 15,0 0-15,0 0 0,41 0 0,-41 0 0,0-40 16,0 40-16,40 0 0,-40-40 15,1 40-15,-1 0 0,0 0 0,0-40 0,0 40 16,0 0-16,0 0 16,0 0-16,-80 0 47,0 0-47,0 0 46</inkml:trace>
  <inkml:trace contextRef="#ctx0" brushRef="#br0" timeOffset="100735.3262">12078 14197 0,'0'-40'31,"40"-1"-15,81-39 0,-81 80-1,0 0-15,80 40 16,-80 0-16,0 1 0,-40-1 15,0 0-15,0 80 32,-40-80-32,40 0 0,0 0 0,-160 81 31,120-81-15,80-40 15,-40-40-31,40 40 0,0 0 15,0 0-15,0 0 16,0 0-16,1 0 0,39 0 0,-40 0 16,0 0-16,0 0 15,0 0-15,0 0 0,1 0 0,-1 0 0,0 0 16,0 0-16,0 0 16,0 0-16</inkml:trace>
  <inkml:trace contextRef="#ctx0" brushRef="#br0" timeOffset="101015.3098">13202 13836 0,'40'0'15,"0"0"-15,40 0 16,81 120 15,-81 81-15,-40-81 0,-40-40-16,40 121 15,-120-121-15,80-40 0,-40 0 0,-41 40 16,41-40-16,0 0 0</inkml:trace>
  <inkml:trace contextRef="#ctx0" brushRef="#br0" timeOffset="102165.2411">15649 13876 0,'0'40'94,"0"0"-94,0 0 0,0 0 16,0 0-16,-40 0 15,40 1-15,-80-1 0,40 0 0,40 0 0,-40-40 16,0 40-16,-1 0 16,1 0-16,0 0 0,0 0 15,0-40-15,0 0 31,40-40-31,0 0 16,40 40 0,0 0-1,-40 40-15,80-40 16,-40 81-16,1-81 0,-1 40 0,0 0 0,0 0 16,0-40-16,0 40 0,0 0 0,0 0 15,1 0-15,-1 0 16,0 0-16,0-40 0,0 41 0,0-41 0,0 40 15,0-40-15,1 0 16,-41 40-16,40-40 0</inkml:trace>
  <inkml:trace contextRef="#ctx0" brushRef="#br0" timeOffset="102595.169">15649 14598 0,'0'0'0,"-40"0"0,40-40 15,40 40 17,0 0-17,1 0-15,-1 0 0,0 0 16,0 0-16,40 0 0,-40 0 0,41 0 0,-1 0 15,0 0-15,0 0 16,41 0-16,-1 0 0,-40-81 0,41 81 0,-1 0 16,0 0-16,1-40 0,-1 40 15,1 0-15,39 0 0,-40 0 0,41 0 0,-41 0 16,41 0-16,-1 0 16,1 0-16,-41 0 0,41 0 0,-41 0 0,1 0 15,-1 0-15,-40 0 0,0 0 0,1 0 0,-1 0 16,-40 0-16,0 0 0,0-40 15,0 40-15,1 0 0,-82-40 32,1 40-17,0 0 1,0 0-16,0 0 0,0 0 16,0 0-16,0 0 0</inkml:trace>
  <inkml:trace contextRef="#ctx0" brushRef="#br0" timeOffset="103015.1492">18819 14237 0,'-80'-40'15,"160"80"-15,-200-120 16,120 39-1,40 41-15,0 0 32,-40 41-32,40-41 15,-40 40 1,40-40-16,1 0 0,-1 0 0,0 0 16,-40 40-16,40-40 0,0 0 0,0 0 15,0 0-15,0 0 0,1 0 16,-1 0-16,0 0 0,0 0 0,0 40 15,0-40 1,0 40-16,0-40 0,1 40 16,-41 0-1,0 0-15,0 0 16,-41 1-16,1-1 16,0-40-16,0 40 0,0 0 0,0-40 15,0 40-15,0-40 0,-1 40 0,1 0 0,0-40 16,0 40-16,0-40 0,0 40 15,0-40-15,0 0 0</inkml:trace>
  <inkml:trace contextRef="#ctx0" brushRef="#br0" timeOffset="104845.012">20585 14197 0,'0'40'16,"0"0"-1,40-40 17,0 0-32,0 0 15,0 0-15,0 0 0,1 0 16,-1 0-16,0 0 0,0-40 0,0 40 0,0 0 16,0-40-16,0 40 0,1 0 0,-1 0 15,0-40 1,0 40-16,-40-41 15,0 1 1,-80 40-16,40-40 0,-1 40 16,1 0-16,40-40 15,-40 40-15,0 0 0,0 0 0,0 0 16,0 0-16,40 40 0,-40-40 0,40 40 16,-41-40-16,41 40 0,-40 1 15,40-1-15,0 0 0,0 0 16,0 0-16,0 0 15,40-40-15,-40 40 0,0 0 0,41-40 16,-41 40-16,40 1 0,0-1 16,0-40-16,-40 40 0,40 0 0,0-40 15,-40 40-15,40-40 16,0 0-16,-40 40 0,41-40 0,-1 0 16,0 0-16</inkml:trace>
  <inkml:trace contextRef="#ctx0" brushRef="#br0" timeOffset="105384.9734">21267 13475 0,'0'40'0,"-40"-40"15,80 0 48,0 0-48,0 0-15,0 0 0,0 0 16,1 0-16,-1 0 0,0 0 0,0 0 0,0 0 16,0 0-16,0 0 0,0 0 0,1 0 0,-1 0 15,-40-40-15,40 40 0,0 0 16,-40-40-16</inkml:trace>
  <inkml:trace contextRef="#ctx0" brushRef="#br0" timeOffset="105855.0194">22110 13354 0,'0'41'16,"40"-41"0,0-41-1,40 1 1,-80 0-16,40 0 16,0 0-16,-40 0 15,41-40 1,-41 40-16,-41 40 31,41-40-31,-40 40 31,40 80-31,0 0 32,0 120-17,40 41 1,-40-40-1,-40-1 17,0-120-32,40-40 0,-80 1 31,40-41-31,0 0 0,0 0 16,-1-41-16</inkml:trace>
  <inkml:trace contextRef="#ctx0" brushRef="#br0" timeOffset="106054.9342">22270 12713 0,'0'-40'15,"0"80"-15,-40-120 16,40 120 0,-40 0-1</inkml:trace>
  <inkml:trace contextRef="#ctx0" brushRef="#br0" timeOffset="106764.8928">22912 12953 0,'0'0'0,"-40"0"31,40-40-31,0 0 31,80 40-31,-40 0 0,-40 40 16,41 0 0,-1 1-16,-40 39 0,40 0 0,-40-40 15,0 0-15,0 40 0,0-40 16,0 1-16,-40-1 0,40 0 0,-81 0 0,81 0 16,-40-40-16,0 40 0,40 0 0,-40-40 15,40 40-15,-40-40 16,0 0-16,40-40 15,0 0 1,0 0-16,40 40 16,0 0-1,0 40-15,0-40 0,-40 40 16,40-40-16,1 80 0,-1-80 0,-40 41 0,40-41 16,0 40-16,0 0 15,0-40-15,0 0 16,-40 40-16,40-40 15</inkml:trace>
  <inkml:trace contextRef="#ctx0" brushRef="#br0" timeOffset="107154.9407">23594 13194 0,'-40'40'0,"40"0"0,-40 40 31,40-39-31,-40 79 16,40-80-16,-40 0 15,40 0-15,0 0 0,-40-40 16,40-40 0,0 0-1,40-40-15,80-161 31,-40 1-15,-39 200 0,-1-1-1,0 202 1,-40-121-16,80 120 16,-80-120-16,40 1 0,-40-1 15,40 40 1,-40-40-16,40 40 15,-40-40-15,41-40 0</inkml:trace>
  <inkml:trace contextRef="#ctx0" brushRef="#br0" timeOffset="107394.9257">23514 12994 0,'-40'-41'16,"80"82"-16,-80-122 0,80 1 31,0 40-31,-40 0 0,161 0 16,-121 40-16,160 0 15,-159 0-15,-1 0 0,80 40 16,-80 0-1</inkml:trace>
  <inkml:trace contextRef="#ctx0" brushRef="#br0" timeOffset="107684.8734">23354 14237 0,'-81'0'15,"162"0"-15,-122 0 47,82-40-47,-1 40 16,40 0-16,-40 0 0,0-40 0,40 40 0,-39 0 15,39-41-15,-40 41 16,0 0-16,40 0 0,-40-40 0,1 40 0,-1 0 16,0 0-16,0 0 15,0 0-15</inkml:trace>
  <inkml:trace contextRef="#ctx0" brushRef="#br0" timeOffset="107914.8953">23634 14437 0,'0'0'0,"0"40"0,-40 1 15,0-41-15,0 80 16,40-40 0,-40 0-1,40 0-15,0 40 16,0-40-1</inkml:trace>
  <inkml:trace contextRef="#ctx0" brushRef="#br0" timeOffset="108154.808">23514 14558 0,'0'-40'0,"40"40"47,-40 40-47,40-40 16,0 0-16,-40 40 0,41-40 0,-1 0 16,0 40-16,-40 0 0,40-40 15,0 40-15,0-40 16,-40 40-1,40-40 1</inkml:trace>
  <inkml:trace contextRef="#ctx0" brushRef="#br0" timeOffset="108354.8687">23955 14437 0,'0'0'15,"0"-40"-15,0 80 31,0 0-15,0 1 0,0-1-16,0 0 31,0 80-15,0-80-1</inkml:trace>
  <inkml:trace contextRef="#ctx0" brushRef="#br0" timeOffset="108964.7585">24477 13555 0,'0'40'125,"0"0"-110,0 0 1,0 0-16,0 1 0,0-1 0,0 0 16,0 0-16,0 0 15,0 0-15,0 0 0,0 0 0,0 0 0,0 0 16,0 1-16,0-1 0,0 0 0,0 0 16</inkml:trace>
  <inkml:trace contextRef="#ctx0" brushRef="#br0" timeOffset="109504.7613">24959 13635 0,'-41'40'47,"41"0"-47,-40-40 16,0 41-16,0-41 0,40 40 15,-40 0-15,0-40 0,40 40 0,-40-40 0,0 40 16,-1 0-16,1-40 0,40 40 0,-40-40 16,0 0-1,0 0-15,80 0 63,0 0-48,0 0 1,0 0-16,1 0 0,-1 40 16,0-40-16,0 0 0,-40 40 0,40-40 15,0 40-15,0 1 16,0-1-16,1 0 0,-1-40 15,-40 40-15,40-40 16,0 0-16</inkml:trace>
  <inkml:trace contextRef="#ctx0" brushRef="#br0" timeOffset="110444.6821">25400 13996 0,'0'40'0,"0"-80"187,40 40-124</inkml:trace>
  <inkml:trace contextRef="#ctx0" brushRef="#br0" timeOffset="111254.695">25641 13555 0,'0'-40'31,"0"0"-15,40 40-1,-40-40-15,40 40 0,0 0 16,0 0 0,0 0-16,1 0 0,-1 0 15,-40 40-15,40-40 16,-40 40-16,40-40 0,-40 40 0,40 0 16,-40 0-16,0 0 0,0 0 0,0 1 15,-40-1 1,0 0-16,40 0 0,-80-40 0,80 40 15,-41-40-15,41 40 0,-40-40 16,40 40-16,-40-40 0,0 0 31,120 0 1,-40 0-17,1-40-15,-1 40 0,0 0 0,0 0 0,0 0 16,40 0-16,-40 0 15,1 0-15,-1 0 0,0 0 0,0 0 0,0 0 16,0 0-16,0 0 16,0 0-16,-80 0 47,0 0 78</inkml:trace>
  <inkml:trace contextRef="#ctx0" brushRef="#br0" timeOffset="112684.5374">12279 15280 0,'0'40'16,"40"-40"93,0 0-93,-40-40-1,40 40-15,0 0 0,-40-41 0,40 41 31,0 0-31,1-40 0,-1 40 16,0 0 0,0 0 15,-120 0-15,40 0-1,-1 40 1,1 1-16,0-41 0,0 0 31,80 0 0</inkml:trace>
  <inkml:trace contextRef="#ctx0" brushRef="#br0" timeOffset="115064.3933">27166 13916 0,'40'0'78,"0"0"-78,0 40 16,-40 0-1,40-40-15,0 0 16,-40 40-16,0 0 0,40-40 0,0 40 16,-40 1-16,41-1 0,-1 0 15,0 40-15,0-40 0,0 40 0,0-40 0,0 1 16,0-1-16,1 0 15,-1 0-15,0 0 0,0 0 0,0 0 0,0 0 16,0-40-16,0 40 0,1-40 16,-41 40-16,40-40 0,0 0 15</inkml:trace>
  <inkml:trace contextRef="#ctx0" brushRef="#br0" timeOffset="115354.4484">28129 13956 0,'-41'0'31,"1"40"-15,0 0-1,-40 40 1,40-39-16,-161 159 16,161-120-16,0 1 0,-40 79 31,-41 81-15,121-121-16</inkml:trace>
  <inkml:trace contextRef="#ctx0" brushRef="#br0" timeOffset="115754.3863">29092 13956 0,'-81'0'16,"162"0"-16,-202 0 31,81 0-31,40 40 15,-120 40 1,120-40-16,-81 121 31,81-121-31,-40 0 0,40 121 16,161 79 0,80-79-1,-201-161-15,120 40 31,-120-40-31,1 0 0</inkml:trace>
  <inkml:trace contextRef="#ctx0" brushRef="#br0" timeOffset="116004.3558">29613 14237 0,'0'-40'31,"0"80"0,0 40-31,0 0 16,0-40-16,0 0 0,0 1 0,0 39 0,0-40 16,0 0-16,0 0 0,0 0 15,0 0-15,0 0 0,0 0 0,0 1 0,40-1 16</inkml:trace>
  <inkml:trace contextRef="#ctx0" brushRef="#br0" timeOffset="116424.3121">30496 14076 0,'0'0'15,"-80"0"1,-81 81 15,-79-1-15,-1 40 0,120-40-1,81-80 1,40-40-1,40 0 17,81 0-17,-1 80 1,-40 0 0,41 81-16,120-41 31,-41 80-16,-79-80 1,-81-80-16</inkml:trace>
  <inkml:trace contextRef="#ctx0" brushRef="#br0" timeOffset="116694.3229">30978 13836 0,'0'0'16,"40"0"-16,0 0 15,0 40 1,0 0-16,-40 0 15,0 0-15,40 0 16,-40 0-16,0 41 0,0-41 0,0 40 0,0 0 16,0-40-16,-40 40 0,0-39 15,0 39-15,0 0 0,-41-40 0,1 40 0,0 0 16</inkml:trace>
  <inkml:trace contextRef="#ctx0" brushRef="#br0" timeOffset="118694.248">29694 13916 0,'-41'0'31,"1"0"0,40 40 173,0 0-189,0 0-15,0 0 16,40 0-16,-40 1 0,0-1 0,41 0 15,-41 0-15,40 0 16,-40 0-16,0 0 0,0 0 16,0 0-1</inkml:trace>
  <inkml:trace contextRef="#ctx0" brushRef="#br0" timeOffset="122253.9946">15689 4531 0,'41'0'16,"-1"0"0,0 0-1,0 0 1,0 0-16,0 0 16,0 0-1,0 0-15,1 0 16,-1 0-16,0 0 15,0 0-15,0 0 0,0 0 0,0 0 16,41 0-16,-41 0 16,0 0-16,0 0 0,0 0 0,0 40 0,40-40 15,-39 0-15,-1 0 0,0 0 0,0 0 0,0 0 16,0 0-16,0 0 0,0 0 16,1 0-16,-1 0 0,0 0 0,0 0 0,0 0 15,0 0-15,0 0 16,0 0-16,1 0 0,39 0 0,-40 0 0,0 0 15,0 0-15,40 0 0,-39 0 16,-1 0-16,0 0 0,0 0 0,0 0 0,40 0 16,-40 0-16,1 0 15,-1 0-15,0 0 0,40 0 0,-40 0 0,0 0 16,41-40-16,-41 40 0,40 0 0,-40 0 0,0 0 16,0 0-16,41-40 0,-41 40 15,0 0-15,0 0 0,40 0 0,-40 0 0,1 0 16,-1 0-16,0 0 15,0 0-15,0 0 0,0 0 0,0 0 0,0 0 16,41 0-16,-41 0 0,0 0 16,0 0-16,0 0 0,0 0 0,41 0 0,-41 0 15,0 0-15,0 0 0,40 0 0,-40 0 0,0 0 16,1 0-16,-1-40 16,0 40-16,0 0 0,0 0 0,0 0 0,0 0 15,0 0-15,1 0 0,-1 0 16,0 0-16,0 0 0,0 0 15,0 0 1,0 0-16,0-40 16,1 40-16,-1 0 0,0 0 15,0 0-15,0 0 0,0 0 0,0 0 16,0 0-16,1 0 0,-1 0 0,0 0 0,0 0 16,0 0-16,0 0 15,0 0-15,0 0 16,-40-40-16</inkml:trace>
  <inkml:trace contextRef="#ctx0" brushRef="#br0" timeOffset="124193.8792">20063 16242 0,'0'40'0,"0"0"15,0 0 32,40-40-31,41 0-16,-41 0 15,0 0-15,0 0 0,0 0 16,0-40-16,0 40 0,0 0 0,1-40 0,-1 40 16,0 0-16,0 0 15,0 0-15,-40-40 0,40 40 0,-40-40 16,-40 0 0,0 40-1,-40-40-15,40 40 16,-1 0-16,1 0 15,0 0-15,0 0 16,0 0 0,40 40-16,-40-40 0,0 0 15,0 0-15,40 40 0,-41-40 0,41 40 0,-40 0 16,40 0 0,-40-40-16,40 40 0,0 0 0,0 1 15,0-1-15,0 0 16,40-40-16,-40 40 0,40 0 0,41 0 15,-41-40 1,0 40-16,0-40 0,0 0 0,0 0 16,0 0-16,1 0 15,-1 0-15,-40-40 0,40 40 0,0-40 16</inkml:trace>
  <inkml:trace contextRef="#ctx0" brushRef="#br0" timeOffset="124553.8983">20906 15961 0,'0'0'15,"-40"0"-15,80 0 32,40 0-17,-40 0-15,40 0 31,1 0-31,39 0 32,-80 0-32</inkml:trace>
  <inkml:trace contextRef="#ctx0" brushRef="#br0" timeOffset="124973.7985">21508 15881 0,'40'0'15,"-40"-40"1,40 40-16,0 0 0,0 0 16,0-40-1,0 40 1,-40-40-16,0 0 15,0 0 1,-40 40 0,40-41-1,-40 41 1,40 41 0,0 39-1,0-40 1,40 0-16,-40 0 0,40 0 15,-40 0-15,0 0 16,0 1-16,0-1 0,0 0 16,0 0-16,-40 0 15,0 0-15,0-40 16,0 40-16,0-40 0,0 0 16,40-40-1</inkml:trace>
  <inkml:trace contextRef="#ctx0" brushRef="#br0" timeOffset="125163.8611">21668 15600 0,'0'-40'0,"0"0"31</inkml:trace>
  <inkml:trace contextRef="#ctx0" brushRef="#br0" timeOffset="127133.7424">22310 15520 0,'0'40'0,"-40"-40"15,40-40 48,80 40-63,-80-40 0,41 40 0,-1 0 15,0 40 1,-40 0-16,0 0 16,0 0-16,0 1 0,-40-1 15,40 0-15,-40 0 16,-1-40-16,41 40 0,-40-40 16,40 40-1,-40-40-15,40-40 31,0 0 1,40 40-17,0 0-15,-40 40 0,41-40 16,-1 40 0,0-40-16,-40 40 0,40-40 0,0 0 15,-40 40 1,40-40-1</inkml:trace>
  <inkml:trace contextRef="#ctx0" brushRef="#br0" timeOffset="127533.7174">22912 15640 0,'-40'0'15,"40"41"-15,-40-41 16,40 40-16,-40 0 16,40 0-16,-40 0 15,40 0-15,-40-40 16,40-40 15,40 0-15,-40 0-16,40 40 0,-40-40 15,40 0-15,-40-1 16,40 41-16,-40 41 47,0-1-31,40 0-1,-40 0-15,40-40 0,-40 40 0,40 0 0,-40 0 16,0 0-1,0 0-15,41 1 0,-41-1 16</inkml:trace>
  <inkml:trace contextRef="#ctx0" brushRef="#br0" timeOffset="127773.6343">22832 15640 0,'-40'0'0,"40"-40"31,40 40-31,-40-40 0,40 40 0,0-40 16,0 40-1,0 0-15,1 0 0,-1 0 16,0 0-16,0 0 15,0 0-15,0 0 0</inkml:trace>
  <inkml:trace contextRef="#ctx0" brushRef="#br0" timeOffset="128123.6097">22511 16202 0,'0'40'16,"0"-80"-16,-80 120 15,40-80-15,80 0 63,0 0-63,0 0 15,0 0-15,0 0 0,0 0 0,0 0 0,1 0 16,39 0-16,-40 0 16,0 0-16,0 0 0,0 0 0,0-40 0,1 40 15,-1 0-15,0 0 0,0-40 16,0 40-16</inkml:trace>
  <inkml:trace contextRef="#ctx0" brushRef="#br0" timeOffset="128473.6072">22792 16563 0,'-80'40'32,"39"-40"-32,1 40 15,0-40-15,0 80 16,0-80-16,80 0 62,-40 40-62,40-40 16,0 0-16,0 0 0,1 0 16,-1-40-16,0 40 0,0 0 0,0 0 15,0-40-15,0 40 16,0-40-16,1 40 0,-1 0 0,0 0 16</inkml:trace>
  <inkml:trace contextRef="#ctx0" brushRef="#br0" timeOffset="128703.5981">22872 16563 0,'-40'0'32,"80"0"-32,-120 0 15,80 40 32,0 40-47,40-40 0,-40 0 16,0 1-16,0-1 0,0 0 15,0 0-15,0 0 16</inkml:trace>
  <inkml:trace contextRef="#ctx0" brushRef="#br0" timeOffset="129043.5735">23514 15881 0,'-40'0'31,"40"40"-15,0 0-1,0 0-15,0 1 0,0-1 16,40-40-16,-40 40 15,0 0-15,0 0 0,0 0 0,0 0 0,0 0 16,0 0-16,0 0 16</inkml:trace>
  <inkml:trace contextRef="#ctx0" brushRef="#br0" timeOffset="129383.6068">23915 15961 0,'0'40'15,"-40"-40"1,0 0-16,0 41 16,0-41-1,0 0-15,0 40 0,-1-40 0,1 0 16,40 40-16,-40-40 15,0 0-15,40 40 16,40-40 15,0 0-31,0 0 16,1 0-16,-1 0 16,0 0-16,0 0 0,0 0 0,-40 40 15,40-40-15,0 0 16,-40 40-16,40-40 0</inkml:trace>
  <inkml:trace contextRef="#ctx0" brushRef="#br0" timeOffset="132403.4258">24517 15761 0,'0'40'0,"0"0"140,-40-40 16,40-40 610,40 40-766,-40-40 16,40 40-16,0 0 31,1 0-15,-1 0-1,-40 40 16,0 0 1,0 0-32,-40 0 0,40 0 15,-41 0-15,41 1 0,-40-1 16,0-40 0,40 40-16,-40-40 0,40 40 0,-40-40 15,40 40 1,40-40 140,-40-40-156,0 0 31,40 40 32,0 0-48,0 0 1,1 0 0,-1 0-1,0 0 1,0 0 15,0 0-15,0 0-1,-40 40-15,40-40 0,0 0 16,-40 40 0,-40-40 77</inkml:trace>
  <inkml:trace contextRef="#ctx0" brushRef="#br0" timeOffset="133293.2991">25681 16001 0,'40'0'0,"-40"-40"15,40 80 32,0 1-47,41-1 16,-81 0-16,40-40 0,0 40 0,40 0 16,-40 0-16,0-40 15,-40 40-15,40 0 0,1-40 0,-1 40 0,0-40 16,-40 40-16,40-40 0,0 41 15,0-1-15,-40 0 0,0 0 32</inkml:trace>
  <inkml:trace contextRef="#ctx0" brushRef="#br0" timeOffset="133603.3133">26483 16082 0,'-40'0'15,"0"0"32,0 40-16,0 0-31,0 0 16,0-40-16,0 40 0,40 0 16,-41 0-16,1 0 0,0 0 0,40 1 0,-40-41 15,0 40-15,0 0 0,0 0 0,0 0 16,-1 0 0,41 0-16,-40-40 0</inkml:trace>
  <inkml:trace contextRef="#ctx0" brushRef="#br0" timeOffset="133943.2822">26885 16042 0,'0'0'16,"-40"0"-16,-41 0 15,41 0 17,0 160-17,40 40 1,40-119-1,-40-41-15,80 80 16,-80-80-16,0 0 0,41 0 16,-1 1-16,0-41 15,0 0 1</inkml:trace>
  <inkml:trace contextRef="#ctx0" brushRef="#br0" timeOffset="134193.2447">27406 16202 0,'-40'0'15,"0"0"17,40 40-17,0 0 1,0 0-16,0 0 0,40 0 0,-40 1 15,0-1 1,0 0-16,0 0 0,0 0 16,0 0-16,0 0 0,0 0 15</inkml:trace>
  <inkml:trace contextRef="#ctx0" brushRef="#br0" timeOffset="134573.2236">27727 16042 0,'0'40'32,"-40"-40"-32,40 40 31,-40-40-31,40 40 0,-80 0 0,80 0 0,-40-40 15,0 40-15,-1-40 0,41 40 16,-40-40-16,0 40 0,40 0 0,-40-40 0,40 41 16,0-82 15,40 41-15,-40-40-16,80 40 15,-39 0-15,-1 0 0,0 0 16,0 40-1,0-40-15,-40 41 0,40-41 0,-40 40 0,40-40 16,0 40-16,1-40 16,-41 40-16,40-40 0,0 40 15,0-40-15,0 0 16</inkml:trace>
  <inkml:trace contextRef="#ctx0" brushRef="#br0" timeOffset="134823.2071">28450 15921 0,'40'0'16,"-80"0"-16,120 0 0,0 40 15,-40 0-15,0 41 16,0-41-1,-40 160 1,-80 1 0,0-121-1,40-40-15,-81-40 0</inkml:trace>
  <inkml:trace contextRef="#ctx0" brushRef="#br0" timeOffset="136003.1696">19341 17846 0,'0'40'15,"40"-40"32,0 0-31,0 0-16,0 0 0,1 0 0,-1 0 16,0 0-1,0-40-15,0 40 0,0-40 0,0 0 16,0 40-1,-40-40-15,0 0 16,0 0 0,-40 40-16,0-40 15,0 40-15,0 0 16,0 0 0,0 40-16,0-40 0,-1 40 0,1 0 15,0-40 1,0 0-16,40 40 0,0 0 0,-40-40 15,40 40-15,0 0 16,-40 0-16,40 1 0,0-1 0,0 0 16,0 0-16,0 0 0,40-40 15,0 40 1,40 0-16,-80 0 0,40-40 16,1 0-16,-1 0 0,0 0 15,0 0-15,0 0 0,0 0 16,0 0-1,0 0-15</inkml:trace>
  <inkml:trace contextRef="#ctx0" brushRef="#br0" timeOffset="136263.1543">20063 17606 0,'40'0'62,"0"0"-62,1 0 16,-1 0-16,0 0 0,0 0 15,0 40-15</inkml:trace>
  <inkml:trace contextRef="#ctx0" brushRef="#br0" timeOffset="136653.0975">20585 17646 0,'40'0'31,"0"-40"-15,-40 0-1,0-1 1,40 41-16,-40-40 0,0 0 16,0 0-1,-40 40 16,40 40-15,0 0 0,0 0-16,0 1 0,0-1 0,0 0 15,0 0-15,0 0 0,0 0 0,0 0 16,0 0 0,0 0-16,0 0 0,0 1 15,0-1-15,-40-40 16,40 40-16,-40-40 0,0 0 15,0 0 1,-1 0-16</inkml:trace>
  <inkml:trace contextRef="#ctx0" brushRef="#br0" timeOffset="136853.0876">20705 17205 0,'0'0'15,"0"-41"1,0 1 0</inkml:trace>
  <inkml:trace contextRef="#ctx0" brushRef="#br0" timeOffset="137593.0411">21187 17365 0,'40'0'31,"-80"40"94,40 0-125,0 0 16,-40-40-16,40 40 15,0 1-15,-41-1 0,41 0 0,0 0 0,0 0 16,0 0 0,0 0-16,0 0 15,0-80 16,0 0-15,41 40-16,-41-80 0,0 40 0,0 0 16,0 0-16,40-1 0,-40 1 15,40 40 1,0 40 15,-40 1-31,40-41 16,-40 40-16,40-40 0,-40 40 15,40 0-15,-40 0 0,40-40 0,-40 40 0,0 0 16,41 0-16,-41 0 16,40-40-16,-40 40 0,0-80 47</inkml:trace>
  <inkml:trace contextRef="#ctx0" brushRef="#br0" timeOffset="137793.0339">21307 17405 0,'40'0'46,"0"0"-46,0 0 16,1 0-16,-1 0 0,0 0 16,0 0-16</inkml:trace>
  <inkml:trace contextRef="#ctx0" brushRef="#br0" timeOffset="138213.0043">21869 17445 0,'0'40'94,"0"0"-94,0 1 15,0-1 1,0 0-16,0 0 0,40-40 0,-40 40 16,0 0-16,0 0 0,40 0 0,-40 0 15,0 0 1,0 1-16</inkml:trace>
  <inkml:trace contextRef="#ctx0" brushRef="#br0" timeOffset="138612.9828">22230 17445 0,'0'40'46,"-40"-40"-46,0 40 16,0-40-16,0 0 0,-1 41 16,1-1-16,0-40 0,0 40 15,0-40-15,0 0 16,40 40-16,-40-40 0,80 0 62,0-40-46,40 40 0,-40 0-1,0 0-15,1 0 0,-1 0 0,0 40 16,0-40-16,0 40 16,0 0-16,0-40 15</inkml:trace>
  <inkml:trace contextRef="#ctx0" brushRef="#br0" timeOffset="142162.8414">23193 17766 0,'0'0'0,"0"40"32,0 0 186,0 0-202,80-40-16,-80 40 16,40 1-16,1-1 0,-1 0 0,0 0 15,0 0-15,0 0 16,0 0-16,0 0 0,0 0 0,1 1 15,-1-1 1,0-40-16</inkml:trace>
  <inkml:trace contextRef="#ctx0" brushRef="#br0" timeOffset="142432.7565">23755 17886 0,'0'-40'31,"-40"40"1,40 40-17,-40-40-15,-1 40 16,1-40-16,0 41 0,0-41 0,40 40 15,-40 0-15,0-40 16,40 40-16,-40 0 0,0 0 0,-1 0 0,41 0 16,-40 0-16,0 1 0,40-1 0,0 0 15,0 0-15</inkml:trace>
  <inkml:trace contextRef="#ctx0" brushRef="#br0" timeOffset="142812.7286">24357 17686 0,'-40'0'16,"80"0"-16,-121 0 0,41 0 15,0 0-15,0 40 16,40 0-16,-40-40 16,40 40-16,0 0 0,0 0 15,0 0-15,0 1 0,-40-1 0,40 0 16,0 0-16,0 0 15,0 0-15,80-40 0,-80 40 0,40 0 0,0-40 16,-40 40-16,40-40 0,1 41 0,-1-41 0,0 40 16,0-40-16,0 0 15,0 0-15,0 0 0</inkml:trace>
  <inkml:trace contextRef="#ctx0" brushRef="#br0" timeOffset="143032.7152">24758 17846 0,'0'-40'0,"0"80"31,0 40-15,0-39-1,0-1-15,0 0 0,0 0 0,0 0 16,0 0-16,0 0 0,0 0 15,0 0-15,0 1 0,0-1 16,40-40-16</inkml:trace>
  <inkml:trace contextRef="#ctx0" brushRef="#br0" timeOffset="143482.7747">25400 17846 0,'0'0'16,"-40"0"15,0 0-31,-81 0 31,81 80-31,-120-80 16,120 41-16,-1-1 15,-39 0-15,0 0 16,40-40 15,0 0-15,80 0 0,0 0 15,0 40-31,0-40 15,-40 40-15,40-40 0,41 40 16,-41-40-16,80 40 16,-80 0-16,0-40 0,0 0 15,121 0 1,-41 0 15,-79-40-31</inkml:trace>
  <inkml:trace contextRef="#ctx0" brushRef="#br0" timeOffset="143742.7058">25601 17806 0,'40'0'0,"0"0"16,0 0-1,-40 40 1,40-40 0,-40 40-16,40 121 15,-40-81-15,0-40 0,-80 121 16,-80 39 15,-81 1-31</inkml:trace>
  <inkml:trace contextRef="#ctx0" brushRef="#br0" timeOffset="146512.5069">23514 5374 0,'0'40'15,"-40"-40"-15,40 40 0,-40 0 0,40 0 16,0 0 15,40-40 1,-40 40-17,0 0 1,0 0-1,40-40-15,-40 40 16,40-40-16,-40 41 0,40-41 0,0 0 16,-40 40-16,41-40 0,-1 0 0,0 0 31,0 0-31,0 0 16,0 0-1,0 0-15,0 0 31,1-40-31,-1 40 16,0-41-16,0 41 0,-40-40 0,40 0 0,40 0 16,-40 40-16,1-40 0,-1 0 15,40 0-15,-40-40 0,0 40 0,40-1 0,-39 1 16,39 0-16,-40 0 16,40-40-16,-40 40 0,41 0 0,-41 0 0,40-1 15,-40 41-15,0-40 0,40 40 16,-39-40-16,-1 40 0,0 0 0,0-40 15,0 40 1,0 0-16,0 0 0,-40-40 16,41 40-16,-1 0 0,0 0 0,0 0 15,-80 0 251,40 40-235,-40-40-31,40 40 110,-40-40 30,-1 0-109</inkml:trace>
  <inkml:trace contextRef="#ctx0" brushRef="#br0" timeOffset="148602.4033">17896 17806 0,'0'0'0,"0"40"15,-40-40 16,0 40-15,0-40 0,0 0-16,0 0 0,0 0 15,-41 0-15,41 0 16,0 40-16,0-40 0,-40 0 0,40 41 0,-41-41 16,41 0-16,-40 40 15,40-40-15,-40 0 0,39 40 0,1-40 0,0 0 16,0 0-16,40 40 0,-40-40 15,0 0-15,0 0 0</inkml:trace>
  <inkml:trace contextRef="#ctx0" brushRef="#br0" timeOffset="148952.3594">17014 17766 0,'-81'0'31,"41"0"-31,0 40 16,0 0-1,0-40-15,0 40 0,0 0 0,-1-40 16,1 41-16,0-1 0,0-40 0,40 40 16,-40-40-16,40 40 15,-40-40-15,40 40 16,0 0 15,40-40-15,-40 40-16,40-40 0,-40 40 0,80 0 15,-40-40-15,-40 41 0,41-41 0,-1 40 0,0-40 16,0 40-16,0-40 16,0 0-16,0 0 0,0 40 0,1-40 0,-1 0 15,0 0-15,0 0 16,-40 40-16</inkml:trace>
  <inkml:trace contextRef="#ctx0" brushRef="#br0" timeOffset="151072.2511">5979 16844 0,'40'0'0,"-80"-40"109,40 80-93,-80-80-16,160 80 0,-80-80 16,-40 80-16,80-40 0,-80 0 0,0 0 0,120 40 15,-201-40 1,121 40-16,-40 0 0,161 80 0,-282-200 0,121 120 15,40 0-15,-40 0 0,40 0 16,-40 1-16,40-1 16,0 0-16,-40-40 0,40 40 0,0 0 15,0 0 1,0 0-16,0 0 0,0 0 16,40-40-16,0 41 15,-40-1-15,80 0 0,-40 0 16,-40 0-1,40-40-15,-40 40 0,41-40 0,-41 40 16,0 0-16,0 0 16,-41 0-1,-39-40-15,40 0 32,0 0-32,0 0 0,40-40 0,0 40 15,-40-40-15,40 0 16,0 0 15,40 40-15,-40 80-16,0-160 0,40 80 15,-40 40-15,40-40 0,0 40 16,-40-120-16,40 240 0,0-160 0,-40 41 16,0-1-16,0 0 15,41 0-15,-41 0 0,0 0 0,40 0 0,-40 0 16,40 0-16,-40 1 15,40-1-15,-40 0 0,40-40 16,-40 40-16,40-40 16,0 0-1,0-40-15</inkml:trace>
  <inkml:trace contextRef="#ctx0" brushRef="#br0" timeOffset="151672.1968">6821 17646 0,'0'200'15,"0"-400"-15,0 240 0,0-40 16,0 40-1,41-40 1,39 0 0,-40 0-1,0 0-15,0 40 0,-80-80 16,80 0-16,-40 40 0,40-40 0,-40 0 16,0 0-1,0-1-15,0 1 16,0 0-1,-40 40-15,0-40 0,0 40 16,40 0-16,-40 0 0,40 0 0,-40 40 16,40-40-16,-40 40 15,-1 0-15,41 1 0,-40-1 0,40 0 16,0 0-16,0 0 0,0 0 16,0 0-16,0 0 0,0 0 0,0 0 15,0 1 1,40-41-16,1 40 0,-1-40 15,-40 40-15,40-40 0,0 0 0,0 0 16,0-40-16,0 0 16,0-1-16</inkml:trace>
  <inkml:trace contextRef="#ctx0" brushRef="#br0" timeOffset="151992.2105">7343 17004 0,'0'40'15,"0"-80"-15,-120 120 32,160-120-1,0 40-31,0 0 16,0-40-16,0 40 15,1 0-15,-1 0 0,0 0 16,-40-40-16</inkml:trace>
  <inkml:trace contextRef="#ctx0" brushRef="#br0" timeOffset="152392.2263">7704 16924 0,'40'0'0,"1"-40"15,-41 0-15,0 0 16,0-1 0,0 1-1,0 0 1,-41 40 0,41 40 30,0 0-46,0 1 16,0-1-16,0 0 0,41 0 0,-41 0 16,40 0-16,-40 0 0,0 0 15,40 0-15,-40 0 0,0 1 0,0-1 16,0 0-16,0 0 16,0 0-16,0 0 15,-40-40-15,0 0 16,-1 40-16,1-40 0,0 0 15,0-80-15,40 40 0</inkml:trace>
  <inkml:trace contextRef="#ctx0" brushRef="#br0" timeOffset="152572.1424">7744 16523 0,'-40'0'15</inkml:trace>
  <inkml:trace contextRef="#ctx0" brushRef="#br0" timeOffset="153052.187">8346 16763 0,'-40'41'15,"80"-82"-15,-120 82 0,80-1 16,0 0-16,0 0 16,0 120-1,0-39 17,-80-41-17,80-120 1,40-121-1,0 81 1,40-120 0,-40 159-1,-40 82 17,0-1-17,41 0-15,-41 0 0,0 0 0,40 0 16,-40 0-16,0 0 0,40 0 15,-40 0-15,0 1 0,0-1 0,0 0 16,0 0-16,40 0 0,-40 0 16</inkml:trace>
  <inkml:trace contextRef="#ctx0" brushRef="#br0" timeOffset="153252.1749">8266 16804 0,'0'40'15,"40"-40"1,0 0 0,161-40-1,-81-1 1</inkml:trace>
  <inkml:trace contextRef="#ctx0" brushRef="#br0" timeOffset="153452.1283">8828 16804 0,'-40'0'0,"40"-41"15,0 1 1,0 121-1,0-1 1,80 120 0,-80 1 15,0-161-31</inkml:trace>
  <inkml:trace contextRef="#ctx0" brushRef="#br0" timeOffset="153802.1413">9269 16643 0,'0'0'0,"0"40"15,-40-40-15,-40 80 16,80-39-1,-121 39 1,41-40 0,0-40-1,80 40 1,40-40 0,40 40-1,41 40 16,-81-40-31,80 0 16,-40 1 0</inkml:trace>
  <inkml:trace contextRef="#ctx0" brushRef="#br0" timeOffset="154272.0594">9309 18247 0,'0'0'0,"40"0"16,-40-40-16,0 0 16,41 40-16,-41 40 31,0 0-15,0 0-16,0 1 0,0-1 15,-41 0-15,41 0 0,-40 0 0,40 0 16,-40 0-16,0-40 15,0 40-15,40 0 0,-40-40 0,0 40 0,0-40 16</inkml:trace>
  <inkml:trace contextRef="#ctx0" brushRef="#br0" timeOffset="155181.9866">9951 17525 0,'-40'0'31,"0"0"-15,40 41-16,-40-41 15,0 40-15,40 0 0,-40 0 0,40 0 0,0 0 16,-40 0-16,40 0 0,0 0 15,0 0-15,0 1 0,40-41 0,0 40 16,40-40-16,-40 0 0,0 0 16,0 0-1,1-40-15,-1 40 0,-40-41 0,40 41 0,-40-40 16,40 40-16,-40-40 0,0 0 16,40 0-16,-40 0 0,0 0 15,-80 0-15,80 0 16,-40 0-16,-41-1 0,41 1 15,0 40-15,40 40 32,0 1-32,0-1 0</inkml:trace>
  <inkml:trace contextRef="#ctx0" brushRef="#br0" timeOffset="155412.0491">10593 17846 0,'-40'40'16,"80"-80"-16,-80 120 16,40-39-16,-40 39 15,40-40 1,-80 80-1,40-40-15,0 1 16</inkml:trace>
  <inkml:trace contextRef="#ctx0" brushRef="#br0" timeOffset="155861.9639">11155 17646 0,'0'40'0,"0"0"15,-40-40 1,40 40-16,40-40 31,0-40-31,0 0 16,1 40-16,-41-40 0,40 40 0,-40-40 15,0 0 1,0-1-16,-40 1 16,-1 0-16,1 40 15,-40 0-15,40 0 16,40 40-16,-40-40 15,0 40-15,40 1 0,-40-1 0,40 0 0,-41 0 16,41 0-16,0 0 0,0 0 0,0 0 0,0 0 16,0 0-16,41-40 15,-41 41-15,40-41 0,0 40 0,0-40 16,0 0 0,0 0-16,0 0 0,0 0 0,1-40 15,-1 40-15,-40-41 0,40 41 16,-40-40-16</inkml:trace>
  <inkml:trace contextRef="#ctx0" brushRef="#br0" timeOffset="156092.0049">11195 17044 0,'-40'0'16,"40"-40"15,40 40-31,41 0 0,-41-40 16,0 40-16,0 0 0,0-40 16,0 40-16,0 0 0</inkml:trace>
  <inkml:trace contextRef="#ctx0" brushRef="#br0" timeOffset="156451.9824">11677 17084 0,'40'-40'16,"-80"80"-16,160-200 15,-120 120-15,40-81 31,-40 81-31,-40 0 16,40 80 47,0 0-63,0 1 0,0-1 0,0 0 15,40 0-15,-40 0 0,0 0 16,0 0-16,40 0 0,-40 0 0,0 0 0,0 1 15,0-1-15,0 0 0,0 0 0,0 0 16,0 0 0,-40 0-16,40 0 0,-80-40 0,80 40 15,-40-40-15,0 0 16,0 0-16</inkml:trace>
  <inkml:trace contextRef="#ctx0" brushRef="#br0" timeOffset="156641.971">11637 16443 0,'-40'-41'46</inkml:trace>
  <inkml:trace contextRef="#ctx0" brushRef="#br0" timeOffset="157101.9444">12118 16683 0,'0'0'0,"0"40"0,0 41 32,-40 79-17,80 0 1,-40-120-1,0 1 1,0-82 0,0-39-1,0 0 1,0-80 0,80 39-1,-80 81 1,41 120-1,-1 41 1,-40-81-16,40 120 31,0-120-31,-40 41 16,40-1 0</inkml:trace>
  <inkml:trace contextRef="#ctx0" brushRef="#br0" timeOffset="157281.9326">12198 16723 0,'0'40'0,"41"-40"31,-41-40-31,40 40 16,0 0-16,-40-40 0,40 40 0,0-40 15,0 40 1,0 0-16</inkml:trace>
  <inkml:trace contextRef="#ctx0" brushRef="#br0" timeOffset="157581.9147">12720 16563 0,'0'40'63,"0"0"-63,0 0 15,0 0-15,0 0 0,0 1 16,0-1-16,40 0 0,-40 0 0,0 0 16,0 0-16,40-40 15,-40 40-15,0 0 0,0 0 0</inkml:trace>
  <inkml:trace contextRef="#ctx0" brushRef="#br0" timeOffset="157931.8213">13081 16603 0,'-40'0'31,"0"0"-15,40 40-16,-40-40 0,40 40 0,-40-40 15,40 40-15,-40-40 16,40 40-16,-41-40 31,41 41 1,0-1-32,41-40 15,-41 40-15,0 0 16,40 0-16,0-40 15,-40 40-15,40-40 0,0 0 0,0 40 0,0-40 16,0 40 0,1-40-16,-1 0 0,0 0 15,0 0-15</inkml:trace>
  <inkml:trace contextRef="#ctx0" brushRef="#br0" timeOffset="158331.8697">13322 18047 0,'-40'0'0,"40"40"16,0 0 30,0 0-30,-80-40-16,80 40 0,-41 0 0,41 0 16,-40 1-16,0-1 15,0 0-15,40 0 0,-40-40 0,40 40 16</inkml:trace>
  <inkml:trace contextRef="#ctx0" brushRef="#br0" timeOffset="158861.7897">14004 17566 0,'0'0'16,"-40"0"-1,0 0 17,0 0-17,0 40 1,40 0-16,-41 0 15,41 120 1,0-39 0,81-81 15,-41-40-31,120-40 16,-120 40-16,81-81 15,-121-39 1,0 80-16,-40 0 15,40 0-15,-161-40 16,41-1 15,40 41-15,80 80 0</inkml:trace>
  <inkml:trace contextRef="#ctx0" brushRef="#br0" timeOffset="159401.7338">14486 16924 0,'-41'0'16,"82"0"15,39 0-15,-40 0-16,0 0 0,-40 40 15,40-40-15,-40 40 0,40 0 0,-40 0 0,0 0 16,0 0-16,0 1 0,0-1 16,-40 40-16,40-40 0,0 0 0,-40 0 0,40 40 15,0-39-15,0-1 16,0 0-16,0 0 0,0 0 0,0 0 16,40-40-16,0 40 15,1-40-15,-1 0 0,0 0 16,0 0-16,0 0 0,0-80 0,0 80 15,-40-40 1,40 40-16,-40-40 0,0 80 31,-40-40-31,40 80 16,0-40 0,0 0-16,-40 0 0,40 0 0,0 1 15,0-1-15,0 0 0,-40 0 16,40 0-16,-40 0 0,0 0 0,0 0 0,0 0 15,-1 1-15,1-1 0,-40 0 0,0 0 0,-1 0 16</inkml:trace>
  <inkml:trace contextRef="#ctx0" brushRef="#br0" timeOffset="241208.6635">22511 2285 0,'40'0'16,"0"0"0,-40-40-16,40 40 15,0 0-15,1 0 32,-82 0 30,41 40 63,0 1-109,41-41-16,-41 40 0,40 0 15,0-40-15,0 40 16,0-40 0,0 0-16,0 0 0,0 0 15,1 0 1,-1 0-16,0 0 0,0-40 0,0 40 0,0-40 15,0 0-15,0 40 0,1-41 16,-1 1-16,40 0 0,-40 40 0,0-40 0,40 0 16,-39 0-16,39 0 0,-40 40 0,40-40 0,0 0 15,-39-1-15,39 41 16,0-40-16,0 0 0,1 0 0,-41 40 0,40-40 16,-40 0-16,40 40 0,-40 0 15,1-40-15,-1 40 0,0 0 0,0 0 16,0-40-1,-80 40 17,0 0-17,40 40-15,-40-40 0,0 0 0,-1 40 16,1-40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38:49.1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6380 2446 0,'0'0'0,"0"-40"16,0 0-16,0 0 0,0-1 0,0 1 15,-40 0-15,0 40 16,40-40-16,-40 40 0,0 0 16,40-40-1,-41 40-15,41 40 47,0 0-31,0 0-1,41-40-15,-41 40 16,40-40-16,0 0 16,-40 41-16,40-1 0,0-40 0,0 40 0,0 0 15,0-40-15,41 40 16,-41 0-16,0 0 0,40 0 0,-40 0 0,41 0 15,-41 1-15,40-1 0,-40 0 0,0 0 0,40 0 16,-39 40-16,-1-40 0,-40 0 16,40 1-16,0 39 0,-40-40 0,40 0 0</inkml:trace>
  <inkml:trace contextRef="#ctx0" brushRef="#br0" timeOffset="349.9682">7624 2245 0,'0'-40'15,"0"80"-15,-40-80 16,40 0-16,-40 40 15,0 0 1,0 80 0,-41 41-1,41-41 1,-120 160 0,-121 81-1,-40-40 16,240-161-31</inkml:trace>
  <inkml:trace contextRef="#ctx0" brushRef="#br0" timeOffset="790.0139">9028 1884 0,'-40'0'16,"80"0"-16,-120-40 15,40 40-15,0 0 16,-40 0 0,-1 40-16,-119 201 31,-1 80-16,241 40 1,201-121 0,40-119 15,-40-161-31</inkml:trace>
  <inkml:trace contextRef="#ctx0" brushRef="#br0" timeOffset="1010.0015">9630 2245 0,'0'0'0,"-40"0"0,40 40 32,0 1-32,0-1 0,0 0 15,0 0-15,0 160 16,0 81-1,0 0 17,0-241-32</inkml:trace>
  <inkml:trace contextRef="#ctx0" brushRef="#br0" timeOffset="1339.9813">10152 2366 0,'-40'0'16,"0"40"0,0-40-1,-41 120 1,1-40 0,-80 41-1,79-81 1,81-80-1,40 40 1,41-81 0,-1 81-1,40 40 1,1 81 15,-81-121-31,0 40 0,-40 0 0,40-40 0,0 80 16</inkml:trace>
  <inkml:trace contextRef="#ctx0" brushRef="#br0" timeOffset="1559.9231">10914 2767 0,'-120'40'16,"80"-40"-16,80 0 15,80 0 17,161-40-17,-40 0 1,-80-1 15,-121 1-31</inkml:trace>
  <inkml:trace contextRef="#ctx0" brushRef="#br0" timeOffset="1899.8742">11757 2205 0,'40'0'15,"0"0"-15,-40-40 16,40 40-16,1 0 0,-1 0 0,0 0 0,0 0 15,0 0-15,0 0 0,-40 80 0,40-80 0,-40 40 16,40 1-16,-40-1 16,0 0-16,0 0 0,-80 0 0,80 0 0,-40 40 15,40-40-15,-40 0 0,0 41 16,0-41-16,0 0 0,40 0 0,-41-40 0,41 40 16,-40-40-16,40 40 15,40-40 1,-40-40-16,41 40 0,-1 0 0,0-40 15,0 40-15,0 0 0,0 0 16,0 0-16,41 0 0,-41 0 0,0 0 0,40 0 16,-40 0-16,0 0 15,41-40-15,-41 40 0,40 0 0,-40 0 0,0 0 16,0 0-16</inkml:trace>
  <inkml:trace contextRef="#ctx0" brushRef="#br0" timeOffset="2109.8696">13202 2085 0,'0'0'0,"0"40"0,40-40 0,-40 40 0,40-40 16,-40 40-16,40-40 0,-40 40 15,40 0-15,0-40 0,0 41 0,0-1 0,-40 40 16,41-40-16,-41 0 0,0 40 0,0-40 0,0 41 15,0-41-15,-41 40 16,-39 0-16,40 0 0,-40 1 0,0-1 0</inkml:trace>
  <inkml:trace contextRef="#ctx0" brushRef="#br0" timeOffset="11689.2867">15609 2366 0,'40'0'0,"-40"-40"16,0-1 0,-40 41-1,40-40-15,-40 40 0,0 0 16,0 0-16,-40 40 16,39-40-16,1 41 0,-40-1 0,40 0 15,-40 0-15,-1 0 0,1 40 0,0-40 0,40 0 16,-40 0-16,39 1 15,1-1-15,0 0 0,40 0 0,-40 0 0,40 0 16,-40-40-16,80-40 31,40 0-15,-40 0-16,1 40 0,-1-40 0,0 40 16,0-40-16,-40-1 15,40 41-15,0 0 0,0 0 16,-40 81-16,40-81 0,-40 40 0,41 0 0,-1 0 15,-40 40-15,40 0 16,-40-39-16,40 39 0,-40 0 0,40 0 0,-40 0 16,40 1-16,0-41 0,-40 0 15,40 0-15,1 0 0,-1 0 0,0 0 0,0-40 16,0 40-16,0-40 16,0 0-16,0 0 0,1 0 0,-41-40 0,40 40 15,0-80-15,-40 40 0</inkml:trace>
  <inkml:trace contextRef="#ctx0" brushRef="#br0" timeOffset="12069.266">15288 3088 0,'-40'0'31,"80"0"-31,0 0 16,81-41-1,-81 1-15,321 40 16,-241 0-16,1 0 0,320 40 31,-280-40-31,481 81 16,-442-41-16,1-40 0,-41 0 16,844 40-1,-804-40-15,563-40 16,-442 0-1,-201 40-15,281-81 16,-361 81-16,0 0 0,81-80 16,-121 40 15,-40 40-31,0 0 0,40-40 16,-41 40-16,1 0 15,0 0-15,0 0 0</inkml:trace>
  <inkml:trace contextRef="#ctx0" brushRef="#br0" timeOffset="12289.2519">20785 2686 0,'-40'-40'0,"0"40"16,40 40 15,40 1-31,41-1 0,-41 40 16,0-80-16,0 40 15,-40 0-15,40 0 0,-40 0 0,0 0 0,0 1 16,0 39-16,0-40 16,-40 0-16,0 0 0,-40 0 0,39 0 0,-39 0 15,0 0-15,0 1 0,-41-1 16,41-40-16,0 40 0,0-40 0,-1 0 0,-39 0 16</inkml:trace>
  <inkml:trace contextRef="#ctx0" brushRef="#br0" timeOffset="12689.2497">16492 1403 0,'0'80'16,"0"-40"-16,-40-40 0,0 81 31,0-41-31,40 120 31,80 81-15,40-41 0</inkml:trace>
  <inkml:trace contextRef="#ctx0" brushRef="#br0" timeOffset="12929.2122">16251 1604 0,'0'-81'31,"0"41"-31,0 0 16,201 0-1,40 40 17,-41 40-32</inkml:trace>
  <inkml:trace contextRef="#ctx0" brushRef="#br0" timeOffset="13109.2023">16251 2406 0,'-40'40'15,"80"-40"1,40 0-16,1 0 15,-41-40-15,40 40 16,-40-40-16,40 0 0,1-1 0</inkml:trace>
  <inkml:trace contextRef="#ctx0" brushRef="#br0" timeOffset="13319.1922">17575 1684 0,'0'40'32,"0"0"-17,0 120 1,0-119-16,0 159 31,0-160-31,0 0 0,-40 41 16,40-41-16</inkml:trace>
  <inkml:trace contextRef="#ctx0" brushRef="#br0" timeOffset="13589.1728">17575 1884 0,'0'-40'15,"0"80"-15,40-160 31,-40 80-31,41 40 0,79 0 16,-80 0-16,121 40 16,-121 0-16,0 0 0,-40 0 15,40 81 1,-201 39 15,-119-40-15,119-120-16</inkml:trace>
  <inkml:trace contextRef="#ctx0" brushRef="#br0" timeOffset="13939.1783">18659 1684 0,'-40'40'0,"0"-40"15,40 40 1,-81 120 0,41-79-1,40-41-15,0 160 16,0-160-16,0 1 0,0-1 16,40 40-16</inkml:trace>
  <inkml:trace contextRef="#ctx0" brushRef="#br0" timeOffset="14119.1461">18579 1804 0,'0'-40'16,"0"80"-16,0-120 0,0 40 16,0 0-1,40 40-15,-40-40 0,160 0 16,-120-1-16,0 41 0,1 0 15,39 0 1,-40 0-16,0 0 0</inkml:trace>
  <inkml:trace contextRef="#ctx0" brushRef="#br0" timeOffset="14289.1319">18458 2326 0,'40'0'16,"161"-81"0,80-39 15,-201 80-31</inkml:trace>
  <inkml:trace contextRef="#ctx0" brushRef="#br0" timeOffset="14449.1228">19822 2005 0,'0'0'0,"41"-40"31,39 40-15,-40 0-16,0-41 0,0 41 16,0-40-16,0 40 0,1 0 0,39 0 0,-40 0 15,0 0-15,-40-40 0,40 40 16</inkml:trace>
  <inkml:trace contextRef="#ctx0" brushRef="#br0" timeOffset="14609.1143">19943 1965 0,'-40'40'16,"80"-80"-16,-80 120 0,0-80 16,40 40-16,0 0 15,0 0 1,40 161-1,-161 79 1</inkml:trace>
  <inkml:trace contextRef="#ctx0" brushRef="#br0" timeOffset="18854.047">23193 2727 0,'-40'0'16,"40"-41"-16,0 1 31,40 40 0,-40 40-15,40-40-16,0 41 0,0-41 0,1 40 0,-1 0 16,0 0-16,0 0 15,0 0-15,0 0 0,-40 0 0,0 0 0,0 1 16,0-1-16,0 0 0,-40 0 16,40 0-16,-80 0 0,40 0 0,0-40 0,-1 40 15,1 0-15,0 0 0,0-40 16,40-40-1,0-40 1,0 40-16,80 0 0,-80 0 16,40-40-16,1 40 0,39-41 0,-40 41 0,0 0 15,40 0-15,1 0 16,-41 40-16,0-40 0,0 0 0,40 40 0,-40-40 16,0-1-16,1 1 15,-1 0-15,-40 0 16,0 0-16,-40 40 31,40 40-31,-41 0 16,41 40-1,-40-39-15,0-41 0,40 40 0,-40 0 0,40 0 16,0 0 0,0 0-16,0 0 0,0 0 0,0 0 15,0 1-15,40-41 0,-40 40 0,40 0 0,0 0 16,1-40-16,-1 40 15,0-40-15,40 0 0,-40 0 0,0 0 0,0 0 16,41 0-16</inkml:trace>
  <inkml:trace contextRef="#ctx0" brushRef="#br0" timeOffset="19094.0336">24597 2606 0,'-40'0'31,"80"0"-31,-120 0 0,0 121 16,80-81-16,-40-40 0,40 120 15,0 40 17,200 41-17,1-121 1,-161-80-16</inkml:trace>
  <inkml:trace contextRef="#ctx0" brushRef="#br0" timeOffset="19434.0117">24959 2807 0,'40'0'0,"0"0"15,0 0 1,-40 40-1,40 120 1,-40-39 15,0-161-15,40-81 0,121 1-1,-81 120 16,0 120-15,-80 81 0,0-1 15,0-120-15</inkml:trace>
  <inkml:trace contextRef="#ctx0" brushRef="#br0" timeOffset="19614.0007">25922 2727 0,'0'0'15,"40"40"1,40 80 0,-40 81-1,-40-121 1,0-40-16,-120 160 15,80-160-15,-121 81 16</inkml:trace>
  <inkml:trace contextRef="#ctx0" brushRef="#br0" timeOffset="20024.8348">26925 3007 0,'-80'0'0,"160"0"0,-40-40 15,0 40-15,0 0 0,0-40 16,0 40-16,1 0 0,-1 0 0,0 0 0,-40-40 15,40 40-15,0 0 0,-40-40 0,40 40 0,-40-40 16,0 0 0,-40 40-1,0 0 1,-40 0-16,40 0 0,-1 0 0,1 80 16,0-80-16,0 40 15,0 0-15,0 0 0,40 0 0,-40 0 0,40 1 16,0-1-16,0 0 0,0 0 15,0 0-15,0 0 0,0 0 0,40 0 0,-40 0 16,40-40-16,-40 40 0,80-40 16,-40 0-16,0 0 0,1 0 0,-1 0 15,0 0-15,0 0 0,40-40 0,-40 40 0,0-40 16</inkml:trace>
  <inkml:trace contextRef="#ctx0" brushRef="#br0" timeOffset="20468.1967">28008 2125 0,'0'0'0,"40"0"32,0-40-32,-40 0 15,41 0 1,-1 0-16,-40-1 16,40 1-16,-40 0 15,0 0-15,-40 40 16,40 40-1,0 40 1,0-39-16,0-1 0,40 0 0,-40 0 16,40 0-16,-40 0 15,40 0-15,-40 0 0,0 0 0,40-40 16,-40 41-16,0-1 0,0 0 16,-80 0-16,40 0 15,0-40-15,0 0 16,-1 40-16,1-40 0,0 0 0,0 0 0,0 0 15,0-40-15</inkml:trace>
  <inkml:trace contextRef="#ctx0" brushRef="#br0" timeOffset="20655.1725">28249 1403 0,'0'-40'16,"0"80"-16,40-120 15</inkml:trace>
  <inkml:trace contextRef="#ctx0" brushRef="#br0" timeOffset="21058.6108">28690 1604 0,'40'0'16,"1"0"-1,-1 0 1,0 0-16,0 80 0,0-40 16,-40 0-16,40 0 15,-40 0-15,0 0 0,0 0 16,-40 1-16,40-1 0,-80 0 0,40 0 0,0-40 16,40 40-16,-41 0 0,1-40 15,0 0-15,40 40 0,-40-40 0,40-40 31,40 40-15,-40-40-16,40 40 0,0 0 16,1 0-16,-1 0 15,0 0-15,-40 40 0,40-40 16,0 40-16,0-40 0,0 40 16,1 0-16,-41 1 15</inkml:trace>
  <inkml:trace contextRef="#ctx0" brushRef="#br0" timeOffset="21439.569">29292 1804 0,'-40'40'0,"40"40"0,-80 1 15,80-41-15,0 40 16,-40-40-16,0 80 15,40-79 1,-40-1 0,40-80-1,0-41 1,40 41-16,0-40 0,-40 40 16,40 0-16,0 0 0,-40-41 15,40 41-15,-40 0 0,40-40 0,0 40 16,-40 80 15,0 0-31,0 0 0,0 0 0,0 0 0,41-40 16,-41 41-16,0-1 15,40 0-15,-40 0 0,0 0 0,40 0 16,-40 0-16,40-40 0,-40 40 16,0 0-16,0 1 15</inkml:trace>
  <inkml:trace contextRef="#ctx0" brushRef="#br0" timeOffset="21633.1309">29252 1764 0,'0'0'15,"-40"40"1,80-80-1,0 40-15,41 0 16,-1-40-16,0 40 16,81 0-1,-121 0-15</inkml:trace>
  <inkml:trace contextRef="#ctx0" brushRef="#br0" timeOffset="21875.2556">28851 2646 0,'40'0'31,"-40"-40"-31,40 40 0,0 0 16,0 0-16,1 0 0,-1 0 0,0 0 0,0 0 15,0-40-15,0 40 0,40 0 0,-39 0 0,-1 0 16,0 0-16,0 0 16,0 0-16</inkml:trace>
  <inkml:trace contextRef="#ctx0" brushRef="#br0" timeOffset="22127.6943">29413 2927 0,'-40'0'15,"80"0"-15,-121 0 0,41 80 32,40-40-32,0 1 15,-40 39 1,40 0-16,-40-80 0,40 80 15,0-40-15,-40 0 16,40-80 15</inkml:trace>
  <inkml:trace contextRef="#ctx0" brushRef="#br0" timeOffset="22327.2854">29413 2887 0,'0'40'32,"0"0"-32,0 0 15,0 0-15,40-40 0,-40 41 16,40-1-16,0 0 0,0 0 16,0 0-16,0-40 15,-40 40-15,41-40 0,-1 0 16</inkml:trace>
  <inkml:trace contextRef="#ctx0" brushRef="#br0" timeOffset="22517.6815">29814 2967 0,'0'-40'16,"0"80"-16,0-40 31,0 40-31,0 81 31,0 79-15,-80-120 0,40-80-16</inkml:trace>
  <inkml:trace contextRef="#ctx0" brushRef="#br0" timeOffset="32747.8273">30015 2165 0,'0'-40'46,"40"40"-46,-40-40 16,40 40 0,0 0-16,0 0 15,0 0 1,-40 40-16,40-40 0,-40 40 0,40-40 16,1 0-16,-41 40 0,0 0 15,0 0 1,-41-40-16,-39 41 0,40-1 0,0-40 15,-40 0-15,40 40 0,-1-40 16,1 40-16,0-40 0,40 40 16,40-40 15,0 0-31,1 0 16,-1 0-16,0 0 15,0 0-15,0 0 0,0 0 0,0 0 16,0 0-1,1 40-15,-1-40 0,0 0 0,0 0 0,0 40 16,0-40 0</inkml:trace>
  <inkml:trace contextRef="#ctx0" brushRef="#br0" timeOffset="33447.804">30657 2125 0,'0'0'0,"40"-40"16,0 40 15,-40 40-31,0 0 31,0 0-31,0 0 0,0 0 32,0-80-1,40 40-31,0 0 0,0-40 16,0 0-16,-40 0 0,40 40 0,1-40 15,-1 0 1,0 40-16,-40-40 15,0 80 17,0 0-17,0 0-15,40-40 16,-40 40-16,0 0 0,0 0 16,0 0-16,40-40 15,-40 41-15,40-1 0,0-40 31,0 0 1,1 0-17,-1 0 1,-40-40-16,0-1 16,40 41-16,-40-40 15</inkml:trace>
  <inkml:trace contextRef="#ctx0" brushRef="#br0" timeOffset="39727.4258">6581 4451 0,'40'0'250,"0"40"-250,0-40 0,0 0 0,0 0 16,0 0-16,1 0 15,-1 0-15,40 0 0,0 0 0,-40 0 0,41 0 16,-1 0-16,40 0 0,-39-40 16,-1 40-16,0-40 0,40 40 0,-39-40 0,39 40 15,-40-40-15,41 40 0,-1-40 0,0 40 0,1-40 16,-1 40-16,1-41 16,39 1-16,-40 40 0,1-40 0,-1 0 0,1 40 15,-1-40-15,0 0 0,1 40 16,-1 0-16,-40-40 0,1 40 0,-41 0 0,40 0 15,-40 0-15,0 0 16,0 0-16,0 0 0,1 0 0,-1 0 16,0 0-16,0 0 15,0 0-15,0-40 16,0 40-16,-80 0 156,0 0-62,0 0-78,0 0-16,40 40 15,-40-40 16,40 40-15</inkml:trace>
  <inkml:trace contextRef="#ctx0" brushRef="#br0" timeOffset="41787.3532">11115 4130 0,'0'40'32,"0"0"-17,-40-40 17</inkml:trace>
  <inkml:trace contextRef="#ctx0" brushRef="#br0" timeOffset="52266.7239">27487 4130 0,'-41'0'16,"1"0"-16,0 0 15,0 0-15,0 0 16,0 0 0</inkml:trace>
  <inkml:trace contextRef="#ctx0" brushRef="#br0" timeOffset="52986.6813">27487 4291 0,'40'0'15,"0"0"48,0 0-47,0 0-16,0 0 0,40 0 0,-39 0 0,39 0 15,0 0-15,40 0 0,-39 0 16,-1 0-16,40 0 0,-39 0 0,39 0 0,-40 0 15,41 0-15,-41 0 16,40 0-16,-39 0 0,39 0 0,-40 0 0,41 0 16,-41 0-16,0 0 0,40 0 0,-39 0 0,-1 0 15,-40 0-15,40 0 0,1 0 16,-1 40-16,0-40 0,-40 0 0,40 0 0,1 0 16,-1 0-16,-40 0 15,40 0-15,-40 0 0,1 0 0,39 40 0,-40-40 16,0 0-16,0 0 15,0 0 17,-40-40-17,-40 40 17,0 0 77</inkml:trace>
  <inkml:trace contextRef="#ctx0" brushRef="#br0" timeOffset="55176.478">22471 5614 0,'0'0'0,"0"-40"16,40 0-16,-40 0 16,0 0-16,0 0 31,40 40-31,0 0 15,0 40-15,0 40 16,-40-40-16,41-40 0,-41 40 0,0 40 16,0-40-16,0 1 0,0-1 0,-41 0 0,41 0 15,-40 0-15,40 0 16,-40 0-16,40 0 0,-80 0 0,80 1 16,-40-41-1,120-41 1,-40 1-1,0 0-15,41 0 0,-41 0 0,0 0 0,0 0 16,0 0-16,0 0 0,0-1 16,0 41-16,1-40 0,-41 0 0,40 0 0,0 0 15,0 40-15,-40-40 0,0 0 32,-40 40-32,0 0 15,40 40 1,-81-40-16,81 80 0,-40-80 0,0 80 0,0-40 15,40 1-15,-40-1 16,40 0-16,0 0 0,0 0 0,0 0 0,0 0 16,0 0-16,0 0 0,40 1 0,-40-1 0,40-40 15,-40 40-15,40 0 0,0-40 16,1 40-16,-1-40 0,0 0 0,0 0 16,0 0-16,0 0 15</inkml:trace>
  <inkml:trace contextRef="#ctx0" brushRef="#br0" timeOffset="55426.5343">24236 5414 0,'0'-40'16,"0"80"-16,-80-80 0,0 40 15,40 0-15,0 40 0,-121 40 16,1 160 15,160-39-15,80-41-1,80-79 1,-39-81 0</inkml:trace>
  <inkml:trace contextRef="#ctx0" brushRef="#br0" timeOffset="55786.4395">24437 5694 0,'0'0'16,"0"40"15,40-40-15,40 121-1,-80-81-15,40 0 16,-40 0-16,41-40 16,-41-40-16,40 40 15,-40-80-15,40 80 0,0-40 16,-40 0-16,40-1 0,0 41 0,0-40 16,0 0-1,1 40-15,-41 40 0,0 41 16,0-41-16,0 0 15,0 0-15,0 0 0,0 0 0,0 0 16,0 0-16,0 0 16,0 1-16,0-1 0,0 0 15,0 0-15,0-120 32</inkml:trace>
  <inkml:trace contextRef="#ctx0" brushRef="#br0" timeOffset="56046.4268">25280 5534 0,'0'-40'0,"0"80"0,40-80 15,-40 0-15,40 40 16,0 0-16,0 40 31,0 160-15,-40-160-16,0 121 15,0 39 17,-120 1-17,-41-81 1,81-120 0</inkml:trace>
  <inkml:trace contextRef="#ctx0" brushRef="#br0" timeOffset="56506.4692">26203 5895 0,'0'40'16,"40"0"0,0-40-16,0 0 15,0 40-15,121-40 32,-41-40-17,-120-40 1,-40 0 15,-81 80-15,-39 80-1,40 80 1,79 1 15,82-81-15,-1-40-16,40-40 15,-40 0-15,0 0 0,40 0 32,1-80-32</inkml:trace>
  <inkml:trace contextRef="#ctx0" brushRef="#br0" timeOffset="57166.43">27206 5253 0,'0'40'0,"0"-80"31,0-40-31,0 40 31,40 0-31,-40 0 0,0 0 16,0-41-1,0 41 17,0 0-17,0 120 1,0-40-16,0 161 16,0-161-16,0 0 0,0 40 15,0 1 1,0 119-1,0-39 1,-121-81 0,1-120 15,40-81-31</inkml:trace>
  <inkml:trace contextRef="#ctx0" brushRef="#br0" timeOffset="57346.4206">27246 4812 0,'0'0'16,"-40"0"-1,40-40 1,-40 40-1</inkml:trace>
  <inkml:trace contextRef="#ctx0" brushRef="#br0" timeOffset="58996.2469">28129 4892 0,'0'40'16,"0"0"140,-41-40-156,41 41 0,0-1 16,0 0-16,-40 0 0,40 0 15,-40-40-15,40 40 0,-40 0 0,40 0 0,-40-40 16,40 40-16,-40 1 16,0-1-16,40 0 0,-40 0 15,-1 0-15,82-80 47,-41 0-31,40 40-16,-40-40 0,40 0 0,-40-1 0,40 41 15,-40-40-15,40 0 0,0 0 16,0 0-16,0 0 16,1 40-1,-1 0 1,-40 40-16,40-40 0,-40 40 16,0 0-16,40 0 15,-40 0-15,40-40 0,-40 41 0,0-1 16,0 0-16,40-40 15,-40 40-15,0 0 0,0 0 0,0 0 16</inkml:trace>
  <inkml:trace contextRef="#ctx0" brushRef="#br0" timeOffset="59246.2318">27968 5053 0,'-40'0'15,"0"0"-15,40-40 16,40-1 15,0 1-31,161 40 31,-1 0-15,-79 40 0</inkml:trace>
  <inkml:trace contextRef="#ctx0" brushRef="#br0" timeOffset="59916.2689">28771 5253 0,'0'40'62,"0"0"-31,40-40-31,-40 41 0,0-1 0,0 0 16,0 0 0,0 0-16,0 0 15,0-80 32,0 0-47,40 0 16,-40 0-16,40 40 0,-40-40 0,40-1 15,0 1 1,-40 0-16,40 40 0,1-40 0,-1 40 16,0 0-16,0 0 15,-40 40 1,40-40-16,-40 40 0,0 0 16,0 1-1,0-1-15,0 0 0,0 0 16,0 0-16,0 0 15,-40-40-15,40 40 0,0 0 0,0 0 16,40-40 0,-40 40-16,40-40 15,0 0-15,0 0 16,1 0 0,-1 0-16,-40-40 0,40 40 15,-40-40 1,0 0-16,40 40 31,-80 0 0,0 0-15,0 0-16,-1 0 16</inkml:trace>
  <inkml:trace contextRef="#ctx0" brushRef="#br0" timeOffset="62716.0969">23795 7138 0,'0'-40'31,"0"0"-15,0 0 0,0 0 15,0 80 78,0 0-109,0 0 0,0 0 16,0 0-1,0 0-15,0 0 0,0 1 0,0-1 16,0 0-16,0 0 0,0 0 0,-40 40 0,40-40 16,0 41-16,0-1 0,0 0 15,-40 0-15,40 0 0,-40 1 0,40-1 0,0-40 16,-41 40-16,41 0 16,-40 1-16,40-41 0,0 40 0,-40-40 0,40 40 15,0-40-15,0 40 0,-40-39 16,40 39-16,0-40 0,0 40 0,-40-40 0,40 40 15,-40-39-15,40 39 16,-40-40-16,40 0 0,0 0 0,-40 0 0,40 0 16,-41 0-16,41 0 0,0 1 0,0-1 15,0 0 1,0-80 15,0 0-15,0-1-1,0 1-15</inkml:trace>
  <inkml:trace contextRef="#ctx0" brushRef="#br0" timeOffset="63236.0669">23554 7178 0,'0'0'0,"-40"0"31,40-40-31,-40 40 16,0 0-16,0 80 15,0-40 1,40 1 0,0-1-16,-41-40 15,41-40 32,41 40-47,-41-41 0,80 41 0,-80-40 16,40 0-16,0 40 0,0-40 0,0 0 0,0 40 15,1-40-15,-1 0 0,0 40 16,-40-40-16,40 40 0,0 0 16,0 40-1,-40 0-15,40-40 0,-40 80 0,40-40 16,-40 0-16,41 0 15,-41 1-15,40-1 0,-40 0 0,0 0 16,0 0-16,0 0 0,40 0 0</inkml:trace>
  <inkml:trace contextRef="#ctx0" brushRef="#br0" timeOffset="63885.9724">23033 9585 0,'0'0'0,"-41"0"0,1-41 16,0 41-16,40-80 31,0-40-15,40 80 0,0 40 15,1 40-31,-1 80 31,40 41-15,-40-41-1,40-40 1,-40-40 15,41-80-15,39-80-1,41 40 1,-1-1 15,-120 81-31,40-40 32,-39 40-17,-82 0 32,1 0-31,0 0-16</inkml:trace>
  <inkml:trace contextRef="#ctx0" brushRef="#br0" timeOffset="72545.4377">17856 10347 0,'0'-41'32,"-40"41"-32,0 0 15,0 0-15,0 0 16,0 0-16,-1 41 0,1-41 0,0 80 0,0-80 16,0 40-16,0 0 15,0 0-15,40 0 0,-40 40 0,40-39 0,0-1 16,-41 40-16,41 0 0,0-40 15,0 40-15,41 1 0,-41-41 0,40 0 0,-40 40 16,80-40-16,-80 0 0,40 0 0,-40 41 0,0-41 16,0 0-16,0 0 15,0 0-15,0 40 0,-40-40 0,0 0 0,0 0 16,0 1-16,-41-1 0,41 0 16,-40 0-16,40-40 0,-40 40 0,39-40 0,1 0 15,0 0-15,0 0 16,0 0-16,40-40 0,-40 40 0,40-40 15,0 0-15,0 0 0,0-1 0,0 1 0,80 0 16,-40 0-16,0 40 16,0 0-16,1 0 0,-1 0 0,-40 40 15,40 0-15,0 0 16,-40 41-16,40-41 0,-40 40 0,40-40 0,-40 40 16,0 1-16,0-41 0,0 40 15,0 0-15,40-40 0,-40 40 0,0 1 0,40-41 16,-40 40-16,0-40 15,41 40-15,-1-40 0,-40 41 0,40-41 0,0 0 16,-40 40-16,40-40 0,0-40 0,0 40 0,0 0 16,41-40-16,-41 0 0,-40 40 15,40-40-15,0 0 0,0 0 0,0 0 0,0-80 16,1 80-16,-41-40 16,40 0-16,-40 0 0</inkml:trace>
  <inkml:trace contextRef="#ctx0" brushRef="#br0" timeOffset="73165.4019">18940 10948 0,'40'-40'15,"-80"80"-15,80-160 16,-40 80-16,0 0 16,-40 80 15,40 0-31,0 0 15,-40-40-15,40 40 0,-41-40 16,41 40 0,-40-40 46,40-40-31,0 0-15,0 0 62,-40 40-62,40 40-1,0 0 1,0 0-16,0 0 16,0 0-16,0 0 0,0 41 0,0-41 0,0 40 15,40-40-15,-40 0 0,0 0 16,40 41-16,-40-41 0,0 0 0,41 0 0</inkml:trace>
  <inkml:trace contextRef="#ctx0" brushRef="#br0" timeOffset="73405.4584">18579 12111 0,'-81'40'16,"162"-80"-16,-162 120 15,121-120 1,1 40-16,239-80 15,1 0 17,-40 40-17,-161 40 1</inkml:trace>
  <inkml:trace contextRef="#ctx0" brushRef="#br0" timeOffset="73765.4357">18739 12552 0,'-40'40'16,"80"-80"-16,-40 40 15,80-40-15,-40 0 16,1 40 0,79-40-1,-80 40-15,0 40 16,-40 40-16,40 41 15,-200 119 1,-1-79 0,121-161-1,40-40 1,40 0-16,121-121 31,-121 161-31,0 0 0,121-40 16,-81 40-1,80 120 1,-79-39 0</inkml:trace>
  <inkml:trace contextRef="#ctx0" brushRef="#br0" timeOffset="74135.4124">20424 12031 0,'0'40'16,"81"-40"-16,-1-120 31,-40 120-31,0-40 0,0 40 0,81-121 31,-81 81-31,0 40 0,-40-40 0,0 0 16,-201 80 15,-40 161-15,121 79 0,80-119 15,120-121-31,-40-40 0,121 40 15,-81-40-15,-40-40 0,0 40 16,81-40 0,-81-40-16,40 40 0</inkml:trace>
  <inkml:trace contextRef="#ctx0" brushRef="#br0" timeOffset="74495.3173">21748 11510 0,'0'-40'31,"0"-1"-15,0-39 0,0-80-1,0 80 1,0-1-1,0 41 1,0 161 0,0-81-16,41 80 15,-41-80-15,40 161 16,-40 39 15,0-200-31,0 0 0,-40 41 31,-1-81-31,-39 0 0,0 0 16,-81-81-16</inkml:trace>
  <inkml:trace contextRef="#ctx0" brushRef="#br0" timeOffset="74665.3799">21668 10788 0,'-40'-40'16,"80"80"-16,-120-80 31,120 40-15</inkml:trace>
  <inkml:trace contextRef="#ctx0" brushRef="#br0" timeOffset="75105.3551">22150 11149 0,'40'0'31,"-40"40"-16,0 0 1,0 0-16,0 0 0,0 0 16,0 0-16,0 0 0,0 1 0,0-1 15,0 0 1,0 0-16,-40-40 16,40-80-1,0 40-15,40-1 0,-40 1 16,40 0-16,-40 0 15,40 0-15,-40 0 0,0 0 0,0 0 0,40 40 16,-40-40-16,0-1 0,0 122 31,0-41-31,0 0 0,0 0 16,0 0-16,40 0 16,-40 0-16,41 0 0,-41 1 15,40-1-15,-40 0 16,40-40-16,-40 40 15</inkml:trace>
  <inkml:trace contextRef="#ctx0" brushRef="#br0" timeOffset="75285.2699">22350 10988 0,'-40'0'15,"0"0"-15,80 0 32,-40-40-17,81 40-15,-81-40 0,40 40 0,0 0 0,0 0 16,0 0-16,0 0 0,-40-40 16,40 40-16</inkml:trace>
  <inkml:trace contextRef="#ctx0" brushRef="#br0" timeOffset="75675.3211">22671 11028 0,'41'0'31,"-1"0"-15,0 0-1,-40 40-15,0 1 16,0-1-1,0 0-15,0 0 16,0 0-16,0-120 31,80 40-31,-80 0 16,40 40-16,-40-41 16,40 1-16,0 40 0,1-40 0,-1 0 15,-40 0 1,40 40-16,0 40 15,-40 0-15,0 40 16,0-39 0,0-1-16,0 0 0,0 0 0,0 0 15,0 0-15,0 0 16,0 0-16,0 0 0,-40 1 31</inkml:trace>
  <inkml:trace contextRef="#ctx0" brushRef="#br0" timeOffset="75945.2329">23915 12191 0,'40'0'16,"-80"0"15,40 41-31,-40-41 16,40 40-16,-40 0 0,0-40 0,40 40 0,-40 0 16,0 0-16,0 0 0,-1 0 15,1-40-15,0 40 0,0 0 0,0-40 0,40 41 16,-40-41-16</inkml:trace>
  <inkml:trace contextRef="#ctx0" brushRef="#br0" timeOffset="76585.2675">25039 11630 0,'0'0'0,"0"-40"31,-80 0-16,-41 160 1,81-120-16,0 80 16,40-40-16,-40 121 15,120-41 1,0-80 0,-40 0-16,121-40 15,-121 0-15,0 0 0,40-40 31,-39-40-31,-41 40 0,40 0 0,-40-161 16,-161 1 15,81 160-15,-40 80 0,120 120 15,40-120-31</inkml:trace>
  <inkml:trace contextRef="#ctx0" brushRef="#br0" timeOffset="76785.2534">26082 12232 0,'0'0'16,"0"40"-1,-40 40 1,-120 40 0,-41 0-1,121-79 1</inkml:trace>
  <inkml:trace contextRef="#ctx0" brushRef="#br0" timeOffset="77125.2322">27166 10748 0,'0'0'16,"-41"0"-16,1 0 15,0 0-15,0 40 16,0 120 0,120 121 15,-40 0-16,0-81 1,-40-160-16</inkml:trace>
  <inkml:trace contextRef="#ctx0" brushRef="#br0" timeOffset="77315.182">26804 12111 0,'-40'40'16,"80"-40"0,41-40-1,-41 40-15,0 0 0,0 0 0,0 0 0,0 0 16,0 0-16,1 0 16,-1 0-16,0 0 0,-40-40 0,40 40 0,0 0 15</inkml:trace>
  <inkml:trace contextRef="#ctx0" brushRef="#br0" timeOffset="77705.1275">26845 12673 0,'0'40'31,"40"-40"-31,0 0 16,40 0 0,-40 40-16,40 80 15,-80-80-15,41-40 0,-41 40 16,0 41 0,0-41-16,-161 80 15,121-120-15,0 40 0,-81 0 16,81-40-16,40-40 15,40 40 1,1-40 0,-1 0-16,0 40 0,0 0 15,0 0-15,0 0 16,0 0-16,0 0 0,1 40 16,-1-40-1,0 0-15,0 0 16,0 0-16</inkml:trace>
  <inkml:trace contextRef="#ctx0" brushRef="#br0" timeOffset="78085.175">27928 12191 0,'0'0'0,"40"0"16,40 0 0,81-40-1,39-40 1,-119-80 15,-81 120-31,-40-1 16,-81 41-1,81 0-15,-40 41 0,40-41 0,-81 120 16,81 40 15,80 1-15,161-41 0,-81-80 15,-39-40-31</inkml:trace>
  <inkml:trace contextRef="#ctx0" brushRef="#br0" timeOffset="78455.0986">28851 11750 0,'-40'0'15,"80"0"-15,-80-40 0,80 0 16,-40 0-16,120-80 16,-80 39-1,-40 1-15,0-80 32,0 120-32,0 0 0,0 120 31,0-40-31,0 0 15,0 0-15,0 0 0,0 0 0,0 0 0,0 1 16,0-1-16,0 40 0,0-40 16,0 0-16,0 0 0,0 0 0,0 0 0,0 0 15,0 41-15,0-41 16,0 0-16,-40 0 0,40 0 0,0 0 16,-40 0-16,-40 0 15,40-40-15,0 41 0,-1-41 0,1 0 16,0 0-16,0 0 15,0 0-15</inkml:trace>
  <inkml:trace contextRef="#ctx0" brushRef="#br0" timeOffset="78665.0674">29052 10948 0,'-41'0'32,"82"0"-32,-122-40 15,81 0 1,40 40-16</inkml:trace>
  <inkml:trace contextRef="#ctx0" brushRef="#br0" timeOffset="79085.0445">29332 11229 0,'41'0'16,"-82"0"-16,82 40 0,-1 40 15,-40-40-15,0 0 0,-81 41 16,81-41-16,-40 40 16,40-40-16,-40 0 15,40-80 17,0-40-17,40 40-15,-40 0 0,40 0 0,1-1 16,-41 1-16,40 0 15,-40 0-15,40 40 0,-40 80 16,40-40 0,-40 1-16,0-1 15,40 0-15,-40 0 0,0 0 16,0 0 0,40 0-16,-40 0 15</inkml:trace>
  <inkml:trace contextRef="#ctx0" brushRef="#br0" timeOffset="79275.1039">29453 11269 0,'0'0'16,"0"-40"-16,40 40 15,-40-40-15,40 40 0,40-40 16,41 0 15,-81 40-31,0 0 16,-40-41-16</inkml:trace>
  <inkml:trace contextRef="#ctx0" brushRef="#br0" timeOffset="79655.0807">29934 11109 0,'0'40'0,"40"-40"15,1 0 1,39 80 15,-80-40-31,0 0 31,0 0-31,0 0 0,40-80 47,-40 0-47,40 40 0,-40-40 16,40 40-16,-40-40 16,40 40-16,-40-40 0,40 40 0,1 0 15,-1 0 1,-40 40-16,40-40 0,-40 40 15,0 40-15,0-40 16,0 0-16,0 1 16,0-1-16,-40-40 15,40 40-15,0 0 16</inkml:trace>
  <inkml:trace contextRef="#ctx0" brushRef="#br0" timeOffset="79925.0653">30978 12352 0,'0'0'15,"-41"40"1,41 0-1,0 0-15,0 0 0,0 0 0,0 0 16,0 1 0,-80 39-1,-40-40 1,80 0 0</inkml:trace>
  <inkml:trace contextRef="#ctx0" brushRef="#br0" timeOffset="80325.0411">31499 11830 0,'0'0'15,"-40"41"17,40 39-32,-40 80 31,40 1-15,160-81-1,1-160 16,-41-81-15,-39-39 0,-81 119-1,0 41-15,-81-80 16,41 120-16,0 0 16,0 0-16,0 40 15,0 0-15</inkml:trace>
  <inkml:trace contextRef="#ctx0" brushRef="#br0" timeOffset="80874.9576">32743 10507 0,'-40'-40'32,"40"0"-32,40 40 15,0 0-15,81 40 16,-81 0-16,-40 0 15,40 201 1,-40-121 0,-40-40-16,-40 201 15,80-241-15,-41 40 0,41 41 16,0-81-16,41 40 31,39-80-31,0-40 16,0 0-1,-80 0 1,0 80 0,0 80-1,0-80-15,-40 161 16,0-161-16,40 40 0,-80 80 16,80-79-16,-40 39 15,0-80-15,-81 201 16,41-121-1,40-80-15,-241 161 16,201-161-16,-1 0 0,-79 0 16</inkml:trace>
  <inkml:trace contextRef="#ctx0" brushRef="#br0" timeOffset="81674.9624">19060 15159 0,'-120'-80'15,"240"160"-15,-280-160 0,119 40 16,1 0-16,-80 40 16,80-40-16,0 40 15,0 0-15,-121 0 16,121 0-1,0 0 1,40-40 0,80 40 15,-40 0-31,81 0 0,-41 0 0,281 40 31,722-40-15,723 0-1,481-40 1,-40 80 15,-321 40-15,-1324-40 0,-361-40-16,441-40 15,-521 40-15,-41-40 0,161-40 16,-241 80-16,161-81 15,-161 81-15,-40-40 16,40 40 0,-80 0 15,-40 0-31,-1 0 16,1 0-16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40:58.0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6139 1162 0,'-40'0'0,"0"0"15,0 0-15,0 41 0,0-41 0,0 0 0,-1 0 16,1 80-16,0-80 15,0 40-15,0 0 0,0 0 0,0 0 0,0-40 16,-1 40-16,1 41 0,40-41 16,-40 0-16,40 0 0,-40 0 0,40 40 0,0-40 15,0 40-15,0-39 0,0 39 0,0 0 0,0-40 16,0 40-16,40-40 16,-40 41-16,40-41 0,0 0 0,1 0 0,39 0 15,-40 0-15,40-40 0,-40 40 16,41-40-16,-1 0 0,0 0 0,-40 0 0,40 0 15,1-40-15,-41 40 16,40-40-16</inkml:trace>
  <inkml:trace contextRef="#ctx0" brushRef="#br0" timeOffset="309.9274">6902 1844 0,'0'0'0,"40"0"0,0 0 16,-40 40-1,120 41 1,-80-1 0,-40 80-1,-160 1 1,80-121 0,-121-80-1,121-81 1,80-79 15,80 120-31,121-1 31,-121 81-31,-40 0 0</inkml:trace>
  <inkml:trace contextRef="#ctx0" brushRef="#br0" timeOffset="789.8977">7464 1844 0,'0'40'32,"0"41"-17,40-81-15,-40 40 0,0 0 16,0 0-16,0 0 16,0 0-16,0 0 0,0 0 0,0 0 15,0 1-15,0-82 31,40 1-15,-40 0-16,80 0 0,-80 0 0,40 0 0,0 0 16,0 0-16,1 0 0,-1-1 15,-40 1-15,40 40 0,0 0 0,0-40 0,0 40 16,0 0-16,-40 80 0,40-39 16,1-1-1,-41 0-15,0 0 0,0 0 0,0 0 16,0 0-1,0-80 1,40-40 0,-40 40-16,40 0 0,0 0 0,0-1 15,0 1-15,0 0 0,0 0 0,1 0 0,-1 0 16,0 40-16,0-40 16,0 40-16,-40 80 0,0-40 15,0 0 1,0 0-16,-40 0 0,40 1 0,-40 39 0,40-40 15,-40 0-15,40 0 0,-40-40 16,40 40-16,-41 0 0,41 0 0,41-40 16,-41 41-1,80-41-15,-40 0 0,0 0 0</inkml:trace>
  <inkml:trace contextRef="#ctx0" brushRef="#br0" timeOffset="1019.8828">9149 1844 0,'0'0'0,"-40"0"0,0 0 16,40 40-1,0 41-15,0 79 32,40 81-17,-40-41 1,0-160-16,0 0 15,0 0 1</inkml:trace>
  <inkml:trace contextRef="#ctx0" brushRef="#br0" timeOffset="1279.9396">9189 2045 0,'0'0'0,"-40"-80"15,40-41 1,80 41 0,0 80-1,1 160 1,-81-79 0,-41 39-16,-119 40 31,-1-79-16,121-81 1,40-121 0,0 81-16</inkml:trace>
  <inkml:trace contextRef="#ctx0" brushRef="#br0" timeOffset="1529.8742">10072 1443 0,'-40'0'15,"80"0"-15,-80 40 16,40 0-16,0 1 16,0 199-1,0 41 1,-41 0 15,41-201-31,0 0 16</inkml:trace>
  <inkml:trace contextRef="#ctx0" brushRef="#br0" timeOffset="1859.8638">10754 2165 0,'-40'40'32,"80"-80"-32,40 40 15,-40-40-15,41 0 16,39-80 0,-80 39 15,-120 41-31,0 40 15,-81 121 1,41 79 15,120-39-15,160-81 0,-39-40-1,-1-40 1</inkml:trace>
  <inkml:trace contextRef="#ctx0" brushRef="#br0" timeOffset="2039.8403">11316 1965 0,'40'0'32,"-80"0"-32,120 0 0,0 40 31,-40 0-31,41 0 0,119 80 31,1-40-15,-81-80-1</inkml:trace>
  <inkml:trace contextRef="#ctx0" brushRef="#br0" timeOffset="2239.8842">12158 1804 0,'-40'0'16,"80"0"-16,-120 0 0,40 0 16,0 0-16,40 80 15,-40-40-15,-41 41 16,1 119 0,-40 1 15,120-121-31,-40 0 15</inkml:trace>
  <inkml:trace contextRef="#ctx0" brushRef="#br0" timeOffset="2649.8579">14004 1323 0,'0'0'0,"-201"-40"16,121 40-1,-40 40-15,-1 201 16,81 39 15,40-159-31,161 119 31,80-119-15,-81-121 0</inkml:trace>
  <inkml:trace contextRef="#ctx0" brushRef="#br0" timeOffset="2929.768">14606 1764 0,'40'0'0,"-40"40"0,80 0 31,-39 81-15,-122 39-1,-39-80 1,-1 0 0,81-80-1,0-160 1,40 80-1,80-41 1,-39 81 0,119-40-1,-39 40-15</inkml:trace>
  <inkml:trace contextRef="#ctx0" brushRef="#br0" timeOffset="3219.7515">15047 1724 0,'41'40'15,"-41"0"-15,40-40 16,40 120 0,-40-79-1,0 39-15,-40 0 16,40-160 15,-40 40-15,40 40-16,-40-40 0,41-1 15,-1 41-15,-40-40 0,40 40 0,0-40 0,0 40 16,0 0 0,-40 80-16,40-39 15,-40-1-15,40 0 0,-40 0 0,0 0 16,41 0-16,-41 0 16,0 0-16,0 0 0</inkml:trace>
  <inkml:trace contextRef="#ctx0" brushRef="#br0" timeOffset="3659.7427">16291 2045 0,'0'40'0,"0"-80"31,81 40-31,-41-40 16,0 40-16,-40-40 0,0-1 15,0 1-15,40 40 0,-40-40 16,0 0-16,0 0 0,0 0 15,0 80 17,-40-40-32,40 40 0,0 0 15,0 0-15,0 0 0,0 1 16,0-1-16,0 40 0,40-40 0,-40 0 0,0 0 16,40 40-16,-40-39 15,0-1-15,0 40 0,40-40 0,-40 0 0,0 0 16,0 40-16,-80-40 0,80 1 15,-80-1-15,40 0 0,-1 40 0,-39-40 0,40 0 16,0 0-16,-40-40 16,40 40-16,-1-40 0,1 41 0,0-41 0,0 0 15,0 0-15,40-41 0</inkml:trace>
  <inkml:trace contextRef="#ctx0" brushRef="#br0" timeOffset="3859.7849">16251 1523 0,'0'0'0,"0"-40"0,-40 40 16,40 40-1,0 1 1,0-1-1</inkml:trace>
  <inkml:trace contextRef="#ctx0" brushRef="#br0" timeOffset="4339.7571">17134 1844 0,'0'0'0,"-40"0"0,40 40 47,0 0-47,-40-40 0,40 41 15,0-1-15,0 0 0,0 0 0,0 0 16,0 0-16,40 0 16,-40 0-16,40 0 0,-40 1 0,40-41 0,0 40 15,0-40-15,-40 40 0,40-40 16,1-80 0,-41 39-16,40 41 0,-40-40 0,0 0 15,0 0 1,0 0-16,40 0 0,-40 0 0,40 80 31,-40 0-15,40 0-16,-40 0 0,0 0 15,40 0-15,0 1 16,-40-1-16,40-40 0,-40 40 0,41 0 0,-41 0 16,40-40-16,0 40 15</inkml:trace>
  <inkml:trace contextRef="#ctx0" brushRef="#br0" timeOffset="4869.6515">18137 2045 0,'0'0'16,"-80"0"-1,40 160 1,40-39 15,40-81-15,80-80-1,-80-81 1,-40 41 15,0 120 0,0 0-31,0 0 16,0 0-16,41 1 16,-41-1-16,0 40 0,0-40 0,0 0 15,0 0-15,40 0 0,-40 40 0,0-39 0,0-1 16,0 0-16,-40 40 0,40-40 16,-81 0-16,41 0 0,0 0 0,0 1 0,40-1 15,-40 0-15,0 0 16,-1-40-16,41 40 0,-40-40 0,0 0 15,0 0 1,40-40-16,0 0 0,0 0 16,0 0-16,0-1 0,0 1 0,40 40 15,-40-40-15,0 0 16,40 40-16,0-40 0,1 40 16,-1 0-16,0-40 0,0 40 15,0 0-15,0 0 0,0 0 16,1 0-16,-1-40 15,0 40-15,0-40 0</inkml:trace>
  <inkml:trace contextRef="#ctx0" brushRef="#br0" timeOffset="5309.7006">19301 2125 0,'-40'-40'16,"0"40"-16,-41 40 15,1 40 1,-40 81 0,80-41-1,120-80 16,80-120-15,-79-40 0,-81-1-1,0 81 17,0 80-32,0 0 15,0 81 1,40-41-1,120 0 1,-39-40 0,-121 0-16,40-40 15,0 0-15,0 0 0</inkml:trace>
  <inkml:trace contextRef="#ctx0" brushRef="#br0" timeOffset="5559.6832">20063 1644 0,'-40'0'0,"80"0"0,-80-40 16,40 80 31,0 0-47,0 0 0,0 0 0,0 0 15,0 0-15,0 40 16,0-39-16,0-1 0,0 40 0,0-40 0,0 40 16,0-40-16,0 41 0,0-41 0,0 0 0,0 0 15,40 0-15,-40 0 0,0 0 16</inkml:trace>
  <inkml:trace contextRef="#ctx0" brushRef="#br0" timeOffset="5869.6102">19903 2205 0,'-40'0'0,"-1"0"16,41 40-1,41-40 1,79 0 15,0-40-15,-80 40-16</inkml:trace>
  <inkml:trace contextRef="#ctx0" brushRef="#br0" timeOffset="6289.5674">20264 2285 0,'40'41'0,"0"-41"15,0 0 1,0 0-16,0 0 0,-40 40 16,41-40-16,-1 0 15,0 0-15,0 0 0,0 0 0,0-81 16,0 81-16,0 0 0,1 0 15,-41-40-15,40 0 0,-40 0 16,0 0 0,-40 0-16,-41 0 15,41 40-15,0 0 0,0 40 16,0-40-16,40 40 0,-40-40 16,40 40-16,-40 0 0,-1 0 0,41 0 15,-40 1 1,40-1-16,0 0 0,0 0 15,40-40-15,-40 40 0,81-40 16,-41 0-16,0 0 0,0 0 0,0 0 16,40 0-16,-39 0 0,-1 0 0,0-40 0</inkml:trace>
  <inkml:trace contextRef="#ctx0" brushRef="#br0" timeOffset="9359.4064">22230 1965 0,'0'40'32,"0"-80"-1,0 120 0,0-40-15,0 0-16,0 40 0,0-40 0,0 41 15,0-1-15,0-40 0,0 40 16,0 0-16,0-40 0,0 0 0,0 41 0,0-41 16,0 0-16,0 0 15,0 0-15,0 0 0,0 0 0,0-80 31,0 0-15,0 0-16,0 0 16,0 0-16,0 0 0,0-41 0,0 41 0,0-40 15,0 0-15,-40 40 0,40-40 0,0-1 0,0 41 16,-40-40-16,40 0 0,0 40 16,0-40-16,0 39 0,0-39 0,0 40 0,0 0 15,0 0-15,0 0 16,0 0-16,40 0 0,-40 0 0,40-1 0,40 1 15,-40 40-15,1 0 16,-1 0-16,0 0 0,0 40 0,0 1 16,0-1-16,-40 0 0,40 40 0,-40-40 0,0 40 15,0-40-15,0 41 16,0-41-16,-40 0 0,40 40 0,-80-40 0,40 0 16,0 40-16,0-39 0,-1-1 15,1 0-15,0 0 0,0 0 0,0 0 0,0 0 16</inkml:trace>
  <inkml:trace contextRef="#ctx0" brushRef="#br0" timeOffset="10019.3491">22712 2566 0,'40'0'47,"0"0"-47,-40-40 15,40 40-15,0 0 0,0 0 16,0 0-16,0 0 0,1 0 0,-1 40 0,0-40 16,0 40-16,0 0 15,-40 0-15,40-40 0,-40 41 0,0-1 16,0 0-16,0 0 15,-80-40-15,80 40 0,-40-40 16,0 0 0,0 0-16,-1 0 0,41-40 15,0 0-15,0 0 16,0 0-16,0-1 0,41 1 16,-41 0-16,80 0 0,-40 0 0,-40 0 0,40 40 15,0-40-15,0 0 16,0 40-16,1 0 0,-1-40 0,0 40 0,0 0 15,-40-40-15,40 40 0,0 0 16,0 0-16,0 0 0,1 0 0,-1 0 0,0 0 16,0 40-16,0-40 0,0 40 0,0-40 15,0 0-15,1 40 16,-1-40-16,0 0 0,-40 40 0,40-40 16,0 40-16,-40 0 15,0 0-15,0 0 16,-40-40-1,40 40-15,-40 1 0,0-1 0,0-40 16,40 40-16,-41-40 0,1 40 16,0-40-16,0 0 0,0 0 15,40-40-15,0 0 16,0-41 0,0 41-16,0 0 0,0 0 15,40 0-15,-40 0 0,0 0 16,40 40-16,-40-40 0,40 0 0,0 40 15,1-40-15,-1 40 16,0 0-16,0 0 16</inkml:trace>
  <inkml:trace contextRef="#ctx0" brushRef="#br0" timeOffset="10719.3198">24597 2326 0,'0'0'0,"0"-41"31,-40 1-15,40 80 15,0 1-15,40 159-1,1 41 1,-41-41 0,0-120-1,0-39-15,0-1 16,-41-80 15,41-1-31,-40 41 0,40-80 16,0 40-16,0 0 0,-40 0 0,40 0 0,0-40 15,0 39-15,0 1 0,0-40 16,0 40-16,0-40 0,0 40 0,40 0 0,-40 0 16,40-1-1,1 41-15,-41-40 0,40 40 16,0 0-16,0 0 15,0 0-15,-40 40 0,40-40 16,-40 41-16,40-1 16,-40 0-16,0 0 0,0 0 0,0 0 0,0 0 15,-40 0-15,40 0 0,-80-40 0,80 40 0,-40 1 16,0-1-16,0-40 0,40 40 16,-41-40-16,41 40 0,-40-40 0</inkml:trace>
  <inkml:trace contextRef="#ctx0" brushRef="#br0" timeOffset="11149.3475">25440 2486 0,'0'-40'15,"0"80"-15,-80-120 31,40 80-31,-41 0 16,1 80 0,80 40-16,-40-160 15,40 80-15,0 81 16,40-81 0,0 0-16,41 0 15,-41-40-15,0 0 16,0-80-16,-40-1 31,40 41-31,-40 0 0,0 0 16,0 0-16,0 0 0,0 40 31,40 0-31,-40 40 0,40 80 31,1-80-31,-1 41 16,0 39-16,-40-160 15,40 40-15,-40 40 16,0-40 0</inkml:trace>
  <inkml:trace contextRef="#ctx0" brushRef="#br0" timeOffset="11639.2635">25801 2606 0,'40'-40'0,"-80"80"0,121-120 15,-81-40-15,40 280 16,40-200 15,0 160-15,41-240-16,-202 321 0,81-161 15,0 0-15,0-80 32,0 0-17,0-1-15,0-39 31,40 40-31,41-80 16,-41 80-16,-40 0 0,80 40 16,-80-40-16,80 40 15,-40 0-15,81-41 16,39-39 0,-120 0 15,41 40-31,-162 40 0,81-80 31,0 160-31,0-160 0,0 80 16,0 40-1,41 0-15,-122 40 16,81-40-16,0 161 16,0-121-1,40-40-15,-80 120 16,40-119-16,0-1 0,81 0 15,-81 0-15,40-40 16,0 0-16,0 0 16</inkml:trace>
  <inkml:trace contextRef="#ctx0" brushRef="#br0" timeOffset="12139.2885">27045 2406 0,'0'0'16,"0"0"-16,40 40 31,0-40-15,41 40-16,-1-40 31,0 0-31,0 0 16,-80-40-16,41 0 0,39 0 15,-120 40-15,80-40 16,-120 40-1,160 0 1,-80 40-16,0 40 16,0-40-16,0 0 0,40-40 15,120 80 1,-39-80 0,-81 0-16,80 0 0,-80-40 0,161-40 31,-161 40-31,-40 0 0,0 40 15,40-40 1,-80 80 0,0 40-1,40-40-15,-40 161 16,0-161-16,0 40 0,0 120 31,-1-119-31,-159 280 16,160-361-16,-41 160 0,-199 41 15,199-161-15,-119 40 0</inkml:trace>
  <inkml:trace contextRef="#ctx0" brushRef="#br0" timeOffset="17438.9708">7022 4130 0,'-40'0'0,"0"0"0,0 0 15,0 0 1,80 0 46,0 0-46,0 0-16,0-40 0,0 40 0,0 0 0,0-40 16,1 40-16,-1-40 0,0 40 15,40 0-15,-40 0 0,41 0 0,-1-40 0,0 40 16,0 0-16,-40 0 15,41 0-15,-1 0 0,-40 0 0,40 0 0,1 40 16,-1-40-16,-40 0 0,40 40 0,0-40 0,1 40 16,-1-40-16,-40 0 0,40 40 15,1-40-15,-1 0 0,-40 0 0,40 0 0,41 40 16,-41-40-16,0 0 16,40 0-16,1 0 0,-41 0 0,40-40 0,1 40 15,-1-40-15,1 40 0,39-40 16,-40 40-16,1-40 0,-1 40 0,1-40 0,-1 40 15,-40 0-15,41 0 16,-41-40-16,40 40 0,-39 0 0,-41 0 0,40 0 16,0 0-16,-40 0 0,41 0 0,-41 0 0,40 0 15,0 0-15,-40 0 0,41 0 16,-1 0-16,0 0 0,0 0 0,1 0 0,-1 40 16,0-40-16,0 0 15,1 0-15,39 40 0,-40-40 0,0 0 0,41 0 16,-41 0-16,0 0 0,1 0 15,-1 0-15,0 0 0,0 0 0,1 0 0,-41-40 16,40 40-16,0 0 0,0 0 0,1-40 0,-1 40 16,40-80-16,-39 80 15,-1 0-15,0-41 0,40 41 0,-39 0 0,-1-40 16,40 40-16,-39 0 0,-1 0 16,-40 0-16,80 0 0,-79 0 0,39 0 0,0 0 15,-40 0-15,40 40 16,-39-40-16,39 0 0,-40 0 0,40 0 0,-40 0 15,41 0-15,-41 0 0,40 0 16,-40 0-16,40-40 0,1 40 0,-41-40 0,40 40 16,-40 0-16,40 0 0,1-40 0,-1 40 0,-40-40 15,40 40-15,-40 0 16,41 0-16,-41 0 0,40 0 0,-40 0 0,0 0 16,40 0-16,-39 0 0,39 0 15,0 0-15,-40 0 0,40 0 0,1 0 0,-41 0 16,40 0-16,0 0 15,-40 0-15,41 0 0,-1 0 0,-40 0 0,40 0 16,-40 0-16,41 0 0,-41 0 0,40 0 0,-40 0 16,0 0-16,1 0 0,39 0 15,-40 0-15,0 0 0,0 0 0,0 0 0,0 0 16,1 0-16,-1 0 16,0 0-16,0 0 0,0 0 0,0 0 0,40 0 15,-39 0-15,-1 0 0,40 0 16,-40 0-16,40 0 0,-40-40 0,41 40 0,-1-40 15,-40 40-15,40 0 16,1 0-16,-41 0 0,40-40 0,-40 40 0,40 0 16,-40 0-16,1 0 0,-1 40 0,0-40 0,0 0 15,0 0-15,0 0 0,0 40 16,0-40-16,1 0 0,-1 0 0,0 0 0,0 0 16,0 0-16,0 0 15,0 0-15,41 0 0,-41 0 0,0 0 0,40 0 16,-40 0-16,40 0 0,-39 0 15,-1 0-15,40 0 0,-40 0 0,0 0 0,0 0 16,41 0-16,-41 0 0,0 0 0,40 0 0,-40 0 16,40 0-16,1 0 15,-1 0-15,-40 0 0,0 0 0,40 0 0,-39 0 16,39 0-16,-40-40 0,0 40 16,40 0-16,-39 0 0,39 0 0,-40 0 0,0 0 15,0 0-15,0 0 16,0 0-16,1 0 0,-1 0 0,-40 40 0,40-40 15,0 0-15,0 0 0,0 40 16,0-40-16,0 0 0,1 0 0,39 0 16,-40 0-16,0 0 0,0 0 0,0 0 0,0 0 15,41 0-15,-41 0 16,0 0-16,40 0 0,-40 0 0,41 0 0,-41 0 16,40 0-16,-40 0 0,0 0 15,40 0-15,-39-40 0,39 40 0,-40 0 0,0 0 16,40 0-16,1 0 15,-41 0-15,40 0 0,0 0 0,0 0 0,1 0 16,-41 0-16,40 0 0,0 0 0,1 0 0,-1 0 16,0 0-16,0 40 0,1-40 15,-1 0-15,0 0 0,0 0 0,1 0 0,-1 0 16,0 0-16,0 0 16</inkml:trace>
  <inkml:trace contextRef="#ctx0" brushRef="#br0" timeOffset="18758.8366">12961 5935 0,'0'-40'0,"0"0"15,40 40-15,-40-40 0,0 0 0,40-1 16,0 41-16,-40-40 0,40 40 0,0 0 16,1 0-16,39 0 0,-40 0 15,0 40-15,0 1 0,0-1 0,0 0 0,1 40 16,-41-40-16,40 0 16,-40 40-16,0-39 0,0-1 0,0 40 0,0-40 15,-40 0-15,40 40 0,-81-40 16,81 0-16,-40 1 0,0-1 0,0 0 0,40 0 15,-40-40-15,40-40 16,0 0 0,0 0-16,40-1 0,-40 1 0,40-40 0,-40 40 15,80-40-15,-40 40 0,1 0 16,-1 0-16,0-41 0,0 41 0,0 0 0,0 0 16,-40 0-16,40 0 15,0 0-15,1 40 0,-1-40 0,-40-1 0,40 1 16,0 40-16,-40-40 0,40 40 15,-40-40-15,40 0 0,-80 40 16,0 40 0,-40 40-1,40-40-15,40 41 0,-41-41 0,1 40 0,40-40 16,0 40-16,0-40 0,0 41 16,0-41-16,0 0 0,0 0 0,0 0 0,81 0 15,-81 0-15,40-40 16,0 40-16,0-40 0,0 0 0,0 0 0,0 0 15,41 0-15,-41 0 0,0 0 16,0-40-16,0 40 0,0 0 0</inkml:trace>
  <inkml:trace contextRef="#ctx0" brushRef="#br0" timeOffset="18998.8772">14726 5534 0,'-40'0'16,"80"0"-16,-120 0 0,0 40 16,40 0-16,40 40 15,-40-40-15,-1 161 32,41-121-32,0-40 0,41 121 15,-41-121-15,40 40 16,40-80-16,-40 40 0,-40 0 0,161 0 15</inkml:trace>
  <inkml:trace contextRef="#ctx0" brushRef="#br0" timeOffset="19358.8547">15208 5935 0,'40'0'0,"-40"40"31,40-40-31,-40 40 16,40 0-16,-40 0 0,0 1 16,0-1-16,0 0 15,0 0-15,-40-40 16,40-40 0,80 40-16,-80-40 0,41 0 15,-1-1-15,0 1 16,0 0-16,0 0 0,0 0 0,0 0 0,0 0 15,1 40-15,-1 0 16,0 0-16,0 0 0,-40 40 16,40-40-16,-40 40 0,0 0 0,40 0 0,-40 0 15,0 0 1,0 1-16,0-1 0,0 0 0,-80 0 0,80 0 16,0 0-16,-40 0 15</inkml:trace>
  <inkml:trace contextRef="#ctx0" brushRef="#br0" timeOffset="19618.7667">16492 5614 0,'40'-40'16,"0"40"-16,0 120 16,0-39-1,1-41-15,-1 160 16,-40-160-16,0 0 0,0 121 31,-40-81-31,-81 80 16,81-119-16,0-1 0,0-40 0</inkml:trace>
  <inkml:trace contextRef="#ctx0" brushRef="#br0" timeOffset="20298.729">18498 5654 0,'0'40'16,"-40"-40"-16,0 0 31,40 40-31,-40-40 16,40 41-16,-40-41 15,0 40-15,0 0 0,-1-40 0,1 40 0,0 0 16,0 0-16,0 0 15,0 0-15,40 0 16,-40-40-16,120 41 78,-40-1-62,0 0-16,0 0 0,0 0 0,1-40 15,-1 40-15,-40 0 0,40-40 16,0 40-16,0 0 0,0-40 0,-40 40 0,40-40 16,0 41-16,1-41 15</inkml:trace>
  <inkml:trace contextRef="#ctx0" brushRef="#br0" timeOffset="20708.7007">18418 6216 0,'-40'0'15,"80"0"-15,-120 0 16,120 0 15,0 0-15,0-40-16,40 40 0,-39 0 0,39 0 0,-40-40 15,40 40-15,0 0 16,1 0-16,-1 0 0,0 0 0,0 0 0,41 0 16,-1 0-16,1 0 0,-1 0 0,40 0 0,-39 0 15,39 0-15,-39 0 0,-1 0 16,0 0-16,1 0 0,-41 0 0,0-41 0,1 41 16,-1 0-16,-40 0 15,0 0-15,0 0 0,0 0 0,-80 0 31,40-40 32,0 0-47,-40 40-16,40-40 0,-40 40 15</inkml:trace>
  <inkml:trace contextRef="#ctx0" brushRef="#br0" timeOffset="20948.6867">20785 5775 0,'-40'0'31,"80"0"0,1 40-31,39 40 16,-40-40-16,0-40 15,-40 40-15,40 0 0,0 0 0,-40 0 0,40 1 16,1-41-16,-41 40 0,40 0 0,-40 0 0,0 0 16,40-40-16,-40 40 0,0 0 15,0 0-15,-80-40 0,80 40 0,-41-40 16,1 0-16,0 0 16,-40 0-16,40 0 0,-40 0 0</inkml:trace>
  <inkml:trace contextRef="#ctx0" brushRef="#br0" timeOffset="23918.5128">22029 5855 0,'-40'0'0,"0"0"16,40-40-16,0 0 15,40 40 1,0 0-16,1 0 16,-1 40-16,0-40 15,0 40-15,0 0 0,0 0 0,0 40 0,0-40 16,1 0-16,-1 41 0,0-41 15,0 0-15,0 40 0,-40-40 0,40 0 0,0 0 16,0-40-16,-40 40 0,41 1 0,-1-1 16,0 0-1,0-40-15</inkml:trace>
  <inkml:trace contextRef="#ctx0" brushRef="#br0" timeOffset="24208.5706">22872 6055 0,'0'0'0,"-40"-40"0,0 0 31,40 0-31,-40 40 16,40 40-1,-121 161 1,41-121-16,-80 160 31,-41-79-15,121-41 0</inkml:trace>
  <inkml:trace contextRef="#ctx0" brushRef="#br0" timeOffset="24618.4668">23675 5855 0,'-41'0'16,"1"0"-16,40 40 15,-40 0 1,0 40 0,0-80-16,40 80 0,-40-39 0,40 119 31,0-80-31,200 121 31,-159-161-31,119 40 16,-120-80-16,0 0 0,81 0 15</inkml:trace>
  <inkml:trace contextRef="#ctx0" brushRef="#br0" timeOffset="24858.5254">24236 6136 0,'0'0'15,"-40"40"1,40 0 0,0 0-16,0 40 31,80 121-15,1-81-1,-81-80-15,0 0 16</inkml:trace>
  <inkml:trace contextRef="#ctx0" brushRef="#br0" timeOffset="25268.4309">24959 6136 0,'0'0'16,"-81"40"0,-39 0-1,80-40-15,-40 80 16,39-40-16,1-40 0,-40 40 31,0 0-15,40-40-1,80 0 32,0 0-31,-40 40 0,0 0-16,40-40 0,0 41 0,0-41 15,0 40-15,1 0 16,-1-40-16,0 0 0,0 0 0,-40 40 15,40-40-15,0 0 0,0 0 0,0 0 0,1 0 16,-1 0-16,0 0 16,0 0-16</inkml:trace>
  <inkml:trace contextRef="#ctx0" brushRef="#br0" timeOffset="25598.4816">25440 5975 0,'0'0'0,"0"40"15,0 40 17,0 1-32,0 39 0,0-80 0,0 40 15,0 321 1,-40-320-16,-80 199 31,79-240-31,1 0 0,0 41 0</inkml:trace>
  <inkml:trace contextRef="#ctx0" brushRef="#br0" timeOffset="54026.7581">11115 8662 0,'0'0'0,"-40"0"0,0 0 32,40-40 108,0 0-124,40 40 0,-40-40-16,40 40 0,0-40 15,0 40-15,0-40 0,1 40 0,-1 0 16,0 0-1,0 0-15,0 0 0,0 0 0,0 0 16,0 0-16,1 0 16,-41 40-16,40-40 0,0 80 15,-40-40 1,40 0-16,-40 0 0,0 0 16,0 0-16,0 1 15,0-1-15,-40 0 0,40 0 0,-40 0 16,40 0-16,-40 0 0,40 0 0,-41 0 0,41 1 15,-40-41-15,40 40 16,0 0-16,-40-40 0,40 40 0,0-80 31,0 0-15,0 0 0,0-1-16,0 1 0,80 0 15,-80 0-15,41 0 0,-1 0 0,-40 0 16,40 0-16,0 0 0,0-1 15,0 41-15,0-40 0,0 0 16,1 40-16,-1-40 16,0 0-16,0 0 0,0 0 15,0 40 1,-40-40-16,0 0 31,0 0-31,-40 40 0,0 0 16,0 0-16,0 0 15,0 0-15,-1 40 16,1-40-16,40 40 16,-40 0-16,40 0 15,0 0-15,0 0 0,-40 0 0,40 0 0,0 0 16,0 1-16,0-1 0,0 0 16,0 0-16,0 40 0,40-40 0,-40 0 0,0 0 15,40 1-15,-40-1 0,40 0 0,1 0 0,-1 0 16,-40 0-16,40 0 15,0-40-15,-40 40 0,40-40 0,0 0 0,0 0 16,0 0-16,1 0 16,-1 0-16,-40-40 0,40 40 0</inkml:trace>
  <inkml:trace contextRef="#ctx0" brushRef="#br0" timeOffset="54956.6684">12600 7940 0,'-40'0'0,"40"-40"16,40 40-1,0 40 1,0 0-16,-40 0 15,40 1-15,0-1 0,-40 0 16,40 0-16,0 0 0,-40 0 0,41 0 0,-1 0 16,-40 0-1,40-40-15,-40 41 0,0-1 0,40-40 0,-40 40 16,40 0-16,0-40 16</inkml:trace>
  <inkml:trace contextRef="#ctx0" brushRef="#br0" timeOffset="55196.7055">13161 7940 0,'-40'0'16,"80"0"-16,-120 0 15,80 40-15,-40 0 16,40 41-16,-80 79 31,80-120-31,-80 81 16,39-81-16,1 0 15,40 0-15,-40-40 16,0 0-16</inkml:trace>
  <inkml:trace contextRef="#ctx0" brushRef="#br0" timeOffset="55386.6934">12600 8341 0,'-40'40'16,"80"-40"-16,40 0 15,40-40 1,-39 40-16,159-40 15,-200 0-15,1 40 0,-1-40 16,0 40-16</inkml:trace>
  <inkml:trace contextRef="#ctx0" brushRef="#br0" timeOffset="56076.5846">14245 8181 0,'-40'0'0,"-41"0"31,41-40-15,0 80 0,40 0-1,0 0-15,0 80 16,0 161-1,40 0 17,0-201-32,-40 0 0,121 41 31,-121-81-31,40 0 0,0 0 16,40 0-16</inkml:trace>
  <inkml:trace contextRef="#ctx0" brushRef="#br0" timeOffset="56516.553">14726 8582 0,'0'0'0,"0"-40"16,41 40-1,79 80 17,-80 40-32,0 41 31,-40-121-31,40 0 0,-40 0 16,0-120 15,0 40-31,40 0 0,-40 0 15,0-1-15,41 1 16,-1 0-16,-40 0 0,40 40 0,-40-40 16,40 40-16,0-40 15,0 40-15,0 0 16,0 40-16,-40 0 16,41-40-16,-41 40 0,0 0 15,40 0-15,-40 1 0,0-1 0,0 0 16,0 0-16,0 40 15,0-40-15,0 0 0,0 0 0,-40 1 0,40-1 16,0 0-16,-41 0 0</inkml:trace>
  <inkml:trace contextRef="#ctx0" brushRef="#br0" timeOffset="56776.5372">16171 8101 0,'40'0'0,"-80"0"0,120 40 16,-40-40-16,41 160 16,39 41-1,-80-81 1,0 0-1,-160 161 1,-121-80 0</inkml:trace>
  <inkml:trace contextRef="#ctx0" brushRef="#br0" timeOffset="57896.4712">18498 8341 0,'0'-40'0,"-40"40"31,40 40-15,-40 0-1,40 1-15,-40-1 0,40 0 0,-40 0 0,0 0 0,0 0 16,40 0-16,-41 0 16,1 0-16,0 0 0,0 1 0,0-1 0,0 0 15,0 0-15,-1-40 0,1 40 0,0 0 16,0-40-1,40-80-15,0 40 32,40 40-17,0 0 1,-40 40-16,40 0 0,1-40 0,-41 80 0,40-40 16,0 0-16,0 1 0,0-1 0,-40 40 0,40-40 15,0 0-15,1 0 0,-1 0 16,0 0-16,0 0 0,0 1 0,0-41 15,0 40 1,0-40-16,1 0 0,-1 0 16,-40-40-16</inkml:trace>
  <inkml:trace contextRef="#ctx0" brushRef="#br0" timeOffset="58286.4758">18217 9023 0,'0'0'0,"41"0"31,-1 0-15,0 0-16,0 0 0,0 0 0,40 0 15,1 0-15,-1 0 16,0 0-16,0 0 0,1 0 0,39 0 0,0-40 15,1 40-15,-41 0 0,40 0 16,1-40-16,-1 40 0,0 0 0,1 0 0,-1 0 16,1 0-16,-1 0 15,-40 0-15,0 0 0,1 0 0,-1 0 0,0 0 16,-40 0-16,0 40 0,1-40 16,-1 0-16,0 0 15,-120 0 16,39 0-31,41-40 16,0 0 0,-40 40-16,40-40 0</inkml:trace>
  <inkml:trace contextRef="#ctx0" brushRef="#br0" timeOffset="58576.4301">20464 8742 0,'-40'-40'16,"80"80"-16,1-80 31,39 40-15,-40 0-16,0 0 0,40 0 0,-40 0 0,1 40 15,-1-40-15,40 40 0,-40-40 0,0 41 0,-40-1 16,40 0-16,-40 0 0,40 0 15,-40 0-15,0 0 0,0 0 0,0 0 16,-80 1 0,80-1-16,-40 0 0,0 0 0,0 0 0,0 0 15,0 0-15,-1 0 0,1-40 16,0 40-16,0 0 0,0-40 0,40 41 0,-40-41 16</inkml:trace>
  <inkml:trace contextRef="#ctx0" brushRef="#br0" timeOffset="58936.4453">21668 8301 0,'0'0'16,"-40"0"-16,0 0 0,0 0 15,80 40 1,80 81 0,121 79 15,0 81-16,-81-161 1,-79-40-16,119 81 31,-119-121-15</inkml:trace>
  <inkml:trace contextRef="#ctx0" brushRef="#br0" timeOffset="59216.395">22511 8422 0,'0'0'0,"-40"-41"31,0 41-31,40 41 31,-81 79-15,81-80-16,-160 160 15,120-119-15,0-41 0,0 40 16,-1 40 0,-79 121-1,120-201-15</inkml:trace>
  <inkml:trace contextRef="#ctx0" brushRef="#br0" timeOffset="59706.4353">22872 7940 0,'-40'0'16,"0"0"-16,80 40 31,-40 0-16,40-40-15,0 41 16,0-41-16,-40 40 0,40 0 0,-40 0 0,41 0 16,-1-40-16,-40 40 15,40 0-15,0 0 0,0 0 0,-40 1 16,40-41-16,-40 40 0,0 0 16,40-40-16,-40 40 0</inkml:trace>
  <inkml:trace contextRef="#ctx0" brushRef="#br0" timeOffset="59936.3759">23394 8020 0,'0'0'0,"-40"0"0,-1 41 31,1-41-31,0 40 0,0 40 15,-40 40 1,40 1 15,40-41-15</inkml:trace>
  <inkml:trace contextRef="#ctx0" brushRef="#br0" timeOffset="60246.3288">22912 8341 0,'40'0'16,"81"0"-1,39 0 1,-80 0-16,81-40 31,-121 40-31,40 0 16,-40-40-1,-80 40 1</inkml:trace>
  <inkml:trace contextRef="#ctx0" brushRef="#br0" timeOffset="61016.2826">24999 8221 0,'-40'0'62,"-1"0"-30,41-40-32,-40 40 31,0 0-15,0 40-16,0-40 15,40 40 1,-40-40-16,40 40 0,-40-40 0,40 40 15,0 0-15,-40 1 16,40-1-16,0 0 0,0 0 0,-41 0 16,41 40-16,0-40 0,0 0 15,0 0-15,0 41 0,0-41 0,0 40 0,0-40 16,0 40-16,0-40 16,41 1-16,-41 39 0,40-40 0,-40 0 0,40 0 15,0 0-15,-40 0 0,40 0 0,-40 0 0,40-40 16,-40 41-16,40-41 0,0 0 15,1 0-15,-1 0 0,-40-41 16,40 41-16,0-40 16,0 40-16</inkml:trace>
  <inkml:trace contextRef="#ctx0" brushRef="#br0" timeOffset="61276.2889">25239 8983 0,'0'0'0,"41"0"47,-1 0-47,0 0 16,0-40-16,0 40 15,0 0-15,0 0 0,1 0 0,-1 0 16,0 0-16,0 0 16,0 0-16,0 0 0</inkml:trace>
  <inkml:trace contextRef="#ctx0" brushRef="#br0" timeOffset="61546.2634">26002 8662 0,'0'0'15,"-40"-40"1,40 80 0,40 0-1,0 121 16,0 39-15,0-39 0,-40-41-1</inkml:trace>
  <inkml:trace contextRef="#ctx0" brushRef="#br0" timeOffset="61946.3002">26604 8622 0,'-40'0'16,"0"0"0,40 40-1,-121 40 1,41 41-1,-40-81 17,120 0-32,-41-40 15,82 0 17,-1 0-32,0 0 15,-40 40 1,80 0-1,0 80 1,41-39 15,79-1-15,-160-40-16</inkml:trace>
  <inkml:trace contextRef="#ctx0" brushRef="#br0" timeOffset="62136.2156">27125 9424 0,'0'40'0,"0"0"16,0 0-16,0 1 15,0-1 1,0 0-16,-40-40 0,40 40 0,-40 0 15,0-40-15,40 40 0,-40 0 16,0-40-16,40 40 0</inkml:trace>
  <inkml:trace contextRef="#ctx0" brushRef="#br0" timeOffset="63196.1628">27326 8782 0,'40'0'0,"-40"-40"16,40 40 0,0 0-16,-40 40 15,41-40-15,-41 41 16,40-1-16,-40 0 0,0 0 16,40 0-16,-40 0 0,40 0 0,-40 0 15,0 0-15,0 1 16,0-1-16,0-80 31,0-41-15,0 41-16,40 0 0,-40 0 15,0 0-15,40 0 0,-40 0 0,40 0 0,-40-1 16,81 41-16,-81-40 16,40 40-16,0 0 0,0 0 0,0 40 15,0 1-15,-40 39 0,40-40 16,-40 0-16,0 0 0,40 0 15,-40 0-15,0 0 0,0 1 0,0-1 0,0 0 16,41-40 0,-41-40-1,40-41 1,0 41-16,-40 0 0,40 0 0,-40-40 16,40 40-16,-40 0 0,40 40 0,-40-40 0,40-1 15,0 1 1,1 40-16,-1 81 15,0-41-15,-40 0 16,40 0-16,-40 0 0,0 0 0,40 0 0,-40 0 16,0 0-16,40 1 15,0-1-15,-40 0 0,0 0 16,0 0-16</inkml:trace>
  <inkml:trace contextRef="#ctx0" brushRef="#br0" timeOffset="63546.205">29172 8823 0,'80'0'16,"-160"0"-16,160 40 0,0-40 31,-80 40-31,0 0 0,0 40 15,0 40 1,-40-79-16,-40 39 31,-40-120-15,39-81 0,81-79-1,41 120 16,79 39-15,0 162 0,-80-81-16</inkml:trace>
  <inkml:trace contextRef="#ctx0" brushRef="#br0" timeOffset="64006.1767">30135 8823 0,'-120'-41'15,"240"82"-15,-321-82 0,81 41 32,80 41-32,0-41 0,0 80 15,-1 40 1,122 0-1,39-79 17,41-82-17,-121-39 1,-80-120 0,40-41 15,0 81-16,0 79 1,-41 81 15,1 161-15,40-1 0,0-39-16,81 119 15,-41-200-15,40 121 31,-40-161-31</inkml:trace>
  <inkml:trace contextRef="#ctx0" brushRef="#br0" timeOffset="65336.034">30817 8582 0,'0'-40'32,"-40"40"-1,40 40-16,0 0 1,0 0-16,0 0 0,0 0 16,0 0-16,0 1 0,0-1 0,0 0 0,0 40 15,0-40-15,0 0 16,0 0-16,0 0 0,0 1 0,0-1 0,0 0 16,0 0-16</inkml:trace>
  <inkml:trace contextRef="#ctx0" brushRef="#br0" timeOffset="65766.0001">30777 8742 0,'0'0'0,"40"0"46,0 40-46,0-40 0,-40 81 0,40-41 16,1 0-16,-1-40 16,-40 40-16,40 0 0,0 0 0,0 0 0,0 0 15,0 1-15,0-41 16,1 40-16,-1-40 0,-40 40 16,40-40-16,0 0 0,0 0 15,-40-40 1,40 40-16,-40-40 0,0-1 15,0 1-15,0 0 16,0 0-16,40 40 0,-40-40 0,0 0 16,0 0-16,0 0 15,0 0-15,0-1 0,0 1 0,0 0 16,0 0-16,0 0 16,0 0-16,0 80 46,-40-40-30,40 40 0</inkml:trace>
  <inkml:trace contextRef="#ctx0" brushRef="#br0" timeOffset="66095.9774">31860 8301 0,'0'0'0,"40"0"31,1 40-15,-1 0 0,0 1-16,-40 39 0,0-40 0,40 0 15,-40 0-15,0 40 0,0-40 16,40 41-16,-40-41 0,0 40 0,-40-40 0,40 40 16,-80-40-16,80 0 0,-40 41 0,-1-41 0,-39 0 15,40 0-15,0 40 16,0-80-16</inkml:trace>
  <inkml:trace contextRef="#ctx0" brushRef="#br0" timeOffset="67095.9517">21548 10667 0,'40'41'46,"0"-1"-30,40 0 0,-80 0-16,81 0 0,-41 0 0,0 0 15,0 0-15,0 40 0,0-39 16,0-41-16,1 40 0,-1 0 0,0 0 0,0-40 16,-40 40-16,40 0 0,0-40 0,-40 40 0,40 0 15,0-40 1</inkml:trace>
  <inkml:trace contextRef="#ctx0" brushRef="#br0" timeOffset="67375.9758">22431 10587 0,'0'0'16,"0"-40"-16,-40 40 47,-1 40-47,41 0 15,-40 41 1,0-41-16,40 0 0,-40 40 0,0-40 0,0 40 16,40-40-16,-40 41 0,0-1 0,-1-40 0,1 0 15,40 40-15,-40-40 0,0 0 16,40 1-16,-40-1 0,40 0 0,0 0 31</inkml:trace>
  <inkml:trace contextRef="#ctx0" brushRef="#br0" timeOffset="67775.9513">22671 10387 0,'0'0'16,"0"-40"0,41 40-1,-1 40 1,40 40 0,40 80-1,-80-79 1,41 39-1,-41-80 17</inkml:trace>
  <inkml:trace contextRef="#ctx0" brushRef="#br0" timeOffset="67975.9393">23113 10306 0,'-40'0'31,"80"0"-31,-120 41 16,80-1-16,0 40 15,-81 80 1,41-120 0,-80 81-1,120-81-15,-40-40 16</inkml:trace>
  <inkml:trace contextRef="#ctx0" brushRef="#br0" timeOffset="68155.8827">22872 10667 0,'40'0'31,"40"0"-31,-39 0 15,-1 0-15,0-40 0,0 40 16,0 0-16,0 0 0,0-40 0,0 40 16,1 0-16,-41-40 15</inkml:trace>
  <inkml:trace contextRef="#ctx0" brushRef="#br0" timeOffset="68805.8905">24638 10347 0,'0'0'0,"0"-41"16,-41 1 15,1 40-31,0 0 31,0 0-31,0 40 31,-40 161-15,-1 0 0,81 39-1,41-160 1,39 121-1,0-121 1,0 40 0,41-79 15</inkml:trace>
  <inkml:trace contextRef="#ctx0" brushRef="#br0" timeOffset="69355.8558">25440 10467 0,'0'40'62,"0"0"-46,0 0 0,0 0-16,0 0 0,0 1 0,0-1 15,0 0-15,0 0 16,0 0-16,0 0 0,0 0 0,0 40 0,0-40 16,0 1-16,0-1 0,0 0 0,0 0 0,0 0 15,-40-40-15,40 40 16</inkml:trace>
  <inkml:trace contextRef="#ctx0" brushRef="#br0" timeOffset="69605.8415">25440 10627 0,'0'0'0,"0"-40"0,0 80 47,40-40-47,-40 40 16,81-40-16,-41 41 0,0-1 0,0 0 0,0 0 15,0 0-15,0-40 0,0 40 16,1-40-16,-1 40 0,0 0 0,0-40 0,0 40 16,0-40-16,-40 40 0,40-40 0,0 41 31,1-41-31</inkml:trace>
  <inkml:trace contextRef="#ctx0" brushRef="#br0" timeOffset="69875.7698">26323 10547 0,'-40'-40'16,"80"80"-16,-120-120 15,80 120 32,0 0-31,0 0-16,-40 0 0,40 0 0,0 1 16,0-1-16,0 0 0,0 0 0,0 0 0,40 0 15,-40 40-15,0-40 0,40 0 16,-40 1-16,0-1 0,40 0 0,-40 0 15,0 0-15,0 0 16</inkml:trace>
  <inkml:trace contextRef="#ctx0" brushRef="#br0" timeOffset="70145.7365">26804 10908 0,'0'0'0,"0"-40"15,81 40 1,-1 0 0,40 0-16,1 0 31,-81 0-31,0 0 31</inkml:trace>
  <inkml:trace contextRef="#ctx0" brushRef="#br0" timeOffset="70545.7836">27808 10507 0,'0'0'0,"0"-40"16,0 80 140,0 0-140,0 0-1,0 0-15,0 0 0,0 1 0,0-1 16,0 0-16,0 0 0,0 0 15,0 0-15,0 0 0,40-40 0,-40 40 0,0 0 16,0 0-16,0 1 16,0-1-16,0 0 0,40-40 0,-40 40 15</inkml:trace>
  <inkml:trace contextRef="#ctx0" brushRef="#br0" timeOffset="70995.7021">28530 10547 0,'-80'0'16,"160"0"-16,-241 0 15,121 40 1,0 0-1,0 0-15,0 1 0,0-41 16,0 0-16,-1 40 16,1-40-16,0 40 0,0-40 0,0 0 0,0 40 15,0-40 1,0 0-16,-1 0 16,82 0 15,-1 0-16,40 0 1,-40 0-16,0 0 0,0 0 0,0 0 16,1 0-16,-1 0 0,0 40 15,0 0-15,0-40 0,0 0 0,0 40 0,0-40 16,1 40-16,-1 0 0,0-40 0,0 0 16,-40 40-16,40-40 15,0 41-15,0-41 0,0 0 0,1 40 16,-1-40-16,0 0 0,0 0 15,0-40-15</inkml:trace>
  <inkml:trace contextRef="#ctx0" brushRef="#br0" timeOffset="71265.6708">29092 10306 0,'0'0'16,"40"0"-1,0 41 1,-40 159 0,0 121-1,-120-40 16,39-161-31,41-40 0</inkml:trace>
  <inkml:trace contextRef="#ctx0" brushRef="#br0" timeOffset="129741.3215">12881 8542 0,'40'0'31,"0"0"-31,-40-40 15,40 40 1,-40-40-16,40 40 0,-80 0 469</inkml:trace>
  <inkml:trace contextRef="#ctx0" brushRef="#br0" timeOffset="136070.9594">3330 12873 0,'0'0'0,"0"-40"0,0 0 15,0 0 17,41 40 30,39 0-62,-80-40 16,80 40-16,-40-40 15,0 40-15,1 0 0,-1 0 16,0 0-16,0 80 16,-40-40-16,40 40 0,-40-40 15,0 0-15,0 41 16,0-41-16,0 0 0,0 40 0,0-40 0,-40 40 16,40-40-16,0 1 0,-40-1 0,40 0 0,0 0 15,-40 0-15,40 0 16,0 0-16,0-80 31,0 0-31,40-40 16,-40 40-16,0 0 15,40-1-15,0 1 0,0 0 0,0 0 16,-40 0-16,40 0 0,1 0 0,-1 0 0,0 0 16,0 0-16,0 40 15,-40-41-15,40 1 0,0 0 0,0 0 0,1 0 16,-41 0-16,40 0 0,0 0 15,0 0-15,-40-1 16,0 1 0,-40 40 15,0 0-31,40 40 0,-40-40 16,-1 0-16,1 81 0,0-41 0,0 0 15,40 40 1,0-40-16,-40 0 0,40 0 0,0 1 0,0 39 15,0-40-15,0 0 0,0 0 16,0 0-16,0 0 0,0 0 0,0 0 16,40-40-16,-40 41 15,40-1-15,0 0 0,0-40 0,1 40 16,-1-40-16,0 0 0,0 0 16,0 0-16</inkml:trace>
  <inkml:trace contextRef="#ctx0" brushRef="#br0" timeOffset="136380.9259">4815 12633 0,'0'0'0,"-40"0"0,40 40 31,-40 40-15,40-40-16,0 120 15,0-119-15,0-1 0,0 120 16,0-120-16,0 161 31,40-161-31,-40 0 0,40 0 0,0 0 16,-40 0-16,81 0 15,-41-40-15,0 0 0</inkml:trace>
  <inkml:trace contextRef="#ctx0" brushRef="#br0" timeOffset="136740.9739">5216 12994 0,'0'-41'31,"41"82"0,-1-1-31,0 0 16,-40 0-1,0 0-15,40 0 0,-40 0 16,0-80 15,40 0-31,-40-40 16,0 40-1,40 0-15,0-1 16,0 41 0,-40 81-16,41-81 0,-41 40 15,40 0-15,-40 0 16,0 0-16,0 0 0,0 0 0,0 0 16,0 0-16,0 1 0,0-1 0,0 0 15,0 0-15,0 0 0,0 0 16,-40-40-16</inkml:trace>
  <inkml:trace contextRef="#ctx0" brushRef="#br0" timeOffset="136970.9199">5979 12793 0,'40'0'31,"40"0"-31,-80-40 0,40 40 16,0 0-16,1 0 16,-41 80-16,40-80 0,0 40 0,-40 0 0,0 0 15,0 1-15,0-1 0,0 0 16,0 0-16,0 40 0,0-40 0,0 40 0,-40-40 16,40 1-16,-40 39 0,40-40 0,-41 0 0,1 0 15,40 0-15,-40 0 16,0-40-16</inkml:trace>
  <inkml:trace contextRef="#ctx0" brushRef="#br0" timeOffset="137300.9405">7343 13114 0,'-40'0'0,"40"40"0,0-80 47,80 40-47,-40 0 0,1-40 0,-1 40 15,0-40 1,0 40-16,0 0 0,0 0 0,0 0 16,-40-40-1,40 40-15</inkml:trace>
  <inkml:trace contextRef="#ctx0" brushRef="#br0" timeOffset="137540.8529">7785 13314 0,'-81'81'0,"162"-162"0,-202 202 16,161-121 15,0 0-31,41 0 0,-41 0 15,0 0 1,0 0-16,0 0 0,0-40 16,-40-1-1,40 41-15</inkml:trace>
  <inkml:trace contextRef="#ctx0" brushRef="#br0" timeOffset="138020.826">9069 13034 0,'0'0'16,"40"0"-1,0 0 1,0 0-16,40-40 31,-40 40-31,-40-41 0,40 1 0,1 0 31,-41 0-31,40 40 0,-40-80 16,0 40-16,-40 0 0,-1 0 31,1 40-31,-40 0 31,40 120-15,0-80 0,40 120-1,-40-160-15,40 161 16,0-121-16,0 0 0,0 0 16,120 121-1,-80-121-15,0 0 16,0-40-1,1 0-15,-1 0 16,0-40-16,0-41 0</inkml:trace>
  <inkml:trace contextRef="#ctx0" brushRef="#br0" timeOffset="138580.7932">9911 12312 0,'0'40'0,"40"-40"31,0 0-15,-40-40-16,41 40 0,-1 0 16,-40-40-1,0 0-15,40 40 0,-40-41 0,0 1 31,0 0-31,-40 40 0,0 0 32,40-40-32,0 80 31,0 0-15,0 0-16,0 1 0,0-1 0,0 0 15,0 0 1,0 0-16,0 0 0,0 0 0,40 0 0,-40 0 15,0 0-15,0 1 16,0-1-16,0 0 0,0 0 0,-40 0 16,40 0-1,-41-40-15,41 40 0,-40-40 0,40 40 16,-40-40-16,0 0 0,0 0 0,0 0 16,40-40-16,-40 40 0,0-80 15,40 40-15</inkml:trace>
  <inkml:trace contextRef="#ctx0" brushRef="#br0" timeOffset="138790.8513">9911 11750 0,'-40'-40'15,"80"80"-15,-160-80 16</inkml:trace>
  <inkml:trace contextRef="#ctx0" brushRef="#br0" timeOffset="140020.7038">10754 11871 0,'-40'40'15,"40"0"-15,0 0 188,0-80-126,-40 40 95,40 40-32,0 0-110,0 0 16,0 0-31,0 0 0,0 0 16,-41 1-16,41-1 16,-40 0-16,40 0 0,-40-40 15,40 40-15,0 0 16,0 0 0,0-80 30,0 0-30,-40 40-16,40-80 0,0 40 16,0 0-16,0-1 0,40 1 15,-40 0-15,40 0 0,-40 0 0,0-40 0,40 40 16,-40 0-16,41-1 0,-41 1 0,0 0 16,40 40-16,-40-40 15,40 40-15,0 40 47,0-40-31,-40 40-16,0 0 0,0 1 15,40-41-15,-40 40 0,0 0 16,40 0-16,-40 0 0,0 0 16,0 0-16,41 0 0,-41 0 0,0 1 15,0-1 1,40 0-16,-40 0 0,0 0 15,40-40 1</inkml:trace>
  <inkml:trace contextRef="#ctx0" brushRef="#br0" timeOffset="140260.7619">10513 11871 0,'-40'-41'15,"40"1"1,0 0-16,120 0 16,-80 40-1,1 0-15,39 0 16,-40 0-16,80 0 15,-39 0 1</inkml:trace>
  <inkml:trace contextRef="#ctx0" brushRef="#br0" timeOffset="140540.6742">10593 12633 0,'0'0'16,"0"40"-16,-40 0 0,40 0 0,40-40 31,0-40-31,1 40 16,-1 0-16,0-40 0,0 40 0,40 0 0,-40-40 15,1 40-15,-1-41 16,0 41-16,0-40 0,0 40 0,0-40 0,0 40 15,-40-40-15,40 40 0,1-40 16,-1 40-16,0-40 0,0 40 31</inkml:trace>
  <inkml:trace contextRef="#ctx0" brushRef="#br0" timeOffset="141120.6375">10874 12994 0,'0'0'0,"-40"0"0,40-41 31,40 41-15,-40-40-16,40 40 0,-40-40 0,41 40 15,-1 0 1,0 40-16,-40 0 15,0 41 1,0-41-16,0 0 0,0 0 0,0 0 16,-40 0-16,40 0 0,0 0 15,-40-40-15,40 40 0,0-120 32,0 40-17,40 0-15,-40 0 0,40 0 0,-40 0 0,80 0 16,-40 0-16,-40-1 0,40 41 15,-40-40-15,40 40 0,1-40 0,-1 40 32,-40 80-32,0-39 15,40-1-15,-40 0 16,0 0-16,0 0 0,40-40 16,-40 40-16,40 0 0,0-40 15,0 0 1,0 0-16,1 0 0,-1-40 15,0 40-15,-40-40 16,40 40-16,-40-40 0,40 40 0,-40-40 0,40 40 16,-40-40-16,40 40 15,-80 0 32,0 0-47,0 0 16,0 0-1</inkml:trace>
  <inkml:trace contextRef="#ctx0" brushRef="#br0" timeOffset="142720.5443">3170 16322 0,'40'0'0,"-40"-40"16,0 0-1,0 0 1,0 0 0,40 40 15,-40-40-31,40 40 0,0 0 16,1 0-16,-1 0 0,0 0 0,0 0 15,0 0-15,-40 40 0,40-40 16,0 80-16,-40-40 0,41 0 0,-41 0 0,40 0 15,-40 1-15,0-1 16,0 0-16,0 0 0,0 0 0,0 0 16,0 0-16,0 0 0,0 0 15,0 1-15,0-1 0,0 0 0,0 0 16,0-80 15,0 0-31,0-41 16,0 41-16,0 0 15,0 0-15,0 0 0,0 0 0,80 0 16,-40 40 0,0-40-16,-40 0 0,40 40 0,0-41 0,1 1 15,-1 40-15,0-40 0,0 0 16,0 0-16,0 0 0,0 40 0,-40-40 16,40 0-16,1 0 0,-41 0 15,40 40-15,-40-41 16,0 1-16,-40 40 15,-41 0 1,41 0 0,0 0-16,0 40 15,0-40-15,40 41 0,-40-41 16,40 40-16,-40-40 0,-1 40 0,41 0 0,-40 0 16,40 0-16,0 0 15,-40 0-15,40 0 0,0 0 16,0 1-16,0-1 0,80 0 15,-80 0-15,41-40 0,-1 40 0,0-40 16,0 40-16,0-40 16,0 40-16,0-40 0,0 0 15,1 0-15,-1 0 0,-40 40 16,40-40-16,0 0 0,0 0 16,0 0-16,0-40 15,0 40 1</inkml:trace>
  <inkml:trace contextRef="#ctx0" brushRef="#br0" timeOffset="143160.5342">4735 15480 0,'0'40'63,"40"-40"-63,-40 40 0,0 0 15,40-40-15,-40 40 0,40 1 0,-40-1 0,40 0 16,-40 0-16,41 0 15,-1-40-15,-40 40 0,40 0 0,-40 0 0,0 0 16,40 1-16,0-1 16,-40 0-16,40-40 0</inkml:trace>
  <inkml:trace contextRef="#ctx0" brushRef="#br0" timeOffset="143410.5116">5136 15480 0,'-40'0'0,"40"40"31,0 0-15,0 0-16,0 0 15,0 1-15,0-1 0,-40 0 0,40 0 16,0 0-16,-40 0 15,40 0-15,0 0 0,-40 0 0,0 1 0,40-1 16,0 0 0,-41-40-16,41 40 0,-40-40 0</inkml:trace>
  <inkml:trace contextRef="#ctx0" brushRef="#br0" timeOffset="143700.5562">4895 15961 0,'0'40'15,"0"-80"1,41 40-16,-1-40 16,0 40-16,0-40 15,0 0-15,0 40 0,0 0 16,0-40-16,1 40 15,-1 0-15,0 0 0,-40 40 32,0 0-1</inkml:trace>
  <inkml:trace contextRef="#ctx0" brushRef="#br0" timeOffset="144340.4458">6460 15520 0,'-40'0'0,"0"0"47,0 0-32,40 40 1,-40-40-16,40 40 0,-40 0 0,40 1 16,-40-1-16,40 0 0,0 40 15,-41-40-15,41 0 16,0 0-16,0 41 0,-40-41 0,40 40 0,0-40 15,0 40-15,0-40 16,0 0-16,40 0 0,-40 41 0,41-81 0,-41 40 16,80 0-16,-40 0 0,0 0 15,0 0-15,0-40 0,0 40 16,1-40-16,-1 0 0,0 0 0,0 0 0,0 0 16,-40-40-1,40 40-15,-40-40 0</inkml:trace>
  <inkml:trace contextRef="#ctx0" brushRef="#br0" timeOffset="144800.4898">6821 16162 0,'-40'-40'15,"80"80"-15,-80-120 16,80 80-1,41 0 1,79 40 0,-80 120-1,-80 1 1,0-41 15,-40-120-31,40-40 31,0 0-31,40-201 32,1 161-32,-1 40 0,0 0 15,-40 0-15,80-1 16,-40 41 0,0 41-1,41 79 1,-41-40 15,-40 0-31,40 41 31,-40-81-31</inkml:trace>
  <inkml:trace contextRef="#ctx0" brushRef="#br0" timeOffset="145070.4743">7825 15881 0,'0'-40'16,"0"80"-16,40-80 0,0 0 0,0 40 31,0 0-31,40 40 15,1 161 1,-81-161-16,0 200 31,0-200-31,-40 41 0,40-41 0,-41 80 16,-39 121-16</inkml:trace>
  <inkml:trace contextRef="#ctx0" brushRef="#br0" timeOffset="145520.4486">9069 16122 0,'0'0'0,"-41"0"15,41 40-15,81-40 32,-81-40-32,40 40 15,0 0-15,0-40 0,40 40 16,-40 0-16,1 0 0,-1 0 0,0 0 0,-40-40 15,40 40-15,0 0 16,0 0-16,0 0 0</inkml:trace>
  <inkml:trace contextRef="#ctx0" brushRef="#br0" timeOffset="145730.3609">9269 16643 0,'-40'80'16,"80"-160"-16,-80 200 16,80-120-1,0 0 1,201-120 0,40 0-1,-161 80 1</inkml:trace>
  <inkml:trace contextRef="#ctx0" brushRef="#br0" timeOffset="167129.0813">11195 16122 0,'-40'0'0,"40"40"16,40-40-1,0 0 1,41 0-16,-41 0 0,-40 40 16,40-40-16,0 0 15,0 0-15,0 0 16,0 0-1,1-40 1,-1 0 0,-40 0-16,40 40 0,-40-40 0,0-1 15,0 1-15,0 0 0,-80 0 16,39 0 0,1 40-16,0-40 0,0 40 15,0 0-15,0 0 16,40 80-16,-40-80 0,0 0 0,-1 0 0,41 80 15,-40-80-15,0 40 16,40 1-16,-40-1 0,40 0 0,-40 0 0,40 0 16,0 0-16,-40 0 0,40 0 0,0 0 15,0 0-15,0 1 0,0-1 16,0 0-16,40 0 0,0-40 16,-40 40-16,80-40 15,-40 0-15,1 40 0,-1-40 0,0 0 0,0 0 16,40 0-16,-40 0 0,0 0 15,1 0-15,-1 0 0,0 0 0,0 0 0,0-40 16,0 40-16</inkml:trace>
  <inkml:trace contextRef="#ctx0" brushRef="#br0" timeOffset="167529.0735">12078 15640 0,'0'0'0,"-40"0"32,40 41-17,-40-1-15,80-40 32,40 0-17,-40 0 1,0 0-16,1 0 0,39-40 15,-40 40-15,120-41 16,-119 41-16</inkml:trace>
  <inkml:trace contextRef="#ctx0" brushRef="#br0" timeOffset="168029.0239">12800 15520 0,'0'40'16,"40"-40"15,1 0-16,-1 0 1,-40-40-16,40 40 0,-40-40 16,0 0-16,0 0 15,0 0 1,0 0-16,0 0 0,0-1 16,0 82 30,0-1-30,0 0 0,0 0-16,0 0 15,0 0-15,0 0 0,0 0 0,0 0 0,0 0 16,0 1-16,-40-1 16,40 0-16,0 0 0,0 0 0,0 0 0,-40 0 15,40 0-15,0 0 0,-41 1 16,41-1-16,-40-40 31,40-40-15,0-1-16,0 1 0</inkml:trace>
  <inkml:trace contextRef="#ctx0" brushRef="#br0" timeOffset="168209.0857">12800 15119 0,'0'-40'0,"0"80"0,0-120 32</inkml:trace>
  <inkml:trace contextRef="#ctx0" brushRef="#br0" timeOffset="168758.9979">13763 15280 0,'-40'-41'32,"80"82"-32,-80-41 31,40 80-31,0-40 0,0 0 0,0 0 15,0 0-15,-40 0 16,40 0-16,-40 0 0,40 1 0,-40-1 0,40 0 16,-40-40-16,40 40 0,-40-40 0,40 40 15,0-120 1,80 40 0,-80 0-16,0-1 15,0 1-15,40 0 0,-40 0 0,40 0 0,-40 0 16,40-40-16,-40 40 0,0 0 15,40-1-15,-40 1 0,0 80 32,0 1-17,0-1-15,40 0 0,-40 0 0,0 0 16,0 0-16,0 0 16,0 0-16,41 0 0,-41 0 0,0 1 0,40-1 15,-40 0 1,0 0-16,40-40 0,-40 40 15,40-40 1,0 0-16</inkml:trace>
  <inkml:trace contextRef="#ctx0" brushRef="#br0" timeOffset="168998.9984">13563 15440 0,'0'0'16,"0"-40"-16,0 0 15,0 0-15,40-41 16,80 41 0,-80 40-16,121-40 15,-161 0-15,40 40 0,80 0 16,-80 0-16,1 40 15</inkml:trace>
  <inkml:trace contextRef="#ctx0" brushRef="#br0" timeOffset="169308.9496">13563 16202 0,'-40'40'16,"80"-80"-16,-40 80 62,40-40-46,0 0-16,0 0 0,0 0 0,0-40 16,0 40-16,1 0 0,-1 0 0,40-40 0,-40 40 15,0-40-15,0 40 16,0 0-16,1-40 0</inkml:trace>
  <inkml:trace contextRef="#ctx0" brushRef="#br0" timeOffset="169828.9153">13803 16402 0,'41'0'63,"-1"0"-63,0 0 31,-40 41-31,0-1 0,0 0 16,0 0-16,0 0 15,0-80 32,40 40-47,0-40 0,-40 0 16,40 40-16,0-40 0,-40-1 16,40 41-16,1 0 0,-41-40 0,40 40 0,0 0 15,0 0 1,0 0-16,-40 81 15,0-41 1,0 0-16,40-40 0,-40 40 0,0 0 0,0 0 16,0 0-16,40-40 0,-40 40 15,40 0 1,1-40-16,-1 0 0,0 0 16,0-80-16,0 40 15</inkml:trace>
  <inkml:trace contextRef="#ctx0" brushRef="#br0" timeOffset="171438.8464">22832 13154 0,'0'-40'0,"40"40"0,-80 0 63,40 40-63,0 0 15,0 0-15,-40 0 0,40 0 16,0 0-1,0 1-15,0-1 0,0 0 0,0 0 0,0 0 16,0 0-16,0 0 0,0 0 0,0 0 0,0 1 16,0-1-16,0 0 0,0 0 15,0 0-15,40-40 0,-40 40 16,40-40-16</inkml:trace>
  <inkml:trace contextRef="#ctx0" brushRef="#br0" timeOffset="171948.7892">23434 13555 0,'0'40'16,"-40"-40"0,0 0 15,80 0 47,0 0-62,0 0-16,0 0 15,40 0-15,-40 0 0,41 0 0,-1 0 0,-40-40 16,40 40-16,1 0 15,-1-40-15,0 40 0,-40-40 0,40 40 0,1 0 16,-41 0-16,0-40 0,0 40 0,0-40 0,0 40 16,0 0-16,1 0 15,-41 40 17,-41-40-32</inkml:trace>
  <inkml:trace contextRef="#ctx0" brushRef="#br0" timeOffset="172388.7622">24036 13274 0,'0'-40'0,"0"0"15,0 0 1,0 80 62,0 0-62,0 0-16,0 0 31,0 0-31,0 1 0,40-41 0,-40 40 16,0 0-16,40 0 15,-40 0-15,0 0 0,0 0 0,0 0 0,0 0 16,0 1-16,0-1 15,0 0-15,0 0 0,0 0 0,0 0 16,40 0-16</inkml:trace>
  <inkml:trace contextRef="#ctx0" brushRef="#br0" timeOffset="173088.7197">25561 13555 0,'-41'0'16,"82"0"-16,-122 40 16,121-80 30,1 40-46,-41-40 16,40 40-16,0 0 0,0-40 0,0 0 16,-40 0-16,40-1 15,-40 1 1,0 0-16,0 0 0,0 0 16,0 0-16,-40 0 15,40 0-15,-40 40 0,0 0 16,0 0 15,40 40-15,0 0-1,0 0-15,0 0 0,0 0 0,0 0 16,0 0-16,0 1 16,0 39-16,0-40 0,0 0 0,0 0 0,0 0 15,0 40-15,0-39 0,0-1 16,0 0-16,0 0 0,0 0 0,0 0 0,0 0 15,0 0-15,0 0 16,-40 0-16,40 1 0,-41-1 0,41 0 0,-40-40 16,40 40-16,-40-40 0,40 40 0,-40-40 0,0 0 15,0 0 1,0 0-16,-1-40 0,1-40 16,0 40-1,40-41-15,0 41 0</inkml:trace>
  <inkml:trace contextRef="#ctx0" brushRef="#br0" timeOffset="173298.78">25801 12793 0,'-40'0'15,"80"0"-15,-160 0 16,80 0-16,0 0 0,0 0 16,-1 0-16</inkml:trace>
  <inkml:trace contextRef="#ctx0" brushRef="#br0" timeOffset="174188.665">24036 14878 0,'0'-40'31,"-40"40"-31,40 40 31,0 41-31,0-41 16,0 0-16,0 0 0,0 0 15,0 0-15,0 0 0,-41 0 0,41 1 0,0-1 16,0 0-16,0 0 0,0 0 0,0 0 0,0 0 16,41 0-16,-41 0 15,0 0-15,40 1 0,-40-1 16</inkml:trace>
  <inkml:trace contextRef="#ctx0" brushRef="#br0" timeOffset="174598.6853">23955 14919 0,'-40'0'0,"80"0"0,-120 0 31,40 0-31,0 0 0,40 40 16,-40 0-16,0 0 16,0 0-16,-1 0 15,41 0-15,0-80 32,0 0-32,41 0 0,-41 0 15,0 0-15,40 0 0,-40-1 16,40 41-16,-40-40 0,0 0 0,0 0 0,40 40 15,-40-40-15,40 40 16,-40-40-16,40 40 0,-40-40 0,40 40 31,-40 40-15,40 0-16,1-40 16,-41 40-16,40 0 15,0-40-15,-40 40 0,40 0 0,0-40 0,-40 41 16,40-1-16</inkml:trace>
  <inkml:trace contextRef="#ctx0" brushRef="#br0" timeOffset="175128.5975">23715 15841 0,'40'0'16,"0"0"-1,-40-40 1,40 40-16,-40-40 0,0 0 0,0 80 63,0 0-63,0 0 15,0 0-15,0 0 16,0 0-16,40-40 0,-40 40 0,0 1 0,40-41 15,-40 40-15,40 0 16,-40 0-16,41-40 16,-1 0-16,-40-40 15,40 40-15,0-40 0,-40 0 16,40 40-16,0-41 0,0 1 0,0 40 0,-40-40 16,41 40-16,-1 0 15,-40-40-15,40 40 0,0 0 16,0 0-1</inkml:trace>
  <inkml:trace contextRef="#ctx0" brushRef="#br0" timeOffset="175458.6521">25400 15119 0,'-120'0'16,"240"0"-16,-321 0 15,161 0-15,40 40 0,-40-40 0,-80 121 31,120-81-31,-40 0 0,40 0 0,0 120 16,120 1 15,81-121-15,-41-80 0,-120 0-16</inkml:trace>
  <inkml:trace contextRef="#ctx0" brushRef="#br0" timeOffset="175738.6349">25641 15239 0,'80'-40'16,"-160"80"-16,200-80 15,-80 40-15,-40 40 16,40-40-16,1 81 31,-41-41-31,0 0 0,0 0 16,-41 40-1,-39 0 1,0-80 15,80-40-31,-40-40 16,40 40-16,40 0 16,-40 0-16,40 0 15,0 40-15,81-40 16,-81 40-16</inkml:trace>
  <inkml:trace contextRef="#ctx0" brushRef="#br0" timeOffset="176068.6148">26363 15159 0,'0'0'0,"0"40"47,0 0-32,-40-40-15,40 41 0,0-1 16,-40 0-16,40 0 31,40-80-15,0 0 0,0 0-16,0 40 0,-40-41 0,40 41 15,-40-40-15,41 40 0,-1 0 16,0 40-1,-40 1 1,0-1-16,0 0 0,0 0 16,0 0-16,-40-40 0,40 40 0,-40 0 15,40 0-15,0 0 16</inkml:trace>
  <inkml:trace contextRef="#ctx0" brushRef="#br0" timeOffset="176658.5783">26925 15480 0,'0'40'15,"0"-80"1,40 40-16,-40-80 0,40 80 16,-40-40-16,40 40 0,-40-40 15,40 0-15,0 40 0,-40-41 0,0 1 16,41 40-16,-41-40 16,-41 40 15,1 0-31,40 40 31,0 0-15,0 1-16,0-1 0,0 0 15,0 0-15,0 0 16,0 0 0,0 0-16,0 0 15,0 0-15,0 0 0,0 1 0,-40-1 0,40 0 16,-80 40-16,80-40 0,-40 0 15,0 0-15,0 0 0,-1 1 0,1-41 0,0 40 16,0 0-16,0-40 0,0 0 0,0 0 31,40-40-31</inkml:trace>
  <inkml:trace contextRef="#ctx0" brushRef="#br0" timeOffset="176828.5202">26965 14999 0,'0'0'16,"0"40"0,40-40-1</inkml:trace>
  <inkml:trace contextRef="#ctx0" brushRef="#br0" timeOffset="177228.4714">27406 15199 0,'0'0'0,"-40"40"15,0-40-15,40 41 16,0 39-1,80 0 1,41-40 0,-81-40-1,-40 40-15,40-40 16,-40-40 0,0-40-1,40 40-15,-40 0 16,0 0-16,0 80 31,0 0-31,0 0 16,0 80-1,0 41 17,40-161-17,0 0-15</inkml:trace>
  <inkml:trace contextRef="#ctx0" brushRef="#br0" timeOffset="178168.415">28369 15079 0,'-80'0'0,"160"0"0,-320 80 31,199-80-31,41 80 0,0-39 16,0-1-1,41-40 1,39-81 0,-40 1-1,0 80 17,0 80-32,0 161 31,-40 0-16,-40-1 1,-201-39 0,41-161 15,39-120-15,201-121-1,161 41 16,-121 120-31,161 0 16,-201-1-16,81 41 31,-81 0-31,0-40 0,40 40 16,-40-40-16,40 40 16,-39-40-16,79-40 15,-40 0 1,-80 40-1,-40 40 1,-80 160 0,39-40 15,81-80-31,0 1 16,41-41-16,-1-41 15,40-79 16,-40 40-15,0 40 0,-40 80-1,81 40 1,-41 0 0,0-80-16,0 40 15,0-40-15,0 0 16,0-40-16,-40 0 15,40-200 1,-40 159 0,0-199-1,0 240-15,0-81 16,0 161 15,-40-40-31,40 81 0,0-41 16,0 0-16,0 0 0,0 40 15,0-40-15,0 0 0,0 41 0,0-41 0,0 0 16,0 0-16,40 0 0,-40 0 0,0 0 16,0 0-16,41 0 15,-41 0-15,40-40 0</inkml:trace>
  <inkml:trace contextRef="#ctx0" brushRef="#br0" timeOffset="178458.4714">29373 15360 0,'40'0'32,"0"0"-32,80-40 31,-80 0-31,121-1 16,-121 41-16,0-40 0,80 0 15,-79 40-15,-41-40 31,-41 40-31,41 40 16,-40-40-16,-40 121 16,80-81-16,0 0 0,40 40 15,161-40 17,120-80-32</inkml:trace>
  <inkml:trace contextRef="#ctx0" brushRef="#br0" timeOffset="180818.312">22752 16884 0,'-40'0'0,"40"40"16,-41-40-16,1 0 16,40 80 30,0-40-46,0 0 0,0 40 16,-40-39-16,40 39 16,0-40-16,-40 40 0,40-40 0,-40 0 0,40 41 15,0-41-15,0 0 0,0 0 16,0 0-16,0 0 0,-40-40 0,40 40 16</inkml:trace>
  <inkml:trace contextRef="#ctx0" brushRef="#br0" timeOffset="181098.2636">23153 17566 0,'-40'-41'0,"80"82"0,-40-82 47,40 41-47,0 0 0,40 0 0,-39-40 15,-1 40-15,0 0 16,0-40-16,40 40 0,-40 0 0,0 0 0,1 0 16,-1-40-16,0 40 15,0 0-15,0 0 16</inkml:trace>
  <inkml:trace contextRef="#ctx0" brushRef="#br0" timeOffset="181618.2815">24397 17405 0,'0'0'0,"40"0"31,0-40-15,0 40-16,40-40 15,-80 0-15,41 0 0,-1 40 31,0-81-15,-40 1 0,-40 40-1,40 0-15,-40 40 0,-1 0 32,1 40-17,40 80 1,0-79-16,0 119 15,0-120-15,40 0 0,-40 0 16,0 41 0,0 159-1,-120 1 1,40-161 0,0-40-1,39 0-15,1-40 0,0 0 0,0-40 31,40 0-31</inkml:trace>
  <inkml:trace contextRef="#ctx0" brushRef="#br0" timeOffset="181818.2694">24798 16643 0,'-80'0'16,"40"0"0,0 0-16,40-40 31,-41 40-31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4T07:44:45.4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8065 2005 0,'0'-40'0,"0"-1"15,0 1 1,-40 40-16,40-40 0,0 0 0,81 0 16,-41 40-1,0 0-15,0 0 0,0 0 0,40 0 16,-40 40-16,1-40 0,-1 40 15,0 0-15,0 0 0,0 1 0,0-1 0,-40 40 16,40-40-16,-40 0 16,0 40-16,0-40 0,0 1 0,0 39 0,-40-40 15,40 0-15,-80 0 0,80 0 16,-40 0-16,0 0 0,0 0 0,40 1 16,0-82-1,40 41 1,-40-80-16,80 80 0,-40-40 0,-40 0 0,80 0 15,-40-40-15,1 40 0,-1 0 16,40-1-16,-40 1 0,0 0 0,0 0 0,0 0 16,1 0-16,-1 0 15,0 0-15,-40 0 0,40 40 0,-40-41 0,40 1 16,-40 0-16,0 0 0,-40 40 16,0 0-1,-40 0-15,39 40 0,1 0 16,0 0-1,40 1-15,-40-1 0,40 0 0,0 40 16,-40-40-16,40 0 0,0 0 16,0 0-16,0 1 0,40-1 0,-40 0 0,40 0 15,-40 0-15,80 0 16,-80 0-16,41 0 0,-1-40 0,0 40 0,0 0 16,0-40-16,-40 41 0,40-41 0,0 40 0,0-40 15</inkml:trace>
  <inkml:trace contextRef="#ctx0" brushRef="#br0" timeOffset="220.0032">10072 1884 0,'0'0'16,"-40"0"-16,-81 81 15,121-41-15,-80 0 16,40 80-1,0 81 1,80-1 0,80-80-1,-40-39 1</inkml:trace>
  <inkml:trace contextRef="#ctx0" brushRef="#br0" timeOffset="599.9458">10232 2205 0,'0'-40'15,"40"40"1,-40 40-16,81 40 31,-1 41-15,-80-81-1,40 40 1,-40-120 0,0 0-1,40-40 1,40-1 0,1 81-1,-1 121 1,-80-1 15,-40-40-15,0 0-1,-1-39 1</inkml:trace>
  <inkml:trace contextRef="#ctx0" brushRef="#br0" timeOffset="829.9673">11035 2125 0,'0'0'0,"40"0"31,-40 40-31,40-40 16,0 161-1,0-1 1,-80 81 15,0-121-31,0-40 16,-80 81-1</inkml:trace>
  <inkml:trace contextRef="#ctx0" brushRef="#br0" timeOffset="1219.9439">12961 2285 0,'-80'0'16,"160"0"-16,-120 0 31,80 0-15,0 0-16,0-40 0,0 40 15,40-40-15,-39 40 0,39-40 0,0 40 0,-40-40 16,40 40-16,-39 0 16,-1 0-16,40 0 0,-40-40 0,0 40 15,0 0-15,0 0 16</inkml:trace>
  <inkml:trace contextRef="#ctx0" brushRef="#br0" timeOffset="1419.9318">13482 2526 0,'0'0'0,"-40"40"0,0-40 16,40 40-1,161-40 1,79 0 15,41-80-15,-120 80-1,-121-40-15</inkml:trace>
  <inkml:trace contextRef="#ctx0" brushRef="#br0" timeOffset="5309.6254">15930 1724 0,'0'0'0,"-40"0"16,0 0-1,0 0-15,40 40 0,-40-40 0,0 0 16,-1 0-16,1 40 16,0 0-16,0-40 0,0 40 0,0 0 15,0 1-15,0-1 0,40 0 0,0 40 16,-41-40-16,41 0 0,0 0 16,0 0-16,0 1 0,0-1 0,0 0 0,41 0 15,-41 0-15,80-40 16,-40 40-16,0 0 0,0-40 0,0 40 0,0-40 15,1 40-15,-1-40 0,40 0 16,-40 0-16,0 0 0,0 0 0,0 0 0,1 0 16</inkml:trace>
  <inkml:trace contextRef="#ctx0" brushRef="#br0" timeOffset="5599.6812">16652 2165 0,'41'40'15,"-1"-40"-15,-40 80 32,0 81-17,0-81-15,-40 0 32,40-40-32,-81-40 15,1 0-15,40-80 16,40 40-16,-40-80 31,40 80-31,0 0 0,40-1 16,80 41-1,-80 0-15,1 0 0</inkml:trace>
  <inkml:trace contextRef="#ctx0" brushRef="#br0" timeOffset="5919.6079">17776 2125 0,'-80'0'32,"40"0"-32,-41 0 15,41 120 1,0-39-1,80 39 1,-40-80-16,161 80 31,-161-80-31,40 41 16,-40-41-16,-80 80 31,-161 0-15,161-120-1,39 40-15,-39-40 0</inkml:trace>
  <inkml:trace contextRef="#ctx0" brushRef="#br0" timeOffset="6559.623">18378 2125 0,'40'0'0,"-80"0"0,80-40 15,-40 0-15,0 0 16,40 40-1,40 40 1,1 120 15,-41-120-31,0 121 16,-40-81-16,0-40 0,0 0 31,0-120-15,0 40-1,40-80 1,0 79-16,0 1 16,0 0-16,1 40 15,-1 40 1,0 161 0,0-121-1,0 0 1,-40 41-1,40-81 1</inkml:trace>
  <inkml:trace contextRef="#ctx0" brushRef="#br0" timeOffset="6979.5977">19782 2125 0,'-40'0'16,"40"40"0,0 0-1,0 81 1,0-81-16,0 80 16,0-80-16,0 0 15,0 0 1,0-80 15,0-40-31,0 40 0,0 0 0,0 0 16,0 0-16,0-1 15,0-39-15,0 40 0,40 0 0,-40 0 0,40 0 16,-40 0-16,0 0 0,41 40 0,-1 0 31,-40 40-31,40 0 16,-40 0-16,0 0 15,0 0-15,40 0 0,-40 0 0,0 0 0,40 1 16,-40-1-16,0 0 0,0 0 16,40 0-16,-40 0 0,0 0 0,0 0 15,40-40-15,-40 40 0</inkml:trace>
  <inkml:trace contextRef="#ctx0" brushRef="#br0" timeOffset="7199.5847">19542 2005 0,'-81'0'16,"162"0"-16,-162-81 31,162 41-31,-81 0 0,160-40 16,-80 80-16,41-40 15,-41 40-15,201 0 16,-121 80 0,-160-40-1,0 0-15</inkml:trace>
  <inkml:trace contextRef="#ctx0" brushRef="#br0" timeOffset="7519.53">19100 3529 0,'0'0'15,"40"0"1,-40-40-1,81 40-15,119-121 16,-160 121-16,81-80 16,-81 40-16,120 0 15,-120 40-15,1 0 0,79-40 32,-40 40-32,121 0 15,-161 0-15,0 0 0,80 0 16</inkml:trace>
  <inkml:trace contextRef="#ctx0" brushRef="#br0" timeOffset="7859.5054">19983 3529 0,'-40'0'16,"80"0"-16,-80 40 15,0 0-15,0 40 16,-41-40 0,81 0-16,-120 81 15,80-81-15,0 0 0,0 0 16,-1 0-16,1 0 16,80-40 15,41 0-31,-41 0 0,0 0 15,0 0-15,0 0 0,0 0 16,0 0-16,1 0 0,-1 0 0,0 0 16,0 0-16,0 0 15,0 0-15,0-40 0,0 40 0,1 0 16,-1 0-16,0 0 0,0 0 0,-40-40 0,40 40 16</inkml:trace>
  <inkml:trace contextRef="#ctx0" brushRef="#br0" timeOffset="8079.4604">20063 3890 0,'-40'-81'32,"0"81"-32,40 41 31,0-1-31,0 0 0,0 0 15,0 0-15,40 0 16,-40 0-16,0 0 0,0 0 0,0 0 0,0 1 16,0-1-16,0 0 0,0 0 15,0 0-15,0 0 0,0 0 0,0 0 0</inkml:trace>
  <inkml:trace contextRef="#ctx0" brushRef="#br0" timeOffset="24388.4807">26082 2406 0,'-40'0'31,"40"80"-15,0-40-16,0 0 0,0 0 16,0 40-16,-40-39 0,40 39 0,-40 0 0,40 0 15,0 0-15,0 1 0,0-1 16,0 0-16,0-40 0,0 40 0,0 1 0,0-41 16,0 0-16,0 40 15,40-80-15,-40 40 0,0 0 0</inkml:trace>
  <inkml:trace contextRef="#ctx0" brushRef="#br0" timeOffset="24618.4877">26042 2767 0,'-40'-40'15,"40"80"16,40-40-31,-40 40 16,40-40-16,0 40 0,0 0 0,1 0 0,-1-40 16,0 40-16,0 0 0,40 0 0,-40-40 0,0 41 15,1-1-15,-1 0 16,0-40-16,0 40 0,0-40 0,0 40 0,0-40 16,0 0-1</inkml:trace>
  <inkml:trace contextRef="#ctx0" brushRef="#br0" timeOffset="24848.4526">26885 2646 0,'-40'-40'16,"80"80"-16,-80-120 0,-1 40 16,1 40-1,40 40 1,0 0-16,0 0 0,0 0 15,40 1-15,-40 39 16,0-40-16,41 40 0,-41-40 0,0 40 0,40 1 16,-40-1-16,0-40 0,0 40 0,0-40 0,40 40 15,-40-39-15,0-1 0,40 0 16,-40 0-16</inkml:trace>
  <inkml:trace contextRef="#ctx0" brushRef="#br0" timeOffset="25058.4571">27406 2887 0,'-40'0'16,"80"0"-1,41 0 1,-41 0-16,0 0 0,0-40 0,40 40 0,-40 0 15,0 0-15,41 0 0,-41 0 16,0-40-16,0 40 0,0 0 0,0 0 16,0 0-16</inkml:trace>
  <inkml:trace contextRef="#ctx0" brushRef="#br0" timeOffset="25278.5001">27687 3448 0,'0'0'0,"-40"0"0,40 41 16,-40-41-16,40-41 15,40 41 1,121-80 0,-81 80-16,161-80 31,-201 80-31,40 0 0,0-40 0</inkml:trace>
  <inkml:trace contextRef="#ctx0" brushRef="#br0" timeOffset="25598.4809">29694 2566 0,'-121'0'16,"242"0"-16,-362 0 16,201 0-16,40 40 0,-40-40 15,-1 40-15,-39 41 32,40 39-17,40-80 1,161 40 15,79-80-15,-39-80-1,-121 80-15,41 0 16,-81 0-16</inkml:trace>
  <inkml:trace contextRef="#ctx0" brushRef="#br0" timeOffset="25848.3924">29774 2646 0,'0'0'0,"-40"0"0,0 0 15,-1 0-15,41 40 31,0 1-15,0-1-16,0 0 0,0 0 0,41 40 16,-41 0-16,0-40 0,0 41 0,40 39 0,-40-40 15,0 0-15,0 41 0,0-41 16,-40 0-16,40 0 0,-81 41 0</inkml:trace>
  <inkml:trace contextRef="#ctx0" brushRef="#br0" timeOffset="32817.9925">9991 4812 0,'-40'0'62,"0"-40"-46,0 40-16,80 0 47,-80 0-47,40 40 15,40-40-15,0 40 31,0-40-31,1 0 0,-1 0 0,0 0 16,40 40-16,0-40 0,41 0 0,-1 0 0,41 0 16,-1 0-16,1 0 0,39 0 15,-39-40-15,80 40 0,-41-40 0,41 40 0,0 0 16,40-40-16,-41 40 16,41 0-16,0 0 0,0-40 0,40 40 0,0 0 15,-40-40-15,40 40 0,0 0 16,0 0-16,0-40 0,0 40 0,0 0 0,0 0 15,0 0-15,0 0 0,-40-40 0,40 40 0,0 0 16,-40 0-16,0-41 16,0 41-16,-41 0 0,1-40 0,-40 40 0</inkml:trace>
  <inkml:trace contextRef="#ctx0" brushRef="#br0" timeOffset="59555.8508">7464 6938 0,'0'0'0,"40"0"31,0 0-15,-40-40 125,0-1-126,40 41-15,0-40 16,0 40 0,-40-40-16,40 40 0,0 0 0,1 0 15,-1 0-15,0 0 16,0 0-16,0 0 15,0 0-15,0 0 16,-40 40-16,40-40 16,-40 40-16,0 1 0,0-1 15,0 0-15,0 0 0,0 0 16,0 0-16,0 0 0,-80 0 0,80 40 0,-40-39 16,0-1-16,0 40 0,0-40 0,0 0 0,40 0 15,-41 0-15,1 0 16,40 1-16,0-1 0,-40-40 0,40 40 0,0 0 15,-40-40-15,40-40 32,40 40-17,-40-40-15,40 0 0,-40-1 0,40 1 0,1 0 16,-1 0-16,0 0 0,0 0 16,0 0-16,0 0 0,-40 0 0,40-1 0,0 41 15,1-40-15,-1 0 0,-40 0 0,40 0 0,0 0 16,0 40-1,-40-40-15,40 40 0,0-40 16,0 40 0,-40-40-16,41 40 0,-41-40 15,0-1 17,-41 41-32,1 0 31,40 41 0,-40-41-31,40 40 0,-40-40 0,40 40 0,0 0 16,-40 0-16,0 0 15,40 0-15,0 0 0,-40 0 0,40 0 0,0 1 16,-40-1 0,40 0-16,0 0 0,0 0 15,0 0-15,80-40 16,-40 0-16,0 0 15,0 0-15,0 0 0,41 0 0,-41 0 0,0 0 16,40 0-16,-40 0 16,0 0-16</inkml:trace>
  <inkml:trace contextRef="#ctx0" brushRef="#br0" timeOffset="60175.8616">9069 6416 0,'0'0'0,"0"40"78,40-40-62,-40 40-16,0 1 0,40-1 0,0 0 16,0-40-16,-40 40 0,0 0 0,40-40 15,-40 40-15,40-40 16,-40 40-16,0 0 0,40-40 0,-40 40 15,41 1-15,-41-1 16</inkml:trace>
  <inkml:trace contextRef="#ctx0" brushRef="#br0" timeOffset="60415.8484">9430 6456 0,'0'-40'16,"0"80"-16,-40-80 16,40 80-16,-41 41 31,-39 39-15,40-40-16,-40 81 31,0-41-16</inkml:trace>
  <inkml:trace contextRef="#ctx0" brushRef="#br0" timeOffset="60615.762">9069 6777 0,'40'0'47,"0"0"-47,0 0 16,0 0-16,0 0 0,0 0 0,0 0 0,1-40 16,-1 40-16,-40-40 0,40 40 0,0-40 0</inkml:trace>
  <inkml:trace contextRef="#ctx0" brushRef="#br0" timeOffset="61185.728">10353 6737 0,'-41'0'16,"1"0"0,40 40-1,-40-40 1,40 80-16,0-39 0,-40-1 0,0 0 0,40 0 16,-40 40-16,40-40 0,0 0 0,0 40 0,0-39 15,0-1-15,0 0 16,0 0-16,0 0 0,0 0 0,40-40 0,-40 40 15,40-40-15,0 40 0,0-40 16,0 40-16,1-40 0,-1 0 0,0 0 16,0 0-16</inkml:trace>
  <inkml:trace contextRef="#ctx0" brushRef="#br0" timeOffset="61605.7193">10714 7018 0,'0'0'0,"0"40"31,40 0-15,40 80 0,-40 41-1,-40-81 1,0 0-1,0-120 1,40-40 15,121-161-15,-41 41 0,-80 160-1,41 120 1,-41 120-1,-40 1 17,-40-161-32,40 40 31</inkml:trace>
  <inkml:trace contextRef="#ctx0" brushRef="#br0" timeOffset="61825.701">11797 6857 0,'80'0'32,"-39"41"-32,-1-1 0,0-40 15,-40 40-15,0 0 0,40 0 0,-40 0 0,40 0 16,-40 40-16,0-40 15,0 1-15,0 39 0,0-40 0,-40 0 0,40 0 16,-40 40-16,40-40 0,-40 1 16,40-1-16,-40 0 0,-1 0 0,1-40 15</inkml:trace>
  <inkml:trace contextRef="#ctx0" brushRef="#br0" timeOffset="62165.7438">12881 7098 0,'0'0'15,"0"-40"1,40 40 0,120-40 15,81 0-15,0 0-1,-81 40 1,-120 0-16</inkml:trace>
  <inkml:trace contextRef="#ctx0" brushRef="#br0" timeOffset="62485.6502">13081 7499 0,'0'40'0,"0"-80"0,-40 120 16,80-80-1,0 0 1,0 0-16,1 0 0,-1 0 16,0-40-16,40 40 0,-40 0 0,0-40 0,41 40 15,-41 0-15,40 0 16,-40-40-16,0 40 0,40-40 0,-39 40 0,-1 0 16,0-40-16,0 40 0,0 0 0,0 0 0,0 0 15,-40-40 1,40 40-16,-80 0 94</inkml:trace>
  <inkml:trace contextRef="#ctx0" brushRef="#br0" timeOffset="63545.5978">16251 6777 0,'0'0'0,"0"-40"0,-40 40 16,0 0 15,0 0-31,0 0 16,40 40-16,-40 0 15,-1 0-15,41 1 0,0-1 16,-40 0-16,40 0 16,0 0-16,0 0 0,0 0 0,0 0 0,0 0 15,0 0-15,40 1 0,-40-1 0,81 0 0,-81 0 16,40-40-16,0 40 0,0-40 15,0 0-15,0 0 0,0 0 0,1 0 0,-1 0 16,0-40-16</inkml:trace>
  <inkml:trace contextRef="#ctx0" brushRef="#br0" timeOffset="63895.6408">16773 6978 0,'0'-40'31,"40"40"-31,40 0 16,81 40-1,-121 0 1,0 0-16,0 0 16,-40 0-16,0 40 15,-120 41 1,-121-41-1,161-80 1,40 0-16,-41-80 16,41-1-16,40 1 31,0 40-31,80 0 0,-39 0 0,39 0 16,80 40 15,-120 0-31</inkml:trace>
  <inkml:trace contextRef="#ctx0" brushRef="#br0" timeOffset="64315.6133">18177 6777 0,'0'0'0,"-40"0"16,0 0-1,0 0 1,0 40-16,-41 0 15,81 41-15,0-41 16,41 40 0,159 40-1,-79-40 17,-81 1-17,-161-1 1,1-40-1,80-40-15,-81 40 16,81-40-16,0 40 0,40-120 16</inkml:trace>
  <inkml:trace contextRef="#ctx0" brushRef="#br0" timeOffset="64885.5083">18699 6617 0,'-40'0'32,"80"40"-1,0-40-31,-40 40 0,80 0 16,-80 0-16,40-40 0,-40 40 0,41-40 15,-41 40-15,0 1 16,0-1-16,0 0 0,0 0 15,0 0 1,0-80 15,0 0-15,0 0 0,0 0-16,40-1 0,-40 1 0,40 40 15,0-40-15,0 40 0,0 0 0,0 0 16,0 0-1,1 0-15,-41 40 16,40 0 0,-40 1-16,0-1 0,0 0 15,0 0 1,0 0-16,-40 0 0,40 0 0,0 0 16,0 0-16,0 0 15,40-40-15,40 0 16</inkml:trace>
  <inkml:trace contextRef="#ctx0" brushRef="#br0" timeOffset="65355.4945">19742 6777 0,'40'0'31,"-40"40"-15,40 81 0,-40 39 15,0-120-31,-40 0 0,0 40 16,0-80-16,0 0 31,40-80-16,0 0 1,40 0-16,0 0 0,40-121 31,-80 121-31,41 0 16,-1 80-16,-40-40 16,40 40-1,0 80 1,40 40-1,0 0 17,1 41-17,-81-81 1</inkml:trace>
  <inkml:trace contextRef="#ctx0" brushRef="#br0" timeOffset="65595.4624">19622 6577 0,'0'0'0,"0"-40"0,40 40 0,-40-41 16,80 41-16,-40-40 0,0 40 15,41-40-15,-41 40 0,40 0 0,0-40 0,-40 40 16,41 0-16,-41-40 16,40 40-16,-40 0 0,0 0 0,0 0 0,1 0 15,-1 0-15,-40 40 16,0 0-16</inkml:trace>
  <inkml:trace contextRef="#ctx0" brushRef="#br0" timeOffset="65935.4819">18980 7940 0,'0'0'16,"40"0"0,80-80-1,41 0 1,80 40 0,-161 0-16,80 40 0,-79-40 0,-41 40 15,40 0-15,161 0 16,-161 0-16,-40 0 0,0 0 15,40 0 1,-39 0-16,-1 0 0</inkml:trace>
  <inkml:trace contextRef="#ctx0" brushRef="#br0" timeOffset="66265.4963">20103 8020 0,'-80'41'32,"160"-82"-32,-200 82 0,40-1 0,40-40 0,-1 0 0,-39 40 31,-40 0-15,80 0-1,120-40 16,-40 0-15,241-40 0,0 0-1,-161 40 1,-80 0-16,41 0 16,-41 0-16,40 0 15</inkml:trace>
  <inkml:trace contextRef="#ctx0" brushRef="#br0" timeOffset="66475.4834">20224 8020 0,'-40'0'0,"-1"0"0,41 41 31,0-1-16,41 120 1,-1 1 15,-40-41-15,0-80-16</inkml:trace>
  <inkml:trace contextRef="#ctx0" brushRef="#br0" timeOffset="85180.344">1485 8702 0,'-40'0'0,"40"40"16,-41 41 0,41-41-16,-40 0 0,40 0 15,0 40-15,0 0 0,0-40 0,0 41 0,0-1 16,0 0-16,0 0 15,0 0-15,0 1 0,40-1 0,-40-40 0,41 0 16,-41 40-16,40-40 0,0-40 16,-40 41-16,40-1 0,0-40 0,0 0 0,0 0 15,0 0 1,1-81-16,-1 81 0,0-40 0,-40 0 0,40-40 16,-40 40-16,40-40 0,-40 40 0,0-41 0,0 41 15,0-40-15,0 0 0,0 0 16,0-1-16,-40 1 0,40 40 0,-40-40 0,40 40 15,0-40-15,-40 39 16,0 1-16,-1 40 0,41-40 16,-40 40-1,40 40-15,0 41 16,0-41 0,0 0-16,0 0 0,0 40 0,0 0 0,0-40 15,0 41-15,0-1 0,0-40 0,0 40 0,0 0 16,0 1-16,0-41 0,0 40 15,0 0-15,0-40 0,0 0 0,0 41 0,0-41 16,0 0-16,0 0 16,0 0-16,0 0 0</inkml:trace>
  <inkml:trace contextRef="#ctx0" brushRef="#br0" timeOffset="85510.5785">1525 10748 0,'0'0'16,"0"40"-16,40-40 31,-40-40-31,40 40 0,0-40 16,40 40-16,-39-41 0,-1 1 0,40 0 16,-40 0-16,40 0 0,1 0 0,-41 0 15,40 0-15,-40 0 0,0-1 0,0 1 0,41 40 0,-81-40 16,40 40-16,0-40 15,0 0-15,0 40 16,0 0-16,-40-40 16,-40 40 46,0 0-62,0 0 16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37:20.2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2568 1804 0,'-40'0'0,"0"-40"16,0 40 0,0 0-16,-1 40 0,1 40 15,0-40 1,40 1-16,-40-1 0,40 40 0,0-40 15,-40 0-15,40 0 0,0 0 16,0 0-16,0 41 0,0-41 0,80 0 0,-40 0 16,-40 0-16,40-40 0,1 40 0,-1-40 15,0 0-15,0 0 16,0 0-16,0 0 0,40 0 0,-39-40 0,-1 0 16,40 0-16,-40 0 0,0 0 15,0 0-15,0-41 0,-40 41 0,41-40 0,-41 40 16,0-40-16,0 40 15,0-41-15,0 41 0,-81-40 0,81 40 0,-40 0 16,40 0-16,-40 0 0,0 40 0,0-40 0,0 40 16,0 0-16,-1 0 15,1 40-15,0 40 0,40-40 16,-40 0-16,40 0 16,0 40-16,0-40 0,0 1 0,0-1 0,0 40 15,0-40-15,0 0 0,40 0 16,-40 0-16,0 0 0,40 1 0,-40-1 0,0 0 15,40 0-15,-40 0 16,0 0-16,0 0 0,41-40 0,-41 40 16,0 0-16,0 0 0</inkml:trace>
  <inkml:trace contextRef="#ctx0" brushRef="#br0" timeOffset="289.9107">2327 3489 0,'-40'40'31,"80"-80"-31,0 40 16,1 0-16,-1-81 0,40 41 16,321-240-1,81-41 1,-362 240-1,-40 41-15,81-40 16,-161 40-16,40 40 0,-80 0 47,40 40-47</inkml:trace>
  <inkml:trace contextRef="#ctx0" brushRef="#br0" timeOffset="549.9684">5377 1684 0,'0'0'0,"-40"0"15,0-40-15,0 40 16,-1 0-16,1 0 15,40 40 1,0 0-16,-40 0 0,40 0 0,0 40 0,0-40 16,0 41-16,0-1 0,0-40 0,0 40 0,0-40 15,0 41-15,0-41 0,40 0 16,-40 40-16,0-40 0,0 0 0,0 0 0,0 0 16,0 0-16,0 1 15</inkml:trace>
  <inkml:trace contextRef="#ctx0" brushRef="#br0" timeOffset="769.8845">5216 1965 0,'0'0'0,"-40"-41"0,0 1 16,40 0-16,0 0 0,0 0 15,0 0-15,40 0 16,-40 0-16,81 0 0,-41 0 0,0 40 15,40-41-15,0 1 0,1 0 16,-41 40-16,40-40 0,0 40 0,-40 0 0,41-40 16,-41 40-16,0 0 0,0 0 0,0 0 0,0 0 15,0 0-15,0 0 16</inkml:trace>
  <inkml:trace contextRef="#ctx0" brushRef="#br0" timeOffset="969.9083">5176 2245 0,'0'40'15,"0"-80"-15,40 80 16,41-40-16,-41 0 16,120-40-1,-120 40-15,201-80 16,-201 80-16,41-40 0,39 0 31,-80 40-31</inkml:trace>
  <inkml:trace contextRef="#ctx0" brushRef="#br0" timeOffset="1169.9317">6380 2125 0,'0'0'15,"0"40"1,-40-40-16,40 80 15,0-40-15,0 1 16,0-1-16,0 0 16,0 0-16,0 40 15,0-40 1,0 0-16,0 0 0</inkml:trace>
  <inkml:trace contextRef="#ctx0" brushRef="#br0" timeOffset="1349.9215">6460 1965 0,'-120'-81'16,"240"162"-16,-280-202 31,160 81-31,0 0 16,40 40-1,40 0-15</inkml:trace>
  <inkml:trace contextRef="#ctx0" brushRef="#br0" timeOffset="1679.8482">7022 1965 0,'0'40'16,"0"-80"-16,0 120 31,0-40-31,0 0 0,-40 40 31,40-40-31,0 41 16,0-41-16,0 0 0,40-40 15,0 0 1,0 0-16,-40-40 0,40 40 0,1-40 16,-1-1-1,0 41-15,0-40 0,0 0 0,0 0 16,0 40-1,1 0-15,-41 40 16,0 0-16,0 0 0,0 1 16,0-1-16,-41 0 15,41 0-15,0 0 0,0 0 0,0 0 16,0 0 0,41-40-16,-41 40 0,80-40 0,0 0 0,-40 0 15</inkml:trace>
  <inkml:trace contextRef="#ctx0" brushRef="#br0" timeOffset="2099.8047">8707 2205 0,'-160'40'16,"320"-80"-16,-360 120 0,-41 1 31,241-41-31,-80 40 16,120 0-1,120-40 1,1-40 15,-121-120-15,-80-81 0,0 121-1,40 40-15,-40-201 16,0 161-16,40 40 0,0-40 15,-41-121 1,41 161 0,0 201 15,-40-41-31,40-40 0,0 201 31,81-201-31,-81-40 0,0 41 0,80 199 31,40-159-31</inkml:trace>
  <inkml:trace contextRef="#ctx0" brushRef="#br0" timeOffset="2619.7869">10473 1644 0,'0'0'0,"0"-40"16,-40 40 15,40 200-15,-40 41-1,80-41 16,0-39-15,-40-81-16</inkml:trace>
  <inkml:trace contextRef="#ctx0" brushRef="#br0" timeOffset="2929.8307">10272 1804 0,'0'-80'16,"0"160"-16,121-280 15,-81 200-15,201-81 16,80 162 15,-241-1-31,-40-40 0,121 201 31,-161-201-31,40 40 0,-40 80 16,-40-120-16,-41 81 0,41-81 0,-201 120 31,-80-80-15,161-120 0</inkml:trace>
  <inkml:trace contextRef="#ctx0" brushRef="#br0" timeOffset="3179.7426">12118 1523 0,'0'41'16,"0"-1"-1,0 0-15,0 120 16,0-120-16,0 40 0,0 81 31,0-121-31,0 161 16,0-161-16,0 0 0,0 0 16,0 80-16</inkml:trace>
  <inkml:trace contextRef="#ctx0" brushRef="#br0" timeOffset="3399.7292">12118 1884 0,'0'0'0,"-40"0"0,40-40 0,-40 40 15,40-40-15,-40 0 0,40 0 31,0 0-31,80 40 0,-80-40 16,40 40-16,0-40 0,0 40 0,41 0 0,-41 0 16,0 0-16,0 0 0,40-40 15,-40 40-15,1 0 0,-1 0 0,0 0 0,0 0 16</inkml:trace>
  <inkml:trace contextRef="#ctx0" brushRef="#br0" timeOffset="3629.7891">12158 2045 0,'-80'80'16,"160"-160"-16,-120 160 16,161-80-1,159 0 16,1-80-15,-160 80-16,-81-40 0,0 0 0</inkml:trace>
  <inkml:trace contextRef="#ctx0" brushRef="#br0" timeOffset="3919.7723">13803 1844 0,'-40'-40'31,"80"80"-31,-80-160 16,40 80-16,40 40 15,-40-40-15,281 0 16,-241 0-16,41 40 0,-1 0 0,201 0 31,-40 0-15,-201 0-16</inkml:trace>
  <inkml:trace contextRef="#ctx0" brushRef="#br0" timeOffset="4119.6875">14526 1604 0,'0'0'0,"-40"0"0,40 40 0,-41-40 0,41 40 15,-40-40-15,40 40 16,-40 0-16,40 0 0,0 0 0,0 0 16,0 0-16,0 1 15,0 39-15,0-40 0,0 0 0,0 40 0,0-40 16,0 41-16,0-41 0,0 40 15,0-40-15,0 0 0,-40 40 0,40-40 0,0 0 16,-40 1-16,40-1 0,0 0 0,0 0 0,0 0 16</inkml:trace>
  <inkml:trace contextRef="#ctx0" brushRef="#br0" timeOffset="4799.6478">15569 2366 0,'0'0'0,"-40"0"47,0 40-32,0-40-15,0 0 0,-1 0 0,1 0 16,0 0-16,40-40 16,40 0-16,-40-1 15,81 41-15,-41-40 0,40 40 0,-40-40 0,40 40 16,1-40-16,-41 40 16,40-40-16,-40 40 0,40-40 0,-40 40 0,1-40 15,-1 40-15,40 0 0,-40-40 16,0 0-16,0 40 0,-40-41 0,40 1 0,-40 0 15,41 0-15,-41 0 16,0 0-16,0 0 0,0 0 0,0 0 0,0 0 16,0-1-16,-41 41 0,41-40 0,0 0 15,-40 40-15,40 40 32,0 41-17,0-41-15,0 0 0,0 0 0,0 40 16,-40 0-16,40-40 0,0 41 15,-40-1-15,40 0 0,0 0 0,0-40 0,0 41 16,-40-1-16,40 0 0,0 0 0,-40 0 0,40 1 16,0 39-16,0-40 15,-40 0-15,40 1 0,0-1 0,0 40 0,0-80 16,-40 40-16,40 1 0,0-41 16,-41 0-16,1 0 0,40 0 0,-40 0 0,0 0 15,0-40 1,40-40-1,0-40 1,0 0-16,0 40 0,40-1 0,-40 1 16,40-40-16,0 40 0,0-40 0,1 40 0,-1-40 15,0 39-15,0 1 16,0 0-16,0 0 0,0 40 0,0 0 0,1 0 16,-1 0-16,0 0 0</inkml:trace>
  <inkml:trace contextRef="#ctx0" brushRef="#br0" timeOffset="7369.5677">5979 4852 0,'0'0'0,"-40"0"0,-41 0 0,41 0 0,0 0 0,-40 0 16,40 0-16,0 0 0,0 40 0,-1 0 0,1 0 16,40 1-1,0-1-15,0 0 0,0 0 0,0 0 0,40-40 16,-40 40-16,41-40 0,-1 40 16,0-40-16,40 40 0,-40-40 0,0 0 0,0 0 15,1 0-15,-1 0 16,0-40-16,0 0 0,-40-40 15,40 80-15,-40-40 0,0 0 0,0 0 16,0-1-16,-40 1 16,40 0-16,-40 0 0,40 0 31,0 120-15,0-40-16,40 0 15,-40 1-15,0-1 0,40-40 0,-40 40 0,40 0 16,0 0-16,0 0 15,1 0-15,-1-40 0,0 40 0,0-40 16,0 0-16,0 0 0,0 0 0,0 0 16</inkml:trace>
  <inkml:trace contextRef="#ctx0" brushRef="#br0" timeOffset="7859.6068">6500 4451 0,'-160'-80'16,"320"160"-16,-400-160 16,159 80-16,41-40 0,-160 40 15,-41 0 1,-40 160 15,121-80-31,-41 201 31,161 40-15,80 40 0,0-281-1,201 121 1,-41-161 0,242-80-1,-81-161 1,-241 81-1,81-201 1,-161-80 0,-160 160 15,39 201-31,1-40 0,0 40 0,-161-40 31,41 80-15,119 40-1,81 0 1</inkml:trace>
  <inkml:trace contextRef="#ctx0" brushRef="#br0" timeOffset="8419.505">7544 4571 0,'0'-40'15,"40"40"1,-40-40-16,40 40 16,0 0-1,0 0-15,0 40 0,1-40 0,-41 81 0,40-81 16,0 40-16,-40 0 0,0 0 15,40 0-15,-40 0 0,0 0 0,0 40 0,-80-40 16,40 1-16,40-1 0,-81 40 0,41-40 0,0 0 16,0-40-16,0 40 15,0-40-15,40-40 16,0 0 0,80 0-16,-40 0 0,0 0 0,0 0 15,0-1-15,41 1 16,-41 0-16,0 0 0,40 0 0,-40 0 0,0 0 15,1 0-15,-1 0 0,40 0 0,-40-1 0,0 41 16,0-40-16,0 40 0,1-40 16,-1 0-16,-40 0 0,0 0 15,-40 40 1,40-40-16,-41 40 16,1 0-1,0 0-15,0 0 0,0 0 0,0 40 0,0 0 16,0 0-16,40 0 15,-41 0-15,41 0 0,-40 1 0,40-1 0,0 0 16,0 0-16,-40 0 0,40 0 0,0 0 0,0 0 16,0 0-16,0 0 0,0 1 15,0-1-15,40 0 0,-40 0 0,40-40 16,-40 40-16,41-40 0,-1 0 16,0 0-16,0 0 0,40 0 0,-40 0 0</inkml:trace>
  <inkml:trace contextRef="#ctx0" brushRef="#br0" timeOffset="8669.558">9189 4371 0,'0'0'0,"-40"0"0,-121 80 31,121-80-31,0 40 0,-80 40 16,120-39-16,-40 39 15,-1-40-15,41 80 16,81-40-16,79 81 31,1-81-15,-121-80-16</inkml:trace>
  <inkml:trace contextRef="#ctx0" brushRef="#br0" timeOffset="9009.484">9430 4571 0,'0'0'0,"40"0"0,0 0 31,-40 41-31,40-1 16,-40 0-1,0 0-15,0 0 0,0 0 16,0 0-1,0 0-15,80-80 32,-40 0-17,1 0-15,-1 0 0,0 40 0,0-40 0,-40 0 0,40 40 16,0-40 0,0 40-16,0 0 15,-40 40-15,0 0 16,0 40-16,0-40 15,0 0-15,0 0 0,0 0 0,0 0 16,-40-40-16,40 41 0,0-1 16,0 0-16</inkml:trace>
  <inkml:trace contextRef="#ctx0" brushRef="#br0" timeOffset="9249.5078">10553 4371 0,'0'-40'31,"40"40"-31,-40 40 16,40 40 0,1-80-16,-41 40 0,40 0 0,-40 0 0,0 1 15,0-1-15,0 0 16,0 0-16,0 0 0,0 0 0,-40 0 0,40 0 15,-81 40-15,41-39 0,0-1 0,0 40 0,0-40 16,0 0-16,0 0 0,-1-40 16,1 40-16</inkml:trace>
  <inkml:trace contextRef="#ctx0" brushRef="#br0" timeOffset="9469.5123">11757 4732 0,'0'-40'16,"0"0"-16,80 40 15,41-81 1,119 1 0,-159 80-1,79-40 1,-80 40-1</inkml:trace>
  <inkml:trace contextRef="#ctx0" brushRef="#br0" timeOffset="9689.4273">11918 5173 0,'-81'40'0,"162"-80"0,-122 80 16,122-80 15,200 0-15,-241 40-16,200-80 16,-159 80-16,-41-40 0,160-1 15</inkml:trace>
  <inkml:trace contextRef="#ctx0" brushRef="#br0" timeOffset="10109.4748">13723 4612 0,'-40'0'16,"80"0"-16,-160 0 0,40 0 15,39 40-15,-39 0 31,40 80-15,0-40-16,80 81 31,80-81-15,1-80 0,-41-80 15,-40-1-31,-40 41 0,0-120 15,-40 80-15,40 40 0,-80 0 16,40-241 0,0 201-1,40-81 1,160 81 15,1 0-15,-81 80-16,80 0 15,-120 0-15,1 40 0,-1-40 16</inkml:trace>
  <inkml:trace contextRef="#ctx0" brushRef="#br0" timeOffset="10389.3893">14365 4090 0,'-80'-40'16,"40"40"15,40 40-31,-40-40 0,40 40 0,-40 0 16,40 0-16,0 1 15,-41-1-15,41 0 0,0 0 0,0 0 0,0 0 16,0 0-16,0 0 0,0 0 15,0 1-15,41-1 0,-41 0 0,40 0 0,-40 0 16,40-40-16,0 40 0,0 0 0,0-40 0,0 0 16,0 40-16,1-40 0,-1 40 15,0-40-15,0 0 0,0 0 0</inkml:trace>
  <inkml:trace contextRef="#ctx0" brushRef="#br0" timeOffset="10829.4328">14927 4291 0,'-40'0'16,"80"0"-16,-40 0 31,40 0-15,-40 40-1,80 80 1,-80-80-16,0 81 15,0-81-15,0 0 16,0 0-16,0-80 31,41 40-31,-41-40 0,0-41 16,80 41 0,-40 0-16,0 0 0,0 0 0,0 0 15,0 0-15,1 0 16,-1 40-16,0 0 15,-40 40 1,40-40-16,-40 40 16,0 0-16,0 0 0,40 0 0,-40 0 15,0 0-15,0 1 0,0-1 16,0 0-16,0 0 0,0 0 0,0 0 16,0 0-16,40 0 15,-40 0-15</inkml:trace>
  <inkml:trace contextRef="#ctx0" brushRef="#br0" timeOffset="11049.3808">16051 4210 0,'0'0'15,"40"0"1,0 0-1,-40 41-15,80 79 16,-80 121 0,-120-1 15,80-160-31,-1 1 0,-159 79 16</inkml:trace>
  <inkml:trace contextRef="#ctx0" brushRef="#br0" timeOffset="11949.5856">18538 4130 0,'0'-40'0,"-40"40"47,40 40-31,0 40-16,-40-39 0,40-1 0,0 0 15,0 0-15,0 0 0,0 40 0,0-40 16,0 0-16,0 1 0,0-1 0,0 0 15,0 0-15,40-40 0,-40 40 0,40-80 63,1 40-63,-41-40 0,40 40 16,0 0-1,0 0-15,0 0 0,0 40 16,0-40-1,0 80-15,1-40 0,-41 0 16,0 0-16,0 0 0,0 1 0,-41-41 16,41 40-16,-80-40 0,40 0 15,0 40-15,0-40 0,0 0 0,0 0 16,-41 0-16,41 0 0,0 0 16,0-40-16,0 0 0,40-1 15,0 1-15,0 0 0,40 0 16,-40 0-16</inkml:trace>
  <inkml:trace contextRef="#ctx0" brushRef="#br0" timeOffset="12479.4819">18779 3890 0,'-40'-40'0,"80"80"0,-120-121 0,-81-39 16,121 120-16,0-40 0,0 40 16,-120-40-1,-41 120 17,0 121-17,-40 79 1,121 41-1,120 40 17,241-40-17,120-80 1,0-161 15,0-160-15,-280-1-1,-1 41-15,80-160 16,-120 120-16,1-1 0,39-119 16,-80 120-16,80-201 15,-80 241-15,0-40 0,0 39 16,-120-239 0,-41 119 15,121 81-16,40 120-15</inkml:trace>
  <inkml:trace contextRef="#ctx0" brushRef="#br0" timeOffset="14939.3398">20224 4130 0,'40'0'15,"-40"-40"-15,40 40 0,-40-40 16,40 40-1,0 0-15,0 0 16,-40 40-16,40 0 16,-40 0-16,0 0 0,0 1 15,0-1-15,0 0 0,0 0 0,-40 0 0,40 0 16,-40-40-16,40 40 16,-40 0-16,0 0 0,40 1 15,-40-41 1,40-41-1,40 41-15,-40-80 0,40 40 0,40 0 16,-40-40-16,1 40 0,-1 0 16,0-1-16,0 41 0,0-40 0,0 0 0,-40 0 15,40 40-15,0-40 16,1 0-16,-41 0 16,-41 40 30,41 40-46,0 0 0,0 0 16,-40-40-16,0 40 0,40 0 0,-40 0 0,40 1 16,-40-1-16,40 0 15,0 0-15,-40 0 0,40 0 0,0 0 0,0 0 16,0 0-16,0 1 16,40-41-16,40 40 0,-40-40 15,0 0-15,1 0 16</inkml:trace>
  <inkml:trace contextRef="#ctx0" brushRef="#br0" timeOffset="15169.4013">21227 4050 0,'-80'0'31,"160"0"-31,-201 0 0,41 80 16,40-40-16,40 0 15,-40 41-15,40-1 16,80 80 0,-40-120-1,81 41 1,-1-41 0</inkml:trace>
  <inkml:trace contextRef="#ctx0" brushRef="#br0" timeOffset="15519.3057">21588 4210 0,'0'0'0,"0"-40"0,0 80 47,0 1-32,40-41-15,-40 40 0,0 0 0,40 0 0,-40 0 16,40-40-16,-40 40 15,0 0-15,0 0 16,0-80 0,81 40-1,-81-40-15,40 40 0,0-40 0,-40 0 0,40 0 16,0 40-16,0 0 0,-40-40 16,40 40-16,-40-40 0,41 40 0,-1 0 15,-40 40 1,0 0-16,40-40 0,-40 80 15,0-40-15,0 0 0,0 0 16,0 0-16,0 1 16,0-1-16,-40-40 0,0 0 31</inkml:trace>
  <inkml:trace contextRef="#ctx0" brushRef="#br0" timeOffset="15769.2893">22350 4010 0,'0'0'0,"41"0"0,-1 0 16,0 0-1,0 0 1,80 160 0,-39 1 15,-122 39-16,-119-39 1,-1-81 0,161-40-16</inkml:trace>
  <inkml:trace contextRef="#ctx0" brushRef="#br0" timeOffset="16229.3372">24276 4210 0,'0'0'16,"0"-40"-16,-40 40 0,0-40 0,0 40 15,-80 0 1,80 0-16,-81 80 15,1 81 17,120 39-17,120-79 1,41-121 15,-1-40-15,-120-81-1,-80-119 1,-80-41 15,120 80-15,40 81 0,161 0 15,-1 120-16,-39 40-15</inkml:trace>
  <inkml:trace contextRef="#ctx0" brushRef="#br0" timeOffset="16509.2762">24878 3729 0,'0'0'16,"-40"0"-16,0 40 15,0-40-15,0 40 0,0 81 32,-81 79-17,121-160-15,0 121 16,0-121-16,0 0 0,81 40 15,39 0 17,-40-80-32</inkml:trace>
  <inkml:trace contextRef="#ctx0" brushRef="#br0" timeOffset="16959.4375">25400 3930 0,'-40'0'0,"80"0"0,-80-40 31,40 120 1,40-40-32,-40 0 0,40 0 15,-40 0-15,0 0 0,0 0 16,0 1-16,0-1 0,0 0 0,0 0 15,-40 0 1,40-80 15,40 40-15,-40-80-16,40 40 0,0-1 0,1 1 0,-1 0 16,0 0-16,0 0 15,0 0-15,0 40 0,0-40 0,0 0 0,1 40 16,-1-40-16,0 40 15,-40 40 1,40 0-16,-40 0 16,0 0-16,0 0 0,0 0 15,0 0-15,0 0 0,0 1 0,0-1 16,-40 0 0,40 0-16,-40-40 0,40 40 0,-40 0 15,40 0 1</inkml:trace>
  <inkml:trace contextRef="#ctx0" brushRef="#br0" timeOffset="17199.4595">26483 4251 0,'-40'-41'0,"0"41"16,40-40-1,40 40 1,0 0-16,81-40 31,39 40-15,-120 0-16,41 0 16,-41 0-16,0 0 15</inkml:trace>
  <inkml:trace contextRef="#ctx0" brushRef="#br0" timeOffset="17659.4676">27446 3890 0,'-40'0'31,"80"0"-31,-120-40 16,80 80-1,0 0 1,40 0-16,-40 0 0,0 0 0,40 0 16,-40 0-16,0 0 0,0 0 15,0 1-15,-40-1 16,40 0-16,-40 0 16,0 0-16,40-80 31,40 40-16,-40-40-15,40 40 0,-40-40 0,40 0 0,1-1 16,-1 1-16,0 0 0,0-40 16,0 40-16,0 0 0,0 0 0,0 0 0,-40 0 15,41-1-15,-1 1 16,0 40-16,0-40 0,0 40 16,0 0-16,0 0 15,0 40-15,-40 0 16,0 1-1,41-1-15,-41 0 0,0 0 0,0 0 0,0 0 16,0 0-16,0 0 0,0 0 0,0 0 16,-41 1-16,41-1 15,0 0-15,0 0 0,-40 0 16</inkml:trace>
  <inkml:trace contextRef="#ctx0" brushRef="#br0" timeOffset="18029.4458">28811 4331 0,'0'0'0,"0"40"47,0 0-32,40 0-15,-40 0 16,0 0-16,0 0 0,-40-40 16,40 41-16,-40-41 15,-1 40-15,1-40 0,0 0 16,0 0-16,0 0 16,40-40-16,0-1 15,0 1 1,0 0-16,0 0 0,40 0 15,0 0-15,0 0 0,0 0 16,1 40-16,-1 0 16,0 0-16,0 0 15,0 0 1,0 0-16</inkml:trace>
  <inkml:trace contextRef="#ctx0" brushRef="#br0" timeOffset="18629.3379">29373 3569 0,'40'0'0,"0"0"31,-40 40-15,40-40-16,0 80 0,-40-40 15,40 0-15,-40 0 0,40 1 0,-40-1 0,40 40 16,-40-40-16,0 0 15,0 40-15,0-40 0,0 0 0,-40 41 0,40-41 16,-80 0-16,40 0 0,0 0 0,0 0 0,-41 0 0,41 0 16,0-40-16,-40 41 15,40-41-15</inkml:trace>
  <inkml:trace contextRef="#ctx0" brushRef="#br0" timeOffset="19379.2973">22872 4130 0,'-40'0'16,"80"0"15,0 0-15,0 0-1,0-40-15,1 40 0,-1 0 16,0 0-16,0 0 0,40 0 15,-40-40-15,0 40 0,1 0 0,-1 0 16,0 0-16,0 0 0,0 0 0,0 0 31</inkml:trace>
  <inkml:trace contextRef="#ctx0" brushRef="#br0" timeOffset="19629.3529">23033 4371 0,'0'0'16,"0"40"-16,-41-40 15,1 40 1,80-40 15,41 0-15,79 0-1,81-40 1,-121 40-16</inkml:trace>
  <inkml:trace contextRef="#ctx0" brushRef="#br0" timeOffset="23969.3321">20986 6296 0,'0'40'94,"0"0"-94,0 0 15,0 0-15,0 0 0,80 1 16,-80-1-16,0 0 16,40-40-16,-40 40 0,0 0 15,41-40-15,-1 0 16,0 0-16,0 0 0,0-40 15,0 40-15,-40-40 0,40 40 0,-40-40 16,40 0-16,-40-1 16,0 1-16,0 0 15,0 80 17,0 0-17,41 1-15,-1-41 16,-40 40-16,40-40 15,0 0-15,0 0 0,0 0 16,0 0-16,-40-40 0,40 40 0,-40-41 0,41 1 16,-41 0-1,0 0-15,0 0 0,0 0 16,0 0 0,-41 40-16,1-40 0,0 40 31</inkml:trace>
  <inkml:trace contextRef="#ctx0" brushRef="#br0" timeOffset="24389.2486">22029 6055 0,'0'40'31,"0"1"-15,0-1-16,0 0 15,0 0-15,0 0 0,0 0 0,0 0 0,41 0 16,-41 0-16,0 0 16,0 1-16,0-1 0,0 0 15,0 0-15,0-80 47,0 0-31,40 40-16,-40-40 0,40-1 0,0 1 15,0 0-15,0 0 16,0 40-16,-40-40 16,40 40-1,1 0 1,-41 80-16,40-40 15,-40 0-15,0 1 16,0-1-16,0 0 0,0 0 16,0 0-1,-40 0-15</inkml:trace>
  <inkml:trace contextRef="#ctx0" brushRef="#br0" timeOffset="24749.2837">22752 6496 0,'0'0'16,"40"0"-16,0-40 31,0 40-31,121-80 31,-81 0-15,-40 40-1,-120 0 1,-41 80 15,-39 80-15,160 0 0,40-39 15,0-41-31,40 0 15,81-40 1,-81-40 0</inkml:trace>
  <inkml:trace contextRef="#ctx0" brushRef="#br0" timeOffset="25069.2096">23313 6336 0,'41'0'16,"-1"0"-1,0 40 1,80 40 0,-120-40-16,80 1 15,-39-1-15,-41 0 16,0 0 0,-41-40-1,41-40 1,0 0-1,41-121 17,79 1-17,40 120 1,-79 0 15</inkml:trace>
  <inkml:trace contextRef="#ctx0" brushRef="#br0" timeOffset="25369.2483">24076 6416 0,'80'0'31,"-40"0"-31,0 0 16,121-80 0,-81 40 15,-40-40-16,-160 80 1,80 0 0,-41 80 15,81 40-15,41 1-1,79-41 16,121-40-15,-161-40-16</inkml:trace>
  <inkml:trace contextRef="#ctx0" brushRef="#br0" timeOffset="26079.1342">27366 6055 0,'0'-40'15,"40"0"1,0 0 0,1 40-16,-1 0 0,0 0 15,0 0-15,0 0 16,0 0-16,-40 40 0,40-40 0,0 40 0,1 0 16,-41 0-1,0 1-15,0-1 0,0 0 0,0 0 16,-41-40-16,41 40 15,-40-40-15,40 40 0,-40-40 0,0 0 16,40-40 15,80 40-31,-80-40 0,40 40 0,-40-40 0,41 0 16,-1 0-16,0-1 0,0 1 16,0 0-16,0 40 0,0-40 0,-40 0 15,40 40-15,1 0 16,-1 0-16,0 0 0,0 0 15,-40 40-15,40 0 16,-40 0-16,0 0 16,0 1-16,0-1 0,0 0 15,0 0-15,0 0 16,-40-40-16,40 40 0,0 0 16,40 0 15,0-40-16</inkml:trace>
  <inkml:trace contextRef="#ctx0" brushRef="#br0" timeOffset="26409.1884">28851 6136 0,'0'0'0,"0"-41"16,80 41 0,0 0 15,-39 41-16,-82 119 1,-79-40 0,40-80 15,-1-40-15,41-80-1,80-80 16,41 80-15,-1 39-16,-40 41 16,0 0-1</inkml:trace>
  <inkml:trace contextRef="#ctx0" brushRef="#br0" timeOffset="26899.4387">26965 5895 0,'0'0'16,"40"0"-16,0 0 31,-80 0-15,0 40-1,-40 40 1,-41 0 0,81 1-16,0-41 15,40 80 1,0-80 15,120 0-15,-79-40-1,39 0-15,80 0 16,-79 0-16,-41 0 0,0 0 0,0 0 16,0 0-16,0 0 15</inkml:trace>
  <inkml:trace contextRef="#ctx0" brushRef="#br0" timeOffset="27399.4045">25962 5975 0,'-40'40'31,"80"-80"-31,-80 120 0,0-80 0,-1 0 0,-79 81 32,40-1-32,40 40 31,40-80-31,-40 0 0,40 0 0,80 0 15,0-40 1,-40 0-16,121 0 16,-121-40-16,0 40 0,40-40 31,-40 0-31,0-80 16,1 80-16,-41 0 0,0-41 15,-81-39 16,-79 80-15,80 40 0,39 40-1,122 0 1</inkml:trace>
  <inkml:trace contextRef="#ctx0" brushRef="#br0" timeOffset="27959.3712">29894 5734 0,'-80'-40'31,"80"0"-31,0 80 47,-40-40-31,40 40-16,-40 1 0,0-1 15,-1 0-15,1-40 0,0 40 0,40 0 0,-40 0 16,0-40-16,40 40 0,-40 0 16,40 0-16,-40-40 0,40 41 0,-40-1 15,-1 0 1,41 0-16,41-40 47,-41-40-32,40 40-15,0 0 0,0-40 16,0 40-16,0 0 0,0 0 16,0 0-1,1 80-15,-1-80 0,0 0 0,-40 40 0,40-40 16,-40 40-16,40-40 16,-40 40-16,40-40 0,-40 40 0,40-40 0,0 0 15,-40 40-15,41-40 31</inkml:trace>
  <inkml:trace contextRef="#ctx0" brushRef="#br0" timeOffset="28879.3184">30536 5775 0,'0'0'16,"0"-41"0,0 1 15,-40 40-31,40 40 62,0 1-46,0-1-16,0 0 16,0 0-1,0 0-15,0 0 0,0 0 0,0 0 16,0 0-16,0 1 15,0-1-15,0 0 0,0 0 16,0 0-16,0-80 47,0 0-47,-40 40 16,40-40-16,0 0 0,-40-1 0,40 1 15,0 0-15,0 0 16,0 0-16,0 0 0,0 0 0,0 0 0,0 0 0,0-1 15,40 1-15,-40 0 16,40 40 0,0 0 15,-40 40-15,40 41-1,-40-41-15,40-40 0,-40 40 0,0 0 0,41 0 16,-1 0-1,-40 0-15,40-40 0,-40 40 0,40-40 0,-40 40 16,40-40-16,0 41 0,0-1 16,0-40-16,-40 40 15,41-40-15,-41 40 0,40-40 32,0 0-17,-40-40 1,0 0-16,0 0 0,0-1 15,0 1-15,0 0 0,0 0 16,0 0 0,0 0-16,0 0 0,0 0 0,0 0 0,0-41 15,0 41-15,0 0 0,0 0 16,0 0-16,0 0 0,0 0 16,40 40-1,-40 40 48,-40-40-48</inkml:trace>
  <inkml:trace contextRef="#ctx0" brushRef="#br0" timeOffset="43203.2116">21387 5454 0,'-40'0'16,"40"-40"15,-40 40-31,40-40 16,0-1 31,40 41-32,0 0 16,41 0-31,-41 0 0,0 0 16,0 0 0,0 0-16,0 0 15,0 0-15,0 0 16,1 0-16,-1 0 0,0 0 0,0 0 16,0 0-16,0 0 0,0 0 15,41 0-15,-41 0 0,0 0 0,40 0 0,-40 0 16,41 0-16,-41 0 0,0 0 0</inkml:trace>
  <inkml:trace contextRef="#ctx0" brushRef="#br0" timeOffset="43433.2682">23113 5253 0,'40'0'15,"-40"40"-15,40-40 16,0 0 0,-40 40-16,40-40 31,121 0-15,-81 0-16,-40 0 0</inkml:trace>
  <inkml:trace contextRef="#ctx0" brushRef="#br0" timeOffset="44093.2316">28008 5293 0,'80'0'15,"-160"0"-15,281-40 32,-161 40-32,0 0 0,0-40 15,40 40-15,1 0 16</inkml:trace>
  <inkml:trace contextRef="#ctx0" brushRef="#br0" timeOffset="44273.2204">29814 5253 0,'0'-40'0,"40"40"31,0 0-15</inkml:trace>
  <inkml:trace contextRef="#ctx0" brushRef="#br0" timeOffset="46743.3938">1324 7780 0,'0'0'0,"-40"0"15,40 80 32,0-40-47,0 0 0,0 0 0,0 41 16,0-41-16,0 40 0,-40 0 0,40 0 0,-40 1 15,40-41-15,-40 40 0,40-40 16,0 0-16,0 40 0,0-40 0,-40 0 16,40 1-1,0-122-15,0 41 16,0 0-16,0 0 0,0-40 16,40 0-16,-40-1 0,0-39 0,40 40 0,-40 0 15,40-41-15,-40 41 0,0-40 0,0 40 0,0-41 16,40 41-16,-40 0 15,0 0-15,0 40 0,40-41 0,-40 41 16,40 40 0,-40 40-16,0 0 0,40 1 15,-40 39-15,0-40 16,41 0-16,-41 40 0,40-40 0,-40 41 0,40-41 16,-40 40-16,0 0 0,40 0 15,-40-40-15,40 41 0,-40-1 0,40 0 0,-40-40 0,40 40 16,-40-40-16,40 1 15,-40-1-15,0 40 0,41-80 0,-41 40 0,0 0 16,0 0-16,40-40 0</inkml:trace>
  <inkml:trace contextRef="#ctx0" brushRef="#br0" timeOffset="47393.429">1244 8422 0,'-120'0'16,"240"0"-16,-281 0 0,121 40 16,40-80-1,81-1 1,280-79 0,0-40-1,-120 39 1,-201 121-1,-40-40 1,40 120 0,-40 41-1,0-1-15,40 41 32,-40-121-17,80-121 1,81-119-1,-81 80 1,0 79 0,-40 41-1,81 81 1,-1-41 15,-80-40-31,40-40 16,-39 40-16,-41-40 0,40-41 15,-40-119 1,0 120 0,0 120-1,40 120 17,0-80-32,40 161 15,-40-121 1,-40-80-1,-120 121 1,-81-81 0,41-80-1</inkml:trace>
  <inkml:trace contextRef="#ctx0" brushRef="#br0" timeOffset="47773.3598">923 9504 0,'-80'0'15,"160"0"-15,-200 0 0,79 0 16,1-40-16,40 0 15,40 0 17,1 40-32,-1 0 0,0 0 0,40 0 15,-40 0-15,40 0 16,41 0-16,-1-40 0,1 40 0,39-40 0,1 0 16,-1 40-16,1-40 0,39 0 15,1-1-15,-1 1 0,1 0 0,-40 0 0,39 0 16,-39 0-16,-1 0 0,-39 0 0,39 40 0,-80-40 15,1-1-15,-1 1 16,-40 40-16,0 0 0,-40-40 0,40 40 0,-120-40 31,40 40-31,0 0 0,0 0 0,0 0 16</inkml:trace>
  <inkml:trace contextRef="#ctx0" brushRef="#br0" timeOffset="53343.0617">5698 8020 0,'-40'0'63,"0"0"-48,0 0 1,-1 0-16,1 0 16,0 41-1,0-41-15,40 40 16,-40 0-16,40 0 16,0 0-16,0 0 0,0 0 15,40 0-15,-40 0 16,40-40-1,0 0-15,0 0 32,1 0-32,-1 0 15,-40-40-15,40 0 16,-40 0-16,0 0 0,0 0 16,40 40-16,-40-40 0,0 0 15,0 0-15,0-1 0,0 1 0,0 0 16,0 0-16,0 0 0,0 0 15,0 0 1,0 0-16,0 0 16,0 0-1,40-1-15,0 41 32,0 0-17,0 0 1,-40 41-1,41-41-15,-41 40 0,40-40 0</inkml:trace>
  <inkml:trace contextRef="#ctx0" brushRef="#br0" timeOffset="53713.1137">6380 7619 0,'-40'0'32,"40"-40"-32,-80 40 15,-1 40 1,1 121-1,40-121 1,0 40 0,40 40-1,40 1 1,80-41 15,1-40-15,-41 0-16</inkml:trace>
  <inkml:trace contextRef="#ctx0" brushRef="#br0" timeOffset="54203.016">6581 7940 0,'0'0'0,"0"-40"31,40 40-15,0 0 0,40 80 15,-80 1-15,0-41-1,0 0 1,0-80 15,0 0-31,40 40 0,-40-41 16,40 41-16,1-40 15,-41 0-15,40 40 0,0-40 16,0 40 0,-40 40-1,40-40-15,-40 40 0,40-40 16,-40 40-1,0 1-15,40-41 0,-40 40 16,0 0-16,0 0 16,0 0-16,-40 0 0,40 0 15,-40 0 1,40 0-16</inkml:trace>
  <inkml:trace contextRef="#ctx0" brushRef="#br0" timeOffset="54522.9927">7504 7700 0,'0'0'15,"0"-40"-15,40 40 0,0 40 47,-40 0-31,40-40-16,-40 40 0,0 0 0,40-40 0,-40 40 16,0 0-16,0 0 15,0 0-15,0 0 0,0 1 0,0-1 16,0 0-16,-40 0 0,40 0 0,-40-40 0,40 40 15,0 0-15,-40 0 16,0-40-16,40 40 0,-40-40 0,-1 41 0,1-41 16,0 40-1,0-40-15,0 0 0,0 0 0,0 0 16</inkml:trace>
  <inkml:trace contextRef="#ctx0" brushRef="#br0" timeOffset="55892.9871">8627 8061 0,'-40'0'15,"40"40"1,40-40 125,0 0-141,0 0 15,1 0-15,-1 0 0,0 0 0,0 0 16,0 0-16,0 0 15,0 0-15,0 40 0,1-40 0,-1 0 16,0 0-16,0 0 16,0 0-16,0 0 15</inkml:trace>
  <inkml:trace contextRef="#ctx0" brushRef="#br0" timeOffset="56632.9447">9028 7940 0,'41'0'62,"-41"40"-15,40-40 172,0 0-219,0 0 15,-40 40 1,40-40-16,-40 41 0,40-41 16,-40 40-1,40-40-15,-40 40 0,40-40 0,1 0 16,-41 40 15,0 0-15,-41-40-1,41 40-15,-40 0 16,0-40-16,0 40 16,0-40-16,0 40 0,0-40 15</inkml:trace>
  <inkml:trace contextRef="#ctx0" brushRef="#br0" timeOffset="58947.144">10232 7860 0,'-40'0'344,"40"80"516,0-40-829,0 0-31,0 1 0,0-1 0,0 0 15,0 0-15,0 0 16,0 0-16,40-40 0,-40 40 0,0 0 31,40-40-31,0 0 16,1 0 0,-1 0-16,0 0 0,-40-40 0,40 40 15,-40-40-15,40 40 0,0 0 0,-40-40 16,40 0-16,0 0 15,-40 0-15,0 0 16,41 40-16,-41-41 16,0 1-16,0 0 15,0 0 1,0 80 31,0 0-32,0 0 1,-41 1-16,41-1 0,0 0 16,0 0-16,0 0 15,0 0-15,0 0 0,0 0 0,0 0 16,41 1-16,-1-1 16,0-40-1,0 0-15,0 0 0</inkml:trace>
  <inkml:trace contextRef="#ctx0" brushRef="#br0" timeOffset="59357.1911">11115 7980 0,'0'0'15,"0"40"1,0 1 15,0 79-15,0 0-1,0-40 1,0-120 15,40 40-15,40-160-1,41 120 17,-81 0-17,0 120 1,-40 0 0,40 40 15,-40-79-16,0-1 1</inkml:trace>
  <inkml:trace contextRef="#ctx0" brushRef="#br0" timeOffset="59577.1272">11918 8061 0,'0'40'31,"0"0"-15,-41 80 0,1 0 15,40 1-15,0-1-1</inkml:trace>
  <inkml:trace contextRef="#ctx0" brushRef="#br0" timeOffset="59757.1695">11918 7860 0,'-41'0'0,"82"0"0,-82-40 0,1 0 32,40 0-32,0 0 0,81 40 15</inkml:trace>
  <inkml:trace contextRef="#ctx0" brushRef="#br0" timeOffset="60077.1487">12560 7820 0,'0'0'16,"-41"40"-1,1 40 16,40-40-31,-40 121 16,0 39 0,40-39 15,0-41-15,0-80-1,40-40-15</inkml:trace>
  <inkml:trace contextRef="#ctx0" brushRef="#br0" timeOffset="60237.1392">12439 8301 0,'0'-40'31,"0"0"-31,80 40 16,121-80-1,-40 80 1</inkml:trace>
  <inkml:trace contextRef="#ctx0" brushRef="#br0" timeOffset="60527.049">13884 8141 0,'-40'0'16,"80"0"-16,-121 0 15,81 40 1,0 0-16,-40 0 15,40 0-15,0 0 0,0 0 0,0 1 16,-40-1-16,40 0 16,0 0-16,0 0 0,0 0 15,0 0-15,0 0 16</inkml:trace>
  <inkml:trace contextRef="#ctx0" brushRef="#br0" timeOffset="60717.1119">13723 8020 0,'-40'-40'16,"80"80"-16,-120-120 31,80 40-31,40 40 16</inkml:trace>
  <inkml:trace contextRef="#ctx0" brushRef="#br0" timeOffset="61237.0081">14325 8141 0,'0'40'16,"0"-80"-16,0 120 0,0 0 15,0-40-15,0 0 16,0 1-16,0-1 31,0 40-15,0-120 15,40 0-31,-40 0 0,40-1 16,0 41-16,1-40 0,-1 40 15,0-40-15,0 0 0,0 40 16,0 0 0,-40 40-16,0 40 15,0-39-15,0-1 16,0 0-16,-40-40 0,40 40 0,-40 0 16,40 0-1,40-80 1,40-40-1,-39 80-15,-1-40 16,0 0-16,0 40 0,0-41 0,0 1 0,0 40 16,0-40-16,1 40 15,-1 0-15,0 0 0,0 0 16,0 0-16,-40 40 16,0 0-16,0 1 15,0-1-15,0 0 0,0 0 16,0 0-1,-40-40-15,40 40 0,0 0 16,0 0 0</inkml:trace>
  <inkml:trace contextRef="#ctx0" brushRef="#br0" timeOffset="61477.0676">15730 8261 0,'0'0'0,"-41"0"0,41 80 31,0-40-31,0 81 16,0 79 0,-40-39-1,0-1 16,0-120-31</inkml:trace>
  <inkml:trace contextRef="#ctx0" brushRef="#br0" timeOffset="61747.0833">15730 8341 0,'0'-40'0,"0"80"0,0-160 31,40 80-31,0 0 0,40 40 16,40 0-1,-39 160 1,-121 1 15,-241-1-15,200-120-1,-39-40 1,120-40-16</inkml:trace>
  <inkml:trace contextRef="#ctx0" brushRef="#br0" timeOffset="62147.0567">16452 8341 0,'-40'0'16,"40"40"0,0 1-1,0-1-15,0 0 0,40 0 0,-40 0 16,0 0-16,0 0 0,40 0 0,-40 0 16,40-40-1,-40 40-15,40-40 16,0 0-1,-40-40-15,40 0 16,1 0 0,-41 0-16,40 0 0,-40 0 15,40 0-15,0 80 32,-40 0-17,0 0 1,40-40-16,-40 40 0,0 0 0,0 0 15,40 0 1,-40 1-16,0-1 0,40-40 31,0-40-15</inkml:trace>
  <inkml:trace contextRef="#ctx0" brushRef="#br0" timeOffset="62377.117">17415 8020 0,'-40'0'15,"80"0"-15,-120 41 16,80-1-16,0 80 16,0 81 15,0-1-16,0-120 1,40-40-16</inkml:trace>
  <inkml:trace contextRef="#ctx0" brushRef="#br0" timeOffset="62617.1039">17856 8341 0,'-40'-40'31,"0"40"-31,0 40 16,40 81 0,40 79 15,40-39-15,-80 39-1,-120-160 1,-1-120 15,121 40-31</inkml:trace>
  <inkml:trace contextRef="#ctx0" brushRef="#br0" timeOffset="62897.0869">18137 8542 0,'40'0'15,"0"40"1,41-40-1,39-40 17,-120-40-17,0 40 1,-160 80 0,39 120 15,81 0-16,160 1 1,242-1 15,-202-120-31</inkml:trace>
  <inkml:trace contextRef="#ctx0" brushRef="#br0" timeOffset="63317.0632">20464 8261 0,'0'0'16,"-120"-40"-1,40 40 1,-41 120 15,121 121-15,0 40-1,41-81 17,-202-79-17,1-162 1,39-119 0,121 80-16</inkml:trace>
  <inkml:trace contextRef="#ctx0" brushRef="#br0" timeOffset="63536.976">20625 8542 0,'0'40'16,"0"-80"-16,0 160 15,0-80-15,0 40 31,0 81-15,0-1 0,0-79 15</inkml:trace>
  <inkml:trace contextRef="#ctx0" brushRef="#br0" timeOffset="63697.0404">20785 8261 0,'-40'0'16,"80"0"-16,-40 0 31,121 0-31</inkml:trace>
  <inkml:trace contextRef="#ctx0" brushRef="#br0" timeOffset="64246.9369">21668 8542 0,'-160'0'16,"120"0"-16,-1 0 0,-79 0 31,40 80-16,120 40 1,80-80 15,1-40-15,-41-40 0,-80-120-1,0 120 16,0 80-31,0 0 16,0 40 0,0 121 15,0 80-15,-120-41-1,-81 1 1,40-121 15,81-120-15,40-40-1,40-120 1,161-81 15,79 0-15,-39 161-1,-121 40 1,0 0-16</inkml:trace>
  <inkml:trace contextRef="#ctx0" brushRef="#br0" timeOffset="64656.9839">22270 8622 0,'0'0'15,"0"40"17,0 0-17,0 121 1,-80-1 0,0-80-1,80-40 16,40-80-15,120-120 0,1 40 15,-81 79-15,-40 122-1,0 79 1,-40-80 15,81-40-15,39-40-1,-80 0-15</inkml:trace>
  <inkml:trace contextRef="#ctx0" brushRef="#br0" timeOffset="65126.8878">23313 8702 0,'0'0'15,"0"-40"-15,-40 40 32,-120 80-17,39 41 1,81-41 0,80-40 15,81-120-16,-1 40 1,-40 0 0,-39 40-1,39 40 1,40 0 0,1-80-1,-41-81 16,-80 81-31,40-120 16,40-81 0,-40 41 15,-40 240-15,-40 40-1,-40 201 1,40-1 15,0 41-15,40-200-16</inkml:trace>
  <inkml:trace contextRef="#ctx0" brushRef="#br0" timeOffset="66916.7857">5216 10146 0,'0'40'0,"-40"-40"47,0 0-47,0 40 31,0-40-31,0 80 0,0-80 16,40 41-16,-40-1 15,40 0-15,-41 0 0,1 0 0,40 0 0,0 0 16,-40 0-16,40 0 0,0 1 0,0-1 16,0 0-16,0 0 0,0 0 15,40-40-15,-40 40 0,40-40 0,-40 40 0,41-40 16,-1 0-1,0 0-15,0 0 0,0-40 16,-40 0-16,40 0 16,-40 0-16,0 0 0,0 0 0,0-1 15,0 1 1,0 0-16,0 0 0,0 0 0,0 0 0,0 0 16,-40 0-16,40 0 0,0-41 0,0 41 0,0 0 15,0 0-15,0 0 0,0 0 16,0 0-16,0 0 0,0 0 15,0-1 1,40 41-16,0 0 0,0 0 16,-40-40-16,41 40 0,-1 0 15,0 0-15,0 0 0,0 0 16,0 0-16</inkml:trace>
  <inkml:trace contextRef="#ctx0" brushRef="#br0" timeOffset="67246.8355">5899 9946 0,'0'0'15,"-41"0"1,1 0 0,-40 40-1,-40 80 1,39 121 0,122-1-1,39-79 16,-40-161-31,40 40 16,0-80 0</inkml:trace>
  <inkml:trace contextRef="#ctx0" brushRef="#br0" timeOffset="67596.7779">6099 10226 0,'0'0'16,"40"0"-16,-40-40 15,0 80 1,0 0-16,40 41 16,1-41-16,-41 0 15,40-40-15,-40 40 0,40 0 0,-40 0 16,0 0-16,0 0 16,0-80-1,0-40 1,40 40-1,0 0-15,-40 0 0,40 0 0,0-1 16,-40 1 0,40 40-16,1 0 15,-1 40 1,-40 1-16,40-41 0,-40 80 0,0-40 16,40 0-16,-40 0 0,0 0 15,0 0-15,0 0 16,0 1-1</inkml:trace>
  <inkml:trace contextRef="#ctx0" brushRef="#br0" timeOffset="67806.7619">7142 10186 0,'0'0'0,"0"40"16,0 40-1,0-39 1,0-1-16,0 0 0,0 0 16,0 0-16,0 0 0,0 0 0,0 0 0,0 0 15,0 1-15,0-1 16,-40 0-16,40 0 0,-40 0 0,0 0 0,0 0 16,0 0-16,0-40 0,0 40 0,-1 0 15</inkml:trace>
  <inkml:trace contextRef="#ctx0" brushRef="#br0" timeOffset="68036.7232">7584 10547 0,'0'0'0,"40"-40"16,80 40-1,-79-40-15,79 40 32,40 0-17,-119 40 1,-1-40-16</inkml:trace>
  <inkml:trace contextRef="#ctx0" brushRef="#br0" timeOffset="68266.7746">7825 10948 0,'0'0'0,"-40"0"0,-1 0 16,41-40-1,81 40 1,79-40-1,-80 0 17,41 40-17,-81 0-15</inkml:trace>
  <inkml:trace contextRef="#ctx0" brushRef="#br0" timeOffset="69086.6539">9189 10387 0,'-40'0'0,"80"0"0,-80 40 32,80-40-32,0 0 15,0 0-15,0 0 16,0 0-16,-40-40 16,41 0-16,-41-1 0,0 1 15,0 0 1,0 0-16,0 0 0,40 40 0,-40-40 15,0 0-15,0 0 16,0 0-16,0 80 47,0 40-31,0-40-16,-40 0 15,40 40-15,0-40 0,0 1 0,0-1 16,0 0-16,0 0 15,0 0-15,-41 0 0,41 0 0,0 0 0,0 0 16,0 1-16,0-1 16,0 0-16,0 0 0,0 0 0,0 0 15,0 0 1,-40-40 0,0 0-1,0-40 1,0 40-16,0 0 0,0-40 15,0 40 1,-1 0-16,1 0 0,0 0 16,80 0 31,-40 40-47,81-40 15,-41 0-15,0 0 16,0 0-16,0 0 0,0 0 15,0 0-15,0 0 0,1 0 0,-1 0 0,0 0 16,0 0-16,0 0 16,0 0-16,0 0 0,-40-40 0,40 40 15,-80 0 17,0 0-1,0 0-31</inkml:trace>
  <inkml:trace contextRef="#ctx0" brushRef="#br0" timeOffset="69466.706">11436 10186 0,'0'-40'16,"0"80"-16,-40-120 15,0 80-15,40 40 78,40-40-78</inkml:trace>
  <inkml:trace contextRef="#ctx0" brushRef="#br0" timeOffset="69666.6949">11195 10908 0,'-40'80'31,"80"-160"-31,-160 200 0,120-80 0,-80 41 31,40-41-31,-1 40 31,1-40-15,0 0 0</inkml:trace>
  <inkml:trace contextRef="#ctx0" brushRef="#br0" timeOffset="70156.6093">12640 10587 0,'0'0'0,"-80"0"31,80 40-15,120 41 0,-120 79-1,-40-80 16,0-80-31,0 0 16,80-120 0,120-41 15,-39 121-31,-1 0 16,-80 40-1,0 121 1,-40-41-1,-40 120 1,0-79 15,40-41-15,40-80-16</inkml:trace>
  <inkml:trace contextRef="#ctx0" brushRef="#br0" timeOffset="70386.5797">13482 10748 0,'41'0'31,"39"-40"-15,80 40-1,41-41 1,-41 41 15,-79 0-31,-41 0 16</inkml:trace>
  <inkml:trace contextRef="#ctx0" brushRef="#br0" timeOffset="70586.5674">13683 11109 0,'-40'40'16,"80"-80"-16,-80 120 15,80-80-15,40-80 16,161 39 0,-40-39 15,-41 40-31</inkml:trace>
  <inkml:trace contextRef="#ctx0" brushRef="#br0" timeOffset="70936.6198">15449 10667 0,'0'0'0,"-81"-40"16,-39 0-1,40 40-15,-81 40 32,81 81-32,0 39 15,80-80 1,200 81 0,-79-121-1,39-120 1,-39-81 15,-121 81-31,0-80 31,-161 79-15,-39 81 0,39 40-1</inkml:trace>
  <inkml:trace contextRef="#ctx0" brushRef="#br0" timeOffset="71766.513">9149 11991 0,'-40'0'47,"0"0"-47,-1 0 16,1 0 0,0 0-16,40 40 0,-40-40 15,40 40 1,0 0-16,0 0 0,0 0 0,0 1 15,40-1-15,0 0 16,41 0-16,-41-40 0,0 0 16,0 0-16,0 0 15,0 0-15,0-40 0,0 40 0,1-40 0,-1 40 16,-40-40-16,40 40 0,-40-41 0,40 1 0,-40 0 16,0 0-16,0 0 0,0 0 15,0 0-15,-40 0 0,40 0 0,-40-1 16,40 1-16,-40 0 0,-1 40 15,41-40-15,-40 40 0,0 0 0,0 0 16,0 0 0,40 40-16,0 0 15,0 0-15</inkml:trace>
  <inkml:trace contextRef="#ctx0" brushRef="#br0" timeOffset="72306.5556">10874 11830 0,'0'0'15,"0"-40"1,0 0-1,40 40 17,-40-40-17,-40 80 1,0 81 0,40-81-16</inkml:trace>
  <inkml:trace contextRef="#ctx0" brushRef="#br0" timeOffset="72496.5444">10714 12472 0,'-40'40'15,"80"-80"-15,-161 160 16,121-79-16,-40-41 0,0 40 16,-40 40-1,0 0 1,39-40-1,-39 0 1</inkml:trace>
  <inkml:trace contextRef="#ctx0" brushRef="#br0" timeOffset="72916.5199">12359 12352 0,'-80'0'15,"160"0"-15,-160-40 0,-81 40 16,121 0-16,0 0 15,-40 40-15,-1 80 32,122 41-17,79-81 1,-40-40 0,-40-40-16,0 0 0,1-40 0,39-40 31,-80-41-16,-121-39 1,-39 80 15,80 80-15,80 40-16</inkml:trace>
  <inkml:trace contextRef="#ctx0" brushRef="#br0" timeOffset="73166.5053">13001 12111 0,'-80'0'16,"40"40"-16,-41 0 31,1 121-16,80-121-15,-80 160 16,40-159-16,40 39 31,-40 40-15,-1-120-16</inkml:trace>
  <inkml:trace contextRef="#ctx0" brushRef="#br0" timeOffset="73646.4777">12399 12673 0,'40'0'15,"40"0"-15,-39-40 16,-1 40-16,40 0 16,-40-41-16,40 41 0,-40 0 0,41-40 0,-41 40 15,0-40-15,0 40 0,-40-40 16,40 40-16,0-40 0,-40 0 0,0 0 0,40 40 15,-40-40-15,0 0 16,0 0-16,-40 80 31,40 0-15,-40-40-16,40 40 0,0 0 0,0 0 16,-40 0-16,40 0 15,-40-40-15,40 40 0,0 0 0,-40 1 0,40-1 16,0 0-16,-40 0 15,40 0-15,0 0 16,40-40 15,-40-40-31,40 40 0,0-40 0,0 40 16,0-40-16,0 0 16,1 40-16,-1 0 0,0 0 15,-40 40 1,40-40-16,-40 40 15,0 0-15,0 0 16,0 0-16,0 0 16,0 0-1,40-40-15</inkml:trace>
  <inkml:trace contextRef="#ctx0" brushRef="#br0" timeOffset="73926.4611">13723 12873 0,'0'-40'0,"0"0"16,40 40-16,-40-40 0,81 40 15,-81-40-15,40 40 0,0-40 0,0 40 0,0-40 16,0-1 0,-40 1-16,0 0 0,0 0 15,-40 40 1,0 0-16,0 0 15,0 40 1,0 0-16,-1-40 0,41 40 0,0 1 16,-40-1-16,40 0 15,0 0-15,0 0 0,0 0 0,0 0 0,0 0 16,0 0-16,40 1 0,1-41 16,-1 0-1</inkml:trace>
  <inkml:trace contextRef="#ctx0" brushRef="#br0" timeOffset="74226.4433">14205 12633 0,'0'-41'0,"40"41"32,0 0-32,0 41 15,0-1 1,0 0-16,-40 0 0,40 0 15,-40 0-15,0 0 16,0 0-16,-40-40 16,0 0-1,0 0 1,40-40-16,0 0 16,0 0-16,80 0 15,-40 0-15,1 0 0,-1 40 16,0-40-1,-40-1-15,40 41 0,0-40 16</inkml:trace>
  <inkml:trace contextRef="#ctx0" brushRef="#br0" timeOffset="74676.4177">14847 12432 0,'0'0'0,"-40"0"15,40 40 1,-40 40-1,40-40 1,0 1-16,0 39 16,0 0-1,0-40 1,80-40 0,0-80-1,0 0 16,-80 40-15,0 80 0,0 80-1,81-40 17,-1-40-32,0-40 15,0-40 1,-40-80 15,-80 0-15,-80-1-1,40 41 1</inkml:trace>
  <inkml:trace contextRef="#ctx0" brushRef="#br0" timeOffset="74916.4035">15930 12512 0,'-40'0'16,"80"0"-16,-120 0 0,80 40 46,0 0-30,0 1-16,0-1 0,0 0 16,0 0-16,0 0 15,0 0-15,0 0 0,0 0 16,0 0-16</inkml:trace>
  <inkml:trace contextRef="#ctx0" brushRef="#br0" timeOffset="75066.3948">16171 12352 0,'-40'-40'32,"80"80"-32,-120-80 0,-1 0 15,122 40 1</inkml:trace>
  <inkml:trace contextRef="#ctx0" brushRef="#br0" timeOffset="75546.3675">16251 12552 0,'0'40'15,"0"1"-15,0-1 31,0 0-31,0 0 0,0 0 16,0 0-16,0 0 16,0 0-16,0 0 0,0 1 0,0-1 15,-40 0-15,0-40 16,0 0 0,0 0-1,40-40-15,0 0 16,40 40-16,-40-41 0,80 1 0,-40 40 0,0-40 15,0 40-15,1-40 16,-1 40-16,0-40 0,0 40 0,0-40 0,0 40 16,0-40-16,0 40 0,1-40 15,-1 40-15,0-40 0,0-1 16,0 1-16,-40 0 0,0 0 16,40 40-16,-40-40 15,-40 40-15,-40 40 16,40 0-1,40 0-15,-40 0 0,40 1 0,0-1 16,0 0 0,0 0-16,0 0 0,80 0 0,0 0 0,0 0 15,1 0-15,39 1 0,-40-1 0,41-40 0,-1 40 16,-40-40-16,0 0 0,41 0 16,-81 0-16,40-40 0</inkml:trace>
  <inkml:trace contextRef="#ctx0" brushRef="#br0" timeOffset="77976.4489">16773 10507 0,'-40'0'16,"40"40"171,0 0-171,0 0-16,0 0 15,40-40 1,0 0-16,-40 41 0,40-41 0,0 0 16,0 40-1,0-40-15,1 40 16,-1-40-16,0 0 16,0 0-1,0 0-15,-40-40 0,40 40 0,0 0 16,0 0-16,1-40 15,-1 40-15,0-41 0,0 1 0,0 0 16,0 40-16,0 0 0,0-40 16,1 40-16,-1-40 0,0 40 0,0-40 15,0 40-15,0 0 0,0 0 0,0-40 16,1 40-16,-1 0 16,0 0-16,0 0 0,0-40 0,0 40 0,0 0 15,1 0-15,-1 0 16,-80 0 124</inkml:trace>
  <inkml:trace contextRef="#ctx0" brushRef="#br0" timeOffset="80756.3061">2929 13395 0,'-40'0'78,"0"0"-63,40 40 1,-40-40-16,0 40 16,0 0-1,-1-40-15,1 40 0,0 0 16,0 0-16,0 0 15,0 0-15,40 1 0,-40-1 0,40 0 0,-40 0 16,40 0-16,0 0 16,0 0-16,0 0 0,40 0 15,0 0-15,0-40 0,0 0 16,0 0-16,0 0 0,0 0 16,1-40-16,-1 40 0,0-40 15,-40 0 1,40 0-16,-40 0 0,0 0 0,40 0 15,-40 0-15,0 0 0,0-1 16,0-39-16,0 40 0,0 0 0,0 0 0,0 0 16,0 0-16,0 0 15,-40-1-15,40 1 0,0 0 0,0 0 0,-40 0 16,40 0-16,0 0 0,0 0 16,0 0-16,0 0 15,40 40-15,0-41 16,0 41-1,0 0-15,-40-40 0,40 40 0,1 0 16,-1 0 0,0 0-16,0 0 0,0 0 0,0 40 15</inkml:trace>
  <inkml:trace contextRef="#ctx0" brushRef="#br0" timeOffset="81126.2933">3732 13074 0,'-40'0'47,"0"0"-31,-1 40-16,1-40 0,0 40 15,0-40-15,0 40 0,0 0 0,0 0 0,40 0 16,-41 0-16,1 1 0,40-1 16,-40 0-16,40 40 0,0-40 0,0 0 0,0 0 15,0 0-15,0 1 16,0-1-16,0 0 0,40 0 0,-40 0 0,40-40 15,-40 40-15,41-40 0,-1 40 16,0-40-16,0 0 0,0 0 0,0 0 16,0 0-16,1 0 15,-1-40-15,0 40 0</inkml:trace>
  <inkml:trace contextRef="#ctx0" brushRef="#br0" timeOffset="81436.3224">4013 13395 0,'40'0'16,"-40"40"-16,40 0 15,-40 0-15,0 80 32,0-80-32,0 0 0,0 1 0,-80 79 31,-1-80-31,41-40 0,-40 0 31,40 0-31,40-40 0,-40 0 16,0 0-16,40-41 15,0 41-15,120-40 16,41 0 0,-1 40-1</inkml:trace>
  <inkml:trace contextRef="#ctx0" brushRef="#br0" timeOffset="81729.4361">4494 13234 0,'0'40'16,"40"-40"-16,-40 80 31,0-39-31,0 79 31,0-80-31,0 120 16,0-79-16,-40-41 0,0 40 16,0-40-16,-80 80 15,79-80-15,1 1 0,0-41 16,-40 80-1,40-80-15</inkml:trace>
  <inkml:trace contextRef="#ctx0" brushRef="#br0" timeOffset="82016.4541">5297 13595 0,'0'0'16,"-40"-40"15,120 40-31,0 0 31,-40 0-31,0 0 0,201 0 32,-161 0-17</inkml:trace>
  <inkml:trace contextRef="#ctx0" brushRef="#br0" timeOffset="82206.4417">5176 14116 0,'0'0'15,"-40"0"1,161 0 0,-81-40-16,120 40 15,-120 0-15,0 0 0,41-40 31,-41 40-31</inkml:trace>
  <inkml:trace contextRef="#ctx0" brushRef="#br0" timeOffset="82986.324">6340 13876 0,'-40'0'31,"40"-40"-31,40 0 0,80-41 31,1 1-15,-121 40-16,0-80 31,-40 40-15,40 39-1,0 82 17,0-1-32,40 0 15,-40 0-15,0 0 0,0 0 0,0 0 0,0 0 16,0 0-16,0 1 0,0-1 16,0 0-16,0 0 0,0 0 0,-40 0 0,40 0 15,0 0 1,-41 0-16,41 0 0,0 1 0,0-1 0,0 0 15,-40 0-15,40 0 16,-40 0-16,40 0 16,-40-40-1,0 0 1,0 0 0,0-40-1,0 40 1,-1 0-1,1 0-15,0 0 0,0 0 16,0 0 0,0 0-16,40 40 47,40-40-47,0 0 15,0 0 1,0 0-16,0 0 0,1 0 0,-1 0 15,0 0 1,0 0-16,0-40 0,0 40 0,0 0 0,0 0 16,1 0-16,-1 0 15,0 0-15,-40-40 0,40 40 16,-80 0 15,0 0-15,0 0-1,-1 0-15,1 0 32</inkml:trace>
  <inkml:trace contextRef="#ctx0" brushRef="#br0" timeOffset="84136.2565">7945 13635 0,'-40'0'15,"0"0"-15,0 0 16,40-40-16,40 80 109</inkml:trace>
  <inkml:trace contextRef="#ctx0" brushRef="#br0" timeOffset="84316.3192">7785 14277 0,'0'0'16,"-41"0"-16,41 40 0,-40-40 0,40 40 0,-40 0 15,0-40-15,0 80 32,40-39-32,0-1 0,0 0 31</inkml:trace>
  <inkml:trace contextRef="#ctx0" brushRef="#br0" timeOffset="85256.1907">9630 14036 0,'-40'0'47,"0"0"-31,0 0-1,0 40 1,0-40 0,0 40-16,40 1 0,-41-1 15,1-40-15,40 40 0,0 0 0,-40 0 0,40 0 16,0 0 0,0 0-16,40-40 15,0 0 1,41 0-16,-41 0 0,0 0 15,0-40-15,0 40 16,-40-40-16,40 0 0,-40 0 16,0 0-1,0 0-15,0 0 0,40-1 0,-40 1 16,0 0-16,0 0 0,0 0 0,0 0 16,0 0-16,0 0 0,41 0 15,-41 0-15,0-1 16,0 1-1,40 40 1,0 0 0,-40 40-1</inkml:trace>
  <inkml:trace contextRef="#ctx0" brushRef="#br0" timeOffset="85586.1887">10393 13756 0,'0'0'0,"-121"0"31,81 80-15,40-40 0,-40-40-16,40 160 15,0-120-15,0 0 0,0 81 16,0-81-16,0 80 16,40-80-16,-40 0 31,40-40-31</inkml:trace>
  <inkml:trace contextRef="#ctx0" brushRef="#br0" timeOffset="85806.2333">10754 13956 0,'0'40'0,"-40"0"16,0 0-1,-1 81 17,1 39-17,40-80 1,0-40 0</inkml:trace>
  <inkml:trace contextRef="#ctx0" brushRef="#br0" timeOffset="86026.1547">11035 14036 0,'40'0'31,"-40"40"-31,40 41 31,-40-41-31,0 0 0,-80 120 32,40-120-32,-81 81 15,81-81-15,0-40 0,-80 80 16</inkml:trace>
  <inkml:trace contextRef="#ctx0" brushRef="#br0" timeOffset="86376.1691">12078 14397 0,'-40'0'16,"40"-40"-16,40 0 16,161 0 15,-1 40-16,-39 0 1,-121-40-16</inkml:trace>
  <inkml:trace contextRef="#ctx0" brushRef="#br0" timeOffset="86566.1894">12038 14718 0,'-40'40'32,"80"-80"-32,-40 80 15,120-40 1,-80 0-16,121 0 16,-81-40-16,-40 40 0,81-40 31,-81 0-31</inkml:trace>
  <inkml:trace contextRef="#ctx0" brushRef="#br0" timeOffset="86880.5791">13482 14237 0,'-40'0'0,"0"0"16,40 40-16,-160 0 15,120 0-15,-1 0 0,41 40 31,41 1-15,159-41 0,-160-40-1,41-80 1,-81-81 15,-121 41-15,-39 80-1,79 40 17,81 40-32</inkml:trace>
  <inkml:trace contextRef="#ctx0" brushRef="#br0" timeOffset="87320.5528">14767 14116 0,'-41'0'16,"1"0"-16,0 0 16,0 0-1,80 0 32,0 41-47,0-1 16</inkml:trace>
  <inkml:trace contextRef="#ctx0" brushRef="#br0" timeOffset="87480.5446">14606 14718 0,'0'0'0,"-120"160"32,79-119-32,-79 79 31,80 0-16,-40-40 1</inkml:trace>
  <inkml:trace contextRef="#ctx0" brushRef="#br0" timeOffset="87930.5171">15890 14598 0,'-201'0'16,"402"0"-16,-442 0 0,161 0 15,40 40-15,-80 40 16,120-40-16,0 121 16,120-81-16,-80-40 15,121 0 1,-1-40 15,-120-80-31,-40-81 31,0 121-31,-40-160 16,40 160-16,-40-121 16,40 121-1,120-80 1,-39 80 0,79 0-16</inkml:trace>
  <inkml:trace contextRef="#ctx0" brushRef="#br0" timeOffset="88160.5039">16532 14197 0,'-40'0'0,"0"0"16,-81 80-1,41 40 1,40 81-1,40-161-15,80 160 32,-80-160-32,121 1 15,-81-41-15,120 0 16,-120-41-16,1 1 16</inkml:trace>
  <inkml:trace contextRef="#ctx0" brushRef="#br0" timeOffset="88430.4881">16813 14397 0,'0'-40'0,"0"80"0,40-80 16,0 40-16,81 0 15,-41 80 1,-80 1 0,-80 79-1,-1-80 16,41-40-15,120-40 0,41-40-1,-41 0-15,81 0 32,-41 0-32</inkml:trace>
  <inkml:trace contextRef="#ctx0" brushRef="#br0" timeOffset="88630.4767">18017 14197 0,'-40'0'16,"-1"0"-16,41 80 16,-40 120-1,0 81 16,-80 0-15,-81-121 0,41-120-16</inkml:trace>
  <inkml:trace contextRef="#ctx0" brushRef="#br0" timeOffset="91310.321">3050 15921 0,'0'40'15,"40"-40"110,-40 40-109,40-40-16,0 41 15,-40-1-15,40 0 0,-40 0 16,0 0-16,40 0 0,-40 40 0,40-40 0,-40 0 16,40 41-16,-40-41 0,41 0 0,-1 0 0,-40 40 15,40-40-15,-40 0 16,40 1-16,0-1 0,0 0 0,0 0 16,1-40-16,-1 0 0,-40 40 15,40-40-15,0 0 0,0 0 0</inkml:trace>
  <inkml:trace contextRef="#ctx0" brushRef="#br0" timeOffset="91750.1456">3852 16082 0,'40'-81'31,"-80"162"-31,120-202 0,-80 81 0,-40 40 63,0 0-48,40 40-15,-40-40 0,0 40 0,0 1 16,0-41-16,0 40 0,40 0 16,-81 0-16,41-40 0,0 40 0,-40 0 0,40 40 15,-41-40-15,1 0 16,0 41-16,40-41 0,-41 0 0,1 40 0,40-40 0,-40 40 15,40-39-15,0-1 16,-1 0-16,1 0 0,40 0 0,-40 0 0,40 0 16,-40 0-16</inkml:trace>
  <inkml:trace contextRef="#ctx0" brushRef="#br0" timeOffset="92310.1915">5176 15881 0,'-40'0'0,"0"0"31,-40 0-15,40 0-16,0 0 16,-1-40-16,1 40 0,0 0 31,0 40-31,0 40 15,0-80-15,-81 201 16,121-121-16,-40-40 0,40 161 16,0-121-16,0 40 15,40-80-15,-40 41 16,41-41-16,79 120 16,-120-120-16,40 0 0,40-40 15</inkml:trace>
  <inkml:trace contextRef="#ctx0" brushRef="#br0" timeOffset="92590.1755">5457 16322 0,'0'-40'15,"0"80"-15,0-120 0,0 120 32,-40-40-32,40 80 15,0-40-15,0 121 16,0-81-16,0-40 0,-40 0 16,40 201-1,-40-161 1,40-40-16,0 40 15</inkml:trace>
  <inkml:trace contextRef="#ctx0" brushRef="#br0" timeOffset="92990.1129">6099 16202 0,'0'-40'16,"-40"40"0,40 40-1,-80 0 1,-81 120 15,81-119-31,40-1 0,-40 0 16,40-40-16,-81 40 15,41-40 1,120 0 15,0 0-15,0 0 0,0 0-16,1 0 0,-1 0 0,0 80 15,0-40 1,0 0-16,-40 0 0,40 1 0,-40-1 0,40 0 15,-40 0-15,40 0 16,-40 0-16,41 0 0,-1-40 0,0 40 16</inkml:trace>
  <inkml:trace contextRef="#ctx0" brushRef="#br0" timeOffset="93280.0859">6862 16122 0,'-41'0'0,"82"0"0,-82 40 32,82 0-17,39 201 1,-80-121-1,0-80-15,-80 161 16,39-121-16,1-40 0,0 0 16,-201 80-1,81-80 1</inkml:trace>
  <inkml:trace contextRef="#ctx0" brushRef="#br0" timeOffset="93510.1221">7544 16723 0,'0'0'16,"0"-40"-1,80 0 1,161-40-1,-41 40 1,-119 0 0</inkml:trace>
  <inkml:trace contextRef="#ctx0" brushRef="#br0" timeOffset="93710.1102">7584 17004 0,'-80'80'16,"160"-160"-16,-200 200 31,200-120-31,0 0 16,-40 0-16,81 0 16,-81 0-16,160-40 15,-79 40 1,-81 0-16,160-40 0</inkml:trace>
  <inkml:trace contextRef="#ctx0" brushRef="#br0" timeOffset="94570.0302">10312 16001 0,'0'0'16,"41"0"-16,-1 0 15,0 0-15,40 0 16,-80-40 15,-40 40-31,0 0 16,0 0-16,0 0 0,-1 0 15,1 0-15,0 0 16,0 0-16,-40 0 0,40 0 0,-41 40 0,41-40 16,-40 41-16,0-1 15,40-40-15,-41 40 0,1-40 0,40 0 0,-40 40 16,40-40-16,0 40 0,-1-40 15,1 40-15,0-40 0,0 0 0,0 0 0,0 40 16,0-40-16,40 40 31,0 0-15,40 0-16,0 1 16,0-41-16,40 40 0,-40-40 0,1 40 15,39-40-15,0 0 16,-40 40-16,40-40 0,1 0 0,-1 0 0,-40 0 15,40 0-15,1 0 0,-41 0 16,0 0-16,0 0 0,0 0 0,-80 0 31,0 40-31,0-40 16,-41 0-16,41 40 0,0-40 0,-40 40 0,40 0 16,-40-40-16,-1 40 0,41 1 15,-40-1-15,0 0 0,-1 0 0,1-40 0,0 40 16,0 0-16,40 0 15,-41 0-15,41 0 0,0 0 0,0 1 0,0-1 16,40 0-16,-40-40 0,40 40 0,0 0 16,80-40-16,0 0 15,-40 0-15,0 0 0,1 0 0,39 0 16,-40 40-16,40-40 16,0 0-16,-39 0 0,39 0 0,0 0 0,0 0 15,1 0-15,-1 0 0,0 0 16,0 0-16,1 0 0,-1 0 0,0 0 0,-40 0 15,40 0-15,1 0 16,-41 0-16,40 0 0,-40 0 0,0 0 0,0 0 16,1 0-16,-1 0 0,0-40 0,0 40 15,0 0 1,-120 0 0,40 0-1,0 0-15,40 40 0,-81-40 0</inkml:trace>
  <inkml:trace contextRef="#ctx0" brushRef="#br0" timeOffset="95130.0274">8627 18007 0,'-120'40'15,"240"-80"-15,-200 40 16,120-40 15,40 40-31,-40-41 16,1 41-1,-41 161 1,-41-41 15,1-80-15,40 0 0,0-80-1,0 0 1,81-80-1,-41 80 1,0 40-16,0 0 0,-40-40 0,80 40 16,-40 0-1,0 0-15,41 40 16,-81 0-16,40 0 0,-40 0 31,0 0-31,0 0 0,0 0 0,0 1 16,0 39-1,0-40-15,80-40 16,-40 0-16,81-40 16</inkml:trace>
  <inkml:trace contextRef="#ctx0" brushRef="#br0" timeOffset="95309.9774">9630 18047 0,'0'0'0,"-40"0"31,80 0-15,41-40-16,-41 40 15,0 0-15,0 0 16,0 0-16,0 0 0,0 0 0,0-40 0,1 40 16,-1 0-16,0 0 0,0 0 15</inkml:trace>
  <inkml:trace contextRef="#ctx0" brushRef="#br0" timeOffset="95499.9334">9550 18247 0,'0'40'16,"0"-80"-16,40 80 15,0-40 1,0 0-16,1 0 15,-1 0-15,0 0 16,0 0-16,0 0 0,0 0 0,40 0 0,-39 0 16,-1 0-16,40-40 0</inkml:trace>
  <inkml:trace contextRef="#ctx0" brushRef="#br0" timeOffset="95779.9537">10593 18087 0,'-80'0'31,"160"0"-31,-200 40 0,40-40 16,40 0-16,40 40 0,-41 0 31,82 0-31,159-40 32,-39-40-17,-161-40 1,0 40-1,-81-40 1,41 80-16,-40 0 16,40 0-16</inkml:trace>
  <inkml:trace contextRef="#ctx0" brushRef="#br0" timeOffset="96809.9563">9349 15681 0,'0'-41'0,"-40"41"15,40-40-15,-40 40 31,40 40-15,0 1 0,40-1-1,-40 0-15,0 0 16,0 0 0,-40 0 15,40-80 0,0 0-31,0 0 16,40 0-16,-40 0 0,40-1 0,-40 1 15,0 0-15,0 0 16,41 0-16,-41 0 0,0 0 31,0 120 0,40-80-31,-40 80 16,40-40-16,-40 0 0,40 1 16,0-1-1,-40 0-15,40-40 0,0 0 32,0-40-17,-40 0 1,41 40-16,-41-41 0,0 1 0,0 0 15,40 40-15,-40-40 16,0 0-16,0 0 0,0 0 0,0 0 16,0 0-1,-40 40-15,80 40 47</inkml:trace>
  <inkml:trace contextRef="#ctx0" brushRef="#br0" timeOffset="96999.8713">10112 15600 0,'-40'0'0,"0"0"15,40-40 1,40 40-1,0 0 1,0 0-16,0 0 0,0 0 16,0 0-16</inkml:trace>
  <inkml:trace contextRef="#ctx0" brushRef="#br0" timeOffset="97209.8921">10593 15280 0,'0'-41'16,"0"82"15,0-1-15,0 0 0,0 0-16,0 0 0,0 0 0,0 0 15,0 0 1,0 0-16,-40 0 0,40 1 0,0-1 15</inkml:trace>
  <inkml:trace contextRef="#ctx0" brushRef="#br0" timeOffset="99649.72">11276 16804 0,'-41'0'0,"1"40"16,40-80 15,0-1-16,40 41 1,-40-40-16,41 40 16,-1 0-16,-40-40 0,40 40 15,0 0 1,0 0-16,-40 40 0,40 0 16,-40 1-1,40-41-15,-40 40 0,0 0 0,0 0 16,0 0-16,0 0 15,-80 0-15,80 0 0,-40-40 0,40 40 16,0 0-16,-40-40 0,0 41 16,80-122 31,0 41-47,0 40 0,0-40 0,0 0 15,0 0-15,1 0 16,-1 0-16,0 0 0,0 0 0,0-1 0,0 1 15,-40 0-15,40 0 16,0 40-16,-40-40 0,41 40 0,-41-40 0,40 40 16,-80 0 15,-1 0-15,1 40-1,40 0-15,-40-40 0,40 40 0,-40 0 16,40 0-16,-40 1 0,40-1 15,0 0-15,0 0 0,0 0 0,0 0 16,0 0-16,0 0 0,40-40 0,-40 40 16,80-40-1,-40 0-15,1-40 16,-1 40-16</inkml:trace>
  <inkml:trace contextRef="#ctx0" brushRef="#br0" timeOffset="99949.7069">12640 16443 0,'-40'0'16,"0"0"-16,-1-41 15,1 41-15,0 0 16,0 0-1,40 41-15,-40 39 16,0-40-16,40 0 0,-40 0 0,40 0 16,0 0-16,-40 0 0,40 1 15,0-1-15,0 0 0,0 0 0,0 0 0,0 0 16,40 0 0,-40 0-16,40-40 0,0 40 0,0-40 15,0 0 1,0 0-16</inkml:trace>
  <inkml:trace contextRef="#ctx0" brushRef="#br0" timeOffset="100389.7471">12840 16643 0,'-40'0'16,"80"0"-16,-40 0 31,41 0-31,-41 40 0,40-40 0,0 40 16,-40 41-1,0-41-15,0 0 16,0 0 0,0 0-16,-40-40 0,40-40 46,80 40-46,-80-40 0,40 40 0,-40-40 16,40 40-16,0-40 0,0 40 16,-40-41-16,41 41 0,-41-40 0,40 40 15,0 0 1,-40 81 0,40-41-16,-40 0 15,0 0-15,0 0 0,0 0 16,0 0-1,0 0-15,0 0 16,-40-40 0,40 40-16,-40-40 0</inkml:trace>
  <inkml:trace contextRef="#ctx0" brushRef="#br0" timeOffset="100649.6684">13523 16523 0,'0'0'15,"40"0"1,40 0 15,-40 40-31,0 160 31,-80 1-15,-40-121-16,-121 81 31,41-81-31</inkml:trace>
  <inkml:trace contextRef="#ctx0" brushRef="#br0" timeOffset="102179.7634">14486 16804 0,'0'40'0,"-41"-40"16,41 40 31,41-40-47,-41 40 0,40-40 15,40 0-15,-40 0 16,0 0-16,0 0 0,1 0 0,-1 0 15,0 0-15,-40-40 16,40 40-16,-40-40 0,40 40 0,-40-40 0,0-1 16,0 1-16,-80 0 15,40 0-15,0 40 16,-1 0-16,1 0 0,0 0 0,0 0 16,0 0-1,0 40-15,0 0 0,40 0 16,-41-40-16,41 41 15,0-1-15,0 0 0,0 0 16,0 0-16,0 0 0,41-40 0,-41 40 0,40-40 16,-40 40-16,40-40 15,-40 40-15,40-40 0,0 40 0,0-40 16,0 0-16,1 0 16,-1 0-16,0 0 0,0 0 0,0 0 15</inkml:trace>
  <inkml:trace contextRef="#ctx0" brushRef="#br0" timeOffset="102479.7462">15088 16242 0,'0'0'0,"-41"0"0,1 0 32,80 0-17,1 0 1,119 0-1,41 0 1</inkml:trace>
  <inkml:trace contextRef="#ctx0" brushRef="#br0" timeOffset="102909.7924">15730 16162 0,'40'0'0,"0"0"31,0 0-31,0 0 16,-40-40 0,0 0-16,40 0 31,-40-1-16,-40 41 1,40 41 31,0-1-31,0 0-16,0 0 0,0 0 15,0 0-15,0 0 0,0 0 0,0 0 0,0 0 16,0 1-16,0-1 15,-40 0-15,40 0 0,0 0 0,0 0 16,-40-40-16,40 40 0,-40 0 0,0 0 16,-1-40-16,1 0 15,0 0-15,40-40 16,0 0 0</inkml:trace>
  <inkml:trace contextRef="#ctx0" brushRef="#br0" timeOffset="103109.7796">15850 15961 0,'0'0'0,"-40"-40"16,0 0-1,80-40 16,40 80-15</inkml:trace>
  <inkml:trace contextRef="#ctx0" brushRef="#br0" timeOffset="103689.7462">16452 15801 0,'0'40'32,"80"-40"30,-40 0-62,-40 40 0,0 0 16,0 0-16,0 0 0,0 1 0,-40-1 15,0 0-15,40 0 16,-80-40-16,80 40 0,-40-40 0,-1 40 0,1-40 16,0 0-1,80-40 16,0 40-15,1 0 0,-1 0-1,-40 40-15,40-40 16,-40 40-16,40-40 0,-40 40 16,40-40-16,0 0 0,0 0 15,0 0 1</inkml:trace>
  <inkml:trace contextRef="#ctx0" brushRef="#br0" timeOffset="104079.6508">16973 16001 0,'-80'0'0,"40"41"16,40-1-1,-40 40 16,0-40-31,40 0 16,0 0-16,0 0 0,0-80 31,0 0-15,0-40 0,0 40-16,40 40 0,-40-40 0,40 0 15,0-1-15,-40 1 16,40 0-16,-40 0 0,40 40 31,-40 40-15,41 0-16,-41 0 15,40 1 1,-40-1-16,0 0 0,0 0 0,40-40 16,-40 40-16,0 0 15,0 0-15,40-40 16</inkml:trace>
  <inkml:trace contextRef="#ctx0" brushRef="#br0" timeOffset="104289.6599">16853 15921 0,'0'-40'0,"0"80"0,-40-120 15,40 40-15,0 0 16,80 40 0,81-40-1,-121 40 1,0 0-16,80 40 16</inkml:trace>
  <inkml:trace contextRef="#ctx0" brushRef="#br0" timeOffset="104599.62">16372 16643 0,'40'0'16,"40"0"-1,-80-40-15,160 40 16,-119 0-16,39-40 31,-40 40-31,40 0 0,-40 0 0,121 0 31</inkml:trace>
  <inkml:trace contextRef="#ctx0" brushRef="#br0" timeOffset="105219.5863">16693 16804 0,'0'40'16,"-41"-40"-16,41 40 15,0 0 1,0 0 15,0 0-31,0 40 31,0 41-15,-40-81-16,0-40 31,40-40-31,40-41 32,-40 41-32,81-80 15,-81 80-15,40-40 16,-40 40-1,0 80 17,0 0-32,40 0 15,-40 0-15,0 0 16,40-40-16,-40 40 0,40-40 0,-40 40 0,40-40 16,-40 40-16,40-40 15,-40 40-15,40-40 0,1 0 16,-1 0-16,0 0 15,-40-40-15,40 40 0,-40-40 16,40 40-16,-40-40 0,0 0 0,0 0 16,0 0-1,0 0-15,0 0 16,0 0-16,-40-1 16,40 1 30</inkml:trace>
  <inkml:trace contextRef="#ctx0" brushRef="#br0" timeOffset="105619.5602">17816 16122 0,'0'0'0,"-80"40"32,80 0-17,0 0 1,0 40 15,0 41-31,0 79 31,0-80-15</inkml:trace>
  <inkml:trace contextRef="#ctx0" brushRef="#br0" timeOffset="105979.5419">18097 16322 0,'40'-40'15,"-80"80"-15,80-120 16,-80 120 0,0-40-1,40 80-15,-40-80 16,0 0-16,-1 40 0,41 1 0,-40-41 16,40 40-16,-40-40 0,0 40 15,0-40-15,0 40 16,80-40 31,0-40-47,0 40 15,0 0 1,0 0-16,1 0 16,-1 0-16,-40 40 0,40-40 0,0 40 15,0-40 1,0 40-16,0 0 15,1-40-15,-1 0 0</inkml:trace>
  <inkml:trace contextRef="#ctx0" brushRef="#br0" timeOffset="106559.5794">18458 16202 0,'-40'0'0,"80"0"31,-40 40-31,40-40 0,-40 40 16,40 0-16,-40 0 16,0 0-16,0 1 15,-40-41-15,40 40 0,-40 0 16,40 0-16,-40-40 15,40-40 17,40 40-32,-40-40 0,40 40 15,-40-40-15,40 40 0,-40-41 16,41 41-16,-1-40 0,0 0 0,0 40 16,0 0-1,-40 40 1,0 0-1,0 1-15,0-1 0,0 0 16,0 0 0,40-40-1,0 0-15,0 0 16,1 0 0,-1 0-16,-40-40 15,40 40-15,0-40 16,0 0-16,0 40 15,-40-41-15</inkml:trace>
  <inkml:trace contextRef="#ctx0" brushRef="#br0" timeOffset="134488.5081">16612 10306 0,'40'0'31</inkml:trace>
  <inkml:trace contextRef="#ctx0" brushRef="#br0" timeOffset="140768.0446">21187 16402 0,'40'0'235,"0"0"-235,-40-40 0,40 40 0,0 0 15,0 0-15,41 0 0,-41-40 0,0 40 0,40 0 16,-40 0-16,0-40 0,41 40 15,-41 0-15,0 0 0,0-40 0,0 40 0,0 0 16,0 0 0</inkml:trace>
  <inkml:trace contextRef="#ctx0" brushRef="#br0" timeOffset="141138.0794">21227 16844 0,'-40'40'15,"80"-80"-15,-120 120 16,120-80-1,0 0 1,0 0 0,40-40-16,-40 40 0,0 0 0,1-40 0,39 40 15,-40 0-15,40-40 16,-40 40-16,0 0 0,41 0 0,-41 0 0,0 0 16,0 0-16,0 0 15,0 0-15,1 0 0,-1 0 16,-80 0 15,-1 0-15,1 0-1,0 0-15</inkml:trace>
  <inkml:trace contextRef="#ctx0" brushRef="#br0" timeOffset="144212.9939">22912 16162 0,'0'-40'16,"-40"40"0,40-40-1,40 40-15,-40-40 0,40 40 16,0 0 0,1 0-16,-1 40 15,0 0-15,-40 0 16,0 0-16,0 0 15,0 0-15,0 0 0,-40 0 0,40 0 16,-40-40 0,40 41-16,-41-41 0,41 40 0,-40-40 0,0 40 15,0-40 1,80-40 15,0 0-15,41-1-16,-41 1 0,0 40 15,0-40-15,0 0 0,0 40 16,0-40-16,-40 0 0,40 40 0,1-40 0,-1 0 16,0 40-1,0 0-15,-40-40 0,-40 40 47,0 40-31,0-40-1,40 40-15,-41-40 0,1 40 0,0 0 16,0 0-16,40 0 16,-40-40-16,40 40 0,0 0 0,-40-40 0,40 41 15,0-1 1,0 0-16,0 0 16,40-40-16,0 0 15,-40 40-15,40-40 0,0 0 16,0 0-16,1 40 0,-1-40 15</inkml:trace>
  <inkml:trace contextRef="#ctx0" brushRef="#br0" timeOffset="144493.0234">24036 16122 0,'0'-80'31,"0"160"-31,-40-201 16,-1 121 0,1 41-16,-40 79 31,0 80-15,80 41-1,40-81 1,40-119 15,0-1-31</inkml:trace>
  <inkml:trace contextRef="#ctx0" brushRef="#br0" timeOffset="144772.9717">24597 16122 0,'0'0'16,"41"0"-16,-41 40 31,40 0-15,-40 80-1,-40 1 1,-121-81 15,1-40-15,119-81-1,82-39 1,119 40 15,-40 40-31</inkml:trace>
  <inkml:trace contextRef="#ctx0" brushRef="#br0" timeOffset="145032.9194">25039 15961 0,'0'0'0,"40"0"16,40 0 15,0 81-15,-80 79-1,-40 40 1,0-159-16,-80 79 31,-41 40-15,41-79-1</inkml:trace>
  <inkml:trace contextRef="#ctx0" brushRef="#br0" timeOffset="145572.9619">25601 16282 0,'-81'0'31,"162"0"-31,-121 0 16,120 0 0,80 0-1,-79 0 16,-41-40-15,-40-40 0,-81 80 15,-79 40-15,-1 40-1,41 40 1,120 1 15,120-41-15,1 0-1,-1-80 1,41-40 0,-121 40-1,0-40-15</inkml:trace>
  <inkml:trace contextRef="#ctx0" brushRef="#br0" timeOffset="146092.9309">26604 15400 0,'0'0'0,"-40"0"15,0 0 1,-1 40-1,-39 40 17,40-80-32,-40 120 31,80-39-15,120-81-1,1 0 1,-81 0-16,0-40 31,-40-81-15,0 1-1,-80 80 17,-1 40-17,1 0 1,80 120-1</inkml:trace>
  <inkml:trace contextRef="#ctx0" brushRef="#br0" timeOffset="146682.8221">26684 16242 0,'0'0'15,"-40"0"-15,80 0 31,0 0-15,40 0-16,-39 0 16,-1 0-16,-40-40 0,40 40 0,0 0 15,0 0 1,0 0-16,0 0 0,0 0 16,1 0-16,-1 0 15,0 0-15</inkml:trace>
  <inkml:trace contextRef="#ctx0" brushRef="#br0" timeOffset="147032.974">26724 16563 0,'0'0'0,"-80"40"15,40-40 16,80 0-15,80 0 0,41 0 15,39 0-15,-79 0-1,-81 40 1,-40-80-1,-40 40 1,-40 0 0,39 0-1,41-40 1</inkml:trace>
  <inkml:trace contextRef="#ctx0" brushRef="#br0" timeOffset="147642.9604">23795 16804 0,'-40'0'31,"40"-41"-15,40 1 0,0 0-16,40 40 31</inkml:trace>
  <inkml:trace contextRef="#ctx0" brushRef="#br0" timeOffset="147852.9964">24838 17124 0,'-40'-40'0,"80"80"0,-120-160 31,40 120-31,0 0 0,40-40 0</inkml:trace>
  <inkml:trace contextRef="#ctx0" brushRef="#br0" timeOffset="149522.8992">28088 16001 0,'41'0'16,"-41"-40"46,-41 40 16,41 40-62,0 1 0,-40-41-16,40 40 15,-40 0-15,40 0 0,-40 0 16,40 0-16,0 0 0,-40 0 0,40 0 0,0 0 15,-40 1-15,40-1 0,0 0 16,-40 0-16,40 0 0,0 0 0,0 0 0,0 0 16,0 0-1,0 1-15,40-41 0,0 0 16,-40-41-16</inkml:trace>
  <inkml:trace contextRef="#ctx0" brushRef="#br0" timeOffset="152632.7753">30175 16162 0,'0'40'78,"-80"40"-78,80-40 15,0 0-15,0 0 0,0 1 0,-40-1 0,40 0 16,-40 0-16,40 0 16,-41-40-16,41 40 0,-40 0 0,40 0 15,-40-40-15,40 40 0,-40-40 16,40-40 0,0-40-1,0 40-15,0 0 0,0 0 0,0 0 0,40 0 16,-40-1-16,40-39 0,-40 40 0,81-40 0,-81 40 15,40-40-15,0 40 0,-40-1 16,40 1-16,-40 0 0,40 0 0,0 40 16,-40-40-1,40 40-15,0 0 16,1 40-16,-1 0 16,0 0-16,-40 0 0,40 1 0,-40-1 0,40 0 15,0 0-15,-40 40 0,40-40 0,-40 0 0,0 0 16,40 0-16,-40 1 15,0-1-15,0 0 0,0 0 0,0 0 0,0 0 16,0 0-16,0 0 16,0 0-16,-40-40 0,0 0 15</inkml:trace>
  <inkml:trace contextRef="#ctx0" brushRef="#br0" timeOffset="153242.8145">30255 16563 0,'0'0'0,"0"-40"0,0 0 31,0 0-31,40-41 16,81-39-1,-41 120 1,161 0 0,-41 40-1,-79 80 16,-81-79-31,-40-1 16,40-40 0,0-40-1,-40-1 1,40 41-16,0-80 31,41 40-15,-41 40-16,0 0 15,0 40 1,40 0 15,1-40-15,79-80 0,-120 40-1,0-80 1,-40 80-1,0 80 17,0 40-32,0 161 31,0 39-15,-120-39-1,80-161 1,-81 0-16,-79-40 31,39-40-31</inkml:trace>
  <inkml:trace contextRef="#ctx0" brushRef="#br0" timeOffset="153562.7563">29734 17686 0,'-161'40'32,"322"-80"-32,-282 40 15,202-40-15,-41 40 16,642-121 0,281 41-1,-482 0 1,161 80-1,-481 0 1,-41 0 0,-160 0-1,0 0 1,-161-80 0,1 0-1</inkml:trace>
  <inkml:trace contextRef="#ctx0" brushRef="#br0" timeOffset="201435.5796">21628 2326 0,'0'0'0,"40"0"0,0 0 16,0 0 140,-40 40-141,41-40-15,-41 40 16,40 0-16,0 0 16,-40 0-1,40-40-15,-40 40 16,40-40-16,0 0 0,0 0 16,1 0-1,-41-40-15,40 40 0,-40-40 16,40 40-16,0-40 15,0 0-15,-40 0 0,40 40 0,-40-40 16,40 40-16,-40-41 0,40 41 16,1-40-16,-1 0 0,0 40 0,0-40 15,0 0-15,0 40 16,-40-40-16,40 40 16,-40-40-16,40 40 0,1 0 15,-41-40-15,40 40 16,-80 0 93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42:21.1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3531 1644 0,'0'0'15,"0"-40"1,-40 0 0,40-1-1,40 202 16,-40 200-15,40 0 0,41-121-1,-41-159 17,0-41-17,40-281 1,40 41 15,-39 79-15,39 201-1,-40 81 1,-80 39 15,-40-119-31,-80-1 16,-81-40-1,1-40 17,159-120-17,41 79-15</inkml:trace>
  <inkml:trace contextRef="#ctx0" brushRef="#br0" timeOffset="579.9632">3973 1604 0,'-41'-81'16,"82"162"-16,-122-202 0,-79 1 16,160 80-16,-40 40 0,0 0 15,-1-40-15,-39 40 31,-40 120-15,-1 161 0,-39 80-1,39 0 17,-39-40-17,120-41 1,240-79 15,202-161-15,79-120-1,-240-41 1,-80 41-16,79-80 31,-119-41-15,-202-79-1,-159-41 17,-121 0-17,80 80 1,160 121 0,81 120 15,80 80-16,121 81 1</inkml:trace>
  <inkml:trace contextRef="#ctx0" brushRef="#br0" timeOffset="1099.8636">5618 1764 0,'0'0'16,"40"-40"0,40 40-1,40 80 17,-39 201-17,-162 40 1,1-121 15,80-160-15,80-160-1,121-121 1,40-39 15,-121-1-15,-80 161-1,-120 160 17,-121 160-17,81 41 1,80 0 0,80-41 15,0-160-31,81 40 15,119-40 1,-119-40-16</inkml:trace>
  <inkml:trace contextRef="#ctx0" brushRef="#br0" timeOffset="1299.9219">7464 1523 0,'-41'0'15,"82"0"-15,-82 41 0,-119 79 16,120-80-16,0 0 0,-1 120 16,41 121-1,81-80 17,39-41-17,-40-120 1</inkml:trace>
  <inkml:trace contextRef="#ctx0" brushRef="#br0" timeOffset="1619.9032">7905 1965 0,'0'0'0,"0"-41"16,-40 41 0,40 81-1,-40 79 1,40 1-1,40-81 17,120-160-17,41-121 1,-41 161 0,-79 80 15,-81 161-16,-81-1 1,81-120 15,0-120-31</inkml:trace>
  <inkml:trace contextRef="#ctx0" brushRef="#br0" timeOffset="1799.8929">9189 1684 0,'0'40'16,"0"-80"-16,40 80 0,-40 120 16,0-120-16,0 1 0,0 119 15,0-40 1,0-39 0,-120 119-1,80-120 1</inkml:trace>
  <inkml:trace contextRef="#ctx0" brushRef="#br0" timeOffset="1999.8809">10353 1884 0,'120'-40'16,"-240"80"-16,400-160 15,-199 120-15,-41-40 0,120 0 32,202-40-17,-162 80-15</inkml:trace>
  <inkml:trace contextRef="#ctx0" brushRef="#br0" timeOffset="2199.8701">10955 2366 0,'0'0'15,"-41"40"-15,-39 0 16,120-40-16,-40-40 16,321 0-1,-240 40-15,240-121 31,-241 121-31,0-40 0</inkml:trace>
  <inkml:trace contextRef="#ctx0" brushRef="#br0" timeOffset="2579.8486">13121 1924 0,'-160'81'16,"320"-162"-16,-400 202 0,-1-41 31,201-40-31,0 0 0,-41 81 16,81-1-1,40-40-15,161 40 16,80-80 15,-40-120-15,-161-160-1,-200-81 17,-81-40-17,81 160 1,120 41 0,160 80 15,121 40-16,-40 40 1</inkml:trace>
  <inkml:trace contextRef="#ctx0" brushRef="#br0" timeOffset="3159.7594">14646 1604 0,'0'-40'0,"0"80"0,-40-80 0,-40-1 31,40 41-31,-41 41 15,-39 279 1,120 1 15,160-80-15,41-121 0,80-160-1</inkml:trace>
  <inkml:trace contextRef="#ctx0" brushRef="#br0" timeOffset="3519.7929">15328 1724 0,'0'-40'0,"0"80"0,-40 0 32,40 0-32,0 80 15,0 81 1,40-81 15,-40-39-15,81-122-1,39-239 1,40 79 15,-39 161-15,-1 120-1,-120 161 17,0 0-17,-40-121 1,120-120 0</inkml:trace>
  <inkml:trace contextRef="#ctx0" brushRef="#br0" timeOffset="3719.7816">16612 1924 0,'0'0'15,"-40"0"1,80 0 0,81 41-1,119-41 16,-39-41-15,40-79 0</inkml:trace>
  <inkml:trace contextRef="#ctx0" brushRef="#br0" timeOffset="4179.7547">18097 1644 0,'0'-80'16,"0"160"-16,0-201 0,0 41 15,40 40-15,0 40 16,-40 40 0,40 0-1,41 121 1,-81 39-1,0-39 17,0-201-17,40-1 1,120-159 0,1 40 15,-121 119-31,40 41 15,0 41 1,-39 159 15,-1 1-15,-40-41 0,0-80-1,0-40-15</inkml:trace>
  <inkml:trace contextRef="#ctx0" brushRef="#br0" timeOffset="4459.7394">19542 1965 0,'40'0'0,"-40"40"32,0 0-32,0 0 15,0 40 1,-81 40 15,-39-79-15,40-162-1,80-39 1,80-1 15,-40 121-15,81 40-1,-81 0-15</inkml:trace>
  <inkml:trace contextRef="#ctx0" brushRef="#br0" timeOffset="4659.7276">20304 1283 0,'0'0'15,"0"120"1,40 201 15,-40 120-15,-160 40 0,-202-80-1</inkml:trace>
  <inkml:trace contextRef="#ctx0" brushRef="#br0" timeOffset="6029.7722">21468 1965 0,'0'-41'31,"-41"41"-31,41-40 16,41 40 15,-41-40-31,80 40 0,-40 0 16,0 0-16,0 0 16,40 0-16,-39 0 0,39-40 0,-40 40 0,0 0 15,40 0-15,-39-40 0</inkml:trace>
  <inkml:trace contextRef="#ctx0" brushRef="#br0" timeOffset="6239.7551">21708 2326 0,'0'0'0,"-40"40"31,80-40-15,-40-40-16,81 40 15,-41-41-15,40 1 0,-40 40 0,0-40 16,0 40-16,1-40 16,-1 40-16,40 0 0,-40 0 0,0 0 0,0 0 15,0-40-15,1 40 0</inkml:trace>
  <inkml:trace contextRef="#ctx0" brushRef="#br0" timeOffset="6929.7166">23795 1804 0,'-40'0'0,"40"-40"16,0 0-1,0-80 1,0-41-1,0-79 17,0 119-17,0 81 1,0 80 0,0 121 15,0 79-16,40 1 1,0 40 15,0-41-15,-40-119 0,0-81-1,-40-80 16,0 40-15,-80-40 0,-81 80-1,40 0 17,161 0-17,41-40 1,119-40 15,201-40-15,-160 80-1,-81 0-15,121 0 16,-161 40 15,-120-40-15,-40 0-16</inkml:trace>
  <inkml:trace contextRef="#ctx0" brushRef="#br0" timeOffset="8049.6513">15810 2967 0,'-40'0'32,"0"-40"-32,-1 40 0,41-40 31,41 40 47,-41 40-78,80-40 0,-80 40 16,40-40-16,40 0 0,-40 0 15,41 0-15,-1 0 0,0 0 0,0 0 0,1 0 16,39 0-16,0 0 0,1 0 0,-1 0 0,-40 0 16,41-40-16,39 40 15,-39 0-15,-1 0 0,0 0 0,1 0 0,-41 0 16,40 0-16,-39 0 0,39 0 15,-40 0-15,1 0 0,-1 0 0,0 0 0,0 0 16,1 0-16,-1 0 16,-40 0-16,40 0 0,-40 0 0,0 0 0,1 0 15,-1 0-15,0 0 0,-40 40 282,-40 0-267,40 0 1</inkml:trace>
  <inkml:trace contextRef="#ctx0" brushRef="#br0" timeOffset="9449.6414">27727 1403 0,'-40'0'0,"40"-40"0,0 0 31,40 40 0,0 40-15,-40 0-16,41 40 0,-1-40 16,-40 1-1,0-1-15,0 0 0,0 0 0,0 0 0,0 0 16,0 0-16,-40 0 15,40 0-15,0-80 32,40 0-17,-40 0-15,40 0 0,-40 0 0,40 0 16,-40-40-16,40 39 0,0 1 16,-40 0-16,40-40 0,0 80 0,-40-40 0,41 0 15,-41 0-15,40 40 16,0 0-16,-40 40 15,40 0 1,-40 0-16,0 0 0,40 0 0,-40 0 0,0 0 16,0 1-16,0-1 15,40 0-15,-40 0 0,0 0 0,0 0 0,0 0 16,0 0-16,0 0 0,40-40 0,-40 40 16,0 1-1,40-41 16,1 0-15</inkml:trace>
  <inkml:trace contextRef="#ctx0" brushRef="#br0" timeOffset="9799.6232">28891 1564 0,'-40'0'15,"0"0"-15,0 0 31,80 0 1,0 0-32,40 0 15,41 0 1,-41 0 0,40-81-1</inkml:trace>
  <inkml:trace contextRef="#ctx0" brushRef="#br0" timeOffset="10209.5993">29493 1283 0,'0'0'0,"0"-40"0,0 80 62,0 0-62,0 0 0,40-40 0,-40 40 16,0 0-16,0 0 0,0 0 16,40 1-16,-40-1 0,0 0 0,0 0 15,0 0-15,0-80 32,0 0-17,0-40-15,0 39 16,0 1-16,40 0 0,0 0 0,-40 0 0,41 0 15,-41 0-15,40 0 16,-40 0-16,0-1 0,40 41 0,-40-40 0,40 40 16,0 0-1,-40 40-15,40 1 16,-40-1-16,40 0 0,-40 0 0,0 0 16,0 0-16,40 0 15,-40 0-15,0 0 0,0 1 0,0-1 16,-80 0-16,80 0 15,0 0-15,0 0 16,40-40 0</inkml:trace>
  <inkml:trace contextRef="#ctx0" brushRef="#br0" timeOffset="10539.506">30416 1564 0,'0'0'0,"40"0"31,-40 40-31,0 40 16,0-40-1,0 80 1,-40-40 15,-40-80-31,39-40 31,-39-40-15,80 0 0,0 0-1,80 80 1,41 0 0,-41 0-1</inkml:trace>
  <inkml:trace contextRef="#ctx0" brushRef="#br0" timeOffset="10809.5064">30897 1403 0,'0'0'0,"0"-40"32,40 0-17,1 40-15,-1-40 16,160 0 0,-39 40 15,-81 0-31</inkml:trace>
  <inkml:trace contextRef="#ctx0" brushRef="#br0" timeOffset="11029.5509">31058 1884 0,'0'0'0,"-40"40"0,80-40 32,-40-40-32,40 40 15,0 0-15,0-40 0,0 40 0,0 0 0,1 0 16,-1-40-16,0 40 16,0-40-16,0 40 0,0 0 0,0-40 0,0 40 15</inkml:trace>
  <inkml:trace contextRef="#ctx0" brushRef="#br0" timeOffset="11389.4561">32181 1203 0,'-80'0'31,"160"0"-31,-200 0 0,80 0 0,-40 80 31,-1 120-15,81-79 0,40-1-1,81-80 1,39-80 0,-120-40-1,41-121 1,-81 41 15,-81 39-15,-79 121-1,80 41 1,40-1-16</inkml:trace>
  <inkml:trace contextRef="#ctx0" brushRef="#br0" timeOffset="11969.4968">26724 1523 0,'0'0'0,"0"-40"15,-40 40 17,40-40-32,-40 40 15,40 40 32,40 0-31,-40 1-16,40-1 0</inkml:trace>
  <inkml:trace contextRef="#ctx0" brushRef="#br0" timeOffset="12179.4844">26684 2646 0,'0'40'16,"0"-80"-16,-40 80 0,40 1 31,-80 39-15,40-40-1,-41 80 1,41-80-16</inkml:trace>
  <inkml:trace contextRef="#ctx0" brushRef="#br0" timeOffset="13309.4182">27326 3128 0,'0'0'15,"0"-40"-15,-40-1 0,40 1 31,40 0-15,-40 0 0,120 40-1,-79 201 1,-1-1 0,-80-39 15,40-121-31,-41-40 15,41-40 1,121-241 0,-1 40 15,-40 121-31,1 80 31,-41 40-15,-40 40-1,80 120 1,-80 81 0,40-81-1,-40-79 1,0-41 0,80-40 15</inkml:trace>
  <inkml:trace contextRef="#ctx0" brushRef="#br0" timeOffset="13499.407">28169 3168 0,'0'0'0,"0"-40"31,40 0-15,160-41-1,1 1 17,-81 80-17,-79 0-15</inkml:trace>
  <inkml:trace contextRef="#ctx0" brushRef="#br0" timeOffset="13719.3942">28450 3569 0,'-41'0'31,"41"-40"-31,81 40 16,-41-40-1,80-1 1,41-39-1,-121 80 1,40-40 0</inkml:trace>
  <inkml:trace contextRef="#ctx0" brushRef="#br0" timeOffset="14149.3699">29373 2686 0,'0'0'0,"0"41"16,0-1 0,0 0-1,0 120 1,0 41 15,0-161-15,0-80-1,120-81 17,-40-39-32,81 0 15,-81 119 17,-80 82-17,40-1 1,-40 0-16,40 80 31,-40 41-15,0-121-16,0 40 15,0 0 1,0-40-16</inkml:trace>
  <inkml:trace contextRef="#ctx0" brushRef="#br0" timeOffset="14459.3514">30376 3007 0,'40'-40'15,"-80"80"-15,160-120 16,-80 80-16,0 0 16,-40 40-1,40 121 1,-40-41 15,-80-40-15,40-80-16,-80-40 31,80 0-31,-1-80 31,41 39-15,41 41-1,39 80 1</inkml:trace>
  <inkml:trace contextRef="#ctx0" brushRef="#br0" timeOffset="18289.266">3411 6176 0,'-40'0'0,"-1"0"62,41 40-46,0 0-1,81 0-15,-81 0 0,40 0 0,-40 0 16,40 0-16,0 0 16,0 1-16,0-1 0,1 0 0,-1 0 0,0-40 15,0 40-15,0 0 0,0 0 0,40-40 0,-39 40 16,-1 0-16,0-40 0,0 41 16,0-41-16,-40 40 0,40-40 0,0 40 0,0-40 31</inkml:trace>
  <inkml:trace contextRef="#ctx0" brushRef="#br0" timeOffset="18629.3138">4253 6055 0,'41'-40'0,"-41"0"16,40 40-16,-40 40 31,-40-40-31,40 40 0,-41-40 0,41 40 16,-40 1-16,0-1 16,0-40-16,40 40 0,-80 0 0,40 40 0,0-40 15,-1 0-15,-39 0 0,0 0 16,40 1-16,-40 39 0,-1-40 0,41 0 0,-40 0 15,0 0-15,39 0 16,1 0-16,0 1 0,0-1 0,0 0 0,0 0 16,0 0-16,40 0 0,-40-40 15,40 40-15</inkml:trace>
  <inkml:trace contextRef="#ctx0" brushRef="#br0" timeOffset="19059.251">5257 5975 0,'-41'-40'31,"1"40"-31,0 0 31,40 40-31,-40 0 0,0 0 16,0 0-16,40 1 0,-40-1 16,40 0-16,-40 40 0,-1-40 0,41 40 0,0-40 15,-40 41-15,40-41 0,0 0 0,0 40 0,0-40 16,0 0-16,40 0 16,-40 0-16,41 1 0,39-1 0,-80 0 15,40-40-15,0 0 16,0 0-16,0 0 0,0 0 0,1 0 0,-1 0 15,0-40-15</inkml:trace>
  <inkml:trace contextRef="#ctx0" brushRef="#br0" timeOffset="19289.2065">5578 6136 0,'-41'0'31,"41"40"-31,0 0 16,0 0 0,0 0-16,0 0 0,0 0 0,0 0 0,41 40 15,-41-39-15,0-1 0,40 40 0,-40-40 0,0 0 16,0 0-16,0 0 0,40 41 16,-40-41-16,0 0 0,0 0 0,40 0 15,-40 0-15,40-40 16,0 0-16</inkml:trace>
  <inkml:trace contextRef="#ctx0" brushRef="#br0" timeOffset="19669.2564">6581 6095 0,'0'-40'15,"-40"40"-15,-1 0 31,-119 81-15,120-41-16,-201 80 16,201-80-16,0-40 15,-121 120 1,41-80 0,80 1 15,40-1-16,40-40 1,80 40 0,121 0-1,0 0 1,-201-40-16,201 80 31,-201-80-31,0 0 0</inkml:trace>
  <inkml:trace contextRef="#ctx0" brushRef="#br0" timeOffset="19919.2393">6821 6015 0,'0'-40'15,"0"80"-15,41-120 0,79 40 16,-80 40-16,0 0 0,81 40 31,-41 80-31,-80-80 0,80 241 16,-80-201-16,-40 121 31,0-161-31,-40 80 0,39-80 0,-119 81 31,120-81-31</inkml:trace>
  <inkml:trace contextRef="#ctx0" brushRef="#br0" timeOffset="20119.2282">7825 6256 0,'80'-40'0,"-160"80"0,240-120 15,-160 40-15,80-1 16,-39 41-16,39-40 0,-40 40 15,401-40 1,-160 0 0,-241 40-16</inkml:trace>
  <inkml:trace contextRef="#ctx0" brushRef="#br0" timeOffset="20319.2166">8186 6657 0,'-40'40'16,"80"-80"-16,-40 80 15,40-40-15,40-40 16,-40 40-16,81-40 16,-81 40-16,40-40 0,-40 40 0,201-40 31,-161 40-31,0 0 0,1-41 0,39 41 15,-40 0-15,-40 0 0</inkml:trace>
  <inkml:trace contextRef="#ctx0" brushRef="#br0" timeOffset="21139.1287">11797 5414 0,'0'-40'31,"-40"40"-31,0 0 16,-80 0 15,-81 40-15,-80 120-1,-40 0 16,40 41-15,161-121 0,80-40-16,40 0 15,160-40 17,-40 41-32,-39-41 0,240 0 31,-241 0-31,-40 40 0,161 0 31,-161 40-15,-80 0-16,-40-40 0,-161 121 31,161-81-31,-1-40 0,41 0 0,-361 321 31,240-40 0,121-281-31,40 40 16,0-40-16,40-40 16,41 0-16,-1 0 15,241-80 1,160 0 0,-200 0-1,80-1 1,-280 81-16,-1-40 0,0 40 15,121-40 1,-161 0 0,-160 40 15,-41 80-31</inkml:trace>
  <inkml:trace contextRef="#ctx0" brushRef="#br0" timeOffset="21669.1692">9871 8462 0,'-40'0'15,"80"0"-15,-80-40 16,80 40-1,0 0 1,0 0 0,41 120 15,-81-40-31,-41 80 31,1-79-15,40-121-1,40-41 17,41-119-17,39-1 1,0 81 0,-39 120-1,-1 0 1,-40 0-16,-40 40 15,40 0-15,-40 121 16,0 39 0,0-39 15,40-81-15,81-160-1,-41 39 1,-40 1-16</inkml:trace>
  <inkml:trace contextRef="#ctx0" brushRef="#br0" timeOffset="21849.1589">11035 8381 0,'0'0'0,"0"-40"16,80 0 0,40-40 15,-79 80-31,39-40 0,-40 40 0,0-40 15,121 0 1,-121 40-16,120-40 16,-120 40-16</inkml:trace>
  <inkml:trace contextRef="#ctx0" brushRef="#br0" timeOffset="22319.06">11155 8702 0,'-40'0'0,"80"0"0,-120 40 0,160-40 32,-80-40-32,161-40 15,-81 40-15,121-80 32,-81 80-32,121-81 15,-1 41 1,-199 80-16,-1-40 0,40 0 31,-40 0-31,-40 0 16,-40 40-16,0 0 15,0 40 1,0 40-16,40-40 0,-41-40 0,41 40 16,0 0-16,0 0 15,-40 0-15,40 1 0,0-1 0,0 0 16,81-40-16,-41 0 15,0 0-15,0 0 0,0-40 0,0 40 16,0-40-16,0 40 16,-40-41-16,41 1 0,-1 0 0,-40 0 0,40 0 15,-40 0-15,0 0 0,-40 0 16,40 0-16,-81 40 0,41 0 16,40-41-16,-40 41 0,0 0 0,0 0 0,0 0 15,0 0-15,0 0 16,-1 0-16,1 0 15,0 0 1</inkml:trace>
  <inkml:trace contextRef="#ctx0" brushRef="#br0" timeOffset="23099.0856">10112 4732 0,'0'-40'32,"0"80"-17,0 0-15,0 40 16,0-40-16,0 0 16,0 41-16,40-41 0,-40 0 0,0 0 0,0 40 15,0-40-15,0 0 16,0 0-16,0 1 0,0-82 31,0 1-31,0 0 16,0 0-16,0 0 0,0 0 0,0-40 0,0 40 15,0-1-15,0 1 16,0 0-16,0 0 0,0 0 0,40 40 31,-40 40-31,0 0 16,80 0-1,-40 0-15,1-40 0,-1 41 0,0-41 0,0 40 16,0-40-16,40 0 0,-40 0 16,1 0-16,-1 0 0,0 0 0,0 0 15,-40-40-15,40 40 0,-40-81 16,0 41 0,0 0-16,-40 0 0,40 0 0,-40 0 15,40 0-15,-40 0 0,0 0 16,40-1-16,-41 41 15,82 0 17</inkml:trace>
  <inkml:trace contextRef="#ctx0" brushRef="#br0" timeOffset="23289.0078">11155 4812 0,'40'-40'32,"-40"0"-32,121-40 15,79-41 17,-119 121-32,39-40 15</inkml:trace>
  <inkml:trace contextRef="#ctx0" brushRef="#br0" timeOffset="23489.0012">11837 4331 0,'0'-40'0,"0"80"0,-40-120 15,40 39 1,-40 41 15,40 41-31,0 39 16,0-40-1,0 0-15,0 0 0,0 0 0,-40 40 16,40-39-16,0-1 0,0 0 16,0 0-16,0 0 0,0 0 0,0 0 0,0 0 15,0 0-15,0 0 0,0 1 0</inkml:trace>
  <inkml:trace contextRef="#ctx0" brushRef="#br0" timeOffset="24119.0268">12760 5975 0,'0'0'0,"0"-40"15,40 40 1,41 0 0,-1 40-1,0 161 1,-120-1 15,0-160-31,40 0 0,-40 0 16,40-80-1,40 40 1,0-40-16,120-120 31,41-1-15,-161 81-1,0 40-15,81-80 16,-121 40-16,0 39 16,-40 41-1,-1 81 1,-39 79 0,80-80-1,-40-40-15,40 161 16,0-161-16,40 80 31,-40-80-31,201 81 16,-161-121-16,0 40 0,121-40 15</inkml:trace>
  <inkml:trace contextRef="#ctx0" brushRef="#br0" timeOffset="24338.9406">14285 5895 0,'-40'0'16,"80"0"-16,-120 40 15,80 0-15,0 80 16,0-79-16,0 119 16,40-80-16,-40 0 31,40-40-31,0 1 31</inkml:trace>
  <inkml:trace contextRef="#ctx0" brushRef="#br0" timeOffset="24678.9938">14445 6256 0,'0'-40'0,"41"40"15,-1 0 1,0-40-1,0 40 1,0 40-16,0 40 16,-40-40-16,0 0 15,0 0 1,0-80 0,0-40 15,40 40-31,1 40 0,39-80 31,-40 80-31,0 0 16,0 40-16,0 80 31,0 0-15,-40-80-1,-40 1 1</inkml:trace>
  <inkml:trace contextRef="#ctx0" brushRef="#br0" timeOffset="24878.9835">15288 5975 0,'40'0'0,"-80"0"0,161 0 31,-81 0-31,0 40 0,0 40 15,0-39-15,0 119 16,-40-120-16,0 0 0,-80 80 16,80-39-16,-40-41 15,-40 0-15,-1 40 16</inkml:trace>
  <inkml:trace contextRef="#ctx0" brushRef="#br0" timeOffset="25628.9391">17054 6136 0,'0'0'15,"40"0"48,0 0-63,0 0 0,0 0 16,0 0-16,0 0 0,1-41 15,-1 41-15,0 0 0,0-40 0,0 40 0,0 0 16,-40-40-1,0 0-15,-40 40 16,40-40-16,-40 40 0,0 0 0,0 0 16,0 0-16,-1 0 0,1 0 15,0 0-15,0 0 0,0 40 0,0-40 0,0 40 16,0-40-16,-1 40 16,1 0-16,40 1 0,-40-41 0,40 40 15,0 0-15,-40 0 0,40 0 16,0 0-16,0 0 0,0 0 0,80 0 0,-40 0 15,1 1 1,-1-41-16,0 40 0,0-40 0,40 0 0,-40 40 16,0-40-16,41 0 0,-41 0 0,0 0 0,40 0 15,-40-40-15,0 40 0,1-81 16,-1 81-16,-40-40 0,40 40 0</inkml:trace>
  <inkml:trace contextRef="#ctx0" brushRef="#br0" timeOffset="25848.9259">17736 5734 0,'-40'41'32,"80"-82"-32,-120 82 0,120-41 31,40-41-31,121 1 31,-121 0-31,-40 0 0,40 40 0</inkml:trace>
  <inkml:trace contextRef="#ctx0" brushRef="#br0" timeOffset="26199.2788">18739 5494 0,'40'-40'16,"-80"80"-16,120-241 16,-80 161-16,0-80 15,0 80-15,-40-40 16,40 39-16,-40 1 16,40 80 15,0 1-31,0-1 15,40 120 1,40 121 0,-80-161-16,0 161 31,-80-161-31,-40 1 31,80-81-31,-81-80 31,81-81-31</inkml:trace>
  <inkml:trace contextRef="#ctx0" brushRef="#br0" timeOffset="26349.2358">18538 4812 0,'-40'0'0,"80"0"0</inkml:trace>
  <inkml:trace contextRef="#ctx0" brushRef="#br0" timeOffset="26719.249">19381 4972 0,'40'0'15,"-40"41"-15,0-1 16,0 40 0,0 40-1,-40 41 1,0-41 15,0-120-31,40 40 0,-40-40 0,40-40 16,80 0-1,0-40 1,41 80 15,-41 80-15,-80-40-16,40 0 15,-40 0-15,40 0 32</inkml:trace>
  <inkml:trace contextRef="#ctx0" brushRef="#br0" timeOffset="27089.1541">19983 4972 0,'0'0'15,"0"41"1,-40 119 0,40 41-1,0-41 1,0-200 15,0-40-15,0-41-1,80-119 1,-80 200-16,80-121 16,-40 161-16,-40 40 15,41-40 1,-1 121 0,0 79-1,-40 1 1,0-161-16,0 0 0,0 40 31,-40-40-31</inkml:trace>
  <inkml:trace contextRef="#ctx0" brushRef="#br0" timeOffset="27289.1424">20063 4892 0,'0'0'0,"0"-40"16,121 0 0,-1 0-1,-40 40 1,41-40 0,-81 40-16</inkml:trace>
  <inkml:trace contextRef="#ctx0" brushRef="#br0" timeOffset="27539.1338">19822 6216 0,'0'0'16,"-40"40"-1,0-40 1,40 40 0,80-40-16,1 0 15,-41-40-15,0 40 0,40 0 16,0-40 0,-39 40-16,119-40 15,-120 40-15,0 0 0</inkml:trace>
  <inkml:trace contextRef="#ctx0" brushRef="#br0" timeOffset="27749.1878">20143 6416 0,'-40'40'15,"80"-80"-15,-120 161 16,80-41-16,0-40 15,-40 0 1,40 40 0,-40-40-1</inkml:trace>
  <inkml:trace contextRef="#ctx0" brushRef="#br0" timeOffset="28099.1683">19983 6456 0,'0'0'16,"0"40"-16,40-40 31,-40 41-31,40-1 0,0-40 0,81 120 31,-1-40-15,-80-40-1,0-40 1,0 0-16,1-120 16,-41 80-16,0-40 15,0 40-15,40-41 16,-40 41-16,0-40 16,0-40 15,0 80-31,0 80 31</inkml:trace>
  <inkml:trace contextRef="#ctx0" brushRef="#br0" timeOffset="28369.1057">21106 5574 0,'-40'-40'32,"0"40"-32,40 40 31,0 40-31,0 81 31,0 79-15,40-79-1,-40-121 1</inkml:trace>
  <inkml:trace contextRef="#ctx0" brushRef="#br0" timeOffset="28709.1329">21548 5574 0,'0'0'15,"-40"80"1,0 0 0,-121 41 15,81-81-31,0 40 31,39-80-31,82 0 31,-1 0-15,0 0-16,0 0 0,0 0 0,0 40 16,0-40-16,0 0 15,1 40-15,-1-40 0,0 40 0,0-40 0,0 0 16,0 0-16,-40 41 0,40-41 15,0 40-15,1-40 0,-1 0 0,0 0 16,0 0 0</inkml:trace>
  <inkml:trace contextRef="#ctx0" brushRef="#br0" timeOffset="29109.1105">22110 5374 0,'0'40'0,"0"0"16,0 80 15,40-120-31,-40 80 0,0-40 0,0 81 31,0-81-15,0-80-1,40-121 17,40 81-32,-40 40 0,41-120 15,-1 119-15,-40 41 32,0 41-17,-40-1-15,0 120 16,0-120-16,0 0 0,0 81 31,0-81-31,-40 80 16,40-80-16,0 0 0,-40-40 15</inkml:trace>
  <inkml:trace contextRef="#ctx0" brushRef="#br0" timeOffset="29969.0152">19060 4932 0,'-40'0'15,"40"-40"16,40 40 32,0 0-63,0 0 16,0 0-1,1 0-15,-1 0 0,0 0 31,-40 40-31,40 0 0,-40 1 16,0-1-16,0 0 16,0 0-16</inkml:trace>
  <inkml:trace contextRef="#ctx0" brushRef="#br0" timeOffset="41182.6729">8226 10507 0,'0'0'0,"-40"0"0,0 0 16,0 0-1,-1 0-15,1-40 0,0 40 16,0 0-16,40-40 0,40 40 31,0 0-15,0 0-16,41 0 16,-41 0-16,40 0 0,0 0 0,1 0 0,-1 0 15,0 0-15,-40 0 0,40 0 16,1 40-16,-41-40 0,40 0 0,-40 0 0,0 0 15</inkml:trace>
  <inkml:trace contextRef="#ctx0" brushRef="#br0" timeOffset="41382.735">8707 10948 0,'0'0'0,"-120"40"16,80 0-16,-80 0 15,120 1-15,-41-41 0,122 0 16,-41 0-16,281-81 31,-241 1-31,0 80 0,161-80 16,-161 80-16,41-40 16,-41 40-16</inkml:trace>
  <inkml:trace contextRef="#ctx0" brushRef="#br0" timeOffset="42632.6623">14084 7258 0,'-40'0'109</inkml:trace>
  <inkml:trace contextRef="#ctx0" brushRef="#br0" timeOffset="43702.5273">13402 6978 0,'40'0'203,"0"0"-187,1 0-16,39 0 16,-40 0-16,40 0 0,0 0 0,1 0 0,-1 0 15,40 0-15,1 0 16,-41 0-16,40 0 0,-39 0 0,39 0 0,-40 40 16,41-40-16,-41 0 0,0 0 15,0 0-15,1 0 0,-41 0 0,40 0 0,-40 40 16,0-40-16,0 0 0,1 0 0,-1 0 0,0 0 15,0 0 1,-40-40-16,40 40 0,0 0 0,-40-40 0,40 40 16,-80 0 31,0 0-16,0 0-31,0 0 0,0 0 15,0 0-15,-1 40 0,1-40 0</inkml:trace>
  <inkml:trace contextRef="#ctx0" brushRef="#br0" timeOffset="45302.4345">27567 4050 0,'0'40'16,"40"-40"15,0 0-15,0 0-16,0 0 0,0 0 0</inkml:trace>
  <inkml:trace contextRef="#ctx0" brushRef="#br0" timeOffset="47702.3555">31299 4130 0,'-41'0'15,"41"-40"126</inkml:trace>
  <inkml:trace contextRef="#ctx0" brushRef="#br0" timeOffset="49162.2971">21307 3769 0,'0'0'0,"0"40"0,40-40 78,0 0-78,0 0 15,1 0-15,-1-40 0,0 40 0,0 0 0,0 0 16,0 0-16,0 0 16,0 0-16,41 0 0,-41 0 0,0 0 0,0 0 15,0 0-15,0 0 16</inkml:trace>
  <inkml:trace contextRef="#ctx0" brushRef="#br0" timeOffset="49362.2573">21708 4130 0,'-80'40'15,"160"-80"-15,-200 80 16,80-40-16,80-40 15,0 40-15,0 0 16,0 0-16,0 0 0,1 0 0,39-40 16,-40 40-16,0 0 0,0 0 15,0 0-15,1 0 0,-1 0 0,0 0 0</inkml:trace>
  <inkml:trace contextRef="#ctx0" brushRef="#br0" timeOffset="49742.3166">23233 3850 0,'-40'-41'16,"80"82"-16,-160-82 0,80 41 0,0 0 0,-121 0 31,121 41-31,40-1 0,-40 0 16,40 0-16,-40 80 15,80-40 1,40-40 0,-80 1-16,80-1 15,-40-40-15,1 0 0,-1 0 32,0-40-32,0-81 31,-40-39-16,0 120-15,-40-40 32,0 80-17,40 40 1</inkml:trace>
  <inkml:trace contextRef="#ctx0" brushRef="#br0" timeOffset="50172.2107">24036 4130 0,'-40'0'32,"80"0"-17,-40 40 1,80-40-16,-80 40 0,40 1 0,-40-1 16,0 0-16,0 0 15,0 0-15,0 0 0,-40-40 0,40 40 0,-40-40 16,0 40-16,0 0 0,-1-40 0,1 0 15,0 0-15,0 0 16,0 0-16,40-40 0,0 0 16,0 0-1,0 0-15,0 0 0,40 0 0,0 0 16,-40 0-16,40 40 16,-40-41-16,40 41 0,1 0 0,-1-40 15,0 40-15,0 0 16,0 0-16,-40 40 0</inkml:trace>
  <inkml:trace contextRef="#ctx0" brushRef="#br0" timeOffset="50412.2701">24798 4090 0,'-80'-40'16,"160"80"-16,-200-40 15,80 120 1,40 41 0,0-81-1,0 121 1,-41-81 0,41-80-16,-80-40 15</inkml:trace>
  <inkml:trace contextRef="#ctx0" brushRef="#br0" timeOffset="50842.1716">24638 4491 0,'80'0'32,"-40"0"-17,0 0-15,0-40 0,0 40 16,0 0-16,1-40 0,-1 40 0,-40-40 0,40 40 15,-40-40 1,40 40-16,-40-40 0,0 80 47,0 0-47,40 0 16,-40 0-16,0 0 0,0 0 0,0 0 15,40 1-15,-40-1 16,0 0-16,0 0 0,40 0 0,-40 0 15,40-40 17,-40-40-32,41 40 0,-41-40 0,40 40 15,0-40-15,0 0 16,0 0-16,-40 80 31,0 0-31,0 40 16,0-40-16,0 0 15,40 0 1,-40 0 0</inkml:trace>
  <inkml:trace contextRef="#ctx0" brushRef="#br0" timeOffset="51112.5924">25841 4732 0,'-40'0'16,"80"0"15,-40-40 0,0 0-15,-40 40-16,0 0 16,0 0-1,0 40-15,40 0 0,-40-40 16,40 40-16,0 0 15,0 0 1,40-40-16,-40 40 0,40-40 0,0 0 16,0 0-1,0 0-15</inkml:trace>
  <inkml:trace contextRef="#ctx0" brushRef="#br0" timeOffset="51352.5294">26122 4652 0,'40'-40'15,"-80"80"-15,121-40 16,-81 40-16,0 0 16,40 0-1,-40 0-15,0 40 16,0-40-16,-40-40 0,40-40 31,0 0-31,40-40 16,0 40-1,40-40 1,-40 80-16,0-40 31,0 40-31</inkml:trace>
  <inkml:trace contextRef="#ctx0" brushRef="#br0" timeOffset="51522.5687">27045 4852 0,'0'-40'32</inkml:trace>
  <inkml:trace contextRef="#ctx0" brushRef="#br0" timeOffset="51692.5582">27727 5093 0,'0'0'32,"0"-80"-17,0-1 1,40 81-16,-40-40 15</inkml:trace>
  <inkml:trace contextRef="#ctx0" brushRef="#br0" timeOffset="53492.4001">9951 10467 0,'-40'-40'0,"0"0"0,40 0 0,0-1 16,-40 1-16,40 0 0,0 0 15,80 40-15,-40-40 16,0 40-16,1 0 0,-1 0 16,0 0-16,0 0 15,0 0-15,0 40 0,0 0 0,0 0 16,1 0 0,-41 1-16,0-1 0,0 0 0,0 0 15,0 0-15,-41 0 16,41 0-16,0 0 0,0 0 0,-80 1 0,40-1 15,40 0-15,-40 0 0,0 0 16,0-40 0,120-40 15,-40-40-31,0 40 0,0-1 16,0 1-16,1 0 15,-1 0-15,0 0 0,0 0 0,40 0 0,-40 0 16,0 0-16,1-1 0,-1 1 0,0 0 0,-40 0 15,40 40-15,-40-40 0,40 40 16,-40-40-16,-40 40 31,0 0-31,40 80 0,-80-80 16,39 0-16,1 80 16,0-40-16,40 1 0,0-1 0,-40 0 15,40 0-15,-40 0 16,40 0-16,0 0 0,0 0 0,-40-40 0,40 40 15,0 1-15,0-1 0,0 0 0,0 0 0,0 0 16,0 0-16,0 0 16,40 0-16,0-40 0,0 0 15,0 0 1</inkml:trace>
  <inkml:trace contextRef="#ctx0" brushRef="#br0" timeOffset="53802.4379">11637 10186 0,'0'0'0,"-40"-40"15,-1 0 1,-39 80-1,0 80 1,0 121 0,80-161-1,0 121 1,0-161-16,40 80 16,-40-80-16,80 81 15,-40-81 1</inkml:trace>
  <inkml:trace contextRef="#ctx0" brushRef="#br0" timeOffset="54212.4141">11837 10507 0,'0'0'0,"81"0"31,-81 40-16,40 0 1,0 0-16,-40 41 16,0-41-16,-40-40 15,0 40 1,80-80 15,80-121-15,-80 161-16,0-40 0,0 0 0,41-40 31,-81 40-31,40 40 0,0 0 16,-40 40-1,40 0 1,-40 40 0,0 40-16,-80 41 31,0 39-16,80-160 1,40-40-16</inkml:trace>
  <inkml:trace contextRef="#ctx0" brushRef="#br0" timeOffset="54522.3218">12720 10748 0,'40'-40'15,"-80"80"-15,120-121 16,-40 81-16,1 0 31,-41 41-31,0-1 0,0 120 31,-41-120-31,1 40 16,-40-40 0,0 1-1,40-162 1,40 1-1,80-40 17,0 119-17,-40 41 1,0 0-16</inkml:trace>
  <inkml:trace contextRef="#ctx0" brushRef="#br0" timeOffset="54822.3252">13683 10226 0,'-40'0'0,"40"-40"15,40 40 1,-40 40 0,40-40-16,81 201 15,-121-161-15,40 0 0,-40 161 16,0-161-16,-40 160 31,-41-120-31,81-40 0,-40 1 0,-120 79 16,120-120-16</inkml:trace>
  <inkml:trace contextRef="#ctx0" brushRef="#br0" timeOffset="55602.2589">14606 10427 0,'0'0'15,"0"40"32,0 0-31,40-40-16,-40 40 0,0 0 0,0 0 0,40-40 15,0 40-15,1 1 0,-1-41 16,0 0-16,0 0 0,0 40 0,40-40 16,-40 0-16,1 0 0,-1 0 15,40 0-15,-40-40 0,0 40 0,0-41 0,0 1 16,-40 0 0,0 0-16,41 0 0,-41 0 0,0 0 0,-41 0 15,41 0-15,-80-1 16,40 1-16,0 40 0,0 0 0,0 0 15,0 0-15,-41 0 0,41 40 0,0-40 0,-40 41 16,40-1-16,0 0 16,-1 0-16,1 0 0,0 0 0,0 40 0,40-40 0,-40 1 15,40-1-15,-40 40 16,40-40-16,0 0 0,0 0 0,0 0 0,0 0 16,0 0-16,0 1 0,40-1 15,-40 0-15,40 0 0,40 0 0,-40-40 16,1 40-16,-1-40 0,0 40 0,0-40 0,40 0 15,-40 0-15,0 0 16,41 0-16,-41-80 0,0 80 0,0-40 0,40 40 16,-40-40-16,1 0 15</inkml:trace>
  <inkml:trace contextRef="#ctx0" brushRef="#br0" timeOffset="55882.2431">15810 9785 0,'-80'0'16,"160"0"-16,-201 0 15,121-40 1,41 40-16,119-40 31,-120 0-31,161 0 16,-161 40-16,0 0 0,0-40 0</inkml:trace>
  <inkml:trace contextRef="#ctx0" brushRef="#br0" timeOffset="56277.0324">16572 9544 0,'0'-40'32,"80"0"-32,1-80 15,-41 80-15,0-40 16,-40 40-16,40-1 15,-40 1-15,0 0 0,40 0 0,0-40 32,-40 40-32,0 80 31,0 40-31,0 81 31,40 79-15,-40-120-16,0-79 0,-40 119 31,0-120-31,40 0 0,-80 81 16,40-81-1,-40 40 1,39-80 0,1 0-16,-40-161 15,40 121-15</inkml:trace>
  <inkml:trace contextRef="#ctx0" brushRef="#br0" timeOffset="56517.0178">16813 8662 0,'0'0'0,"-40"-80"31,40 40-15,-40 40-1,40 40 1</inkml:trace>
  <inkml:trace contextRef="#ctx0" brushRef="#br0" timeOffset="56946.9928">17816 8863 0,'0'0'16,"0"-40"-16,0-1 0,40 1 31,81 40-15,-41 40-1,0 241 1,-160-40 0,-161-41-1,161-160 1,40 1-16,0-41 15,-1 0-15,41-41 0,0-39 32,81 40-32,-41-40 0,0 80 0,-40-40 15,120 80 1,-39 120 15,-81-120-31,40 81 16,0-81-16,-40 0 0</inkml:trace>
  <inkml:trace contextRef="#ctx0" brushRef="#br0" timeOffset="57326.8975">18659 9023 0,'-121'40'16,"121"0"-16,-40-40 15,40 81-15,-40-1 0,0-40 0,0 160 32,0-160-32,40 1 0,-40-1 31,40-80-31,0-41 16,40 41-16,-40 0 0,40 0 15,-40-40-15,40 40 0,0-40 0,0 39 0,-40-39 16,40 0-16,1 40 0,-41-40 0,40 40 0,-40-1 15,40 41-15,-40-40 16,40 40-16,-40 40 16,0 41-16,0-41 15,40 0-15,-40 0 0,0 40 0,0-40 0,0 0 16,0 1-16,0 39 16,0-40-16,40 0 0,-40 0 0,0 0 0,0 0 15,40-40-15,-40 40 0,40 0 0,1 1 16,-1-41-1,-40-41-15</inkml:trace>
  <inkml:trace contextRef="#ctx0" brushRef="#br0" timeOffset="57536.8888">18659 8702 0,'-121'0'15,"242"0"-15,-282-40 16,161 0-16,40 40 31,-40-40-31,81 40 0,-41 0 0,0 0 0,40 0 16,-40-40-16,0 40 0,41 0 16,-41 0-16,0 0 0,40 0 0,-40 0 15,0 40-15,1-40 0</inkml:trace>
  <inkml:trace contextRef="#ctx0" brushRef="#br0" timeOffset="57816.8707">17856 10066 0,'-40'80'15,"80"-160"-15,-40 160 16,40-80 0,161-80-1,-161 80-15,81-40 16,-81 40-16,40 0 16,-40-40-16,121 40 15,-121 0-15,0 0 0,40 0 16,-40 0-16,0 0 0</inkml:trace>
  <inkml:trace contextRef="#ctx0" brushRef="#br0" timeOffset="58056.9305">18458 10306 0,'-40'0'0,"80"0"0,-120 41 0,-40-1 31,79-40-31,41 40 0,0 40 31,0 40-15,0-80-16,0 1 16,0-1-16,0 0 15,-40 0 1</inkml:trace>
  <inkml:trace contextRef="#ctx0" brushRef="#br0" timeOffset="58266.9177">18418 10347 0,'0'0'16,"-40"0"-1,0 0-15,40 40 0,0 40 16,0-40-16,80 40 31,-80-40-31,161 0 16,-161 1-16,40-41 0,40 0 15,-40 0-15,0 0 16</inkml:trace>
  <inkml:trace contextRef="#ctx0" brushRef="#br0" timeOffset="58456.851">18859 10387 0,'-40'0'16,"80"0"-16,-120 0 0,80 40 31,0 0-15,0 0-16,0 0 15,0 0-15,0 0 0,0 0 16,0 1-16,-40-41 0,40 40 15,-40-40 1,40 40-16</inkml:trace>
  <inkml:trace contextRef="#ctx0" brushRef="#br0" timeOffset="59076.8693">19782 9384 0,'0'0'0,"40"0"0,-40-40 15,0 0 1,-40 40 46,40 40-46,0 0-16,0 0 16,0 0-16,-40-40 0,40 40 0,0 41 0,0-41 15,0 0-15,0 0 0,-40 0 0,40 0 0,0 40 16,0-40-16,0 1 15,0-1-15,0 0 0,0 0 0,0 0 16</inkml:trace>
  <inkml:trace contextRef="#ctx0" brushRef="#br0" timeOffset="60624.7091">20264 9344 0,'0'0'0,"0"-40"125,0 80 656,-40-40-781,0 0 0,40 40 16,-41 0-16,1-40 15,40 40-15,-40-40 0,0 40 0,0 0 16,0 1-16,0-41 0,0 40 16,-1-40-1,1 40-15,0-40 78,80-40-15,0 40-32,1 0 16,-1 0-47,0 0 16,0 40-1,0 0-15,-40 0 0,40-40 16,-40 40-16,40 0 15,-40 0-15,40-40 0,-40 40 0,41 1 16,-41-1 0,40-40-16,-40 40 0,40-40 15,-40 40-15</inkml:trace>
  <inkml:trace contextRef="#ctx0" brushRef="#br0" timeOffset="61194.7316">20866 9464 0,'0'0'16,"0"-40"-16,0 0 15,40 0 1,0 40 0,0 40 15,0 80-31,-40-80 0,40 41 15,-40-41-15,0 120 16,-80-120 0,80 0-16,-40 1 15,0-41-15,40-41 16,0 1-16,0 0 0,40 0 16,-40 0-16,40 0 15,-40 0-15,40 0 0,0 0 0,0-1 0,-40 1 16,41 0-16,-41 0 0,40 40 15,0-40-15,0 40 0,0 0 16,0 40 0,-40 0-16,0 0 15,40-40-15,-40 40 0,0 1 0,0-1 0,0 0 16,0 0-16,0 0 0,0 0 16,0 0-16,0 0 0,0 0 0,0 1 0,0-1 15,0 0 1,0 0-16,0 0 0</inkml:trace>
  <inkml:trace contextRef="#ctx0" brushRef="#br0" timeOffset="61519.0884">22070 9665 0,'0'0'16,"0"80"-1,40 40 1,-40 1 15,-40-41-15,-81-80 0,1-80-1,120-41 16,40 1-15,0 120-16,0-40 16,0 40-16,-40 40 15,40-40 1,-40 80 0</inkml:trace>
  <inkml:trace contextRef="#ctx0" brushRef="#br0" timeOffset="63036.294">8065 13074 0,'-40'0'0,"0"0"31,80 0-16,-40-40-15,40 40 16,1 0-16,-1 0 16,0 0-16,0 0 15,0 0-15,0 0 0,0 0 0,0 0 16,1 0-16,-1 0 16,40 0-16,-40 0 0,0 0 0,0 0 0,0 0 15,1 0-15,-1 0 0,0 0 0</inkml:trace>
  <inkml:trace contextRef="#ctx0" brushRef="#br0" timeOffset="63286.2806">8306 13595 0,'-80'40'31,"160"-80"-31,-160 120 0,160-80 16,81-40-1,-81 40-15,40-40 16,-39 0-16,199 0 16,-79 40-1</inkml:trace>
  <inkml:trace contextRef="#ctx0" brushRef="#br0" timeOffset="64406.2888">10593 11389 0,'0'40'78</inkml:trace>
  <inkml:trace contextRef="#ctx0" brushRef="#br0" timeOffset="65856.1492">12560 11389 0,'40'0'0,"-80"0"156,80 0 250,-40-40-234,40 40-172,-80 0 469</inkml:trace>
  <inkml:trace contextRef="#ctx0" brushRef="#br0" timeOffset="69145.9397">11476 12512 0,'0'-40'141,"0"80"-79,0 0-62,0 0 16,0 1-16,0-1 0,0 0 0,0 0 15,0 40-15,0-40 16,0 0-16,0 0 0,0 41 0,0-41 0,0 0 16,-40 0-16,40 0 15,0 0-15,-40 0 0,40 0 32,0-80-17,0 0 1,0 0-16,0 0 15,0 0-15,0 0 0,0 0 0,0 0 0,0-1 16,0 1-16,0 0 16,0 0-16,0 0 0,0 0 0,0 0 15,0 80 17,0 40-32,0-40 15,0 0-15,0 0 16,0 41-16,0-41 0,0 0 0,0 0 0,0 0 15,0 0-15,0 0 0,0 0 16,0 0-16,0 1 0,0-1 0,0 0 16,-40-40-16,40 40 15,0-80 17,0 0-32,0 0 0,0-1 15,0 1-15,0 0 0,0 0 0,0 0 0,0 0 16,0-40-16,0 40 15,40 0-15,-40-1 0,0 1 0,0 0 16,0 80 15,0 41-15,0-41-16,0 0 0,-40 0 0,40 0 0,0 40 16,0-40-16,0 0 0,0 0 0,0 1 0,0-1 15,0 0-15,0 0 0,-40 0 16,40 0-16,0 0 0,0-80 47,0 0-32,0 0-15,0 0 0,0 0 0,0 0 0,0-1 16,0 1-16,0 0 16,0 0-16,40 0 0,-40 0 0,0 0 0,0 0 15,0 80 1,0 0-1,0 0-15,0 0 0,0 0 0,0 0 16,0 0-16,0 1 16,0-1-16,0 0 0,0 0 0,0 0 0,0 0 15,0 0-15,0 0 16,0 0-16,0 1 0</inkml:trace>
  <inkml:trace contextRef="#ctx0" brushRef="#br0" timeOffset="70125.8836">12961 13515 0,'0'0'16,"0"40"-16,40-40 46,0-40-30,0 40-16,0 0 31,0 0-31,1 0 0,-41-40 16,40 40-16,0 0 16,0 0-16,-40-40 0,40 40 0,0-40 15,-40-1-15,40 41 0,-40-40 0,0 0 31,40 40-31,-40-40 0,0 0 0,0 0 16,-40 0 0,0 40-1,0 0 1,0 0-16,40-40 0,-40 40 0,0 0 16,0 0-16,-1 0 0,1 0 15,0 40-15,0 0 16,0 0-16,0 0 0,40 0 0,-40 0 15,0 0-15,40 1 16,-41-1-16,41 0 0,-40 0 0,40 0 0,0 0 16,-40 0-16,40 0 15,0 0-15,0 1 0,0-1 0,80 0 16,-39 0 0,-41 0-16,40 0 15,0-40-15,0 40 0,0-40 16,0 0-1,-40 40-15,40-40 0,0 0 0,1 0 16,-1 0 0,0 0-16,0 0 0,0 0 15,-40-40-15,40 40 16,0 0-16,0 0 0</inkml:trace>
  <inkml:trace contextRef="#ctx0" brushRef="#br0" timeOffset="70735.913">13884 12793 0,'40'0'125,"0"0"-125,0 0 16,0 0-16,0 0 0,0 0 0,1 0 16,-1 0-16,40 0 0,-40 0 0,0 0 0,0-40 15,0 40-15,1 0 16,-1 0-16,0 0 0,-80 0 31,0 0-15,40 40-1,-41-40-15</inkml:trace>
  <inkml:trace contextRef="#ctx0" brushRef="#br0" timeOffset="76005.76">15088 12472 0,'40'0'32,"0"0"-32,0 0 15,0 0 1,0-40-16,0 0 15,-40 0 1,40 40-16,1-40 0,-41 0 16,0 0-1,40 40-15,-40-41 0,0 1 0,0 0 16,0 0-16,40 40 0,-40-40 16,0 0-16,0 80 62,0 0-46,-40 0-16,40 0 0,0 0 0,0 1 15,0-1 1,-40 0-16,40 0 0,0 40 0,0-40 16,0 0-16,-41 0 0,41 0 0,0 1 0,-40-41 15,40 40-15,-40 0 0,40 0 16,-40-40-16,40 40 15,-40-40-15,0 40 0,0 0 0,0 0 16,-1-40-16,41 40 16,-40-40-16,0 0 15,0 0 1,40-40-16,0 0 0</inkml:trace>
  <inkml:trace contextRef="#ctx0" brushRef="#br0" timeOffset="76245.7503">15368 11991 0,'0'-40'31,"-40"40"-31</inkml:trace>
  <inkml:trace contextRef="#ctx0" brushRef="#br0" timeOffset="76795.7835">15930 12151 0,'0'-40'0,"40"40"31,0 0-15,-40-40-16,41 40 15,-1 0-15,-40 40 16,40-40-16,-40 40 15,0 0-15,0 1 0,0-1 16,0 0-16,0 0 16,-40 0-16,0 0 0,-1 0 15,1 0 1,0-40-16,0 0 16,0 0-16,40-40 31,0 0 0,40 40-31,0 0 0,0 0 16,-40 80-1,40-80-15,1 40 0,-1 0 16,0-40-16,-40 41 16,40-1-16</inkml:trace>
  <inkml:trace contextRef="#ctx0" brushRef="#br0" timeOffset="77225.71">16773 12272 0,'-40'40'15,"0"-40"-15,40 40 16,-41-40-16,41 40 0,0 0 0,-40-40 16,40 40-16,-40 0 15,40 0-15,0 0 0,-40-40 16,40 41-16,-40-41 31,40-41-31,0 1 16,0 0-16,80 40 15,-80-40-15,40 0 0,-40 0 0,40 0 0,1 0 16,-41 0 0,40 0-16,0-1 0,0 1 15,0 40 1,0 0 0,-40 40-16,40 1 0,-40 39 15,40-40 1,-40 0-16,0 0 0,0 0 0,0 0 15,0 0-15,-40 0 16,40 1-16,-40-41 0,0 0 16,40 40-1,-40-40-15</inkml:trace>
  <inkml:trace contextRef="#ctx0" brushRef="#br0" timeOffset="77475.7448">16693 12191 0,'0'0'0,"40"-80"16,80 40 15,121 40-16,-121-40 1,-40 40-16,1 0 16</inkml:trace>
  <inkml:trace contextRef="#ctx0" brushRef="#br0" timeOffset="77855.665">16211 13114 0,'0'40'16,"-40"-40"-16,40-40 47,40 40-47,40 0 15,-80-40-15,40 40 0,41 0 0,-41 0 16,0-40-16,40 40 15,-40 0-15,0-40 0,1 40 0,-1 0 0,40 0 16,-40 0-16,0-41 0,0 41 16,0 0-16,1 0 0</inkml:trace>
  <inkml:trace contextRef="#ctx0" brushRef="#br0" timeOffset="78105.7023">16452 13314 0,'-40'0'16,"80"0"-16,-120 0 0,39 0 16,41 40-1,0 1 1,0-1-16,0 0 15,0 0-15,0 0 0,0 0 16,-40-40 0,40 40-16,-40 0 0,0-40 15</inkml:trace>
  <inkml:trace contextRef="#ctx0" brushRef="#br0" timeOffset="78505.6892">16412 13314 0,'40'0'31,"0"40"-15,0 1-1,-40-1-15,40 0 0,0 0 16,-40 0-1,40-40-15,1 40 0,-1-40 16,0 0 0,0 0-1,0 0 1,0-40-16,-40 0 16,40 0-16,-40 0 0,40 0 0,-40-1 15,41 1-15,-41 0 16,0 0-16,0 0 0,0 0 15,0 0 1,0 0 31</inkml:trace>
  <inkml:trace contextRef="#ctx0" brushRef="#br0" timeOffset="78975.6568">17816 12312 0,'0'0'0,"-40"0"15,40-40 1,0 80 62,0 0-78,0 0 0,0 0 16,0 0-16,-40 0 0,40 0 0,0 0 15,0 1-15,0-1 0,0 0 16,0 0-16,0 0 0,0 0 0,0 0 0,0 0 15,-40 0-15,40 1 16,0-1-16,0 0 0,0 0 16</inkml:trace>
  <inkml:trace contextRef="#ctx0" brushRef="#br0" timeOffset="79395.6345">18217 12472 0,'0'0'0,"0"-40"0,-40 40 31,0 0-31,40 40 16,-40-40-16,0 40 0,0-40 0,40 40 15,-40-40-15,-1 0 16,41 40-16,-40-40 0,0 0 15,40 41 1,-40-41-16,80 0 63,0 0-48,-40 40-15,40-40 16,-40 40-1,41-40-15,-41 40 0,40-40 0,-40 40 0,40 0 16,-40 0 0,40 0-16,-40 0 0,40-40 0,-40 41 15,0-1 1,40-40-16,-40 40 0,40-40 16</inkml:trace>
  <inkml:trace contextRef="#ctx0" brushRef="#br0" timeOffset="79915.5693">18498 12512 0,'40'-40'16,"-40"0"0,41 40-1,-1 0 1,-40 40-16,40 0 16,-40 0-16,0 0 0,0 1 0,0-1 15,0 0 1,0 0-16,0 0 0,-40 0 15,40 0-15,0 0 16,0-80 15,0 0-31,40 0 16,-40 0-16,0 0 0,80 0 0,-80 0 16,40 40-16,0-41 0,0 1 15,1 40-15,-41-40 0,40 40 16,0 0-1,-40 40-15,40-40 16,-40 40-16,40-40 16,-40 41-16,0-1 0,0 0 15,0 0 1,0 0-16,0 0 0,0 0 16,-40 0-16,40 0 0,-40-40 0,40 41 15,-40-1 1</inkml:trace>
  <inkml:trace contextRef="#ctx0" brushRef="#br0" timeOffset="80235.5103">19702 12753 0,'0'40'31,"0"0"-16,-40 0-15,40 0 0,0 0 16,-40 1 0,0-1-16,0 0 15,-1-40-15,1 0 16,0 0-16,0-40 16,40 0-16,0-1 0,0 1 15,0 0 1,40 0-16,0 0 0,-40 0 0,40 40 15,-40-40-15,41 40 0,-1-40 16,0 40 0,-40 40-16,0 0 15,0 0-15</inkml:trace>
  <inkml:trace contextRef="#ctx0" brushRef="#br0" timeOffset="83229.7347">3451 12873 0,'0'-40'16,"0"0"-1,0 0 48,40 40-48,0 80 1,0-80-16,-40 40 0,40-40 0,1 40 16,-1 0-16,0 1 15,0 39-15,0-40 0,0 0 0,0 0 0,0 40 16,1-40-16,-1 0 0,0 1 15,0 39-15,0-40 0,-40 0 0,40 0 0,-40 0 16,0 0-16,40 0 16,-40 1-16,0-1 15</inkml:trace>
  <inkml:trace contextRef="#ctx0" brushRef="#br0" timeOffset="83529.7198">4334 13074 0,'0'-40'0,"0"80"0,0-120 16,-40 120 15,-1 0-16,1 0-15,0 0 0,0 0 0,0 0 16,0 0-16,40 0 0,-40 0 16,-41 1-16,41-1 0,0 0 0,0 0 0,0 0 15,0-40-15,-40 40 0,39 0 0,1 0 0,0-40 16,0 40-16,0-40 16,0 41-16,0-41 0,40 40 0</inkml:trace>
  <inkml:trace contextRef="#ctx0" brushRef="#br0" timeOffset="84019.6879">4976 12994 0,'0'0'16,"40"-41"-16,-40 1 0,0 0 31,-40 40-15,0 0-16,-1 80 31,-79 161-15,80 40-1,80 0 17,121-161-17,-1-80 1,-80-40 0</inkml:trace>
  <inkml:trace contextRef="#ctx0" brushRef="#br0" timeOffset="84239.7488">5778 13194 0,'-80'0'16,"80"40"-1,0 40 1,0 1-16,0-41 15,-40 0-15,40 0 0,0 0 0,0 0 0,0 0 16,0 0-16,0 0 16,0 1-16,0-1 0,0 0 0,0 0 15,0 0-15</inkml:trace>
  <inkml:trace contextRef="#ctx0" brushRef="#br0" timeOffset="84639.7245">6340 13194 0,'0'0'0,"0"-40"0,-40 40 16,0 0-16,-41 40 31,-39 40-15,-81 41-1,1-1 17,79-40-17,162-80 17,39 0-32,-40 0 15,40 0 1,201 40-1,-40 40 1,-81 1 15,-120-41-15</inkml:trace>
  <inkml:trace contextRef="#ctx0" brushRef="#br0" timeOffset="84849.6395">6781 13074 0,'0'0'0,"40"40"31,1 40-15,-41-40-16,40 0 0,-40 0 0,0 0 0,0 41 15,0-41-15,0 40 0,0-40 16,0 0-16,-40 40 0,-1-39 0,1 39 0,-40-40 16,40 40-16,-40-40 15,-1 0-15,1 40 0</inkml:trace>
  <inkml:trace contextRef="#ctx0" brushRef="#br0" timeOffset="85910.1163">2528 15039 0,'0'0'0,"0"-40"63,0 80-1,0 0-62,40-40 0,-40 40 16,0 0-16,40 0 15,-40 41-15,40-41 0,-40 0 0,0 0 0,0 40 16,40-40-16,-40 0 0,0 0 0,0 0 0,0 1 16,41-41-16,-41 40 15,0 0-15</inkml:trace>
  <inkml:trace contextRef="#ctx0" brushRef="#br0" timeOffset="86699.9094">3210 15079 0,'0'0'0,"-40"0"235,0 0-220,0 40 1,0 0-16,-1 0 0,1-40 16,40 40-16,-40-40 15,0 0-15,0 41 0,40-1 16,-40-40-16,0 0 0,0 0 16,-1 0-1,1 0 1,40 40 109,0 0-125,40-40 31,1 0-15,-41 40-1,40-40-15,-40 40 16,0 0-16,40-40 0,-40 40 0,0 0 0,40 0 16,-40 1-16,0-1 15,40-40-15,-40 40 0,0 0 0,40 0 16,0 0-1,0-40-15,1 0 0</inkml:trace>
  <inkml:trace contextRef="#ctx0" brushRef="#br0" timeOffset="87159.8855">3531 15480 0,'0'0'0,"0"-40"16,40 40 15,0 0 0,-40-40 110,41 40-141,-1 0 16,40 0-16,-40-40 15,0 40-15,0 0 0,0 0 0,1 0 16,-1-40-16,0 40 0,0 0 0,0 0 16,0 0-1,0 0-15</inkml:trace>
  <inkml:trace contextRef="#ctx0" brushRef="#br0" timeOffset="87399.8693">3652 15801 0,'-41'40'16,"82"-80"-16,-41 80 31,40-40-15,200-40-1,-199 40-15,159-40 16,-160 40-16,0-40 0</inkml:trace>
  <inkml:trace contextRef="#ctx0" brushRef="#br0" timeOffset="88039.8313">4855 15320 0,'-40'0'15,"80"0"-15,-80-40 31,80 40-15,81 40 0,-81 80-1,-40 40 17,-40-39-17,40-161 16,0-1-15,40-79 0,80-40-1,1 80 1,-81 39 15,0 82-15,40 119-1,-40 0 17,-40 1-17,40-41 1,0-40 0,1-80-16</inkml:trace>
  <inkml:trace contextRef="#ctx0" brushRef="#br0" timeOffset="88479.8099">5979 15881 0,'0'0'0,"0"-40"15,80 40 17,-40 80-17,40 41 1,-160-41 15,-40-40-15,-1 0-1,81-160 1,80-41 15,41 41-15,39 80-1,-40 120 17,-40-40-32</inkml:trace>
  <inkml:trace contextRef="#ctx0" brushRef="#br0" timeOffset="88899.7812">6701 15360 0,'0'-40'0,"0"80"0,0-201 31,0 121-31,40-40 16,-40 40-1,40 80 1,-40 120 0</inkml:trace>
  <inkml:trace contextRef="#ctx0" brushRef="#br0" timeOffset="89079.7092">6661 16202 0,'0'0'15,"-40"40"-15,-40 80 16,80-80-16,-81 81 16,1 39 15,40-120-31,-40 41 15,-1-41-15</inkml:trace>
  <inkml:trace contextRef="#ctx0" brushRef="#br0" timeOffset="89779.657">9430 15801 0,'80'0'47,"-80"40"-47,40-40 16,-40 80-16,40-40 0,0 0 0,0 1 0,1 39 15,-41-40-15,40 0 0,0 0 0,0 0 0,-40 0 16,40 0-16,0 0 0,-40 1 16,40-41-16,0 40 0,-40 0 0,41-40 15</inkml:trace>
  <inkml:trace contextRef="#ctx0" brushRef="#br0" timeOffset="90039.718">10272 15881 0,'-40'-40'15,"0"40"-15,0 0 32,-80 120-17,-41 81 1,-80 39 0,241-199-16,-160 119 31,160-120-31</inkml:trace>
  <inkml:trace contextRef="#ctx0" brushRef="#br0" timeOffset="90579.6839">11637 15400 0,'-40'0'31,"-1"0"-15,1 0 0,0 0-16,0 40 0,0 0 0,0 0 15,0 40-15,0-40 0,40 41 0,-41-41 0,1 40 16,0 0-16,40-40 16,0 41-16,0-41 0,0 40 0,0-40 0,0 0 15,40 0-15,-40 0 0,40 0 16,41 0-16,-41 1 0,0-41 15,0 0-15,0 40 16,0-40-16,0 0 0</inkml:trace>
  <inkml:trace contextRef="#ctx0" brushRef="#br0" timeOffset="91259.8865">12118 15881 0,'0'-40'16,"0"80"-16,-40-160 16,80 160 46,0 0-62,0 0 16,-40 0-1,0 0-15,41 0 0,-41 1 16,0-1-16,0 0 0,0 0 0,0 0 0,0 0 16,-41 0-16,41 0 15,-40-40-15,40 40 16,0-80 15,0 0-15,0 0-16,40 40 0,-40-40 15,41 40-15,-41-40 0,40 40 16,-40-40-16,40 40 47,0 0-47,-40-40 15,40 40 1,0 0-16,0-40 16,0 40-16,1 0 15,-41 40 32,0 0-31,40 0-16,-40 0 0,0 0 15,0 0-15,0 0 0,0 0 16,0 0-16,0 1 16,0-1-16,0 0 0,-40-40 15,40 40-15,-41-40 0,41 40 0,-40-40 16,40 40-16,-40-40 16</inkml:trace>
  <inkml:trace contextRef="#ctx0" brushRef="#br0" timeOffset="91599.8652">13121 16402 0,'0'0'0,"40"0"15,1 41 1,-41 39-1,-41 0 17,-79 0-17,0-80 1,39-40 0,81-80 15,81 40-16,-1 39 1,-40 41 0</inkml:trace>
  <inkml:trace contextRef="#ctx0" brushRef="#br0" timeOffset="91899.8485">13924 15640 0,'0'0'16,"0"-40"-16,40 40 15,0 0-15,80 121 16,-39 159 15,-81 41-15,-121-80-1,-79-41 1,119-159-16</inkml:trace>
  <inkml:trace contextRef="#ctx0" brushRef="#br0" timeOffset="92379.8222">15368 16001 0,'0'0'15,"-40"0"-15,0-40 32,40 0-17,121 40 1,159-40 15,1 40-15,-160 80-1,-81-80-15</inkml:trace>
  <inkml:trace contextRef="#ctx0" brushRef="#br0" timeOffset="92559.7643">15368 16643 0,'-40'40'0,"80"-80"0,-160 120 15,120-40 1,80-40 0,-40 0-16,41 0 0,-41 0 0,0 0 15,0 0-15,40 0 0,-40 0 16,1 0-16,-1-40 0,40 40 0,-40 0 15,0 0-15</inkml:trace>
  <inkml:trace contextRef="#ctx0" brushRef="#br0" timeOffset="93039.7868">17134 16122 0,'-80'0'15,"160"0"-15,-200 0 0,120 80 32,40-80-32,80 40 15,161-40 1,-80-80 15,-121 0-15,-80-81-1,-161 81 1,-39 40 15,39 120-15,41 40-1,80-39-15,40 79 32,80 0-17,121-39 1,-81-81 0,40-40 15</inkml:trace>
  <inkml:trace contextRef="#ctx0" brushRef="#br0" timeOffset="93319.7109">17856 15600 0,'-40'-40'16,"80"80"-16,-120-120 15,160 40 1,-40 40 0,161 0-1,-40 0 1,-41 0-1</inkml:trace>
  <inkml:trace contextRef="#ctx0" brushRef="#br0" timeOffset="93709.7134">18699 15440 0,'40'-40'16,"-40"0"-16,40 0 0,0 0 15,0-1-15,-40 1 0,0 0 0,41 0 16,-41 0-16,0 0 16,0 0-16,0 0 0,0 0 15,0 80 32,0 40-31,40-80-16,-40 40 0,0 0 15,0 40-15,0-40 0,0 1 0,0-1 0,0 40 16,0-40-16,0 0 0,0 40 0,0-40 0,0 0 16,0 1-16,0-1 15,0 0-15,-40 0 0,40 0 0,-41 0 0,1 0 16,0 0-1,0-40-15,0 0 0,0 0 16,0-40 0</inkml:trace>
  <inkml:trace contextRef="#ctx0" brushRef="#br0" timeOffset="93889.7124">18819 14798 0,'-40'-40'16,"80"80"-16,-120-80 15,80 80 1</inkml:trace>
  <inkml:trace contextRef="#ctx0" brushRef="#br0" timeOffset="94899.6743">19421 14518 0,'40'0'47,"0"0"-31,41 0-1,-41 0-15,0 40 0,0 0 16,-40 0-1,0 0-15,40 0 0,-40 0 0,0 0 16,0 0-16,-40 0 16,40 1-16,-40-41 0,40 40 0,-80 0 0,40-40 15,40 40-15,-41-40 0,1 0 0,40 40 0,-40-40 16,0 0-16,40-40 16,0 0-1,40 0 1,-40 0-16,40 40 0,-40-41 0,40 41 15,1 0-15,-1 0 16,0 0-16,0 41 0,-40-1 16,40 0-1,-40 0-15,0 0 0,0 0 0,40 0 0,-40 0 16,0 0-16,0 1 0,0-1 0,0 0 16,40-40-16</inkml:trace>
  <inkml:trace contextRef="#ctx0" brushRef="#br0" timeOffset="95389.6453">20224 14598 0,'0'0'15,"0"40"32,40 0-47,-40 0 16,0 0-16,0 0 15,0 0-15,-40 0 0,40 1 0,-40-1 0,40 0 16,-41 0-16,41 0 0,-40 0 0,0 0 16,40 0-1,0-120 1,40 40-1,-40 0-15,0 0 0,40 40 0,-40-40 16,41 0-16,-41-1 16,0 1-16,0 0 0,40 0 0,-40 0 0,40 0 15,-40 0-15,40 0 0,-40 0 0,40 0 16,0-1-16,0 41 16,-40 81-1,0-41 1,0 0-16,0 0 0,0 0 0,0 0 15,0 0-15,40 0 0,-40 0 16,0 1-16,0-1 0,0 0 0,0 0 16,0 0-1,0 0-15,0 0 16</inkml:trace>
  <inkml:trace contextRef="#ctx0" brushRef="#br0" timeOffset="95609.6332">20224 14678 0,'-40'-40'32,"80"80"-32,0-120 15,-40 40-15,160 0 16,-79-1-1,119 41 1,-79 0 0,-81 81-1</inkml:trace>
  <inkml:trace contextRef="#ctx0" brushRef="#br0" timeOffset="95879.6194">20023 15761 0,'-80'0'16,"160"0"-16,-281 0 16,242 0 15,39 0-31,-40-40 0,40 40 0,-40 0 15,41-40-15,-41 40 0,0 0 16,40 0-16,-40 0 0,40 0 0,-39 0 0,-1 0 16,0 0-16,0 0 15,0 0-15,0 0 0,0 0 0,-40-41 0,40 41 16,1 0-16</inkml:trace>
  <inkml:trace contextRef="#ctx0" brushRef="#br0" timeOffset="96499.5814">20424 15961 0,'-40'40'15,"80"-80"-15,-160 80 16,80 1-16,40-1 31,-40 0-31,40 0 16,0 80-1,0 0 1,-40-120 0,40-40 30,0 0-46,40 0 0,-40 0 0,0 0 0,40 0 16,-40 0-16,40 0 16,-40 0-16,40 40 0,-40-41 0,40 1 0,-40 0 15,40 40 1,0 0 0,-40 40-16,41 0 0,-1 1 15,-40-1 1,40 0-16,0 0 0,0 0 0,0 0 15,-40 0-15,40-40 16,-40 40-16,40-40 0,1 0 0,-41 40 0,40-40 16,0 0-16,0 0 15,-40-40 1,0 0-16,0 0 16,40 40-16,-40-40 0,0 0 15,0 0-15,0 0 0,0 0 0,0-1 0,0 1 16,0 0-16,0 0 15,0 0-15,0 0 0,0 0 0,0 0 16,0 80 15,0 0-15</inkml:trace>
  <inkml:trace contextRef="#ctx0" brushRef="#br0" timeOffset="99029.4346">21708 15199 0,'0'-40'47,"0"0"0,0 0 766,0 0-626,40 40 63,1 0-234,-1 0 374,-40 40-390,40-40 0,-40 40 0,0 0 16,0 0 0,0 0-16,0 1 0,-40-1 31,40 0-31,-40-40 15,40-40 17,0 0-32,40-1 15,0 1 1,-40 0-16,40 0 0,0 0 0,0 0 0,0 0 16,1 0-16,-41 0 0,40-1 15,0 1-15,-40 0 0,40 0 0,0 0 16,-40 80-1,0 40 1,0-40-16,0 1 16,0-1-16,0 0 0,0 40 0,0-40 0,0 0 15,0 0-15,0 0 0,0 1 0,0-1 0,0 0 16,0 0 0,0 0-16,0 0 15</inkml:trace>
  <inkml:trace contextRef="#ctx0" brushRef="#br0" timeOffset="99359.4161">22912 15239 0,'0'0'0,"80"0"31,-80 81-15,0-41-1,-40 40-15,0-40 16,-80 40 0,-41-80-1,81-40 1,40-40 0,40 40-1,80-80 1,41 39 15,-1 41-15</inkml:trace>
  <inkml:trace contextRef="#ctx0" brushRef="#br0" timeOffset="99639.343">23273 14317 0,'0'0'0,"121"-80"16,-81 40-1,80 40 1,-80 200 0,-120 1 15,0-81-31,80-80 31,80-40-31,201-80 16,-121 0-1,-79 80 1,39 0-16</inkml:trace>
  <inkml:trace contextRef="#ctx0" brushRef="#br0" timeOffset="100849.3122">25561 15600 0,'-41'0'0,"1"0"15,40 81-15,-40-81 0,40 80 0,-40-40 16,0 0-16,0 40 0,0-40 16,-1 41-16,1-1 0,0-40 0,0 40 0,0-40 15,0 40-15,0-40 16,0 1-16,-1-1 0,1 0 0,0-40 0,0 0 15,0 40-15,0-40 16,40-40-16,80-40 0,-80 39 16,80-39-16,-40 0 0,41 40 0,-41-40 0,40 0 15,0-41-15,1 41 16,-1 0-16,40-41 0,-39 41 0,-41-40 0,40 80 16,0-40-16,-40 40 0,0-1 15,1 1-15,-1 40 0,0 40 0,-40 1 16,0-1-16,0 40 15,0 0-15,0 0 0,0 41 0,-40-1 0,40 0 16,0-40-16,-40 41 0,40-1 16,-41-40-16,1 41 0,40-41 0,-40-40 0,0 40 15,-40-40-15,40 0 0,0-40 0,-1 0 0,1 0 16,0 0-16,0-40 16,0 40-16,0-80 0,0 40 0,40 0 0,-41 0 15,41-41-15,-40 41 0,40 0 16,0-40-16,0 40 0,40-40 0,-40 40 0,81-41 15,-41 41-15,40-40 16,-40 40-16,41 0 0,-41 0 0,40 40 0,0-40 16,0 40-16,1 0 0,-41 0 0,40 40 0,0-40 15,-40 80-15,41-40 0,-41 0 16,0 0-16,0 0 0,-40 1 0,0-1 0,0 0 16,0 0-16,0 0 15,-40-40-15,40 40 0,-80 0 0,80 0 16,-81-40-16,41 0 15,40-40-15,81 40 0,-41-40 16,0 0-16,40 0 16,0 0-16,-40 0 0,41-41 0,-1 41 0,0 0 15,0 0-15,-39 0 0,39 40 0,-40-40 0,0 40 16,0 0-16,0 80 16,-40-40-16,0 0 0,0 0 0,0 1 0,0 39 15,-40 0-15,40-40 16,-40 40-16,40 0 0,-80-39 0,80 39 0,-40-40 15,0 40-15,-1-40 0,1 0 16,0 0-16,0 1 0,0-1 0,-40 0 0,40-40 16,-41 40-16,41-40 0</inkml:trace>
  <inkml:trace contextRef="#ctx0" brushRef="#br0" timeOffset="101009.364">25400 17164 0,'-120'41'16,"240"-82"-16,-281 122 0,121-81 15,121 0-15,-1 0 16,121 0 0,-41 0-16,2007-40 15,-1766 40-15,642 0 16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44:56.5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1645 1403 0,'0'0'0,"-40"0"0,0 40 0,0-40 0,40 80 15,-40 1-15,0-41 16,-1 40-16,41 40 0,-40-40 0,40 41 0,-40-41 16,40 40-16,0-39 0,0 39 15,0-40-15,40-40 0,-40 40 0,81-40 0,-41 1 16,0-1-16,-40 0 0,40 0 0,0-40 0,0 0 15,40 0-15,-39 0 16,-1 0-16,0-40 0,0 0 0,0 0 0,0-41 16,0 41-16,0-40 0,1 0 15,-41 0-15,0-41 0,40 41 0,-40-40 0,0 40 16,0-41-16,0 1 16,-81 40-16,81-41 0,-80 41 0,80 0 0,-40 40 15,0 0-15,0 0 0,0 0 0,0 40 16,-1 0-16,1 80 15,0-40-15,40 0 0,-40 0 0,0 40 0,40-40 16,0 41-16,-40-1 16,40-40-16,0 40 0,0 0 0,0 1 0,0-41 15,0 40-15,40 0 0,-40-40 16,40 40-16,-40 1 0,40-41 0,-40 0 0,40 40 16,-40-40-16,0 0 15,0 40-15,40-39 0,-40-1 0,0 0 0,0 0 16,0 0-16,0 0 0</inkml:trace>
  <inkml:trace contextRef="#ctx0" brushRef="#br0" timeOffset="320.0548">1164 4050 0,'0'0'0,"0"40"0,-40-40 0,40 40 0,40-40 31,0-40-31,40 40 0,-40-80 0,0 40 0,41 0 16,-1-40-16,40-1 0,-40 1 16,41-40-16,-1 40 0,1-41 0,-1 41 0,40 0 15,-39-40-15,-1 39 16,1 1-16,-41 40 0,40 0 0,1-40 0,-41 40 16,0-1-16,-40 1 0,40 40 15,-39-40-15,-1 0 0,0 40 16,-120 0-1,39 40 1,1-40-16,0 0 0,40 40 16,-40-40-16,0 0 15,40 40-15,40-40 16</inkml:trace>
  <inkml:trace contextRef="#ctx0" brushRef="#br0" timeOffset="810.286">4294 2285 0,'40'-160'16,"-80"320"-16,120-360 0,40 160 31,-80 40-31,0 0 0,121 120 16,-41 161-1,-120-201-15,0 40 16,0-39-16,-40-1 0,-40 120 16,-81-39 15,202-322-15,39 81-16,80-201 15,-120 201-15,1 0 0,119-161 31,-120 201-31,-40-40 0,121-80 16,-121 119-16,40-39 16,-80 80-1,40 40 1,-81-40-16,-39 161 16,120-121-16,0 0 0,-80 161 15,80-161-15,0 200 16,0-160-16,0-39 0,120 79 31,-120-80-31,80 40 0,-40-80 0,121 80 31,-121-80-31</inkml:trace>
  <inkml:trace contextRef="#ctx0" brushRef="#br0" timeOffset="1040.2173">6220 1724 0,'-201'241'15,"402"-482"-15,-482 522 0,160-1 16,121-239-16,-40 39 0,40 40 31,0-80-31,80 40 16,-39-40-16,-1-40 0,0 41 15,0-41-15,0 0 16,0 0-16,40-41 0</inkml:trace>
  <inkml:trace contextRef="#ctx0" brushRef="#br0" timeOffset="1370.2526">6661 2005 0,'0'0'16,"-40"0"-1,80 120 17,-40-40-32,40-40 0,-40 121 31,0-121-31,0 0 16,0 0-16,0-120 15,120 0 1,-79-1-16,-1 41 0,80-120 31,-80 160-31,-40 40 16,0 40-1,0-40-15,0 41 0,0-41 0,0 0 16,0 0-16,-40 0 16,40 0-16,0 0 0,0 0 0,0 0 0,0 0 15,0 1-15,0-1 0,80-40 16</inkml:trace>
  <inkml:trace contextRef="#ctx0" brushRef="#br0" timeOffset="1590.1858">7905 1884 0,'0'-40'16,"0"80"-16,40-40 15,-40 81-15,0 39 16,40 121 15,0-121-31,-40-80 0,-80 160 31,40-119-31,0-41 0,-40 40 16,39-40-16,41 0 0</inkml:trace>
  <inkml:trace contextRef="#ctx0" brushRef="#br0" timeOffset="1830.2261">9069 2045 0,'-41'0'15,"82"0"-15,-122-40 16,162 0-16,-41 40 15,0 0 1,40-41-16,121 41 16,-121-40-16,-40 40 0,0 0 15,281 0 1,-200 0 0,-81 0-16</inkml:trace>
  <inkml:trace contextRef="#ctx0" brushRef="#br0" timeOffset="2020.2163">9430 2446 0,'-121'40'15,"242"-80"-15,-242 120 0,81-80 16,120 0-16,1 0 0,-1 0 31,0 0-31,161-40 16,-161 40-16,0 0 0,121-80 15,-121 80-15,1 0 0</inkml:trace>
  <inkml:trace contextRef="#ctx0" brushRef="#br0" timeOffset="2870.1672">12198 1162 0,'0'0'15,"0"-40"-15,0 0 0,-80 40 16,-161 161 15,161-41-31,-80 361 31,160-401-31,0 201 16,40-241-16,-40 41 0,120 39 16,-120-80-16,0 40 15,0-40-15,-40 81 16,40-81-16,-160 0 15,79-40 1,41 0-16,-40-40 16,80 0-16,0-1 31,40 41-31,80 41 31,1 119-15,-81 121-1,0-161 1,-40-80-16,80 201 16,-40-201-16,-40 0 0,121 40 15,-81-80-15,0 40 16,0-40-16,81 0 16,-81 0-1,0-40-15,40-40 16</inkml:trace>
  <inkml:trace contextRef="#ctx0" brushRef="#br0" timeOffset="3190.1468">12961 1884 0,'0'0'15,"0"-40"-15,-40 40 16,40 80 0,-40 1-1,40-41-15,-41 40 16,41 0-16,0 161 15,-40-121 1,40 161 0,0-241-16,0 80 31,40-120-31</inkml:trace>
  <inkml:trace contextRef="#ctx0" brushRef="#br0" timeOffset="3460.0622">13603 3088 0,'40'-41'15,"-80"82"-15,80-41 31,-40 80-31,0-40 16,-161 200 0,-39-39 15,120-81-31</inkml:trace>
  <inkml:trace contextRef="#ctx0" brushRef="#br0" timeOffset="3880.0366">14887 2205 0,'0'0'0,"-40"0"15,0-40-15,-41 40 0,41 0 0,0 0 16,0 0-16,0 40 0,0-40 16,0 80-16,40-39 0,-41-1 0,41 0 0,0 0 15,0 0-15,0 40 16,0-40-16,41 0 0,-41 0 0,40 1 0,0-1 16,0 0-16,0-40 0,0 40 15,0-40-15,1 0 0,39 40 0,-40-40 0,0 0 16,0 0-16,0 0 0,0-80 0,1 80 15,-1-40-15,-40 0 16,40-1-16,0 1 0,-40 0 0,0 0 0,0 0 16,0 0-16,0-40 0,0 40 15,0 0-15,-40-1 0,40 1 0,-40 0 0,0 0 16,-1 40 0,1 0-16,0 0 15,40 40-15,0 0 16,0 0-16</inkml:trace>
  <inkml:trace contextRef="#ctx0" brushRef="#br0" timeOffset="4080.0404">15850 2807 0,'0'80'15,"0"-160"-15,0 200 16,-40 0-1,0-79-15,-41 159 16,41-120-16,0-40 0,-80 81 31,80-81-31,-41 40 0,81-40 0,-40 0 0</inkml:trace>
  <inkml:trace contextRef="#ctx0" brushRef="#br0" timeOffset="4400.007">17294 1844 0,'-120'0'31,"80"0"-31,-40 80 16,80-39 0,0 119-1,0-120-15,0 40 0,0-40 0,0 161 31,40-41-31</inkml:trace>
  <inkml:trace contextRef="#ctx0" brushRef="#br0" timeOffset="4600.03">17856 2887 0,'0'-40'16,"-40"40"-1,40 40 1,-40-40-16,40 80 0,-40-80 0,0 40 16,40 0-16,-40 1 15,-1-1-15,1 0 0,0 0 16,40 0-16,-40-40 0,40 40 16</inkml:trace>
  <inkml:trace contextRef="#ctx0" brushRef="#br0" timeOffset="4960.0448">18819 1844 0,'0'0'16,"-40"0"-16,-120 40 31,39 161-15,81-1-1,201-79 17,-121-121-32,120 0 15,-160-40-15,40 40 0,1-40 0,-1-81 31,-40-79-15,-40 160 0,40-1-16,-41 1 0,1 0 15,40 120 1</inkml:trace>
  <inkml:trace contextRef="#ctx0" brushRef="#br0" timeOffset="5160.0329">19461 2486 0,'-40'40'32,"80"-80"-32,-120 200 15,80-120-15,-80 41 16,-121 119-1,41-120 1</inkml:trace>
  <inkml:trace contextRef="#ctx0" brushRef="#br0" timeOffset="5600.2921">20946 1684 0,'-40'-40'16,"80"80"-16,-120-80 31,80 80-31,0 0 16,0 0-16,0 0 0,0 0 0,0 40 15,0-39-15,0-1 0,0 0 0,0 0 16,0 0-16,0 0 0,0 40 16,0-40-16,0 1 0,0-1 0,0 0 0,0 0 15</inkml:trace>
  <inkml:trace contextRef="#ctx0" brushRef="#br0" timeOffset="5800.2745">21427 2606 0,'0'0'0,"-40"0"16,0 40-1,-40 81 1,-81-1 15,121-120-31,-40 40 0,80 0 0,-80 0 16</inkml:trace>
  <inkml:trace contextRef="#ctx0" brushRef="#br0" timeOffset="6190.2714">22591 1884 0,'-80'-40'31,"0"40"-31,40 0 0,-41 40 16,41 41-16,0-1 0,0-40 0,0 160 31,120 1-15,81-161-1,-1-120 17,-80-161-17,-40 1 1,-160 119-1,40 81 17,80 80-32,0 40 15</inkml:trace>
  <inkml:trace contextRef="#ctx0" brushRef="#br0" timeOffset="6380.315">23273 2446 0,'0'80'31,"0"-40"-31,-40 40 16,-80 81 0,-121-1-1,81-80 1</inkml:trace>
  <inkml:trace contextRef="#ctx0" brushRef="#br0" timeOffset="6780.2908">24918 1564 0,'0'0'0,"-80"0"16,0 0 0,80 40 15,0 0-31,40 80 16,-40 0-16,0-80 15,0 81-15,0-81 0,0 160 16,-40-119-16,40-41 0,0 0 15,0 40-15</inkml:trace>
  <inkml:trace contextRef="#ctx0" brushRef="#br0" timeOffset="6970.2073">25320 2566 0,'0'-40'16,"-40"40"-16,-1 80 0,1-40 15,0 41 1,-80 79 0,-1-40 15,121-80-31</inkml:trace>
  <inkml:trace contextRef="#ctx0" brushRef="#br0" timeOffset="7350.2601">26724 1724 0,'0'0'16,"-80"-40"-1,0 80 17,-81 160-17,81 81 1,200-120 15,-39-161-31,-1 0 0,80-40 16,-120-1-16,1 1 0,-41 0 15,40-160 1,-121-1 15,41 161-31,-40 0 32,40 40-32,40 40 0</inkml:trace>
  <inkml:trace contextRef="#ctx0" brushRef="#br0" timeOffset="7960.1542">27687 1203 0,'-40'-81'32,"40"41"-32,0 0 15,40 40 1,-40-40-16,121 40 15,-81 0 1,0 0-16,80 80 16,-80-40-16,-40 0 0,0 1 15,-40 239 1,0-159 0,40-41-16,-40 120 15,40-160-15,0 1 0,40 39 16,121-40 15,-121-40-31,40-80 16,-40 80-16,0 0 0,-40-40 15,0-1-15,0 1 16,-40 40 15,40 40-31,-40 1 0,40-1 0,-40 0 16,40 0-16,0 0 0,-40 0 15,40 0-15,-40 0 0,-1 41 0,41-41 0,-40 0 16,40 40-16,-40 0 16,0-40-16,0 40 0,0-39 0,0 39 0,-41 0 15,41-40-15,-40 40 0,40-40 16,-40 1-16,40 39 0,-41-40 0,1 0 0,-40-40 16</inkml:trace>
  <inkml:trace contextRef="#ctx0" brushRef="#br0" timeOffset="12114.1466">3571 4932 0,'0'0'0,"-80"0"15,80-40-15,-40 40 0,40-40 16,-40 80 46,40 0-46,0 0 0,-40 1-16,40 39 0,0-40 0,-41 40 0,41-40 15,0 40-15,0 1 0,0-41 16,0 40-16,0 0 0,0-40 0,0 0 0,0 41 16,0-41-16,0 0 0,41 0 0,-41 0 0,40 0 15</inkml:trace>
  <inkml:trace contextRef="#ctx0" brushRef="#br0" timeOffset="12364.1135">3371 5173 0,'-81'-80'15,"162"160"-15,-202-160 0,41-41 31,40 121-31,40-40 0,0-40 16,120 0 0,-40 40-16,-39 40 0,159-80 31,-160 80-31,41 0 0,79-40 16,-80 40-16,81 0 15</inkml:trace>
  <inkml:trace contextRef="#ctx0" brushRef="#br0" timeOffset="12584.1743">3451 5494 0,'-40'40'16,"80"-80"-16,-40 80 15,120-120 16,-39 40-31,159-81 32,-200 121-32,201-80 15,-201 40-15,0 40 0,41-40 16</inkml:trace>
  <inkml:trace contextRef="#ctx0" brushRef="#br0" timeOffset="12714.1659">4374 5093 0,'0'0'0,"0"40"15,0 0 1,0 40-1,0-40-15,0 0 0,0 41 16,0-41-16,0 80 31,0-80-31,0 0 0,0 40 16,0-39-16,0 39 16,0-40-16</inkml:trace>
  <inkml:trace contextRef="#ctx0" brushRef="#br0" timeOffset="12904.0841">4534 4892 0,'-40'-40'16,"80"80"-16,-160-80 0,-41 0 15,121 40-15,40-40 16,121 40-1,119 0 1</inkml:trace>
  <inkml:trace contextRef="#ctx0" brushRef="#br0" timeOffset="13234.1358">4895 4852 0,'0'0'0,"0"120"16,-40-39 15,-40 79-15,80 1-1,0-121-15,0 80 32,0-80-32,40 0 0,0-40 31,41-120-15,39 0-1,-80 79 1,0 41-1,-40 81 1,0 39 15,0-80-31,0 80 16,0-80-16,0 1 0,80-41 16,-39 0-16</inkml:trace>
  <inkml:trace contextRef="#ctx0" brushRef="#br0" timeOffset="13634.1137">6179 5374 0,'-80'0'15,"160"0"-15,-360 40 16,239 40-16,1-80 16,0 0-16,0 80 0,40-40 0,-40 0 31,80 0-16,80-40 1,1-40 15,-41-40-15,-80-120 0,0-81-1,-80 80 16,40 121-15,40 120 15,0 40-15,40 201 0,0 80-1,40-120 1,-80-201-16,0 0 15,40 0-15</inkml:trace>
  <inkml:trace contextRef="#ctx0" brushRef="#br0" timeOffset="14184.0812">7704 4852 0,'40'-80'16,"-80"160"-16,161-200 31,-121 80-31,40 40 0,40 0 16,40 80-1,-120-40-15,0 0 16,0 0-16,-40 161 15,0-81 1,0-80-16,-120 201 16,119-201-16,1 0 0,0 80 15,0-39 1,120 39 0,41-120-1,-1-40 16,-40-81-15,-80 81 0,0 0-16,-160-120 15,120 120-15,0 0 0,-81-161 16,81 161-16,-40-80 16,40 80-16,0-201 15,120 40 1,80 161 15,41 121-15,-81 39-1</inkml:trace>
  <inkml:trace contextRef="#ctx0" brushRef="#br0" timeOffset="14433.9938">9670 5133 0,'0'0'0,"-40"0"16,40 40 0,-40 0-16,0 161 15,40-161-15,0 40 0,-40 0 16,0 201-1,40-40 1,0-201 0,-40 80-1</inkml:trace>
  <inkml:trace contextRef="#ctx0" brushRef="#br0" timeOffset="14714.0503">9590 5414 0,'0'-81'16,"0"162"-16,40-242 31,0 121-31,41 0 16,-41 40-16,0 0 0,0 80 31,0-40-31,-40 0 0,0 81 15,-80-41-15,80-40 0,-161 80 16,121-80-16,-120 81 31,120-81-31,0-40 0,40-40 16,40 0-16</inkml:trace>
  <inkml:trace contextRef="#ctx0" brushRef="#br0" timeOffset="14994.0359">10232 5213 0,'0'0'0,"0"40"15,0 0 1,0 41 0,0-1-16,-80 0 31,-81-40-16,121-40 1,0-80 0,80 0-1,0 40 1,81-1 0,-1 41-1,-40 0-15</inkml:trace>
  <inkml:trace contextRef="#ctx0" brushRef="#br0" timeOffset="15193.9822">10955 5213 0,'40'-80'15,"-80"160"-15,120-240 16,-160 160 0,80 40-16,0 0 15,0 0-15,0 0 16,-41 0-16,41 40 0,0-39 0,0-1 0,0 0 15,-40 0-15,40 40 0,0-40 16,0 0-16,0 0 0,0 0 0,-40-40 0,40 41 16,0-1-16,0 0 15,0 0-15</inkml:trace>
  <inkml:trace contextRef="#ctx0" brushRef="#br0" timeOffset="15393.9472">10834 4812 0,'-80'-40'15,"160"80"-15,-240-120 16,160 40 0,80 40-16,-40 0 15,80 40 1,-79-40-16,-1 0 0</inkml:trace>
  <inkml:trace contextRef="#ctx0" brushRef="#br0" timeOffset="15704.1827">11235 4852 0,'41'0'15,"-82"0"-15,162 120 16,-121-79-16,0 39 16,-40 80-1,40-80 1,0 1 15,40-162-15,120-119 15,-120 160-31,1 40 16,-1 0-16,-40 80 31,40-40-31,-40 80 15,40-79-15,-40 79 16,40-120-16,-40 40 0,0 0 16,120-40-1,81-80 1</inkml:trace>
  <inkml:trace contextRef="#ctx0" brushRef="#br0" timeOffset="15944.1688">12680 4652 0,'0'0'0,"0"-40"0,-40-41 16,40 41-16,-40 40 0,0 0 16,40 80-1,-41 1 1,41-41-16,0 160 16,0-120-16,0-39 0,0-1 0,0 240 31,0-119-16,161-81 1,-1-40 15,-79-80-31</inkml:trace>
  <inkml:trace contextRef="#ctx0" brushRef="#br0" timeOffset="16124.0866">12560 5253 0,'-121'0'16,"242"0"-16,-282-80 16,161 40-16,120-40 31,81 40-15,40-41-1,-41 81 1</inkml:trace>
  <inkml:trace contextRef="#ctx0" brushRef="#br0" timeOffset="16374.0893">14967 4692 0,'-120'-80'31,"240"160"-31,-280-160 16,160 39-16,0 122 16,0-41-16,0 200 31,0-200-31,0 241 16,-40-201-16,40-39 0,-41 159 15,1-160-15,0 80 16,40-79-16</inkml:trace>
  <inkml:trace contextRef="#ctx0" brushRef="#br0" timeOffset="16694.1276">14566 4772 0,'0'-80'31,"0"160"-31,0-200 0,40 80 0,0 40 0,121-41 32,120 41-17,-241 41-15,160 79 16,-160-80-16,1 0 0,-41 40 16,80 41-16,-80-81 0,-40 200 31,40-159-31,-81-41 0,-79 120 15,80-120-15,-241 80 16,240-79-16,41-41 0,-80 40 31</inkml:trace>
  <inkml:trace contextRef="#ctx0" brushRef="#br0" timeOffset="16974.0536">16372 4491 0,'-41'-40'31,"82"80"-31,-122-80 15,81 80-15,-40 161 16,0 79 15,40-119-31,0 120 16,0-241-16,-40 80 31,40-80-31</inkml:trace>
  <inkml:trace contextRef="#ctx0" brushRef="#br0" timeOffset="17204.0227">16251 4732 0,'-40'0'0,"80"0"0,-80-40 0,0 0 31,40 0-31,80 40 0,41-81 15,-81 41-15,160-40 16,-160 80-16,1-40 0,119 0 31,-40 0-31,-39 40 0</inkml:trace>
  <inkml:trace contextRef="#ctx0" brushRef="#br0" timeOffset="17434.0086">16492 5133 0,'-80'0'16,"160"0"-16,-160-40 16,80 0-16,40 40 31,120-81-16,-79 41 1,199 0 0,-239 40-16,-1 0 0</inkml:trace>
  <inkml:trace contextRef="#ctx0" brushRef="#br0" timeOffset="17654.0701">17615 4932 0,'0'0'0,"0"-40"16,0 0-16,161-80 31,120 0-15,0 39-1,-81 41 1,-159 0-16,-1 40 15,40-40-15</inkml:trace>
  <inkml:trace contextRef="#ctx0" brushRef="#br0" timeOffset="17854.0581">18338 4612 0,'0'0'0,"-40"0"0,40 40 16,-40-40-16,40 80 15,-41 120 17,-39 81-17,0 40 1,40-161 0,0-120-16,-1 81 0</inkml:trace>
  <inkml:trace contextRef="#ctx0" brushRef="#br0" timeOffset="116063.7522">3571 8502 0,'-40'0'47,"0"0"-32,40 40 48,0 0-63,0 0 0,0 0 0,0 0 16,0 0-16,0 0 0,0 41 15,40-41-15,-40 40 0,40-40 0,0 40 0,1 1 16,-1-1-16,-40-40 15,40 40-15,0 0 0,0-40 0,0 41 0,0-41 16,0 0-16,1 0 0,-1 0 16,0 0-16,-40 0 0,40 0 0,0-40 0,-40 40 15,40-40-15,0 41 16</inkml:trace>
  <inkml:trace contextRef="#ctx0" brushRef="#br0" timeOffset="116413.7187">4173 8903 0,'0'0'0,"0"-40"0,40 0 16,-40-1-1,0 82 32,0-1-47,-40 0 0,0 0 16,0 40-16,0-40 0,0 40 0,0 1 0,-1-1 16,-39 0-16,40-40 0,-40 40 0,40 1 0,-41-41 15,1 40-15,40-40 16,-40 0-16,40 0 0,-41 0 0,41 0 0,0 1 15,0-41-15,0 40 0,0-40 16,0 0-16,-1 40 0,1-40 0,0 0 0,0 0 16</inkml:trace>
  <inkml:trace contextRef="#ctx0" brushRef="#br0" timeOffset="116853.6919">5497 8542 0,'-80'0'16,"160"0"-16,-200 0 0,40 0 16,40 0-16,-1 0 15,1 0-15,-40 200 31,0 121-15,80 0 0,40-80 15,80-161-15,-39-40-16,-41-40 0</inkml:trace>
  <inkml:trace contextRef="#ctx0" brushRef="#br0" timeOffset="117113.7334">5979 8702 0,'-40'0'15,"80"0"-15,-80-40 0,0 40 16,40 40-1,0 0 1,0 0-16,0 1 0,0-1 16,0 0-16,0 40 0,0-40 0,0 0 0,0 40 15,0-39-15,0 39 0,0-40 0,0 0 0,-41 0 16,41 40-16,-40-40 16,40 0-16,-40 1 0,40-1 0,0 0 15,-40 0-15</inkml:trace>
  <inkml:trace contextRef="#ctx0" brushRef="#br0" timeOffset="117543.6351">6581 8823 0,'0'-41'15,"0"82"-15,0-122 0,-40 121 63,-1 1-48,1-1 1,0 0-16,0-40 0,0 40 0,0 0 0,0-40 16,0 40-16,-1 0 0,1-40 0,0 40 0,0-40 15,0 40-15,0-40 16,0 0-16,40 41 31,40-1 0,0-40-31,0 0 0,-40 40 16,40-40-16,0 0 0,0 0 0,1 40 0,-1-40 16,0 0-16,0 40 15,0-40-15,0 0 0,-40 40 0,40-40 0,0 40 16,1-40-1,-41 40-15,40-40 0,0 0 16,0 0 0</inkml:trace>
  <inkml:trace contextRef="#ctx0" brushRef="#br0" timeOffset="117903.6158">7423 8622 0,'-40'-40'16,"80"80"-16,-120-160 15,80 80-15,0 80 31,40 0-15,-40 0-16,40 0 16,-40 0-16,81 0 0,-81 0 0,40 0 0,-40 41 15,40-41-15,-40 0 0,40 40 0,-40 0 0,0-40 16,0 41-16,0-41 0,0 0 16,-40 40-16,40-40 0,-40 0 0,0 40 0,0-39 15,-1-1-15,1 0 16,0 0-16,0 0 0,0 0 0,0-40 15,0 40-15,-1-40 16,1 0-16</inkml:trace>
  <inkml:trace contextRef="#ctx0" brushRef="#br0" timeOffset="118253.6118">8988 8903 0,'-40'0'16,"80"0"-16,-80-40 0,0 40 15,80 0 1,40-40-16,1 40 16,79 0-1,-39 0 1,119 0 0,-119 0-1</inkml:trace>
  <inkml:trace contextRef="#ctx0" brushRef="#br0" timeOffset="118473.6546">9109 9384 0,'-161'80'15,"322"-160"-15,-362 160 0,201-40 16,40-40-16,40 0 15,41 0 1,79 0-16,81-40 31,-200 0-31,119 0 16,-160 40-16</inkml:trace>
  <inkml:trace contextRef="#ctx0" brushRef="#br0" timeOffset="119533.5402">13442 7980 0,'0'0'16,"-40"0"-16,-40 0 16,40 0-1,40-40-15,-121 40 32,-119 0-17,-81 0 1,80 40 15,40 41-15,1-1-1,79 0 1,81 0 15,120 0-15,81 1-1,120-1 17,0-80-17,-41 40 1,-159 0 0,-162 40 15,-199 41-16,-41 79 1,0-39 15,40-1-15,160-40 0,81-80-1,40 41 16,40-41-15,121-40 0,120-40-1,120-1 17,0 1-17,0 0 1,-80 40 15,-200 0-15,-161 0 46,0 0-46,-1-40-1,1 40-15,0-40 16,0 40 0</inkml:trace>
  <inkml:trace contextRef="#ctx0" brushRef="#br0" timeOffset="120353.5446">10914 10266 0,'0'0'16,"0"-40"0,41 0-1,39 0 1,0 40-16,40 0 31,-79 120-15,-82 81-1,-79-41 17,80-79-17,40-122 17,0 1-32,80-120 31,81 40-16,-121 79 1,0 41-16,0 0 31,0 41-15,0 79 0,0-40-1,-40 0-15,-40 41 31,0-41-15,0-40 0,120-40 15,-80-40-15,0 0-16</inkml:trace>
  <inkml:trace contextRef="#ctx0" brushRef="#br0" timeOffset="120533.461">11918 10587 0,'0'-40'31,"0"0"-15,40 40-16,80-40 31,-40 0-15,1 40-1,-41 0-15</inkml:trace>
  <inkml:trace contextRef="#ctx0" brushRef="#br0" timeOffset="120713.5256">12078 10708 0,'-80'40'31,"160"-80"-31,-200 120 0,80-80 0,-1 0 15,82 0 1,79 0 15,81-40-15,-1-41-16</inkml:trace>
  <inkml:trace contextRef="#ctx0" brushRef="#br0" timeOffset="121013.4337">13081 10467 0,'-40'0'16,"40"40"-16,-160-40 15,-1 120 17,121-80-17,160 1 1,81-41 15,-41-41-15,-79-79-1,-162 0 1,-39 80 15,40 0-15,0-1-1</inkml:trace>
  <inkml:trace contextRef="#ctx0" brushRef="#br0" timeOffset="121683.4186">12118 7419 0,'0'-40'32,"0"0"-32,0 80 47,0 0-32,0 0-15,0 0 16,0 0-16,0 0 0,0 0 0,0 1 15,0-1 1,0 0-16,0 0 0,0 0 0,0 0 16</inkml:trace>
  <inkml:trace contextRef="#ctx0" brushRef="#br0" timeOffset="121923.4022">12158 7299 0,'0'0'0,"-40"0"15,80 40 32,41 0-31,-41 0-16,0 0 0,0-40 15,-40 40-15,0 0 0,40-40 16,-40 40-16,40-40 16</inkml:trace>
  <inkml:trace contextRef="#ctx0" brushRef="#br0" timeOffset="122123.3713">12479 7218 0,'0'0'16,"-40"-40"-16,40 0 15,0 80 32,0 0-47,0 0 0,0 1 16,0-1 0,0 0-16,40 0 0,-40 0 0,0 0 15,0 0-15,0 0 16</inkml:trace>
  <inkml:trace contextRef="#ctx0" brushRef="#br0" timeOffset="122343.3786">12800 7419 0,'40'0'32,"1"0"-17,-1 0-15,0-40 16,0 40-16,0 0 16,0 0-16,0-40 0,0 40 0</inkml:trace>
  <inkml:trace contextRef="#ctx0" brushRef="#br0" timeOffset="122573.4167">13482 7098 0,'-40'0'31,"80"0"-31,-120 0 16,80 40-1,0 80 17,0 81-17,0-41-15</inkml:trace>
  <inkml:trace contextRef="#ctx0" brushRef="#br0" timeOffset="123243.3159">14325 8381 0,'0'0'16,"-40"0"-16,80 0 31,0 81-31,0-81 15,0 80 1,-40-40-16,41-40 0,-41 40 0,0 0 0,0 0 16,0 0-1,0 0-15,-41-40 0,41 41 0,-40-41 0,40 40 16,-40-40-16,0 40 0,0-40 16,80-40-1,0 0 1,40-1-1,-39 1-15,-41 0 0,40 40 0,0-40 16,-40 0-16,40 0 0,0 40 16,0-40-16,-40 0 0,40 0 0,1 40 0,-41-40 15,40 40-15,-40-41 0,40 41 0,-40-40 16,40 40-16,-40-40 16,-40 40 15,0 0-31,40 40 15,-40-40-15,-1 40 16,1 41-16,0-41 0,40 0 0,-40 0 16,40 0-16,0 0 15,-40 0-15,40 0 0,0 0 0,0 1 0,0-1 16,80 0-16,-40 0 0,0-40 16,1 40-16,39-40 15,-40 0-15,0 0 0,0 0 0,40 0 0,-39 0 16,-1-40-16</inkml:trace>
  <inkml:trace contextRef="#ctx0" brushRef="#br0" timeOffset="123493.3627">15689 8301 0,'-80'0'16,"160"0"-16,-280 0 15,160 40-15,0 0 16,-1 1-16,41 119 31,41 0-15,-1-79-16,40-1 16,40-40-1,-120 0-15</inkml:trace>
  <inkml:trace contextRef="#ctx0" brushRef="#br0" timeOffset="123883.3085">15970 8422 0,'0'40'31,"0"0"-31,0 0 15,0 0 1,0 0-16,0 0 0,0 0 16,0 0-16,0 0 15,0-80 32,40 40-47,-40-40 0,41 0 0,-41 0 0,40 40 16,0-40-16,0 0 0,0 0 15,-40 0-15,40 40 0,0 0 16,0 40 0,-40 0-16,0 0 15,0 0-15,0 0 0,0 0 0,0 0 16,0 0-16,0 1 16,0-1-16,0 0 0,0 0 0,0 0 31</inkml:trace>
  <inkml:trace contextRef="#ctx0" brushRef="#br0" timeOffset="124133.305">16933 8301 0,'-40'0'16,"40"40"31,0 0-47,80 1 0,-80-1 0,0 0 15,0 0-15,0 0 0,0 0 0,0 0 0,0 0 16,0 0-16,0 0 16,0 1-16,-40-1 0,40 0 0,-80 0 0,80 0 15,-40 0-15,0 0 0,0-40 16,0 0-16</inkml:trace>
  <inkml:trace contextRef="#ctx0" brushRef="#br0" timeOffset="124533.278">17896 8622 0,'0'0'0,"40"-40"0,41 0 15,39-80 1,1 39 0,-121 1 15,-81 40-16,1 40 1,-121 120 0,121 1-1,40 79 1,120-120-16,0 41 16,81-1-1,-41-80 1,41-40-1,-81-40-15</inkml:trace>
  <inkml:trace contextRef="#ctx0" brushRef="#br0" timeOffset="124733.2386">18619 8101 0,'-40'-40'16,"80"80"-16,40-121 15,-40 81-15,161-40 16,-81 40 0,121-80-1</inkml:trace>
  <inkml:trace contextRef="#ctx0" brushRef="#br0" timeOffset="125093.2704">19461 7820 0,'40'0'16,"1"0"-1,-41-40 1,40 40-16,-40-80 0,40 80 0,0-40 0,-40-1 15,0 1-15,0 0 16,40 40-16,-40-40 0,0 0 0,-40 40 16,40-40-1,-40 40-15,40 40 32,0 0-32,0 0 15,0 0-15,0 0 0,0 1 0,40-1 16,-40 0-16,0 0 15,0 40-15,0-40 0,0 0 0,0 0 0,0 0 16,0 1-16,0-1 0,0 0 16,0 0-16,0 0 0,-40-40 0,40 40 0,-40 0 15,40 0-15,-40-40 0,40 40 0,-41-40 0,41 41 16,-40-41-16,0 0 16,0 0-16,0 0 0,0-41 0</inkml:trace>
  <inkml:trace contextRef="#ctx0" brushRef="#br0" timeOffset="125313.2577">19702 7138 0,'0'0'0,"-40"0"0,0-40 16,0 0-16,40-40 15,80 0 17,-40 80-32,0 0 15</inkml:trace>
  <inkml:trace contextRef="#ctx0" brushRef="#br0" timeOffset="125743.1261">20424 7138 0,'0'0'15,"40"0"16,1 40-31,-1 0 16,-40 0-16,40 1 0,0-1 16,-40 0-16,40 0 0,-40 0 0,0 0 0,0 0 15,0 0-15,0 0 0,-40 1 0,40-1 0,-80-40 16,80 40-16,-81-40 16,41 40-16,0-40 0,0 0 0,0 0 15,0 0-15,40-40 16,0 0-1,40 40 1,0-40-16,0 40 0,0 0 16,0 0-1,1 40-15,-1 0 0,-40 0 16,40 0-16,0 0 0,-40 0 16,40 0-16,0 0 15,0 0-15,0-40 16</inkml:trace>
  <inkml:trace contextRef="#ctx0" brushRef="#br0" timeOffset="126153.1091">21147 7339 0,'0'0'15,"-41"40"1,41 0-16,-40 40 15,0 81 1,40-121 0,0 40-1,0-120 1,0 0 0,40-81-1,41-39 16,-41 80-31,0-41 16,0 121 0,-40-40-1,0 120-15,40 81 32,40-1-17,-40-79 1,41-1-1,-41-80 1</inkml:trace>
  <inkml:trace contextRef="#ctx0" brushRef="#br0" timeOffset="126353.0973">21187 7098 0,'-40'-40'15,"80"80"-15,-80-120 0,-1 0 16,41 40-16,81 40 0,-1-81 16,201 41-1,0 80 17,-201 0-32</inkml:trace>
  <inkml:trace contextRef="#ctx0" brushRef="#br0" timeOffset="126633.1473">20505 8341 0,'0'0'0,"-41"81"16,122-81 0,159-41-1,122-39 1,-122 40 0,41-40-1,-201 80 1,-39 0-16,-41-40 0</inkml:trace>
  <inkml:trace contextRef="#ctx0" brushRef="#br0" timeOffset="126863.1121">21106 8502 0,'-40'40'15,"80"-80"-15,-120 80 0,40 40 16,40-40-16,0 0 16,0 40-1,-40-39-15,0 119 32,-40-80-17</inkml:trace>
  <inkml:trace contextRef="#ctx0" brushRef="#br0" timeOffset="127213.0923">21026 8582 0,'0'0'0,"40"40"47,0-40-32,-40 40-15,41-40 0,-1 40 0,0 0 16,0-40-16,-40 40 0,40-40 16,-40 41-16,40-41 0,-40 40 0,40 0 15,-40 0-15,40-40 0,-40-40 32,41 40-32,-41-80 0,0 39 15,40 41-15,-40-40 16,0 0-16,40 0 0,0 0 0,-40 0 15,0 0-15,40 40 16,-40-40-16,0 0 0,40 40 0,-40-40 16</inkml:trace>
  <inkml:trace contextRef="#ctx0" brushRef="#br0" timeOffset="127503.0313">22551 7579 0,'-40'0'16,"80"0"-16,-80 40 31,40 1-31,80 119 16,-40-40 0,-40 1-1,0-1-15,0 40 31</inkml:trace>
  <inkml:trace contextRef="#ctx0" brushRef="#br0" timeOffset="127883.0735">23153 7660 0,'0'-41'16,"0"82"-16,-40-82 31,40 82-31,0-1 0,0 0 16,0 0-16,-40-40 0,0 40 0,-1 0 0,1-40 15,0 40-15,0-40 0,-40 40 16,40-40-16,0 40 0,-1-40 0,1 0 0,0 0 16,40 40-1,-40-40-15,80 0 63,0 0-63,-40 41 15,40-41-15,-40 40 0,41-40 0,-1 0 0,-40 80 16,40-80-16,0 40 0,0-40 16,-40 40-16,40-40 0,0 40 0,0-40 0,-40 40 15,41-40-15,-1 0 16,0 0-16,-40 40 0,40-40 0,0 0 15,0 0-15</inkml:trace>
  <inkml:trace contextRef="#ctx0" brushRef="#br0" timeOffset="128942.9912">23474 7820 0,'0'-40'0,"40"0"47,0 40-32,0 0-15,0 0 0,1 0 16,-1 40-1,-40 0-15,40 0 0,-40 0 16,40 0-16,-40 0 16,0 0-16,0 1 0,-40-1 0,40 0 15,-80-40-15,80 40 0,-41-40 0,41 40 0,-40-40 16,80-40 31,1-40-47,-41 40 0,80 40 0,-80-41 15,40 41-15,0-40 16,0 0-16,0 40 0,-40-40 0,40 40 16,1 0-16,-41 40 31,0 0-31,40-40 0,-40 40 16,0 1-1,40-1-15,-40 0 0,40-40 16,-40 40-16,40 0 15,0-40 1,0 0 0,0 0-16,1 0 15,-1-40-15,0 40 0,0 0 16,-40-40-16,40 40 16,-40-40-16,-40 40 109</inkml:trace>
  <inkml:trace contextRef="#ctx0" brushRef="#br0" timeOffset="130592.884">8146 11871 0,'0'40'16,"-40"-40"0,80 0 46,0 0-46,0 0-1,0 0-15,0 0 0,40 0 0,-39 0 0,39 0 16,0 0-16,-40 0 0,40 0 16,-39 0-16,39 0 0,-40 0 0,40 0 0,-40 0 15,0 0-15,1 0 0,-1 0 0,0 0 0,0 0 16</inkml:trace>
  <inkml:trace contextRef="#ctx0" brushRef="#br0" timeOffset="130812.8106">8547 12151 0,'-40'0'16,"0"0"-16,0 40 15,80-40 16,0 0-31,40 0 16,-40 0-16,40 0 16,-39 0-16,39 0 0,40 0 0,-40 0 0,1 0 15,-1 0-15,-40 0 0,40 0 0</inkml:trace>
  <inkml:trace contextRef="#ctx0" brushRef="#br0" timeOffset="135122.5519">12680 11991 0,'-40'0'16,"0"0"109,0 0-125,-1 0 15,1 0 1,0 0-16,0 0 0,0 0 0,0 0 0,0 0 15,0 0-15,-41 0 0,41 40 16,-40-40-16,40 0 0,-40 0 0,-1 0 0,1 0 16,0 0-16,40 0 0,-41 0 0,41 0 0,0 0 15,0 0-15,0 0 16,0 0-16,0 0 0,40 40 0,-40-40 0,-1 0 16,41 40-16,-40-40 15,0 40-15,40 0 31,-40-40-31,40 41 16,40-41 15,-40 40-31,40-40 16,0 0-16,1 0 16,39 0-16,-40 40 0,0-40 0,0 0 15,40 0-15,-39 0 0,-1 0 16,0 40-16,0-40 0,40 0 0,-40 40 15,0-40-15,1 0 16,-41 40-16,40-40 0,0 0 0,-40 40 16,0 0-1,-40-40 1,40 40-16,-40-40 0,40 40 0,-41-40 0,1 0 16,0 41-1,0-41-15,40 40 0,-40-40 0,0 0 0,0 40 16,0-40-16,-1 40 0,-39 0 15,40-40-15,0 40 0,0 0 0,0-40 0,0 40 16,-1 0-16,1-40 16,0 41-16,0-41 0,40 40 0,-40-40 15,0 40-15,80-40 78,0 0-62,0 0-16,0 0 0,0 40 0,1-40 16,39 0-16,-40 0 0,40 0 0,-40 0 0,41 0 15,-41 40-15,40-40 16,-40 0-16,40 0 0,-40 0 0,41 0 0,-41 40 16,40-40-16,0 0 0,1 0 15,-41 0-15,40 0 0,-40 40 0,40-40 0,-40 0 16,1 0-1,-1 0-15,-80 0 47,-1 0-47,1 0 32,0 0-32,0 0 31,40-40-31,-40 40 0,40-80 0</inkml:trace>
  <inkml:trace contextRef="#ctx0" brushRef="#br0" timeOffset="136012.8135">23474 4972 0,'-40'0'0,"0"0"15,0 41 1,-1-1-16,1 0 16,40 0-16,0 0 15,0 0 1,0 0-16,0 0 0,0 0 0,0 1 0,0-1 16,0 0-16,0 0 0,0 0 15,-40 0-15,40 0 0,0 0 0,0 0 0,-40 0 16,40 1-1</inkml:trace>
  <inkml:trace contextRef="#ctx0" brushRef="#br0" timeOffset="136292.8008">23474 5093 0,'0'-40'16,"0"80"-16,0-120 15,-40 80-15,40-41 16,0 122 0,40-81-1,0 80 1,80 80 0,1 1-1,-81-121 1,0-40-16,40 40 15,-40-40-15,1-40 16,-1-40 0</inkml:trace>
  <inkml:trace contextRef="#ctx0" brushRef="#br0" timeOffset="136482.7494">24116 5093 0,'0'0'16,"0"-40"-16,0 0 0,-40-1 31,0 41-31,40 41 31,0-1-15,0 40-16,0-40 0,-40 0 15,40 0-15,0 0 16,0 0-16,0 1 0,0-1 0,0 0 16,0 0-1,40-40-15</inkml:trace>
  <inkml:trace contextRef="#ctx0" brushRef="#br0" timeOffset="136712.7745">24517 5293 0,'-40'-40'0,"40"0"31,0 0-31,40 0 15,40 40 1,-39-40-16,39 40 0,0-40 0,81 40 16,-41-40 15,-80 40-31</inkml:trace>
  <inkml:trace contextRef="#ctx0" brushRef="#br0" timeOffset="136892.7642">24878 5534 0,'-80'0'15,"160"0"-15,-200 40 0,160-40 47,40 0-31,-40-40-16,1 40 0,-1 0 0,0 0 15,0 0-15,0-40 16,0 40-16</inkml:trace>
  <inkml:trace contextRef="#ctx0" brushRef="#br0" timeOffset="137492.6931">26363 4812 0,'0'0'32,"40"0"-32,40 0 15,-80-40-15,121 40 32,-81 0-32,-40 40 0,40 40 31,-40-40-31,0 0 0,-40 41 31,0-1-31,-81 0 16,81-40-16,-80 81 15,80-121-15,0 40 0,0 0 16,-81 80 0,41 0-1,80-80 1,80 1-1,-80-1-15,121-40 32,-81 0-32,40-40 15,-40 40-15,0-41 0,-40 1 0,40 0 16,-40-40 0,0 40-16,0-120 31,0 79-31,0 41 0,-40-160 31,0 119-31,0 81 0,0-120 16,40 80-16,40 40 31,120 0-15,-119 0-16,159 0 15,-160 0-15,0 0 0,1 40 0</inkml:trace>
  <inkml:trace contextRef="#ctx0" brushRef="#br0" timeOffset="139022.5682">10754 13956 0,'0'40'63,"40"-40"-48,0 0 1,-40 40-16,40 0 16,0 0-1,-40 1-15,0-1 0,0 0 16,-40 0-1,40 0-15,-40-40 0,0 0 16,40 40 0,0-80-1,40 0-15,0 0 16,-40 0-16,40 0 16,1 40-16,-41-41 0,40 1 0,0 0 15,0 0-15,0 40 16,-40-40-16,40 40 15,0 0 1,-40 40-16,0 0 16,40 0-16,-40 0 0,0 1 15,0-1-15,0 0 16,0 0-16,0 0 0,0 0 16,0 0-1,-40-40-15,40 40 0,40-80 47</inkml:trace>
  <inkml:trace contextRef="#ctx0" brushRef="#br0" timeOffset="139212.6295">11396 14197 0,'0'-40'31,"40"40"-16,-40-41 1,40 41-16,0 0 0,0-40 0,1 40 16,-1 0-16,0 0 0,0-40 0,0 40 15,0 0-15,0 0 16</inkml:trace>
  <inkml:trace contextRef="#ctx0" brushRef="#br0" timeOffset="139412.5447">11476 14397 0,'0'0'0,"40"0"32,0 0-17,-40-40-15,41 40 16,-1 0-16,0 0 0,0 0 0,0-40 15,0 40-15,0-40 16,0 40-16,-40-40 0,41 40 16</inkml:trace>
  <inkml:trace contextRef="#ctx0" brushRef="#br0" timeOffset="139742.5993">12359 14157 0,'-40'0'16,"0"40"-1,0 0 1,-1 0 0,41 0-16,0 0 15,0 0-15,41-40 32,-41 40-32,40-40 0,0 0 0,0 0 31,0-40-31,0-40 15,0 80 1,-40-40-16,0-40 16,0 40-16,0-1 15,-40 41-15,40-40 16,-40 40-16,40-40 16,-40 40-1,0 0-15</inkml:trace>
  <inkml:trace contextRef="#ctx0" brushRef="#br0" timeOffset="141412.4161">11757 11470 0,'0'40'31,"40"-40"188,0 0-219,0 0 15,1 0 1,-1 0-16,0 0 0,0 0 0,0 0 16,0 0-16,0 0 0,0 0 15,1 0-15,-82 0 78,41 40-62,-40 0-16,0 0 0,0 0 16,0 0-1,0 0-15,40 0 16,-40-40-16,40 40 16,0 1-16,0-1 62</inkml:trace>
  <inkml:trace contextRef="#ctx0" brushRef="#br0" timeOffset="141692.3441">11918 11750 0,'-41'0'32,"82"0"30,-1 0-62,0 0 0,0 0 16,0 0-16,0 0 0,0 0 0,0 0 0,1 0 15,-1-40-15,0 40 0</inkml:trace>
  <inkml:trace contextRef="#ctx0" brushRef="#br0" timeOffset="143052.2578">13282 12592 0,'40'-40'16,"0"40"109,0 0-110,40 0 1,-39 0-16,-1 0 0,0 40 16,-40 1-16,40-41 0,-40 40 15,0 0 1,0 0-16,0 0 0,0 0 0,-40-40 16,40 40-16,-40 0 15,0 0-15,-1 1 0,1-41 31,80 0 1,-40-41-32,41 41 15,-41-80-15,40 80 0,0-40 0,0 0 0,0 0 16,0 0-16,0 0 0,0 0 16,1 40-16,-1-41 0,0 1 0,0 0 15,0 40-15,-40-40 16,40 40-16,-40-40 15,-40 80 17,40 0-32,-40 0 15,0 0 1,0 1-16,40-1 0,-40 0 0,40 0 0,-41-40 16,41 40-16,0 0 0,-40 40 15,40-40-15,0 1 0,0-1 0,0 0 16,40 0-1,1 0-15,-1-40 16,0 0-16,0 40 0,0-40 0,0 0 16,0 0-16,0 0 15</inkml:trace>
  <inkml:trace contextRef="#ctx0" brushRef="#br0" timeOffset="143342.3028">14807 12432 0,'0'0'0,"-81"0"16,41 0-1,-40 80 1,40-80-16,-81 121 15,121-81-15,-40 0 0,0 40 16,40-40-16,0 40 16,0-40-16,80 41 15,-39-41 1,79 0 0,-80-40-16</inkml:trace>
  <inkml:trace contextRef="#ctx0" brushRef="#br0" timeOffset="145472.1793">15088 12592 0,'0'-40'62,"40"40"-46,0 0-16,0 0 15,-40 40-15,40 1 16,-40-1-16,0 0 0,0 0 16,0 0-1,0 0-15,0 0 0,-40-40 0,40 40 0,0 0 31,0-80-15,0 0-16,40 0 16,-40 0-16,40 40 15,-40-40-15,40 0 0,0 0 0,1 0 32,-1 40-1,-40 40-31,40-40 0,-40 40 15,40 0-15,-40 0 16,0 0-16,0 0 0,0 0 16,0 0-16,0 1 15,0-1 1</inkml:trace>
  <inkml:trace contextRef="#ctx0" brushRef="#br0" timeOffset="145712.4988">15850 12592 0,'0'-40'0,"40"40"0,-40-40 16,40 40 0,-40 80-16,40-80 15,-40 41 1,40-1-16,-40 0 0,0 0 15,41 0-15,-41 0 16,0 0-16,0 0 0,0 41 0,0-41 0,-41 0 16,41 0-16,-40 0 0,-40 0 0,80 0 15,-40 0-15,0-40 0,40 40 16,-40-40-16,40 40 0</inkml:trace>
  <inkml:trace contextRef="#ctx0" brushRef="#br0" timeOffset="146362.4611">16813 12833 0,'0'0'0,"-40"0"16,80 0 31,0 0-47,0 0 0,0 0 15,0 0-15,1 0 0,-1 0 16,0 0-16,0 0 0,0 0 0,0 0 15,-40-40 17,0 0-32,0 0 15,0 0-15,-80 40 16,40 0-16,0-40 0,0 40 16,-1 0-1,1 0-15,0 0 0,0 0 0,0 40 16,40 0-1,-40-40-15,40 80 0,0-40 0,0 0 16,0 0-16,0 0 0,0 1 0,0-1 16,40 0-16,-40 0 15,40 0-15,0 0 0,40 0 16,-39 0-16,-1-40 16,0 0-16,0 0 0,0 0 0,0 0 15,0 0 1,0-40-16</inkml:trace>
  <inkml:trace contextRef="#ctx0" brushRef="#br0" timeOffset="146652.3715">17656 12312 0,'-81'0'32,"162"0"-32,-202 0 0,161 0 31,41 0-31,-41 0 0,0 0 0,0 0 15,0 0-15,0 0 16,0 0-16,0 0 0,41 0 0</inkml:trace>
  <inkml:trace contextRef="#ctx0" brushRef="#br0" timeOffset="147052.35">18258 12272 0,'0'40'0,"40"-40"16,0-80-1,0-1 17,0 41-32,-40 0 0,0 0 31,0 0-31,-40 40 0,40 40 47,0 40-47,0-40 0,0 0 0,0 1 15,0-1-15,0 0 16,0 40-16,0-40 0,0 0 0,0 0 0,0 0 16,0 0-16,0 1 0,0-1 15,0 0-15,0 0 0,0 0 0,0 0 16,-40-40-16,40 40 15,-40-40-15,0 40 0,-1-40 0,1 0 16,0 0-16,0-80 0,0 80 0,0-40 16,0 0-16,40 0 0,-41 0 15</inkml:trace>
  <inkml:trace contextRef="#ctx0" brushRef="#br0" timeOffset="147262.4106">18177 11830 0,'0'0'0,"0"-40"0,-40 0 16,40 0-1,-40 40 1</inkml:trace>
  <inkml:trace contextRef="#ctx0" brushRef="#br0" timeOffset="147992.3663">18940 11830 0,'0'0'0,"0"-40"31,40 40-15,-40-40-1,40 40-15,40 0 0,-40 0 16,0 0-16,1 0 15,-1 40-15,0 41 0,-40-41 16,0 0-16,0 0 0,0 0 0,0 0 0,-40 0 16,40 0-16,-81 0 15,41 1-15,0-1 0,0 0 0,0-40 0,40 40 16,-40-40-16,0 40 0,0-40 31,40-40-15,0 0-16,0 0 15,40 40 1,-40-40-16,40 40 0,0 0 16,0 40-16,-40 0 0,40 0 15,0 0 1,-40 0-16,40-40 0,-40 40 0,0 0 0,41-40 16,-41 40-16,40-40 15,-40 40-15,40-40 0</inkml:trace>
  <inkml:trace contextRef="#ctx0" brushRef="#br0" timeOffset="148432.2681">19863 11871 0,'-41'40'15,"1"-40"-15,40 40 16,-80 80 0,80 0-1,-40-79-15,40-1 16,0 0-16,-40-40 16,40-40 15,40 40-16,-40-40-15,0-1 0,40 1 0,0 0 16,-40 0-16,0 0 0,40 40 0,-40-40 16,40 40-16,1 0 47,-41 40-47,0 0 15,0 0-15,40-40 16,-40 40-16,0 0 0,0 1 0,0-1 0,0 0 15,0 0-15,0 0 0,0 0 16,40 0-16,-40 0 0,0 0 16</inkml:trace>
  <inkml:trace contextRef="#ctx0" brushRef="#br0" timeOffset="148682.2535">19622 11790 0,'-40'0'16,"80"0"-16,-120 0 16,120 0-1,40 0 1,-80-40-16,80 40 0,-40 0 0,201 0 31,-201 0-31,0 0 0,121 40 16,-121-40-16,80 40 15,-80-40-15</inkml:trace>
  <inkml:trace contextRef="#ctx0" brushRef="#br0" timeOffset="149142.2595">18900 12833 0,'-41'0'16,"82"0"-16,-82 40 0,1-40 0,80 0 47,1 0-47,-1 0 15,0 0 1,0 0-16,0 0 0,0 0 0,0 0 16,0 0-16,1 0 0,-1 0 15,0 0-15,40 0 0,-40 0 0,40 0 0,-39 0 16,39 0-16,-40 0 15,40 0-15,-40 0 0,0 0 0,1 0 0,-1 0 16,0 0-16,0 0 0,0 0 0,0 0 16,0 0-16,-80 0 62,0 0-46,0-40-1</inkml:trace>
  <inkml:trace contextRef="#ctx0" brushRef="#br0" timeOffset="150142.1869">19221 13274 0,'-41'0'16,"41"40"-16,41-40 109,-1 0-93,0 0-16,0 0 15,0 0-15,0 0 16,0 0-16,0 0 16,-40 40-1,41-40-15,-41 41 31,40-41-31,-40 40 16,-81 0-16,41-40 16,0 40-1,0-40-15,0 40 0,0-40 16,0 40-16,0-40 0,40 40 16,-41-40-16,1 40 0,40 0 0,-40-40 15,40 41 1,-40-41-16,40 40 15,0 0 1,40-40-16,-40 40 16,80-40-16,-39 0 15,-1 0-15,0 0 16,0 0-16,0 0 16,-40-40-1,0 0 1,-40 0-1,40-1-15,-40 1 0,40 0 16,-40 40-16,40-40 0,0 0 0,-40 0 16,40 0-16,0 0 15,0 0-15,0-1 16,40 41 0,0-40-16,0 40 31,0 0-31,0 0 0,0 0 15,0 0 1</inkml:trace>
  <inkml:trace contextRef="#ctx0" brushRef="#br0" timeOffset="151392.0067">20705 12312 0,'0'40'125,"-40"-40"-125,40 40 0,0 0 16,0 0-16,-40 0 15,40 0-15,0 0 0,0 1 0,-40-1 16,40 0-16,0 0 0,-40-40 16,40 40-16,0 0 0,0 0 0,0 0 0,0 0 15,0 1-15,-40-1 16,40 0-16</inkml:trace>
  <inkml:trace contextRef="#ctx0" brushRef="#br0" timeOffset="151771.9852">21026 12592 0,'0'-40'15,"-40"40"1,0 0-16,-40 0 16,40 0-1,-1 40-15,1-40 0,40 41 0,-40-41 16,40 40-16,-40-40 16,0 0-16,80 0 93,-40 40-93,0 0 16,40 0-16,0 0 0,0 0 16,1 0-1,-1 0-15,0-40 0,0 41 0,0-41 16,0 40-16,0-40 15,0 0-15,1 0 16</inkml:trace>
  <inkml:trace contextRef="#ctx0" brushRef="#br0" timeOffset="152351.9528">21427 12552 0,'0'-40'16,"0"80"0,0 0-1,0 1-15,0-1 16,0 0-16,0 0 0,-40 0 0,40 0 16,0 0-16,-40-40 15,40 40-15,40-80 47,0 40-47,1-40 0,-1 40 16,-40-40-16,40 40 0,0-40 15,0 40-15,0 0 0,0-40 16,0 40 0,-40 40-16,0 0 15,0 0-15,0 0 16,0 0-16,0 0 15,41 1 1,-41-1-16,0 0 0,40 0 16,0-40-1,0 0 1,-40-40 0,40 40-16,-40-40 15,40 0-15,-40-1 16,40 41-1,-40-40-15</inkml:trace>
  <inkml:trace contextRef="#ctx0" brushRef="#br0" timeOffset="153736.5498">23313 13715 0,'0'0'0,"0"-40"32,0 0 14,41 40-30,-1 0-16,-40-40 0,40 40 16,0 0-16,0 0 0,40 0 15,-40 0-15,1 0 0,-1 0 0,0 0 16,40 0-16,-40 0 16,0 0-16,0 0 0,1 0 0,-1 0 0,0 0 15,0 0-15</inkml:trace>
  <inkml:trace contextRef="#ctx0" brushRef="#br0" timeOffset="153936.5385">23354 14076 0,'-41'0'0,"82"0"0,-41 0 31,40-40-31,0 40 16,40 0-16,-40 0 0,0 0 0,41 0 0,-1 0 16,-40 0-16,40-40 15,0 40-15,-39 0 0,39 0 0,-40-40 0</inkml:trace>
  <inkml:trace contextRef="#ctx0" brushRef="#br0" timeOffset="154866.4842">25922 12592 0,'0'-40'15,"-81"40"48,41-40-48,0 40-15,0 0 0,-40 0 0,40 0 0,0 0 16,-41 0-16,41 0 16,-40 0-16,40 0 0,0 0 0,-41 0 0,41 0 15,0 0-15,0 0 0,0 0 16,0 40-16,0-40 0,-1 40 0,1-40 0,0 0 16,0 0-16,40 41 15,-40-41-15,0 0 0,40 40 16,0 0-1,0 0-15,40-40 16,40 40-16,0 0 0,-39-40 16,-1 40-16,0-40 15,40 40-15,-40-40 0,0 40 0,41-40 0,-41 41 16,0-1-16,0-40 0,0 40 16,0-40-16,0 40 0,1-40 0,-1 40 0,0 0 15,0 0 1,-40 0-16,0 0 15,-80-40-15,80 40 0,-40-40 0,40 41 0,-41-41 16,1 40-16,0 0 0,0-40 16,0 40-16,0 0 0,0-40 0,-1 40 0,-39 0 15,40-40-15,0 40 16,0 0-16,-40 1 0,39-41 0,1 40 0,-40 0 16,40-40-16,0 40 0,0 0 15,0-40-15,40 40 0,-41-40 0,41 40 16,41-40-1,-1 0 1,0 0-16,0 0 0,40 0 0,-40 0 16,0 0-16,41 0 0,-41 0 15,40 0-15,-40 0 0,40 0 0,-39 0 0,39 0 16,-40 0-16,40 0 16,-40 0-16,1 0 0,39 0 0,-40 0 0,0 0 15,0 0-15,0 0 16,-80 0 62,0 0-78,0 0 0,0 0 31,0 0-31,0 0 16,-1 0-16</inkml:trace>
  <inkml:trace contextRef="#ctx0" brushRef="#br0" timeOffset="155426.4546">24236 14758 0,'-40'0'15,"80"0"-15,-80-40 32,80 0-17,-40 0 1,40 40-16,1 0 15,-1 0-15,0 0 0,0 40 16,0 0-16,-40 0 16,0 0-16,0 0 0,0 0 15,0 1-15,0-1 0,-40 0 0,40 0 0,-40 0 16,0 0 0,40 0-16,-40-40 0,40 40 0,-41-40 0,41 40 15,0-80 1,41 40-1,-41-80-15,80 40 0,-80 0 0,40 0 0,0 0 16,0 0-16,0-1 16,0 41-16,1-40 0,-1 0 0,0 0 0,0 40 15,-40-40-15,40 40 16,-40 40 0,40 0-1,-40 40-15,0-39 0,0-1 16,0 0-16,0 0 0,0 0 15,0 0-15,0 0 16</inkml:trace>
  <inkml:trace contextRef="#ctx0" brushRef="#br0" timeOffset="155636.7673">25079 14838 0,'0'-40'15,"0"80"-15,40-120 0,0 40 32,0 40-32,0 0 0,121-40 31,-121 40-31,40 0 16,-39 0 15,-41 40-31</inkml:trace>
  <inkml:trace contextRef="#ctx0" brushRef="#br0" timeOffset="155806.7597">25199 15159 0,'-80'0'0,"160"0"0,-80 0 31,40-40-16,1 40-15,39 0 0,-40-40 0,0 40 16,0-40-16,0 40 16,1 0-16,-1 0 0,0-40 0,0 40 15,0-40-15</inkml:trace>
  <inkml:trace contextRef="#ctx0" brushRef="#br0" timeOffset="156136.7375">26082 14758 0,'0'40'32,"-80"-40"-17,80 40-15,-40 0 0,0 1 16,0-1 0,40 0-16,0 0 0,0 0 15,0 0 1,40-40-16,0 0 0,-40 40 15,40-40-15,0 0 0,0 0 16,-40-40-16,40 40 0,-40-40 16,0 0-16,40 0 0,-40 0 15,0 0-15,0-1 16,0 1-16,-80 40 0,80-40 16,0 0-16,-40 40 15,0 0-15,0-40 0</inkml:trace>
  <inkml:trace contextRef="#ctx0" brushRef="#br0" timeOffset="157206.6774">25079 11590 0,'-40'0'16,"40"-40"0,0 0 15,0 0-31,40 40 16,0 0-16,0-41 15,40 41 1,-39 0-16,-1 0 0,0 0 0,0 0 15,0 0-15,0 0 0,0 0 16,1 0 0,-41 41 15,0-1-31,-41-40 16,41 40-16,0 0 0,-40-40 15,40 40-15,0 0 0,-40 0 0,40 0 16,-40 0-16,0 0 15,40 1-15,-40-1 0,40 0 0,-40 0 16,40 0-16,0 0 0,0 0 16,0 0-16,0 0 15,40-40-15,0 0 32</inkml:trace>
  <inkml:trace contextRef="#ctx0" brushRef="#br0" timeOffset="157466.664">25119 11951 0,'0'0'16,"-40"0"-1,40-40 1,0 0-1,40 40 1,0 0-16,121-41 31,-121 1-31,0 40 0,80 0 16,-79 0-16,-1-40 0</inkml:trace>
  <inkml:trace contextRef="#ctx0" brushRef="#br0" timeOffset="158286.6356">26363 13074 0,'0'40'16,"0"0"-16,40-40 15,0 0 1,0-40-16,41 40 31,-41 0-31,0 120 16,0-120-16,-40 40 0,0 81 16,0-81-16,-80 80 31,80-80-31,-40-40 0,40 40 0,-121 40 15,81-80 1,120-40 0,-39 0 15,-1 40-31,0-80 0,40 40 0,81-80 31,39-81-15,-120 121-1,-80 120 32,-40-40-47,40 40 0,-40-40 0,0 40 0,0 0 16,0 0 0,40 0-16,-40 1 0,40-1 0,0 0 0,0 0 15,0 0-15,0 0 16,0 0-16,40 0 0,0 0 15,0-40-15,0 41 0,0-41 0,0 0 16,1 0-16,-1 0 16,0 0-16</inkml:trace>
  <inkml:trace contextRef="#ctx0" brushRef="#br0" timeOffset="158556.6013">27767 12994 0,'0'0'16,"-80"0"0,0 0-1,80 40 1,-40-40-16,-40 160 16,80-120-16,0 0 0,-41 81 31,41-81-31,0 40 0,0-40 0,41 40 15,-1-40 1,0-40 0</inkml:trace>
  <inkml:trace contextRef="#ctx0" brushRef="#br0" timeOffset="158916.6003">27767 13114 0,'0'40'32,"0"0"-17,0 0-15,0 0 16,0 0 0,0 0-16,0 1 15,81-122 16,-41 41-31,0 0 16,0 40-16,0 0 16,0-40-16,0 40 15,-40 40 1,0 40-16,0-40 16,0 1-16,0-1 15,0 0-15,-40 0 0,40 0 16,-40-40-1,40 40-15,0-80 32</inkml:trace>
  <inkml:trace contextRef="#ctx0" brushRef="#br0" timeOffset="159346.5743">28490 12913 0,'-40'0'15,"80"0"48,0 40-63,0 41 15,-40-41-15,40 0 0,-40 0 0,0 40 16,0-40-16,40 0 16,-40 41-16,0-41 0,0 0 0,0 40 0,0-40 15,-40 0-15,40 0 0,-40-40 16,40 40-16,-80 1 0,40-41 0,-1 0 0,1 40 16,0-40-1,0 0-15</inkml:trace>
  <inkml:trace contextRef="#ctx0" brushRef="#br0" timeOffset="159886.5227">29332 13234 0,'0'0'15,"-40"0"-15,0 0 0,40 40 31,40-40-31,121 0 16,-41-40 15,-80-40-15,-40 40 0,0 0-16,-40 0 0,0 40 0,-80-40 31,39 40-31,41 0 0,0 80 15,0-40-15,0 0 0,40 0 0,-80 80 32,80-80-32,0 1 0,0-1 0,40 160 31,0-160-31,120 41 31,-119-81-31,119 0 16,-120 0-16,40-41 15</inkml:trace>
  <inkml:trace contextRef="#ctx0" brushRef="#br0" timeOffset="160176.5034">29974 12633 0,'-40'0'15,"80"0"-15,-120 0 16,120 0-1,41 0 1,-1 0-16,0 0 0,-40 0 16,0 0-16,0 0 0,1 0 15</inkml:trace>
  <inkml:trace contextRef="#ctx0" brushRef="#br0" timeOffset="160546.4829">30536 12552 0,'40'0'15,"0"-40"1,-40 0-16,0 0 16,0 0-1,0 0-15,0 0 16,0 80 15,0 0-31,0 0 16,0 0-1,0 0-15,0 0 0,0 0 0,0 1 16,0-1-16,0 0 16,0 0-16,0 0 0,0 0 0,-40 0 0,40 0 15,0 0 1,0 1-16,0-1 0,-40-40 0,40 40 15,-40-40-15,0 40 0,0-40 16,40-40-16,-40 40 16,40-80-16,-40 39 0,40 1 0</inkml:trace>
  <inkml:trace contextRef="#ctx0" brushRef="#br0" timeOffset="160756.6231">30777 11951 0,'-40'0'16,"0"0"-1</inkml:trace>
  <inkml:trace contextRef="#ctx0" brushRef="#br0" timeOffset="162266.5364">31098 12272 0,'0'0'0,"0"40"16,0 0-1,0 0 32,0 0-31,0 0-16,-40 0 16,40 0-16,-40 0 0,0 1 15,40-1-15,-41-40 16,41 40-16,-40-40 15,80 0 32,1-40-31,-41 0-16,40 40 0,-40-41 16,0 1-16,40 40 0,-40-40 15,0 0-15,40 40 0,-40-40 0,40 40 31,-40 40 16,40-40-47,-40 80 0,0-40 16,0 1 0,40-1-16,-40 0 0,0 0 0,40-40 15,-40 40-15,0 0 0,41-40 16,-41 40-16,0 0 0</inkml:trace>
  <inkml:trace contextRef="#ctx0" brushRef="#br0" timeOffset="162486.5031">31138 12392 0,'0'-40'16,"40"40"0,-40-40-1,40 40-15,41-40 16,-41 40-16,0 0 0,40 0 16,-40 0-16,81 0 15</inkml:trace>
  <inkml:trace contextRef="#ctx0" brushRef="#br0" timeOffset="162786.4852">30697 13194 0,'0'40'0,"0"0"16,40-40-1,40 0 1,0 0 0,-40 0-16,81 0 15,-81 0-15,0 0 0,80 0 16,-120-40-16,121 40 15,-81 0-15,0 0 0</inkml:trace>
  <inkml:trace contextRef="#ctx0" brushRef="#br0" timeOffset="163406.4529">31218 13475 0,'-40'0'79,"0"0"-79,0 0 0,0 0 15,40 40-15,-40-40 16,40 40-16,-40-40 0,-1 0 0,41 40 15,-40-40-15,0 0 0,40 40 32,40-40-1,0 0-31,1 0 16,-1 0-1,0 0-15,0 0 0,0 0 16,0 0-16,0 0 15,0 0-15,1 0 0,-1 0 16,0 0-16</inkml:trace>
  <inkml:trace contextRef="#ctx0" brushRef="#br0" timeOffset="163696.4536">31138 13435 0,'-40'0'16,"80"0"-16,-120 0 31,40 0-31,40 40 31,0 0-31,0 0 16,0 0-16,0 0 15,40 40 1,-40 1 0,0-41-1,-40 0-15</inkml:trace>
  <inkml:trace contextRef="#ctx0" brushRef="#br0" timeOffset="164026.4352">31740 12673 0,'-40'0'16,"40"40"0,0 0-1,-40-40-15,40 40 0,-40-40 16,40 40-16,0 0 16,0 0-16,0 0 0,0 1 0,0-1 15,0 0-15,0 0 16,0 0-16,0 0 0,0 0 15,0 0-15,40-40 16</inkml:trace>
  <inkml:trace contextRef="#ctx0" brushRef="#br0" timeOffset="164456.406">31981 12793 0,'0'-40'0,"0"120"47,-40-40-47,-1-40 15,41 40-15,-40-40 16,0 40-16,0-40 0,0 41 0,0-41 15,40 40-15,-40-40 0,0 0 0,40 40 0,-41-40 16,1 0 0,80 0 62,1 0-78,-41 40 15,40-40-15,0 0 0,0 0 0,-40 40 16,40-40-16,0 0 0,0 0 0,-40 40 16,40-40-16,1 0 15,-1 0-15,0 0 16,0 0-16</inkml:trace>
  <inkml:trace contextRef="#ctx0" brushRef="#br0" timeOffset="165186.4178">32262 12793 0,'40'0'31,"0"0"-15,0 40 15,-40 40-31,0-40 0,0 1 16,0-1 0,-80 0-16,80 0 0,-40-40 15,40 40-15,-41-40 0,41 40 16,-40-40-16,121 0 31,-81-40-15,40 40-16,-40-40 0,40 40 0,-40-40 15,0 0-15,80 40 16,-80-40-16,40 40 0,0 0 0,-40-41 16,40 41-16,1 0 15,-1 0 16,-40 41-15,0-1-16,40-40 16,-40 40-1,0 0-15,0 0 16,0 0 0,40-40-1,0 0 16,0 0-15,-40-40 0,40 40 15,1 0 0,-82 0 32,1-40-48</inkml:trace>
  <inkml:trace contextRef="#ctx0" brushRef="#br0" timeOffset="178405.9795">3130 12151 0,'0'-40'31,"0"0"0,40 40-31,-40-40 32,0 80 14,0 0-30,80 0 0,-80 0-16,0 1 0,80-1 0,-80 0 15,41 0-15,-1-40 16,0 40-16,0 0 0,0 0 0,-40 0 0,40-40 16,0 40-16,1 0 0,-1 1 15,-40-1-15,40 0 0,0 0 0,-40 0 0,40 0 16,0 0-16,-40 0 0,0 0 15,0 1 1</inkml:trace>
  <inkml:trace contextRef="#ctx0" brushRef="#br0" timeOffset="178775.9564">3973 12232 0,'0'-81'31,"0"41"-31,0 0 16,0 80 15,-41-40-31,41 40 0,-80-40 0,80 40 16,-40 1-16,0-41 15,0 40-15,0 0 0,0 0 0,-1 0 0,1 0 16,0 0-16,0 0 0,0 0 16,0-40-16,0 40 0,-1 1 0,-39-1 0,40 0 15,0 0-15,0-40 16,0 40-16,0 0 0,-1-40 0,41 40 0,-40-40 15,40-40 1,81 40-16</inkml:trace>
  <inkml:trace contextRef="#ctx0" brushRef="#br0" timeOffset="179185.8883">4695 11991 0,'0'0'15,"-40"0"-15,0 0 0,-1 40 16,1-40 0,0 0-16,40 40 0,0 0 0,-40 0 15,0 0-15,40 1 16,-40-1-16,40 0 0,0 0 0,-40 0 0,40 0 16,0 0-16,0 0 15,0 0-15,0 0 0,0 1 0,0-1 0,40 0 16,-40 0-16,40-40 0,-40 40 0,80-40 15,-80 40-15,40-40 0,0 40 16,1-40-16,-1 0 0,0 0 16,0 0-1,0 0-15</inkml:trace>
  <inkml:trace contextRef="#ctx0" brushRef="#br0" timeOffset="179435.8452">5056 12272 0,'40'-40'15,"-80"80"-15,80-40 47,-40 80-47,0-40 0,-40 0 16,40 0-16,0 0 0,0 0 0,0 0 0,0 1 15,0-1-15,0 0 16,0 0-16,0 0 0,0 0 0,0 0 0,0 0 16,40-40-1</inkml:trace>
  <inkml:trace contextRef="#ctx0" brushRef="#br0" timeOffset="179835.8967">5658 12191 0,'40'0'16,"-80"41"-1,-40 39 1,39-80-16,1 40 0,0-40 0,40 40 15,-40 0-15,0-40 0,0 40 16,0-40-16,0 40 0,-1 0 0,1-40 0,0 40 16,0-40-16,0 0 15,40 41-15,0-82 32,40 41-32,0-40 15,0 40 1,0 0-16,1 0 0,-1 0 15,0 0-15,-40 40 0,40-40 0,0 0 0,-40 41 16,40-41-16,0 40 0,0-40 16,1 40-16,-1 0 0,0-40 15,-40 40 1,40 0-16,0-40 0,0 0 16</inkml:trace>
  <inkml:trace contextRef="#ctx0" brushRef="#br0" timeOffset="180105.8793">6179 11991 0,'0'0'16,"41"-40"-16,79 40 15,-80 0-15,40 40 16,-40 201 0,-80-1 15,-200 41-15,-1-121-1</inkml:trace>
  <inkml:trace contextRef="#ctx0" brushRef="#br0" timeOffset="180876.0726">2528 15079 0,'0'-40'0,"0"0"0,0 0 15,-40 40-15,40 40 32,0 0-32,0 0 0,0 0 0,0 0 15,0 40-15,40 1 0,-40-41 16,0 40-16,0-40 0,0 40 0,0-40 0,0 41 16,0-41-16,0 0 15,0 0-15,0 0 0,0 0 0,0 0 0,-40 0 16,40 0-16</inkml:trace>
  <inkml:trace contextRef="#ctx0" brushRef="#br0" timeOffset="181296.0453">3250 15039 0,'40'0'15,"-80"0"-15,40 40 32,0 0-32,-40-40 0,40 40 0,-80 0 15,80 0-15,-80 1 16,39-1-16,1 0 0,-40 0 0,40 0 0,-40 0 16,-1 0-16,41 0 0,-40-40 15,40 40-15,0 0 0,0-40 0,0 0 0,-1 41 16,1-41-16,40-41 31,0 1-31,0 0 0,40 0 16,1 40-1,-41-40-15,40 40 16,0 40 0,0 0-16,-40 0 0,40 0 15,0 1-15,0-41 0,-40 40 16,40 0-16,1 0 0,-41 0 0,40-40 0,0 40 15,-40 0-15,40-40 0,0 40 0,-40 0 16,40-40-16,0 0 16,-40 41-16,40-41 0</inkml:trace>
  <inkml:trace contextRef="#ctx0" brushRef="#br0" timeOffset="181556.1038">3571 15640 0,'0'-40'16,"0"0"-16,40 0 16,41 0-1,79 40 1,41 0-1,-41 0 17</inkml:trace>
  <inkml:trace contextRef="#ctx0" brushRef="#br0" timeOffset="181766.0179">3571 15881 0,'0'40'0,"0"-80"0,40 80 31,1-40-15,119-40 0,41 40 15,-121-40-31,40 40 15</inkml:trace>
  <inkml:trace contextRef="#ctx0" brushRef="#br0" timeOffset="182116.0715">5337 15199 0,'0'0'0,"-121"0"31,-39 81-15,80-41-1,40 0-15,-41 120 16,81-120-16,0 0 0,40 81 16,-40-81-16,81 0 15,-41-40-15,120 40 16,1-80-1,-81-80 17,-80-41-17,-80 1 1,0 120 15</inkml:trace>
  <inkml:trace contextRef="#ctx0" brushRef="#br0" timeOffset="182326.0601">5899 15961 0,'0'40'15,"0"-80"-15,0 121 0,0-1 16,0-40-16,-81 0 15,1 0 1,-80 120 0,79-119-1,41-41-15,-40 0 0</inkml:trace>
  <inkml:trace contextRef="#ctx0" brushRef="#br0" timeOffset="182626.0422">6862 15320 0,'0'-40'16,"0"80"0,-41 40-1,41-40-15,0 0 16,-40 0-16,40 0 0,0 40 0,0-39 0,-40-1 16,40 40-16,-40-40 15,40 0-15,0 40 0,0-40 0,-40 1 0,40-1 0,0 0 16,0 0-16,80-40 0,-80 40 0</inkml:trace>
  <inkml:trace contextRef="#ctx0" brushRef="#br0" timeOffset="182805.9969">7263 16242 0,'-40'0'15,"0"0"1,40 40-16,-81-40 0,81 40 0,-40-40 15,0 40-15,0-40 0,40 40 16,-40-40-16,0 0 0,40 41 16,-40-41-16,-1 0 0,1 0 15</inkml:trace>
  <inkml:trace contextRef="#ctx0" brushRef="#br0" timeOffset="183155.9727">8065 15440 0,'0'0'16,"41"0"-16,119 0 31,-160 80-31,40-80 0,40 120 15,-80 81 1,-120-81 0,-40-39-1,119-1 1,82-80 15,199 40-15,1-40-1,-121 0-15</inkml:trace>
  <inkml:trace contextRef="#ctx0" brushRef="#br0" timeOffset="183325.9343">9269 16322 0,'0'0'0,"-40"0"15,0 0 1,0 0-1,0 40 1,0-40 0,40 40-16,-41-40 15,41 41 1</inkml:trace>
  <inkml:trace contextRef="#ctx0" brushRef="#br0" timeOffset="183675.9097">10232 16162 0,'0'0'0,"0"40"0,40-40 47,0 0-31,41 0-1</inkml:trace>
  <inkml:trace contextRef="#ctx0" brushRef="#br0" timeOffset="183865.8963">11035 16242 0,'0'0'0,"0"-40"31,80 0-15,0 0-1,-40 40-15</inkml:trace>
  <inkml:trace contextRef="#ctx0" brushRef="#br0" timeOffset="184005.9221">11958 16162 0,'0'0'16,"40"0"15,0 0-31,0 0 0,0 0 0,0 0 15,0 0-15</inkml:trace>
  <inkml:trace contextRef="#ctx0" brushRef="#br0" timeOffset="184165.8788">12600 16162 0,'40'0'16,"40"0"15,-40 0-31,0 0 0,0 0 0,1 0 16</inkml:trace>
  <inkml:trace contextRef="#ctx0" brushRef="#br0" timeOffset="185055.8657">15128 16042 0,'40'0'32,"0"0"-32,0 0 15,0 0 1,0 0-16,0 0 0,1 0 0,-1 0 0,0 0 16,0 0-16,0 0 15,40 0-15,-40 0 0,1 0 0,39 0 0,-40 0 0,0 0 16,0 0-16,0 0 0,0 0 0,1 0 15,-82 0 32,1 0-47,0 40 32,40 0-1,-40-40-31,40 40 15,-40-40 17,40 40 108,0 0-140,-40-40 0,40 40 0,0 0 16,-40 0 0,0 0-16,-1 1 0,1-1 0,40 0 15,-40 0-15,0 40 0,0-40 16,0 0-16,0 0 0,0 1 0,-1-1 0,1 40 15,40-40-15,-40-40 0,0 40 0,40 0 0,-40 0 16,40 0 0</inkml:trace>
  <inkml:trace contextRef="#ctx0" brushRef="#br0" timeOffset="185335.8106">15128 16643 0,'0'0'0,"-40"0"0,40-40 15,40 0 1,40 40 0,-40 0-16,0 0 0,0 0 0,41 0 0,-41 0 15,40 0-15,0 0 16,0 0-16,1 0 0,-41 0 0,40 0 0,0 0 16</inkml:trace>
  <inkml:trace contextRef="#ctx0" brushRef="#br0" timeOffset="197389.8542">963 17405 0,'-40'0'15,"80"0"17,0-40-1,-40 80 0,0 0-31,0 0 31,0 0-31,0 1 0,0-1 0,0 0 16,0 0-16,0 0 0,0 0 16,0 0-16,0 0 0,-40 0 0,40 0 0,-40 1 15,40-1-15,0 0 0,0 0 0,-40 0 16,40 0-1</inkml:trace>
  <inkml:trace contextRef="#ctx0" brushRef="#br0" timeOffset="198099.7928">1485 17485 0,'0'-40'31,"-40"40"1,40 40-32,-41-40 0,1 40 15,0-40-15,40 41 0,-40-41 0,40 40 16,-40-40-16,0 40 15,0-40-15,40 40 0,-40-40 0,-1 40 0,1-40 16,0 0-16,40 40 16,-40-40-16,0 0 0,0 40 0,0-40 15,40 40-15,-40-40 0,-1 0 16,1 0 0,40 40-16,40-40 62,1 0-62,-1 0 0,-40-40 16,40 40-1,0 0-15,0 0 78,-40 40-46,0 0-17,40-40 1,-40 41 0,40-1 15,-40 0-16,40-40-15,-40 40 16,41-40-16,-41 40 16,40-40-16,-40 40 15,40-40-15,-40 40 16,40-40 0,0 0-16,-40 40 15,40-40-15</inkml:trace>
  <inkml:trace contextRef="#ctx0" brushRef="#br0" timeOffset="199819.6894">762 17606 0,'0'0'0,"0"-40"0,41 40 16,-41-41-16,40 1 0,0 0 0,0 0 15,0 0 1,0 40-16,-40-40 0,40 40 0,0 0 15,1 40 1,-41 40-16,0-40 16,0 0-16,0 1 15,0-1-15,-41 0 0,41 0 0,-40 0 0,-40 0 16,80 0 0,-40 0-16,0-40 0,120-40 31,-40 40-31,0 0 15,0-40-15,1 40 0,-1 0 0,0 0 16,0 40 0,-40 0-16,0 0 15,-40-40-15,40 40 16,-80-40-16,80 41 0,-41-41 0,1 0 0,0 40 16,0-40-16,0 0 0,0 0 0,0 0 15,40-40 1,-40 40-16,80 0 31,0 0-15,0 0-1,0 0-15,0 0 16</inkml:trace>
  <inkml:trace contextRef="#ctx0" brushRef="#br0" timeOffset="203349.5559">2608 17245 0,'0'-40'31,"0"80"63,0 0-78,40-40-16,-40 40 0,40 0 0,-40 0 0,41 0 15,-41 0-15,40 0 0,0 1 16,0-1-16,0 0 0,0 0 0,-40 0 0,40-40 16,0 40-16,1 0 15,-1 0-15,-40 0 0,40-40 0,0 40 0,0 1 16,-40-1-16,0 0 16</inkml:trace>
  <inkml:trace contextRef="#ctx0" brushRef="#br0" timeOffset="203719.5155">3290 17365 0,'-40'-40'31,"80"80"-31,-80-120 16,40 120 15,-40-40-31,40 40 16,-40-40-16,40 40 0,-40 0 15,0 0-15,0 0 0,-1 1 0,1-1 0,0 0 16,0 0-16,0 0 16,0-40-16,0 40 0,0 0 0,40 0 0,-41 0 15,1 0-15,0-40 0,0 41 16,0-1-16,0 0 0,0-40 16</inkml:trace>
  <inkml:trace contextRef="#ctx0" brushRef="#br0" timeOffset="204209.5608">4053 17124 0,'0'-40'31,"0"0"-31,-40 40 0,0 0 16,-1 40 0,-79 121-1,0 119 16,80-39-15,160-81 0,40-39 15,-39-81-31</inkml:trace>
  <inkml:trace contextRef="#ctx0" brushRef="#br0" timeOffset="204489.5441">4534 17365 0,'0'0'15,"0"-40"-15,-40 40 16,40 40-1,0 0-15,0 80 32,0 121-17,0-40 1,0-81 0</inkml:trace>
  <inkml:trace contextRef="#ctx0" brushRef="#br0" timeOffset="204879.4693">4936 17445 0,'-41'0'15,"1"0"16,40 40-31,-40-40 0,40 40 0,-40-40 16,40 41-16,-40-41 16,40 40-16,-40-40 0,0 0 0,40 40 0,-40-40 15,40 40-15,-41-40 0,1 0 16,40 40-16,-40-40 0,0 0 16,40 40-16,-40-40 15,40 40 1,-40-40-16,40 40 31,80-40-31,-40 0 16,0 0-1,0 40-15,1-40 0,-1 0 16,0 40-16,0-40 0,0 41 16,0-41-16,-40 40 0,40-40 15,0 40-15</inkml:trace>
  <inkml:trace contextRef="#ctx0" brushRef="#br0" timeOffset="205229.5013">5337 17285 0,'40'0'16,"-80"0"-16,120 0 0,-40 0 15,0 0-15,-40 40 0,81 0 31,-1 161-15,-80-81 0,0-40-16,-121 121 31,1-41-15,-40-80-16</inkml:trace>
  <inkml:trace contextRef="#ctx0" brushRef="#br0" timeOffset="205914.5271">6541 17806 0,'0'0'0,"-41"0"16,82 0 47,-1 0-63,0 0 0,0 0 15,0 0-15,40 0 16,-40 0-16,1 0 0,-1 0 0,40 0 0,-40 0 15,0 0-15,0 0 16,0 0-16,41 0 0,-41 0 0,0 0 16,0 0-16</inkml:trace>
  <inkml:trace contextRef="#ctx0" brushRef="#br0" timeOffset="206334.5582">6862 18127 0,'-41'0'15,"82"0"-15,-162 0 16,81 0-16,80 0 47,-40 40-47,40-40 0,0 0 0,1 0 15,-1 0-15,0 0 16,0 0-16,0 0 0,0 0 0,0 0 0,0 0 16,1 0-16,-1 0 15,0 0-15,0 0 0,0 0 0,0 0 16,0 0 0,-80 0 109</inkml:trace>
  <inkml:trace contextRef="#ctx0" brushRef="#br0" timeOffset="211624.3469">7945 17566 0,'0'40'0,"0"-80"125,40 40-109,0-41 0,0 1 1265,1 40-1265,-1-40-16,0 40 15,0 0 1,0 0-16,0 0 15,0 0 1,-40 40-16,40-40 0,-40 40 0,0 1 16,41-41-1,-41 40-15,0 0 0,0 0 0,0 0 16,0 0-16,-41 0 16,41 0-16,-40 0 0,0 0 15,0 1-15,0-41 0,40 40 16,-40-40-1,40-40 17,0-1-1,40 1-31,0 0 0,0 0 16,0 0-16,0 40 0,1-40 15,-1 0-15,0 40 16,0-40-16,0 40 0,-40-40 15,40 40-15,0 0 16,0-40-16,1 40 16,-41-41-16,40 41 15,-40-40-15,-40 40 47,40 40-47,-41-40 16,41 41-16,-40-41 0,40 40 15,-40 0-15,0 0 0,40 0 0,-40 0 16,0 0 0,40 0-16,-40 0 0,40 0 0,0 1 15,0-1 1,40 0-16,0-40 16,0 0-16,0 0 0,0 40 0,0-40 15,1 0-15,-1 0 16,0 0-16</inkml:trace>
  <inkml:trace contextRef="#ctx0" brushRef="#br0" timeOffset="211914.3308">9590 17405 0,'0'0'0,"-40"0"16,0 0 0,-40 40-1,-41 121 1,81-121 0,40 0-16,-40 120 15,40-120-15,0 41 16,0-41-16,120 0 31,-120 0-31,41-40 0,-1 0 0</inkml:trace>
  <inkml:trace contextRef="#ctx0" brushRef="#br0" timeOffset="212194.3865">9711 17726 0,'40'0'0,"-80"0"0,120 0 15,-40 0 1,-40 40 0,40 0-1,-40 80 1,-80-79 0,40-1-16,0-40 15,-1 0-15,1 0 16,0-40-1,40-41 1,0 41-16,40 0 16,0 40-16,-40-40 15,41 40-15,39-40 0</inkml:trace>
  <inkml:trace contextRef="#ctx0" brushRef="#br0" timeOffset="212444.3001">10232 17485 0,'0'40'31,"0"1"-15,40-41-16,-40 40 0,0 0 0,0 0 15,0 0-15,0 0 0,0 0 16,0 0-16,0 0 0,0 0 0,-40 1 15,40-1-15,0 0 16,0 0-16,-40 0 0,0-40 0,0 40 0,40 0 16,-40-40-16,0 40 0,-1-40 15,1 40-15,0-40 0</inkml:trace>
  <inkml:trace contextRef="#ctx0" brushRef="#br0" timeOffset="212904.2725">10834 17926 0,'-40'0'0,"80"0"31,0-40-15,41 40-1,-41 0-15,0 0 0,0 0 0,-40-40 16,40 40-16,-40-40 16,40 40-1,-120 0 1,40-40-1,0 40-15,0 0 0,-1 0 16,1 0-16,40 40 0,-40-40 16,0 40-16,0-40 0,0 40 0,0 0 0,40 1 15,-41-41-15,41 40 16,-40 0-16,40 0 0,81 0 16,-41 0-16,0-40 0,0 40 15,0-40-15,0 0 0,0 40 16,1-40-16,-1 0 0,0 0 0,0 0 0,0 0 15,0 0-15,0 0 16,0-40-16,1 40 0</inkml:trace>
  <inkml:trace contextRef="#ctx0" brushRef="#br0" timeOffset="213264.2536">11556 17285 0,'41'-40'16,"-82"80"-16,82-120 31,-1 80-31,0 40 0,0 0 16,-40 0-16,0 80 31,0-80-31,-40-40 0,-40 81 15,39-41-15,-39-40 16,40 40-16,-40-40 16,40 0-1,40-40 1,0 0-16,0-1 0,40 41 0,40-40 31,40 0-15,-79 80-1</inkml:trace>
  <inkml:trace contextRef="#ctx0" brushRef="#br0" timeOffset="213584.3053">11918 17967 0,'0'0'16,"-81"0"-1,121 0 16,41 0-31,-41 0 0,0 0 16,0 0-16,40 0 16,-40 0-16,1 40 0,39-40 0,-40 0 0,0 0 15,0 0-15,0 0 0,0 0 16,1 0-16,-1-40 0,0 40 0,0 0 16</inkml:trace>
  <inkml:trace contextRef="#ctx0" brushRef="#br0" timeOffset="213864.2167">12239 17726 0,'0'0'0,"0"40"31,0 0-15,0 40 0,0 81-1,0 39 1,-41-39 0,1-161-16</inkml:trace>
  <inkml:trace contextRef="#ctx0" brushRef="#br0" timeOffset="214404.2576">13041 17846 0,'0'-40'16,"0"0"0,40 40-16,0 0 15,81 0 1,-121 40-16,80 40 16,-80-40-16,0 1 0,0 39 31,-40-40-31,-40 40 0,39-80 0,1 40 15,0 0-15,-40 0 16,120-40 15,-40-40-31,40 40 0,0-40 0,0 40 0,1-40 16,39 0-16,-40 40 0,0-40 0,40 0 0,-40 0 16,1 40-16,-1-40 0,-40-1 15,40 41-15,0-40 0,0 0 0,-40 0 16,40 40-1,-40-40-15,-40 40 16,-40 0 0,80 40-16,-40-40 0,40 40 15,-40-40-15,40 40 16,0 0-16,-41-40 0,41 41 0,-40-41 0,40 40 16,0 0-16,0 0 0,0 0 15,0 0-15,0 0 16,40 0-16,1 0 15,-1-40 1</inkml:trace>
  <inkml:trace contextRef="#ctx0" brushRef="#br0" timeOffset="214684.1692">14285 17726 0,'-40'0'0,"80"0"0,-120-40 31,40 40-31,-1 80 16,1 121-1,40-41 1,40-120-16,1 40 31,-1-40-15,40-40-1</inkml:trace>
  <inkml:trace contextRef="#ctx0" brushRef="#br0" timeOffset="214994.1839">14726 17926 0,'0'0'0,"-40"0"31,40 41 47,0-1-62,0 0-1,0 0-15,0 0 0,0 0 16,0 0-16,0 0 0,0 0 16,0 1-16,-40-41 15,40 40-15,0 0 0,-40 0 16</inkml:trace>
  <inkml:trace contextRef="#ctx0" brushRef="#br0" timeOffset="215314.1318">15288 17806 0,'40'0'16,"-40"40"0,40-40-1,-40 40-15,0 0 0,41 1 0,-41-1 16,0 0-16,0 0 15,0 0-15,0 0 0,0 0 0,-81 0 0,81 0 16,-40 1-16,0-1 16,0 0-16,0-40 0,0 40 0,0-40 15,-1 0 1</inkml:trace>
  <inkml:trace contextRef="#ctx0" brushRef="#br0" timeOffset="215904.0969">15850 18047 0,'0'0'16,"0"40"-16,40-40 31,0 0-31,0 0 15,0 0-15,1 0 16,-1 0-16,0 0 0,0 0 16,0 0-1,0 0-15,0 0 0,-40-40 16,40 0-16,-40 0 0,0-1 16,-80 41-1,40 0-15,0 0 16,0 0-16,0 0 15,0 0-15,-1 41 0,1-41 0,0 0 16,0 40-16,40 0 16,-40 0-16,40 0 0,0 0 15,0 0-15,0 0 16,0 0-16,0 1 0,0-1 0,40-40 16,-40 40-16,0 0 0,80-40 0,-40 40 15,1-40-15,-1 0 16,0 0-16,0 0 0,0 0 0,0 0 15,0-40-15,0 40 16</inkml:trace>
  <inkml:trace contextRef="#ctx0" brushRef="#br0" timeOffset="216134.0837">16733 17726 0,'0'0'16,"0"-40"-16,40 40 47,0 0-47,0 0 15,0 0-15</inkml:trace>
  <inkml:trace contextRef="#ctx0" brushRef="#br0" timeOffset="216504.0619">17174 17606 0,'0'0'0,"40"0"16,81-81 0,-81 41-1,0-40 1,-40 0 0,0 120 30,0 0-30,0 0-16,-40 0 0,40 0 16,0 1-16,0-1 15,0 0-15,0 0 0,0 0 0,0 0 0,0 0 0,-40 0 16,40 0-16,0 0 0,-41-40 0,41 41 16,-40-41-1,40 40-15,-40-40 0,0 0 0,0 0 16,0 0-16,40-40 15,-40 40-15</inkml:trace>
  <inkml:trace contextRef="#ctx0" brushRef="#br0" timeOffset="216704.1251">17335 17004 0,'-41'0'0,"41"-40"0,0 0 31,41 40-15</inkml:trace>
  <inkml:trace contextRef="#ctx0" brushRef="#br0" timeOffset="217214.021">18017 17325 0,'0'0'0,"0"-40"16,0 0 0,0 80-1,-40 40 1,-1 80 0,-39-39-1,80-81 1,-40 0-1,40-80 17,80-80-17,41-41 1,-81 121-16,0-40 16,0 40-16,0 0 15,-40 80 1,0 120 15,40 41-15,-40-41-1,0-120 1,-40 0-16</inkml:trace>
  <inkml:trace contextRef="#ctx0" brushRef="#br0" timeOffset="217424.0102">17896 17245 0,'0'0'0,"40"0"16,1-40-1,39-1-15,80 1 16,-119 0-16,-1 40 0,120-40 31,-39 40-31,-81 0 0</inkml:trace>
  <inkml:trace contextRef="#ctx0" brushRef="#br0" timeOffset="217774.065">17736 18167 0,'0'0'0,"0"40"16,40-40-16,0 0 15,0 0-15,0 0 0,-40-40 16,40 40-16,1 0 0,-41-40 0,40 40 0,0 0 16,0 0-1,-40 40 17,40-40-1,0 0-16,-40-40-15,40 40 16</inkml:trace>
  <inkml:trace contextRef="#ctx0" brushRef="#br0" timeOffset="218274.0329">18217 18167 0,'0'40'0,"0"0"16,-40-40-1,0 0 1,40 40-16,-40-40 0,40 41 0,-40-41 0,0 0 15,40 40-15,-40-40 0,-1 40 16,1 0-16,0-40 0,40 40 16,-40-40-1,120 0 1,-40 0 0,1 0-16,-1 0 15,0 0-15,0 0 0,0 0 0,0 0 16,0 0-16,1 0 15,-1-40-15,0 40 0</inkml:trace>
  <inkml:trace contextRef="#ctx0" brushRef="#br0" timeOffset="218503.9868">18097 18328 0,'0'0'31,"-40"0"-15,40 80-1,0 0 1,-40-40-16,40 40 31,0-40-31,0 0 0,0 1 16</inkml:trace>
  <inkml:trace contextRef="#ctx0" brushRef="#br0" timeOffset="218744.0078">18659 17806 0,'-40'0'16,"40"40"0,0 0-1,0 0-15,40 1 0,-40-1 16,0 0-16,0 0 0,0 0 16,0 0-1,0 0-15,-40-40 0</inkml:trace>
  <inkml:trace contextRef="#ctx0" brushRef="#br0" timeOffset="219053.988">19020 17766 0,'-40'40'31,"0"0"-16,0-40 1,-81 121 0,1-81-1,160-40 17,-40 40-17,80 0 1,41 0-1,-41 0 17,0 0-32</inkml:trace>
  <inkml:trace contextRef="#ctx0" brushRef="#br0" timeOffset="219363.8969">19341 18488 0,'-40'0'15,"80"0"-15,-120 0 16,80-40-1,40 40 1,40 0 0,-40 40-16,0-40 0,0 0 15,1 0-15,-1 0 0,0 0 16,40 0-16,-40 0 0,0 0 0,0 0 0,1 0 16,-1 0-16,0 0 0,0 0 0,0 0 15,-40-40-15</inkml:trace>
  <inkml:trace contextRef="#ctx0" brushRef="#br0" timeOffset="219603.9591">19742 18247 0,'0'0'15,"0"40"16,0 1-15,0-1-16,0 0 16,0 0-16,0 0 0,-40 0 0,40 0 15,0 0-15,0 0 16,0 0-16,0 1 0,0-1 0,0 0 16,0 0-16,0 0 0</inkml:trace>
  <inkml:trace contextRef="#ctx0" brushRef="#br0" timeOffset="220133.9263">20143 18287 0,'41'-40'0,"-82"80"0,122-120 16,-41 80-16,0-40 16,0 40-16,0 0 15,40 40 1,-39 121 0,-41-81-1,-121 80 1,1-39 15,120-162-15,120-39-1,41-80 1,39-1 15,-79 1-15,-121 120-1,-81 80 17,-39 80-17,40 81 1,80-41 0,80-39 15,81-121-31</inkml:trace>
  <inkml:trace contextRef="#ctx0" brushRef="#br0" timeOffset="220373.912">21227 17967 0,'-40'0'15,"80"0"-15,-120 0 16,80 40 0,0 0-16,0 80 15,40 41 1,-40-81 0,40 0-1,0-40 1</inkml:trace>
  <inkml:trace contextRef="#ctx0" brushRef="#br0" timeOffset="220664.0322">21548 18047 0,'0'-40'15,"0"80"-15,40-80 16,0 40-16,0 0 0,0 80 15,0 0 1,-40 0 0,-80 81-1,0-81 1,120-80 0,0 0-1,121-80 1,-121 40-16,0 40 15,0 0-15,0-40 16,0 40-16,-40-41 0</inkml:trace>
  <inkml:trace contextRef="#ctx0" brushRef="#br0" timeOffset="220894.0922">22190 17926 0,'40'0'16,"0"0"-16,0 41 16,41 119 15,-81-40-31,-121 81 16,-39-41 15,120-120-31,-81-40 15</inkml:trace>
  <inkml:trace contextRef="#ctx0" brushRef="#br0" timeOffset="223653.9302">22712 18287 0,'40'0'47,"0"0"-32,0 0 1,0 0-16,0 0 0,0 0 15,0 0-15,1 0 16,-1-40-16,-40 0 0,40 40 16,-40-40-16,40 40 15,-40-40-15,0 0 16,0 0-16,-40 40 16,0 0-1,0 0-15,-1 0 0,1 0 0,0 0 16,0 0-1,0 0-15,0 40 0,0-40 0,0 0 16,-1 40-16,41 0 16,-40-40-16,40 40 0,0 0 0,0 0 15,0 1-15,0-1 16,0 0-16,40 0 0,1 0 16,-41 0-16,80-40 15,-40 0-15,0 0 16,0 0-16,0 0 0,0 0 15,1 0 1,-41-40-16</inkml:trace>
  <inkml:trace contextRef="#ctx0" brushRef="#br0" timeOffset="223973.8565">23273 17566 0,'0'0'0,"40"0"62,41 0-62,-41 0 0,0 0 16,0 0-16,0 0 0,0 0 0,0 0 0,1 0 16,-1 0-16</inkml:trace>
  <inkml:trace contextRef="#ctx0" brushRef="#br0" timeOffset="224643.8009">24116 17365 0,'-40'0'15,"80"0"48,0 0-63,-40-40 16,40 40-16,-40-40 31,40 0-31,-40 0 0,40 40 0,-40-41 15,0 1-15,0 80 94,0 1-63,-40-1-31,40 0 0,0 0 0,0 0 0,0 0 16,0 0-16,0 0 16,0 0-16,0 1 0,0-1 0,0 0 15,-40 0 1,40 0-16,-40-40 16,0 40-16,0-40 0,40 40 0,-40-40 0,0 0 15,-1 0-15,41 40 16,-40-40-16,0 0 15,40-40 1,0 0-16</inkml:trace>
  <inkml:trace contextRef="#ctx0" brushRef="#br0" timeOffset="224913.7832">24276 16884 0,'0'0'16,"0"-40"-16,-40 40 15,40-40 1,-40 40 15</inkml:trace>
  <inkml:trace contextRef="#ctx0" brushRef="#br0" timeOffset="225713.8249">24678 17164 0,'-40'0'16,"40"-40"0,40 0-1,0 40 1,0 0-1,0 0-15,-40 40 16,40-40-16,-40 40 0,0 1 16,0-1-16,0 0 15,0 0-15,-40 0 16,0 0-16,0 0 0,0-40 16,0 40-16,-1-40 0,1 0 31,40-40-16,40 40 1,1 0-16,-1 0 16,0 0-1,0 0-15,-40 40 0,40-40 0,-40 40 0,40-40 16,-40 41-16,40-41 0,0 0 16</inkml:trace>
  <inkml:trace contextRef="#ctx0" brushRef="#br0" timeOffset="226113.7921">25280 17205 0,'-81'0'16,"81"80"0,-40 40-1,-40 0 1,80-39 15,0-121-15,0-1-1,0 1-15,80-80 16,-40 80-16,0-40 31,1 40-15,-1 40-1,-40 160 17,40-40-17,-40 1 1,40-81 0</inkml:trace>
  <inkml:trace contextRef="#ctx0" brushRef="#br0" timeOffset="226313.7791">25119 17124 0,'-40'-40'16,"80"80"-16,-80-120 15,80 40 1,40 40-1,81 0 1,-1 0 0,-119 40-16</inkml:trace>
  <inkml:trace contextRef="#ctx0" brushRef="#br0" timeOffset="226573.8375">24597 17886 0,'-40'0'16,"40"-40"0,81 40-1,-1-40 1,161 40-1,39 0 17,-79-40-17,-121 40 1</inkml:trace>
  <inkml:trace contextRef="#ctx0" brushRef="#br0" timeOffset="226923.7766">25199 18047 0,'0'0'0,"-40"40"0,0-40 31,0 40-31,0-40 0,0 0 16,-41 40 0,122-40 31,-1 0-47,0 0 15,0 0-15,0 0 16,0 0-16,0 0 0,0 0 0,1 0 15,-1 0-15,0 0 16,0 0-16,0 0 0</inkml:trace>
  <inkml:trace contextRef="#ctx0" brushRef="#br0" timeOffset="227153.8024">25199 18047 0,'-40'0'0,"80"0"16,-80-40-16,40 80 47,0 0-31,0 0-1,0 0-15,0 0 16,0 0-16,0 0 31</inkml:trace>
  <inkml:trace contextRef="#ctx0" brushRef="#br0" timeOffset="227523.7416">25962 17525 0,'0'0'0,"0"-40"0,40 40 31,-40-40-31,0 80 31,0 0-15,0 1-16,0-1 0,0 0 16,-40 0-16,40 0 15,0 0-15,-40 0 0,40 0 0,-40 0 16,40 0-1,0 1-15,-41-41 16</inkml:trace>
  <inkml:trace contextRef="#ctx0" brushRef="#br0" timeOffset="227863.6876">26323 17566 0,'-40'0'0,"0"0"31,0 0-15,-1 40-16,1 0 0,0-40 16,0 0-16,40 40 15,-40-40-15,0 0 0,0 40 0,0-40 16,-1 0-16,82 0 47,-1 0-47,40 0 0,-80 40 15,40-40-15,0 40 0,0-40 0,-40 40 0,40-40 16,1 40-16,-1-40 16,0 40-16,-40 1 0,40-41 15,0 40 1</inkml:trace>
  <inkml:trace contextRef="#ctx0" brushRef="#br0" timeOffset="228313.6646">26323 18688 0,'-80'0'15,"160"0"-15,-241-40 16,121 40 0,40-40-1,0-40 1,40 80 0,121 0-1,40 120 16,39-80-15,-79-40 0,-121 0-16</inkml:trace>
  <inkml:trace contextRef="#ctx0" brushRef="#br0" timeOffset="228573.7196">26644 18528 0,'-40'-40'15,"0"40"-15,40 40 32,-40-40-17,40 120 1,0 81-1,0-81 17,0-80-17</inkml:trace>
  <inkml:trace contextRef="#ctx0" brushRef="#br0" timeOffset="229093.6903">27005 18247 0,'0'-40'16,"40"0"-16,0 0 15,0 40-15,1 0 16,-1 0-1,40 80 1,-80 121 0,-80-81 15,-1-80-15,1 0-1,160-80 1,41-80 15,39-41-15,-79 41-1,-41 40 1,-80 80 15,-1 40-15,1 40-1,-40 121 1,40-161 0,40 80-1,120-40 1,1-80 0</inkml:trace>
  <inkml:trace contextRef="#ctx0" brushRef="#br0" timeOffset="229333.6772">27808 18127 0,'-41'0'16,"82"0"-16,-122 0 0,41 0 15,40 40-15,0 0 16,-40 0-1,40 121 1,0-41 0,40-40-1,0-80 1</inkml:trace>
  <inkml:trace contextRef="#ctx0" brushRef="#br0" timeOffset="229693.6547">28048 18127 0,'0'-40'0,"40"40"16,1 0-16,119-40 31,-80 120-15,-160 40-1,0-39 17,0-41-17,120-40 1,0 40 0,0 40 15,-120 0-16,40-80-15,-41 40 16,1-40 15,0-120-15</inkml:trace>
  <inkml:trace contextRef="#ctx0" brushRef="#br0" timeOffset="229973.64">28851 17846 0,'40'0'15,"-80"0"-15,120 80 16,-40-80-16,-40 41 0,40 79 31,-40 80-15,-120-39-1,-81-81 1,121-40 0</inkml:trace>
  <inkml:trace contextRef="#ctx0" brushRef="#br0" timeOffset="230353.6175">29373 18247 0,'40'0'15,"-80"0"-15,200-40 16,-120 40-16,40-40 31,-39-40-15,-122 40 0,-39 40-1,0 160 16,39-39-15,121-1 0,81-40-1,39-80 17,-39 0-32</inkml:trace>
  <inkml:trace contextRef="#ctx0" brushRef="#br0" timeOffset="230573.6033">29974 17926 0,'0'0'16,"0"-40"-1,81 0 1,-41 40 0,160 0-1,-159 0-15</inkml:trace>
  <inkml:trace contextRef="#ctx0" brushRef="#br0" timeOffset="230923.512">30536 17726 0,'80'0'16,"-39"-80"0,39 0-1,-80-1 16,0 121 16,0 1-47,0-1 0,0 0 16,0 0-16,0 0 0,0 0 16,0 0-16,0 0 0,0 0 0,0 0 15,0 1-15,0-1 16,0 0-16,-40 0 0,40 0 0,-40-40 15,40 40-15,-41-40 0,41 40 16,-40-40-16,0 0 0,0 0 16,0 0-1,40-40-15</inkml:trace>
  <inkml:trace contextRef="#ctx0" brushRef="#br0" timeOffset="231113.4995">30536 17124 0,'0'0'15,"-40"0"-15,40-40 16,0 0 0,40 40-1</inkml:trace>
  <inkml:trace contextRef="#ctx0" brushRef="#br0" timeOffset="232143.4394">31258 17044 0,'0'-40'234,"41"40"-140,-1 0-79,0 0 1,0 0 0,0 0-16,-40-40 31,40 40-31,0 0 15,-40 40 1,40-40-16,-40 40 0,0 0 16,0 0-1,0 0-15,0 1 0,-80-41 0,80 40 16,-40-40-16,40 40 0,-80 0 0,40-40 16,0 40-16,-1-40 15,41 40-15,41-40 31,-1 0-31,40 0 16,-40 0-16,0 0 16,0 40-16,0 0 0,-40 0 15,0 1-15,0-1 16,-80-40-16,80 40 16,-40-40-16,0 0 0,0 0 0,0 40 15,0-40-15,-1 0 0,1 0 16,0 0-16,40-80 0,-40 80 0,40-40 15,0-1 1,0 1-16</inkml:trace>
  <inkml:trace contextRef="#ctx0" brushRef="#br0" timeOffset="232553.4889">31900 17124 0,'0'40'0,"0"1"16,-40 39 0,-40 40-1,0-40 17,40-40-17,40-80 1,120-80 15,0-40-15,-39 119-1,-81 1 1,0 201 15,0-1-15,0-39-1,0-81 17,0 0-32</inkml:trace>
  <inkml:trace contextRef="#ctx0" brushRef="#br0" timeOffset="232733.4787">31900 17205 0,'0'-41'0,"0"1"0,41 0 31,159 0-15,1 40 0,-121 80-1</inkml:trace>
  <inkml:trace contextRef="#ctx0" brushRef="#br0" timeOffset="232993.4632">31258 18007 0,'0'0'16,"81"-40"-16,159-1 31,-159 41-31,119-40 16,-79 40 15</inkml:trace>
  <inkml:trace contextRef="#ctx0" brushRef="#br0" timeOffset="233333.4433">31579 18207 0,'0'0'15,"-40"0"-15,0 0 16,40 40-16,-80-40 31,0 40-15,-1 1 0,81-1-1,41 0-15,39-40 31,120 0-15,-39 0 0,-41 0-1</inkml:trace>
  <inkml:trace contextRef="#ctx0" brushRef="#br0" timeOffset="233533.3923">31620 18247 0,'-41'0'31,"82"0"-31,-122 40 16,81 1-16,-40-1 31,40 40-15,0-40-1,40-40 1</inkml:trace>
  <inkml:trace contextRef="#ctx0" brushRef="#br0" timeOffset="233833.415">32422 17606 0,'0'-40'16,"0"-1"-16,-40 82 31,0-1-15,-40 120-1,39-80 1,41 81 0,-40-41-1,40-80 1</inkml:trace>
  <inkml:trace contextRef="#ctx0" brushRef="#br0" timeOffset="234143.3963">32623 17686 0,'-40'0'16,"40"40"-16,-41-40 31,-39 40-15,-40 40-1,-1-40 1,81-40 0,80 0-1,1 40 1,159 41 0,-120-1-1,1 0 1,-41-80-16</inkml:trace>
  <inkml:trace contextRef="#ctx0" brushRef="#br0" timeOffset="234703.3648">32061 18568 0,'-40'0'16,"80"0"31,40 0-47,-40 0 15,41 0-15,-41 0 16,0 0-16,40 0 0,-40 0 0,40 0 0,-39 0 16,-1 0-16,0 40 0,0-40 15,0 0-15,0 40 0,0-40 0,1 0 16</inkml:trace>
  <inkml:trace contextRef="#ctx0" brushRef="#br0" timeOffset="234943.3497">32542 18408 0,'-40'0'32,"80"0"-32,-80 40 15,40 0 1,0 120 15,-40 1-15,0-81-1,-40-40-15</inkml:trace>
  <inkml:trace contextRef="#ctx0" brushRef="#br0" timeOffset="235163.337">32904 18849 0,'0'-40'63</inkml:trace>
  <inkml:trace contextRef="#ctx0" brushRef="#br0" timeOffset="310179.6068">12720 3489 0,'0'40'156,"40"-40"-156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48:57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6460 1644 0,'0'0'0,"0"-40"15,-40 40-15,40-40 0,0-1 32,-40 41-32,40-40 0,40 40 15,40 0-15,-80-40 0,41 40 16,-1 0-16,0 0 0,0 0 16,0 0-16,0 0 0,0 40 0,0-40 0,1 81 15,-1-41-15,0 0 16,0 0-16,-40 0 0,40 40 0,-40-40 0,0 0 15,0 0-15,0 1 0,0 39 16,-80-40-16,80 0 0,-40 0 0,0 0 0,-1 0 16,1-40-16,0 40 15,0-40-15,0 41 0,40-82 16,40 41 0,-40-80-16,40 40 0,0 0 15,0 0-15,1 0 0,39 0 0,-40-41 0,0 41 16,0-40-16,40 40 15,-39 0-15,-1-40 0,0 40 0,0 0 0,0-1 16,-40 1-16,40 40 0,-40-40 16,40 40-16,-120 0 15,80 40-15,-40-40 16,40 40-16,-40 1 16,0-1-16,40 0 0,-40 0 0,40 40 0,0-40 15,-41 0-15,41 0 0,0 0 16,0 1-16,0 39 0,0-40 0,0 0 15,0 0-15,41 0 16,-1 0-16,0 0 0,0-40 16,0 0-16,0 0 0,0 0 15</inkml:trace>
  <inkml:trace contextRef="#ctx0" brushRef="#br0" timeOffset="239.9508">8065 1523 0,'0'0'16,"-80"0"-16,40 0 16,0 0-16,-121 121 15,1 79 1,160 41 0,0-161-1,120 121 1,1-161 15,79-80-31</inkml:trace>
  <inkml:trace contextRef="#ctx0" brushRef="#br0" timeOffset="490.0095">8748 1604 0,'0'0'31,"-161"40"-15,-40 80 0,121-40-1,-80 41 1,79-1 0,242-80 15,-121-40-31,80 0 0,161-40 31,-40-40-15</inkml:trace>
  <inkml:trace contextRef="#ctx0" brushRef="#br0" timeOffset="699.9976">8828 1724 0,'0'0'15,"-161"0"1,1 160 0,-1 121-1,121-40 17,40-121-17,80-80 1</inkml:trace>
  <inkml:trace contextRef="#ctx0" brushRef="#br0" timeOffset="939.9106">9590 1564 0,'0'0'15,"0"40"16,0 40-31,0 201 32,0-161-32,-80 121 15,-161-81 17,161-120-32,-40-40 15</inkml:trace>
  <inkml:trace contextRef="#ctx0" brushRef="#br0" timeOffset="1299.9629">10353 2326 0,'80'-41'16,"-40"41"-16,161-80 15,-81 40 1,41-40 0,-121 0-1,-121-1 17,-119 81-17,79 201 1,81 0 15,40-81-31,80 0 31,81-80-15,-41-40-16,-79 0 0</inkml:trace>
  <inkml:trace contextRef="#ctx0" brushRef="#br0" timeOffset="1479.8798">11476 1804 0,'0'0'0,"-40"0"32,80-40-17,40 40 1,-39-40-16,159 0 15,-160 40-15</inkml:trace>
  <inkml:trace contextRef="#ctx0" brushRef="#br0" timeOffset="1759.8971">11998 1644 0,'0'-40'31,"40"40"-31,0-40 0,0 40 16,-40-41-16,40 41 0,-40-40 15,40 40-15,1-40 0,-41 0 0,0 0 16,40 0-16,-40 0 16,0 0-16,-40 40 31,40 40-31,0 0 16,0 0-16,0 0 0,-41 0 0,41 0 15,0 0-15,0 1 16,0-1-16,0 0 0,0 0 0,0 0 0,0 40 15,0-40-15,0 0 0,0 0 16,0 1-16,0-1 0,-40 0 0,0 0 16,0-40-16,0 40 0,0-40 15,0 0-15</inkml:trace>
  <inkml:trace contextRef="#ctx0" brushRef="#br0" timeOffset="1949.9255">11958 962 0,'-40'-40'32,"80"80"-32,-40-80 15</inkml:trace>
  <inkml:trace contextRef="#ctx0" brushRef="#br0" timeOffset="2289.8349">13282 1203 0,'0'0'0,"-40"0"15,-81 40 1,-79 80 0,79 0 15,81-80-31,0 41 15,40-41-15,40-40 16,0 0-16,41 0 16,-41 0-16,0 0 0,0 0 0,40 0 15,-40 0-15,0 0 16,41 0-16,-41 0 0,0 0 0,0 0 0,0 0 16,0 0-16</inkml:trace>
  <inkml:trace contextRef="#ctx0" brushRef="#br0" timeOffset="2519.8227">13242 1203 0,'-40'0'16,"80"0"-16,-121 40 31,81 0-31,0 0 0,-40 160 31,40-159-31,-40 159 16,40-160-16,0 40 15,0-40-15</inkml:trace>
  <inkml:trace contextRef="#ctx0" brushRef="#br0" timeOffset="2999.8644">14245 882 0,'-40'0'15,"80"0"-15,-120 40 16,39 0 0,1 40-16,0-40 0,0 40 15,40 1-15,-40 79 16,-40-40 15,80-160 0,40 0-31,0-40 16,0 40-16,80-121 16,-79 121-16,-41 0 0,40 40 15,0-80 1,-40 160 0,0-40-1,0 161 1,0-1 15,0-159-31,0 119 16,0-120-16,40-40 0</inkml:trace>
  <inkml:trace contextRef="#ctx0" brushRef="#br0" timeOffset="3209.8517">13964 1042 0,'0'0'0,"0"-40"15,40 40-15,40-40 16,-40 40-16,1 0 0,39-40 16,-40 40-16,40 0 0,-40 0 0,41 0 0,-41 0 15,40 0-15,-40 0 16,40 0-16,-39 0 0,-1 0 0,0 0 15,-40 40-15</inkml:trace>
  <inkml:trace contextRef="#ctx0" brushRef="#br0" timeOffset="3419.785">13844 2045 0,'0'0'0,"80"0"32,80 0-17,41-40 1,-41 0 0</inkml:trace>
  <inkml:trace contextRef="#ctx0" brushRef="#br0" timeOffset="7589.7503">13964 2285 0,'-40'0'47,"40"41"-31,-40-41-16,40 40 0,-40-40 0,-1 0 15,1 40-15,0 0 16,0 0-16,0-40 0,40 40 15,-40-40-15,40 40 16,40-40 0,0 0-1,0 0 1,0 0-16,0 0 0,41-40 0,-41 40 0,0 0 16,0 0-16,40 0 15,-40-40-15,1 40 0,-1 0 0,0 0 0,0 0 16,-40-40-1,40 40-15</inkml:trace>
  <inkml:trace contextRef="#ctx0" brushRef="#br0" timeOffset="7809.811">14084 2285 0,'-40'-40'31,"0"40"-31,40 40 31,0 1-31,0-1 16,0 0-16,-40 0 0,40 0 15,0 0-15,-40 0 16,40 0-16,0 0 0,0 0 0,-40 1 16,40-1-16,0 0 15</inkml:trace>
  <inkml:trace contextRef="#ctx0" brushRef="#br0" timeOffset="8059.7965">15128 1724 0,'-40'-40'15,"40"80"1,0 40 0,0-40-16,0 0 0,0 0 0,0 1 15,-41-1-15,41 0 0,-40 0 16,40 0-16,-40 0 0,40 0 0,0 0 0,0 0 16,-40 1-1,40-1-15</inkml:trace>
  <inkml:trace contextRef="#ctx0" brushRef="#br0" timeOffset="8359.7798">15609 1684 0,'0'0'0,"-40"40"31,0 0-31,-121 80 15,121-80-15,-80 41 16,80-81-16,-40 40 16,80 0-16,40 0 47,-40 0-32,40-40-15,0 40 0,0-40 0,0 0 16,0 40-16,0 0 15,1-40-15,-1 0 0,0 0 0,0 41 16,0-41-16,0 40 16</inkml:trace>
  <inkml:trace contextRef="#ctx0" brushRef="#br0" timeOffset="8689.6895">16652 2847 0,'0'-40'16,"0"80"-16,-40-80 15,40-40 17,0 39-32,40 41 15,1 0-15,-1 0 0,0 0 16,0 0-16,0 0 0,0 0 16,0 0-16,41 0 0,-41 0 0,40 0 0,-40 0 15,0 0-15,0 0 16,41 0-16,-41 0 0</inkml:trace>
  <inkml:trace contextRef="#ctx0" brushRef="#br0" timeOffset="8919.7479">17174 2446 0,'-80'0'15,"160"0"-15,-200 0 0,80 0 0,-1 0 0,-39 0 31,80 40-31,-80 120 16,40-79-16,40 79 16,0-120-16,0 80 15,0-79-15,0 119 16,80-80 0</inkml:trace>
  <inkml:trace contextRef="#ctx0" brushRef="#br0" timeOffset="9369.7222">17696 2326 0,'-40'-41'16,"80"82"-16,-40-82 15,40 162 16,0 119-15,-80-39 0,-121-81-1,161-160 17,40 40-32,-40-40 0,201-40 31,-121 0-31,81-1 15,-121 41-15,80-120 16,-79 80-16,-1-1 16,-121 81 15,81 41-31,-40-1 0,-40 0 0,40 160 31,80 81-15,161-80-1,-1-121 17,-79-80-32</inkml:trace>
  <inkml:trace contextRef="#ctx0" brushRef="#br0" timeOffset="9789.9619">18980 1844 0,'0'80'63,"-40"-80"-63,40 41 0,-40-1 15,40 0-15,-81 40 0,81-40 16,-40 40-16,0 1 0,0-41 0,40 40 0,-40 0 16,40 0-16,0-40 15,0 41-15,0-41 0,0 0 0,0 40 0,80-40 16,-80 0-16,40 0 0,-40 0 0,80 1 0,-39-1 16,-1-40-16</inkml:trace>
  <inkml:trace contextRef="#ctx0" brushRef="#br0" timeOffset="10020.0185">19782 2326 0,'0'0'16,"-40"0"-16,40 80 31,0 160-16,0-39 1,-80-81 15,-81-80-31</inkml:trace>
  <inkml:trace contextRef="#ctx0" brushRef="#br0" timeOffset="10170.0098">19863 2326 0,'-41'-81'32,"41"41"-32,0 0 15,161-40 1,-81 40-16</inkml:trace>
  <inkml:trace contextRef="#ctx0" brushRef="#br0" timeOffset="10350.0013">20785 1965 0,'0'40'15,"0"0"-15,0 40 16,0-40-16,0 40 0,-40 1 0,0 119 31,-80 1-31,40-121 16,-282 120-1,202-200-15</inkml:trace>
  <inkml:trace contextRef="#ctx0" brushRef="#br0" timeOffset="10979.9231">4454 1965 0,'40'-41'31,"40"41"-15,-39 0-16,-1 0 0,40 0 0,0-40 15,0 40-15,1 0 0,-1-40 16,0 40-16,0 0 0,1 0 0,-1 0 0,-40-40 15,40 40-15,-40 0 16,1 0-16,-1-40 0</inkml:trace>
  <inkml:trace contextRef="#ctx0" brushRef="#br0" timeOffset="11179.9506">5297 1443 0,'-40'0'31,"80"0"-31,-80 80 16,-1-39-16,41 159 16,0 121-1,-40-80 17,0-121-32</inkml:trace>
  <inkml:trace contextRef="#ctx0" brushRef="#br0" timeOffset="12339.8106">22270 2606 0,'0'0'0,"-40"0"16,40-40-1,40 40 63,0 0-78,0 0 0,1 0 16,-1-40-16,0 0 16,0 40-16,0 0 0,0-40 0,0 0 15,-40 0-15,0 0 16,0-1-16,0 1 15,-40 40-15,0 0 16,0 40-16,0-40 0,0 81 16,0-41-16,-1 0 0,41 0 0,-40 0 0,0 0 15,40 0-15,0 0 16,0 0-16,-40 1 0,40-1 0,0 0 16,0 0-16,80 0 15,-40-40-15,-40 40 0,41-40 0,-1 0 16,0 0-16,0 0 15,0 0-15,40 0 0,-40 0 0</inkml:trace>
  <inkml:trace contextRef="#ctx0" brushRef="#br0" timeOffset="12539.8011">22872 2125 0,'-80'-40'31,"160"80"-31,-200-120 0,120 40 16,80 40-16,-40 0 15,80-40 1,81 40-16</inkml:trace>
  <inkml:trace contextRef="#ctx0" brushRef="#br0" timeOffset="13009.8102">23915 1483 0,'0'0'16,"0"-40"-1,0 0 1,-40 40 140,0 40-156,40 0 16,-40-40-16,0 40 0,40 1 0,-40-41 0,0 40 15,-1-40-15,1 40 0,0-40 0,40 40 0,-40-40 16,40 40 0,40 0-1,0-40 1,0 0-16,1 0 0,-1 0 15,0 0-15,0 0 16,0 0-16,0 0 0,0 0 0,0 0 0,1 0 16,39 0-16,-40 0 0,0 0 0,0 0 0,40 0 15,-39 0-15</inkml:trace>
  <inkml:trace contextRef="#ctx0" brushRef="#br0" timeOffset="14129.7793">23996 1443 0,'-41'0'0,"41"40"94,0 0-79,0 1 63,0-1-62,0 0 0,0 0-1,41-40 17,-41-40-1,0 0-31,40 40 15,-40-40 1,0-1 0,0 1-16,0 0 15,0 0 1,-40 40 531,-1 0-532,41-40 32</inkml:trace>
  <inkml:trace contextRef="#ctx0" brushRef="#br0" timeOffset="14783.9897">23273 1644 0,'0'40'16,"0"-80"-16,0 40 125,0-40-109,40 0-16,1-1 15,-41 1-15,40 40 0,-40-40 0,40 0 16,-40 0 0,0 0-16,40 40 0,-40-40 0,0 0 15,0 80 48,-40-40-63,40 40 0,0 0 15,0 0-15,0 40 0,0-40 16,-40 1-16,40 39 0,0-40 0,0 0 0,0 40 16,-40-40-16,40 40 15,0-39-15,0-1 0,0 0 0,0 40 0,-41-40 16,41 0-16,0 0 0,0 0 15,-40 1-15,40-1 0,0 0 0,-40-40 0,40 40 16,-40 0-16,0-40 16,40 40-16,-40-40 15,0 0-15,40-80 16,-40 80-16,40-40 0,-41 0 16,41 0-16</inkml:trace>
  <inkml:trace contextRef="#ctx0" brushRef="#br0" timeOffset="14994.0497">23594 962 0,'0'-40'31,"0"80"-31,-80-80 47,80 80-31</inkml:trace>
  <inkml:trace contextRef="#ctx0" brushRef="#br0" timeOffset="15703.9721">24076 1283 0,'-40'0'15,"40"-40"-15,0 0 31,-40 40 32,40 40-63,-41 0 16,1-40-1,40 40-15,-40-40 0,40 40 0,-40-40 16,0 40-1,0-40-15,40 40 0,-40-40 0,0 0 0,40 40 16,-41-40-16,1 40 0,40 1 31,-40-41-31,40 40 16,0 0 0,0 0-16,0 0 0,0 0 15,0 0 1,40-40-16,-40 40 0,0 0 0,40-40 15,-40 40-15,41-40 16,-41 41-16,0-1 0,40 0 0,-40 0 16,40 0-16,-40 0 15,0 0-15,-40 0 16,-41-40 0,41 0-1,0 0-15,0 0 0,0 0 0,0 0 0,0-40 16,0 0-16</inkml:trace>
  <inkml:trace contextRef="#ctx0" brushRef="#br0" timeOffset="15943.9937">24076 1283 0,'0'0'0,"40"0"31,0 0-15,0 0-16,0 0 0,0 0 0,1 0 16,-1 0-16,0 0 0,0 0 0,0 0 15,0 0 1,-80 0 15,0 0-15</inkml:trace>
  <inkml:trace contextRef="#ctx0" brushRef="#br0" timeOffset="16453.9636">25520 1122 0,'0'0'0,"-80"0"0,80 40 0,-40-40 16,0 0-16,0 41 0,0-41 0,-1 80 0,1-80 15,0 40-15,0 0 0,0 0 16,0 0-16,0 0 0,0 0 0,40 1 16,-41-41-16,41 40 15,0 0-15,-40-40 0,40 40 16,40-40 15,-40-40-31,41 40 0,-1-40 16,0 40-16,-40-40 15,40-1-15,-40 1 0,40 0 0,0 40 0,0-40 16,-40 0-16,40 0 0,1 0 16,-1 0-16,-40 0 0,40-1 0,0 1 0,-40 0 15,40 40-15,-40-40 16,0 0-16,0 80 31,0 40-31,0-40 16,0 1-16,0-1 0,0 40 0,0-40 15,0 0-15,40 0 16,-40 40-16,0-39 0,0-1 0,0 40 0,0-40 16,0 0-16,0 0 0,0 0 15,0 0-15,0 0 0,0 1 0,0-1 16</inkml:trace>
  <inkml:trace contextRef="#ctx0" brushRef="#br0" timeOffset="16643.9138">25400 1243 0,'0'0'0,"-40"0"16,40-40-16,0-1 0,0 1 15,40 0 1,0 0-16,0 40 0,0 0 16,1 0-16,39-40 0,-40 40 0,40 0 0,0 0 15,-39 0-15,39 0 0,-40 80 16</inkml:trace>
  <inkml:trace contextRef="#ctx0" brushRef="#br0" timeOffset="16863.8881">24838 2406 0,'0'0'16,"121"-40"0,79-41 15,-160 81-31,201 0 15,-201 0-15,81 41 16,-81-41-16</inkml:trace>
  <inkml:trace contextRef="#ctx0" brushRef="#br0" timeOffset="17103.9266">25360 2566 0,'40'0'0,"-80"0"0,0 0 0,0 40 16,-1-40-16,1 40 15,-80-40-15,0 40 16,79-40 0,1 41-1,161-1 17,-81-40-32,80 0 0,-80 0 0,121 40 31,-41-40-16,-80 0-15</inkml:trace>
  <inkml:trace contextRef="#ctx0" brushRef="#br0" timeOffset="17273.8623">25400 2606 0,'0'-40'31,"0"80"-31,-40-80 0,0 40 16,40 40-1,-40-40-15,40 40 0,-41 121 16,41-121-16,-40 40 31,40 0-15</inkml:trace>
  <inkml:trace contextRef="#ctx0" brushRef="#br0" timeOffset="17523.8465">26162 1764 0,'-40'0'0,"80"0"0,-80 40 31,0 40-31,40 81 31,-40-121-31,40 160 16,-80 1 0,40-121-1</inkml:trace>
  <inkml:trace contextRef="#ctx0" brushRef="#br0" timeOffset="17783.8865">26804 2045 0,'-80'0'16,"160"0"-16,-320 40 15,200-40-15,-1 40 16,-159 40 0,-1 0-1,161-80 16,120 41-15,1-1-16,-41 0 0,40 0 16,-40-40-16,161 80 15,-1 40 1</inkml:trace>
  <inkml:trace contextRef="#ctx0" brushRef="#br0" timeOffset="18113.8332">26122 3529 0,'0'0'15,"0"-40"17,40 40-17,1 0-15,119 0 16,-120 0-16,81 0 31,-81 0-31,120 0 16,-80 0-16</inkml:trace>
  <inkml:trace contextRef="#ctx0" brushRef="#br0" timeOffset="18353.8535">26764 3288 0,'0'0'16,"-40"0"-16,0-40 0,0 40 16,0 0-1,40 40 1,-40 40 0,-81 121-1,81-1 1,40-79-1,0-1 1</inkml:trace>
  <inkml:trace contextRef="#ctx0" brushRef="#br0" timeOffset="18853.8251">27286 3047 0,'40'-80'0,"-80"160"0,120-200 0,-40 40 31,0 80-31,1 0 16,-41 160 0,40-39-16,-40 199 31,-121-79-16,1-161 1,200-160 0,-40 40-1,201-161 1,-80 41 15,-121 80-31,40-40 0,-40 79 0,40-119 31,-80 120-31,-40 40 16,40 80 0,-120 121-1,-1 79 17,81-79-17,40-41 1,81-120-1,-1-40 1</inkml:trace>
  <inkml:trace contextRef="#ctx0" brushRef="#br0" timeOffset="19093.76">28690 2727 0,'0'0'16,"-40"-81"-1,0 41-15,-80 40 16,-1 241 15,41 80-15,80-201 0,-40-40-16,40 121 15,0-121-15,0 0 16,0-40-16,80-40 15</inkml:trace>
  <inkml:trace contextRef="#ctx0" brushRef="#br0" timeOffset="19433.7903">29092 2887 0,'0'-40'0,"0"80"0,-40-80 16,-1 40-16,-39 40 15,40 0-15,-80 161 16,79-81-16,1 80 31,40-39-15,40-121-16,81 40 16,-81-40-16,0-40 15,0 0 1,-40-40-16,81-120 15,-81 120-15,-41 0 16,-79-1 0,0 1-1,39 80 1,81 41 0,0-41-16</inkml:trace>
  <inkml:trace contextRef="#ctx0" brushRef="#br0" timeOffset="19703.7776">29493 2727 0,'0'0'16,"40"0"-16,-40-41 0,40 41 0,-40 41 31,0 39-31,40 160 16,-40-79-1,0-121-15,-80 321 16,40-321-16,-80 120 31,79-119-31,-39-1 0,40-40 0,-40 40 16</inkml:trace>
  <inkml:trace contextRef="#ctx0" brushRef="#br0" timeOffset="20043.7043">30095 3368 0,'0'0'0,"80"0"31,81-80-15,-81-40-1,-80 40 1,0 39-16,0 1 16,-121 0-16,81 40 15,0 80-15,-40-39 16,40-1-16,-81 120 15,81-80 1,40 0-16,0 1 0,0-41 0,121 80 31,-1-40-15,0-40 0</inkml:trace>
  <inkml:trace contextRef="#ctx0" brushRef="#br0" timeOffset="20233.7444">30456 2606 0,'0'0'0,"80"0"31,0 0-31,-80-40 0,121 40 16</inkml:trace>
  <inkml:trace contextRef="#ctx0" brushRef="#br0" timeOffset="20593.7237">30978 2486 0,'40'0'31,"-40"-40"-15,40 40-16,-40-40 0,40 40 0,-40-40 0,0 0 15,40-1 1,-40 1-16,0 0 0,0 0 16,0 0-1,0 80 32,0 0-47,0 0 0,0 0 16,0 1-16,0-1 15,0 0-15,0 0 0,0 0 0,-40 0 16,40 0-16,0 0 16,0 0-16,0 0 0,-40 1 0,40-1 0,0 0 15,-40-40-15,40 40 0,0 0 16,-40-40-16,-1 0 0,1 40 0,0-40 15,0 0 1</inkml:trace>
  <inkml:trace contextRef="#ctx0" brushRef="#br0" timeOffset="20773.7127">31058 1884 0,'-80'-120'16,"160"240"-16,-160-280 0,80 120 0,0 80 47</inkml:trace>
  <inkml:trace contextRef="#ctx0" brushRef="#br0" timeOffset="21593.6671">31981 1844 0,'0'-40'31,"-40"40"0,40-40-31,-41 40 16,1 0 0,40 80-16,-40-80 0,0 40 0,0 0 15,0 1 1,0 39-16,0-40 0,-1 0 0,1 0 0,0 40 16,40-40-16,-40 41 0,0-41 15,40 0-15,0 40 0,0-40 0,0 0 0,0 0 16,0 0-16,0 1 15,40-1-15,-40 0 0,40-40 0,0 40 16,0-40-16,1 0 0,-1 0 16,0 0-16,-40-40 15,0 0-15,0 0 0,0-1 16,0 1 0,-40 0-16,0 40 0,40-40 15,-41 40-15,1 0 16,0 0-16</inkml:trace>
  <inkml:trace contextRef="#ctx0" brushRef="#br0" timeOffset="22053.5831">32422 2045 0,'-40'0'15,"80"0"-15,-200 120 32,119-120-32,-39 120 15,40-39 1,40-1-1,0-40-15,0-80 32,0 0-32,0 0 15,40 40 1,-40-40-16,40-1 0,0 1 0,-40 0 16,41 40-16,-1-40 0,0 0 15,-40 0-15,40 40 0,-40 40 47,0 0-47,0 0 0,-40 0 16,40 0-16,0 1 0,0-1 15,0 0-15,0 0 0,0 0 0,-40 0 16,40 0-16,0 0 16,0 0-16,0 0 0,0 1 15</inkml:trace>
  <inkml:trace contextRef="#ctx0" brushRef="#br0" timeOffset="22273.5709">32221 2085 0,'-40'-40'15,"80"80"-15,-80-120 16,121 80-16,-1-40 15,-40 40-15,201 0 16,-161 0-16,-40 0 0,121 40 31,-121-40-31</inkml:trace>
  <inkml:trace contextRef="#ctx0" brushRef="#br0" timeOffset="22513.6128">31499 2887 0,'0'0'0,"0"40"0,40-40 31,41 0-31,159 0 16,121 0-1,-280 0-15,159-40 16,-39 40 15,-161-40-31</inkml:trace>
  <inkml:trace contextRef="#ctx0" brushRef="#br0" timeOffset="22853.5922">32302 3088 0,'-81'0'0,"162"0"0,-282 40 31,161-40-31,0 40 0,0 0 16,0 0-16,-1 0 16,41 40-1,41-40 17,159-40-17,41 0 1,-161 0-1,0 0-15</inkml:trace>
  <inkml:trace contextRef="#ctx0" brushRef="#br0" timeOffset="23053.5819">32302 3208 0,'0'0'16,"-40"-40"-16,-1 40 15,41-40-15,-40 40 16,40 80 0,-40-40-16,40 0 15,-40 0-15,40 0 0,-40 0 0,40 0 0,-40 1 16,40-1-16,0 0 16,0 0-16,-40-40 0,40 40 0,0 0 15</inkml:trace>
  <inkml:trace contextRef="#ctx0" brushRef="#br0" timeOffset="23533.5129">33024 2446 0,'0'0'15,"-40"0"1,40 40 46,0 0-62,0 0 16,0 0-16,-40 0 0,40 0 0,0 1 0,-40-1 16,40 0-16,0 0 0,0 0 15,-40 0-15,40 0 0,0 0 0,-41 41 0,1-41 16,40 0 0,0 0-16</inkml:trace>
  <inkml:trace contextRef="#ctx0" brushRef="#br0" timeOffset="23863.5344">33385 2606 0,'-40'0'31,"0"40"-31,0-40 16,-40 40-1,80 1-15,-81-1 16,41-40-16,0 0 0,0 40 0,-80 40 31,79-80-31,1 0 0,40 40 0,0 0 32,161 81-17,-81-81 1,-40-40-16,121 120 15,-121-120-15,0 40 0,0-40 0,0 40 16</inkml:trace>
  <inkml:trace contextRef="#ctx0" brushRef="#br0" timeOffset="24923.4043">13242 5975 0,'0'-40'0,"0"0"0,-40 0 15,-1 40 1,41-40-1,41 40 1,-1 0-16,0 0 0,40 0 16,-40 40-16,40-40 0,1 0 0,-1 0 0,0 40 15,41-40-15,-41 0 16,40 0-16,-40 0 0,1 40 0,-1-40 0,0 0 16,0 0-16,-39 0 0,-1 0 15,0 0-15</inkml:trace>
  <inkml:trace contextRef="#ctx0" brushRef="#br0" timeOffset="25193.4027">13844 5574 0,'-81'-80'31,"162"160"-31,-162-200 15,81 160 1,0 0 0,0 0-16,0 0 0,0 0 0,0 0 15,0 41-15,0-41 0,0 0 16,0 40-16,-40-40 0,40 40 0,0-40 0,0 1 16,0-1-16,0 0 15,0 0-15,0 0 0,0 0 0,0 0 0</inkml:trace>
  <inkml:trace contextRef="#ctx0" brushRef="#br0" timeOffset="25663.4209">14606 5534 0,'0'0'31,"0"40"-16,40-40-15,40 201 16,-80-161-16,0 0 0,0 120 16,0-120-16,-40 0 15,0 1-15,0 39 16,0-80 15,160-40-31,-80 0 0,201-121 31,-80 41-31,39-41 16,-160 121-16,161-120 16,-161 120-16,-40 0 0,40-41 15,-80 81 17,0 41-32,-120 119 15,119-120-15,1 40 0,0-40 16,-40 81-16,80-81 0,-40 80 15,40-80-15,0 81 16,120-1 0,81-120 15,-81 0-31</inkml:trace>
  <inkml:trace contextRef="#ctx0" brushRef="#br0" timeOffset="25873.3532">16331 5414 0,'-200'0'31,"400"0"-31,-440 0 0,159 40 0,1-40 0,-40 200 32,40 41-17,120 40 1,0-201-1,-40-40-15,120 120 16,-80-160-16,-40 40 0,40-40 16</inkml:trace>
  <inkml:trace contextRef="#ctx0" brushRef="#br0" timeOffset="26183.3918">16973 5775 0,'0'0'16,"-40"-41"-16,40 1 16,40 40-1,161-40 17,-161 40-32,121-40 15,-121 40-15,0 0 0,-40 40 16,0 0-1,-80 161 1,-81 40 0,81-161-1,80-40-15,-80 120 16,80-120-16,0 0 0,0 1 31,0-1-31,40-40 0,0 0 0</inkml:trace>
  <inkml:trace contextRef="#ctx0" brushRef="#br0" timeOffset="26383.3791">17214 6376 0,'-160'-40'16,"320"80"-16,-360-80 0,119 0 15,81 0-15,-40 40 0,40-40 16,80 0-1,-39 0-15,199-1 16,-159 41-16,-1-40 0,0 40 16,201-40-16</inkml:trace>
  <inkml:trace contextRef="#ctx0" brushRef="#br0" timeOffset="26603.2925">18177 5614 0,'-40'80'16,"40"-40"0,-40 1-16,40 119 15,0-120-15,-40 80 32,40-79-32,0 39 0,-40-40 0,40 0 15,-40 0-15,-81 80 16,81-120-16,0 40 0,0 1 15,-40-41-15</inkml:trace>
  <inkml:trace contextRef="#ctx0" brushRef="#br0" timeOffset="26953.3462">19020 6136 0,'40'-81'16,"0"81"-16,121-80 15,39 0 17,-160 40-17,-80 40 1,-120 0-1,120 0-15,-161 80 16,161-40-16,-40 0 0,40 0 16,-81 121-1,201-1 1,201-40 15,-120-79-31,-121-41 0,161 0 16</inkml:trace>
  <inkml:trace contextRef="#ctx0" brushRef="#br0" timeOffset="27153.3343">19742 5574 0,'0'0'15,"40"0"1,81 0 0,-1-40-1,-40 40-15,81-40 16</inkml:trace>
  <inkml:trace contextRef="#ctx0" brushRef="#br0" timeOffset="27493.316">20505 5333 0,'0'0'16,"40"-40"-16,0-40 16,0 40-16,-40-40 0,40-81 31,0 81-16,-40 40-15,-40 40 16,0 40 0,0 80-1,40 121 1,0-161 0,0 1-16,0 119 15,0-160-15,-40 0 0,40 0 16,-40 0-16,-81 81 15,1-81 1</inkml:trace>
  <inkml:trace contextRef="#ctx0" brushRef="#br0" timeOffset="27673.2339">20545 4571 0,'-40'-40'15,"80"80"-15,-80-120 0,-1 80 16,41-40-16</inkml:trace>
  <inkml:trace contextRef="#ctx0" brushRef="#br0" timeOffset="28683.1728">21588 4652 0,'0'-40'0,"0"-1"15,-40 41-15,40-40 16,0 0 31,40 40 265,0 0-296,-40-40-16,40 40 0,0 0 0,0 0 0,1 0 16,-1 0-16,0 0 15,0 0-15,0 0 0,-80 0 63,40 40-63,-40-40 0,40 40 0,-40-40 15,40 40-15,-40 1 0,-1-1 0,41 0 16,-40 0-16,40 0 16,-40 0-16,40 0 0,0 0 0,-40 0 15,40 0-15,0 1 0,0-1 16,0 0-16,0 40 0,0-40 0,0 0 16,40 0-16,-40 0 15,0 1-15,40-41 0,-40 40 0</inkml:trace>
  <inkml:trace contextRef="#ctx0" brushRef="#br0" timeOffset="28873.1796">21427 4892 0,'0'0'16,"0"-40"-16,-40-40 15,121 80-15,-1-40 16,-40 40-16,201 0 16,-161 0-16,0 0 0</inkml:trace>
  <inkml:trace contextRef="#ctx0" brushRef="#br0" timeOffset="29243.2141">22511 4732 0,'0'0'0,"-40"0"16,0 40 0,0 0-16,-41 80 15,81-80-15,-40 1 0,40-1 16,-80 120 0,40-80 15,40-120-16,40 0-15,0-40 0,40-81 32,-80 121-32,40 0 0,1-80 15,-1 80-15,0 0 16,-40 80 15,0 0-31,0 0 0,0 0 0,0 0 16,0 0-16,0 0 0,40 1 15,-40-1-15,0 0 0,0 40 0,0-40 0,0 0 16,40 0-16,-40 0 0,0 1 0,0-1 16</inkml:trace>
  <inkml:trace contextRef="#ctx0" brushRef="#br0" timeOffset="29454.019">22110 4652 0,'0'-40'0,"0"80"0,0-121 0,40 41 15,40 40-15,121-40 16,-81 0 0,161 40-1,-201 40-15</inkml:trace>
  <inkml:trace contextRef="#ctx0" brushRef="#br0" timeOffset="29693.3494">21427 5694 0,'0'0'15,"-40"0"17,161 0-32,160 0 31,200 0-15,-320 0-1,-81 0-15,40 0 0</inkml:trace>
  <inkml:trace contextRef="#ctx0" brushRef="#br0" timeOffset="29963.2655">22350 5815 0,'-40'0'15,"80"0"-15,-120 0 0,-80 80 16,120-80-16,-41 0 15,41 40-15,0 0 0,0 0 0,-81 40 32,81 1-17,241-81 1,80-40 15,-161-1-31,-39 41 0,-1 0 16,-40 0-16,40 0 15</inkml:trace>
  <inkml:trace contextRef="#ctx0" brushRef="#br0" timeOffset="30163.2487">22350 5935 0,'-40'0'15,"80"0"-15,-80-40 0,0 0 16,0 40-1,40 40-15,-40-40 0,40 40 0,0 0 16,-40 0-16,40 0 16,-40 0-16,40 1 0,0-1 0,-40 0 15,40 0-15,0 0 0,0 0 16,0 0-16</inkml:trace>
  <inkml:trace contextRef="#ctx0" brushRef="#br0" timeOffset="30453.3058">23313 5133 0,'-40'0'15,"80"0"-15,-120 0 32,80 120-17,-40 161 1,40 0 15,40-201-31,-40-40 0,40 0 0</inkml:trace>
  <inkml:trace contextRef="#ctx0" brushRef="#br0" timeOffset="30753.2523">23835 5333 0,'0'0'15,"-80"0"1,80 41-16,-121-1 15,81-40-15,0 40 0,0-40 16,-80 80 0,39-80 15,81 40-15,0 0-1,0 0 1,81 0-1,-41 0-15,241 81 16,-201-81-16,0 0 0,0 0 16,81 0-16</inkml:trace>
  <inkml:trace contextRef="#ctx0" brushRef="#br0" timeOffset="84025.9307">2568 8742 0,'40'-40'16,"-80"80"-16,120-120 0,-80 0 31,-40 0-16,40 40 1,-40 40 0,40 40 31,0 0-32,40-40-15,-40 40 0,80 0 0,-80 0 0,41-40 16,-1 40-16,0 0 0,0 0 15,40 1-15,-40-1 0,0 40 0,41-40 0,-41 0 16,40 0-16,-40 0 16,0 0-16,41 1 0,-41-41 0,0 40 0,0 0 15,0-40-15,0 40 0,0-40 16,1 40-16</inkml:trace>
  <inkml:trace contextRef="#ctx0" brushRef="#br0" timeOffset="84295.9868">3451 8582 0,'0'0'0,"0"-40"0,-40 0 16,0 40-16,-1 0 16,1-40-1,-40 160 16,0 201-15,-81 0 0,121-161-1,-80 81 1,80-201-16,40 40 16,-40-40-16</inkml:trace>
  <inkml:trace contextRef="#ctx0" brushRef="#br0" timeOffset="84826.3596">4213 8301 0,'-40'0'15,"0"-40"1,0 40 0,0 0-16,40-40 15,-40 40-15,0 0 16,40 40-16,-41-40 15,41 40-15,-40 0 0,0 0 0,40 1 0,-40 39 16,0-40-16,40 40 0,0-40 16,-40 40-16,40 1 0,0-41 0,0 40 0,0 0 15,0-40-15,0 40 16,0-39-16,40-1 0,-40 40 0,80-40 0,-80 0 16,40-40-16,0 40 0,1 0 0,-1-40 0,-40 40 15,40-40-15,0 40 0,0-40 16,0 0-16,0 0 0</inkml:trace>
  <inkml:trace contextRef="#ctx0" brushRef="#br0" timeOffset="85136.3262">4735 8662 0,'0'0'0,"0"-40"0,-40-40 31,0 80-15,40 160-1,0 161 1,40-80 15,0-81-15,-40-120-1</inkml:trace>
  <inkml:trace contextRef="#ctx0" brushRef="#br0" timeOffset="85466.3068">5176 8582 0,'0'0'16,"-80"80"-1,0-40 1,-41 81 0,-39 39 15,40-80-16,79 0 1,41 1 15,81-1-31,79 0 32,41 0-17,-41-80 1,-120-40-16,1 0 15</inkml:trace>
  <inkml:trace contextRef="#ctx0" brushRef="#br0" timeOffset="85726.3691">5537 8582 0,'-40'-40'16,"80"80"-16,-40-80 15,41 40 1,-1 0-16,160 120 31,-119 121-15,-162 120 0,-119-40-1,119-161 16,81-120-31</inkml:trace>
  <inkml:trace contextRef="#ctx0" brushRef="#br0" timeOffset="85926.2803">6821 8823 0,'0'0'0,"-120"0"31,200-41-15,201-79-1,40 40 17,-120 0-32</inkml:trace>
  <inkml:trace contextRef="#ctx0" brushRef="#br0" timeOffset="86106.2926">7022 9304 0,'-80'40'16,"160"-80"-16,-240 160 0,-81 0 16,241-79-16,40-41 0,0 0 0,40-41 15,1 1-15,-1 0 16,40 0-16,-40-40 0,41 40 0,-1 0 0,-39 0 15,-1-41-15,40 41 0,-40 0 16,1 0-16,-41-40 0</inkml:trace>
  <inkml:trace contextRef="#ctx0" brushRef="#br0" timeOffset="89186.0912">8868 8422 0,'0'40'31,"-40"-40"16,40 40-32,0 0 1,0 0-16,0 0 0,0 40 0,0-40 16,0 0-16,0 41 15,0-41-15,0 40 0,0-40 0,0 40 0,0 1 16,0-41-16,0 0 0,0 40 0,0-40 0,0 0 16,0 0-16,0 0 0,0 0 15</inkml:trace>
  <inkml:trace contextRef="#ctx0" brushRef="#br0" timeOffset="89616.5112">9670 8823 0,'0'0'16,"-40"0"-1,0 0 1,80 40 0,0-40-1,41 0 1,-41 0-16,0 0 0,40 0 0,-40-40 0,41 40 16,-41 0-16,40-41 15,-40 41-15,40 0 0,-40-40 0,41 40 16,-41 0-16,0 0 0,0 0 0,0 0 0,0 0 15,0 0-15,1 0 0,-1 0 16,0 0-16,0 0 0</inkml:trace>
  <inkml:trace contextRef="#ctx0" brushRef="#br0" timeOffset="90076.5411">10112 8582 0,'-40'0'31,"40"40"0,0 0-15,0 0-16,0 0 0,0 41 15,0-41-15,0 0 0,0 0 16,0 0-16,0 40 0,0-40 0,0 0 0,0 1 16,0 39-16,40-40 0,-40 0 0,0 0 15,0 0-15,0 0 16</inkml:trace>
  <inkml:trace contextRef="#ctx0" brushRef="#br0" timeOffset="93466.272">11356 8782 0,'0'41'16,"40"-41"0,0 40-1,0-40-15,0 0 0,0 0 16,1 0-16,-1 0 15,0-40-15,0 40 0,0 0 0,0 0 16,0 0-16,0 0 16,-40-41-16,41 41 0,-41-40 15,40 40 1,-40-40-16,0 0 16,0 0-16,-40 0 15,-1 40 1,1 0-16,-40 0 0,40 0 15,0 40 1,0 0-16,0-40 0,40 40 0,-41-40 16,41 40-16,-40 0 0,40 1 15,-40-1-15,40 0 0,0 0 16,0 0-16,0 0 16,0 0-16,0 0 0,40-40 0,-40 40 15,40-40-15,-40 41 0,41-41 0,-1 0 16,0 0-16,-40 40 0,40-40 15,0 0-15,0 0 0</inkml:trace>
  <inkml:trace contextRef="#ctx0" brushRef="#br0" timeOffset="93746.287">12198 8301 0,'-80'0'15,"160"0"-15,-120 0 31,80 0-31,41 0 0,-41 0 16,0 0-16,0-40 16,0 40-16,0-40 0</inkml:trace>
  <inkml:trace contextRef="#ctx0" brushRef="#br0" timeOffset="94156.2619">12800 8101 0,'-40'40'16,"120"-40"-1,-80-80-15,41 80 0,-1-41 16,0 41-16,0-40 16,0 40-16,0 0 0,-40-40 0,40 0 15,-40 0-15,0 0 16,-40 40-16,0 0 15,0 0 1,0 0 0,40 40-16,0 0 15,0 0-15,0 0 16,-40 0-16,40 1 0,0-1 0,0 0 16,0 0-16,0 0 0,0 0 0,0 0 0,0 0 15,0 0-15,0 1 16,0-1-16,0 0 0,0 0 0,0 0 15,0 0-15,0 0 16,-40-40-16,40 40 0,-41-40 0,41 40 0,-40-40 16,0 0-1,0 40-15,0-40 0,0 0 16,0 0-16,40-40 16</inkml:trace>
  <inkml:trace contextRef="#ctx0" brushRef="#br0" timeOffset="94346.2184">12961 7740 0,'0'0'0,"-40"-40"16,0 40 15,40-40-31</inkml:trace>
  <inkml:trace contextRef="#ctx0" brushRef="#br0" timeOffset="95516.411">13763 7820 0,'-40'0'16,"40"40"-16,0 0 15,0 0 204,0 0-203,0 0-1,0 1-15,-40-41 0,40 40 16,0 0-16,0 0 16,-40-40-16,40 40 0,0 0 15,0-80 48,0 0-63,0 0 0,40 0 15,-40 0 1,0-1-16,0 1 0,40 0 0,-40 0 16,0 0-16,40 40 0,-40-40 0,40 40 15,1 0 32,-1 0-47,-40 40 31,40-40-31,-40 40 32,0 0-32,0 0 15,0 0-15,0 1 0,0-1 16,0 0-16,0 0 0,0 0 15,0 0-15,0 0 0,0 0 16,0 0 0,0 1-16</inkml:trace>
  <inkml:trace contextRef="#ctx0" brushRef="#br0" timeOffset="95806.3901">13603 7940 0,'0'0'15,"0"-40"-15,-40 40 0,40-40 31,40 40-15,40-40-16,-40 40 16,0-40-16,0 40 0,1 0 0,-1-40 15,0 40-15,0 0 16,0 0-16,0-40 0,0 40 0,0 0 16,1 0-16</inkml:trace>
  <inkml:trace contextRef="#ctx0" brushRef="#br0" timeOffset="96116.3763">13563 8742 0,'-40'0'16,"80"0"-16,-80 40 16,80-40-1,0 0 1,160-80 0,1-40-1,0 40 1,-121 80 15</inkml:trace>
  <inkml:trace contextRef="#ctx0" brushRef="#br0" timeOffset="96486.3546">13803 8943 0,'0'0'0,"41"0"32,-1 0-17,120-40 1,-80 40 0,-80 120 15,-80 41-16,-40-81 1,80-80 15,80 0-15,40-40 0,0 0-1,41-1 1,-81 41-16,40-40 15,161-40 17</inkml:trace>
  <inkml:trace contextRef="#ctx0" brushRef="#br0" timeOffset="96866.3338">14686 8101 0,'0'0'16,"0"40"62,0 0-78,0 0 16,0 0-16,0 0 0,0 0 0,0 0 15,0 1-15,0-1 16,0 0-16,0 0 0,0 0 15,40-40 1,-40 40-16</inkml:trace>
  <inkml:trace contextRef="#ctx0" brushRef="#br0" timeOffset="97256.2384">15208 8020 0,'0'0'0,"-40"0"16,-40 0 0,39 0 15,1 0-31,-40 81 16,40-41-1,-121 40 1,81 0 15,40-80-15,80 0 15,0 40-31,0-40 16,1 0-16,-1 40 0,0-40 15,0 41-15,0-41 0,0 40 0,0-40 16,0 40-16,1-40 15,-1 0-15,0 40 0,0-40 0,0 0 16,0 40-16,0-40 16,-40 40-16,40-40 0</inkml:trace>
  <inkml:trace contextRef="#ctx0" brushRef="#br0" timeOffset="104860.3986">16532 9023 0,'-40'0'31,"0"-40"-31,0 40 62,40-40-62,40 80 16,0-40-16,-40 40 0,80-40 16,-80 40-16,40-40 0,0 40 15,1-40-15,-1 40 0,0-40 0,0 0 0,0 0 16,40 0-16,-40 0 15,1 0-15,39 0 0,-40-40 0,0 40 0,0 0 16,0 0-16,0-40 0</inkml:trace>
  <inkml:trace contextRef="#ctx0" brushRef="#br0" timeOffset="105190.3745">16933 8742 0,'0'0'0,"-40"0"0,0 0 0,40-40 16,-40 40-1,40-40-15,0 80 63,0 0-63,0 0 0,0 41 15,0-41-15,0 40 0,0 0 0,0 0 0,0 1 16,0-1-16,-40 0 0,40 0 16,0-40-16,0 41 0,0-41 0,-40 40 0,40-40 15,0 0-15,-40-40 16,40 40-16</inkml:trace>
  <inkml:trace contextRef="#ctx0" brushRef="#br0" timeOffset="105950.3062">18137 9023 0,'-40'0'0,"80"0"47,0 0-47,41 0 15,-41-40-15,0 40 16,-40-40-16,40 40 0,0-40 0,0 0 15,0 40-15,-40-40 16,40 40-16,-40-41 16,0 1-1,0 0-15,-40 40 0,40-40 16,-40 40-16,0 0 0,0 0 16,0 0-16,0 0 0,0 40 15,-1-40-15,1 40 0,0-40 0,0 40 16,40 1-16,-40-1 15,0 0-15,40 0 0,-40 0 0,40 0 0,0 40 16,0-40-16,0 1 0,0-1 16,0 0-16,0 0 0,0 0 0,0 0 0,40 0 15,-40 0-15,40 0 0,0 0 0,-40 1 16,40-41-16,-40 40 16,40-40-16,-40 40 0,40-40 0,1 0 15,-1 0-15,0 0 16,-40-40-16,40 40 0,0-81 0</inkml:trace>
  <inkml:trace contextRef="#ctx0" brushRef="#br0" timeOffset="106210.36">18659 8502 0,'0'0'0,"-40"0"15,0 0-15,120-40 32,161-41-17,-121 81 1</inkml:trace>
  <inkml:trace contextRef="#ctx0" brushRef="#br0" timeOffset="106600.2686">19301 8422 0,'-40'0'15,"80"0"-15,-40-41 16,80 1 0,-40-40-1,0 40 1,-40 0 0,-40 0-1,40 80 1,-40-40-1,40 80 1,-40 121 0,0-1-1,40 1 1,-80-41 15,39-160-31,-79 40 31,40-80-31</inkml:trace>
  <inkml:trace contextRef="#ctx0" brushRef="#br0" timeOffset="106780.328">19301 8020 0,'0'0'15,"-40"-40"1,40 0 0,40 40-1</inkml:trace>
  <inkml:trace contextRef="#ctx0" brushRef="#br0" timeOffset="107260.2654">20143 8061 0,'-40'0'0,"40"40"0,-40-40 31,40 80-31,-40-40 0,40 0 0,0 0 16,0 0-16,-40 0 0,40 1 15,0-1-15,0 40 0,0-40 0,-40-40 0,40 40 16,0 0-16,0 0 0,-40-40 0,40 40 0,0 0 16,-40-40-1,40-40 1,0 0-1,40 0-15,-40 0 0,40 0 0,-40-40 16,40 40-16,-40 0 16,80-41-16,-80 41 0,40 0 0,-40 0 0,0 0 15,40 40-15,-40-40 0,41 40 16,-41 40 0,40-40-16,-40 40 0,0 0 15,0 0 1,0 0-16,0 0 0,40 1 0,-40-1 0,0 0 15,0 0-15,0 0 0,0 0 16,-80-40-16,80 40 0,0 0 0,0 0 16,-41-40-1,41 40-15,-40-40 0</inkml:trace>
  <inkml:trace contextRef="#ctx0" brushRef="#br0" timeOffset="107470.2872">20023 8141 0,'-80'0'15,"160"0"-15,-200 0 0,120-40 0,0 0 0,40-1 32,40 1-32,161 0 31,-81 40-16,-120 0-15</inkml:trace>
  <inkml:trace contextRef="#ctx0" brushRef="#br0" timeOffset="107750.1984">20986 8061 0,'-40'0'16,"80"0"-16,-120 0 0,40 0 15,40 40-15,0 0 16,40 0 0,-40 0-16,0 0 0,0 0 0,0 0 15,0 0-15,0 1 16,0 39-16,0-40 0,0 0 0,-40 0 0,40 0 15,0 0-15,0 0 16,-40-40-16,40 40 0,0 1 0</inkml:trace>
  <inkml:trace contextRef="#ctx0" brushRef="#br0" timeOffset="108110.1824">21427 8141 0,'0'-40'16,"0"80"-16,-40-80 16,0 40-1,0 0-15,0 0 16,-40 40 0,-1 40-16,-79 40 31,-1-39-16,121-81 1,40 40 15,81-40-31,79 80 16,-40-40 15,-79 0-31,159 40 31,1-40-15,-161-40-16</inkml:trace>
  <inkml:trace contextRef="#ctx0" brushRef="#br0" timeOffset="108620.1649">22431 9585 0,'0'0'0,"-40"0"16,-1 0-16,82-41 78,-1 41-78,0 0 0,40 0 16,-40-40-16,0 40 15,41 0-15,-41 0 0,40 0 0,0 0 0,0 0 16,1-40-16,-41 40 0,40 0 15,0 0-15,-40 0 0,41 0 0,-41-40 0,40 40 16,-40 0-16,0 0 16,0 0-16,1 0 0,-1 0 0</inkml:trace>
  <inkml:trace contextRef="#ctx0" brushRef="#br0" timeOffset="108910.2038">23113 9023 0,'-40'0'0,"80"0"0,-120-40 31,80 80-15,0 40-1,0-40-15,0 1 0,0 39 0,0-40 16,0 40-16,0-40 0,0 40 16,0-40-16,0 41 0,-41-41 0,41 40 0,0-40 15,-40 40-15,40-40 0,0 41 0,-40-41 0,40 0 16,0 0-16,0 0 16,0 0-16,-40 0 0</inkml:trace>
  <inkml:trace contextRef="#ctx0" brushRef="#br0" timeOffset="110850.2677">24236 9143 0,'-40'0'0,"40"41"0,-40-41 16,80 0 31,-40 40-32,40-40-15,0 0 0,1 40 16,-1-40-1,0 0-15,0 0 0,0 0 0,0 0 0,0-40 16,0 40-16,1 0 16,-41-40-16,40 40 0,0-41 0,0 41 15,-40-40-15,40 40 0,-40-40 16,0 0 0,0 0-16,-40 40 15,40-40 1,-40 40-16,-40 0 0,39 0 15,1 0-15,0 0 0,0 40 16,0-40-16,0 40 0,40 0 0,-40 0 16,40 0-16,-40 1 15,40-1-15,0 0 0,-41 40 0,41-40 0,0 0 16,0 0-16,0 0 0,0 0 0,0 1 16,41-1-16,-1 0 15,0 0-15,0 0 0,0-40 16,0 40-1,0-40-15,0 0 16,1-40-16</inkml:trace>
  <inkml:trace contextRef="#ctx0" brushRef="#br0" timeOffset="111090.2728">25159 8702 0,'-40'-40'15,"80"80"-15,-120-80 0,40 40 0,40-40 0,0 0 16,241 0 15,-161 0-31,0 40 16,-40-40-16</inkml:trace>
  <inkml:trace contextRef="#ctx0" brushRef="#br0" timeOffset="111440.3038">25841 8462 0,'0'0'15,"0"-40"1,41 40-1,79-161 1,-80 121 0,-40-40-1,0 40 1,0 80 15,-40 80-31,-40 121 31,-1 39-15,41-199 0,0 119-1,0-160-15,-120 0 32,119-40-32,-39-120 15</inkml:trace>
  <inkml:trace contextRef="#ctx0" brushRef="#br0" timeOffset="111610.2937">25841 7940 0,'0'0'15,"-40"0"-15,0-40 31,80 40-15</inkml:trace>
  <inkml:trace contextRef="#ctx0" brushRef="#br0" timeOffset="112160.1904">26644 8101 0,'0'0'0,"0"-40"16,0-1-1,40 41 17,40 0-17,121 0 1,-121 41 0,-80 119-1,-80 41 1,0-161-1,-41 40 1,121-40 15,81-40-31,79 0 16,-120 0 15,-40 40-31,-40 80 31,-161 1-15,41-81 0,-1 0-1,121-80 1,40-40-16</inkml:trace>
  <inkml:trace contextRef="#ctx0" brushRef="#br0" timeOffset="112560.2386">27848 8061 0,'0'40'0,"0"-80"0,-81 80 0,-39 120 16,80-120-16,0 0 16,-40 81-1,39-41 1,41 0-1,-80 0 1,80-120 0,40 0-1,41-120 1,-1 39 0,40-79-1,-80 160 1,0 40-16,1 0 15,-1 40 1,0 120 15,-40-39-31,-80 79 16,-1-80 15</inkml:trace>
  <inkml:trace contextRef="#ctx0" brushRef="#br0" timeOffset="112780.226">27767 8101 0,'-80'-40'16,"160"80"-16,-200-121 31,120 41-31,161-40 15,200 0 1,-281 80 0,80-40-1</inkml:trace>
  <inkml:trace contextRef="#ctx0" brushRef="#br0" timeOffset="113060.2114">26925 9424 0,'-80'40'16,"160"-80"-16,-201 120 0,162-80 15,39-40 1,40 0-1,201-80 1,-80 0 15,-81 79-15,-119 41-16,-1 0 16,0 0-16</inkml:trace>
  <inkml:trace contextRef="#ctx0" brushRef="#br0" timeOffset="113400.1163">27286 9705 0,'-80'0'16,"160"0"-16,-160 40 16,120-40-16,0 0 15,40 0 1,81 40-1,-121 0 1,-40 40-16,-161 41 31,121-41-31,-80 0 16,160-80 15,0 0-31,161-80 31,-161 40-31,80-40 32,-40 80-32,-39-40 15,39-1-15</inkml:trace>
  <inkml:trace contextRef="#ctx0" brushRef="#br0" timeOffset="113650.1047">28490 8662 0,'-40'-80'16,"80"160"-16,-80-200 16,40 160-1,-41 120 16,1 121-15,40-120 0,-40 39-1,40-160 1</inkml:trace>
  <inkml:trace contextRef="#ctx0" brushRef="#br0" timeOffset="114100.0759">28931 8662 0,'-40'0'31,"0"0"-31,0 0 0,0 0 16,-41 80 0,-39-40-1,40 41 16,-41-41-15,121 0 15,40-40-31,-40 40 16,41-40 0,-1 40-16,0-40 0,0 40 15,0-40 1,0 40-16,0 0 0,0 1 0,1-1 15,-1-40-15,-40 40 16,40 0-16,0 0 0,0-40 0,-40 40 0,40-40 16,0 40-16,1-40 15,-1 0-15,-40 40 0,40-40 16,-80 0 31,0 0-32,40-40 1</inkml:trace>
  <inkml:trace contextRef="#ctx0" brushRef="#br0" timeOffset="118269.8162">2809 11510 0,'-40'-40'15,"0"40"-15,-1-41 32,41 82 15,0-1-32,0 0 1,0 0-16,0 0 0,0 40 0,0-40 0,0 40 15,0 1-15,0-41 0,41 40 16,-41-40-16,40 0 0,-40 40 0,40-39 0,-40-1 16,40 0-16,-40 0 0,40 0 0,-40 0 31</inkml:trace>
  <inkml:trace contextRef="#ctx0" brushRef="#br0" timeOffset="118749.7886">3210 11630 0,'40'0'16,"-80"0"-16,80 40 47,-40 0-47,-80 0 15,80 0-15,-40-40 16,40 40-16,-40 1 0,0-1 0,-1 0 16,1-40-16,0 40 15,0-40-15,0 0 16,0 0-16,40-40 94,40 40-79,0 0-15,0 0 16,0 0-16,0 40 16,1 0-16,-1-40 0,0 40 15,0-40-15,0 0 16,0 0-16,0 40 0,0-40 0,1 0 0,-1 40 15,40-40-15,-40 40 0,0-40 16,0 0-16,1 41 0,-1-41 0,0 0 16,0 40-16</inkml:trace>
  <inkml:trace contextRef="#ctx0" brushRef="#br0" timeOffset="119039.8452">3973 11871 0,'-41'0'16,"82"0"-16,-82-41 0,41 1 16,0 0-16,0 0 15,41 0-15,39-40 16,-40 80-16,0-40 0,0 40 15,0 0 1,0 0-16,81 0 16,-81 0-16,0 0 0,40 0 15,-40 0-15,1 0 16,-1 0-16</inkml:trace>
  <inkml:trace contextRef="#ctx0" brushRef="#br0" timeOffset="119514.2075">4294 12031 0,'-41'40'16,"82"-80"-16,-162 120 0,81-40 0,0-40 31,0 0-16,80 0 17,0 0-1,0 0-31,0 0 16,0 0-16,1 0 15,-1 0-15,0 0 0,0-40 16,0 40-1,0 0-15,0-40 0,0 40 0,1 0 16,-1 0-16,0 0 16,0 0-1</inkml:trace>
  <inkml:trace contextRef="#ctx0" brushRef="#br0" timeOffset="120284.1021">5578 11229 0,'0'0'16,"0"40"46,-41-40-62,1 0 0,40 40 16,0 0-1,-40-40-15,40 40 16,-40 0-16,40 1 0,-40-1 0,40 0 16,0 0-16,-40 0 15,40 0-15,0 0 0,0 0 0,0 0 16,40 0 0,0 1-16,0-1 15,0 0-15,0-40 16,1 0-16,-41 40 0,40-40 0,0 0 0,0 0 15,0 0 1,0 0-16,-40-40 0,40 40 0,0-40 16,-40 0-16,0-1 15,41 1-15,-41 0 16,0 0-16,0 0 0,0 0 0,40 0 0,-40 0 16,0 0-16,0 0 15,0-1-15,0 1 0,0 0 0,-40 0 16,-1 40-1,1 0 1,0 0-16,40 40 0,-40-40 16,0 40-16,0 0 15,0-40-15,40 41 0,-40-1 16,-1 0-16,41 0 16</inkml:trace>
  <inkml:trace contextRef="#ctx0" brushRef="#br0" timeOffset="125134.2954">6621 11149 0,'0'0'0,"0"40"15,-40-40-15,80 0 47,-40-40-47,40 40 16,-40-40 62,0 80 31</inkml:trace>
  <inkml:trace contextRef="#ctx0" brushRef="#br0" timeOffset="125354.354">6500 11991 0,'-40'40'16,"80"-80"-16,-160 200 15,120-120-15,0 1 16,0 39 0,0 40 15,-160-40-16,39-40 1</inkml:trace>
  <inkml:trace contextRef="#ctx0" brushRef="#br0" timeOffset="126164.2972">8667 11389 0,'0'0'15,"-40"0"-15,0 0 0,40 40 16,-40-40 0,40 41 15,40-41-31,-40 40 0,40 0 0,40 0 15,-80 0-15,41 0 16,-1 0-16,-40 0 0,40 0 0,0 0 0,0 1 16,-40-1-16,40 0 0,0 0 0,-40 0 15,40 0-15,1 0 16,-41 0-16,0 0 0,0 1 16</inkml:trace>
  <inkml:trace contextRef="#ctx0" brushRef="#br0" timeOffset="126464.244">9189 11750 0,'-40'0'15,"0"0"-15,0-40 16,-1 40 31,41 40-47,-40 0 0,40 0 15,-40 1-15,0-41 16,0 40-16,40 0 0,-40 0 0,0 0 0,0 0 16,-1 0-16,1 0 0,40 0 15,-40 1-15,0-1 0,0-40 0,0 40 0,40 0 16,-40-40-16,0 40 15,-1-40-15</inkml:trace>
  <inkml:trace contextRef="#ctx0" brushRef="#br0" timeOffset="127014.2485">9831 11429 0,'0'-40'15,"-40"40"17,0 0-32,40 40 0,0 1 15,-40-41 1,-1 40-16,41 0 0,-40 0 0,40 0 0,0 0 16,-40 0-16,40 0 0,-40 40 15,40-39-15,0-1 0,0 40 0,-40-40 0,40 0 16,0 40-16,0-40 15,0 1-15,0-1 0,0 0 0,0 0 0,0 0 16,40 0-16,-40 0 0,40-40 0,-40 40 16,40 0-16,0 0 15</inkml:trace>
  <inkml:trace contextRef="#ctx0" brushRef="#br0" timeOffset="127464.2211">10513 11871 0,'0'0'0,"0"-41"16,40 1-1,40 40 1,-39 40 15,-41 121-15,-41 39 0,1-119-1,-120 39 1,-1-80 15,121-160-15,40 40-16,80-121 31,1 161-31,39 0 31,0 0-15</inkml:trace>
  <inkml:trace contextRef="#ctx0" brushRef="#br0" timeOffset="127774.1506">11155 11750 0,'0'40'31,"40"-40"-31,0 40 16,-40 1-1,41-41-15,-41 40 0,0 0 0,0 0 0,40-40 16,-40 80-16,0-40 0,0 0 15,0 0-15,0 1 0,0-1 0,-40 0 0,40 0 16,-41 40-16,1-40 0,0 0 0,0 0 0,0 0 16,0 1-16,0-41 15,0 40-15,-1-40 0,1 0 0,0 40 0,0-40 16</inkml:trace>
  <inkml:trace contextRef="#ctx0" brushRef="#br0" timeOffset="128094.1848">12038 12111 0,'0'0'15,"0"-40"-15,-40 0 16,80 40-16,80-40 31,41 0-15,120 40 0,-121 0-1,1 0 1,-121 0-16</inkml:trace>
  <inkml:trace contextRef="#ctx0" brushRef="#br0" timeOffset="128274.1749">12359 12432 0,'-80'80'31,"160"-160"-31,-281 200 16,241-120-1,1 0 1,-1-40-16,0 40 0,0 0 0,40 0 0,-40-40 16,0 40-16,1 0 15,-1 0-15,0 0 0,0-40 0,0 40 0,0 0 16,0 0-16</inkml:trace>
  <inkml:trace contextRef="#ctx0" brushRef="#br0" timeOffset="128614.1547">13924 11710 0,'0'0'0,"0"-40"0,-40 40 16,40 40 15,0 40-31,0 81 32,-40-81-32,-1 161 31,1-161-31,0 40 31,40-80-31</inkml:trace>
  <inkml:trace contextRef="#ctx0" brushRef="#br0" timeOffset="128914.137">14566 12071 0,'-40'0'16,"80"0"15,40 0-16,-40 0-15,0 0 16,1 0-16,-1 0 0,40 0 0,-40 0 0,40 0 16,-40 0-16,1 0 0,39 0 0,-40 0 0,0 0 15,0-40-15,0 40 16,0 0-16</inkml:trace>
  <inkml:trace contextRef="#ctx0" brushRef="#br0" timeOffset="129194.1212">14887 11790 0,'0'0'0,"-40"0"0,40-40 0,-40 40 15,0 0-15,40-40 16,-41 40-16,41 40 31,0 0-15,0 0-16,0 1 0,0-1 0,0 0 0,0 0 15,0 0-15,0 40 0,0-40 16,0 0-16,0 41 0,0-41 0,-40 0 0,40 0 16,0 0-16,-40 40 15,40-40-15,0 0 0,0 1 0,0-1 16</inkml:trace>
  <inkml:trace contextRef="#ctx0" brushRef="#br0" timeOffset="130053.9978">16331 11951 0,'-40'0'31,"40"-40"110,0 0-141,0-1 31,0 1-31,0 80 62,0 1-62,0-1 16,0 0-16,0 0 0,0 0 0,-40 0 16,40 0-16,0 0 0,0 41 15,0-41-15,0 0 0,-40 0 0,40 0 0,0 0 16,0 40-16,-40-80 16,40 40-16,0 0 0,-40 1 0,40-1 0,0 0 15</inkml:trace>
  <inkml:trace contextRef="#ctx0" brushRef="#br0" timeOffset="130403.9784">17375 12232 0,'-40'-41'16,"80"82"-16,-40-82 46,80 41-46,0 0 16,-40 0-16,0 0 0,41 0 0,-41 0 16,40 0-16,-40 0 0,40 0 0,-39 0 0,-1 0 15,40 0-15,-40 0 16,0 0-16,0-40 0,1 40 0</inkml:trace>
  <inkml:trace contextRef="#ctx0" brushRef="#br0" timeOffset="130654.0372">17856 11991 0,'-40'-40'16,"80"80"-16,-120-120 16,80 120 15,0 40-16,0-40 1,0 0-16,0 0 0,0 0 0,0 1 0,0-1 16,0 40-16,0-40 0,0 0 0,0 0 0,0 0 15,0 0-15,0 0 0,0 1 16,0-1-16</inkml:trace>
  <inkml:trace contextRef="#ctx0" brushRef="#br0" timeOffset="130914.0241">18900 11830 0,'-41'0'31,"82"0"-31,-122 0 0,81 41 15,0 39 1,0 120 0,0 81-1,0-80 1,0-161 0</inkml:trace>
  <inkml:trace contextRef="#ctx0" brushRef="#br0" timeOffset="131173.9355">19903 12352 0,'0'0'0,"-81"-40"16,202-40 15,120 80-15,-161-41-16,201 41 15,-241 0-15,80 0 16,-80 0-16,41-40 31</inkml:trace>
  <inkml:trace contextRef="#ctx0" brushRef="#br0" timeOffset="131393.9929">20505 11790 0,'-41'0'16,"82"0"-16,-162 0 16,121 40 15,0 41-31,0-41 0,0 0 0,0 0 15,0 0-15,40 40 0,-40-40 16,0 1-16,0-1 0,0 0 0,0 0 0,0 0 16,0 0-16,0 0 0,0 0 0,-80-40 0,80 40 15,0 0 1</inkml:trace>
  <inkml:trace contextRef="#ctx0" brushRef="#br0" timeOffset="131633.9063">21147 11630 0,'-41'-40'16,"41"120"-16,0 0 31,-40 161-16,40-81 1,-40-120-16,0 201 16,0-121-16,0-39 0</inkml:trace>
  <inkml:trace contextRef="#ctx0" brushRef="#br0" timeOffset="132103.9516">22792 12191 0,'-40'0'0,"80"0"0,-120 0 16,120-40 15,40 40-15,121-40-1,-41 40 1,201-40-1,-160 40 1</inkml:trace>
  <inkml:trace contextRef="#ctx0" brushRef="#br0" timeOffset="132293.9409">22792 12753 0,'-121'40'16,"242"-80"-16,-242 120 0,162-80 0,39 0 0,0 0 16,40 0-1,282 0 1,-121-40 0</inkml:trace>
  <inkml:trace contextRef="#ctx0" brushRef="#br0" timeOffset="132733.8421">25280 12071 0,'-41'-40'16,"1"40"-16,40-40 15,-40 40 1,-80 0 0,-41 120 15,81-80-31,0 81 31,40-81-31,40 0 16,160-40 15,81 40-15,80-40-1,-201-40 1,-79 40-16,159-40 15,-160 40 1</inkml:trace>
  <inkml:trace contextRef="#ctx0" brushRef="#br0" timeOffset="132993.8459">25440 12071 0,'-40'0'0,"80"0"0,-160-80 31,120 120 0,0 0-31,0 0 0,0 0 0,0 41 16,0-41-16,-40 40 15,40 0-15,0 0 0,-41 0 0,41 1 0,-40 39 16,0-40-16,40 0 0,-40 1 0,0-1 0,0 0 16</inkml:trace>
  <inkml:trace contextRef="#ctx0" brushRef="#br0" timeOffset="134594.1151">15328 8582 0,'-40'0'0,"0"0"16,40 40-16,-40-40 0,40-40 63,-40 40-32</inkml:trace>
  <inkml:trace contextRef="#ctx0" brushRef="#br0" timeOffset="135234.0075">11396 9063 0,'0'40'0,"40"-40"15,-40-40 16,0 0-31,0 0 16</inkml:trace>
  <inkml:trace contextRef="#ctx0" brushRef="#br0" timeOffset="147613.9268">2448 13796 0,'0'40'16,"-40"-40"15,40 40 16,0 0-47,0 0 16,0 0-16,0 0 0,0 40 0,0 1 15,0-41-15,-41 40 0,41 0 16,-40-40-16,40 41 0,0-1 0,0-40 0,0 40 15,-40-40-15,40 0 16,0 0-16,0 41 0,0-41 0</inkml:trace>
  <inkml:trace contextRef="#ctx0" brushRef="#br0" timeOffset="148103.8433">3130 13836 0,'-40'0'31,"40"40"-15,-40 0 0,-41 0-16,-39 80 31,80-80-31,-201 121 15,201-161-15,0 40 16,0 0-16,0-40 0,-41 40 16,41-40 15,80 0 47,-40 40-62,81 0-16,-41 1 15,0-1-15,0 0 16,0-40-16,0 40 16,0-40-16,-40 40 0,40-40 0,1 40 15,-1 0-15,0 0 16,-40 0-16,40-40 0,-40 40 0,40 1 15,-40-1 1,40-40-16</inkml:trace>
  <inkml:trace contextRef="#ctx0" brushRef="#br0" timeOffset="148373.8842">3170 14477 0,'0'41'0,"0"-82"0,-40 41 16,80 0 0,0-40-1,0 40-15,0 0 16,0 0-16,1-40 0,-1 40 0,0 0 15,0 0-15,0 0 0,0-40 16,0 40-16,1 0 0,-1 0 0,-40-40 16</inkml:trace>
  <inkml:trace contextRef="#ctx0" brushRef="#br0" timeOffset="148613.8688">3290 14798 0,'-40'0'15,"80"0"-15,-80 40 16,120-40 0,-39 0-16,-1 0 15,40 0 1,81-80-1,-81 80 1,-80-40-16,120 40 16,-80 0-16</inkml:trace>
  <inkml:trace contextRef="#ctx0" brushRef="#br0" timeOffset="148913.8511">4454 14157 0,'0'0'16,"-40"0"-16,40 40 46,0 0-30,0 0-16,0 0 0,0 0 0,0 0 16,0 0-16,0 0 0,0 41 0,0-41 0,-40 0 15,40 0-15,-40 0 16,40 0-16,-40 0 0,40 0 0,-41 0 0,41 1 16</inkml:trace>
  <inkml:trace contextRef="#ctx0" brushRef="#br0" timeOffset="149473.764">5658 14157 0,'-40'0'16,"0"0"-16,-1 0 31,41-41-15,0 1 15,41 0-15,-41 80 30,0 0-46</inkml:trace>
  <inkml:trace contextRef="#ctx0" brushRef="#br0" timeOffset="149688.9238">5337 15119 0,'-40'40'16,"80"-80"-16,-120 120 0,39 1 15,41-41-15,0 0 0,0 40 16,0 40 15,-40 1-15,-40-41 0,0-80-16,80 40 0</inkml:trace>
  <inkml:trace contextRef="#ctx0" brushRef="#br0" timeOffset="150358.8126">8427 14116 0,'-41'0'0,"1"0"0,0 0 16,0 0-16,0 0 15,120 0 1,-80 41-16,40-41 0,0 80 16,1-40-16,-1 0 15,0 0-15,0 40 0,40-40 0,-40 1 0,0 39 16,1-40-16,39 0 0,-40 0 15,0 0-15,-40 0 0,40 0 0,0 0 0,-40 1 16,40-41-16,-40 40 0,0 0 0</inkml:trace>
  <inkml:trace contextRef="#ctx0" brushRef="#br0" timeOffset="150668.8673">9109 14277 0,'0'-40'0,"0"80"0,-40-80 0,-1-40 31,1 80-31,40-41 0,-40 41 31,0 81-31,-120 119 16,-81 81 15,0 0-15,121-161 0</inkml:trace>
  <inkml:trace contextRef="#ctx0" brushRef="#br0" timeOffset="151078.7722">10272 13876 0,'-80'0'16,"160"0"-16,-200 0 15,80 0 1,40 40-16,-161 160 31,81-39-31,40 120 16,40-161-1,40 121 1,0-121 0,40-40-1,-39-80-15</inkml:trace>
  <inkml:trace contextRef="#ctx0" brushRef="#br0" timeOffset="151308.8301">10995 14277 0,'-40'0'16,"80"0"-16,-161 0 15,81 0-15,40 40 16,0 0-16,-40 201 16,0 39 15,40-119-31,-40-81 16,40 40-1</inkml:trace>
  <inkml:trace contextRef="#ctx0" brushRef="#br0" timeOffset="151608.8127">11556 14397 0,'0'-40'16,"41"40"0,-41 80-1,40 121 1,-40-161-16,-40 201 31,40-161-31,-41-40 0,1 40 0,-200 161 31,119-201-31,81-40 0</inkml:trace>
  <inkml:trace contextRef="#ctx0" brushRef="#br0" timeOffset="151908.7499">12680 14598 0,'-40'0'0,"80"0"0,-120 0 0,40 0 31,80 0-31,40 0 16,-40-40-16,40 40 0,-40 0 0,41 0 0,-41 0 16,40 0-16,-40 0 15,40 0-15,1 0 0,-41 0 0,0 0 0,40 0 16,-40 0-16,0 0 0</inkml:trace>
  <inkml:trace contextRef="#ctx0" brushRef="#br0" timeOffset="152108.7837">12961 14999 0,'0'0'0,"-40"0"0,0 40 15,-41 0-15,41 0 16,0-40-16,80 40 31,281 0-15,-80-80-1,-161 0-15</inkml:trace>
  <inkml:trace contextRef="#ctx0" brushRef="#br0" timeOffset="153178.6522">15208 14076 0,'0'40'78,"0"1"-78,0-1 0,40 0 16,-40 0-16,0 40 0,0-40 0,0 0 0,0 41 16,0-41-16,0 40 0,-40 0 15,40-40-15,-40 40 0,40-40 0,-40 41 0,40-41 16,-40 0-16,40 0 16,0 0-16,0 0 0,-41 0 0,41 0 0</inkml:trace>
  <inkml:trace contextRef="#ctx0" brushRef="#br0" timeOffset="153578.6273">15890 14758 0,'-40'0'16,"80"0"-16,-120 0 16,80-40-1,40 40 1,0 0 0,80-40-1,161 80 1,40 40-1,-240-80-15,119 40 32,-120-40-17,-120 0 48,0 0-48</inkml:trace>
  <inkml:trace contextRef="#ctx0" brushRef="#br0" timeOffset="153888.6239">16492 14397 0,'0'0'16,"0"-40"-16,-40 40 16,40 80 46,0-40-62,40 1 0,-40-1 16,0 0-16,0 0 0,0 40 15,0-40-15,0 40 0,0 1 0,0-41 0,0 40 16,0-40-16,0 40 0,0-40 0,0 0 0,0 1 16,0-1-16,-40 0 15,40 0-15,0 0 0</inkml:trace>
  <inkml:trace contextRef="#ctx0" brushRef="#br0" timeOffset="154488.6472">17896 14878 0,'0'0'16,"-40"0"0,80 41 15,81-41-16,-81 40-15,80-40 16,-80-40-16,1 40 16,-1-41-16,0-79 31,-80 40-15,-161 0-1,40 80 16,41 40-15,40 120 0,40 81-1,40-41 17,120-39-17,41-81 1,-121-80-16,80 0 15,-40-40 1</inkml:trace>
  <inkml:trace contextRef="#ctx0" brushRef="#br0" timeOffset="154808.672">18739 14277 0,'0'0'16,"-40"0"-1,80 0 1,40 0 0,1 0-1,79 0 1,-120 0 0,0 0-16</inkml:trace>
  <inkml:trace contextRef="#ctx0" brushRef="#br0" timeOffset="155268.5725">19542 14157 0,'-81'40'15,"121"-40"17,1 0-32,-1 0 15,0-40-15,0 40 16,0-41-16,0 41 0,-40-40 0,40 40 0,0-40 16,-40 0-16,0 0 15,0 0-15,0 0 31,0 80 1,0 0-32,0 0 15,-40 0-15,40 0 0,-40 0 16,40 1-16,0-1 16,0 0-16,0 0 0,-40 0 0,40 0 15,0 0-15,0 0 0,0 0 16,0 1-16,-40-1 0,40 0 0,0 0 15,-40-40-15,40 40 0,-40-40 0,0 40 0,-1-40 16,41 40 0,-40-40-16,0 0 0,40-40 15,-40 40-15,40-40 0</inkml:trace>
  <inkml:trace contextRef="#ctx0" brushRef="#br0" timeOffset="155468.6351">19983 13675 0,'-40'0'16,"80"0"-16,-80-40 0,0 0 15,0 0-15,40 0 16,-41 40-1</inkml:trace>
  <inkml:trace contextRef="#ctx0" brushRef="#br0" timeOffset="157268.457">20464 14036 0,'-40'0'16,"40"40"46,0 0-46,0 1 0,0-1-16,-40 0 0,40 0 15,-40 0 1,40 0-16,-40 0 0,0 0 0,40 0 16,-40-40-16,40 41 0,0-1 15,-40-40-15,40-40 47,0-41-47,0 41 0,0 0 16,40 0-16,-40 0 0,0 0 15,40 40-15,-40-40 0,40 0 0,0-1 16,-40 1 0,40 40-1,-40 40 1,0 1-16,0-1 0,40 0 0,-40 0 15,40 0-15,-40 0 0,0 0 16,0 0 0,41-40-16,-41 40 0</inkml:trace>
  <inkml:trace contextRef="#ctx0" brushRef="#br0" timeOffset="157468.518">20224 14116 0,'0'-40'16,"0"80"-16,-40-80 0,40-40 15,0 40-15,120 0 32,121-40-17,-1 80 1</inkml:trace>
  <inkml:trace contextRef="#ctx0" brushRef="#br0" timeOffset="157708.5045">19983 14838 0,'-40'0'0,"80"0"0,-40-40 16,120 40 15,121-120-15,-40 80 0,-161 0 15</inkml:trace>
  <inkml:trace contextRef="#ctx0" brushRef="#br0" timeOffset="158048.4467">20304 15079 0,'0'-40'16,"40"40"-1,121-40 1,-41 40 0,-80 40-1,-120 80 17,-41 1-17,81-121 1,80 0-1,161-41 17,-40 1-17,-41 0 1,-80 40-16</inkml:trace>
  <inkml:trace contextRef="#ctx0" brushRef="#br0" timeOffset="158328.4679">21708 15320 0,'-40'0'15,"80"0"-15,-40 0 16,40-40-16,121 40 16,160 0 15,-201 0-31,-39 0 16,-41 0-1</inkml:trace>
  <inkml:trace contextRef="#ctx0" brushRef="#br0" timeOffset="158558.4326">22270 14919 0,'-80'0'15,"160"0"-15,-200 0 0,80 0 16,40 40-1,-40 0-15,-1 200 32,1-119-32,40-1 15,-40 81 1,0-81 15</inkml:trace>
  <inkml:trace contextRef="#ctx0" brushRef="#br0" timeOffset="158978.4323">23033 15360 0,'-41'0'16,"82"-40"-16,79 0 16,0 40-1,-80-41 1,81-39 0,-81 0-1,-120 40 16,-1 40-31,-79 80 16,-1 81 15,121-81-31,40 80 32,201-40-17,0-120 1,-121 0-1,0-40-15</inkml:trace>
  <inkml:trace contextRef="#ctx0" brushRef="#br0" timeOffset="159188.421">23835 14598 0,'-40'0'16,"80"0"-16,-120-40 15,80 0-15,40 40 16,40-41 0,-40 41-16,0 0 0,1 0 0,-1 0 15,0 0-15,0 0 0</inkml:trace>
  <inkml:trace contextRef="#ctx0" brushRef="#br0" timeOffset="159531.3473">24357 14518 0,'-40'0'31,"40"-41"-31,0 1 16,0 0-1,40-40-15,0 0 16,-40 120 15,0 0-15,0 0 0,0 80-16,-40 161 31,-41-40-16,81-201-15,-120 120 16,-40-79 0,79-81-1,41-81-15</inkml:trace>
  <inkml:trace contextRef="#ctx0" brushRef="#br0" timeOffset="159688.4198">24276 13956 0,'0'0'0,"-80"-40"32</inkml:trace>
  <inkml:trace contextRef="#ctx0" brushRef="#br0" timeOffset="160098.3261">24878 14477 0,'0'0'0,"-40"121"16,-40 39 15,40-40-15,0-79 0,40-82 15,120-159-16,0 40 1,-39 79 0,-81 121 15,0 1-31,0-1 0,0 0 16,0 0-16,0 0 0,0 40 15,0-40-15,0 0 0,-40 0 0,40 1 0,0-1 16,0 0-16,0 0 15,0 0-15,0 0 16</inkml:trace>
  <inkml:trace contextRef="#ctx0" brushRef="#br0" timeOffset="160298.3305">24638 14437 0,'-41'-40'0,"82"80"0,-1-120 32,40 80-32,80-40 15,161 0 1,-240 40-16</inkml:trace>
  <inkml:trace contextRef="#ctx0" brushRef="#br0" timeOffset="160658.3755">26162 15320 0,'-40'0'16,"80"0"-16,-200 0 15,120 0-15,80 0 31,40 40-31,121-40 16,-1 0 0,-79 0-1,39 0-15,-79-80 32</inkml:trace>
  <inkml:trace contextRef="#ctx0" brushRef="#br0" timeOffset="160868.3536">26483 15039 0,'-80'0'16,"160"0"-16,-200 0 16,80-40-1,40 80 1,0 40 0,0 81-1,80 119 16,-80-39-15,0-161-16,0-40 0</inkml:trace>
  <inkml:trace contextRef="#ctx0" brushRef="#br0" timeOffset="161208.2856">27206 15360 0,'80'0'16,"40"-40"0,1-41-1,-81 41 1,-120-120-1,-81 160 1,41 120 15,39 121-15,122-1 0,119-119 15,1-121-31</inkml:trace>
  <inkml:trace contextRef="#ctx0" brushRef="#br0" timeOffset="161388.2504">27928 14878 0,'-40'0'15,"80"0"-15,-120-40 16,80 0-16,160 40 16,-80-40-16</inkml:trace>
  <inkml:trace contextRef="#ctx0" brushRef="#br0" timeOffset="161708.3037">28450 14718 0,'-41'0'16,"41"-40"0,81 40-16,-41-40 0,0 0 15,0 40 1,-40-40-16,40 40 0,0-40 0,-40-1 16,40 1-16,-40 0 15,0 0-15,0 80 47,0 0-47,0 0 0,0 1 16,0-1-16,0 0 0,0 0 15,0 0-15,0 0 0,0 40 0,-40-40 0,40 0 16,0 41-16,0-41 16,-40 0-16,40 40 0,0-40 0,-40 0 0,0 0 15,0 1-15,0-1 16,0-40-16,-1 0 0,1 0 15</inkml:trace>
  <inkml:trace contextRef="#ctx0" brushRef="#br0" timeOffset="161878.2948">28650 14116 0,'-40'-40'15,"80"80"-15,-120-120 0,80 40 16,40 40 0,40 0-1</inkml:trace>
  <inkml:trace contextRef="#ctx0" brushRef="#br0" timeOffset="162308.2682">29292 14437 0,'0'0'0,"81"-80"16,39 0-1,40 80 16,-79 80-15,-41-40-16,-120 81 31,-81-1-15,121-80 0,40 40-1,80 0 1,-80-40-1,-40 81 1,-120-41 0,39-40-1,-39-80 1,160-120 15,0 119-31</inkml:trace>
  <inkml:trace contextRef="#ctx0" brushRef="#br0" timeOffset="162698.1943">30055 14197 0,'0'0'16,"-40"80"-16,40 0 31,0 0-31,0-40 0,-41 1 15,41-1-15,-80 40 16,40-40 0,0-40-1,40-40 1,160-80 15,-79 39-31,79-79 31,-160 200 1,0 0-32,0 0 15,0 0-15,0 0 0,0 1 0,0-1 16,0 0-16,0 0 16,0 0-16,0 0 0,0 0 0,0 0 15,0 0-15,0 0 0,0 1 16,0-1-16</inkml:trace>
  <inkml:trace contextRef="#ctx0" brushRef="#br0" timeOffset="162888.1649">30055 14237 0,'0'-40'0,"0"80"0,0-120 0,0 39 16,40 1-16,40 0 15,0 0-15,161-40 16,-40 120 15,-161 0-31</inkml:trace>
  <inkml:trace contextRef="#ctx0" brushRef="#br0" timeOffset="163128.22">29533 15440 0,'-120'0'16,"240"0"-16,-280 0 16,160-40-16,160 0 15,121-81 16,40 81-15,-241 40-16,41-40 16</inkml:trace>
  <inkml:trace contextRef="#ctx0" brushRef="#br0" timeOffset="163398.1663">29854 15600 0,'0'0'16,"161"0"0,-1 0-1,-40 81 1,-120-41 0,-120 120-1,-81-80 16,121-40-15,201-40-16,159-80 31,41 40-15</inkml:trace>
  <inkml:trace contextRef="#ctx0" brushRef="#br0" timeOffset="166637.9651">12519 16563 0,'-40'0'16,"0"0"-16,0 0 15,40-40 1,40 40 31,-40 40-32,40-40-15,0 0 16,1 0-16,39 0 0,-40 0 0,0 0 0,0 0 16,40 0-16,-39 0 0,-1 0 15,40 0-15,-40 0 0,0-40 0,40 40 0</inkml:trace>
  <inkml:trace contextRef="#ctx0" brushRef="#br0" timeOffset="166838.0052">12600 17205 0,'0'0'0,"-40"40"16,-1 0 0,242-80-1,-40-41 1,119 1-1</inkml:trace>
  <inkml:trace contextRef="#ctx0" brushRef="#br0" timeOffset="176107.7652">14044 16162 0,'0'40'172,"0"0"-172,0 0 16,-40 40-16,40-40 0,-40 41 15,40-41-15,-40 40 0,40 0 0,0 0 0,-40 1 16,40-1-16,-40-40 0,40 40 0,0 0 0,0-40 15,0 1-15,0-1 16,0 0-16,0 0 0,40-40 0</inkml:trace>
  <inkml:trace contextRef="#ctx0" brushRef="#br0" timeOffset="177197.7028">14807 16763 0,'-40'0'0,"-1"0"16,41 41-16,0-82 62,-40 41 32,0 0-78,80 0 62,0 0-78,1 0 0,-1 0 0,0 0 15,0 0-15,0 0 16,0 0-16,0 0 0,0 0 0,41 0 0,-41 0 16,0 0-16,0 41 0,40-41 15,-40 0-15,1 0 0,-1 0 0,-40 40 0,40-40 16,0 0-16,0 0 0,-40 40 0,40-40 31</inkml:trace>
  <inkml:trace contextRef="#ctx0" brushRef="#br0" timeOffset="178067.5784">16051 16844 0,'0'0'16,"-41"0"-16,41 40 16,41-40 15,-1 0 0,0 0-31,0 0 16,0 0-1,0 0 1,-40-40-16,40 0 16,-40-1-1,40 41-15,-40-40 16,0 0-16,41 40 0,-41-40 0,0 0 15,40 0-15,-40 0 0,0 0 32,0 0-17,0 80 79,-40-40-94,40 40 0,0 0 16,0 0-1,0 0-15,0 0 0,0 0 0,0 0 16,0 1-16,-41-1 0,41 0 16,0 0-16,0 0 0,0 0 0,0 0 0,0 0 15,-40 0-15,40 0 16,0 1-16,-40-1 0,40 0 0,-40 0 0,40 0 15,0 0-15,-40 0 0,40 0 0,-40-40 0,40 40 16,-40 1-16,0-41 0,40 40 16,-41-40-16,1 40 0,0-40 15,0 0 1,0 0-16,40-40 0,-40 0 16,0-1-1,40 1-15,0 0 0,-40 40 0,40-40 16</inkml:trace>
  <inkml:trace contextRef="#ctx0" brushRef="#br0" timeOffset="178527.5526">16492 16282 0,'-40'0'15,"0"0"79,80 0-63,-40-40-31,40 0 16,-40 80 31,-80-40-47,80 40 0,-40 0 0,40 0 0</inkml:trace>
  <inkml:trace contextRef="#ctx0" brushRef="#br0" timeOffset="179530.9887">22671 15600 0,'-40'0'0,"0"0"15</inkml:trace>
  <inkml:trace contextRef="#ctx0" brushRef="#br0" timeOffset="187342.1409">17615 16964 0,'-40'0'0,"0"0"16,80 0 109,0 0-109,1 0-16,-1 0 15,0 0-15,0 0 0,0 0 0,0 0 0,0 0 16,0 0-16,1 0 16,-1 0-16,0 0 0,0 0 0,-40 40 15,40-40-15,0 0 0,0 0 16,1 40-1</inkml:trace>
  <inkml:trace contextRef="#ctx0" brushRef="#br0" timeOffset="188232.0158">18659 16723 0,'0'0'15,"0"-40"-15,0 0 31,-40 40 79,40-40-110,0 80 62,0 0-46,-40 0-16,40 0 16,-41 1-16,41-1 0,0 0 0,0 0 15,0 0-15,-40 0 0,40 0 0,0 0 16,0 0-16,-40 0 0,40 1 15,0-1-15,0 0 0,0 0 16,0 0 0,0 0-16,0-80 47,0 0-32,0 0-15,0 0 0,0 0 0,0-1 16,40 1-16,-40 0 0,40 0 0,-40 0 0,0 0 15,0 0-15,0 0 0,0 0 16,41 40-16,-41-40 0,0-1 0,0 1 31,0 80 16,-41 1-47,41-1 16,0 0-16,-40 0 15,40 0-15,0 0 0,0 40 0,-40-40 0,40 0 16,0 1-16,-40-1 0,40 0 16,0 0-16,0 0 0,0 0 0,-40 0 0,40 0 15,0 0 1,0 1-16,-40-1 0,40 0 16,40-80 15,-40 0-31,40 40 15,-40-41-15,40 1 16,-40 0-16</inkml:trace>
  <inkml:trace contextRef="#ctx0" brushRef="#br0" timeOffset="191551.8689">29613 15721 0,'0'40'15,"-40"0"32,0-40-31,0 0 0,0 0-16,0 0 15</inkml:trace>
  <inkml:trace contextRef="#ctx0" brushRef="#br0" timeOffset="215855.4056">19180 17124 0,'-40'0'0,"0"0"31,80 0 1,0 0-17,1 0-15,-1 0 0,0 0 16,0 0 0,0 0-16,0 0 0,0 0 15,0 0-15,1 0 0,-1 0 16,0 0-16,0 0 0,0 0 0,0 0 15,0 0-15,0 0 16,1 0-16,-1 0 0</inkml:trace>
  <inkml:trace contextRef="#ctx0" brushRef="#br0" timeOffset="216195.3658">19461 16924 0,'0'0'15,"-40"0"-15,40-40 16,0 80 15,0 0-31,0 40 16,0-40-1,0 0-15,0 0 0,0 1 0,0-1 16,0 0-16,0 0 0,0 0 0,0 0 0,0 0 16,0 0-16,0 0 0,-40 1 15,40-1-15,0 0 0,0 0 16</inkml:trace>
  <inkml:trace contextRef="#ctx0" brushRef="#br0" timeOffset="216735.4096">19983 17285 0,'40'-40'31,"-80"80"-31,160-161 16,-80 121-16,-40-40 0,41 0 16,39-40-1,-80 40 16,0 0-31,-40 40 16,40 40 47,0 0-63,0 0 15,0 0 1,0 0-16,0 0 15,0 1-15,-40-1 16,40 0-16,0 0 0,0 0 0,-41 0 0,41 0 16,-40 0-1,40 0-15,0 1 0,0-1 0,-40 0 16,40 0-16,0 0 0,-40 0 16,40 0-1,-40-40-15,40 40 0,-40-40 16,0 0-1,0 0-15,-1 0 0,1-40 16,0 40 0</inkml:trace>
  <inkml:trace contextRef="#ctx0" brushRef="#br0" timeOffset="216935.3966">20143 16523 0,'0'0'0,"-40"-40"16</inkml:trace>
  <inkml:trace contextRef="#ctx0" brushRef="#br0" timeOffset="219205.1922">22110 16964 0,'-40'0'47,"40"40"-31,-41-40-16,82 0 78,-1 0-78,0 0 0,0 0 16,0 0-16,0 0 15,40 0-15,-39 0 0,-1 0 0,0 0 0,0 0 16,0-40-16,0 40 0,0 0 0,0 0 16,1 0-1,-1 0-15</inkml:trace>
  <inkml:trace contextRef="#ctx0" brushRef="#br0" timeOffset="219505.2468">22110 17525 0,'-121'81'16,"81"-81"-16,40 40 31,40-40-15,41 0-16,-41 0 16,40 0-1,161-80 1,-161 80-1,-40 0-15,40-41 16,1 41 0,-41 0-16</inkml:trace>
  <inkml:trace contextRef="#ctx0" brushRef="#br0" timeOffset="220235.2826">24116 17004 0,'0'-40'0,"0"80"0,-40-120 15,0 80-15,0 0 32,-1 0-32,1 0 15,0 0 1,0 0-16,0 40 15,0-40 1,0 40-16,0-40 0,-1 40 16,41 0-16,-40-40 0,40 40 15,-40 0-15,40 1 0,0-1 0,-40 0 16,40 0-16,0 0 0,0 0 16,0 0-16,40 0 15,-40 0-15,80 1 0,-39-41 16,-41 40-16,40-40 15,0 0-15,0 0 0,0 0 16,0 0 0,0 0-16,0-40 0,1 40 15,-41-41-15,40 41 0,-40-40 0,40 40 0,-40-40 16,40 40-16,-40-40 0,40 0 16,-40 0-16,40 0 0,-40 0 15,0 0-15,40 40 16,-40-41-16,0 1 0,0 0 15,0 0-15,-40 0 16,0 0-16,0 40 16,40-40-1,-40 40-15,0 0 0,40-40 16,-40 40-16,-1 0 0,1 0 16,0 0-1,40 40-15,-40 0 16,0-40-1,40 40-15,-40 0 0,0 0 16,40 0-16,-40-40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53:55.75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2207 2526 0,'0'0'0,"-40"0"15,-40 0-15,39 0 16,1 0-16,0 0 16,0 0 15,120 40-31,-40 40 16,161 161-1,0 80 1,-41-81 15,-80-159-31,-80-41 0,41 0 0</inkml:trace>
  <inkml:trace contextRef="#ctx0" brushRef="#br0" timeOffset="249.9851">3009 2727 0,'-80'-41'0,"160"82"0,-240-82 15,120 41-15,-81 81 16,81-1 0,0-40-16,-160 201 15,119-161-15,1 0 0,-161 121 16,161-121-16,-40 40 15,39-80-15,41 0 16,0 0-16,80-40 0</inkml:trace>
  <inkml:trace contextRef="#ctx0" brushRef="#br0" timeOffset="549.9153">3772 2285 0,'0'0'0,"-40"0"0,0 0 15,0 0-15,-121 121 16,121-81-16,-81 120 31,-39 161-15,120-201-1,40-39-15,0 119 16,40-160-16,-40 0 0,160 41 16,-119-41-16,79-40 15,-80 40-15</inkml:trace>
  <inkml:trace contextRef="#ctx0" brushRef="#br0" timeOffset="769.9546">4374 2686 0,'-40'0'16,"80"0"-16,-120 161 31,80-121-31,-41 0 0,41 161 31,41-161-31,-41 40 0,40-40 0,0 120 31,-40-119-31</inkml:trace>
  <inkml:trace contextRef="#ctx0" brushRef="#br0" timeOffset="1069.9376">5096 2566 0,'0'0'16,"-120"120"0,-41 81 15,41-121-31,-121 161 16,201-201-16,-40 0 15,40 0-15,-1-40 16,82-80 15,199 0-15,-159 80-1,39 0-15,81 120 32,-41 81-17,-80-81-15</inkml:trace>
  <inkml:trace contextRef="#ctx0" brushRef="#br0" timeOffset="1299.9241">5658 2727 0,'0'0'15,"0"80"1,0-40-16,0 80 31,40-80-31,-40 41 0,40 39 16,-40-40-16,0 0 15,-40 0-15,-121 121 16,-39-81 0</inkml:trace>
  <inkml:trace contextRef="#ctx0" brushRef="#br0" timeOffset="1449.8412">6460 3208 0,'0'-40'0,"0"80"0,121-120 16,-121 40-16,80 40 0,-40 0 15,201 0 1</inkml:trace>
  <inkml:trace contextRef="#ctx0" brushRef="#br0" timeOffset="1623.3971">6741 3569 0,'-40'40'15,"80"-80"-15,-120 80 16,160-40-16,0 0 15,1 0 1,39 0-16,241-40 16</inkml:trace>
  <inkml:trace contextRef="#ctx0" brushRef="#br0" timeOffset="2079.9733">8948 2165 0,'-120'0'16,"240"0"-16,-280 0 0,120 0 16,-1 40-16,1-40 0,-80 80 15,120-39-15,-40-1 0,40 0 0,0 160 31,120 81-15,-80 0 0,-120-161-1,0-40-15,-121 41 16,121-121-16,40 40 0,-40-40 16,80-161 15,80 161-31,0-80 0,-40 80 0,0 0 15,81 40 1,-81 0-16,0 121 31,-40-81-31,40-40 0,-40 120 16,0-79-16,80 119 16,-80-160-16,40 0 0,1 0 15,119 1 1,-40-41-1,-79 0-15</inkml:trace>
  <inkml:trace contextRef="#ctx0" brushRef="#br0" timeOffset="2379.8823">9871 2486 0,'0'-40'16,"-40"120"-16,-40-40 16,-1 40-1,-199 201 1,159-80 0,121-161-1,201 0 1,-161-40-16,120 0 15,-79 0-15,200-40 16,-201 40 0,-40-40-16,40 40 0</inkml:trace>
  <inkml:trace contextRef="#ctx0" brushRef="#br0" timeOffset="2579.9436">10072 2606 0,'-40'0'16,"80"0"-16,-281 40 16,241 0-16,-40-40 15,-40 121-15,80 160 32,0 79-17,0-279-15,0-1 0,-41 80 16</inkml:trace>
  <inkml:trace contextRef="#ctx0" brushRef="#br0" timeOffset="2769.8591">10312 4130 0,'-40'0'0,"0"0"31,40 40 0,0 0-31,-40-40 0,40 41 16,-40-1-16,40 0 15,-40 0-15,40 0 0</inkml:trace>
  <inkml:trace contextRef="#ctx0" brushRef="#br0" timeOffset="3139.8381">11918 2887 0,'-81'-40'31,"41"40"-31,0 0 0,40 40 15,-40 0-15,-40 161 16,80-121-16,0-40 0,40 120 31,-40-120-31,40 41 0,40-81 0,-40 40 16,0-40-16,41 0 16,-41 0-16,-40-40 0,40 40 15,-40-281 1,-40-40-1,0 241 1,0 80-16,40 40 16,80 0-1</inkml:trace>
  <inkml:trace contextRef="#ctx0" brushRef="#br0" timeOffset="3319.9009">12760 3569 0,'-40'40'16,"80"-80"-16,-80 120 0,40-40 15,0 0-15,-40 81 16,-80 39 0,79-80-1,-119-40-15</inkml:trace>
  <inkml:trace contextRef="#ctx0" brushRef="#br0" timeOffset="3629.8829">14325 2847 0,'0'-40'16,"0"80"-16,-80-80 15,80 80 1,-40-40-16,-121 160 16,121-160-16,0 40 0,40 1 15,0 39 1,281-80-1,-121 0 1,242 0 0,-362 0-16,120 0 15,-120 0-15</inkml:trace>
  <inkml:trace contextRef="#ctx0" brushRef="#br0" timeOffset="3839.797">14606 2807 0,'-40'-40'0,"0"40"0,-41 80 31,41 120-15,40-39 0,0 240-1,0-120 1,81-161-16</inkml:trace>
  <inkml:trace contextRef="#ctx0" brushRef="#br0" timeOffset="3999.8612">15208 3930 0,'-80'0'0,"40"40"16,-1-40-16,-119 80 31,120-80-31,40 40 0,-40-40 0,-41 80 31,41-40-15</inkml:trace>
  <inkml:trace contextRef="#ctx0" brushRef="#br0" timeOffset="4319.8427">16131 2887 0,'0'0'0,"-40"-40"15,-41 80 1,1 241 0,80-161-1,121 121 1,39-201-1,41-80 1,-121-161 15,-160-120-15,40 241 0,-41 0-1,81 200-15</inkml:trace>
  <inkml:trace contextRef="#ctx0" brushRef="#br0" timeOffset="4509.7745">17174 3569 0,'-80'0'0,"160"0"0,-160 40 0,0 40 31,39-40-31,41 0 0,-40 0 0,0 41 15,40-41-15,-120 120 16,80-160-16,-41 40 0,-39 0 31,80-40-31</inkml:trace>
  <inkml:trace contextRef="#ctx0" brushRef="#br0" timeOffset="4849.8138">19501 2887 0,'-40'0'31,"80"0"-31,-120 0 0,40 40 31,0 0-15,0 0-16,-121 121 15,81-161-15,40 40 0,0 40 32,0-40-32,120 0 15,-40 0-15,0-40 0,40 0 0,322 0 31,-121-40-31</inkml:trace>
  <inkml:trace contextRef="#ctx0" brushRef="#br0" timeOffset="5069.8101">19662 2967 0,'0'-40'0,"0"80"0,-80-120 31,80 120-31,-40 40 16,40 41-1,-41-81-15,41 120 0,0-80 0,-40 201 32,40-40-17,0-161-15</inkml:trace>
  <inkml:trace contextRef="#ctx0" brushRef="#br0" timeOffset="5229.7901">20103 4090 0,'-40'40'0,"80"-80"0,-120 120 16,40-80-16,-80 81 31,39-41-31,1-40 15,0 40 1</inkml:trace>
  <inkml:trace contextRef="#ctx0" brushRef="#br0" timeOffset="5559.7319">21548 3047 0,'-80'0'16,"160"0"-16,-281 81 31,161-41-31,0 0 0,-80 200 16,79-119-1,202 79 1,-121-200-16,161 40 31,-41-160-15,-80 0-1,-80-201 1,0 281-16,-40-80 0,-40 79 0,0 1 31,80 121-31</inkml:trace>
  <inkml:trace contextRef="#ctx0" brushRef="#br0" timeOffset="5749.6891">22190 3890 0,'0'40'0,"0"-80"0,-40 120 15,40-40-15,0 0 0,-40 40 16,-161 81 15,-160-41-15,200-80-1</inkml:trace>
  <inkml:trace contextRef="#ctx0" brushRef="#br0" timeOffset="6129.6667">23514 3168 0,'0'40'31,"0"0"-31,-40-40 16,40 40-16,-40 0 0,40 0 0,-40 0 0,0 0 16,-1-40-16,1 41 15,0-1-15,0 0 0,-40 0 0,40-40 0,0 40 16,-1 0-16,1-40 0,40 40 0,81-40 31,-1 0-31,-40-40 0,0 40 16,40 0-16,-40 0 15,41 0-15,-1-40 0,0 40 0,0 0 0,-39 0 16,39 0-16,-40 0 0,40 40 16,-40-40-16,0 0 0,1 40 0,-1-40 15,0 0-15</inkml:trace>
  <inkml:trace contextRef="#ctx0" brushRef="#br0" timeOffset="6349.6537">23634 3288 0,'-80'0'15,"160"0"-15,-240 40 16,160 40-16,0 41 16,0-1-1,0 161 1,0-241-16,0 80 15,-40-80-15,0 81 16</inkml:trace>
  <inkml:trace contextRef="#ctx0" brushRef="#br0" timeOffset="6549.7226">23955 4291 0,'-40'0'15,"0"0"-15,0 40 16,0-40-16,-40 80 31,80-40-31,-40 0 0,-41 40 16,1 1 0</inkml:trace>
  <inkml:trace contextRef="#ctx0" brushRef="#br0" timeOffset="6884.5544">24999 3609 0,'0'0'0,"-81"0"31,81 40-31,-80 120 32,40 41-17,80-121 1,81-80 0,-81 0-16,80-80 15,-80 80-15,-40-40 0,0-40 16,0 40-16,0-41 15,-40 41-15,-80-80 16,80 80 15</inkml:trace>
  <inkml:trace contextRef="#ctx0" brushRef="#br0" timeOffset="7414.5241">26243 2767 0,'0'0'15,"0"40"1,40 0 0,0 40-1,80 121 1,-120-81 0,0-80-16,-160 161 15,120-161-15,0 0 0,-41 40 31,41 0-15,80-80-16,0 0 16,1 0-16,79-40 15,-80 0 1,-80 120 0,0 0-1,-40-39-15,39 39 16,41 0-16,-120 80 15,80-79 1,0-41-16,-121 120 16,81-160-16,40 40 0,-201 40 15,161-39-15,-121-1 16,121-40-16,-40 0 0</inkml:trace>
  <inkml:trace contextRef="#ctx0" brushRef="#br0" timeOffset="117174.7266">1806 6416 0,'-40'0'0,"-1"40"16,1-40-16,0 0 0,0 0 16,0 0-16,40-40 93,40 40-77,0-40 0,0 40-16,0 0 0,41 0 15,-41 0-15,0 0 0,0 0 0,0 0 0,40 0 16,-39 0-16,-1 40 15,0-40-15,0 40 0,0-40 0,-40 40 0,40-40 16,-40 41-16,40-1 0,-40 0 16,0 0-16,0 0 0,0 0 15,0 0-15,-40 0 16,0 0-16,40 1 0,-40-1 0,40 0 16,-40-40-16,40 40 0,-40 0 0,0-40 0,40 40 15,-41-40 1,41-40 15,41 40-31,-41-40 0,80 0 0,-80 0 16,40 0-16,0-1 0,-40 1 15,40 0-15,0 0 0,0 0 0,-40 0 0,41 40 16,-1-40-16,-40 0 16,40 0-16,0 40 0,-40-41 0,40 1 0,0 0 15,0 0-15,-40 0 0,40 40 16,-40-40-16,41 40 0,-41-40 15,40 40-15,-40-40 16,40 40 0,-40 40 15,-80-40-15,80 40-16,-41 0 0,1-40 15,0 40-15,40 0 16,-40-40-16,40 40 0,-40 0 0,40 1 15,-40-1-15,40 0 16,0 0-16,0 0 0,0 0 0,0 0 16,40-40-1,-40 40-15,40-40 0,0 0 0,0 40 0,0-40 16,1 0-16,-1 0 0,0 0 0,0 0 0,0 0 16,40 0-16,-40-40 0,1 40 15</inkml:trace>
  <inkml:trace contextRef="#ctx0" brushRef="#br0" timeOffset="117484.7006">3772 5975 0,'-120'40'15,"79"0"-15,1-40 16,-120 161 0,79-1-1,81-120-15,-40 40 16,40 1-16,0 119 16,0-79-1,121-1 1,-121-80-16,40-40 15,40 40-15,0-40 16</inkml:trace>
  <inkml:trace contextRef="#ctx0" brushRef="#br0" timeOffset="117844.7534">4253 6296 0,'-40'0'16,"40"40"-16,-40 40 16,40 41-1,0-41 1,0 40 0,0-80-1,40-120 1,0 40-1,121-121 1,-41 81 0,-80 201 15,-40 79-15,0-120-16,-80 81 31,0-81-31,40-80 0</inkml:trace>
  <inkml:trace contextRef="#ctx0" brushRef="#br0" timeOffset="118474.678">1645 4531 0,'0'0'15,"0"40"1,-120 41 0,-1 39-1,81 0 16,121 1-15,79-81 0,-80-40-1,121-121 1,-121 1 0,-80-40 15,-160-1-16,120 161 1,40-40 0,0 80-16,-41 161 15,41-161-15,0 40 16,0 0-16,0 81 31,0-121-31,0 120 16,0-120-16,-40 0 15,0-40-15,0 41 16,0-41-16</inkml:trace>
  <inkml:trace contextRef="#ctx0" brushRef="#br0" timeOffset="118774.6442">1324 5614 0,'40'-40'31,"0"0"-31,1 40 16,39-80-16,-40 40 15,40 0-15,0-1 0,1 1 0,39-40 0,-40 40 16,1-40-16,39 40 0,-40 0 0,0-41 0,1 41 16,-1 0-16,-40 0 0,40 0 15,-40 0-15,1 0 0,-1 40 0,-40-40 0,40 40 16,0 0-1,-40-40-15,0 80 32,0 0-32,0 0 0,-40-40 15,40 40-15,0 0 16,0 0-16,0 0 0</inkml:trace>
  <inkml:trace contextRef="#ctx0" brushRef="#br0" timeOffset="119804.5851">5176 6216 0,'0'-40'32,"40"40"-17,-40-40-15,41 40 0,-1 0 16,0 0-1,-40 40-15,40 40 16,-40-40-16,0 0 0,40 0 16,-40 0-16,0 40 0,0-39 0,0 39 0,0-40 15,0 40-15,-40 0 16,40-40-16,-40 41 0,40-41 0,-80 40 0,39-40 16,1 0-16,40 40 0,-40-80 0,0 40 0,0 1 15,40-1-15</inkml:trace>
  <inkml:trace contextRef="#ctx0" brushRef="#br0" timeOffset="120114.5665">6500 6496 0,'-40'0'31,"80"0"-31,-120 0 0,40-40 16,80 0-1,40 40 1,-39 0-16,-1 0 0,40 0 0,-40-40 15,0 40-15,40 0 0,-39 0 16,-1 0-16,0 0 0,0 0 0,0 0 0</inkml:trace>
  <inkml:trace contextRef="#ctx0" brushRef="#br0" timeOffset="120344.6082">6701 7098 0,'0'0'16,"-40"0"-16,-80 40 15,79-40-15,82 0 16,79-40 0,0 0-1,-39 0-15,39 0 16,-80 40-16,161-80 15,-161 80-15</inkml:trace>
  <inkml:trace contextRef="#ctx0" brushRef="#br0" timeOffset="121044.5676">9550 5654 0,'-40'0'16,"0"0"-16,-81 40 16,-39 81-1,120-41-15,-40 0 16,39-40-16,-39 121 15,120 39 17,0-120-32,-40-40 0,81 121 31,-41-121-31,-40 0 0,-121 121 16,-119-41 15,159-120-31,41 0 0,-40-40 31,80 0-31,0 0 16,0-1-16,80 1 15,1 40-15,-41 40 16,-40 1-16,80 119 31,-40-80-31,0 81 16,0-121-16,0 160 15,1-160-15,-41 0 0,40 41 32,0-41-32,0 0 0,0 0 15,0-40 1,0 0-16,41-40 16</inkml:trace>
  <inkml:trace contextRef="#ctx0" brushRef="#br0" timeOffset="121854.481">10232 6416 0,'0'-40'0,"0"0"31,40 40-15,-80 0 15,0 0 0,40 40-31,-40 0 16,0 0-16,0-40 0,40 40 0,-40 1 15,40 39-15,-41-40 0,41 0 0,0 0 0,-40 0 16,40 0-16,0 0 0,0 1 16,0-1-16,81 0 0,-81 0 15,40 0-15,40 0 0,-40-40 0,0 0 16,0 0-16,0 0 15,1 0-15,-41-40 0,40 40 0,0-40 0,0 0 16,-40 0-16,40 0 16,-40-1-16,0 1 0,0 0 0,0 0 0,0 0 15,0 0-15,-40 0 16,40 0-16,-80 0 0,40-1 0,-1 1 16,1 0-16,0 40 15,40 40 32</inkml:trace>
  <inkml:trace contextRef="#ctx0" brushRef="#br0" timeOffset="122124.495">11155 7339 0,'0'0'16,"-80"80"0,40-40-16,40 0 0,-121 80 31,121-79-31,-40-41 0,0 40 0,-80 80 31,39-80-31</inkml:trace>
  <inkml:trace contextRef="#ctx0" brushRef="#br0" timeOffset="122424.4099">12118 6296 0,'-40'0'16,"80"0"-16,-120 40 0,40-40 0,40 40 0,-40 40 31,40-40-31,-40 81 16,40-41-16,0 0 15,0-40-15,0 41 16,0-41-16,40 160 16,-40-160-16</inkml:trace>
  <inkml:trace contextRef="#ctx0" brushRef="#br0" timeOffset="122634.3929">12560 7459 0,'-41'0'16,"82"0"-16,-82 40 0,41 0 31,0 0-31,-40 0 0,40 1 0,-120 39 31,0 40-15,79-80-1</inkml:trace>
  <inkml:trace contextRef="#ctx0" brushRef="#br0" timeOffset="123084.3669">13964 6376 0,'-80'0'15,"40"0"-15,-1 0 16,1 40-16,-120 161 31,120-1-15,80 41 0,160-121-1,-119-120 1,-41 0-16,120-40 15,-120 0-15,-40 0 0,81-80 32,-81 80-32,0-81 0,0 81 0,-81-120 31,1 120-31,0-1 16,40 41-16,0 41 31,40-1-31</inkml:trace>
  <inkml:trace contextRef="#ctx0" brushRef="#br0" timeOffset="123264.3556">14646 7299 0,'0'40'16,"0"-80"-16,0 200 15,-40-160-15,-40 160 32,40-119-32,-1-1 0,-119 80 31,160-80-31,-40-40 0</inkml:trace>
  <inkml:trace contextRef="#ctx0" brushRef="#br0" timeOffset="123544.4138">15730 6456 0,'-41'0'15,"82"0"-15,-122 0 0,81 40 0,-40-40 16,40 201 0,0 80 15,0-161-31,0-80 0,0 161 16,0-161-16</inkml:trace>
  <inkml:trace contextRef="#ctx0" brushRef="#br0" timeOffset="123764.401">16372 7740 0,'0'0'16,"-41"0"-1,41 80 1,-40 0-1,-80 0 17,40-80-32,40 0 0,-1 0 0</inkml:trace>
  <inkml:trace contextRef="#ctx0" brushRef="#br0" timeOffset="124414.2912">17575 6537 0,'0'0'16,"0"-41"-1,-40 41 1,0 0-1,-40 121 1,40-121-16,0 200 16,40-160-16,0 1 0,0-1 15,120 200 1,81-160 0,-121-80-1,40-160 1,-120 120-16,0-201 31,0 201-31,-80-80 16,80 80-16,-80 0 15,80 80 1,40-40-16</inkml:trace>
  <inkml:trace contextRef="#ctx0" brushRef="#br0" timeOffset="124614.3509">18538 7499 0,'-40'40'16,"80"-80"-16,-120 120 0,80-40 0,0 1 0,-80 39 31,0-40-31,-41 40 31,81-80-31</inkml:trace>
  <inkml:trace contextRef="#ctx0" brushRef="#br0" timeOffset="124864.3366">19221 6697 0,'0'0'16,"-41"80"0,41-40-16,0 41 0,0-1 0,0-40 15,0 40-15,-40 161 16,0-161-16,40-40 0,-40 120 31,0-119-31</inkml:trace>
  <inkml:trace contextRef="#ctx0" brushRef="#br0" timeOffset="125084.2545">19742 7860 0,'0'40'31,"0"0"-15,-40 0-16,0-40 15,40 40-15,-80-40 16,40 41-16,-1-41 0,1 0 0,0 40 0,0-40 15,0 0-15</inkml:trace>
  <inkml:trace contextRef="#ctx0" brushRef="#br0" timeOffset="125564.2959">21307 6777 0,'-80'40'16,"160"-80"-16,-200 80 0,-1 41 15,121-41-15,-40 0 0,40 0 16,0 0-16,0 0 16,40 0-16,0 0 15,161 0 1,-161-40-16,0 0 0,81-40 15,-81-120 17,-40 120-32,0-40 0,0 39 0,-80-39 31,-1 40-15,41 40-16,40 40 0</inkml:trace>
  <inkml:trace contextRef="#ctx0" brushRef="#br0" timeOffset="125744.2862">21989 7619 0,'-80'81'15,"160"-162"-15,-200 202 16,80-81-16,-41 0 15,-79 80 17,120-120-32,0 0 0</inkml:trace>
  <inkml:trace contextRef="#ctx0" brushRef="#br0" timeOffset="126014.2699">22912 6537 0,'-40'-41'0,"0"41"16,0 41-1,40 79 1,-40-80-16,40 201 15,0-201-15,0 40 0,-40 120 32,40-159-32,0 79 0,0-80 0,0 40 15</inkml:trace>
  <inkml:trace contextRef="#ctx0" brushRef="#br0" timeOffset="126564.167">23795 6376 0,'40'0'16,"-80"0"-16,120-40 0,-40 40 0,0 0 0,41 0 31,-41 0-31,0 40 0,0-40 0,0 120 16,-40 81 15,-40-121-31,40-40 0,0 121 31,0-81-31,40-40 16,-40 0-16,80-40 15,-39 0-15,-1 0 0,0-40 16,0-40-16,0 40 16,-40-40-1,0 160 1,-40-40-1,40 0-15,-40 80 16,40-80-16,-121 201 16,-79 80 15,-121-40-15,160-161-16,81-80 0,-40 0 0</inkml:trace>
  <inkml:trace contextRef="#ctx0" brushRef="#br0" timeOffset="134853.8618">1926 10467 0,'-40'0'0,"40"-40"32,0 0-17,0 0 1,40-1-16,-40 1 15,40 40-15,0 0 16,0-40 0,1 40-16,-1 0 0,0 0 0,0 80 15,0-80-15,0 41 0,0-1 16,-40 0-16,0 0 0,0 0 16,0 40-16,0-40 0,-40 0 0,40 41 0,-80-41 15,80 40-15,-40-40 16,0 0-16,0 40 0,-1-40 0,1 1 15,40-1-15,40-121 16,-40 41 0,41 0-16,-1 0 15,0 0-15,40-40 0,-40 40 0,0 0 0,0 0 16,1-41-16,-1 41 0,0 0 0,0 0 0,0 0 16,0 0-16,-40 0 0,40 0 15,0 40-15,-40-41 0,0 1 0,41 0 0,-41 0 16,0 0-1,-41 80 17,1 40-32,40-40 0,-40 1 0,40-1 15,-40 0-15,0 40 0,40-40 0,0 0 0,-40 0 16,40 41-16,0-41 16,0 0-16,0 0 0,0 0 0,0 0 0,0 0 15,0 0-15,0 0 0,0 0 16,40 1-16,0-41 0,0 0 15,0-41 1,0 41-16,1-80 0</inkml:trace>
  <inkml:trace contextRef="#ctx0" brushRef="#br0" timeOffset="135083.8491">3330 10146 0,'-40'80'0,"80"-160"0,-120 160 0,0 0 16,40-39-16,-81 119 16,121-40-1,-40 81 1,161-1 0,-41-119 15,0-41-31</inkml:trace>
  <inkml:trace contextRef="#ctx0" brushRef="#br0" timeOffset="135403.9141">3451 10507 0,'-40'0'31,"40"40"-31,0 0 16,40 121-1,0-1 17,-40-120-32,0 0 15,0-120 1,161-80 0,-81 160-1,-40-40 1,120 40-1,-119 40 1,-1 40-16,-40 80 31,-81-39-15</inkml:trace>
  <inkml:trace contextRef="#ctx0" brushRef="#br0" timeOffset="135603.9024">4294 10226 0,'40'0'0,"-80"0"0,120 40 15,-80 0-15,40 81 16,-40 79 0,0 41 15,-161 40-16,81-161 1,40-120-16</inkml:trace>
  <inkml:trace contextRef="#ctx0" brushRef="#br0" timeOffset="135813.8798">5537 10667 0,'0'0'16,"0"-40"-16,201-80 15,-161 80-15,40 0 16,-39 40-16,79-40 16,-80 80-1</inkml:trace>
  <inkml:trace contextRef="#ctx0" brushRef="#br0" timeOffset="136003.7987">5858 10988 0,'-40'0'16,"80"0"-16,-120 40 15,120-40-15,-40-40 16,121 40-1,79-40 1,1 0 0,-161 40-16</inkml:trace>
  <inkml:trace contextRef="#ctx0" brushRef="#br0" timeOffset="136626.046">8106 9745 0,'-81'-40'16,"41"40"-16,-80 40 31,40 161-16,80-121 1,0 0-16,0 120 16,40-159-16,-40-1 0,0 80 15,-121 40 1,-79-39 0,79-81-1,121-80 1,0 0-16,0 0 15,121-41 1,39 41 0,-120 80-1,41 201 1,-81 40 0,40-1 15,0-239-31,0 39 0,0-40 0,40-40 31,41-40-15,-1-40-16</inkml:trace>
  <inkml:trace contextRef="#ctx0" brushRef="#br0" timeOffset="136874.1857">8948 10186 0,'-80'-80'15,"160"160"-15,-200-160 16,120 40-16,-40 40 16,40 40-16,0 40 15,0-40-15,40 161 16,-40-161-16,0 0 0,0 161 31,0-161-31,0 80 0,-40-40 0,40 81 16</inkml:trace>
  <inkml:trace contextRef="#ctx0" brushRef="#br0" timeOffset="137044.1757">9510 11068 0,'0'0'0,"0"81"16,-80-1 0,-1 80 15,41-120-31,0 1 0,-40 79 16,40-120-16,40 40 0</inkml:trace>
  <inkml:trace contextRef="#ctx0" brushRef="#br0" timeOffset="137434.1726">10995 10226 0,'0'0'0,"-40"0"16,-1 0-16,-119 121 16,120-81-16,0 0 0,-81 120 31,121-120-31,-40 41 0,40-1 0,161 40 16,-41-80-1,-80-40-15,161-80 16,-161 80-16,0-40 0,0-80 31,-40 79-31,0-119 16,-40 120-16,40 0 0,-80 0 15,40-41-15,0 81 0,40-40 16,-81 40-16,81 81 16,40-1-1</inkml:trace>
  <inkml:trace contextRef="#ctx0" brushRef="#br0" timeOffset="137594.2181">11797 11028 0,'0'201'31,"0"-402"-31,0 482 0,-80-120 16,80-121-16,-40 0 0,40 0 0,-121 80 31,81-120-31,0 40 0,-80 0 15,80-40-15,0 0 0</inkml:trace>
  <inkml:trace contextRef="#ctx0" brushRef="#br0" timeOffset="137924.1995">13282 10387 0,'-40'-40'31,"40"80"-31,0 40 15,0-40 1,0 120 0,0-79-16,40 159 15,-40-160-15,0-39 0,0 39 16,0 160 0,40-199-16</inkml:trace>
  <inkml:trace contextRef="#ctx0" brushRef="#br0" timeOffset="138084.1165">13964 11470 0,'-40'40'0,"0"0"15,40 0 1,0 0-16,-121 40 16,81-80-16,0 0 0,-40 40 31,80 0-31,-80-40 15</inkml:trace>
  <inkml:trace contextRef="#ctx0" brushRef="#br0" timeOffset="138464.1674">15007 10387 0,'0'0'0,"-40"0"0,-80 0 15,80 0-15,0 40 0,-1 0 16,-39 40 0,80-40-16,-40 81 0,40-81 0,0 40 15,0-40-15,120 160 16,-79-159-16,39-1 0,80-40 31,-120 0-31,121-121 16,-121 81-16,0 0 0,-40-120 15,0 120-15,-40-81 16,40 81-16,-160-80 16,-1 80-1,161 80 1,40 0-1</inkml:trace>
  <inkml:trace contextRef="#ctx0" brushRef="#br0" timeOffset="138644.1572">16171 11189 0,'-80'120'16,"160"-240"-16,-200 280 0,39-39 31,41-81-31,-80 120 16,-41 0-1,81-119 1,40-1-16</inkml:trace>
  <inkml:trace contextRef="#ctx0" brushRef="#br0" timeOffset="138984.0672">17535 10186 0,'0'0'16,"-40"0"-1,0 80 1,0 81 0,-40 79-1,80-119 1,0-41-16,-41 161 15,41-201-15,0 0 0,0 0 0</inkml:trace>
  <inkml:trace contextRef="#ctx0" brushRef="#br0" timeOffset="139164.1272">17977 11389 0,'0'0'16,"-41"0"-16,41 40 0,-40-40 0,40 41 31,-120 79-15,0-40-1,79-40 1,1-40-16</inkml:trace>
  <inkml:trace contextRef="#ctx0" brushRef="#br0" timeOffset="139504.1063">19100 10427 0,'-120'0'31,"240"0"-31,-280 0 0,39 120 15,81-80-15,40 0 16,-40 0-16,40 41 0,0-1 0,40 120 31,201-39-15,-161-161-16,-40 0 0,41-40 16,-41 0-16,40-121 15,-80 41 1,0 80-16,0 0 0,-40-121 15,0 161-15,-81-120 32,81 120-32,0 40 0,40 0 15</inkml:trace>
  <inkml:trace contextRef="#ctx0" brushRef="#br0" timeOffset="139714.0943">19943 11389 0,'-40'40'15,"80"-80"-15,-120 161 16,39-81-16,1 80 16,0-80-16,0 40 15,0-40-15,-121 41 16,81-81-16</inkml:trace>
  <inkml:trace contextRef="#ctx0" brushRef="#br0" timeOffset="140134.0031">21187 10387 0,'0'-40'15,"0"-1"1,0 82 15,0-1-15,0 0-16,0 0 0,0 0 0,0 0 15,0 0-15,0 0 0,0 0 16,0 41-16,0-41 0,-40 0 0,40 40 0,0-40 16,0 40-16,0-40 15,0 41-15,0-41 0,-41 0 0,41 0 0</inkml:trace>
  <inkml:trace contextRef="#ctx0" brushRef="#br0" timeOffset="140354.0583">21748 11389 0,'-40'0'0,"40"40"16,-40-40 0,40 41-16,-40 39 0,0-40 0,-80 40 31,-41 0-16,121-80 1</inkml:trace>
  <inkml:trace contextRef="#ctx0" brushRef="#br0" timeOffset="140683.9672">22872 10467 0,'0'0'0,"-80"-40"15,-41 120 1,121-40-16,-40 121 16,0-121-16,40 40 0,0-40 15,80 40 1,41 81-1,-41-161 1,0 0-16,-40-121 31,-80-79-15,0 160-16,-80 0 16,80-1-16,0 41 15</inkml:trace>
  <inkml:trace contextRef="#ctx0" brushRef="#br0" timeOffset="141154.0119">23755 10186 0,'0'-40'16,"0"80"-16,80-120 15,-40 80-15,0 40 0,0 0 16,1 0-16,-1 121 31,-40-121-31,0 120 16,0-120-16,0 0 0,0 1 15,40-1 17,40-40-32,0 0 0,-40 0 0,41-40 15,-41 40 17,-40 40-17,-40-40 1,40 40-16,-81 120 15,41-80-15,0-40 0,0 41 16,0 39-16,0-40 0,-81 201 31,41-241-31,40 40 0,-201 81 16,161-121-16,-121 40 0,81-80 0</inkml:trace>
  <inkml:trace contextRef="#ctx0" brushRef="#br0" timeOffset="142734.0049">3090 11871 0,'-40'0'15,"-1"0"-15,1 0 47,40 40-47,0 40 16,0-40-16,0 0 0,0 0 0,0 40 16,0-39-16,-40 39 0,40-40 15,0 40-15,0-40 0,0 0 0,0 40 0,0-39 16,0-1-16,0 40 15,0-40-15,0 0 0,0 0 0,0 0 0,0 0 16,-40-40-16,40 41 0</inkml:trace>
  <inkml:trace contextRef="#ctx0" brushRef="#br0" timeOffset="143113.9818">2769 12151 0,'0'0'31,"0"40"-15,-40 41 0,-41 39-1,81-80 1,-40 0-16,40 0 15,0-80 1,40-40 0,-40 40-16,40 0 0,-40 0 0,41 0 0,-1-1 15,-40-39-15,40 40 0,0 0 0,-40 0 0,40 0 16,0 0-16,-40 0 0,40-1 16,0 41-16,-40-40 0,41 40 15,-1 0 1,-40 40-16,40 1 15,-40-1-15,0 0 0,0 0 16,0 0-16,40 0 0,-40 0 0,0 40 0</inkml:trace>
  <inkml:trace contextRef="#ctx0" brushRef="#br0" timeOffset="143533.9775">2688 13435 0,'-40'0'16,"80"0"-16,-120-40 16,80-1-1,40 41 1,41 41-1,-1-1 1,-40-40-16,40 80 16,-40-80-16,0 40 0,1-40 15,-41-40 1,0 0-16,0-40 31,80-121-15,-80 161-16,40 40 0,-40-40 15,80 40 1,0 40 0,-39 40-1</inkml:trace>
  <inkml:trace contextRef="#ctx0" brushRef="#br0" timeOffset="143924.0102">1204 14437 0,'0'0'15,"0"-40"-15,0 0 16,-40 0 0,0 40 15,120 120-16,0-39 1,161 119 0,0 1-1,-201-161-15,0 0 16,0-40-16,0 0 0,-40 40 0</inkml:trace>
  <inkml:trace contextRef="#ctx0" brushRef="#br0" timeOffset="144123.9984">1766 14397 0,'-121'-40'15,"242"80"-15,-282-80 0,121 80 32,0-40-32,40 40 0,0 0 0,-40 81 31,40-81-31,0 0 0,-40 80 15,-41 41 1,-79 79 0,120-200-16</inkml:trace>
  <inkml:trace contextRef="#ctx0" brushRef="#br0" timeOffset="144393.9339">2528 14157 0,'-40'0'16,"80"0"-16,-241 80 16,161-80-16,-40 120 31,80 41-16,40-81 1,-40-40-16,120 120 16,-79-120-16,-1 0 0,40 41 15,-40-81-15,0 0 16,0 0-16</inkml:trace>
  <inkml:trace contextRef="#ctx0" brushRef="#br0" timeOffset="144583.8975">2809 14477 0,'0'-40'16,"0"80"-16,-40-80 15,40 161 1,0-81-16,0 80 16,0-80-16,40 0 0,-40 40 31,0 41-31</inkml:trace>
  <inkml:trace contextRef="#ctx0" brushRef="#br0" timeOffset="144883.8923">3411 14357 0,'-40'-40'0,"-1"40"0,1 0 16,0 40-1,0 0 1,0 0-16,-80 81 16,79-81-16,1 0 0,-120 40 15,160-40-15,-80 0 32,120-80-32,0 0 15,40 40 1,-40 0-16,0 0 0,0 0 0,1 0 15,-1 0 1,0 0-16,0 40 0,0 0 0,0-40 16,-40 40-16,40-40 0,-40 40 15,40 1-15,1-41 0</inkml:trace>
  <inkml:trace contextRef="#ctx0" brushRef="#br0" timeOffset="145123.9399">3932 14197 0,'0'0'15,"-40"0"-15,80 40 16,1 40 0,-1-40-16,0 161 31,-40-161-31,0 0 0,-80 160 15,-41 1 1,41-81-16,-121 41 16</inkml:trace>
  <inkml:trace contextRef="#ctx0" brushRef="#br0" timeOffset="145393.9234">5377 14477 0,'0'41'31,"80"-41"-31,41-81 15,-41 81 1,-40-40-16,161 0 16,-161 40-16,0 0 0,0 0 15,40 0-15</inkml:trace>
  <inkml:trace contextRef="#ctx0" brushRef="#br0" timeOffset="145563.9143">5658 15159 0,'-40'40'15,"80"-80"-15,-120 80 0,120-40 16,120-40 0,-120 0-16,241-40 15</inkml:trace>
  <inkml:trace contextRef="#ctx0" brushRef="#br0" timeOffset="145993.8907">7303 13836 0,'-40'-40'15,"80"80"-15,-241 0 16,161-40-16,0 160 15,40-39 1,0-81-16,0 200 16,0-200-16,0 1 0,0 119 15,-40-40 1,0-40 0,0-39-16,0-41 0,40 40 0,-41-40 31,41-81-31,41-79 31,79 120-15,-40 40-1,41 160 1,-41 81 0,-40 0-1,0-121 1,81 0-1,-41-120 1,0 0-16</inkml:trace>
  <inkml:trace contextRef="#ctx0" brushRef="#br0" timeOffset="146273.8005">8788 14076 0,'-81'0'16,"41"0"-16,0 0 15,0 40-15,-120 41 16,119-41-16,1 0 0,-40 40 16,40-40-16,40 0 15,0 0-15,40 1 16,281-41-1,-201 0 1,161 0 0,-120 0-1,-121 0 1</inkml:trace>
  <inkml:trace contextRef="#ctx0" brushRef="#br0" timeOffset="146483.7875">9109 14237 0,'-161'0'31,"322"0"-31,-442 40 16,281 0-16,0 40 16,0 0-1,40 121 1,-40-161-16,0 0 0,0 121 15,-80-1 1</inkml:trace>
  <inkml:trace contextRef="#ctx0" brushRef="#br0" timeOffset="146648.2912">9309 15119 0,'0'80'16,"-80"-80"-16,0 121 31,-41-1-15,81-40-1,0-80-15,0 40 16</inkml:trace>
  <inkml:trace contextRef="#ctx0" brushRef="#br0" timeOffset="147028.1975">10714 14197 0,'-161'0'16,"322"0"-16,-362 0 0,121 40 15,40-40-15,0 80 0,-1-40 0,-39 161 32,241-81-17,-1-120-15,-120 0 0,201-40 32,-161 40-32,-80-40 0,81 0 15,-81 0-15,-81-81 16,81 81-16,-40 0 0,0 40 15,-201-40 1,161 40 0,80 40-1,40-40-15,40 0 0</inkml:trace>
  <inkml:trace contextRef="#ctx0" brushRef="#br0" timeOffset="147198.2585">11637 14959 0,'-121'80'16,"242"-160"-16,-282 200 0,41-40 15,80-40-15,-81 41 32,41-1-17,-40-40 1</inkml:trace>
  <inkml:trace contextRef="#ctx0" brushRef="#br0" timeOffset="147558.2379">13001 14277 0,'0'-40'16,"0"80"-16,0-120 15,-40 80-15,-40 40 32,39 40-32,-119 80 15,120-119-15,0-41 0,-41 120 16,81-80-16,121 0 31,-41-40-31,201 0 16,-161 0-16,-39 0 0,159-40 15,-200 40-15,81-40 16,-81 40-16,40-40 16</inkml:trace>
  <inkml:trace contextRef="#ctx0" brushRef="#br0" timeOffset="147738.2279">13282 14277 0,'-40'0'15,"80"0"-15,-120 0 0,39 0 0,41 80 16,-80 40 0,80-39-16,0 119 31,0-160-31,0 40 0,0-39 0,0 199 31,0-119-31</inkml:trace>
  <inkml:trace contextRef="#ctx0" brushRef="#br0" timeOffset="147918.1498">13844 15079 0,'-41'40'16,"-39"0"-16,-40 81 15,40-81 1,39 0-16,-79 40 16,80-40-16,40 0 0,-80-40 15,40 0 1</inkml:trace>
  <inkml:trace contextRef="#ctx0" brushRef="#br0" timeOffset="148228.1991">14847 14277 0,'-80'0'16,"160"0"-16,-361 120 15,281-80-15,-40-40 16,40 40-16,0 41 15,0-41-15,0 0 0,0 0 0,160 80 32,-79-120-32,-41 0 0,160 0 15,-160-40-15,81-80 16,-121 80-16,0 0 16,-121-121-1,-79 41 1,160 120-1,0 80 1</inkml:trace>
  <inkml:trace contextRef="#ctx0" brushRef="#br0" timeOffset="148418.1328">15609 14758 0,'0'0'15,"0"40"-15,-80 81 16,40-81-16,40 0 0,-40 0 16,-121 80-1,1 1 1,79-81 0</inkml:trace>
  <inkml:trace contextRef="#ctx0" brushRef="#br0" timeOffset="148788.1661">17455 14357 0,'-40'0'16,"80"0"-16,-80-40 0,0 40 15,0 40-15,-1 40 0,-159 41 32,-41 79-17,201-80 1,120-120-1,-40 41-15,241-41 16,-201 0-16,1 0 0,200-41 16,-201 41-16,161-40 31,-201 40-31,0-40 0,0 0 0</inkml:trace>
  <inkml:trace contextRef="#ctx0" brushRef="#br0" timeOffset="148978.1166">17776 14518 0,'0'0'0,"-40"0"15,-40 80 1,-1 160 0,41-119-1,40-41-15,-40 120 16,40-159-16,-40-1 0,40 80 31,0-80-31</inkml:trace>
  <inkml:trace contextRef="#ctx0" brushRef="#br0" timeOffset="149148.1484">18137 15360 0,'-40'40'15,"-80"40"16,39 0-31,41-80 0,-120 121 32,120-121-32,40 40 0,-81 0 15</inkml:trace>
  <inkml:trace contextRef="#ctx0" brushRef="#br0" timeOffset="149478.1283">18940 14518 0,'0'0'0,"-40"-41"16,-1 41-16,-39 0 15,40 41-15,0 79 31,40-80-31,80 120 16,-80-120-16,40 1 0,81 39 16,-81-80-16,40 0 15,-40 0-15,0-40 0,0-81 32,-40 81-32,-40-80 15,0 80-15,40 0 0,-120 0 16,80 40-16,0 0 0,40 40 31</inkml:trace>
  <inkml:trace contextRef="#ctx0" brushRef="#br0" timeOffset="149668.0611">19622 15159 0,'-40'121'16,"0"-121"-16,-41 160 16,-79-40-1,-1-40 17</inkml:trace>
  <inkml:trace contextRef="#ctx0" brushRef="#br0" timeOffset="150048.0946">21026 14518 0,'0'0'0,"-40"-41"15,80 82 1,-40-1 0,-40 0-1,0 0-15,-80 40 16,120-40-16,0 0 0,0 0 15,0 41 1,40-81 0,0 0-16,160 40 15,-159-40-15,-1 0 0,80 0 16,-80 0-16,40-40 31,-39 40-31</inkml:trace>
  <inkml:trace contextRef="#ctx0" brushRef="#br0" timeOffset="150288.0797">21307 14598 0,'-80'0'0,"160"0"0,-200 0 31,80 0-31,40 40 0,-41 40 15,41-40-15,0 121 16,0-81-16,0-40 0,0 0 16,0 40-16,0-40 0,0 81 31,0-81-31,0 0 0</inkml:trace>
  <inkml:trace contextRef="#ctx0" brushRef="#br0" timeOffset="150478.005">21748 15480 0,'-40'0'15,"0"0"-15,0 0 16,-80 40 0,80-40-1,-1 80 1,41-40-16,-40-40 0,40 41 31</inkml:trace>
  <inkml:trace contextRef="#ctx0" brushRef="#br0" timeOffset="150848.0502">22551 14878 0,'0'0'15,"-40"0"-15,0 0 0,0 0 0,-41 0 32,81 121-17,0-81 1,41 0-16,39 40 15,-40-80-15,0 40 0,0-40 16,0 0-16,0 0 0,1 0 16,-1 0-16,0-80 15,-80-40 1,0 40 0,-121-1-1,121 41 16</inkml:trace>
  <inkml:trace contextRef="#ctx0" brushRef="#br0" timeOffset="151337.9454">23675 14237 0,'0'0'0,"40"0"15,0 0 1,0 80-1,0-80-15,0 0 0,-40 40 0,0 0 16,0 0 0,0 0-16,0 1 0,0-1 0,-40 0 15,40 0-15,0 0 0,0 0 16,40 0 0,0-40-16,0 0 15,1 0 1,-41-40-16,40 40 0,-80 0 47,40 80-47,-41-40 0,41 0 0,-40 1 0,40-1 15,-40 0-15,0 0 16,40 0-16,-40 40 0,0-40 0,0 0 0,40 41 16,-40-41-16,-1 0 0,1 40 15,0-40-15,-40 0 0,40 0 0,0-40 0,0 40 16,-1 1-16,1-41 15,0 40-15,-40-40 0,40 40 0,0-40 0</inkml:trace>
  <inkml:trace contextRef="#ctx0" brushRef="#br0" timeOffset="155137.9725">1164 8422 0,'0'-41'62,"0"1"-46,40 40 15,0 0-15,0 0 0,0 0-16,0 0 0,0 0 0,1 0 15,-1 0-15,0 0 16,40 0-16,-40 0 0,0 0 0,41 0 0,-41 0 15,40 0-15,0 0 16,-40 0-16,41 0 0,-41 0 0,40 0 0,-40 0 16,40 40-16,-40-40 0,1 0 0,39 41 0,-40-41 15,0 0-15,40 0 0,-40 0 16,1 0-16,39 0 0,-40 0 0,40 0 0,-40 0 16,41 0-16,-41-41 15,40 41-15,0 0 0,-40-40 0,41 40 0,-1 0 16,-40 0-16,40-40 0,1 40 15,-41 0-15,40 0 0,0-40 0,-40 40 0,0 0 16,41 0-16,-41 0 16,0 0-16,0 0 0,0 0 0,0-40 0,41 40 15,-41 0-15,0 0 0,0 0 0,40 0 0,-40-40 16,41 40-16,-41 0 0,40 0 16,0 0-16,-40-40 0,41 40 0,-41 0 0,40 0 15,0 0-15,-40 0 16,41-40-16,-41 40 0,40 0 0,-40 0 0,0 0 15,40 0-15,-39 0 0,-1 0 16,0 0-16,40 0 0,-40 0 0,0 0 16,0 0-16,1 0 0,-1 0 0,0 0 15,0 0-15,0 0 16,0 0-16,0 0 0,0 0 0,1 0 0,39 0 16,-40 0-16,0 0 0,0 0 15,0 0-15,0 0 0,41 0 0,-41 40 0,0-40 16,0 0-16,0 0 15,0 0-15,0 0 0,1 0 0,-1 0 0,0 0 16,0 0 0,0 0-16,0 0 0,0 0 0,0 0 15,41 0-15,-41 0 0,0 0 0,0 0 16,40 0-16,1 0 16,-41 0-16,40 0 0,-40 0 0,40 0 0,-39 0 15,39 0-15,-40 0 0,40 0 16,-40 0-16,0 0 0,1 0 0,-1 0 0,0 0 15,0 0 1,0 0-16,0 0 0,0 0 0,0-40 16,1 40-16,-1 0 0,0 0 0,0 0 0,0 0 15,40 0-15,-40 0 0,1 0 16,-1 0-16,40 0 0,-40-40 0,0 40 0,40 0 16,-39 0-16,-1 0 15,40 0-15,-40 0 0,0 0 0,0 0 0,0 0 16,1 0-16,-1 40 15,0-40-15,0 0 16,0 0 0,0 0-16,0 0 0,0 0 0,1 0 15,-1 40-15,40-40 0,0 0 0,-40 0 0,41 0 16,-1 40-16,0-40 0,-40 0 16,40 0-16,1 0 0,-41 40 0,0-40 0,40 0 15,-40 0-15,0 0 16,1 0-16,-1 0 0,0 0 15,0 0 1,0 0-16,0 0 0,0 0 16,1 0-16,-1 0 0,0 0 0,0 0 0,40 0 15,0 0-15,1 0 16,-1 0-16,40 40 0,-39-40 0,39 0 0,-40 0 16,41 0-16,-41 0 0,40 0 15,-40 0-15,1 0 0,-41 0 0,40 0 0,0 0 16,-40 0-16,41 0 15,-41 0-15,40 0 0,-40 0 0,40 0 0,-39 0 16,39 0-16,0 0 0,40 0 16,-39 0-16,-1 0 0,40 0 0,-39 0 0,-1 40 15,40-40-15,-40 0 0,1 0 0,-1 0 0,40 40 16,-39-40-16,-1 0 16,0 0-16,0 0 0,1 40 0,-1-40 0,-40 0 15,40 0-15,1 0 0,-41 0 16,40 0-16,0 0 0,-40 0 0,41 0 0,-1 0 15,-40-40-15,40 40 16,-40 0-16,41 0 0,-41-40 0,40 40 0,0 0 16,0 0-16,41 0 0,-41 0 0,0 0 0,41 0 15,-41 0-15,0 0 0,41 0 16,-41 0-16,0 0 0,0 0 0,41 0 0,-1 0 16,-40 0-16,41 0 15,-1 0-15,0 0 0,1 0 0,-1 0 0,1-40 16,-1 40-16,40 0 0,-39 0 15,-1 0-15,1 0 0,-1 0 0,0 0 0,1 40 16,-1-40-16,1 0 16,-41 0-16,40 0 0,1 40 0,-1-40 0,-40 0 15,41 40-15,-41-40 0,0 0 0,0 0 0,1 0 16,-1 0-16,-40 0 0,0 0 16,40 0-16,-40 0 0,1 0 0,-1 0 0,0 0 15,0 0 1,0 0-16,0 0 0,0 0 0,0 0 0,1 0 15,39 0-15,-40 0 0,40 0 16,41 0-16,-41 0 0,40 0 0,1 0 0,-1 0 16,40 0-16,-39 0 0,-1 0 0,1 0 0,-1 0 15,0 0-15,1 0 16,-41 0-16,40 0 0,-39 41 0,-1-41 0,0 0 16,0 0-16,1 0 0,-1 0 15,0 0-15,-40 0 0,41 0 0,-1 0 0,-40 0 16,40 0-16,-40 0 15,0 0-15,41 0 0,-41 0 0,40 0 0,0 0 16,-40 40-16,41-40 0,-1 0 16,0 0-16,0 0 0,1 0 0,-41 0 0,40 0 15,-40 40-15,0-40 0,41 0 0,-41 0 0,0 0 16,0 0-16,40 0 16,-40 0-16,0 0 0,1-40 0,39 40 0,-40 0 15,0 0-15,0 0 0,40-40 16,-39 40-16,-1 0 0,0 0 0,0 0 15,0 0 1,0 0-16,0 0 0,-80 0 141,0 0-126,0 0-15,0 0 0</inkml:trace>
  <inkml:trace contextRef="#ctx0" brushRef="#br0" timeOffset="181841.9667">1846 8983 0,'-40'0'0,"0"0"16,-1 0-16,41-40 47,0 0-47,41 40 31,-41-40-31,40 40 16,0 0-1,-40 40-15,40-40 0,0 0 16,-40 40-16,40-40 15,-40 40-15,40-40 0,-40 40 0,0 0 16,0 0-16,0 0 0,0 1 0,-40-1 16,40 0-16,-40 0 15,0 0-15,0-40 0,40 40 16,-40-40-16,40 40 16,0-80 15,0 0-31,40 40 0,0-40 15,0 0-15,0 0 0,0 0 0,0-1 16,1 41-16,-1-40 16,0 0-16,0 40 0,0-40 0,0 40 0,0-40 15,0 40-15,1-40 16,-41 0-16,40 40 16,-40-40-1,0 0 1,0-1-1,-40 41-15,-1 0 16,1 0-16,40 41 0,-40-41 16,40 80-16,-40-40 15,0-40-15,40 40 0,-40 0 0,40 0 0,0 0 16,-40 0-16,40 1 16,0-1-16,0 0 0,0 0 0,40 0 15,-40 0 1,40-40-16,-40 40 0,40 0 15,0-40-15</inkml:trace>
  <inkml:trace contextRef="#ctx0" brushRef="#br0" timeOffset="182112.0227">2889 8782 0,'-40'0'16,"0"0"-1,-40 161 17,39-121-32,1 80 15,40-80-15,0 1 0,0 39 16,40-40-16,41 40 15,-41-80-15,0 40 32,0-40-32</inkml:trace>
  <inkml:trace contextRef="#ctx0" brushRef="#br0" timeOffset="182521.9275">3130 8983 0,'0'0'16,"0"40"31,40 0-47,-40 0 16,0 0-16,0 1 0,0-1 15,0 0 1,0 0-16,0-80 31,40 40-15,-40-40-16,40 0 0,-40-1 0,40 41 15,-40-40-15,40 0 16,1 40-16,-41-40 0,40 40 0,0 0 16,-40 40 15,0 0-16,0 41-15,40-81 0,-40 40 0,0 0 16,0 0-16,0 0 0,0 0 16,0 0-1,0 0-15</inkml:trace>
  <inkml:trace contextRef="#ctx0" brushRef="#br0" timeOffset="182731.9125">3852 9184 0,'0'0'0,"80"-41"31,-39 41-15,-1 0-16,0 0 0,0 0 15,0 0-15,0 0 0,0 0 0,0 0 16,1 0-16,-1 0 0</inkml:trace>
  <inkml:trace contextRef="#ctx0" brushRef="#br0" timeOffset="183031.8949">4534 8662 0,'0'0'16,"0"40"30,0 0-46,0 0 0,0 1 16,0-1-16,0 0 0,0 40 0,0-40 0,0 0 16,0 40-16,-40-39 0,40-1 15,0 0-15,0 0 0,-40 0 0,40 0 0,0 0 16,0 0 0</inkml:trace>
  <inkml:trace contextRef="#ctx0" brushRef="#br0" timeOffset="183711.9304">4855 9464 0,'40'0'32,"-40"40"-17,0 0 1,0 1 0,0-1-1,-40 0-15,40 0 16,-40 0-16,0 0 15,0-40-15</inkml:trace>
  <inkml:trace contextRef="#ctx0" brushRef="#br0" timeOffset="184811.865">5216 8943 0,'0'0'0,"0"-40"0,0 0 31,0 0-31,41 40 0,-41-41 15,0 122 17,0-41-32,40 0 15,-40 0 1,0 0-16,0 0 0,0 0 16,0 0-16,0 1 15,0-1-15,0 0 16,-40-40-16,40 40 15,0-80 17,0 0-32,0 0 15,40-1-15,-40 1 0,40 0 16,0 40 0,0 0-1,-40 40 1,40-40-16,-40 40 0,40 1 15,-40-1-15,0 0 16,0 0 0,0-80 31,0 0-47,40 40 15,-40-40-15,41-1 0,-41 1 0,40 40 0,-40-40 16,40 0-16,0 40 15,-40-40-15,40 40 16,-40 40 0,40-40-16,-40 40 15,0 0-15,0 0 0,0 1 0,0-1 16,0 0-16,0 0 16,0 0-16,-40-40 0,40 40 15</inkml:trace>
  <inkml:trace contextRef="#ctx0" brushRef="#br0" timeOffset="185091.8488">6139 9143 0,'0'41'0,"0"-1"16,0 0-1,0 40 1,-80 0-1,-40 0 1,80-80 0,40-40-1,-41-80 1,82 0 0,39 80-1,120-1 1,-119 41-16</inkml:trace>
  <inkml:trace contextRef="#ctx0" brushRef="#br0" timeOffset="185501.7531">6661 9143 0,'-40'0'0,"0"0"16,0 0-1,-1 0 1,1 0-16,40 41 0,-40-1 16,40 0-16,0 0 15,0 0-15,0 0 0,40 0 16,0-40 0,1 0-16,-1 0 15,0 0-15,0-40 16,0 40-16,-40-40 15,0-40-15,0 40 0,0 0 16,0-1-16,0 1 0,0 0 16,0 0-16,0-40 0,0 40 0,0 0 15,0 0-15,0-1 16,0 82 15,0 39-15,0-40-16,0 40 15,0-40-15,0 0 0,-40 0 0,40 1 0,0-1 16,0 0-16,-40 0 0,40 0 0,0 0 0,0 0 16,-40-40-1,40 40-15</inkml:trace>
  <inkml:trace contextRef="#ctx0" brushRef="#br0" timeOffset="185841.7351">7022 8823 0,'-80'0'0,"160"0"0,-200 0 16,80 0-16,40 40 15,0 0 1,0 80 0,0 0-1,-41 41 1,41-81-1</inkml:trace>
  <inkml:trace contextRef="#ctx0" brushRef="#br0" timeOffset="186081.7204">6982 8863 0,'-40'0'16,"80"0"15,0 40-31,-40 40 0,40-40 16,-40 0-16,40-40 16,-40 40-16,0 0 0,40-40 0,-40 41 0,41-41 15,-41 40 1,40-40-16,0 40 0,0-40 15</inkml:trace>
  <inkml:trace contextRef="#ctx0" brushRef="#br0" timeOffset="186311.7381">7343 8823 0,'-40'-41'16,"40"1"-16,-40 40 15,40 40 17,0 1-17,0-1-15,0 0 0,0 0 0,0 0 0,0 0 16,0 0-16,0 0 16,0 0-16,0 1 0,0-1 0,0 0 0,0 0 15,0 0-15,0 0 16</inkml:trace>
  <inkml:trace contextRef="#ctx0" brushRef="#br0" timeOffset="187241.6503">7624 8582 0,'40'0'16,"0"0"31,0 40-32,1-40 1,-1 40-16,0 0 0,0-40 16,-40 40-16,40-40 0,-40 40 15,0 1-15,40 39 0,-40-40 0,0 0 0,0 0 16,0 40-16,0-40 15,-80 1-15,80 39 0,-40-40 0,40 0 0,-80 0 16,39 0-16,41 0 0,0 0 0,-80-40 0,80 40 16,-40-40-16,40 41 0</inkml:trace>
  <inkml:trace contextRef="#ctx0" brushRef="#br0" timeOffset="187861.6171">8386 8903 0,'0'0'0,"-40"0"0,0 0 16,80 0 31,0 0-47,1 0 0,-1 0 0,0 0 15,40-40-15,-40 40 0,0 0 16,0 0-16,41 0 0,-41 0 0,0 0 0,0 0 15,0 0-15,0 0 0,0 0 0,1 0 16,-1 0 0</inkml:trace>
  <inkml:trace contextRef="#ctx0" brushRef="#br0" timeOffset="188161.602">8547 9384 0,'-40'0'16,"80"0"15,40 0-31,-40 0 16,0 0-16,41 0 0,-41 0 0,0 0 0,40 0 15,-40 0-15,0 0 16,1 0-16,-1 0 0,0 0 0,0 0 0,0 0 15,-40-40 17,-40 40-17,40-40 17,-40 40-32</inkml:trace>
  <inkml:trace contextRef="#ctx0" brushRef="#br0" timeOffset="191431.4082">10152 8622 0,'-40'0'16,"40"-40"-16,-40 40 46,0 0-30,-41 40 0,41 0-16,0-40 0,0 0 15,40 40-15,0 0 16,-40 0-16,40 1 0,0-1 16,0 0-16,0 0 15,0 0-15,0 0 0,0 0 16,0 0-16,0 0 0,-40 1 0,40-1 15,-40-40-15,40 40 16,-41 0-16,1-40 0,0 40 0,0 0 16,40 0-16,-40-40 15,40-40 17,40 40-32,-40-40 0,40 40 15,0 0 1,-40 40-16,0 40 15,0-40-15,40 0 0,-40 1 16,0-1-16,0 0 16,0 0-16,0 0 0,0 0 0,41 0 15,-1 0-15,0-40 16,0 40-16,0-40 0,0 0 0,0 0 16,0 0-1,1 0-15,-1 0 0</inkml:trace>
  <inkml:trace contextRef="#ctx0" brushRef="#br0" timeOffset="192941.7029">23273 11510 0,'0'40'0,"-40"-40"63,40-40-47,-40 0-1,0 40-15,0 0 0,40-41 0,-40 41 16,0-40-16</inkml:trace>
  <inkml:trace contextRef="#ctx0" brushRef="#br0" timeOffset="193921.641">10674 8903 0,'0'0'0,"-81"0"31,81-40-31,-40 40 16,0 0-16,0 0 0,0 80 15,0-80 1,0 80-16,40-40 0,-41 0 0,1 0 0,40 1 16,0-1-16,-40 0 0,40 0 15,0 0-15,0 0 0,0 0 0,40 0 16,41-40 0,-81 40-16,40-40 0,0 0 0,0 0 0,0 0 15,0 0-15,0 0 0,0-40 16,1 40-16,-41-40 0,40 40 0,-40-40 0,0 0 15,0 0-15,0 0 0,0 0 0,0 0 0,0-1 16,-40 1-16,40 0 16,-41 0-16,1 0 0,40 0 15,0 80 17,0 0-17</inkml:trace>
  <inkml:trace contextRef="#ctx0" brushRef="#br0" timeOffset="194131.6387">10995 9464 0,'40'80'32,"-80"-160"-32,80 201 0,-40-81 15,0 0 1,-40 0-16,-121 40 15,41 0 17,80-80-32</inkml:trace>
  <inkml:trace contextRef="#ctx0" brushRef="#br0" timeOffset="194601.6389">11797 8983 0,'0'40'15,"-40"-40"48,40 40-63,0 0 16,0 0-16,-40 1 0,40-1 0,0 0 15,0 0-15,-40-40 16,40 40-16,0 0 0,0 0 0,-40 0 0,40 0 15,0 0-15,0 1 0,0-1 16</inkml:trace>
  <inkml:trace contextRef="#ctx0" brushRef="#br0" timeOffset="194841.6214">12118 9705 0,'0'0'16,"0"40"-1,-40 0 1,0 0 0,-80 40 15,39-39-16</inkml:trace>
  <inkml:trace contextRef="#ctx0" brushRef="#br0" timeOffset="195291.6339">13081 9103 0,'-80'40'0,"160"-80"0,-200 80 0,-1 41 15,121-41-15,-40 40 32,40 80-17,81-39 1,39-121-16,40 40 31,-79-80-15,-41-41-1,-161-119 1,-39 120 15,80 80-15</inkml:trace>
  <inkml:trace contextRef="#ctx0" brushRef="#br0" timeOffset="195511.6211">13643 9825 0,'0'40'0,"0"0"16,-40 1-16,0 39 31,-81 0-15,1-40-1</inkml:trace>
  <inkml:trace contextRef="#ctx0" brushRef="#br0" timeOffset="196331.5197">14325 9023 0,'0'0'16,"40"0"31,-40 40 15,-40-40 32,40 40 156,0 0-234,0 1-1,0-1-15,0 0 0,-40-40 0,40 40 16,0 0-16,0 0 16,0 0-16,0 0 0,0 0 0,-40 0 0,40 1 15,0-1-15,0 0 0,0 0 16,0 0-16,0 0 0,0 0 0,0 0 15</inkml:trace>
  <inkml:trace contextRef="#ctx0" brushRef="#br0" timeOffset="196684.0047">14726 9865 0,'0'0'16,"-40"40"62,40 1-78,0-1 15,-40-40-15,40 40 16,-40 0-16,0-40 0,40 40 16,-40-40-16,0 0 15,-1 0-15</inkml:trace>
  <inkml:trace contextRef="#ctx0" brushRef="#br0" timeOffset="197101.4793">15649 9424 0,'0'0'16,"-240"0"0,199 0-16,-159 40 15,160-40-15,0 121 16,200 39 15,41-80-15,-81-80-1,-80-160 17,-120-1-17,0 41 1,40 120-1,40 40-15</inkml:trace>
  <inkml:trace contextRef="#ctx0" brushRef="#br0" timeOffset="197291.5379">16051 9745 0,'0'40'15,"0"0"1,-41-40-16,41 40 0,0 0 16,-40-40-16,40 41 15,-40-1-15,40 0 0,-40-40 16,0 40 0,0-40-16,40 40 0</inkml:trace>
  <inkml:trace contextRef="#ctx0" brushRef="#br0" timeOffset="197571.5211">16452 9063 0,'0'0'0,"0"-40"0,0 80 31,0 40-15,0 161-1,-40 0 17,0-81-17,40-120-15</inkml:trace>
  <inkml:trace contextRef="#ctx0" brushRef="#br0" timeOffset="197771.5118">17014 9865 0,'-41'40'16,"41"1"-16,0-1 0,-40 0 15,0 40 1,-120-40 15,79-40-31</inkml:trace>
  <inkml:trace contextRef="#ctx0" brushRef="#br0" timeOffset="198211.4858">17936 9184 0,'0'40'16,"0"-80"-16,-40 80 0,-80 40 15,80-80-15,-40 80 32,39 80-17,82-39 1,119-81-1,1-80 17,-121 0-32,-40-161 31,0 121-31,-81-40 31,81 160-15</inkml:trace>
  <inkml:trace contextRef="#ctx0" brushRef="#br0" timeOffset="198411.4381">18418 9825 0,'0'0'16,"-40"80"-1,0 1 1,-81-1 0,41-40 15,40-40-31</inkml:trace>
  <inkml:trace contextRef="#ctx0" brushRef="#br0" timeOffset="198711.4576">18940 9264 0,'-40'0'32,"-1"0"-32,41 40 0,0 0 15,0 120 1,0 41 15,0-41-15,0-120-16</inkml:trace>
  <inkml:trace contextRef="#ctx0" brushRef="#br0" timeOffset="201641.2135">19983 9063 0,'40'0'31,"0"0"-16,0 0-15,0 0 32,-40 40-32,0 0 15,41 1-15,-41-1 0,0 0 16,0 0-16,0 0 0,0 0 0,0 0 16,40 0-1,-40 0-15,0 0 0,40 1 0,0-1 16,0-40-16,0 0 15,0 0-15,0 0 16,1-40-16,-41-1 31,-41 82 1,41-1-32,-40-40 0,40 40 0,-40 0 15,40 0-15,0 0 16,0 0-16,-40 0 0,40 0 0,-40-40 0,40 41 15,-40-1-15,40 0 0,-40 0 0,0 0 0,-1 0 16,1 0-16,0 0 0,0 0 16,0 0-16,-40 1 0,40-41 0,-41 40 0,41-40 15,-40 40-15,0-40 16</inkml:trace>
  <inkml:trace contextRef="#ctx0" brushRef="#br0" timeOffset="206450.8902">25320 10467 0,'0'0'0,"0"-40"0,40 40 15,-40-40-15,0 0 32,40 40 15,40 0-32,-40 0-15,1 40 0,-1-40 16,0 0-16,0 40 15,0-40-15,0 0 0,0 40 0,0-40 0,1 0 16,-41 40-16,40 0 16,-40 0-16,0 0 0,0 0 15,-40 1-15,40-1 16,-81 40-16,81-40 0,-40 0 0,0 40 0,0-40 16,40 41-16,0-41 0,-40 0 15,40 40-15,-40-40 0,40 0 0,0 40 0,0-39 16,0-1-16,-40 40 0,40-40 0,0 0 0,0 40 15,0-40-15,0 41 16,-41-41-16,41 0 0,0 40 0,0-40 0,-40 0 16,40 0-16,0 41 0,0-41 15,0 0-15,0 0 0,-40 0 0,40 0 0,0 0 16,0 0-16,0 0 16,0 0-16,0 1 0,0-1 0,0 0 0,0 0 15,0 0-15,0 0 0,0 0 0,0 40 0,0-39 16,0-1-16,0 0 0,0 0 15,-40 40-15,40-40 0,0 0 0,-40 0 0,40 0 16,0 1-16,0-1 16,-40 0-16,40 0 0,0 0 0,0 0 0,-40 0 15,40 0-15,0 0 0,0 1 16,0-1-16,0 0 0,0 0 16,0 0-16,0 0 15,0 0-15,0 0 0,0 0 16,0 0-16,0 1 0,0-1 0,0 0 15,0 0-15,0 0 0,0 0 16,-41 0-16,41 0 0,0 0 16,0 1-1,0-1-15,0 0 0,0 0 16,0 0-16,41 0 16,-41 0-16,0 0 0,40 0 0,-40 0 15,0 1-15,0-1 0,0 0 0,0 0 0,0 0 16,0 0-16,0 0 15,0 0-15,0 0 0,0 1 0,0-1 0,-81 0 16,81 0-16,-40 0 0,40 0 16,0 0-16,0 0 0,-40 0 0,40 0 0,-40-40 15,40 41 1,40-41 15,-40 40-31,-40-40 110,0 0-110,0 0 15,0 0 1,0 0-1,-1 0-15,1 40 16,0-40 0,0 0-16,0 40 0,0-40 0,0 0 15,0 0-15,-1 0 0,1 40 16,0-40-16,0 0 0,0 0 0,0 0 0,0 0 16,0 0-16,-1 0 15,1 0-15,0 0 0,40-40 0,-40 40 16,40-40-16,-40 40 0,40-40 0</inkml:trace>
  <inkml:trace contextRef="#ctx0" brushRef="#br0" timeOffset="209145.3966">1003 6537 0,'0'0'0,"0"-41"0,0 1 47,0 80 47,0 1-79,0-1-15,0 0 16,0 0-1,40-40-15,-40 40 0,40-40 16,1 0 0,-41 40-16,40-40 0,0 0 15,0 0 1,0 0-16,-40-40 16,40 40-1,-40-40-15,40 40 16,0-40-16,1 40 0,-41-40 15,40 40-15,0-40 16,0 40-16,0-41 0,0 1 0,0 0 16,0 40-16,1-40 15,-1 40-15,0 0 0,-40-40 0,40 40 0,0-40 16,0 40 0,0-40-16,0 40 0,-40-40 0,41 40 0,-1 0 15,0-40-15,0 40 0,0-40 0,0 40 0,0 0 16,0 0-16,1-41 0,-1 41 15,0 0-15,0 0 16,-40-40 0,0 80 124</inkml:trace>
  <inkml:trace contextRef="#ctx0" brushRef="#br0" timeOffset="283742.9964">4414 9905 0,'0'-40'47</inkml:trace>
  <inkml:trace contextRef="#ctx0" brushRef="#br0" timeOffset="303756.7511">24357 11429 0,'0'0'0,"0"41"0,0-1 0,-40 0 16,-1-40 0,41 40-16,-40-40 15,40 40 1,0-80 31,0 0-47</inkml:trace>
  <inkml:trace contextRef="#ctx0" brushRef="#br0" timeOffset="305866.5912">23354 17325 0,'-41'0'15,"41"40"1,-40-40 0,0 0-1,40 40 63,-40-40-78,0 0 16,40 40-16,0 0 63,-40 0-32,40 1-31,0-1 15,-40-40 876,40-40-438,-40 40-406,-1 0-47,41-41 0,-40 41 16,-40 0-16</inkml:trace>
  <inkml:trace contextRef="#ctx0" brushRef="#br0" timeOffset="319480.5238">8427 15921 0,'0'40'15,"40"-40"32</inkml:trace>
  <inkml:trace contextRef="#ctx0" brushRef="#br0" timeOffset="319740.5086">12239 16844 0,'0'0'15,"0"40"-15,0 0 0,0 0 16</inkml:trace>
  <inkml:trace contextRef="#ctx0" brushRef="#br0" timeOffset="369993.4375">7985 16763 0,'0'41'63,"0"-1"-32,-40 0-31,40 0 16,0 0-16,0 0 15,0 0-15,0 0 0,0 0 0,0 0 16,0 1 0,40-41-16</inkml:trace>
  <inkml:trace contextRef="#ctx0" brushRef="#br0" timeOffset="370393.4093">8266 16763 0,'0'0'0,"0"-40"0,-40 40 15,0 40 17,40 1-17,-40-41-15,40 40 0,-40-40 0,40 40 16,0 0-16,-41 0 15,1 0-15,0-40 0,40 40 16,-40 0 0,0-40-16,40 40 0,-40-40 15,80 0 17,40 0-17,-40 0 1,0 40-16,1-40 15,-1 0-15,0 41 16,0-41-16,-40 40 0,40 0 0,0-40 0,0 40 16,0 0-16,1-40 0,-41 40 0,40-40 15,-40 40-15,40-40 16</inkml:trace>
  <inkml:trace contextRef="#ctx0" brushRef="#br0" timeOffset="370623.3966">8547 17084 0,'0'0'0,"40"0"31,40-80-16,41 40 1</inkml:trace>
  <inkml:trace contextRef="#ctx0" brushRef="#br0" timeOffset="370793.3883">8547 17405 0,'0'40'16,"0"-80"-16,-40 80 0,40-80 16,80 0-1,81 0 17,-121 0-32</inkml:trace>
  <inkml:trace contextRef="#ctx0" brushRef="#br0" timeOffset="371123.3698">9069 17044 0,'-41'0'16,"1"0"-16,40 40 0,-80 0 31,80 0-31,0 1 16,40-1-1,40-40 17,1 0-17,-41 0 1,-40-40 0,0-1-16,-40-39 31,-41 40-16,41 40 1</inkml:trace>
  <inkml:trace contextRef="#ctx0" brushRef="#br0" timeOffset="371523.3445">10192 16884 0,'0'-40'31,"-40"40"-15,40 40-1,0 40 1,0-40-16,0 0 16,0 40-16,0-40 0,0 1 0,0-1 0,0 0 15,0 0-15,0 0 0,0 0 0,0 0 16</inkml:trace>
  <inkml:trace contextRef="#ctx0" brushRef="#br0" timeOffset="372613.2809">12560 17004 0,'-41'0'0,"1"0"16,40-40-16,0 0 16,40 40-16,1-40 15,39 40 1,-40 0-16,-40-40 0,40 40 0,0 0 15,0 0-15,0 0 16,1 0-16,-41 40 0,40-40 16,-40 40-16,0 40 0,0-40 15,-81 0-15,81 0 16,0 0-16,0 1 0,-80-41 0,80 40 0,0 0 16,0 0-16,-40-40 0,40 40 15,-40-40-15,40 40 0,0 0 16,40-40-1,40 0-15,-40 0 16,1 0-16,-1 0 16,0-40-16,0 40 0,0 0 0,0-40 0,0 0 15,0 40-15,1 0 0,-41-40 16,-41 40 31,1 0-16</inkml:trace>
  <inkml:trace contextRef="#ctx0" brushRef="#br0" timeOffset="373373.2403">14767 16683 0,'-41'0'15,"82"0"-15,-82-80 16,82 40-1,39 40 1,-40 0-16,-40-40 0,40 40 16,0 0-16,0 0 0,0 0 15,-40 40 1,0 0-16,-40 0 0,40 0 16,-40 0-16,40 0 15,-80 1-15,80-1 0,-40 0 0,40 0 0,-40 0 16,0 0-16,40 0 15,-41-40-15,41 40 0,0 0 0,81-40 32,-41 40-32,0-40 0,0 0 15,0 0-15,-40 41 0,40-41 16,-40 40 0,40-40-16,-40 40 15,-40-40 1,40 40-16,-80-40 0,40 40 0,0-40 15,0 40-15,0-40 0,-1 40 16,1-40-16,0 40 0,0-40 0,0 0 0,0 40 16,0-40-16</inkml:trace>
  <inkml:trace contextRef="#ctx0" brushRef="#br0" timeOffset="373973.2024">17174 16924 0,'0'0'16,"0"-40"0,-40 40-16,0 80 31,-81 40-16,1 1 1,200-81 0,-40-40-1,81 0 1,79 0 15,-119 0-31,-41 0 16,0 0-1</inkml:trace>
  <inkml:trace contextRef="#ctx0" brushRef="#br0" timeOffset="374213.2615">17335 17164 0,'0'0'0,"-41"0"0,1 0 15,-40 0 1,40 0 0,40 41-16,0-1 15,0 0 1,0 40-16,0 0 16,0 41-1,40-41 1</inkml:trace>
  <inkml:trace contextRef="#ctx0" brushRef="#br0" timeOffset="374623.1677">18699 16683 0,'0'0'0,"-40"0"0,40 40 32,0 0-32,0 81 15,40-1 17,0 0-17,0 1 1,-40-81-1,-120-40 1,80 0-16</inkml:trace>
  <inkml:trace contextRef="#ctx0" brushRef="#br0" timeOffset="374753.1957">18699 16763 0,'40'-40'16,"-40"0"-1,40 40-15,121-80 32,-1 0-32</inkml:trace>
  <inkml:trace contextRef="#ctx0" brushRef="#br0" timeOffset="375443.1354">20906 16563 0,'0'-40'15,"-80"40"32,80 40-47,-41-40 16,1 0-16,0 40 0,0 0 0,0 0 15,0 0-15,40 0 0,-40 1 0,40-1 0,-40 0 16,40 0-16,0 0 0,0 0 16,0 0-16,0 0 0,40 0 0,0 0 15,0-40 1,0 0-16,0 41 0,0-41 15,0 0-15,1 0 0,-1-81 16,0 81-16,-40-40 16,0 0-16,0 0 0,-40 40 15,0-40 1,-1 40-16,1 0 0,0 0 0,0 0 16,0 0-16,0 40 0,0-40 15,40 40-15,-40-40 0,40 40 16</inkml:trace>
  <inkml:trace contextRef="#ctx0" brushRef="#br0" timeOffset="375863.1718">22190 16483 0,'0'0'16,"40"0"0,40 0-1,-40 0-15,81-40 16,-41-1-1,-80 82 17,-40-41-17,40 40-15,0 0 0,-40 0 16,0 0-16,40 0 16,0 0-16,-40 0 0,40 0 0,0 1 0,-41-1 15,41 0-15,0 40 16,-40-40-16,40 0 0,0 0 0,0 0 0,0 0 15,-40 1-15,40-1 16,0 0-16</inkml:trace>
  <inkml:trace contextRef="#ctx0" brushRef="#br0" timeOffset="376263.0695">22110 17044 0,'0'0'16,"-40"-40"-16,80 0 15,40 0-15,-40 40 0,281-80 32,-241 40-32,81-1 31,-81 41-16,-120 0 17,0 0-17,0 0-15,0 0 16,-1 0 0,1 0 77,0 0-93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6:58:19.37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6741 2446 0,'0'0'0,"40"0"0,-40-40 31,81 0 63,-41 40-79,0 0-15,0 0 0,0 0 0,0 0 0,0 0 16,0 0-16,1 0 0,-1 40 16,0 0-16,0 0 0,-40 0 0,0 0 15,40 0-15,-40 0 16,0 41-16,0-41 0,-80 0 0,80 0 0,-40 0 15,0 40-15,-1-40 0,1 0 16,0 1-16,0-1 0,0 0 0,40 0 0,-40-40 16,40 40-16,40-120 31,-40 40-31,40 0 0,0-1 0,0 1 0,41 0 16,-41-40-16,0 40 0,0-40 15,40 40-15,-40-1 0,1-39 0,-1 40 0,40 0 16,-40 0-16,0 0 15,0 0-15,0 0 0,-40 0 0,41-1 0,-1 1 16,0 40-16,-40-40 0,40 40 16,-40-40-16,-40 40 15,0 40 1,0-40-16,-1 80 16,41-39-16,-80-1 0,40 0 0,0 40 0,40-40 15,-40 0-15,0 40 0,40-40 16,-40 1-16,40-1 0,0 0 0,0 0 0,0 0 15,0 0 1,40-40-16,-40 40 0,80-40 0,-40 0 16,40 0-16,-40 0 0,1 0 0,39 0 0</inkml:trace>
  <inkml:trace contextRef="#ctx0" brushRef="#br0" timeOffset="219.9887">8748 2125 0,'0'0'16,"-41"0"-16,-79 160 16,80-119-16,40-1 0,-40 120 15,0 41 17,160-41-17,0-80 1,1-120-1</inkml:trace>
  <inkml:trace contextRef="#ctx0" brushRef="#br0" timeOffset="519.9699">9149 2486 0,'0'-40'15,"0"80"-15,40-120 0,0-41 16,-40 81-16,40 40 31,-40 81-15,40 79-1,-40 0 17,40-120-17,121-160 1,40 0 0,-161 160 15,0 160-16,-40 1 1,-80-81 0</inkml:trace>
  <inkml:trace contextRef="#ctx0" brushRef="#br0" timeOffset="719.9601">10393 2285 0,'40'0'16,"-80"0"-16,120 0 16,-80 41-16,40-41 0,-40 120 15,40 40 1,-40-80 0,-40 1-16,-120 79 15,119-120-15,-79 121 16,80-121-16</inkml:trace>
  <inkml:trace contextRef="#ctx0" brushRef="#br0" timeOffset="1059.9385">12399 2285 0,'0'0'0,"0"41"15,0-1 1,0 0 0,-80 40-1,-121 40 1,81-80 0,40 0 15,120 1 0,0-1-31,160 80 16,41 121 15,40-41-15,-161-120-1,-39-40-15</inkml:trace>
  <inkml:trace contextRef="#ctx0" brushRef="#br0" timeOffset="1319.924">12439 2727 0,'0'0'0,"-40"0"16,40 40-1,281 0 1,80-40-1,-120 0 1,441 0 0,-120 0-1,-241 0 1,200 0 0,-360 0-1,80-40-15</inkml:trace>
  <inkml:trace contextRef="#ctx0" brushRef="#br0" timeOffset="1569.8884">15489 2526 0,'-40'0'15,"80"0"-15,-80-40 16,80 40 15,-40 40-15,80 0-16,-40-40 0,0 40 15,0 0 1,1-40-16,-1 40 0,-40 1 0,40-1 0,0 0 16,0-40-16,-40 40 0,40 0 0,-40 0 0,0 0 15,0 0-15,0 0 0,0 1 16,-40-1-16,0 0 0,0 0 0,-40-40 0,39 40 16,-39 0-16,0-40 15,40 40-15,-40-40 0,39 40 0,-39-40 0,40 0 16</inkml:trace>
  <inkml:trace contextRef="#ctx0" brushRef="#br0" timeOffset="1859.8521">17375 2446 0,'0'0'0,"40"0"47,-40 40-47,40-40 0,0 80 0,0-40 0,0 0 16,0 0-16,1 1 0,-1 39 15,0-40-15,0 0 0,0 0 0,-40 40 0,40-40 16,0 1-16,0 39 15,-40-40-15,41 0 0,-1 0 0,0 0 0,-40 0 16,40 0-16,0 0 0</inkml:trace>
  <inkml:trace contextRef="#ctx0" brushRef="#br0" timeOffset="2079.8798">18298 2686 0,'0'0'15,"0"-40"-15,-40 40 16,-1 0-16,1 81 16,-120 79 15,-81 121-15,0-1-1,161-119 1</inkml:trace>
  <inkml:trace contextRef="#ctx0" brushRef="#br0" timeOffset="2369.8645">19221 2326 0,'0'0'16,"-81"0"-16,-79 120 16,120-40-1,0 80 1,40 81 0,80 0-1,40-81 16,81-80-15,-121-80-16</inkml:trace>
  <inkml:trace contextRef="#ctx0" brushRef="#br0" timeOffset="2559.8514">20063 2566 0,'-40'0'16,"80"0"-16,-160 80 15,120-40-15,-40 161 16,40 80 0,40-81 15,-40-79-15</inkml:trace>
  <inkml:trace contextRef="#ctx0" brushRef="#br0" timeOffset="2879.8333">20866 2526 0,'-40'0'16,"-1"0"-16,1 0 16,-40 40-1,-121 40 1,-39 41 15,39-1-15,161-120-1,80 40 1,40 0 0,-40 0-1,121 41-15,80 39 31,-201-80-31,120 80 16,-79-120 0,39 40-16</inkml:trace>
  <inkml:trace contextRef="#ctx0" brushRef="#br0" timeOffset="3081.5599">21427 2446 0,'0'0'0,"41"0"0,39 80 16,-40 0-16,0-40 15,80 201 1,-120 80 15,-160-121-31,-322 41 31</inkml:trace>
  <inkml:trace contextRef="#ctx0" brushRef="#br0" timeOffset="4240.0039">4133 5093 0,'-40'-40'0,"40"0"16,0-1 0,40 41-16,121-80 15,-121 80-15,160 40 16,-119 241 0,-162 40 15,-79-80-16,80-121 1,120-160 0,160-241 15,41-40-15,-80 40-1,-41 161 16,-120 80-15,-120 80 0,-81 241-1,40 80 17,161-121-17,81-119 1,119-81 15,1-80-31</inkml:trace>
  <inkml:trace contextRef="#ctx0" brushRef="#br0" timeOffset="4480.0647">5618 4732 0,'-40'0'0,"80"0"0,-161 120 32,121-80-32,-40 0 0,40 121 15,0 120 1,40-41 0,0-120 15,81-39-16</inkml:trace>
  <inkml:trace contextRef="#ctx0" brushRef="#br0" timeOffset="4820.0439">5979 5133 0,'0'-40'16,"0"80"-16,0-120 0,0 120 31,40-40-16,80 200 1,-39-39 0,-81-41-1,-41-120 1,41-40 0,121-161-1,79-39 1,-159 200-16,79 0 31,-80 40-31,0 40 0,0 40 16,0 40-16,-40-40 15,-40 161 1,-80-121 15,120-80-15,40-40-16</inkml:trace>
  <inkml:trace contextRef="#ctx0" brushRef="#br0" timeOffset="5020.0337">7062 5454 0,'0'0'16,"-40"0"-16,40-40 16,40 40-1,40 0 1,41-40-16,-41-1 15,161 41 1,-40-40 0,-121 40-16</inkml:trace>
  <inkml:trace contextRef="#ctx0" brushRef="#br0" timeOffset="5360.0126">8346 5654 0,'-40'0'16,"80"0"-16,-80 40 16,120-40-16,-39-40 15,-1 40-15,0-40 0,-40 0 0,40 0 0,0 0 16,0 0-16,-40 0 0,40 40 16,-40-40-16,0-1 0,0-39 0,0 40 0,0 0 15,0 0-15,0 0 16,-40 0-16,40-41 0,0 41 0,-40 0 0,0 0 15,40 0-15,-40 40 16,0-40-16,0 40 16,40 40-1,-41 0 1,41 0-16,0 0 0,0 0 0,0 41 16,0-41-16,0 40 0,0-40 15,0 40-15,0-40 0,0 41 0,41-41 0,-41 0 16,0 0-16,40 0 15,-40 0-15,0 0 0,40 0 0,-40 0 0,40 1 16</inkml:trace>
  <inkml:trace contextRef="#ctx0" brushRef="#br0" timeOffset="5909.9366">9550 5855 0,'40'0'0,"-40"40"16,0 0 62,0 0-63,0 0-15,40-40 16,-40 40-16,0 0 16,0 1-16,-40-1 0,-40 0 15,40 0-15,0 0 0,0-40 0,-1 40 16,1-40-16,0 0 16,0 0-16</inkml:trace>
  <inkml:trace contextRef="#ctx0" brushRef="#br0" timeOffset="6509.9281">10353 5053 0,'-41'0'16,"82"0"-16,-82-40 16,41 80-1,0 40-15,41-40 0,-41 0 0,40 0 16,-40 40-16,40-39 0,-40-1 16,0 40-16,0-40 0,0 0 0,0 0 0,0 0 15,0 0-15,-40-40 16,40 40-16,0-80 15,40 0 1,-40 0-16,40 0 0,0 0 0,0-40 16,0 40-16,0 0 0,1-1 0,-1 1 15,0 0-15,0 40 16,0 0-16,-40 40 16,40 41-16,-40-41 15,0 0-15,0 0 0,0 0 0,0 0 0,0 0 16,0 0-1,40 0-15,1-40 32,-41-40-32,40 0 0,0 0 0,-40 0 15,40 0-15,0 0 0,0 0 0,0 0 16,-40-1-16,40 1 16,1 40-16,-1 40 15,-40 1 1,0-1-16,0 0 0,0 0 0,0 0 15,0 0-15,0 0 16,-40 0-16,40 0 0,0 0 0,0 1 16,0-1-16,0 0 0,40-40 15</inkml:trace>
  <inkml:trace contextRef="#ctx0" brushRef="#br0" timeOffset="6749.9281">11797 5534 0,'40'-40'15,"-80"80"-15,120-80 16,-39 80 0,-41 0-16,0 0 0,-41 0 15,-39 0-15,40-40 16,0 0-16,0 0 16,0 0-16,40-40 15,0 0 1,0 0-16,0 0 0,0 0 15,40 40-15,-40-40 0,40 40 16,0 0-16,0 0 0,0 0 0,0 0 16,1 0-16</inkml:trace>
  <inkml:trace contextRef="#ctx0" brushRef="#br0" timeOffset="7109.9166">12519 5494 0,'-80'-40'15,"40"40"-15,0 0 16,0 0-16,0 40 16,0 0-16,40 40 15,0-40-15,0 0 0,40-40 16,-40 40 0,40-40-16,0 0 0,0 0 0,0 0 15,0-40-15,0-40 16,1 80-16,-41-40 0,0 0 0,40 0 15,-40 0-15,0 0 16,0 0-16,0-41 0,0 41 0,0 0 0,0-40 16,0 40-16,-40-40 0,40 39 0,0 1 15,-41 0-15,1 40 16,40 40-16,0 41 16,-40-41-16,40 40 15,0-40-15,0 40 0,0 0 0,0 1 0,0-41 16,0 40-16,0 0 0,0-40 15,0 40-15,0-39 0,40-1 0,-40 40 0,0-40 16,40-40-16,-40 40 16,0 0-16</inkml:trace>
  <inkml:trace contextRef="#ctx0" brushRef="#br0" timeOffset="7489.8181">13442 4972 0,'-40'81'15,"40"-41"-15,0 0 16,0 120 0,-40 1-1,40 39 1,-80-120 15</inkml:trace>
  <inkml:trace contextRef="#ctx0" brushRef="#br0" timeOffset="7759.8736">13523 5173 0,'0'40'16,"0"0"-16,80 121 15,-40-81 1,40 40 0,41 0-1,-41-79 1,-80-162 0,0 41-1,-40-201 1,0 41 15,40 200-31,40 40 31</inkml:trace>
  <inkml:trace contextRef="#ctx0" brushRef="#br0" timeOffset="8009.8732">14566 4692 0,'0'40'32,"40"80"-17,0 161 1,0 120 15,-240-40-15,-81-80-1</inkml:trace>
  <inkml:trace contextRef="#ctx0" brushRef="#br0" timeOffset="8589.7771">16331 4652 0,'-80'0'32,"160"0"-32,-200 0 0,0 80 15,80-40-15,-1 0 0,-79 40 16,0 41 0,-1-1-1,81-80 1,161-120 15,-41 40-31,120 40 16,1 280 15,-81-79-31,1 40 31,-81-161-15</inkml:trace>
  <inkml:trace contextRef="#ctx0" brushRef="#br0" timeOffset="9049.8198">16211 5133 0,'-40'0'16,"80"0"-16,-120 0 16,40 0-16,40 40 15,240 80 1,282-39 15,80-81-15,-201 0-16,201 0 31,-441 0-31,39-121 31,-280 41-15,40 80-16,-161-80 15,121 0 1,0-1 0,80 41-1,0 0 1,40 40 0,80 40-1,-39 0 1,79 41-16,41 79 31,-161 41-15,-241-1-1,-120-120 1,40-40 0</inkml:trace>
  <inkml:trace contextRef="#ctx0" brushRef="#br0" timeOffset="9509.7227">21066 4531 0,'0'0'15,"-40"0"1,0 81 0,80 39-1,241 241 1,0-40 15,-121-161-15,-79-120-16</inkml:trace>
  <inkml:trace contextRef="#ctx0" brushRef="#br0" timeOffset="9709.7812">21748 4772 0,'0'0'0,"0"-40"16,-40 40 0,-120 160-1,39-39 1,-159 199 0,-41-79 15,160-121-16</inkml:trace>
  <inkml:trace contextRef="#ctx0" brushRef="#br0" timeOffset="9999.7662">22270 4732 0,'0'0'0,"0"-40"16,-40 40-16,-80 0 15,-121 120 1,40 201 0,201-40 15,121-161-31,79-40 31,81-80-15,-201-40-16</inkml:trace>
  <inkml:trace contextRef="#ctx0" brushRef="#br0" timeOffset="10419.6852">22952 4411 0,'-40'0'0,"80"0"0,-120 40 32,80 0-32,0 0 15,0 0 1,40-40 46,0 0-46,0 0 0,1 0-16,-1 0 15,-40 41 63,0-1-78,0 0 16,0 0-16,0 0 0,0 0 16,0 40-16,0-40 0,0 41 0,0-1 0,0 0 15,0-40-15,0 40 0,0-40 0,0 41 0,0-41 16,0 0-16,0 0 16,0 0-16,0 0 0</inkml:trace>
  <inkml:trace contextRef="#ctx0" brushRef="#br0" timeOffset="10749.7219">24036 4652 0,'0'0'0,"-81"40"31,1 0-31,-40 0 16,40 0-1,-81 80 1,41-80 0,39-40-1,122 0 1,-1 0 0,40 121-1,161-1 1,-1 0 15,-39-79-15,-121-41-16</inkml:trace>
  <inkml:trace contextRef="#ctx0" brushRef="#br0" timeOffset="10979.7076">24597 4491 0,'0'40'16,"41"-40"0,-1 81-16,80 119 15,-40 81 17,-40 40-17,-280-121 1,159-120-1,1-80-15</inkml:trace>
  <inkml:trace contextRef="#ctx0" brushRef="#br0" timeOffset="11299.689">25922 5093 0,'40'-40'15,"0"40"1,40-81 0,-40-39-1,-80 0 1,-241 80 0,41 160 15,159-40-31,41 161 31,201-41-15,120-79-1,-41-81 1,-200-40-16</inkml:trace>
  <inkml:trace contextRef="#ctx0" brushRef="#br0" timeOffset="11549.6753">26483 4491 0,'0'0'0,"0"-40"31,41 40-15,39-40-1,201 0 1,-241 40-16</inkml:trace>
  <inkml:trace contextRef="#ctx0" brushRef="#br0" timeOffset="11899.6542">27487 4210 0,'0'0'0,"120"-80"16,-120 40-1,80-160 1,-80-1 15,-40 121-15,40 120-1,0 40 1,0 0-16,0 241 31,0 0-15,0-281-16,-40 161 15,40-121 1,-80-40 0,-121-80-1,121 0-15</inkml:trace>
  <inkml:trace contextRef="#ctx0" brushRef="#br0" timeOffset="12039.647">27406 3368 0,'0'-40'16,"0"80"-16</inkml:trace>
  <inkml:trace contextRef="#ctx0" brushRef="#br0" timeOffset="12489.5507">28289 3569 0,'0'0'0,"0"-40"0,0 0 16,40 40-16,0-41 15,0 41 1,1 0-16,-1 0 0,-40 81 0,40-81 16,-40 40-16,40 0 0,-40 0 15,0 40-15,0-40 0,0 0 0,0 1 0,-80-1 16,80 0-16,-81 0 15,41-40-15,0 40 0,0-40 0,40 40 0,-40-40 16,0 0-16,40-40 16,80 0-1,-40 0-15,0 40 16,0 0 0,1 40-16,-1-40 0,-40 80 0,40-40 15,-40 0-15,40 0 0,-40 0 16,40 41-16,-40-41 0,40 0 0,-40 0 0,0 0 15,40 0 1,0-40-16</inkml:trace>
  <inkml:trace contextRef="#ctx0" brushRef="#br0" timeOffset="12849.5999">29132 3689 0,'-40'0'0,"80"0"0,-161 161 32,121-121-32,-80 120 15,80 0 1,0-200 0,0 0-1,0-40 1,0 40-16,40 0 0,-40-40 15,40 40-15,-40-1 0,41 1 16,-1 0-16,-40 0 0,0 0 0,40 40 0,-40-40 16,40 40-16,-40 80 15,40-40 1,-40 0-16,0 0 0,0 1 0,40-1 0,-40 40 16,0-40-16,40-40 0,-40 40 15,0 0-15,40 0 0,-40 0 0,0 0 0,41-40 16,-41 41-16,0-1 15,40-40-15,-40 40 16</inkml:trace>
  <inkml:trace contextRef="#ctx0" brushRef="#br0" timeOffset="13052.8862">28931 3569 0,'-40'0'0,"80"0"0,-80-40 15,40 0-15,120-1 16,161-39 0,40 80 15,-200 40-31</inkml:trace>
  <inkml:trace contextRef="#ctx0" brushRef="#br0" timeOffset="13279.9581">28450 4772 0,'-41'40'15,"82"-80"-15,79 80 16,-80-40-16,40 0 0,121 0 31,120-40-15,-80 0-1,-121-40 1</inkml:trace>
  <inkml:trace contextRef="#ctx0" brushRef="#br0" timeOffset="13519.9804">28811 5053 0,'0'0'16,"-40"40"0,40 0-16,0 0 0,0 80 31,0-80-31,0 1 0,0-1 15,0 40 1,0-40 0,-41-40-1</inkml:trace>
  <inkml:trace contextRef="#ctx0" brushRef="#br0" timeOffset="13839.9633">28891 5053 0,'40'0'32,"-40"40"-17,40 0-15,-40 0 0,40-40 0,-40 40 16,41 0-16,-1-40 0,-40 40 16,40 0-16,0 1 0,0-1 15,0 0 1,0-40-16,-40 40 0,40-40 15,1-40 1,-41 0-16,0 0 16,0-1-16,0 1 0,40 40 0,-40-40 0,0 0 15,0 0-15,0 0 16,40 0-16,-40 0 0,0 0 0,0-1 16</inkml:trace>
  <inkml:trace contextRef="#ctx0" brushRef="#br0" timeOffset="14159.9441">30015 4210 0,'0'-40'31,"0"80"-31,0-40 62,0 41-62,0-1 0,40 0 0,-40 0 0,0 0 16,0 0-16,40 40 16,-40-40-16,0 1 0,0-1 0,0 0 0,0 0 15,40 0-15,-40 0 0,0 0 16</inkml:trace>
  <inkml:trace contextRef="#ctx0" brushRef="#br0" timeOffset="14549.9255">30616 4170 0,'0'0'16,"0"40"0,-40 1-1,0-41 1,-80 80-1,40-40 1,-41 0 0,81-40-1,40 40 48,40-40-63,-40 40 0,40-40 31,0 40-31,1 0 0,-1-40 0,0 41 16,0-41-16,0 0 0,-40 40 0,40-40 15,0 40-15,0 0 16,1 0-16,-41 0 16</inkml:trace>
  <inkml:trace contextRef="#ctx0" brushRef="#br0" timeOffset="15589.8049">31098 4692 0,'0'40'109,"40"-40"-109,0 0 47,0 0-15,0 0-17,1 0 1,-1-40-16,-40 0 15,40 0 1,-40-1-16,0 1 0,0 0 0,0 0 16,0 0-16,0 0 0,0 0 0,0 0 15,0 0 1,0-1-16,0 1 0,0 0 0,0 0 16,0 0-1,0 0-15,-40 40 16,40 40 46,0 0-62,0 0 0,0 0 16,0 0 0,0 1-16,-40-1 0,40 0 0,0 0 15,-41-40-15,41 40 0,0 0 16,0 0-16,-40 0 0,40 0 0,0 1 15,0-1-15,0 0 16,81 0-16,-41 0 16,0-40-16,0 0 0,0 0 0,0 0 15,0 0-15,0 0 0,1 0 16,-1 0-16,0 0 0,0 0 0,0-40 0,0 0 16,0 40-1,-40-40-15,-80 40 16,40 0-1,0 0-15,-40 0 0</inkml:trace>
  <inkml:trace contextRef="#ctx0" brushRef="#br0" timeOffset="23683.7505">4213 7780 0,'-40'0'0,"0"-40"16,0 40-1,40-40-15,-40 40 0,0 0 0,40-40 16,-40 40 0,120 0-1,0 0 1,-40 0-16,0 0 0,0 0 0,41 40 15,-41-40-15,40 40 0,-40 0 0,0 0 0,41 0 16,-81 0-16,40 40 0,-40-40 16,40 1-16,-40-1 0,0 0 0,0 0 0,-80 0 15,80 0-15,-41 0 16,1 0-16,0 0 0,0-40 0,40 41 0,-40-41 16,0 0-16,40-41 15,0 1-15,0 0 0,0 0 16,80 0-16,-80-40 15,40 40-15,0 0 0,0-1 0,1 1 0,-1 0 16,0 0-16,0 0 0,0 0 0,0 0 0,0 0 16,0 0-16,-40 0 0,41-1 15,-1 41-15,0-40 0,0 0 0,0 0 16,0 40 0,-40-40-16,-80 40 15,80 40-15,-80-40 16,40 80-16,-1-40 0,1 1 0,0-1 0,0 0 15,0 40-15,40-40 0,-40 0 0,40 0 0,0 0 16,0 0-16,-40 1 16,40-1-16,0 0 0,0 0 0,80 0 15,-40-40-15,-40 40 16,40-40-16,0 0 0,0 0 0,1 0 16,-1 0-16,0 0 15,0 0-15,0-40 0,0 40 0,0-40 0</inkml:trace>
  <inkml:trace contextRef="#ctx0" brushRef="#br0" timeOffset="23963.7713">5899 7379 0,'-41'-40'0,"82"80"0,-242-80 31,161 80-31,0 40 15,0-40-15,-1 80 16,41 1 0,0 39-16,0 81 31,121-81-15,-81-120-1,80 0 1,-80-40-16</inkml:trace>
  <inkml:trace contextRef="#ctx0" brushRef="#br0" timeOffset="24433.7432">6139 7700 0,'0'0'15,"40"-81"1,1 81 15,-1 41-31,0-1 16,80 160-1,-120-120 1,0 41 0,0-81-1,0-120 17,161-121-17,-41 41 1,0 79-1,-39 81-15,-41 161 32,-40 39-17,-40 1 1,0-121 0,120-80-1</inkml:trace>
  <inkml:trace contextRef="#ctx0" brushRef="#br0" timeOffset="24633.7318">7423 8061 0,'0'0'0,"41"0"31,39-41-31,-40 41 0,0 0 0,0-40 15,0 40-15,0 0 0,1 0 0,-1 0 0,0 0 16,0-40-16,0 40 16,0 0-16,0 0 0</inkml:trace>
  <inkml:trace contextRef="#ctx0" brushRef="#br0" timeOffset="24863.7186">8386 7339 0,'-40'-40'15,"80"80"-15,-120-80 16,80 80-16,0 80 16,40 81 15,0 79-16,-40-240-15,0 0 0,-40 121 16</inkml:trace>
  <inkml:trace contextRef="#ctx0" brushRef="#br0" timeOffset="25083.7056">9028 8341 0,'0'40'31,"0"1"-31,0-1 16,-40-40-16,40 40 16,-40 0-16,40 0 0,-40-40 0,0 40 15,40 0-15,-40-40 0,40 40 16,-40-40-16,0 40 0</inkml:trace>
  <inkml:trace contextRef="#ctx0" brushRef="#br0" timeOffset="25743.6676">9711 7459 0,'0'0'16,"-41"-40"-16,82 80 31,-1 40-15,40 0-16,-80 1 15,40 159 1,-40-119 0,0-81-1,0 0 1,40-241-1,161-39 1,-81 159 15,-80 81-31,41 161 32,-81 39-17,0-119 1,0-41-16,80-40 15,40-161 17,41-39-17,-41 200 1,-80 40 0,-40 0-1,40 120 1,-80-39-1,40-41 1,0-40-16</inkml:trace>
  <inkml:trace contextRef="#ctx0" brushRef="#br0" timeOffset="25993.6536">11637 7860 0,'0'80'16,"-40"-40"-16,-1 0 15,-79 41 17,80-41-32,0-40 31,80-121-15,0 41-1,121-40 1,-1 120-1,-40 0 1,-39 40-16</inkml:trace>
  <inkml:trace contextRef="#ctx0" brushRef="#br0" timeOffset="26343.6324">12158 7820 0,'0'0'16,"-40"0"-16,-80 0 31,40 120-16,80 1 1,0-81 0,80 0-1,0-120 1,-40-1 0,-40-119-1,0 80 1,0-81-1,0 161 1,0 80 0,-40 80-1,40 121 17,0-81-32,161 81 31,-121-161-31,80 0 15</inkml:trace>
  <inkml:trace contextRef="#ctx0" brushRef="#br0" timeOffset="26833.6044">12881 7579 0,'0'40'15,"0"-80"-15,-41 80 0,41 81 16,-40-81-16,40 80 31,0 0-31,0-39 32,0-121-17,0-41 1,0-79-1,81-81 1,-41 121 0,0 120-16,40 80 31,0 81-31,-40-81 16,81 40-1,39 0 1,1-79-1,-81-202 1,-80-39 15,-40 119-31,-80-159 32,79 160-17,82 80 1</inkml:trace>
  <inkml:trace contextRef="#ctx0" brushRef="#br0" timeOffset="27023.596">14245 7138 0,'0'0'0,"80"80"15,-80 41 1,40 159-1,-40-79 1,-200 80 0,-41-41-1,201-240-15</inkml:trace>
  <inkml:trace contextRef="#ctx0" brushRef="#br0" timeOffset="27663.4855">16853 7098 0,'-40'0'0,"0"80"16,0-80-16,0 40 15,-1 0-15,1 1 0,0 39 0,-40-40 0,40 0 16,0 40-16,-41-40 0,41 0 0,-40 41 0,40-41 16,0 0-16,0 0 0,0-40 15,40 40-15,-41-40 0,41 40 0,0-80 32,41 0-32,-41 0 15,40 40-15,-40-40 16,40 40-16,0 0 0,0 0 15,-40 40-15,40-40 0,0 80 0,-40-40 0,40 0 16,1 0-16,-1 41 16,0-41-16,0 0 0,-40 0 0,40 0 0,0 0 15,0-40-15,-40 40 0,40-40 16,1 0-16,-1 0 0,0-40 16</inkml:trace>
  <inkml:trace contextRef="#ctx0" brushRef="#br0" timeOffset="28085.0856">16572 7780 0,'-40'0'15,"80"0"-15,-80 40 0,40 0 0,120 40 32,242-40-17,-202-40 1,-80 0-16,362-120 15,-362 120-15,0-40 0,201-80 32,-241-1-32,-80 1 31,-40 0-15,40 80-1,80 80 16,0 0-15,-40 0-16,40 0 0,-40 0 0,40 0 0,-40 0 16,40 41-16,-40-41 0,41 0 15,-41 40-15,40-40 0,-40 0 0,0 0 0,0 0 16,0 0-16,0 1 16,0-1-16,-40 0 0,-41 0 0,41 0 0,0-40 15,0 0-15,0 40 16,0-40-16,-1 0 0,1 0 15</inkml:trace>
  <inkml:trace contextRef="#ctx0" brushRef="#br0" timeOffset="28513.5774">19782 7339 0,'0'0'16,"-40"0"-16,40-40 0,-40 40 0,0 0 31,40 40-15,80 80-1,41 40-15,79 81 31,-160-161-31,41 0 0,-41-39 0,40 39 16,0 80 0,-40-160-1</inkml:trace>
  <inkml:trace contextRef="#ctx0" brushRef="#br0" timeOffset="28723.548">20545 7499 0,'-161'0'32,"322"0"-32,-442 80 15,241-40-15,-81 121 16,81-81 0,-160 201-1,-1-41 16,161-119-31</inkml:trace>
  <inkml:trace contextRef="#ctx0" brushRef="#br0" timeOffset="29073.5457">21869 7299 0,'-80'0'16,"160"0"-16,-321 0 15,201 0-15,0 0 16,-121 160-1,41 0 1,80 121 0,80-40-1,0-161-15,161 80 32,-161-119-32,40-41 0,121 40 31,-121-40-31</inkml:trace>
  <inkml:trace contextRef="#ctx0" brushRef="#br0" timeOffset="29873.4989">22511 7419 0,'0'40'375,"0"0"-360,0 40 48,0-40-63,0 1 16,0-1-16,0 40 0,0-40 0,0 0 0,0 40 15,0-40-15,0 0 16,0 1-16,0-1 0,0 0 0,0 0 0,0 0 15,0 0-15,0 0 0,0 0 16</inkml:trace>
  <inkml:trace contextRef="#ctx0" brushRef="#br0" timeOffset="30203.4088">23153 7499 0,'0'40'16,"-120"0"15,-1 41-31,-79-1 32,159-80-32,-39 80 0,40-80 0,-80 40 31,80-40-31,40 40 15,120-40 17,-40 0-32,121 120 31,-1-39-15,1-1-1,-81-40 1</inkml:trace>
  <inkml:trace contextRef="#ctx0" brushRef="#br0" timeOffset="30413.4666">23634 7499 0,'0'0'15,"41"0"-15,-1 0 16,-40 40-16,80-40 0,40 161 15,-39 119 17,-81-199-32,-81-1 0,-79 120 31,120-200-31,-121 81 16,121-81-16</inkml:trace>
  <inkml:trace contextRef="#ctx0" brushRef="#br0" timeOffset="31103.3539">25520 7780 0,'0'40'15,"0"0"-15,41-40 0,79 0 16,-80 40 0,40-40-16,-40 0 0,81 0 31,-81 0-31,0-80 16,-40 40-1,-80-40 1,-121-1-1,1 162 1,39 79 15,161-80-31,0-40 0,0 41 16,40-41-16,81 80 16,79-40 15,41-80-16,-161-40-15</inkml:trace>
  <inkml:trace contextRef="#ctx0" brushRef="#br0" timeOffset="31333.3687">26443 7419 0,'0'0'16,"40"0"-1,41 0 17,159-40-17,-119 40 1,-81 0-16,0-40 0</inkml:trace>
  <inkml:trace contextRef="#ctx0" brushRef="#br0" timeOffset="31653.3223">27286 7178 0,'80'0'0,"-80"-40"0,40 40 16,-40-40-16,40 40 15,-40-40-15,41 0 0,-41 0 0,40 0 0,-40 0 16,0-1-16,0 1 0,0 0 0,40 0 0,-40 0 16,0 0-16,0 0 15,-40 40-15,40 40 32,0 0-17,0 0-15,0 0 0,0 40 16,0-39-16,40 39 0,-40-40 0,0 40 0,0 0 15,0-40-15,0 41 0,0-1 0,40-40 0,-40 0 16,0 40-16,0-40 16,0 0-16,-40 1 0,0-1 0,0-40 15,-1 0-15,1 0 16,0 0-16,0 0 0</inkml:trace>
  <inkml:trace contextRef="#ctx0" brushRef="#br0" timeOffset="31823.3137">27446 6537 0,'0'0'0,"-40"0"16,80 0 31</inkml:trace>
  <inkml:trace contextRef="#ctx0" brushRef="#br0" timeOffset="32183.3652">28369 6737 0,'40'0'15,"1"0"-15,-1 0 16,40 40 0,-40 81-1,-40-81-15,0 0 16,0 0-16,-120 80 16,-41-40 15,241-160-16,1 80 1,-1 0 0,-40 0-16,80 40 15,-79 0-15,-1 0 0,0 1 16,0-1 0</inkml:trace>
  <inkml:trace contextRef="#ctx0" brushRef="#br0" timeOffset="32543.3433">29212 6817 0,'0'-40'0,"0"80"0,0-40 32,0 40-32,0 1 0,-80 199 31,80-200-31,0 0 0,-40 81 15,40-81 17,40-241-17,40-39 1,0 159 0,-40 1-1,41 80 1,-41 80-1,0 121 1,0-1 15,-40-159-31,0-1 16</inkml:trace>
  <inkml:trace contextRef="#ctx0" brushRef="#br0" timeOffset="32723.3353">29132 6777 0,'40'-40'31,"0"0"-31,161-40 16,80 0-1,-81 39 1,-160 41-1</inkml:trace>
  <inkml:trace contextRef="#ctx0" brushRef="#br0" timeOffset="32963.3187">28891 7780 0,'0'0'0,"0"40"16,0 0 0,161-40-1,79 0 1,-119-40 0,-81 40-16,40-40 15,-40 0-15,40 0 16,-39 40-16</inkml:trace>
  <inkml:trace contextRef="#ctx0" brushRef="#br0" timeOffset="33473.7172">29292 7980 0,'0'0'16,"-40"121"-1,40-41 1,0 40-1,-40 1 1,0-81 0,40 0 15,40-120-15,0-1-1,40-39 1,-80 0-1,0 80 1,0 80 15,41 0-31,39 80 32,0-80-32,40 40 31,1-39-16,-81-122 1,-40 1 0,0-40-1,0-41 1,0 81 15</inkml:trace>
  <inkml:trace contextRef="#ctx0" brushRef="#br0" timeOffset="33713.6677">30295 7098 0,'0'0'0,"-40"0"0,40 40 32,0 80-17,40-39 1,1 119 0,-41-39-1,0-121-15,40 80 31</inkml:trace>
  <inkml:trace contextRef="#ctx0" brushRef="#br0" timeOffset="34133.6235">30737 7459 0,'0'-40'0,"0"0"0,-40 40 46,0 0-46,-1 0 16,1 0-16,0 0 16,0 0-16,40 40 0,-40-40 0,0 0 15,0 40 1,40 0-16,-40-40 0,40 40 16,0 0-1,0 0 16,40-40-15,0 0 0,0 0-1,-40 41-15,40-41 0,0 0 16,0 0 0,0 0-16,-40 40 0,41-40 15,-1 0-15,0 0 16,0 0-16,-40 40 0,40-40 0,0 0 0,0 40 15,0-40-15,1 40 0,-1 0 0,0 0 16,0-40-16,0 0 16,0 40-16,0-40 0,0 0 0</inkml:trace>
  <inkml:trace contextRef="#ctx0" brushRef="#br0" timeOffset="46523.0053">2648 11871 0,'0'-41'0,"-40"41"15,40-40-15,-40 40 16,0-40-16,40 0 0,-40 40 15,40-40-15,0 0 0,0 0 16,0 0-16,40 40 16,-40-40-16,40 0 0,0-1 0,0 41 0,0-40 15,41 0-15,-41 40 0,0-40 16,40 40-16,-40-40 0,41 40 0,-41 0 0,0 0 16,0 0-16,0 40 15,0-40-15,0 80 0,-40-40 0,40 41 0,-40-41 16,0 80-16,0-40 0,-80 0 0,40 41 0,0-1 15,0-40-15,0 41 0,0-41 16,-1 0-16,1 0 0,0-40 0,40 0 0,-40 1 16,0-41-1,40-41 1,80 41-16,-80-80 0,40 40 16,0-40-16,41 0 0,-41 40 0,0-41 0,40 1 15,-40 40-15,41-40 16,-41 40-16,0-40 0,40 39 0,-40 1 0,0 0 15,1 0-15,-1 0 0,0 0 0,0 0 0,-40 0 16,40 40-16,-40-40 0,40 0 16,0-1-16,-40 1 15,0 80 1,-40-40 0,40 81-16,-80-41 0,40 0 15,0 0-15,0 0 0,-1 0 0,1 0 0,40 0 16,-40 0-16,40 1 0,0-1 0,0 0 15,0 0 1,40-40-16,-40 40 0,40-40 0,1 0 16,-1 0-16,0 0 15,0 0-15,0 0 0,0-40 0,40 40 0,-39-40 16,-1 40-16</inkml:trace>
  <inkml:trace contextRef="#ctx0" brushRef="#br0" timeOffset="46752.9887">4414 11149 0,'0'0'0,"-120"-40"31,39 40-31,41 80 0,0-40 16,0-40-16,0 160 15,80 81 1,0-161-1,40-40-15,41 121 16,-81-121-16,0 0 0,40 40 31,-40-80-31</inkml:trace>
  <inkml:trace contextRef="#ctx0" brushRef="#br0" timeOffset="47093.0423">4815 11309 0,'40'0'32,"-80"0"-32,120 80 15,-80 1-15,41-1 16,-1 0 0,-40-40-16,0 40 15,0-40-15,40-40 16,0-40-1,120-240 1,-119 199 0,-1 41-16,40 0 15,-40 40-15,-40 80 32,0-40-32,40 161 15,-40-121-15,0-40 0,0 40 16,0 41-16,0-81 0,0 40 15</inkml:trace>
  <inkml:trace contextRef="#ctx0" brushRef="#br0" timeOffset="47283.0319">6019 11510 0,'0'0'0,"-40"0"16,0 0-1,160 0 1,-80 0-16,161-40 31,-161-1-31,40 41 0,-40-40 0,81 0 16</inkml:trace>
  <inkml:trace contextRef="#ctx0" brushRef="#br0" timeOffset="47493.0188">7022 10828 0,'0'-40'15,"0"80"-15,-40-80 16,40 80 0,-40-40-1,40 321 1,40 0-1,0-201 1,-40-80-16,40 160 0</inkml:trace>
  <inkml:trace contextRef="#ctx0" brushRef="#br0" timeOffset="48677.3013">8065 12031 0,'-40'0'15,"40"40"1,0 0-16,0 0 16,0 0-1,-40 1-15,40-1 0,0 0 0,-40 0 16,40 0-16,-40-40 16,40 40-16,-40 0 0,40 0 0,-40-40 0,0 40 15,40 0-15,-41-40 0</inkml:trace>
  <inkml:trace contextRef="#ctx0" brushRef="#br0" timeOffset="49347.2562">8748 11389 0,'0'0'16,"0"-40"-16,-41 0 0,1 40 15,40 40 1,81 0-1,-41 81 1,0-81-16,0 160 16,-40-160-16,0 0 0,0 41 31,40-121-15,0-1-1,81-199 1,-1-1-1,-40 201 1,-40 80 0,-40 40-16,0 1 15,0-41-15,0 200 16,0-159 0,0-41-16,0 0 0,0-80 15,0 0-15,40-1 16,-40-39-16,121-120 15,-81 120-15,0 39 0,0-79 32,0 80-32,0 200 31,-40 161-15,0-40-1,81-201 1,-41-80-16</inkml:trace>
  <inkml:trace contextRef="#ctx0" brushRef="#br0" timeOffset="49577.2855">10232 11389 0,'0'-40'16,"0"80"-16,40-120 16,-40 40-16,0 80 0,40 40 15,-40-40-15,0 81 16,0-81-16,-120 160 15,80-160 1,40 1-16,-80-41 16,80-41-16,0 1 15,80-200 1,80 39 15,-119 161-31,-1 0 0,0 40 0</inkml:trace>
  <inkml:trace contextRef="#ctx0" brushRef="#br0" timeOffset="49967.2612">11316 11470 0,'-81'0'16,"1"0"-16,-120 40 15,-1 40 16,201 0-15,201-40 0,-41-120 15,-120 0-31,0 40 0,-40-161 31,0 161-31,0-40 0,0 40 0,-80-321 16,40 321-16,0-121 31,0 121-15,40 80-1,-40 121 1,40-81-16,0 241 16,0-201-16,0-40 0,40 121 15,-40-121-15,80 0 16,-80 0-16,120 1 15</inkml:trace>
  <inkml:trace contextRef="#ctx0" brushRef="#br0" timeOffset="50457.2344">11877 11068 0,'0'0'16,"0"41"0,0-1-16,0 0 15,0 0-15,0 0 0,-40 0 0,40 40 0,0-40 16,-40 41-16,40-41 16,0 0-16,0 0 0,0 0 0,0 0 15,0 0-15,0-120 16,0 40-1,0-40-15,40 40 0,-40-41 0,0 41 16,0-40-16,40 0 16,-40 40-16,41-40 0,-41 39 0,40-39 0,-40 40 15,40 40-15,0 40 16,-40 0-16,40 0 0,0 1 16,-40 39-16,40-40 15,0 40-15,1-40 0,-1 0 0,-40 41 0,40-41 16,0 0-16,0 0 0,0-40 0,-40 40 15,40-40-15,-40-80 16,40 80-16,-40-40 0,0 0 16,0-1-16,0 1 15,0-40-15,0 40 0,-40 0 0,40-40 0,0 40 16,-40-41-16,40 41 0,0 0 16,0 0-16,-40 40 0,40-40 0,0 80 31,40-40-31,-40 40 15</inkml:trace>
  <inkml:trace contextRef="#ctx0" brushRef="#br0" timeOffset="50697.2205">13202 10387 0,'0'0'0,"0"40"31,40-40-31,-40 80 0,40-40 0,-40 0 16,80 40-16,-80-39 0,40 39 15,-40 0-15,40 0 0,-40 0 0,0 1 0,0 39 16,0-40-16,0 0 16,0 1-16,-40 39 0,40-40 0,-80 0 0,40-40 15,0 41-15,-41-1 0,41-40 0,0 0 0,0 0 16</inkml:trace>
  <inkml:trace contextRef="#ctx0" brushRef="#br0" timeOffset="51097.196">14767 10547 0,'0'0'0,"-81"0"31,81 40-31,-40 0 0,40 0 0,-80 1 16,40 39-16,-41-40 0,41 0 16,0 40-16,-40-40 0,40 40 0,-40-39 0,39-1 15,1 0-15,0 0 0,0 0 0,40-80 31,40 40-15,-40-40-16,40 40 0,-40-40 16,40 40-16,1 0 0,-1 0 0,0 0 15,0 80-15,0-40 16,0 0-16,0 0 0,-40 0 0,40 41 0,1-41 16,-1 40-16,-40-40 0,0 0 15,40 40-15,-40-40 0,0 0 0,40 1 0,-40-1 16,0 0-16,40-40 0,0 0 15</inkml:trace>
  <inkml:trace contextRef="#ctx0" brushRef="#br0" timeOffset="51517.1734">14847 11309 0,'-161'40'15,"161"0"-15,-40-40 31,241 40-15,200-40 0,0 0 15,-40-40-15,-200-40-1,-201 0 1,-40 0 15,39 40-31,1 40 0,40-81 16,0 41-16,-40-80 15,40 80 1,0 0-16,80 40 16,-39 0-16,-41 40 15,160 160 1,-160-119-1,40-1-15,-40 120 16,-80-119-16,80-41 0,-161 120 16,121-120-16,-241 121 31,241-161-31</inkml:trace>
  <inkml:trace contextRef="#ctx0" brushRef="#br0" timeOffset="53647.3108">26002 9103 0,'-40'0'0,"40"40"0,-40-40 16,0 0-16,-1 0 16,1 0-16,0 0 0,40-40 31,40 40 47,0 0-78,1 0 0,-1 0 16,0 0-16,0 0 0,40-40 15,-40 40-15,41 0 0,-1 0 0,-40 0 0,40 0 16,0 0-16,1-40 16,-1 40-16,0 0 0,0 0 0,1 0 0,-1 0 15,0 0-15,41 0 0,-41 0 0,0 0 0,0 0 16,41 40-16,-41-40 0,40 40 15,-39-40-15,39 0 0,-40 40 0,41-40 0,-1 41 16,-40-41-16,41 0 16,-41 0-16,40 0 0,-40 0 0,1 40 0,-1-40 15,0 0-15,1 0 0,-1 0 16,0 0-16,0 0 0,1 0 0,-41 0 0,40 0 16,0 0-16,0 0 15,1 0-15,-41 0 0,40 0 0,0 0 0,-40 0 16,41 0-16,-1 0 0,-40-40 0,40 40 0,-40 0 15,1 0-15,39 0 0,-40 0 16,0 0-16,0 0 0,0 0 0,0 0 0,1-41 16,-1 41-1,0 0-15,40 0 0,-40 0 0,0 0 0,0 0 16,1 0-16,-1 0 0,0 0 16,0 0-16,0 0 0,0 0 0,0 41 15,0-41-15,1 0 0,-1 0 16,0 40-1,0-40-15,0 0 16,0 0 0,0 0-16,0 0 0,1 0 0,-1 0 15,0 0 1,0 0-16,0 0 0</inkml:trace>
  <inkml:trace contextRef="#ctx0" brushRef="#br0" timeOffset="59366.9804">21066 9865 0,'0'0'31,"-40"0"-31,0-40 15,120 40 1</inkml:trace>
  <inkml:trace contextRef="#ctx0" brushRef="#br0" timeOffset="66166.7126">29493 9785 0,'0'0'31,"0"-40"-31,40 0 16</inkml:trace>
  <inkml:trace contextRef="#ctx0" brushRef="#br0" timeOffset="67066.6978">30697 9905 0,'0'0'0,"0"-40"16,40 0 0,0 40-16,0-40 15,0 40-15,121-40 16,-1 0 0,-120 40-1</inkml:trace>
  <inkml:trace contextRef="#ctx0" brushRef="#br0" timeOffset="74556.3797">22150 14678 0,'40'0'78,"40"0"-62,-40 0-1,0 0-15</inkml:trace>
  <inkml:trace contextRef="#ctx0" brushRef="#br0" timeOffset="121229.852">18258 10828 0,'40'0'0,"0"0"16,-40-40-1,0 0 17,-40 0-17,0 40 1,-1 0-1,1 0 1,0 0-16,0 40 16,0 0-16,40 0 0,0 0 0,-40 0 15,40 40-15,0-40 0,-40 0 0,40 1 0,0-1 16,-41 0-16,41 0 16,0 0-16,0 40 0,0-40 0,-40 0 0,40 1 15,0 39-15,0-40 0,-40 0 16,0 0-16,40 0 0,-40 0 0,0 0 0,40 0 15,-40 1-15,0-1 16,-1-40-16,1 40 0,0-40 0,0 0 16,40-80-1,0 39 1,40 1-16,-40 0 0,40 40 0,-40-40 16,40 40-16,-40-40 15,41 40-15,-1 0 16,-40 40-16,40-40 0,-40 40 15,0 0-15,0 0 0,40 1 0,-40-1 0,0 0 16,0 0-16,40 0 16,-40 0-16,0 0 0,40 0 0,-40 0 0,40 1 15,-40-1-15,0 0 0,40 0 0,1 0 0,-41 0 16,40 0-16,0 0 0,-40 0 16,40-40-16,0 40 0,0 1 0,0-41 15,1 40 1,-1-40-16,0 0 15</inkml:trace>
  <inkml:trace contextRef="#ctx0" brushRef="#br0" timeOffset="121779.8226">19341 11189 0,'0'0'0,"40"0"16,-120 0 31,80 40-32,-40-40-15,40 80 0,-81-80 0,41 40 0,0 0 16,40 0-16,-40-40 16,0 41-16,0-1 0,40 0 0,-40-40 0,40 40 15,-40-40-15,40 40 0,40-40 32,0 0-17,0 0-15,0 0 16,0 0-16,40 0 0,-39 0 0,39 0 0,-40 0 15,40-40-15,-40 40 0,0 0 16,1-40-16,39 40 0,-40 0 0,0 0 0,0 0 16,0 0-16,0 0 0,1 0 15,-1 0 1</inkml:trace>
  <inkml:trace contextRef="#ctx0" brushRef="#br0" timeOffset="122069.8039">19501 11149 0,'0'-40'16,"0"80"-16,-40-80 0,0 40 31,40 40-16,0 0 1,0 0-16,-40 0 0,40 0 0,0 40 0,-40-40 16,40 1-16,0-1 0,0 40 0,0-40 0,0 0 15,0 0-15,0 0 0,0 0 16,0 0-16,0 1 0,0-1 0,0 0 0,0 0 16,0 0-16,0 0 15,0 0-15,40 0 16</inkml:trace>
  <inkml:trace contextRef="#ctx0" brushRef="#br0" timeOffset="122539.776">20585 11830 0,'0'0'0,"40"0"47,0 0-47,0 41 16,0-41-16,0 0 15,1 0-15,-1 0 0,0 0 0,0-41 16,0 41-1,0-40-15,0 0 0,-40 0 16,0 0-16,0 0 16,0 0-16,0 0 0,-40 40 0,40-40 15,-40 40-15,40-40 0,-40 40 0,0 0 0,0 0 16,0 0-16,-1 0 16,1 40-16,0-40 0,0 40 0,0 0 15,0 0-15,40 0 0,-40 0 16,0 0-16,40 0 0,0 0 0,0 1 15,0-1 1,40 0-16,40 0 0,-40 0 16,0-40-16,0 0 0,0 0 0,41 40 0,-41-40 15,0 0-15,0 0 0,0 0 16,0 0-16,0 0 0,1-40 0,-1 40 0,0-40 16</inkml:trace>
  <inkml:trace contextRef="#ctx0" brushRef="#br0" timeOffset="122809.764">21628 11068 0,'0'0'16,"0"-40"-16,0 0 16,40 40-1,40 0 1,121 0 0,-161 0-16</inkml:trace>
  <inkml:trace contextRef="#ctx0" brushRef="#br0" timeOffset="123160.237">22270 10908 0,'0'0'16,"40"-80"-1,41-40 1,-41 79-1,0 1 1,0 0 0,-40 0-1,0 80 1,-40 0 0,0 81-1,40 159 16,0-79-15,0-121 0,-81 0-1,-79-40 1,120-40-16</inkml:trace>
  <inkml:trace contextRef="#ctx0" brushRef="#br0" timeOffset="123340.2254">22350 10266 0,'-40'-40'31,"80"80"-31,-120-80 0,80-40 16,40 80-1</inkml:trace>
  <inkml:trace contextRef="#ctx0" brushRef="#br0" timeOffset="124700.0733">23193 10587 0,'40'0'94,"0"0"-94,0 0 15,1 0 1,-41-40-16,80 40 0,-40 0 31,-40 40-31,0 0 0,0 0 16,0 1-16,0-1 0,-40 0 0,40 0 15,-80 0-15,39 0 16,41 0-16,0 0 0,-40 0 0,0-40 31,0 0-15,40-40-1,40 40 32,0 0-47,-40 40 0,40-40 16,1 0-16,-41 40 16,40-40-16,0 0 0,0 0 0,-40 41 0,40-41 15,0 0-15,0 0 16,0 0-16,1 0 0</inkml:trace>
  <inkml:trace contextRef="#ctx0" brushRef="#br0" timeOffset="125170.0453">23915 10667 0,'0'0'16,"-40"0"-1,40 41 1,0-1 0,0 0-16,-40 0 0,40 0 0,0 0 15,0 0-15,0 0 0,-40 0 16,40 0 0,-40-40-16,40 41 0,0-82 46,40 41-30,-40-80-16,40 40 0,-40 0 16,0 0-16,40 0 0,-40 0 0,0 0 15,40 40-15,-40-40 0,0-1 16,40 41-16,1 0 47,-41 41-32,40-41-15,-40 40 0,0 0 0,0 0 16,40 0 0,-40 0-16,0 0 0,0 0 0,0 0 15,0 0-15,0 1 0,0-1 16,0 0 0</inkml:trace>
  <inkml:trace contextRef="#ctx0" brushRef="#br0" timeOffset="125480.0298">23915 10667 0,'-40'0'16,"80"0"-16,-120-40 0,80 0 15,0 0-15,40 40 32,161-40-17,-1 40 1,-119 0 0,-41 0 15,-80 40 0</inkml:trace>
  <inkml:trace contextRef="#ctx0" brushRef="#br0" timeOffset="125960.0727">23313 11470 0,'0'0'15,"-40"0"1,40 40 46,81-40-46,-41 0-16,40 0 0,-40 0 16,0 0-16,40 0 0,-39 0 15,39 0-15,-40 0 0,40-40 0,-40 40 0,41 0 16,-41 0-16,40 0 15,-40-41-15,0 41 0,0 0 0,0 0 16,-40-40-16,-40 40 63,0 0-48,0 0 1,0 0-1</inkml:trace>
  <inkml:trace contextRef="#ctx0" brushRef="#br0" timeOffset="139793.9416">24838 10988 0,'0'0'0,"0"40"31,40-40 1,-40-40-17,0 80 95,-40-40-110,0 40 0,0-40 0,40 41 0,-40-41 15,40 40-15,-40 0 0,0 0 16,40 0-16,0 0 31,40-40-31,0 40 0,0-40 16,40 0-16,-40 0 15,0 0-15,1-40 16,-41 0 0,40 40-1,-40-40-15,0 0 0,0 0 16,0 0-16,0-1 15,40 41-15,-40-40 0,0 0 16,0 0-16,-40 40 31,0 0-15,-1 40 0,1-40-16</inkml:trace>
  <inkml:trace contextRef="#ctx0" brushRef="#br0" timeOffset="140363.9587">25159 12472 0,'0'0'16,"-40"40"0,0-40-1,40 40 17,0 41-32,-40 39 31,-40-40-31,-81 81 31,1-121-31</inkml:trace>
  <inkml:trace contextRef="#ctx0" brushRef="#br0" timeOffset="149043.5514">23594 12031 0,'-40'0'31,"80"0"-31,-40 0 62,40 0-46,1 0-16,-1 0 0,0 0 0,0 0 16,0 0-1,0 0-15,-40 40 31,-40-40-31,0 0 0,40 80 16,-40-80-16,40 40 0,-80-40 0,80 41 0,-41-41 16,41 40-16,-40-40 15,40 40-15,-40-40 0,40 40 0,-40-40 0,40 40 16,-40-40-16,40 40 0,-40-40 16,40 40-16,0 0 15,40-40 1,-40 40-16,40-40 15,0 0-15,0 0 0,-40-40 16,40 40 0,1 0-16,-41-40 0,0 0 0,0 0 15,0 0 1,0 0-16,0 0 0,-41 40 0,41-40 16,0-1-1,-40 41-15,40-40 0,-40 40 0,0 0 0,40-40 16,-40 40-1,40-40-15,40 40 32,-40-40-17,40 40-15,0 0 0,0 0 0,1 0 16,-1 0-16,0 0 16,0 0-16,0 0 0,0 0 0</inkml:trace>
  <inkml:trace contextRef="#ctx0" brushRef="#br0" timeOffset="151413.44">26483 12071 0,'-40'-40'16,"40"0"0,-40 40-1,0 0-15,0 40 16,0-40-16,40 80 15,-40-80-15,0 40 0,-1 0 0,1 1 0,0-1 16,40 0-16,-40 0 0,40 0 0,0 0 0,0 0 16,0 0-16,0 0 15,40 0-15,0 1 0,41-41 16,-41 0-16,0 0 0,0 0 16,0 0-16,0 0 0,0 0 0,0 0 0,1-41 15,-1 1 1,-40 0-16,40 0 0,-40 0 0,40 0 0,-40-40 15,0 40-15,0 0 0,0-41 0,0 41 0,-40 0 16,40 0-16,-40 0 0,-41 0 16,81 0-16,-40 40 0,0-40 15,40 80 17,0 0-32</inkml:trace>
  <inkml:trace contextRef="#ctx0" brushRef="#br0" timeOffset="151653.4734">27246 12552 0,'0'0'0,"-80"81"31,-1-1-31,-39 80 15,80-120-15,-161 161 32,161-201-32,-80 40 15,80 0-15,-41-40 16</inkml:trace>
  <inkml:trace contextRef="#ctx0" brushRef="#br0" timeOffset="152273.4007">28450 11670 0,'-41'0'78,"41"40"-78,-40-40 15,40 40-15,-40-40 0,-40 40 0,40-40 0,0 40 16,-41 1-16,41-1 16,-40-40-16,40 40 0,-40 0 0,40 0 0,-1-40 15,41 40-15,-40-40 0,0 40 16,40 0-16,-40-40 16,120 0-1,-80 40 1,40-40-16,1 0 0,-1 0 15,0 0-15,0 0 0,0 0 0,40 0 0,-40 0 16,1 0-16,-1 0 0,40 0 0,-40 41 0,40-41 16,-40 0-16,1 0 15,-1 0-15,0 0 0,0 0 0,0 0 0,0 0 16,0 0-16,0 0 0</inkml:trace>
  <inkml:trace contextRef="#ctx0" brushRef="#br0" timeOffset="152543.4216">28409 11830 0,'-80'0'16,"160"0"-16,-200 0 31,120 41-31,40 39 16,-40 80-1,0 81 1,-40-81 0,40-120-1,-40 81 1,40-81-16</inkml:trace>
  <inkml:trace contextRef="#ctx0" brushRef="#br0" timeOffset="152943.3991">29132 12151 0,'-40'0'16,"80"0"-16,-80-40 15,120 40 1,-40 0-16,0 0 16,40 0-1,-39-40-15,-1-80 32,-80 80-17,-121 40 1,81 40-16,-81 80 15,121-40 1,0-40-16,40 41 16,0-41-16,40 80 15,40-80 1,-80 0-16,161 40 16,-81-80-16,41 0 15,-81-40-15,40 0 16,-40 0-16</inkml:trace>
  <inkml:trace contextRef="#ctx0" brushRef="#br0" timeOffset="153213.4091">29694 11309 0,'-41'0'15,"82"0"-15,-122 0 16,162 0-16,-41-40 0,40 40 31,-40 0-31,121 0 16,-81-40-16,40 40 15,-120-40-15</inkml:trace>
  <inkml:trace contextRef="#ctx0" brushRef="#br0" timeOffset="153563.3897">30255 11229 0,'0'0'15,"40"0"1,-40-40-1,41 0-15,39-81 32,-40 1-17,-40 80 1,-40 40 0,0 80-1,40 0 1,0 81-1,40 79 1,-40-39 15,-161-81-15,81-80 0,40 0-16,-80-40 0,79 0 0,-79 0 15</inkml:trace>
  <inkml:trace contextRef="#ctx0" brushRef="#br0" timeOffset="153753.3792">30456 10627 0,'-40'-80'0,"80"160"0,-160-240 16,120 120-16,40 40 31</inkml:trace>
  <inkml:trace contextRef="#ctx0" brushRef="#br0" timeOffset="154423.3384">30978 10748 0,'0'0'0,"0"-40"0,40 40 16,-40-41-16,40 41 15,0 0 17,0 0-1,0 0 16,0 0-32,0 0-15,1 0 16,-1 0 0,-40 41-1,40-1-15,-40 0 16,0 0-1,0 0-15,0 0 0,-80 0 0,39 0 16,41 0-16,-40-40 0,0 40 0,0-40 16,0 0-16,0 41 15,0-41-15,0 0 0,80 0 47,-40-41-31,40 41-16,0 0 15,0 0-15,0 0 0,0 0 16,0 0 0,-40 41-16,41-41 0,-41 40 15,40-40-15,-40 40 16,0 0-16,40-40 0,-40 40 16,40-40-1</inkml:trace>
  <inkml:trace contextRef="#ctx0" brushRef="#br0" timeOffset="154813.3176">31780 10868 0,'-40'-40'32,"0"80"-32,0 0 15,40 0-15,-81 80 16,81-79-16,-40-1 0,40 0 15,-40 0-15,0 40 32,0-80-17,40-40 1,0 0-16,120-80 31,-120 79-31,121-119 16,-81 120-16,0 40 15,-40 40 1,0 0 0,0 40-1,0-40-15,0 121 16,0-121-16,0 40 16,0-40-16,0 0 15</inkml:trace>
  <inkml:trace contextRef="#ctx0" brushRef="#br0" timeOffset="155013.3065">31620 10748 0,'0'-40'16,"0"80"-16,-41-121 15,1 81-15,40-40 16,81 0-16,-1 40 0,120 0 31,-159 40-31,-1-40 0,120 40 16</inkml:trace>
  <inkml:trace contextRef="#ctx0" brushRef="#br0" timeOffset="155243.2544">30937 11871 0,'41'0'16,"39"0"-16,-40 0 15,80-41 1,-80 41-16,121-40 15,-121 40-15,0-40 0,40 40 16,-39 0-16,-1 0 0</inkml:trace>
  <inkml:trace contextRef="#ctx0" brushRef="#br0" timeOffset="155733.189">31058 12151 0,'0'0'16,"40"0"-16,40-40 31,-40 40-31,41 0 0,-41 0 0,0 40 31,0 41-15,-241-1-1,41 40 1,120-80 0,-41 40-1,81-40 17,81-40-17,-1 0-15,-40-40 16,0 40-16,0-40 0,0 0 15,-40-40 17,0 40-32,-40 0 0,0 40 0,40-40 15,-80 40-15,0-81 16,80 41-16,-40 40 0,40-40 31,80 0-15,120 0-1,-159 40-15,-1 0 0</inkml:trace>
  <inkml:trace contextRef="#ctx0" brushRef="#br0" timeOffset="157373.1673">32061 11470 0,'40'-41'63,"0"41"-48,-40-40-15,40 40 32,0 0-17,1 0-15,-1 0 16,0 0-1,0 0-15,-40 40 0,0 1 32,0-1-32,-40 0 0,40 0 15,-40 0-15,0 0 16,-1 0-16,1-40 0,40 40 0,-40-40 16,40 40-1,40-40 1,41 0-16,-41 0 15,0 0-15,0-40 0,0 40 16,0 0-16,0 0 0,0 0 0,1 0 16,-1-40-16,0 40 15,-80 0 32,0 0-16</inkml:trace>
  <inkml:trace contextRef="#ctx0" brushRef="#br0" timeOffset="160637.6654">30456 13314 0,'0'40'94,"0"1"-78,0-1-1,0 0 1,-40-40-16,40 40 0,-80-40 0,80 40 16,-41-40-16,1 0 0,0 0 15,0 0-15,0 0 0,0 0 0,0 0 0</inkml:trace>
  <inkml:trace contextRef="#ctx0" brushRef="#br0" timeOffset="162147.5782">9991 15079 0,'-40'-40'15,"0"0"1,0-40 0,0 39-1,0 41 1,0 0 15,40 41-31,-40-1 31,40 0-31,-41-40 0,41 40 0,-40-40 16,40 40-16,-40 0 0,40 0 16,-40 0-16,40 0 0,0 1 0,-40-41 0,40 40 15,0 0-15,0 0 0,0 0 0,0 0 0,80 0 16,-40 0-1,0-40-15,1 40 0,39-40 0,-40 0 0,0 0 16,0 0-16,0 0 0,41-40 16,-41 40-16,0-40 0,0 40 0,40-80 0,-40 40 15,0 0-15,1 40 16,-41-40-16,40 0 0,-40-1 0,0 1 0,0 0 16,0 0-16,0 0 15,-40 0-15,-41 0 0,81 0 0,-40 40 16,0-40-16,0 40 0,0-41 0,0 41 0,0 0 15,-1 0-15,1 0 16,0-40-16,0 40 0,80 0 31,0 40-15</inkml:trace>
  <inkml:trace contextRef="#ctx0" brushRef="#br0" timeOffset="162397.5672">11276 15320 0,'0'40'31,"0"-80"-31,0 120 0,-41-40 0,1 0 16,0 40-1,0-40-15,-120 161 16,160-161-16,-121 40 31,81 0-15</inkml:trace>
  <inkml:trace contextRef="#ctx0" brushRef="#br0" timeOffset="163187.5104">11998 14838 0,'0'-40'250,"0"0"-219,0 0-15,40 40-16,-40-40 16,40 40-16,-40 40 78,-40 0-78,0 0 0,40 0 15,-40-40-15,0 40 16,-1 1-16,41-1 0,-40 0 0,0-40 16,0 40-16,0-40 0,40 40 15,-40-40-15,0 40 0,80-40 31,40 40-31,-40-40 0,0 0 16,0 0-16,41 0 0,-41 0 0,0 0 0,40 0 16,-40 0-16,0 0 15,41 0-15,-41 0 0,0 0 0,0 0 0,0 0 16,0 0-16,0 0 16,1 0-16,-1 0 0,0 0 0,0 0 15,0 0-15,0 0 0</inkml:trace>
  <inkml:trace contextRef="#ctx0" brushRef="#br0" timeOffset="163427.4959">12519 14678 0,'-40'0'15,"80"0"-15,-160 0 0,80 0 0,40 40 16,-40 40-1,40 81 1,40 39 15,-40-160-31,0 161 16,0-81-16,0-80 16,0 81-16</inkml:trace>
  <inkml:trace contextRef="#ctx0" brushRef="#br0" timeOffset="163787.42">13322 15239 0,'0'-40'15,"0"0"-15,0 0 0,0 0 16,40 0-16,0 0 0,-40 0 15,40 40-15,-40-40 16,40-1-16,-40 1 0,41 0 16,-82 40-1,1 0 1,-40 0 0,40 0-16,40 80 0,-40-80 0,0 41 15,0-1-15,-1 0 0,1 0 0,40 0 0,-40 0 16,40 0-16,-40 0 0,40 41 15,0-41-15,0 0 0,0 0 0,80 0 16,-80 0-16,40-40 16,41 40-16,-41-40 0,0 40 0,0-40 0,0 0 15,0 0-15,0 0 0,1 0 16,-1 0-16,0 0 0,0 0 0,-40-40 16,40 40-16</inkml:trace>
  <inkml:trace contextRef="#ctx0" brushRef="#br0" timeOffset="164167.4109">14165 14277 0,'-41'40'16,"82"-80"15,39 40-15,-40-40-16,0 40 15,0-40-15,0 40 0,0 0 0,1 0 0,-1 0 16,0 0 0,0 0-16</inkml:trace>
  <inkml:trace contextRef="#ctx0" brushRef="#br0" timeOffset="164547.3615">14967 14157 0,'0'0'15,"0"-41"1,40 1-16,41-40 31,-41 40-31,-40 0 0,0 0 31,0 0-31,-40 40 16,40 40 0,0 0-16,0 40 15,0-40-15,40 121 31,-40-121-31,0 40 0,0 80 16,0-119-16,0 119 16,-40-80-16,40-40 15,-41 0 1,1-40-16,-40-40 16</inkml:trace>
  <inkml:trace contextRef="#ctx0" brushRef="#br0" timeOffset="164707.4224">15047 13595 0,'-40'0'16,"80"0"-16,-160 0 15,80 0-15,120 0 16,-40-40-1</inkml:trace>
  <inkml:trace contextRef="#ctx0" brushRef="#br0" timeOffset="165107.3248">16010 13715 0,'0'-40'16,"41"40"-16,-1 0 16,0 0-16,0 81 15,-40-41-15,40-40 0,-40 40 0,0 0 16,0 0-16,0 0 15,0 0-15,0 0 0,-40 0 0,40 0 0,-40-40 16,40 41-16,-40-1 0,-41 0 16,41-40-16,40 40 15,0-80 17,40 40-32,1 0 15,-1-40-15,0 40 0,0 0 16,0 0-16,-40 40 0,40-40 15,0 40 1</inkml:trace>
  <inkml:trace contextRef="#ctx0" brushRef="#br0" timeOffset="165467.3227">16532 13916 0,'0'0'0,"0"40"31,-40 80-15,0 81 0,40-161-1,0 0-15,-40 40 16,40-80 15,0-40-31,0 0 16,0 0-16,40-40 0,-40 40 0,0 0 0,0-1 15,40 1-15,-40 0 0,40 0 16,-40 0-16,40 0 0,-40 0 0,40 40 31,-40 40-31,40 0 16,-40 0 0,41 0-16,-41 0 0,0 0 0,40-40 0,-40 41 15,0-1-15,0 0 0,0 0 0,0 0 0,0 0 16,0 0-1,-40 0-15,-1 0 0</inkml:trace>
  <inkml:trace contextRef="#ctx0" brushRef="#br0" timeOffset="165657.311">16372 13916 0,'-41'0'0,"82"0"0,-122 0 31,81-40-31,81 40 0,-81-40 0,40 40 16,0-40-16,40 40 0,-40 0 15,0-40-15,0 40 0,1 0 0,-1-41 0,0 41 16,0 0 0,-40-40-16,40 40 0</inkml:trace>
  <inkml:trace contextRef="#ctx0" brushRef="#br0" timeOffset="165917.3496">16291 14838 0,'0'0'0,"-40"0"0,0 0 16,0 0-16,80 0 31,40-40-31,-40 40 0,41-40 0,-41 40 16,40-40-16,-40 0 15,40 40-15,-39-40 0,39 40 0,-40 0 0,40-40 16,-40 40-16,0 0 0,1 0 16,-1 0-16</inkml:trace>
  <inkml:trace contextRef="#ctx0" brushRef="#br0" timeOffset="166427.3224">16693 15199 0,'-41'0'0,"41"-40"15,0 0 1,81 40-16,39-40 31,-80 40-31,0 0 0,0 0 16,-40 80-1,-40-40-15,-80 81 32,80-81-32,0 0 0,-41 40 15,41-40-15,-40 40 16,80-40-16,-40-40 0,40 41 15,40-41 1,121 0 0,-121 0-1,0-41-15,-40 1 16,0 0-16,0 0 0,-40 0 31,0-40-31,-161 0 16,121-41 15,80 81-31,0 0 0,120-40 31,-80 80-31,81-40 16,-41 40 0</inkml:trace>
  <inkml:trace contextRef="#ctx0" brushRef="#br0" timeOffset="166887.2262">17575 14157 0,'0'40'15,"0"0"16,-80 0-31,40 0 16,0 0-16,0 0 16,0 0-16,-1-40 0,41 40 15,0 1 1,41-1 0,-1-40-1,0 0-15,0 0 0,0 0 0,0 0 16,0 0-16,0-40 0,1 40 0,-1 0 0,0 0 15,0-41-15,0 41 0,0 0 16,0 0-16,-40-40 0,40 40 16,-40-40-1</inkml:trace>
  <inkml:trace contextRef="#ctx0" brushRef="#br0" timeOffset="167137.2079">17615 14277 0,'-40'0'15,"80"0"-15,-120-40 16,120 40 15,-40 40-31,40-40 0,-40 40 16,41 40-16,-41-40 0,0 0 0,0 1 15,0-1-15,0 0 16,0 40-16,0-40 0,-41 40 0,41-40 0,0 0 16,-80 1-16,80-1 0,0 0 15,0 0-15,-40 0 0</inkml:trace>
  <inkml:trace contextRef="#ctx0" brushRef="#br0" timeOffset="167597.181">18458 15881 0,'0'40'16,"40"-40"0,0 0-1,1 40 1,-41 81 15,-81-81-31,41 0 0,-120 80 16,120-80-16,-1 0 0,-79 0 15</inkml:trace>
  <inkml:trace contextRef="#ctx0" brushRef="#br0" timeOffset="168467.1668">20023 15119 0,'0'-40'15,"-40"40"1,40-40-1,-40 40 17,0 40-32,0 0 0,-1 40 15,1-80-15,40 40 16,-40 1-16,40-1 0,-40 0 0,40 0 0,0 0 16,0 0-1,0 0-15,40 0 0,-40 0 0,40-40 16,0 0-16,1 0 0,-1 0 0,0 0 0,0 0 15,40 0-15,-40-40 0,0 40 16,-40-40-16,41 0 0,-1 0 0,0 0 16,-40 0-16,0 0 15,40 0-15,-40-1 0,0 1 0,0 0 0,0 0 16,0 0-16,0 0 0,-40 40 16,40-40-16,-40 40 0,0 0 0,-1-40 15,1 40-15,40 40 31,0 0-31</inkml:trace>
  <inkml:trace contextRef="#ctx0" brushRef="#br0" timeOffset="168697.1182">21227 15480 0,'-121'80'16,"242"-160"-16,-242 200 0,81-80 16,0 41-16,-40 39 15,40-80-15,-40 121 32,39-121-32,41 0 0,-40 0 0,-40 0 15,80 0-15,-120-40 0</inkml:trace>
  <inkml:trace contextRef="#ctx0" brushRef="#br0" timeOffset="170806.9943">22350 15079 0,'0'0'0,"-40"0"16,40 40-16,40-40 31,41 0-15,-41 0-16,0 0 0,0 0 15,0 0-15,0-40 0,0 40 16,1-40-16,-1 40 0,0 0 16,-40-40-16,40 40 0,-40-40 15,0 0 1,0-1-1,-40 1-15,0 40 16,0 0-16,-1 0 0,1 0 0,0 0 16,0 0-1,0 40-15,0-40 0,40 41 0,-40-41 0,40 40 16,-40-40-16,40 40 0,0 0 16,0 0-16,0 0 15,40-40-15,0 0 16,0 0-1,0 0 1,0 0-16,-40-40 16,40 40 156,-40-40-157,40 40-15,1 0 0,-41-40 0,40 40 0,-40-40 16,40 40-16,0-40 15,0-1-15,-40 1 16,40 40 0,-40-40-16,-40 40 109,40 40-93,-40-40-1,40 40 1,-40-40 46,0 41-30,0-41-17,40 40-15,-41-40 16,1 40-16,0-40 0,40 40 0,-40 0 0,0-40 16,0 40-16,0 0 0,0-40 0,-1 40 0,1-40 15,0 40-15,0 1 0,0-1 16,40 0-16,0 0 31,40-40-15,0 0-1,0 0-15,0 0 0,1-40 16,-1 40 0,0-40-16,0 40 0,0 0 0,0 0 0,0-40 15,0 40-15,1 0 0,-1 0 0,0 0 0,0 0 16,0-41-16,0 41 0,0 0 15,0 0-15,1 0 0,-1 0 0,0 0 0,0-40 16,0 40-16,0 0 16,0 0-16,0-40 0,1 40 15,-1 0 1,-80 0 0</inkml:trace>
  <inkml:trace contextRef="#ctx0" brushRef="#br0" timeOffset="171077.0538">22912 14878 0,'0'0'15,"-80"0"1,40-40-1,40 80 1,0 41-16,0 39 16,0-80-16,0 40 0,0-40 15,0 41 1,0-1-16,0 120 16,0-160-16,0 1 0,-40 79 15,40-80-15,0 40 16</inkml:trace>
  <inkml:trace contextRef="#ctx0" brushRef="#br0" timeOffset="171496.9546">23875 15480 0,'0'-40'15,"80"40"-15,-39-40 32,-1 0-32,80-40 15,-80 80-15,-40-41 0,0-39 16,0 0 0,-40 80-16,0-40 15,0 40-15,-40 0 16,-121 160 15,161-79-31,0-41 0,0 160 31,40-160-31,0 0 0,0 0 0,160 81 32,1-41-17,-81-80-15,-40 0 0,0 0 31,0 0-31,-40-40 0,40 0 16,0-40-16</inkml:trace>
  <inkml:trace contextRef="#ctx0" brushRef="#br0" timeOffset="171696.9436">24437 14798 0,'40'-40'16,"-40"0"-16,0 0 16,161 0-1,-121 0-15,40 0 0</inkml:trace>
  <inkml:trace contextRef="#ctx0" brushRef="#br0" timeOffset="172046.9226">25440 14558 0,'0'0'15,"0"-40"1,0-1-16,0-39 15,0 40-15,0 0 0,0-40 16,40 40 15,0 40-15,-40 40 0,0 0-1,0 120 1,0-39-1,0-81-15,-40 240 16,0-239-16,0 39 0,-40 80 16,40-120-16,-1 41 15,1-41-15,-40 40 16,40-160 0</inkml:trace>
  <inkml:trace contextRef="#ctx0" brushRef="#br0" timeOffset="172216.9861">25280 14237 0,'-41'0'15,"82"0"-15,-82-40 0,41 0 16,41-1-1,39 41-15</inkml:trace>
  <inkml:trace contextRef="#ctx0" brushRef="#br0" timeOffset="172666.9594">26283 13956 0,'40'0'46,"-40"80"-46,40-80 0,-40 40 16,40-40-16,-40 40 0,0 1 16,0-1-16,0 0 0,-80 0 15,80 0-15,-40 0 16,0-40-16,0 40 0,-1 0 0,41 0 16,-40-40-16,0 41 0,120-41 31,-39 0-31,-1 0 15,0 0 1,0 0-16,0 0 0,0 40 16,0-40-16,0 0 15,1 0-15,-1 0 16</inkml:trace>
  <inkml:trace contextRef="#ctx0" brushRef="#br0" timeOffset="173086.8808">26925 14157 0,'-40'0'16,"0"40"-16,-1-40 0,41 40 16,-40-40-16,40 80 15,0-40-15,0 0 16,0 40-1,0-39-15,0-1 16,-40-40-16,40 40 31,-40-40-31,40-80 16,0 39-16,80 1 16,-80 0-16,40 0 0,41-120 15,-81 120-15,40 40 0,0-81 31,0 41-31,0 80 32,-40 0-17,0 1 1,0-1-16,0 0 0,0 0 0,40 40 0,-40-40 16,0 0-16,0 0 0,0 1 0,0-1 0,0 0 15,-40-40-15,40 40 16,-40-40-16,0 0 0</inkml:trace>
  <inkml:trace contextRef="#ctx0" brushRef="#br0" timeOffset="173276.9244">26804 14157 0,'0'-41'0,"0"82"0,0-122 31,41 41-31,79-40 16,121 40 0,-81 0 15,-120 40-31</inkml:trace>
  <inkml:trace contextRef="#ctx0" brushRef="#br0" timeOffset="173546.8362">26082 15199 0,'-40'40'15,"80"-80"-15,0 80 16,41-80-16,-1 40 15,-40-40-15,241-40 16,-241 80-16,40 0 0,-40-40 16,161 0-1,-121 0 1,-40 40 0</inkml:trace>
  <inkml:trace contextRef="#ctx0" brushRef="#br0" timeOffset="174056.8792">26684 15440 0,'-40'0'32,"80"0"-32,-40 0 15,80 0-15,41 0 31,-1 0-15,-120 120 0,-80-80-1,0 0 1,-121 81 0,121-41-1,80-40 1,40 0-16,0-40 15,40 0 1,-40 0-16,81 0 31,-81 0-31,-40-40 16,40 40-16,-40-40 16,0 0-16,-40 40 15,-81-120 1,41 79-1,0-39 1,80 40-16,-40 0 16,40 0-16,40 40 0,40-40 15,-40 40 1,81-40 0,-81 0-16,40 40 15,-40 0-15,-40-40 0</inkml:trace>
  <inkml:trace contextRef="#ctx0" brushRef="#br0" timeOffset="177506.6274">27848 14437 0,'40'0'625,"-120"0"-156,80 40-469,-41-40 0,41 41 15,-40-41-15,40 40 0,-40-40 16,40 40-16,0 0 0,0 0 0,-40 0 16,40 0-16,0 0 0,0 0 15,0 0 1,40-40-1,40 0-15,-39 0 16,-1 0-16,0-40 0,0 40 0,0 0 16,0 0-1,0 0-15,-40-40 0,40 40 0,-40-40 16,41 40-16,-41-40 16,0 0-1,-41 40-15,-39 0 0,40 0 16,0 0-16,40 40 15,-40-40-15,0 40 0,0-40 0,-1 40 0,1-40 16,40 40-16,-40-40 0</inkml:trace>
  <inkml:trace contextRef="#ctx0" brushRef="#br0" timeOffset="178476.5499">28570 15681 0,'40'0'16,"-80"0"77,40 40 17,0 0-32,0 0-62,0 0-16,-40-40 15,40 40-15,-40 0 0,40 0 0,0 0 16,-40-40-16,-1 0 15,41 41-15,-40-41 0,0 0 0,0 40 0,0-40 16,0 0-16</inkml:trace>
  <inkml:trace contextRef="#ctx0" brushRef="#br0" timeOffset="179396.4958">29854 14878 0,'0'-40'16,"0"0"-1,-40 40 1,40 40 46,-40-40-46,0 81 0,0-81-16,-1 40 0,1 0 0,40 40 15,-40-40-15,0 0 0,0 0 0,40 0 0,-40 1 16,40-1-16,0 0 15,0 0-15,0 0 0,40 0 16,0-40-16,0 40 16,0-40-16,0 0 0,1 0 0,-1 0 15,0 0 1,0-80-16,0 80 0,0 0 0,-40-40 0,40 0 16,0 0-16,-40 0 0,0-1 15,41 1-15,-41 0 16,0 0-16,0 0 0,0 0 0,-81 0 15,41 0 1,0 40-16,0-40 0,0 40 16,0 0-1</inkml:trace>
  <inkml:trace contextRef="#ctx0" brushRef="#br0" timeOffset="180076.5302">30697 14157 0,'0'0'15,"40"0"1,40 0-1,81 80 1,-121-40 0,0 120-1,-80-79 1,0-1-16,-81 120 16,41-79-1,80-81 1,0 0-16,0 40 15,160-40 1,-119-40 15,39-40-15,-80 80 0,0 0-1,0 0-15,-80 81 31,-41-1-15,121-80-16,-160 80 16,120-80-16,-1 1 0,1-1 15,-80 40 1,-161 120 0,40-79-1,201-121-15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03:04.1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1525 1042 0,'-80'0'0,"39"0"0,1 0 0,0-40 15,0 40-15,0 0 0,0 80 16,40-40 0,-40 0-16,40 41 0,-40-1 0,40 0 0,0 0 15,0 1-15,-41-1 0,41 0 16,0-40-16,0 40 0,0 0 0,81-39 0,-81-1 16,40 0-16,0 0 15,0-40-15,0 40 0,0-40 0,0 0 0,1 0 16,-1 0-16,40-40 0,-40 40 15,-40-80-15,40 40 0,0-1 0,0 1 0,1-40 16,-1 40-16,-40-40 0,40 0 0,-40-41 0,0 41 16,0 0-16,40 0 15,-40-41-15,0 41 0,0 0 0,-80 40 0,80-40 16,-40 40-16,40-1 0,-41 41 16,41-40-16,-40 40 0,0 0 15,0 40 1,40 1-16,-40-1 0,0 0 0,0 40 0,40 0 15,-40 0-15,-1 1 0,41-1 0,-40 0 0,40 0 16,0 41-16,-40-41 16,40 0-16,0 0 0,-40 0 0,40-40 0,0 41 0,0-1 15,-40-40-15,40 0 16,0 40-16,0-40 0,0 1 0,-40-1 0,40 40 16,0-40-16,0 0 15</inkml:trace>
  <inkml:trace contextRef="#ctx0" brushRef="#br0" timeOffset="309.9097">883 3128 0,'-80'120'15,"160"-240"-15,-201 280 32,202-200-32,-41 0 0,0 0 15,40 0-15,81-81 16,-41 81-16,321-200 15,-160 119-15,-160 81 0,320-200 32,-361 199-32,1 41 0,79-80 15,-120 40-15,0 40 16,-40 40 0,-40-40-1,40 40-15,-40-40 0,40 40 0,-40-40 16,40 41-1,-40-41-15,0 40 0</inkml:trace>
  <inkml:trace contextRef="#ctx0" brushRef="#br0" timeOffset="1139.8651">5738 2366 0,'-40'-40'0,"80"80"0,-160-121 31,120 41-31,0 0 16,80-80-1,0 120 1,-40-40-16,121 40 15,-121 80-15,0-40 0,40 80 16,-40 41 0,-160 160-1,40-201 1,40-80-16,-81 161 16,121-161-16,-40-40 0,40 40 31,40-201-16,121 1-15,-41 40 16,-80 39-16,201-159 16,-201 200-16,40 0 0,41-121 31,-81 121-31,40-80 16,-80 80-16,-40 40 15,40 40 1,-40-40-16,0 80 15,0-40-15,0 0 0,-1 0 0,1 41 0,0-41 16,0 40-16,40-40 0,-40 40 0,40-40 0,0 40 16,-40-39-16,40-1 15,0 0-15,0 40 0,0-40 0,0 0 0,80 0 0,-40 0 16,0 1 0,0-1-16,1-40 0,-1 40 0,0-40 0,0 0 15,0 0-15,0 0 0,40 0 16,-39-40-16</inkml:trace>
  <inkml:trace contextRef="#ctx0" brushRef="#br0" timeOffset="1389.9192">7825 2005 0,'0'0'15,"-81"0"-15,1 40 0,40 0 0,0-40 16,0 40-16,-81 80 15,81-80-15,40 1 0,-40 119 16,0-80-16,40 0 16,0 1-16,0-41 15,0 40-15,120 120 16,-120-159-16,41-1 0,39 80 16,0-80-1</inkml:trace>
  <inkml:trace contextRef="#ctx0" brushRef="#br0" timeOffset="1739.8627">8266 2486 0,'0'0'16,"-40"0"-16,0 0 16,40 40-16,0 0 15,0 40 1,40 1-1,-40 39 1,0-80-16,0 0 16,40-80-1,40 0-15,41-80 32,-81 79-32,40 1 0,-80 0 0,40 40 15,0 0-15,0-40 16,1 80-16,-41 40 15,0 81 17,-41 39-17,1-159 1,40-1-16</inkml:trace>
  <inkml:trace contextRef="#ctx0" brushRef="#br0" timeOffset="1929.855">9550 2285 0,'0'0'0,"0"41"16,0-1-1,0 40 1,0-40-16,0 120 16,0-120-16,0 41 0,-40 79 31,40-120-31,-80 201 15,40-201-15,40 0 0,-41 0 0,41 0 0</inkml:trace>
  <inkml:trace contextRef="#ctx0" brushRef="#br0" timeOffset="2119.8054">10232 2767 0,'0'-40'16,"-40"-1"-16,40 1 15,0 0-15,201 0 16,-121 0 0,0 40-16,161 0 15,-201 0-15,0 0 0,0 0 16,41 40 0</inkml:trace>
  <inkml:trace contextRef="#ctx0" brushRef="#br0" timeOffset="2289.8658">10152 3328 0,'-120'120'15,"240"-240"-15,-240 281 0,79-161 16,122 0-16,39 0 16,41-41-1,240-119 1,-321 120-16,241-120 15,-200 119-15</inkml:trace>
  <inkml:trace contextRef="#ctx0" brushRef="#br0" timeOffset="2739.7665">12640 2005 0,'-80'0'15,"160"0"-15,-241 0 0,81 0 0,40 40 0,-80 40 32,79 0-32,1 241 31,80 0-15,-40 0-1,-80-121 1,0-79-1,40-81-15,-121 40 16,121-80-16,0 0 0,40-40 0,-40-121 31,80 81-31,40 40 0,41-40 32,-81 80-32,0 0 0,0 40 0,0-40 15,-40 80-15,0-40 16,40 0-16,-40 0 0,40 1 0,-40 39 0,41-40 15,-41 0-15,40 40 0,-40-40 0,40 0 0,0 1 16,-40 39-16,40-40 0,0 0 16,-40 0-16,40 0 0,0-40 0,1 40 0,-1 0 15,0-40-15,0 40 16,0-40-16,0 0 0,0 0 0,0 0 16,1-40-16</inkml:trace>
  <inkml:trace contextRef="#ctx0" brushRef="#br0" timeOffset="2969.8267">13523 2646 0,'-41'-40'16,"82"80"-16,-82-120 0,1 80 31,40 40-31,-40 201 15,0-121 1,40 281 0,0-321-16,40 161 31,-40-201-31,0 0 0</inkml:trace>
  <inkml:trace contextRef="#ctx0" brushRef="#br0" timeOffset="3139.7808">13964 3769 0,'-40'0'16,"0"0"-16,40 40 16,-40 1-1,-1-1-15,41 0 0,-40 0 16,0 0 0,40 0-16,-40-40 0,0 40 15,0-40 1</inkml:trace>
  <inkml:trace contextRef="#ctx0" brushRef="#br0" timeOffset="3779.9843">15208 2727 0,'-40'0'0,"0"0"15,0 0 1,40 80 0,-41-80-16,41 40 15,-40 0-15,0 0 0,0 40 0,0-40 0,40 41 16,-40-41-16,40 40 16,0-40-16,0 0 0,0 0 0,40 0 0,0 0 15,0-40-15,40 41 0,-39-41 16,39 0-16,-40 0 0,40 0 0,-40 0 0,41 0 15,-41-41-15,0 41 0,0-40 0,0 0 0,0 0 16,-40-40-16,40 40 16,-40 0-16,0-40 0,0 39 0,0 1 0,0 0 15,0-40-15,-80 40 0,40 0 16,0 0-16,0 40 16,0 0-1,-1 40-15,41 0 16</inkml:trace>
  <inkml:trace contextRef="#ctx0" brushRef="#br0" timeOffset="4020.0427">16251 3890 0,'-40'80'16,"80"-160"-16,-160 240 16,120-120-16,-40-40 0,0 40 31,40 0-31,-161 41 16,121-81-16,0 0 0,0 0 15</inkml:trace>
  <inkml:trace contextRef="#ctx0" brushRef="#br0" timeOffset="4349.9833">17495 2606 0,'0'0'15,"-40"0"-15,0 0 16,40 40-16,0 0 15,0 1-15,-40-1 0,40 0 0,0 0 0,0 0 16,0 0-16,0 40 0,0-40 0,0 41 0,0-41 16,0 40-16,0-40 15,0 40-15,0 0 0,0-39 0,0-1 0,0 0 16,0 40-16</inkml:trace>
  <inkml:trace contextRef="#ctx0" brushRef="#br0" timeOffset="4550.0114">18057 3769 0,'-80'0'15,"39"0"-15,1 0 16,0 81 0,0-1-1,-40 40 1,0-80-1,39 0-15,-79 0 16</inkml:trace>
  <inkml:trace contextRef="#ctx0" brushRef="#br0" timeOffset="4929.9887">19261 2847 0,'0'0'15,"-81"0"-15,41-40 16,0 40-16,-40 0 16,0 160-1,80-39 1,0-81-16,120 160 15,-80-160-15,0 0 0,81 0 16,-81-40-16,0 0 16,0 0-16,0-120 15,-40 40 1,0 40-16,-40-121 16,-40 121-16,80 0 0,-40 0 31,0 40-16,40 40-15</inkml:trace>
  <inkml:trace contextRef="#ctx0" brushRef="#br0" timeOffset="5139.978">20023 3689 0,'0'0'15,"0"40"-15,-40 0 0,40 0 16,-40 1-16,0 39 16,0-40-16,-1-40 0,-39 80 15,40-40-15,-120 40 32,119-80-32,1 0 0</inkml:trace>
  <inkml:trace contextRef="#ctx0" brushRef="#br0" timeOffset="5389.9621">20866 2686 0,'0'0'16,"0"-40"-1,0 121 1,0-41 0,0 160-1,0 161 17,0-241-32,0-39 0,0-1 15</inkml:trace>
  <inkml:trace contextRef="#ctx0" brushRef="#br0" timeOffset="5589.9508">21427 4050 0,'-40'0'16,"80"0"-16,-120 0 15,80 40-15,-40-40 16,0 40-1,0-40-15,-40 80 16,80-39-16,-41-41 0,1 40 16,0 0-16</inkml:trace>
  <inkml:trace contextRef="#ctx0" brushRef="#br0" timeOffset="5949.9297">22832 3047 0,'0'0'15,"-40"-40"-15,40 0 0,-40 40 0,-41 40 31,-79 161-15,120 39 0,40-159-1,40-41-15,80 40 16,-80-40-16,1-40 0,39 0 16,-80-80-16,80-40 31,-80 79-31,0 1 0,0-120 15,0 120-15,-40-40 0,40 40 0,0-1 32,0 82-32</inkml:trace>
  <inkml:trace contextRef="#ctx0" brushRef="#br0" timeOffset="6169.9181">23514 4090 0,'-40'40'16,"80"-80"-16,-160 160 15,80-79-15,-1-1 16,-39 80 0,-80-40 15,120-80-31</inkml:trace>
  <inkml:trace contextRef="#ctx0" brushRef="#br0" timeOffset="6449.9003">24397 2967 0,'0'-40'0,"0"80"0,0-120 31,0 40-31,-40 40 0,40 40 16,-40-40 0,40 120-16,0-80 0,0 201 31,0-161-31,0 0 0,0 81 15,0-81-15,0 0 0,0 1 0,0-41 16,0 0-16,0 40 16</inkml:trace>
  <inkml:trace contextRef="#ctx0" brushRef="#br0" timeOffset="6669.8876">24878 4170 0,'-40'0'16,"0"0"0,40 40-1,-40 1-15,-40 79 32,80-80-32,-81 0 0,41-40 0,-80 80 31,80-80-31</inkml:trace>
  <inkml:trace contextRef="#ctx0" brushRef="#br0" timeOffset="7009.8137">26082 3288 0,'0'0'0,"-40"0"0,0 0 0,0 40 16,0-40-16,-41 161 15,41-41 1,40-80-16,0 161 16,40-161-16,1 0 0,39 0 31,-40-40-31,80 0 15,-80-40-15,1 0 0,-1-121 32,-40 41-32,0 80 0,-40-121 31,40 121-31,-41 0 16,41 0-1</inkml:trace>
  <inkml:trace contextRef="#ctx0" brushRef="#br0" timeOffset="7469.842">27166 2807 0,'0'0'15,"40"40"1,0 0 0,0 0-16,80 161 31,-120-121-31,-40 120 31,40-160-31,0 41 16,0-41-16,40 0 15,0-40-15,81-40 16,-41 0 0,-80 0-1,0 80 17,-40 80-32,0-80 0,-40 121 31,39-121-31,41 40 0,-40-40 0,-160 201 15,79-121 1,-240 80 0,161-79-1</inkml:trace>
  <inkml:trace contextRef="#ctx0" brushRef="#br0" timeOffset="8444.1133">5457 4692 0,'-40'0'0,"0"-40"16,80 120 15,40-40-31,-40 40 16,1-40-16,39 40 15,-40 1-15,40-41 0,-40 40 0,41 0 0,-41 0 16,40 1-16,-40-1 0,0 0 0,0 0 0,41-40 15,-41 41-15,0-41 0,-40 40 16,40-40-16,0 0 0,-40 0 0,40 0 16</inkml:trace>
  <inkml:trace contextRef="#ctx0" brushRef="#br0" timeOffset="8674.1179">6500 4932 0,'-80'-40'32,"160"80"-32,-280-40 15,200 40-15,-161 201 16,-39 120 15,-41 0-15,0-120-1,201-201-15</inkml:trace>
  <inkml:trace contextRef="#ctx0" brushRef="#br0" timeOffset="9004.1554">7062 5173 0,'-80'0'16,"160"0"-16,-240 0 15,120 0-15,-1 0 0,-79 160 16,-40 161 15,119 40-15,41-240-1,41-41-15,79 80 16,-80-120-16,0 0 0,0-40 16,41 0-16</inkml:trace>
  <inkml:trace contextRef="#ctx0" brushRef="#br0" timeOffset="9194.1425">7423 5414 0,'0'0'16,"-40"80"-16,-40 80 31,80 121-15,0-40-1,0-161 1,0-40-16,0 80 16</inkml:trace>
  <inkml:trace contextRef="#ctx0" brushRef="#br0" timeOffset="9524.124">7744 5494 0,'-40'-40'0,"80"80"0,-120-40 32,40 40-32,40 0 0,-40 0 15,0 0-15,-40 81 16,39-81-16,1 0 0,0-40 16,-120 120-1,119-80 1,41 0-1,41-40 1,79 40 15,-80-40-31,40 0 0,-39 0 0,159 0 32,-39 0-17,39 0 1</inkml:trace>
  <inkml:trace contextRef="#ctx0" brushRef="#br0" timeOffset="9754.1103">8748 5775 0,'-41'-121'31,"82"242"-31,-122-242 0,81 81 0,-40 40 0,80 40 16,41 40 15,-81-39-31,80 39 0,-40-40 0,-40 160 31,-40 1-15,-81-121 0,81-40-16,-40 0 0</inkml:trace>
  <inkml:trace contextRef="#ctx0" brushRef="#br0" timeOffset="9924.0271">9590 6055 0,'0'0'0,"0"-40"16,201-40-1,-121 40 1,0 40-16,41-40 15,-81 40-15</inkml:trace>
  <inkml:trace contextRef="#ctx0" brushRef="#br0" timeOffset="10104.02">9390 6496 0,'-81'81'15,"162"-162"-15,-81 162 0,40-81 0,0-40 16,0 40-16,40 0 0,0-41 16,1 41-16,-1 0 0,-40-40 0,40 40 0,1 0 15,-1 0-15,-40 0 16,40-40-16,0 40 0</inkml:trace>
  <inkml:trace contextRef="#ctx0" brushRef="#br0" timeOffset="10654.0577">12399 5333 0,'0'-40'16,"-40"40"-16,-80 0 16,-81 121 15,81 159-15,120-119-1,0-81-15,0 161 16,0-121-16,0-40 0,-81 161 31,-119-161-15,119-80-1,1-80 1,80 40 0,121-41-1,79 122 1,-79 79-1,-1 121 17,81 39-17,-1-39 1,-39-201 15,-121-40-31,-40-40 0</inkml:trace>
  <inkml:trace contextRef="#ctx0" brushRef="#br0" timeOffset="11174.0278">14004 5654 0,'-80'0'31,"80"40"-31,-40-40 0,0 40 15,-1-40-15,41 41 0,-120 39 16,80-40-16,-121 40 16,161-40-16,-40-40 0,0 40 31,40 0-31,40-40 0,81 0 16,160 41-1,-201-41-15,281 0 16,-281 0-16,0 0 0,81 0 31,-81-41-31</inkml:trace>
  <inkml:trace contextRef="#ctx0" brushRef="#br0" timeOffset="11403.9424">14486 5775 0,'-121'0'15,"242"0"-15,-322 0 32,201 40-32,0 0 0,-40 40 15,40-40-15,-40 161 16,40-161-16,0 0 0,-40 120 31,40-120-31,-41 81 0,41-81 0,-40 80 16</inkml:trace>
  <inkml:trace contextRef="#ctx0" brushRef="#br0" timeOffset="11583.9364">15208 6978 0,'0'0'0,"-80"80"15,-1 40 1,1-80-1,-40 41 1,80-81-16,0 40 16,-1-40-16,-39 0 0</inkml:trace>
  <inkml:trace contextRef="#ctx0" brushRef="#br0" timeOffset="11943.9134">16773 5975 0,'0'0'0,"-80"-40"16,39 40-16,-159 0 15,160 0-15,0 40 0,-81 80 16,81-79-16,40 159 15,0-160-15,40 0 0,0 0 16,81 41 0,-81-41-16,80 0 0,-40-40 0,121 0 31,-161-40-31,0 0 0,-40-81 31,0 81-31,-80 0 0,40-80 16,0 120-16,0-40 0,0 0 0,-1 40 31,82 0-31</inkml:trace>
  <inkml:trace contextRef="#ctx0" brushRef="#br0" timeOffset="12123.8991">17776 6697 0,'0'0'0,"-40"40"15,-121 161 1,121-161-16,-80 160 16,80-160-16,0 0 0,-81 81 31,81-81-31,-40 0 0,80 0 0,-121 0 31</inkml:trace>
  <inkml:trace contextRef="#ctx0" brushRef="#br0" timeOffset="12743.8639">19461 6095 0,'0'-40'15,"0"80"-15,-40-80 47,40 80 0,40-40-16,-80 41 79,0-1-110,0-40 0,0 40 0,-40 0 15,39 0-15,1 0 0,-40 0 16,40 0-16,0 0 0,0 0 0,0 1 0,-1-1 16,41 0-16,-40 0 0,0 0 15,40 0-15,0 0 0,40-40 16,41 0-16,-41-40 15,40 40-15,-40-40 16,40 40-16,1-40 0,-1 40 0,0-40 0,0 40 16,1 0-16,-1 0 0,-40 0 15,40 0-15,-40 0 0,0 0 0,1 0 16,-1 0-16,0 0 0,0 40 16</inkml:trace>
  <inkml:trace contextRef="#ctx0" brushRef="#br0" timeOffset="12973.8686">19702 6336 0,'0'0'0,"-40"-40"0,0 40 16,0 0-1,0 0-15,-1 0 0,1 40 16,40 40-16,-40-80 0,40 40 0,0 0 15,0 41-15,-40-41 0,40 0 16,0 0-16,0 0 0,0 40 0,0-40 16,0 1-16,0 39 0,0-40 15,0 0-15,0 0 0,0 0 0,0 0 0,40 0 16</inkml:trace>
  <inkml:trace contextRef="#ctx0" brushRef="#br0" timeOffset="13173.8708">20344 7339 0,'-120'0'32,"120"40"-32,-40-40 0,40 40 15,-121 80 1,1-40 15,-81 1-15,161-81-16,0 0 0</inkml:trace>
  <inkml:trace contextRef="#ctx0" brushRef="#br0" timeOffset="13503.8215">21508 6456 0,'-161'40'32,"322"-80"-32,-362 80 0,81 81 15,120-81-15,-40 0 0,40 0 16,40 201 0,0-121-1,201 0 1,-201-120-16,80-40 15,-80 40-15,-40-80 0,40-80 16,-40-1 0,-40 81-1,0 40-15,-80-80 16,80 120-16,40-41 0,40 41 31</inkml:trace>
  <inkml:trace contextRef="#ctx0" brushRef="#br0" timeOffset="13683.8468">22310 7419 0,'-40'40'16,"80"-80"-16,-80 120 0,-80 40 15,120-79-15,-40-1 0,-81 40 16,-120 40 15,161-120-31,0 40 0,40-40 0</inkml:trace>
  <inkml:trace contextRef="#ctx0" brushRef="#br0" timeOffset="14283.7736">23594 6296 0,'0'0'0,"0"40"0,-40 0 62,0 0-46,0-40-16,0 40 0,0 0 0,0 1 15,-1-1-15,1-40 0,0 40 16,0 0-16,0 0 0,0 0 0,0-40 0,0 40 16,-1 0-1,41 0-15,81-40 16,-41 0-16,0 41 16,40-41-16,-40 0 0,41 0 0,-41 0 0,40 0 15,0 0-15,0 0 0,1 0 0,-1 0 0,0 0 16,-40 0-16,41-41 15,-41 41-15,40 0 0</inkml:trace>
  <inkml:trace contextRef="#ctx0" brushRef="#br0" timeOffset="14503.763">23875 6537 0,'0'0'16,"-40"0"-16,-80 0 15,80 0-15,-1 40 16,41 40-16,-40-40 0,40 0 16,0 0-16,0 0 0,0 41 15,-40-41-15,40 40 0,0-40 0,0 40 0,0 0 16,0-40-16,0 41 16,-40-41-16,40 40 0,0-40 0,-40 0 0,40 0 15,0 0-15,0 1 0</inkml:trace>
  <inkml:trace contextRef="#ctx0" brushRef="#br0" timeOffset="14703.8231">24317 7860 0,'-41'0'16,"82"0"-16,-202 40 31,161 0-31,-40-40 0,-40 80 16,-41-39 15,81-1-31,0-40 16</inkml:trace>
  <inkml:trace contextRef="#ctx0" brushRef="#br0" timeOffset="15113.7992">26203 6737 0,'0'-40'16,"0"80"-16,-41-80 0,1 40 0,0 40 31,-120 80-15,79 81-1,81-81 1,81 41 0,39-81-1,-80-80-15,40-40 31,-80-40-31,41 39 0,-41-79 16,-81-161 0,41 281-16,-40-80 31,40 80-31,40 40 16</inkml:trace>
  <inkml:trace contextRef="#ctx0" brushRef="#br0" timeOffset="15443.7068">26764 7820 0,'0'0'32,"-40"0"-32,40-40 15,0 80 32,0 0-47,-40 0 16,40 0-16,-40-40 0,40 40 0,-40 0 0,0 1 15,0-1-15,-1-40 16,1 40-16,0 0 0,0-40 0,0 40 0,0-40 16,0 0-16,40 40 0</inkml:trace>
  <inkml:trace contextRef="#ctx0" brushRef="#br0" timeOffset="16093.6707">28249 6857 0,'-40'0'0,"80"0"0,-120 41 16,40-41-1,40 40 17,-41-40-17,41-40 48,-40 40-32,0 0-31,0 0 16,0 0-16,0 40 15,0-40-15,0 40 0,40 0 0,-41 0 0,1-40 16,0 40-16,0 0 16,40 0-16,0 0 0,0 0 0,-40 1 0,40-1 15,0 0-15,0 0 0,0 0 0,0 0 16,80-40-16,-40 40 15,0-40-15,41 0 0,-41 0 0,40 0 16,-40 0-16,40 0 16,-39 0-16,39 0 0,-40 0 0,0 0 0,0 0 15,0 0-15,0-40 0</inkml:trace>
  <inkml:trace contextRef="#ctx0" brushRef="#br0" timeOffset="16340.3108">28169 7218 0,'0'0'0,"-40"0"0,-1 0 16,1 0-16,0 0 0,0 0 16,0 0-16,40 40 0,0 1 15,-40-1-15,40 0 0,0 0 0,0 0 16,0 0-16,0 40 15,0-40-15,0 1 0,-40 39 0,40-40 0,0 40 16,0-40-16,-40 0 0,40 40 0,0-39 0,0-1 16,-41 0-16,41 0 15,0 0-15,-40-40 0</inkml:trace>
  <inkml:trace contextRef="#ctx0" brushRef="#br0" timeOffset="16550.4802">28690 8061 0,'0'0'16,"-80"80"-1,-161 80 17,201-120-32,-40 41 15,40-81-15,-81 80 16,41-40-1,40-40-15</inkml:trace>
  <inkml:trace contextRef="#ctx0" brushRef="#br0" timeOffset="16870.4613">29533 7499 0,'-40'0'0,"0"0"0,-81 80 16,41 81 15,80-121-31,0 0 0,40 80 31,41-120-31,-41 0 0,80 0 16,-80 0-16,40-40 15,-39 40-15,39-160 16,-120-1 0,-41 121-1,1 0 1,40 40-16</inkml:trace>
  <inkml:trace contextRef="#ctx0" brushRef="#br0" timeOffset="17580.351">30456 6938 0,'0'0'0,"0"-40"31,40-1-15,0 1 0,-40 80 124,0 1-124,40-1-1,0-40-15,-40 40 0,41-40 0,-41 40 16,0 0-16,40 0 0,-40 0 0,0 0 16,0 0-16,0 0 15,0 1-15,0-1 0,0 0 16,-40 0-16,40 0 16,0 0-16,40-40 0,40 0 15,-40 0 1,0 0-16,0 0 0,0 0 0,1-40 15,-1 40-15,-40-40 0,40 40 16,-40-40-16,40 40 0,-80 40 47,0 0-47,0 0 0,-1 0 16,41 0-16,-40 0 0,40 1 15,-40-1-15,0 0 0,0 0 0,0 0 0,0 0 16,40 0-16,-81 0 15,41 0-15,0 0 0,0 1 0,-40-1 0,40 0 16,-41 0-16,41 0 0,-40-40 0,40 40 0,-40-40 16,40 40-16,-41 0 0,41-40 15,0 40-15</inkml:trace>
  <inkml:trace contextRef="#ctx0" brushRef="#br0" timeOffset="19153.0974">1083 8422 0,'-40'0'0,"0"0"15,0 0 16,40 40 1,0 0-32,0 0 0,0 0 0,0 40 15,0-40-15,0 40 0,0-39 16,40 39-16,-40-40 0,0 40 0,0 0 0,40 1 16,-40-41-16,0 40 0,0 0 0,0-40 0,0 0 15,0 40-15,0-39 16,40-1-16,-40 0 0</inkml:trace>
  <inkml:trace contextRef="#ctx0" brushRef="#br0" timeOffset="19413.1558">843 8622 0,'-81'-80'16,"162"160"-16,-242-321 16,161 201-16,0 0 15,121-80 1,119 80 0,-79 0-1,-1 120 1,-120-80-16</inkml:trace>
  <inkml:trace contextRef="#ctx0" brushRef="#br0" timeOffset="19593.0894">963 9143 0,'-40'0'16,"80"0"-16,-80 41 15,80-41-15,-40-41 16,321-39 0,-241 40-16,161-80 31,-201 80-31</inkml:trace>
  <inkml:trace contextRef="#ctx0" brushRef="#br0" timeOffset="19753.1341">1886 8702 0,'-80'40'0,"40"0"0,-41 1 15,1 159 1,40 41 15,80-41-15,0-160 0,-40 81-16</inkml:trace>
  <inkml:trace contextRef="#ctx0" brushRef="#br0" timeOffset="19903.1257">1766 8582 0,'-81'-80'16,"162"160"-16,-162-200 0,81 80 31,40 40-31,41 0 0</inkml:trace>
  <inkml:trace contextRef="#ctx0" brushRef="#br0" timeOffset="20223.0723">2247 8782 0,'0'0'0,"0"41"0,-80 79 15,40-80-15,40 120 16,0-119-16,0 79 15,0-80 1,80-40 0,-40-40 15,161-161-15,-41 121-1,-39 200 1,-1 81 15,-80-1-15,-40-119-1,40-81-15</inkml:trace>
  <inkml:trace contextRef="#ctx0" brushRef="#br0" timeOffset="20623.0844">3973 8903 0,'-41'-40'16,"-39"40"-16,-80 40 15,-41 160 1,161-79 0,80 39-1,121-120 1,-41-160 15,-120 40-31,40-121 31,-120 1-31,80 79 16,-40-119 0,0 200-1,40 80 16,0 160-15,0 41 0,0 160-1,80-120 1,-80-241-16</inkml:trace>
  <inkml:trace contextRef="#ctx0" brushRef="#br0" timeOffset="20963.0641">5818 8662 0,'-40'0'15,"80"0"-15,-120-40 16,80 80 0,0 40-1,0-40-15,0 41 0,-40-1 16,40-40-16,0 80 0,0-39 0,0-1 0,0-40 15,-40 40-15,40 0 16,0 0-16,0-39 0,0-1 0,0 0 0,0 0 16,0 0-16,0 0 15,40-40-15</inkml:trace>
  <inkml:trace contextRef="#ctx0" brushRef="#br0" timeOffset="21163.053">5497 8662 0,'0'-40'0,"0"80"0,0-120 0,40 0 31,41 40-31,-41 40 0,0-40 0,321-1 16,0 1 15,-281 80-31</inkml:trace>
  <inkml:trace contextRef="#ctx0" brushRef="#br0" timeOffset="21332.9698">5497 9745 0,'0'0'15,"-40"40"-15,40 0 0,80-40 16,-39 0-1,-1-40-15,0 40 0,40-40 0,0 40 0,-40-40 16,41 40-16,-1-40 0,0 0 16,0 40-16,1-40 0,-1 40 0,-40-41 0,40 1 15</inkml:trace>
  <inkml:trace contextRef="#ctx0" brushRef="#br0" timeOffset="21563.0292">7303 8823 0,'0'0'16,"-40"40"-1,0 80 17,40 161-17,0-161-15,0 81 16,0 119-1,0-159 1</inkml:trace>
  <inkml:trace contextRef="#ctx0" brushRef="#br0" timeOffset="22372.9097">7142 8702 0,'0'40'32,"-40"-40"-32,0 0 15,80 0 79,0 0-78,1 0-16,39 0 15,-40 0-15,40 0 0,1 0 0,-1 0 0,0 0 16,0 0-16,1 40 0,-1 1 16,0-1-16,-40 0 0,40 40 0,-39-40 0,-41 40 15,40-40-15,-40 1 0,40 39 0,-40-40 0,0 40 16,0-40-16,0 40 15,0-40-15,-80 41 0,80-41 0,-41 0 0,1 40 16,0-40-16,0 0 0,0 0 16,0 41-16,-40-41 0,39 0 0,-39 0 0,40-40 15,0 40-15,-40 0 16,40-40-16,-41 40 0,41-40 0,0 0 0,0 0 16,0 0-16,0 0 0,-1-40 0</inkml:trace>
  <inkml:trace contextRef="#ctx0" brushRef="#br0" timeOffset="22692.9084">9470 8863 0,'-80'0'16,"160"0"-16,-201 0 0,81 0 31,40 40-31,-40 40 0,40 40 16,0 41-16,-40-41 15,-40 201 1,0-121 15,80-159-31</inkml:trace>
  <inkml:trace contextRef="#ctx0" brushRef="#br0" timeOffset="22912.9529">9349 8742 0,'-40'0'16,"80"0"-16,-80-40 0,40-40 15,40 80-15,-40-40 0,161-40 16,160 40 0,-40 0 15,-201 40-31</inkml:trace>
  <inkml:trace contextRef="#ctx0" brushRef="#br0" timeOffset="23122.9393">9390 9384 0,'-81'0'15,"162"0"-15,-202-40 0,121 0 16,281-40 0,80-1 15,-240 41-31,-81 40 0,40 0 0</inkml:trace>
  <inkml:trace contextRef="#ctx0" brushRef="#br0" timeOffset="23782.9006">10874 8702 0,'0'0'16,"0"-40"0,-40 40-1,80 0 79,-40 40-47,40-40 15,1 0-62,-1 0 32,0 0-32,-40-40 0,40 40 0,0 0 15,0 0-15,0 0 0,0-40 16,1 40-16,-1 0 0,0 0 15,0 0-15,0 0 16,-80 0 31,80 0 31,0 0-62,0 0-1,0 0-15,1 0 0,-1 0 0,0 0 16,0 0-16,0 0 0,0 0 16,0 0-16,0 0 0,1 0 0,-1 0 15,0-40-15</inkml:trace>
  <inkml:trace contextRef="#ctx0" brushRef="#br0" timeOffset="24002.89">11597 8702 0,'0'0'0,"-41"0"0,-39 0 31,40 40-31,40 0 0,-40-40 15,40 201 1,-40 120 15,-40-40-15,-1-81 0,81-160-16</inkml:trace>
  <inkml:trace contextRef="#ctx0" brushRef="#br0" timeOffset="24722.8462">13442 9264 0,'0'0'32,"-40"0"-32,40 40 15,-40-40-15,0 80 31,0-40-31,0-40 16,120 0 0,121-120 15,39-41-15,-200 121-16,121-200 15,-121 159-15,-40 41 16,0-40-16,0 40 0,-120-40 31,80 40-31,40 120 31,0-40-31,0 0 0,-41 0 16,41 40-16,0-39 16,0 39-16,0 0 0,-40 0 0,40 0 0,0 1 15,0-1-15,0 40 0,-40-40 0,40 1 0,0-1 16,-40 0-16,40 40 0,-40-39 15,40-1-15,-40 0 0,40 0 0,-40 0 0,0 41 16,40-41-16,-41-40 16,1 40-16,40-40 0,-40 41 0,40-41 0,-40 0 15,0 0-15,40 0 0,-40-40 16,0 40-16,0-40 0,-1-40 16,41-40-16,-40 40 0,40-41 15,0 41 1,0 0-16,0 0 0,0 0 0,0 0 0,40 0 15,-40 0-15,81 0 0,-81-1 16,40 1-16,0 0 0,0 40 0,0-40 0,0 40 16,0-40-16,1 40 15,-1-40-15,0 40 0,0 0 0,0 0 0,0-40 16,0 40-16</inkml:trace>
  <inkml:trace contextRef="#ctx0" brushRef="#br0" timeOffset="27712.6118">15730 9464 0,'-41'0'16,"1"40"-1,0-40 1,0 0 0,0-40-1,0 40 1,80 0 31,40 0-47,-40 0 15,0 0-15,41 0 0,-41 0 16,40 0-16,-40 0 0,40 0 0,-39 0 0,-1 0 16,40 0-16,-40 0 15,0 0-15,0 0 0</inkml:trace>
  <inkml:trace contextRef="#ctx0" brushRef="#br0" timeOffset="27922.6054">15609 10026 0,'-40'0'15,"80"0"-15,-80 40 0,80-40 32,0 0-17,0 0-15,41 0 0,-41 0 16,0 0-16,40 0 0,-40 0 0,0 0 0,1 0 15,-1 0-15,0 0 16,0-40-16</inkml:trace>
  <inkml:trace contextRef="#ctx0" brushRef="#br0" timeOffset="28723.1007">17896 8943 0,'0'-40'31,"0"80"-31,-40-160 15,0 120-15,0 0 16,-121 120 15,41 40-15,120-120-16,-80 161 16,40-121-16,40-40 0,0 121 15,0-81-15,0 0 16,0-40-16,0 161 15,0-121 1,-121 40 0,81-120-16,-40 0 15,40 0-15,-40 0 16,39-40 0,41-80-1,41 80 1,-1 0-16,80 0 15,-80 40-15,0 80 16,41 80 15,-81 1-31,-81 79 32,81 41-17,0-161-15,0 41 16,161 79-1,-81-200 1,81 41 0,-41-81-1,-80 0 1,-40-40 62,-40 40-62,40-41-1,-40 41-15,40-40 16</inkml:trace>
  <inkml:trace contextRef="#ctx0" brushRef="#br0" timeOffset="29293.0116">18538 9785 0,'0'0'15,"0"-40"-15,-40 40 0,0 0 16,0 0 0,0 0-16,0 0 0,40 80 0,-40-80 15,0 40-15,-1 0 0,1 41 16,0-41-16,0 0 0,0 40 0,40-40 0,0 0 16,-40 40-16,40-39 0,0-1 0,40 0 0,40 0 15,-40 0 1,41-40-16,-41 0 0,40 0 0,-40 0 0,40 0 15,-40 0-15,41 0 0,-41-40 16,40 40-16,-40-40 0,0 0 0,-40 0 0,40-1 16,-40 1-16,0 0 15,0 0-15,0-40 0,0 40 0,-40-40 0,40 40 16,-80-1-16,40 1 0,0-40 16,0 40-16,0 0 0,-1 40 15,41 40 1,41 0-1,39 40-15,-40-80 0</inkml:trace>
  <inkml:trace contextRef="#ctx0" brushRef="#br0" timeOffset="29513.0581">19221 10507 0,'-41'40'15,"82"-80"-15,-82 120 0,1 0 16,40-39-16,-40-1 31,0 80-31,-40 0 32,0-40-17,39-80-15</inkml:trace>
  <inkml:trace contextRef="#ctx0" brushRef="#br0" timeOffset="29833.0357">20705 9986 0,'-80'0'31,"160"0"-31,-200 0 0,40 0 0,39 0 0,-159 40 31,120 40-31,-121 40 32,201-40-17,120-80-15,201 81 31,121-81-15,-282 0 0,41 40-16</inkml:trace>
  <inkml:trace contextRef="#ctx0" brushRef="#br0" timeOffset="30042.9533">21026 9946 0,'-40'0'0,"80"0"0,-120 0 31,80 40-31,0 40 16,0 40 0,0 161-1,-120 40 1,79-241-16,-79 120 15</inkml:trace>
  <inkml:trace contextRef="#ctx0" brushRef="#br0" timeOffset="30233.0135">21427 11028 0,'-80'40'16,"160"-80"-16,-160 121 0,40-41 15,0-40-15,-40 120 16,-41 0 15,41-80-31,-80 1 16</inkml:trace>
  <inkml:trace contextRef="#ctx0" brushRef="#br0" timeOffset="30602.9918">22471 10186 0,'0'-40'15,"0"80"-15,-40-80 16,0 40-16,-41 0 15,-39 120 1,80 121 15,80-121-31,241 1 32,-81-121-17,-119-40-15,-81-161 31,-81 0-15,-39 81 0,80 80-1,40 120 1</inkml:trace>
  <inkml:trace contextRef="#ctx0" brushRef="#br0" timeOffset="30802.9814">23354 10828 0,'-41'120'15,"82"-240"-15,-82 280 0,1-39 32,40-81-32,-120 80 15,0-40-15,-121 0 31,161-39-31</inkml:trace>
  <inkml:trace contextRef="#ctx0" brushRef="#br0" timeOffset="31132.9611">24718 10066 0,'0'0'15,"-40"0"-15,-81 40 16,81-40-16,-120 80 16,39 0-1,41-40-15,-80 81 31,160-81-31,120 0 16,40 0 0,242 0-1,-81-40 1,-201-40 0,-40 0-16</inkml:trace>
  <inkml:trace contextRef="#ctx0" brushRef="#br0" timeOffset="31332.9504">24798 10026 0,'0'0'0,"-40"-40"0,0 40 32,0 120-17,0 40-15,40 161 31,-41 0-15,1-201 0,-40 41-16</inkml:trace>
  <inkml:trace contextRef="#ctx0" brushRef="#br0" timeOffset="31532.8868">25520 11149 0,'-40'0'0,"40"40"0,-80 40 31,0 0-31,-1 41 32,-119-1-17,120-80-15,-41 0 16</inkml:trace>
  <inkml:trace contextRef="#ctx0" brushRef="#br0" timeOffset="31912.918">26604 10306 0,'0'0'16,"-40"0"-1,-81-40 1,81 40-16,-40 81 16,0-81-16,40 40 0,40 0 0,-81 40 15,81 0-15,40 121 16,161-1-1,80-160 17,-161-160-17,-120-121 1,-120 121 0,0 0-1,79 80 1,41 80-16</inkml:trace>
  <inkml:trace contextRef="#ctx0" brushRef="#br0" timeOffset="32102.9046">27446 11028 0,'-80'161'16,"160"-322"-16,-160 362 0,40-161 0,-40 40 15,80-40-15,-80 0 16,39-40-16,-119 81 16,40-41-1,79-40-15</inkml:trace>
  <inkml:trace contextRef="#ctx0" brushRef="#br0" timeOffset="32382.8877">28369 10708 0,'-120'0'15,"240"0"-15,-240 40 0,40-40 0,40 0 0,-81 80 31,81-80-31,-40 80 16,120-40-16,120 0 16,-79-40-16,240 0 31,-121 0-31,1 0 16,-121-40-16,1 40 0</inkml:trace>
  <inkml:trace contextRef="#ctx0" brushRef="#br0" timeOffset="32582.8774">28690 10627 0,'-80'0'16,"160"0"-16,-240 81 16,120-41-16,40 80 15,-81 161 16,41-1-15,0-199 0,0-41-16</inkml:trace>
  <inkml:trace contextRef="#ctx0" brushRef="#br0" timeOffset="32782.7907">29092 11470 0,'-121'40'16,"242"-80"-16,-282 200 31,121-120-31,40 0 0,-120 40 32,-81-40-17,161-40-15</inkml:trace>
  <inkml:trace contextRef="#ctx0" brushRef="#br0" timeOffset="33102.8292">29854 10627 0,'-40'0'31,"80"0"-31,-160 81 16,39-1-16,81 40 15,0-80-15,81 201 32,-41-201-32,0 0 15,0 0-15,0-40 0,0-40 31,-40-40-31,0-81 16,-80-39 0,40 120 15,40 120-31</inkml:trace>
  <inkml:trace contextRef="#ctx0" brushRef="#br0" timeOffset="33332.8324">30536 11470 0,'-80'80'32,"160"-160"-32,-160 200 0,0-40 15,80-40-15,-40-40 0,40 40 0,-121 81 31,81-121-31,-80 80 16,120-40-16,-40-40 16</inkml:trace>
  <inkml:trace contextRef="#ctx0" brushRef="#br0" timeOffset="33622.8767">31419 10908 0,'-40'0'15,"80"0"-15,-120 0 16,40 0-16,-41 80 16,1-40-1,40 0-15,-121 81 16,161-81-16,-40 0 15,40 0-15,81 0 16,-1-40-16,80 40 16,121 0 15,-201-40-31,1 0 0,-41 0 0,120-40 16</inkml:trace>
  <inkml:trace contextRef="#ctx0" brushRef="#br0" timeOffset="33852.8651">31579 10868 0,'-40'0'16,"80"0"-16,-120 0 16,40 0-16,0 40 15,40 161 1,-40 79-1,-40 1 17,39-161-17</inkml:trace>
  <inkml:trace contextRef="#ctx0" brushRef="#br0" timeOffset="34292.7677">32141 10427 0,'0'-40'0,"121"40"15,-1 0 1,-80 40-16,0 80 15,-40-80-15,0 81 16,0-81-16,-160 240 16,79 1 15,81-120-15,41-161-16,39 0 0,40-41 31,-80 1-31,-80 80 31,40 1-15,-40-41-1,40 40-15,-40 0 0,40 0 0,0 0 0,-40 0 16,40 0-16,0 0 0,-40 0 16,0 41-16,40-41 0,-41 40 0,1-40 0,0 40 15,-40-40-15,40 41 0,-40-41 0,-1 40 0,-39 0 16,40-40-16,-41 0 15,1 0-15,40 0 0,-41 1 0,41-41 0</inkml:trace>
  <inkml:trace contextRef="#ctx0" brushRef="#br0" timeOffset="67055.4914">14486 12953 0,'-81'0'0,"41"0"16,0 0-16,80 0 47,0 0-47,0 0 16,1 0-16,-1 0 0,40 0 0,-40 0 15,0 0-15,0 41 16,41-41-16,-41 0 0,0 40 0,0-40 0,0 0 15,0 0-15,0 0 0,1 0 16</inkml:trace>
  <inkml:trace contextRef="#ctx0" brushRef="#br0" timeOffset="67265.4791">14245 13635 0,'0'0'0,"0"40"0,40-40 16,40 0-16,0 0 31,1 0-31,79 0 16,-120 0-16,121 0 16,-121 0-16</inkml:trace>
  <inkml:trace contextRef="#ctx0" brushRef="#br0" timeOffset="67505.5391">15850 13074 0,'0'0'16,"0"-40"-16,0-41 0,0 41 0,0 0 31,-40 40-31,40 161 31,120 159-15,1-39 0,39-80-1,-40-121 17,-79-80-32</inkml:trace>
  <inkml:trace contextRef="#ctx0" brushRef="#br0" timeOffset="67725.4535">16572 13194 0,'0'0'15,"-40"0"-15,0 0 16,0 0 0,0 40-1,0 40-15,-1 1 16,-199 159-1,-1-39 1,80-81 15</inkml:trace>
  <inkml:trace contextRef="#ctx0" brushRef="#br0" timeOffset="68025.4348">17776 12833 0,'0'0'0,"-40"0"0,-81 0 31,81 40-31,0-40 0,-40 121 16,-40-1-16,79 0 16,1 201-1,161-80 17,119-121-17,1-80 1</inkml:trace>
  <inkml:trace contextRef="#ctx0" brushRef="#br0" timeOffset="68235.4237">18498 13194 0,'-40'0'15,"80"0"-15,-120 40 16,40 0-16,0 40 15,40 1-15,-40 199 16,0-79 15,40-161-31,0 40 16,0-40-16</inkml:trace>
  <inkml:trace contextRef="#ctx0" brushRef="#br0" timeOffset="68585.3589">19261 13194 0,'0'0'0,"0"-40"0,-81 40 31,41 0-31,-40 80 16,-121 121-1,41-121 1,120-40-16,-161 40 15,161-80-15,-40 40 16,160-40 15,-40-40-31,81 40 32,39 40-17,1 81 1,-41-1 15,0-40-15,1-40-16</inkml:trace>
  <inkml:trace contextRef="#ctx0" brushRef="#br0" timeOffset="68805.418">19782 13796 0,'-40'0'16,"80"0"-16,-120 0 0,80-40 31,40 40-31,40 0 16,41 40 0,-41-40-16,121 0 31,-1-40-16</inkml:trace>
  <inkml:trace contextRef="#ctx0" brushRef="#br0" timeOffset="69025.4039">20826 13154 0,'0'0'15,"-41"0"1,1 40-16,40 0 16,-120 201-1,80 80 17,0-121-17,40-39 1</inkml:trace>
  <inkml:trace contextRef="#ctx0" brushRef="#br0" timeOffset="69665.2985">21628 14397 0,'0'0'16,"-40"40"0,0 0-1,0 41 1,-121-1 15,41-40-15,80-40-16</inkml:trace>
  <inkml:trace contextRef="#ctx0" brushRef="#br0" timeOffset="70205.3365">22591 13876 0,'0'-40'15,"0"80"-15,0-120 16,40 160 0,0-40-16,1 40 31,-41 40-31,-41-79 16,1 79-1,0-120 16,161-80-15,79-41 0,-39 81-1,-121 40 17,-40 201-17,-40-81 1,40-80-1,40-40 1,40-40 0,121-80-1,-81 40 1,-80 120 15,-40 120-15,0-40-1,-40-39 1,80-81 0</inkml:trace>
  <inkml:trace contextRef="#ctx0" brushRef="#br0" timeOffset="70455.3191">24357 14116 0,'80'-40'16,"-80"121"15,-40-41-15,40 0-16,-40-40 0,0 40 0,-1 0 0,1-40 15,0 40-15,0-40 0,0 40 16,0-40-16,0 0 0,0 0 0,-1 0 16,41-40-1,0 0-15,41-40 16,-1 40-16,0 40 15,0-40-15,0 40 0,0 0 0,0-41 0,0 41 16,1 0-16,-1 0 0,0 0 0,0 0 0,0 41 16,0-41-1,0 0-15,0 40 0</inkml:trace>
  <inkml:trace contextRef="#ctx0" brushRef="#br0" timeOffset="70835.2989">25280 14197 0,'0'0'0,"-41"-40"16,-159 40 0,-1 120-1,121 40 1,200-79 15,81-81-15,-81-81-1,-39-119 1,-41-41 0,0 161-1,-40 40-15,0 80 32,-40-40-32,0 120 15,-1 121 1,1 0 15,40-81-15,40-120-16</inkml:trace>
  <inkml:trace contextRef="#ctx0" brushRef="#br0" timeOffset="71395.2665">26162 14036 0,'0'-40'15,"0"80"-15,0-120 0,0 120 47,0 0-31,0 0-16,-40 0 0,40 1 0,0-1 0,-40-40 15,40 40-15,-40 0 0,40 0 16,-40 0-16,40 0 0,-40 0 0,40-80 47,40 40-47,-40-40 0,40 0 0,-40 0 0,40 40 16,0-40-16,-40 0 0,40 0 15,1-1-15,-1 41 0,-40-40 0,40 0 0,0 40 16,0 0-1,-40 40 1,0 0-16,0 1 0,40-1 0,-40 0 16,0 0-16,40 0 0,-40 0 15,40-40-15,-40 40 0,0 0 0,41 0 0,-1-40 16,-40 41-16,40-41 16,0 0-16,0 40 0,0-40 0,0 0 0,0 0 15,1 0-15,-1-40 16,0 40-16,0-81 0,0 41 0,-40 0 15,0-40-15,0 40 16,0 0-16,0 0 0,0-41 0,0 41 0,0 0 16,0 0-16,0 0 15,-40 40 1,80 0 31</inkml:trace>
  <inkml:trace contextRef="#ctx0" brushRef="#br0" timeOffset="71625.1803">28129 13715 0,'0'0'0,"0"-40"0,0 80 15,0 1 1,0 199 0,-121 201-1,-360 41 1,-81-282 0</inkml:trace>
  <inkml:trace contextRef="#ctx0" brushRef="#br0" timeOffset="73775.2062">14004 7379 0,'0'-40'15,"0"80"79,0 0-78,0 40-1,40-80-15,-40 40 0,0 0 16,40-40-16,-40 40 0,40-40 16,-40 41-16,41-1 0,-1-40 15,0 0 1,0 0-16,-40 40 0,40-40 15,0 0-15,0 0 0,0 0 0,1 0 16,-1 0-16,0 0 0,0 40 16,0-40-16,0 0 0,0 40 0,1-40 15,-1 0-15,0 40 16,0-40-16,40 40 0,-40-40 0,0 0 0,1 40 16,39-40-16,-40 0 0,0 0 15,40 0-15,-40 0 0,41 0 0,-1 40 0,0-40 16,-40 0-16,41 0 15,-1 0-15,-40 0 0,0 0 0,0 0 0,0 0 16,0 0-16,1 0 0,-1 40 0,0-40 0,0 0 16,0 0-16,0 0 0,0 41 15,0-41-15,1 0 0,-1 0 0,0 0 0,0 40 16,0-40-16,0 0 16,0 0-16,0 0 0,1 40 0,-1-40 0,0 0 15,0 0-15,0 0 0,0 0 16,0 0-16,0 0 0,1 40 0,-1-40 0,0 0 15,0 40-15,0-40 16,0 0-16,40 40 0,-39-40 0,-1 0 0,0 0 16,0 40-16,0-40 0,0 0 0,0 0 15,-40 40-15,40-40 0,1 0 16,-1 0-16,0 40 0,40-40 0,-40 41 0,40-1 16,1-40-16,-1 40 15,0-40-15,1 40 0,-1 0 0,0-40 0,-40 40 0,40 0 16,-39-40-16,39 40 15,-40-40-15,0 0 0,0 40 0,0-40 0,0 0 16,-40 40-16,41-40 0,-1 41 31,0-1-15,0 0-16,0-40 16,0 40-16,40 0 0,-39 0 0,39 0 0,-40-40 15,0 40-15,40 0 16,-40 1-16,1-41 0,-41 40 0,40-40 0,0 0 15,-40 40-15,0 0 47,0 0-31,0 0 0,0 0-16,0 0 15,0 0-15,0 0 16,0 1-1,40-41-15,-40 40 0,40-40 16,-40 40-16,40-40 0,-40 40 16,40-40-16,-40 40 0,40-40 15,1 0-15,-41 40 0,40-40 0,0 0 16,-40-40 0,0 0-1,0 0 1,-40 0-16,0 0 0</inkml:trace>
  <inkml:trace contextRef="#ctx0" brushRef="#br0" timeOffset="73945.2705">19742 9304 0,'0'0'15,"-40"0"-15,-40 0 31,80 80-31,40 0 16,-40-40-16</inkml:trace>
  <inkml:trace contextRef="#ctx0" brushRef="#br0" timeOffset="74255.252">19301 9665 0,'-40'0'15,"40"-40"1,0 0 0,40 40-16,0 0 0,0 0 15,0 0-15,0 0 16,0 0-16,1 0 0,-1 40 0,0-40 0,0 40 16,0-40-16,0 40 0,-40 0 15,40-40-15,0 40 0,1 0 0,-1-40 31,0 0-15,-40-40-16,0 0 16,40 40-16,-40-40 0,0 0 15,40 0-15,-40 0 0,40-1 0,-40 1 16,0 0 0,40 40-16,-40-40 0,40 0 15</inkml:trace>
  <inkml:trace contextRef="#ctx0" brushRef="#br0" timeOffset="76665.1108">29332 6336 0,'-40'0'0,"-40"-80"31,0 40-16,40 0-15,0 40 16,-1-40-16,-39-1 16,0 41-1,-121-40 1,1 0 15,79 0-31,-120 40 31,1-40-15,-1 0 0,0 0-1,41 0 17,119 40-32,-119-81 31,-41 1-16,-80-40 1,40 40 0,121 40-1,-81 40 1,120 0 15,41 0-15,40 0-1,-80 0 1,-81 0 0,40-40-1,-79-1 1,79 1 0,41 0 15,-1 0-16,1 0 1,-40 0 0,-81 0 15,0 0-15,0-41-1,-40-39 16,161 120-31,-40-40 16,39 0-16,-160 0 31,241 0-31,-160 40 16,159-40-16,-79 40 16,-81 0-1,-39 0 1,-1-40 15,161 40-31,-201 0 16,40 80 15,121-80-31,-121 0 31,161 0-31,-41 0 31,1-40-15,-81 0 0,41 40-1,39-41-15,-160 41 32,1 0-17,-41-40 1,240 40-16,-159-40 15,-41 40 17,-40 0-17,40 0 1,40 40 15,40-40-31,1 40 31,39 1-15,-39-41 0,-41-41-1,-40 41 17,161-40-32,-81 40 15,-120 0 1,80 0-1,81 0 17,-1 0-17,1 0 1,-1 0 15,41 40-15,39 1-1,41-1 1,0 0 0,-80 0-1,-1 40 17,1 40-17,80-120-15,0 81 16,0-41-16,0 0 15,-1 0 1,1 0 0,-40 40 15,0 0-15,0-39-1,80-1 1,0 40-1</inkml:trace>
  <inkml:trace contextRef="#ctx0" brushRef="#br0" timeOffset="76995.0195">13362 5213 0,'-40'0'16,"80"0"-16,-80 40 31,40 0-15,0 0-1,0 1-15,0-1 0,0 0 16,0 0-16,0 0 15,0 0-15,0 0 0,0 0 16,40-40 0,0 0-1,40 0-15,-39-40 0,39 0 16,-40 40-16,0 0 16,0 0-16,0-40 0,0 40 0</inkml:trace>
  <inkml:trace contextRef="#ctx0" brushRef="#br0" timeOffset="78325.0146">30496 13435 0,'40'0'78</inkml:trace>
  <inkml:trace contextRef="#ctx0" brushRef="#br0" timeOffset="111843.4878">2648 14758 0,'-40'-40'0,"0"0"31,40 0-31,-40 40 0,40-40 16,0 0-1,40 40-15,0 0 0,-40-40 16,80 40-16,-39 0 16,-1 0-16,0 0 15,0 0-15,-40 40 0,40 0 16,-40 0-16,0 0 15,0 0-15,0 0 0,0 40 0,0-40 0,0 1 16,0 39-16,-40-40 16,40 40-16,-40-40 0,40 0 0,-40 0 0,40 1 15,-40-1-15,40 0 16,-41-40-16,41-40 31,41 40-31,-41-81 0,40 41 0,-40 0 0,80 0 16,-40-40-16,0 40 0,0 0 0,0-41 0,1 41 15,-1-40-15,0 40 0,0 0 16,0 0-16,0 0 0,0 40 0,-40-40 0,40 0 16,1-1-1,-82 41 17,41 41-17,-40-41-15,0 40 0,0-40 0,40 40 0,-40 0 16,0 40-16,0-40 15,40 40-15,-40-40 0,40 41 0,-41-41 0,41 40 16,0 0-16,0-40 0,0 0 16,0 1-16,81-1 0,-81 0 0,40 0 0,0-40 15,0 40-15,40-40 16,-40 0-16,1 0 0</inkml:trace>
  <inkml:trace contextRef="#ctx0" brushRef="#br0" timeOffset="112053.5476">3772 14598 0,'0'0'15,"-40"0"-15,-40 120 16,80-80-16,0 0 0,-41 81 16,41 79-1,81 1 16,-41-161-31,0-40 0</inkml:trace>
  <inkml:trace contextRef="#ctx0" brushRef="#br0" timeOffset="112353.5302">4093 14878 0,'0'-40'0,"0"80"0,40-40 16,0 0-16,0 121 31,-40-1-15,0-40-1,40-80 17,-40-40-17,121 40 1,-41 80-1,-80 81 17,0-81-17</inkml:trace>
  <inkml:trace contextRef="#ctx0" brushRef="#br0" timeOffset="112553.5187">4936 14798 0,'0'0'0,"0"40"31,80 81-15,-80 79 0,-121 41-1,1-81 16,80-120-31</inkml:trace>
  <inkml:trace contextRef="#ctx0" brushRef="#br0" timeOffset="112893.5009">5858 14798 0,'0'0'16,"-40"40"0,0 81-1,-160 79 17,39-79-17,81-81 1,120-40 15,0 0-15,40 80-1,-80-40-15,40 120 16,1-160-16,-41 40 0,40 41 31,0-1-31</inkml:trace>
  <inkml:trace contextRef="#ctx0" brushRef="#br0" timeOffset="113153.4841">5818 15360 0,'-120'40'16,"120"0"-16,0 0 15,40 0-15,201-40 31,-161 0-31,241-40 16,80-40 0,-80 40 15,-80 0-15,-80 40-1,-121 0-15</inkml:trace>
  <inkml:trace contextRef="#ctx0" brushRef="#br0" timeOffset="113453.8169">7664 14959 0,'-40'-40'15,"80"80"-15,-160-121 16,80 81-16,40-40 15,40 121 17,40-81-32,-80 40 0,40 0 0,0-40 15,41 40-15,-41 0 16,0-40-16,0 40 0,0 0 0,0 0 0,0-40 16,0 40-16,-40 1 0,41-1 15,-41 0-15,0 0 0,0 0 0,0 0 16,-81 0-16,81 0 15,-40 0-15,0-40 0,0 40 0,0-40 16,0 0-16,0 41 0,-1-41 0,1 0 16</inkml:trace>
  <inkml:trace contextRef="#ctx0" brushRef="#br0" timeOffset="113713.8006">8467 15039 0,'0'0'16,"0"-40"-16,40 40 16,80 80-1,-80-40-15,121 121 16,-161-121-16,40 0 0,40 80 31,0 81-15,-80-121-1</inkml:trace>
  <inkml:trace contextRef="#ctx0" brushRef="#br0" timeOffset="113933.7887">9229 15039 0,'-40'0'16,"0"0"-16,40-40 15,-40 40-15,0 40 16,-1 40-16,-39 40 31,-161 121-15,201-161-16,-160 121 15,160-121-15,-1-80 0,1 80 16</inkml:trace>
  <inkml:trace contextRef="#ctx0" brushRef="#br0" timeOffset="114233.7351">9751 15039 0,'0'0'16,"0"-40"-16,-40 40 0,-1 0 0,41-40 16,-120 120-1,80-40-15,-80 161 16,120-121-16,0-40 0,0 120 31,40 1-31,80-121 16,81 80-1,-1-80 1</inkml:trace>
  <inkml:trace contextRef="#ctx0" brushRef="#br0" timeOffset="114413.7598">10272 15320 0,'-80'0'15,"80"40"-15,0 0 16,0 0-16,0 0 0,40 120 31,-40-119-31,40-1 0,-40 0 0,40 40 16,-40-40-16,41 80 15,-41-79-15</inkml:trace>
  <inkml:trace contextRef="#ctx0" brushRef="#br0" timeOffset="114733.7424">10995 15480 0,'0'0'0,"-81"0"31,-119 80-15,160-80-16,-121 80 16,121-39-16,0-41 0,0 40 15,0-40 1,-41 0 0,121 0-1,1 0 1,-1 0-16,80 80 31,-80-80-31,40 40 0,1 0 16,119 40-1,-39-40 1</inkml:trace>
  <inkml:trace contextRef="#ctx0" brushRef="#br0" timeOffset="114953.728">11436 15360 0,'40'40'32,"0"0"-17,0 160 1,-40-159-16,-80 159 15,40-120-15,0-40 0,-201 161 16,81-81-16</inkml:trace>
  <inkml:trace contextRef="#ctx0" brushRef="#br0" timeOffset="116493.6392">7704 17325 0,'0'-80'32,"0"40"-32,40 40 15,-80 0 1,0 80-1,-160 80 17,39 41-17,41-121 1,120-40 15,40-80-15,40-40-1,81 160 1,39 80 15,-160-160-31,161 81 16,-161-41-16,40-40 16,-40 40-16</inkml:trace>
  <inkml:trace contextRef="#ctx0" brushRef="#br0" timeOffset="117133.6015">7785 17686 0,'-41'0'16,"82"0"-16,-122 0 0,41 0 16,80 0-1,41 0-15,39 0 16,40 0-16,322 0 31,160 0-15,0-40-1,-80 40 17,-281 0-17,-161 0 1,-80 0-1,-80-40 17,0 40-1,0 0-31,40-40 31,-40 40-15,-1-81-1,-79 41 1,40 0 15,120 40 1,0 0-32,121 40 15,39 121 16,-119-161-31,-1 80 0,-40-40 16,0 0-16,0 40 16,-40-40-16,-80 0 31,-81 1-15</inkml:trace>
  <inkml:trace contextRef="#ctx0" brushRef="#br0" timeOffset="117533.5786">13041 17245 0,'-40'0'16,"0"0"-16,0 0 15,40 80 1,120 161 15,81-1-15,-81-120 0,-40-79-16,41 79 15,-121-80 1</inkml:trace>
  <inkml:trace contextRef="#ctx0" brushRef="#br0" timeOffset="117773.5089">13603 17365 0,'-80'0'16,"160"0"-16,-160-40 0,-41 40 31,81 0-31,-80 40 16,-121 201-1,0-1 17,81-39-17,120-121-15</inkml:trace>
  <inkml:trace contextRef="#ctx0" brushRef="#br0" timeOffset="118213.5395">14807 17004 0,'0'0'15,"-40"0"-15,-1 0 0,41-40 16,-80 40 0,0 120 15,-41 121-15,81 40-1,40-41 1,161-79 15,-81-121-15,0-40-1</inkml:trace>
  <inkml:trace contextRef="#ctx0" brushRef="#br0" timeOffset="118428.811">15168 17245 0,'0'-40'16,"0"80"-16,-40-80 0,40 120 15,0-40-15,0 80 16,0 161 15,0-81-15,0-119-1,0-41-15</inkml:trace>
  <inkml:trace contextRef="#ctx0" brushRef="#br0" timeOffset="118728.7225">15770 17365 0,'-121'0'16,"81"0"-16,-120 80 31,-121 41-15,40-41-1,161-40 17,160-40-17,161 40 1,0 0-1,-81 0 17,-40 40-17,-39-40 1</inkml:trace>
  <inkml:trace contextRef="#ctx0" brushRef="#br0" timeOffset="118888.7109">16171 17766 0,'-80'0'16,"120"0"-1,-40-40-15,80 40 0,-40 0 16,0 0-16,0-40 16,41 40-16,-41 0 0,0 0 0,0 0 0,0 0 15,0 0-15,0 0 0,1 0 0,-41-40 0</inkml:trace>
  <inkml:trace contextRef="#ctx0" brushRef="#br0" timeOffset="119098.772">17174 17164 0,'-40'-40'16,"80"80"-16,-120-80 15,80 80-15,-40 81 16,40-81-16,-40 201 31,40-121-31,0-80 0,80 160 31,-80-159-31,0-1 16,40 0-16</inkml:trace>
  <inkml:trace contextRef="#ctx0" brushRef="#br0" timeOffset="121378.6395">17054 18087 0,'-40'0'31,"-1"0"-15,82 0 15,-41-40-31,0 0 31,0 0 0,0-1-15,0 1 0,40 0-16,-40 0 0,40 0 15,-40 0-15,40 40 0,-40-40 0,40 0 0,-40 0 16,0 0-16,0-1 15,0 1-15,0 0 0,0 0 0,0 0 16,-40 0 0,40 0-16,-40 40 0,40-40 15,0 0 1,-40-1-16,40 1 0,0 0 31,0 0-15,0 0-1,-40 40 79,40 40-94,-41-40 0,41 40 0,-40-40 31,40 40-31,-40-40 0,40 40 0,-40 1 16,40-1 0,-40 0-16,40 0 0,0 0 0,0 0 15,0 40-15,0-40 16,0 1-16,0-1 0,40 0 0,-40 0 0,40-40 16,-40 40-16,40 0 0,-40 0 15,40-40-15,1 40 0,-41 0 0,40-40 0,-40 40 16,40 1-16,-40-1 0,40-40 0,-40 40 15,40-40 1,-40 40-16,40-40 0,0 0 31,0 0-15,-40-40 0,0 0-16,0 0 15</inkml:trace>
  <inkml:trace contextRef="#ctx0" brushRef="#br0" timeOffset="127658.4542">17656 18167 0,'0'0'0,"40"0"31,-40 40-15,0 0-16,0 0 16,0 1-16,0-1 0,-40-40 0,40 40 15,-81-40-15,81 40 0,-40-40 0,0 0 0,0 40 16,0-40-1,0 0-15</inkml:trace>
  <inkml:trace contextRef="#ctx0" brushRef="#br0" timeOffset="128308.4163">18458 17445 0,'0'-40'16,"40"40"-1,0 0-15,1 0 0,-1 40 16,-40 0 0,0 0-16,0 1 0,0-1 0,0 40 15,0-40-15,-40 0 0,40 0 16,-41 0-16,41 0 0,-40 0 0,0 1 16,40-82 15,40 41-31,-40-40 0,81 0 0,-41 0 0,0 0 15,-40 0-15,80 0 0,-40 0 16,-40 0-16,40 0 0,0 40 0,-40-41 0,41 41 16,-1 0-1,-40 41-15,0-1 16,0 0-16,0 0 0,0 0 16,0 0-16,0 0 0,0 0 0,0 0 0,0 0 15,0 1-15,0-122 31,40 41-31,-40 0 16,40 0-16,0 0 0,0 0 16,0 0-16,-40 0 0,40 0 0,1 40 0,-1-41 15,0 41-15,0 0 16,0 0-16,0 0 0,-40 41 16,40-41-16,-40 40 0,0 0 15,40 0-15,-40 0 0,0 0 0,0 0 16,0 0-16,0 0 0,-40-40 0,40 40 15,-40-40 1,0 0-16</inkml:trace>
  <inkml:trace contextRef="#ctx0" brushRef="#br0" timeOffset="128588.3005">19782 17405 0,'40'0'0,"-80"0"0,121 0 0,-1 0 31,-40 80-31,-40-40 16,0 121 0,-40-121-1,0 0-15,-81 0 16,81 0-16,0-40 0,-40 0 31,80-40-31,-40-80 16,40 80-16,0 0 0,40 0 15,0-1-15,40 1 16,-40 40-16,81 0 16,-81 0-16</inkml:trace>
  <inkml:trace contextRef="#ctx0" brushRef="#br0" timeOffset="128988.277">20585 17566 0,'0'0'15,"-40"0"-15,-81 0 32,1 80-17,120 40 1,80 0 15,121-120-15,-161-80-1,-40 40 1,0 0-16,0-161 16,-40 161-16,40 0 0,-40-160 15,40 119-15,0 1 16,0 40-16,0 0 16,0 0-1,0 80-15,0 40 16,0-40-16,40 81 15,-40-41-15,40 201 16,-40-1 0,0-119 15,0-121-31</inkml:trace>
  <inkml:trace contextRef="#ctx0" brushRef="#br0" timeOffset="129518.3017">21347 17205 0,'0'0'16,"-40"0"-16,0 0 16,40 40-16,0 0 15,0 80 1,0-80-1,0 0-15,0 81 16,0-81-16,0-80 31,0-41-15,0-39 0,40 80-16,-40-40 15,0 40-15,40-41 16,0 41-1,41 241 1,-1-41 15,80-39-15,-39-81 0,-41-161-1,-40-39 16,-40-81-15,0 81 0,0 120-1,0 80 1,0 0 15,0 0-31</inkml:trace>
  <inkml:trace contextRef="#ctx0" brushRef="#br0" timeOffset="129778.2864">22671 16804 0,'41'-41'15,"-82"82"-15,122-82 0,-41 41 32,0 41-32,0-1 0,-40 0 0,80 200 31,-80-159-31,0-1 0,0 0 0,-200 321 31,79-241-31,41-119 0,-241 159 16</inkml:trace>
  <inkml:trace contextRef="#ctx0" brushRef="#br0" timeOffset="131788.0985">883 17646 0,'40'40'16,"0"-40"-1,0 0 17,0 0-32,0 0 0,1 0 15,-1 0 1,0-40-16,0 40 0,-40-40 16,40 40-16,0-40 15,-40-1 1,40 41-16,-40-40 0,0 0 15,0 0 1,0 0-16,-80 40 0,80-40 16,-40 40-1,40-40-15,-40 40 0,0 0 16,0 0-16,-1 0 16,1 0-16,40 40 0,-40-40 15,0 40-15,40 0 0,-40-40 16,40 40-16,0 0 15,-40 0-15,40 1 0,0-1 0,0 0 16,0 0-16,0 40 0,0-40 16,0 0-16,0 40 0,40-39 0,-40-1 0,0 0 15,40 0-15,-40 0 16,0 0-16,40-40 0,-40 40 0,0 0 16,40-40-16,-40 40 0,40-40 15,1-40 1,-1 0-16,-40 0 15</inkml:trace>
  <inkml:trace contextRef="#ctx0" brushRef="#br0" timeOffset="132708.0453">1244 16964 0,'0'-40'62,"40"40"-62,0 0 16,0 0-16,-40-40 0,0 0 15,40 40 1,1 0 0,-41-40 109,0-1-110,40 1 1,0 0-1,-40 0 1,0 0 0,0 0-16,0 0 15,-40 0 1,40 80 31,0 0-16,0 0-31,0 0 0,0 0 16,0 0-16,0 0 15,0 1-15,40-1 0,-40 0 0,0 0 16,0 0-16,0 0 16,0 0-16,0 0 0,0 0 15,-40 0-15,40 1 0,-40-41 16,40 40-1,-41-40-15,41 40 0,-40 0 0,0 0 32</inkml:trace>
  <inkml:trace contextRef="#ctx0" brushRef="#br0" timeOffset="132938.1056">1324 16362 0</inkml:trace>
  <inkml:trace contextRef="#ctx0" brushRef="#br0" timeOffset="133418.1007">1926 16523 0,'-40'-40'15,"40"0"1,40 40-1,0 0-15,0 0 16,-40 40 0,0 0-16,0 0 15,0 0-15,0 0 0,0 0 16,0 0-16,-40 0 0,40 1 16,-40-1-16,40 0 0,-40-40 15,40 40-15,-40-40 0,40-40 47,40 40-47,-40-40 0,40 40 31,0 0-31,0 0 16,-40 40-16,40 0 16,1-40-16,-41 40 0,40-40 0,-40 40 15,0 0-15,40-40 0,-40 40 16,40 0-1</inkml:trace>
  <inkml:trace contextRef="#ctx0" brushRef="#br0" timeOffset="133838.0801">2367 16563 0,'0'40'16,"0"0"-1,0 0-15,0 0 0,0 0 16,0 1-16,0-1 0,0 0 0,0 0 0,0 0 16,0 0-1,0 0-15,0 0 0,0 0 0,-40-40 16,40-40 0,0 0-1,0 0-15,0 0 0,0 0 0,0 0 16,0-40-16,0 39 15,0 1-15,40 0 0,-40 0 0,0 0 0,0 0 16,0 0-16,41 40 16,-1 0-16,-40-40 0,40 80 31,0 40-31,0-40 16,-40 0-16,40 0 0,-40 0 15,0 1-15,40-41 16,-40 40-16,0 0 0,0 0 0,40-40 15,-40 40 1</inkml:trace>
  <inkml:trace contextRef="#ctx0" brushRef="#br0" timeOffset="134078.1401">2408 16483 0,'0'0'15,"0"-40"1,40-1 0,0 41-16,-40-40 15,40 40 1,0-40-16,80 40 15,-79 0-15,-41-40 0,40 40 16,0 0-16,0 0 0,0 0 16</inkml:trace>
  <inkml:trace contextRef="#ctx0" brushRef="#br0" timeOffset="134378.0886">2167 17445 0,'0'0'16,"-40"0"-16,80 0 62,0 0-62,0 0 0,0 0 16,0-40-16,0 40 0,1 0 15,39-40-15,-40 40 0,0-40 0,40 0 0,-40 40 16,1-40-16,-1 40 16,0-40-16,0 40 0,0-41 0,0 41 0</inkml:trace>
  <inkml:trace contextRef="#ctx0" brushRef="#br0" timeOffset="134768.1">2327 17766 0,'0'0'15,"0"-40"1,-40 40-1,40 80 17,-40 0-17,0 1 1,40-41 0</inkml:trace>
  <inkml:trace contextRef="#ctx0" brushRef="#br0" timeOffset="134978.0891">2247 17726 0,'0'-40'16,"40"40"-1,-40 40 1,40-40-16,-40 40 15,40-40-15,-40 40 0,41-40 0,-41 40 0,40-40 16,0 40 0,0-40-16,0 0 31</inkml:trace>
  <inkml:trace contextRef="#ctx0" brushRef="#br0" timeOffset="135298.0694">2608 17566 0,'0'-41'0,"0"82"94,0-1-78,0 0-16,0 0 0,0 0 0,0 0 15,0 0-15,0 0 16,0 0-16,0 0 15,0 1 1</inkml:trace>
  <inkml:trace contextRef="#ctx0" brushRef="#br0" timeOffset="139412.1115">3210 16844 0,'-40'0'0,"0"0"32,80 0 61,-40 40-77,40-40-16,-40 40 16,0 0-1,40-40-15,-40 40 0,0 0 16,0 0-16,0 0 15,0 0-15,-40 1 0,40-1 32,0-80 15,0-1-32,40 1 1,-40 0-16,0 0 0,40 40 15,-40-40-15,0 0 16,40 40-16,1-40 0,-1 40 16,-40-40-1,40 40-15,0 0 16,0 0 15,-40 40-31,0 0 31,0 0-31,0 0 16,0 0-16,0 0 16,0 0-16,-40-40 0,40 41 15,0-1 1,0 0-16,0 0 16,40-40 15,0 0-31</inkml:trace>
  <inkml:trace contextRef="#ctx0" brushRef="#br0" timeOffset="140092.1449">3692 17285 0,'0'40'15,"40"-40"48,-40-40-48,40 40-15,-40-40 0,40 40 0,0 0 16,-40-40-16,40 40 0,0-41 16,-40 1-1,41 40-15,-41-40 0,40 40 16,-40-40-1,0 0-15,0 0 16,0 0-16,0 0 16,0 0-16,0 0 15,0-1 1,0 1-16,-40 40 16,40 40 77,0 1-77,0-1-16,-41-40 0,41 40 0,0 0 16,0 0-16,-40-40 15,40 40-15,0 0 0,0 0 0,0 0 16,0 0-16,0 1 15,0-1-15,40 0 0,-40 0 16,41-40 0,-1 40-16,0-40 15</inkml:trace>
  <inkml:trace contextRef="#ctx0" brushRef="#br0" timeOffset="141262.0748">4334 18087 0,'-40'0'15,"40"-40"16,0 0-15,40 40 0,-40-40-16,40 40 15,0 0-15,0 0 16,0 80-16,0-80 0,-40 40 16,40-40-16,-40 40 0,0 0 0,41 0 0,-41 0 15,0 0-15,0 1 16,0-1-16,-81 0 0,41 0 0,0 0 15,0-40 1,40 40-16,-40-40 0,40-40 31,40 0-15,-40 0-16,40 0 0,-40 0 0,80-1 16,-80 1-16,40 0 0,1 0 15,-1 40-15,-40-40 0,40 0 0,0 0 16,0 0-16,0 0 15,-40-1-15,40 41 32,-40-40-32,-40 40 47,40 40-47,-40 1 0,40-1 0,-40 0 0,0 0 15,40 0-15,-40 0 16,0 0-16,40 0 0,-41 0 0,41 1 15,0-1-15,0 0 16,0 0-16,0 0 0,41-40 0,-41 40 16,40-40-16,0 0 15,40 0-15,-40 0 16,0 0-16,0 0 0,1 0 0,-1 0 0,0 0 16,0 0-1,0 0-15,0-40 0</inkml:trace>
  <inkml:trace contextRef="#ctx0" brushRef="#br0" timeOffset="141571.9834">5578 17646 0,'0'0'0,"-81"0"16,1 40 15,-40 160-15,80 1 0,80-41-1,80 1 16,41-121-15,-41-40 0</inkml:trace>
  <inkml:trace contextRef="#ctx0" brushRef="#br0" timeOffset="141982.0334">5818 17886 0,'0'-40'16,"0"80"-16,40-80 16,1 40-1,-41 40-15,40 81 16,-40-41 0,0 40-1,-40-80 16,40-80-15,0-80 0,40 40-1,80-1 1,-80 41 0,0 40-1,-40 81 1,40 39-1,-40 0 1,0-80 0,0 0-1,-40 1 1</inkml:trace>
  <inkml:trace contextRef="#ctx0" brushRef="#br0" timeOffset="142182.0214">6500 17766 0,'41'0'0,"-1"0"16,80 0 0,-80 40-16,-40 0 15,0 0-15,40 201 16,-80-121-1,40-39-15,-241 199 16,201-200-16,-40 1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06:07.6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8587 1604 0,'-40'0'0,"0"0"0,40 40 0,-40-40 15,0 40-15,-41-40 0,41 40 0,0-40 0,0 40 16,0-40-16,0 40 0,0 0 16,40 0-16,0 0 0,-41 1 0,41-1 0,-40 40 15,40-40-15,0 40 16,0-40-16,0 41 0,0-41 0,40 40 0,-40 0 15,81-40-15,-81 40 0,40-40 16,0 41-16,-40-41 0,40 0 0,-40 40 0,0-40 16,0 40-16,0-39 15,0 39-15,-40-40 0,40 0 0,-80 0 0,80 0 16,-81 0-16,41 0 0,0-40 0,0 40 0,0-40 16,0 0-16,0 0 15,0 0-15,-1-40 0,41 0 16,0 0-1,0 0-15,41 40 16,-41 40 0,40 40-16,-40-40 0,40 1 0,-40 39 15,40-40-15,-40 0 0,40 0 16,-40 40-16,40-40 0,-40 41 0,40-41 0,-40 0 16,40 40-16,-40-40 0,41 0 0,-1 40 0,0-39 15,0-1-15,0 40 16,0-40-16,0 0 0,0 0 0,1 0 0,-1 0 0,0 1 15,0-1-15,0-40 16,0 40-16,0-40 0,0 40 0,1-40 16,-1 0-16,0 0 15</inkml:trace>
  <inkml:trace contextRef="#ctx0" brushRef="#br0" timeOffset="1379.847">10353 2927 0,'0'40'0,"-41"-40"0,41 40 16,41-40 15,-1 0 0,0 0-31,0 0 31,0 0-31,0 0 16,0 0 0,0 0-16,1 0 0,-1 0 0,0 0 15,0 0-15,0 0 0,0-40 16,0 40-16,-40-40 0,41 0 16,-41 0-16,0 0 15,0 0 1,-41 0-16,1 40 0,40-41 15,-40 41-15,40-40 0,-40 40 16,0 0-16,0 0 0,0 0 16,-1 0-1,1 40-15,0 1 0,0-41 0,40 40 16,-40 0-16,40 0 0,-40 0 0,40 0 0,0 0 16,0 0-16,-40 41 0,40-41 15,0 40-15,0-40 0,0 0 0,0 0 0,40 40 16,-40-40-16,80 1 15,-40-1-15,0 0 0,0-40 0,1 40 16,-1-40-16,0 0 0,0 0 16,0 0-16,0 0 0,0 0 0,-40-40 0,41 40 15,-1-40-15,0 0 16</inkml:trace>
  <inkml:trace contextRef="#ctx0" brushRef="#br0" timeOffset="2029.8097">11316 2125 0,'0'40'15,"0"0"-15,40-40 47,0 0-31,-40-40 15,40 40-31,-40-40 0,0 0 0,0 0 31,0 0-31,0 120 79,0-40-79,0 0 15,0 0-15,0 40 0,0-39 16,0-1-16,0 0 0,0 0 0,0 40 0,0-40 15,0 0-15,0 0 16,0 0-16,-40 1 0,40-1 0,0 0 16,-40-40-16,0 40 15,0-40-15,-1 0 0,1-40 16,0 40-16,40-80 0,0 39 0,-40 1 0</inkml:trace>
  <inkml:trace contextRef="#ctx0" brushRef="#br0" timeOffset="2219.8715">11476 1604 0,'0'0'0,"-40"-40"15,0 40 1,0 0 15</inkml:trace>
  <inkml:trace contextRef="#ctx0" brushRef="#br0" timeOffset="3259.8109">11877 1804 0</inkml:trace>
  <inkml:trace contextRef="#ctx0" brushRef="#br0" timeOffset="4019.7316">11918 1804 0,'0'40'78,"40"-40"156,0 0-218,-40 40-1,40-40-15,-40 40 0,0 1 0,40-41 16,-40 40-16,0 0 0,0 0 0,0 0 16,0 0-16,0 0 15,0 0-15,-40 0 0,0 1 16,0-1-1,0-40-15,-1 0 0,1 40 0,0-40 16,0 0 0,40-40-1,0 0-15,0-1 0,40 41 32,-40-40-17,40 40 1,0 0-16,-40 40 15,41 1 1,-1-1-16,0 0 0,-40 0 16,40-40-16,-40 40 0,40-40 15,-40 40-15,40-40 16,0 0-16</inkml:trace>
  <inkml:trace contextRef="#ctx0" brushRef="#br0" timeOffset="4419.745">12439 2045 0,'-40'40'16,"80"-80"-16,-160 160 16,120-80-16,0 0 0,0 0 15,0 41 1,0-41-1,0 0 1,0 0 0,0-80-1,0 0 1,0 0-16,40-121 31,-40 121-31,40-40 31,-40 120-15,40-40-16,-40 40 16,0 0-16,0 0 0,40-40 0,-40 40 0,0 1 15,40-1-15,-40 0 0,0 0 0,0 0 16,0 0-16,0 0 16,0 0-16</inkml:trace>
  <inkml:trace contextRef="#ctx0" brushRef="#br0" timeOffset="4619.7324">12479 2045 0,'-40'0'16,"80"0"-16,-120 0 15,80-40-15,40 0 31,40 40-31,81-41 16,-81 41 0,41 0-16</inkml:trace>
  <inkml:trace contextRef="#ctx0" brushRef="#br0" timeOffset="4879.7175">12078 2887 0,'0'0'16,"40"0"-1,81-40 16,-81 40-31,120-40 16,-120 0-16,0 40 16,1 0-16,39-40 15</inkml:trace>
  <inkml:trace contextRef="#ctx0" brushRef="#br0" timeOffset="5370.0815">12279 3128 0,'0'0'15,"-40"0"1,160-40 0,-40 40-1,-40 80 16,-80 40-15,0-40 0,40-40-16,-80 41 0,40-41 0,-41 40 31,-39 40-15,120-80-1,0 0 1,40-40-16,40 0 15,-39 0-15,-1 0 0,0 0 16,0-40-16,0 0 31,-40 0-31,0 0 0,-40 0 16,-40-121 0,40 121-16,-41-80 15,41 80-15,40 0 31,0 0-31,0 0 0,40 40 0,41-81 32,39 41-32</inkml:trace>
  <inkml:trace contextRef="#ctx0" brushRef="#br0" timeOffset="9049.7967">13964 2326 0,'0'0'0,"0"40"94,0 40-79,0-40-15,0 0 0,0 0 0,0 0 16,0 0-16,0 0 0,0 1 16,0-1-16,0 0 31,0-80-15,0 0-16,0-1 15,0 1-15,0 0 0,0 0 16,0 0-16,0 0 0,0 0 15,0 0 1,0 80 15,0 0-31,-40 0 16,40 0-16,0 0 0,0 0 0,0 0 0,0 1 16,0-1-16,0 0 15,0 0-15</inkml:trace>
  <inkml:trace contextRef="#ctx0" brushRef="#br0" timeOffset="10900.1182">14285 3769 0,'0'40'63,"0"1"-47,0-1 15,0 0-31,0 0 15,0-80 32,0 0-31,0 80 46,0-80-30,0 0-17,0-1 1,40 1 0</inkml:trace>
  <inkml:trace contextRef="#ctx0" brushRef="#br0" timeOffset="11730.0707">15529 2887 0,'0'0'0,"0"-40"0,-40 40 93,40 80-93,0-40 16,0 0-16,0 0 0,0 41 0,-40-1 0,40 0 16,0-40-16,0 40 0,0 1 15,0-41-15,0 40 0,0-40 0,0 0 0,0 0 16,0 0-16,0 0 0,0 1 0,0-1 16,0-121 15,0 41-31,0 0 15,0 0-15,0 0 0,0 0 0,0 0 0,0-40 16,0 39-16,0-39 16,0 40-16,0 0 0,0 0 0,40 0 0,-40 0 15,0 0-15,0 0 16,0 80 0,0 40-16,0-40 0,0 0 0,0 0 15,0 0-15,0 40 16,0-39-16,0 39 0,0-40 0,0 0 0,0 0 15,0 0-15,0 0 0,0 0 16,0 1-16,0-1 0,0 0 0,0 0 16</inkml:trace>
  <inkml:trace contextRef="#ctx0" brushRef="#br0" timeOffset="12020.0538">16412 4130 0,'0'0'0,"-40"0"15,40 40-15,0 0 16,0 1-1,0-1 1,0 0-16,0 0 0,0 0 0,0 0 0,-41 0 16,41 40-16,-40-39 0,0-1 15,0 0-15,-40 0 0,40 0 0,0-40 0,-41 40 16,41 0-16,0-40 0</inkml:trace>
  <inkml:trace contextRef="#ctx0" brushRef="#br0" timeOffset="12910.0013">18298 3128 0,'0'-40'0,"-40"40"15,-1 0 1,41-41-1,0 1 1,-40 40-16,0 0 31,0 0 1,0 0-32,40 40 15,-40 1-15,0-1 16,-1 40-16,1-40 0,0 40 0,0-40 0,0 40 15,0 1-15,40-41 0,-40 40 16,40-40-16,0 0 0,0 0 0,0 0 0,40 1 16,-40-1-16,80 0 15,-40-40-15,0 0 0,41 0 0,-41 0 0,0 0 16,40 0-16,-40-40 0,41 40 0,-41-40 0,40-1 16,-40 41-16,40-40 0,-40 0 15,1 0-15,-1-40 0,0 40 0,0 0 0,0-41 16,-40 1-16,40 0 15,-40 40-15,0-40 0,0 40 0,0-41 0,0 41 16,-40 0-16,-40 0 16,40 40-16,0 0 0,-1 0 0,1 0 15,0 0-15,0 0 16,40 40-16,-40-40 0,40 40 0,0 0 16,-40 1-16,40-1 0</inkml:trace>
  <inkml:trace contextRef="#ctx0" brushRef="#br0" timeOffset="13119.9911">19742 3809 0,'-40'41'0,"80"-82"0,-240 242 31,159-161-31,-39 120 16,0-79 0,40-41-16,-81 80 15,81-80-15</inkml:trace>
  <inkml:trace contextRef="#ctx0" brushRef="#br0" timeOffset="14269.8536">20224 3408 0,'0'0'0,"-40"40"0,-1-40 0,1 41 0,0-41 15,40 40-15,40 0 16,0-40-1,1 0 1,-1 0-16,0 0 0,0 0 16,0 0-16,-40-40 15,40 40-15,0-40 16,0-1-16,1 1 0,-1 0 16,0 0-1,-40 0-15,0 0 0,40 40 16,-40-40-16,0 0 0,0 0 15,0 0-15,-80-1 0,80 1 16,-40 40 0,-1 0-16,1 0 0,0 0 15,0 0-15,0 40 16,0-40-16,40 41 0,-40-1 0,40 0 16,-40 0-16,-1 0 0,41 0 0,-40 0 0,40 40 15,0-40-15,-40 1 16,40-1-16,0 0 0,0 0 0,0 0 0,0 0 15,0 0-15,80 0 0,-39 0 16,-1-40-16,-40 41 0,40-41 0,0 0 16,0 0-16,0 0 15,0 0-15,0 0 0,1 0 0,-1 0 0,0-41 16,0 41-16,0-40 0</inkml:trace>
  <inkml:trace contextRef="#ctx0" brushRef="#br0" timeOffset="15079.9354">20986 2486 0,'0'0'16,"0"40"0,0-80 30,40 40-30,-40-40-16,40 0 16,0 0-16,1 0 0,-41-1 15,0 1-15,40 0 16,-40 0-16,0 0 0,40 0 16,-40 80 15,-40-40-16,40 40-15,0 0 16,0 0-16,0 0 0,0 1 0,0 39 0,0-40 16,0 0-16,0 0 0,0 0 15,0 40-15,0-40 0,0 1 0,0-1 0,0 0 16,0 0-16,0 0 0,0 40 0,-40-40 0,40 0 16,-41 1-1,41-1-15,-40 0 0,0-40 0,0 0 0,0 0 16,0 0-16,0-40 15,0 0-15,40-1 0,-41 1 0</inkml:trace>
  <inkml:trace contextRef="#ctx0" brushRef="#br0" timeOffset="15259.9969">20866 1844 0,'-40'0'15,"80"0"-15,-121 0 16,81-40-16,-40 0 0</inkml:trace>
  <inkml:trace contextRef="#ctx0" brushRef="#br0" timeOffset="15709.8994">21508 1884 0,'0'0'16,"0"-40"-1,0 80 1,40-40 0,40 81-1,-80-41-15,80 80 16,-40-80-16,-40 0 0,0 0 31,0 0-31,-40 1 0,0-41 0,0 40 31,0-40-31,40-40 32,40 40-32,0 0 15,0 0 1,0 0-16,-40 40 0,41-40 0,-41 40 0,40-40 16,-40 40-16,40-40 0,-40 40 0,40-40 0,0 0 15,-40 40 1,40-40-16</inkml:trace>
  <inkml:trace contextRef="#ctx0" brushRef="#br0" timeOffset="16049.8768">22150 2045 0,'0'0'0,"0"-40"0,0 80 31,0 40-31,0-40 16,0 0-1,0 0-15,0 0 0,0 1 0,-40-1 0,40 0 16,0 0 0,-40-40-16,40 40 0,-41-80 31,41 0-31,0-40 16,0 39-16,0 1 0,41 0 15,-41 0-15,0 0 0,40 0 16,-40 0-16,40 40 0,-40-40 0,0 80 31,0 0-15,40-40-16,-40 40 0,0 0 15,40-40-15,-40 40 0,40 0 0,-40 0 16,40 1-16,-40-1 0,40-40 16,-40 40-16,0 0 15</inkml:trace>
  <inkml:trace contextRef="#ctx0" brushRef="#br0" timeOffset="16249.869">22230 1965 0,'-80'-41'16,"40"41"-16,40-40 31,40-40-16,80 40 1,161 40 0,-80 0-1</inkml:trace>
  <inkml:trace contextRef="#ctx0" brushRef="#br0" timeOffset="16519.8533">21789 2887 0,'-81'0'16,"162"0"-16,-122 0 31,122 0-31,39-40 15,1 40 1,-81 0-16,40-40 0,-40 40 0,80 0 31,-79 0-31,-1 0 16</inkml:trace>
  <inkml:trace contextRef="#ctx0" brushRef="#br0" timeOffset="17019.893">22310 3047 0,'-40'41'16,"80"-82"-16,-120 122 15,120-81 1,0 0 0,41 40 15,-81 0-31,0 0 15,0 0-15,0 0 0,-41 0 16,41 0-16,-120 41 31,80-81-31,0 40 0,0 0 16,0 0-16,-1 0 16,41 0-16,41-40 31,-1 0-16,120-40 1,-120 40-16,0-40 16,1 40-16,-1-120 15,-40-1 1,-161 1 0,41 0 15,80 80-31,40-1 15,0 1 1,80 0 15,-40 40-31,0-40 0,0 0 0</inkml:trace>
  <inkml:trace contextRef="#ctx0" brushRef="#br0" timeOffset="17789.7752">23554 2767 0,'0'0'0,"-80"0"32,40 0-17,80 0 17,-40 40-1,0-80 47,0 0-47</inkml:trace>
  <inkml:trace contextRef="#ctx0" brushRef="#br0" timeOffset="19989.9783">24116 2285 0,'40'0'16,"-40"-40"530,0 0-514,40 40-17,-40-40-15,40 40 0,0 0 32,1 0-32,-1 0 15,-40 40 1,40 0-16,-40 0 15,0 1 1,40-41-16,-40 40 0,0 0 0,0 0 16,0 0-16,-80-40 15,80 40-15,0 0 0,0 0 16,-40-40-16,40 40 31,0-80 188,0 0-172,40 40 328,0 0-344,0 0-15,0 0-1,0 0 1,0 40 0,-40 0-1,40-40-15,-40 40 16,0 1-16,0-1 15,0 0-15,0 0 16,-40-40-16,40 40 16,-40 0-16,0-40 0,40 40 15,0 0-15,-40-40 0,0 0 0,0 0 16,0 0 0,-1 0-16,1-40 0,0 40 15,0-40 1,0 40-16,40-40 0,-40 40 0,0-40 15,0 40 1</inkml:trace>
  <inkml:trace contextRef="#ctx0" brushRef="#br0" timeOffset="27249.4276">14084 2285 0,'0'41'281,"0"-1"-265,-40-40 0,40 40-16,-40 0 15,40 0 16,0 0 48,0 0-64,0 0-15,0 0 16,0 0-1,40-40 48,0 0 31,0 0-79,1 0 32,-1 0-47,0 0 31,0 0-31,-40-40 47,80 40-47,-80-40 16,0 0 0,0 0 15,0 0-31,0 0 31,0 0 0,0 0 1,0 0-1,-40 40 0,0 0 0,0 0 16,0 0-31,0 0 15,-1 40-31,1-40 31</inkml:trace>
  <inkml:trace contextRef="#ctx0" brushRef="#br0" timeOffset="29239.3854">18298 3970 0,'0'-40'0</inkml:trace>
  <inkml:trace contextRef="#ctx0" brushRef="#br0" timeOffset="30779.4207">24036 2285 0,'-40'0'16,"-1"0"15,41-40 63,41 0-63,-1 40-31,0 0 16,0 0 0,0 0-16,0 0 15,0 0 1,0 0-16,1 0 15,-1 0 1,-40 40-16,0 0 16,40-40-16,-40 41 15,0-1-15,40-40 16,-40 40-16,0 0 0,40 0 31,-40 0-31,0 0 16,0 0-1,0 0-15,0 0 16,0 1 0,0-1-16,0 0 0,0 0 15,-40-40 1,40 40 0,-40-40-16,0 0 31,40 40-31,-40-40 0,-1 0 31,1 40-31,40 0 31,-40-40-15,80 0 15,0-40-15,1 40-1,-1 0-15,-40-40 0,40 40 0,0 0 0,0 0 16,0 0-16,0-40 16,0 40-16,1 0 0,-1 0 0,0 0 15,0 0-15,0 0 0,0 0 0,0 0 16,0 0 0,1 0-16,-1 0 0,0 0 15,-80 0 63,0 0-62,-1 0-16,1 0 0,0 0 16</inkml:trace>
  <inkml:trace contextRef="#ctx0" brushRef="#br0" timeOffset="31469.3095">24036 2326 0,'0'0'16,"-40"0"-16,80 0 31,-40-41 0,40 41-31,0 0 0,0 0 31,0 41-31,0-41 16,-40 40-16,40-40 0,-40 40 16,41-40-16,-1 0 0,-40 40 0,40-40 0,-40 40 15,40-40-15,-40 40 0,40-40 16,-40 40-16,0 0 16,0 0-1,0 0-15,-40-40 16,40 41-16,0-1 0,-40-40 0,40 40 0,-40-40 15,40 40-15,-40-40 16,-1 40-16,41 0 0,-40-40 0,40 40 0,-40-40 16,40 40-16,40-40 31,-40-40-15,81 40-16,-41-40 15,0 40-15,0 0 0,0 0 0,0-40 0,0 0 16,41 40-16,-41 0 0,0-40 15,0 40-15,40 0 0,-40 0 0,0-40 0,1 40 16,-1 0 0,0 0-16,0 0 15,-40 40 32,-40-40-31,0 0-16,0 0 15,40 40-15,-41-40 16</inkml:trace>
  <inkml:trace contextRef="#ctx0" brushRef="#br0" timeOffset="31889.283">25079 4050 0,'0'40'0,"-40"-40"16,40 40 15,0 0-15,0 0-1,-40 1-15,40-1 0,-40-40 0,40 40 16,-41 0-16,1-40 16,40 40-16,-40-40 0,0 40 0,0-40 15,0 0-15,0 0 0,40-40 16</inkml:trace>
  <inkml:trace contextRef="#ctx0" brushRef="#br0" timeOffset="32319.3318">26323 3569 0,'-80'-40'16,"160"80"-16,-200-80 0,-41 0 15,121 40-15,0 0 16,-40 80 0,39 80-1,41-120-15,161 81 16,-161-81-16,160 40 16,1-80 15,-81-120-16,-40-121 1,-80 40 15,-120 41-15,79 120 0,41 120-1,40 0-15</inkml:trace>
  <inkml:trace contextRef="#ctx0" brushRef="#br0" timeOffset="32519.3198">27406 4050 0,'-120'40'16,"240"-80"-16,-320 120 31,200-40-31,-81 81 16,-39 119-1,-40-159 1</inkml:trace>
  <inkml:trace contextRef="#ctx0" brushRef="#br0" timeOffset="33239.2075">27848 3689 0,'-40'0'0,"40"40"0,40-40 31,0 40-31,0-40 0,0 0 16,0 0-1,0 0-15,0 0 16,-40-40 0,0 0-1,0 0-15,0 0 0,0 0 16,0 0-1,-40 40-15,0-40 0,0 40 16,0 0-16,0 0 0,0 0 16,0 0-16,-1 0 0,1 40 0,0 0 15,0-40-15,40 40 0,0 0 0,0 0 16,0 0-16,0 0 16,0 0-16,0 1 0,0-1 0,40 0 15,-40 0-15,40 0 0,0-40 16,1 40-16,-1-40 0,0 40 0,0-40 0,0 40 15,0-40-15,0 0 16,0 40-16,1-40 0,-1 0 0,40 0 0,-40 0 16,0-40-16,0 40 15</inkml:trace>
  <inkml:trace contextRef="#ctx0" brushRef="#br0" timeOffset="33879.2418">28249 2727 0,'0'0'0,"-40"0"16,40 40 0,0-80-1,0-1 1,40-39 0,-40 40-16,0-120 31,40 120-16,-40 0 1,0 80 15,0 40-15,40-40-16,-40 0 0,0 0 0,0 0 16,0 0-16,0 0 15,40 41-15,-40-41 0,0 0 0,40 0 0,-40 0 16,0 0-16,0 0 0,0 0 15,0 1-15,0-1 0,0 0 0,-80 0 0,40 0 16,0-40 0,0 0-16,0 0 0,40-40 15,-40 40-15,40-40 0,-41 0 0</inkml:trace>
  <inkml:trace contextRef="#ctx0" brushRef="#br0" timeOffset="34079.2312">28369 2045 0,'-40'0'16,"80"0"-16,-80-40 16,0 40-1,40-40 1</inkml:trace>
  <inkml:trace contextRef="#ctx0" brushRef="#br0" timeOffset="34509.203">28730 2205 0,'-40'0'15,"40"-40"17,0 0-1,40 40-31,1 0 16,-41 40-16,40-40 15,-40 40-15,40-40 0,-40 40 0,0 0 0,40-40 16,-40 41-16,0-1 0,40 0 15,-40 0-15,0 0 0,0 0 0,0 0 16,-40-40-16,40 40 16,-40 0-16,0-40 0,40 40 0,-40-40 15,40-40 17,0 0-32,40 40 31,0-40-31,0 40 15,0 40-15,0 0 16,0 0-16,1 1 16,-41-1-16,40-40 0</inkml:trace>
  <inkml:trace contextRef="#ctx0" brushRef="#br0" timeOffset="34879.1838">29453 2366 0,'0'-40'32,"0"80"-32,-40 0 15,40 0-15,-40 120 32,40-80-32,-41-39 31,1-1-16,40-201 1,0 81 0,81-120-1,-41 119 1,0 81 15,-40 81-15,40 79-1,0-40 17,0 1-17</inkml:trace>
  <inkml:trace contextRef="#ctx0" brushRef="#br0" timeOffset="35109.1701">29413 2165 0,'-40'0'15,"80"0"-15,-121-40 0,41 40 16,40-40-16,0 0 16,40 40-1,41-40-15,119 40 31,-39 40-15,-81 0 0</inkml:trace>
  <inkml:trace contextRef="#ctx0" brushRef="#br0" timeOffset="35389.0801">29052 3088 0,'-41'40'16,"82"-80"-16,-41 80 31,120-80-15,81-41-1,-1 41 17,-79 40-17,-81 0-15</inkml:trace>
  <inkml:trace contextRef="#ctx0" brushRef="#br0" timeOffset="35899.1238">29373 3288 0,'-41'0'31,"82"0"-15,-1 0-16,40 0 15,-80 40-15,40-40 0,-40 40 0,0 0 16,40-40-1,-40 40-15,0 1 0,0-1 16,-40 0-16,0 0 16,-40 0-16,40 0 15,-1-40-15,41 40 0,-40-40 0,40 40 0,-40-40 16,0 0 0,40 40-16,0 1 15,0-1 1,40-40-1,0 0 1,0 0-16,1 0 0,-1 0 16,-40-40-16,40 40 0,0-41 0,-40 1 15,0 0 1,0 0-16,-40 0 0,0 0 16,40 0-1,-40 40-15,-1-40 0,1 0 0,0-1 16,0 41-16,40-40 0,-40 40 15,40-40-15,0 0 0,0 0 16,0 0 0,40 40-1,0 0 1,0 0-16,0 0 16</inkml:trace>
  <inkml:trace contextRef="#ctx0" brushRef="#br0" timeOffset="36689.0782">30536 2967 0,'-40'-40'0,"80"80"0,-80-40 93,40 40-93,0-80 47</inkml:trace>
  <inkml:trace contextRef="#ctx0" brushRef="#br0" timeOffset="37188.9786">30817 2526 0,'-40'-40'32,"0"40"-32,40-40 15,120 40 1,41 0 0,-121 40-1,0 0 1,-40 80-1,-80-39 1,40-1 0,-1-80-1,41 40 1,41-40 15,79 0-15,-80 0-1,0 40 1,-40 80 0,-40-80-1,-120 41 1,79-41 0,-79-40-1,39 0 1</inkml:trace>
  <inkml:trace contextRef="#ctx0" brushRef="#br0" timeOffset="37888.9533">30536 4491 0,'-40'-40'0,"0"40"16,0 0-1,80 0 141,-40-40-109</inkml:trace>
  <inkml:trace contextRef="#ctx0" brushRef="#br0" timeOffset="39268.9283">31018 2406 0,'0'0'0,"40"-40"0,0 40 32,0 0 14,-40 40-46,0 0 16,0 0 0,0 0-16,-40 0 0,40 0 15,-40-40-15,40 40 16,-80 0-16,80 1 0,-41-1 0,1-40 0,0 40 16,0 0-16,40 0 0,-40 0 15,40 0-15,-40 0 0,0 0 0,40 1 16,0-1-16,0 0 15,40-40 17,0 0-32,0 0 15,0 0-15,0 0 16,0 0-16,1 0 16,-1 0-16,0-40 0,0 40 15,0 0-15,0 0 0,0 0 16,41 0-16,-41 0 0,0 0 0,0 0 0,40 0 15,-40 40-15,0-40 16,41 0-16,-41 0 0,0 40 0,0-40 0,0 0 16,0 0-16,0 0 0,1 0 0,-41-40 15,0 0 1</inkml:trace>
  <inkml:trace contextRef="#ctx0" brushRef="#br0" timeOffset="39738.829">31218 2727 0,'40'40'0,"-80"-80"0,40-1 16,-40 1-16,40 0 15,-40 40 1,40 80 15,0-39-31,0-1 16,-40 0-16,40 0 0,0 40 0,0-40 0,0 0 15,0 0-15,0 41 16,0-41-16,0 0 0,0 0 0,0 0 16,0 0-16,0-80 31,0 0-16,0 0-15,0 0 0,0 0 0,0 0 16,0-1-16,0 1 0,40 0 16,-40 0-16,0-40 0,0 40 0,0 0 15,0 0-15,40 40 0,-40 40 32,0 0-32,0 0 0,-40 0 15,40 40-15,0-40 0,0 41 16,0-41-16,0 40 0,0-40 0,0 40 0,0-40 15,0 0-15,0 41 16,0-41-16,0 0 0,0 0 0,0 0 16</inkml:trace>
  <inkml:trace contextRef="#ctx0" brushRef="#br0" timeOffset="41188.8717">18097 6216 0,'0'-40'15,"-40"40"-15,0 0 16,0 0 0,-1 0-1,1 0 1,40 40-1,0 0-15,0 0 16,-40 0-16,40 0 0,0 0 0,0 0 16,0 0-16,0 1 0,40-1 0,-40 0 15,40-40-15,-40 40 16,41-40-16,-41 40 0,40-40 0,0 0 0,0 0 16,0 0-16,0 0 0,0-40 15,1 40-15,-1-40 0,0 0 0,-40 0 0,40-1 16,0 1-16,0 0 15,-40 0-15,40 0 0,-40 0 0,0 0 0,0 0 16,40 0-16,-40 0 0,0-1 16,0 1-16,0 0 0,0 0 0,-40 40 15,0 0-15,0 0 16,0 0-16,0 0 16,40 40-16,-40-40 0,0 40 0,-1-40 0,41 40 15,-40 1-15,40-1 0,-40-40 16,40 40-16,0 0 0</inkml:trace>
  <inkml:trace contextRef="#ctx0" brushRef="#br0" timeOffset="41598.8592">19461 6857 0,'0'41'47,"-40"-1"-31,40 0-1,-40 0-15,40 0 0,-40 0 0,0-40 0,0 40 16,40 0-16,-40 0 15,-1 0-15,1-40 0,40 41 0,-40-1 0,0-40 16,0 0-16</inkml:trace>
  <inkml:trace contextRef="#ctx0" brushRef="#br0" timeOffset="42388.7824">20505 6577 0,'-41'0'31,"82"0"16,-1 0-16,0 0-31,0 0 16,0 0-1,0 0-15,0 0 16,0 0 0,1 0-16,-41-40 0,40-1 15,-40 1 17,0 0-32,-40 40 15,40-40-15,-41 0 16,1 40-16,40-40 0,-40 40 15,0-40 1,0 40-16,0 0 0,0 0 16,0 0-16,-1 0 0,41 40 0,-40-40 0,40 40 15,-40-40-15,40 40 0,-40 0 16,40 0-16,0 0 0,-40 1 0,40-1 0,0 0 16,0 0-1,0 0-15,0 0 0,40 0 0,-40 0 16,80-40-16,-80 40 0,40-40 15,-40 41-15,41-41 0,-41 40 0,40-40 0,0 0 16,-40 40 0,40-40-16,0 0 0,0 0 15,-40-40-15,40 40 0,-40-40 16</inkml:trace>
  <inkml:trace contextRef="#ctx0" brushRef="#br0" timeOffset="42938.748">21387 6216 0,'0'0'15,"-40"0"-15,0 0 16,40-40 0,120 40-1,1-121 1,-41 41 15,-80 0-15,0 40-1,-40 40 1,40 40 0,-40 80-1,40 81 16,-40-81-31,0 40 32,40-119-32,-81 119 15,81-120-15,-80-40 16,40 0 0,-40-80-1,80-40 1</inkml:trace>
  <inkml:trace contextRef="#ctx0" brushRef="#br0" timeOffset="43118.8107">21668 5454 0,'-80'-40'31,"40"40"-15</inkml:trace>
  <inkml:trace contextRef="#ctx0" brushRef="#br0" timeOffset="43948.7623">22511 5374 0,'0'-41'0,"0"1"31,0 0-15,40 40 156,0 0-141,0 40-31,-40 0 31,40 1-15,-40-1-16,0 0 0,0 0 0,0 0 15,0 0-15,0 0 0,-80 0 16,40 0-16,40 0 0,-40-40 0,40 41 16,-40-41-16,0 0 15,40 40-15,-40-40 0,-1 0 16,41-40-1,0-1-15,41 1 16,-1 40 0,0-40-16,0 40 0,0 0 15,0 40-15,-40 0 16,40-40-16,-40 81 0,40-41 16,-40 0-16,0 0 15,41 0 1</inkml:trace>
  <inkml:trace contextRef="#ctx0" brushRef="#br0" timeOffset="44348.7402">23233 5333 0,'-80'0'15,"160"0"-15,-200 81 16,120-41-16,-40 40 15,-81 80 1,121-120-16,-40 41 16,40-41-16,-40 40 15,40-40-15,0-80 32,40-120-17,40 119-15,41-159 16,-121 160-16,40 0 15,0 0 1,-40 80 0,0 80-1,0-80-15,0 121 16,0-121-16,0 0 16,0 120-1,40-160 1,-40 40-16,0-80 15,0 0-15</inkml:trace>
  <inkml:trace contextRef="#ctx0" brushRef="#br0" timeOffset="44548.7289">23193 5374 0,'-80'0'16,"160"0"-16,-321 0 15,241-41-15,81 1 16,119 0 0,41 0 15,-121 40-31,41 0 31,-121 0-31</inkml:trace>
  <inkml:trace contextRef="#ctx0" brushRef="#br0" timeOffset="44818.7141">22832 6336 0,'0'0'0,"-40"0"15,40-40 1,120-40 0,-80 80-16,201-121 15,-161 121-15,41 0 16,-1 0 15,-80 0-31</inkml:trace>
  <inkml:trace contextRef="#ctx0" brushRef="#br0" timeOffset="45319.0186">23073 6537 0,'-40'0'15,"80"0"-15,0-41 16,-40 1-16,40 40 31,80-40-15,-120 80-1,0 41 1,-120 39 0,0 0-1,39-40 16,81-39-31,0 39 32,40-80-32,81 0 15,-41-80 17,-80 39-32,0-39 31,-120 0-16,80 0 1,-1 0 0,82 39-1,79 1 1,-40 0 0,0 0-1</inkml:trace>
  <inkml:trace contextRef="#ctx0" brushRef="#br0" timeOffset="46148.9689">24798 6216 0,'40'0'0,"-80"0"0,0-40 15,40 0 1,0 80 31,0 0-47,0 0 16,-40-40-1,40 40-15,-40-40 0,80 0 63,-40-40-63</inkml:trace>
  <inkml:trace contextRef="#ctx0" brushRef="#br0" timeOffset="46698.9364">25761 5734 0,'0'0'0,"-40"0"15,0 0 1,40-40-16,-40 40 16,0 0-16,0 40 15,-1-40-15,-79 161 16,40 80 15,80-121-31,40-40 16,0-40-16,40 0 15,41-40 1,-41 0 0,0-40-16,-80-40 15,-80 40 17,-121 0-17,121 40 1,80 40-16</inkml:trace>
  <inkml:trace contextRef="#ctx0" brushRef="#br0" timeOffset="47178.8702">26042 7379 0,'-40'0'31,"40"40"1,40-40-32,-40 40 0,0 0 15,0 0-15,0 0 0,-80 0 16,40-40 0,0 41-16,-1-1 0,1-40 0,-40 40 0,40-40 15,-40 40-15,40-40 0,-1 40 16,1-40-16</inkml:trace>
  <inkml:trace contextRef="#ctx0" brushRef="#br0" timeOffset="47668.8806">27647 6577 0,'0'0'15,"0"-40"-15,-40 40 16,0 0-16,0 40 15,-161 80 1,41 40 0,119-79-1,82 159 1,199-119 15,-79-121-31,80-41 31,-201 1-31,0-80 16,-40 40 0,-161-121-1,1 81 1,80 80 0,120 40-1</inkml:trace>
  <inkml:trace contextRef="#ctx0" brushRef="#br0" timeOffset="48588.7646">29774 5855 0,'0'0'0,"-40"0"15,40-40-15,-40 40 16,80 0 15,0 0-31,0 40 16,0-40-16,0 0 0,0 40 15,0 0-15,1-40 16,-41 40-16,40 0 0,-40 0 0,0 0 16,-81 1-1,81-1-15,-40 0 0,40 0 0,-40 0 0,40 40 16,-40-40-16,40 0 0,-40 0 15,40 41-15,0-41 0,0 0 0,0 0 16,40 0-16,0 0 16,0-40-16,0 0 0,1 0 15,-1 0-15,0-40 0,0 0 16,0 0 0,-40 0-16,0 0 15,-40 40 16,40 80-31,-40-80 16,40 40-16,-40-40 0,40 40 0,-40 0 0,40 0 16,0 0-16,-41 1 0,41-1 0,0 0 0,-40 40 15,40-40-15,0 40 16,0-40-16,0 41 0,0-41 0,-40 40 0,40-40 16,0 40-16,-40-40 0,0 0 15,40 41-15,-40-41 0,0 0 0,0 0 0,-1-40 16,1 40-16,-40-40 15,40 0-15,0 40 0,0-40 0,0 0 0,-41 0 16</inkml:trace>
  <inkml:trace contextRef="#ctx0" brushRef="#br0" timeOffset="50248.6642">1204 3328 0,'-40'0'0,"0"0"0,-1 0 31,1 0-31,0 0 31,80 0 16,0 0-31,-40 40-16,41-40 16,-1 40-16,0 41 0,-40-41 0,40 40 0,-40 0 15,40 0-15,-40 1 16,0-41-16,0 40 0,0 0 0,0-40 0,0 40 15,-40-40-15,40 1 0,-40-1 16,40 0-16,-40 0 0,0 0 0,-1-40 31,41-40-31,0-40 0,0 40 16,0-1-16,41 1 0,-41 0 16,40-40-16,-40 40 0,80-40 0,-40 40 0,-40-41 15,40 1-15,0 40 16,0-40-16,-40 0 0,41 40 0,-1-41 15,-40 41-15,40-40 0,-40 40 0,0-40 0,0 40 16,0 0-16,0-1 16,-40 82-1,40-1-15,-40 0 0,-1 40 16,1-40-16,0 40 16,40 0-16,-40 1 0,0-41 0,0 40 0,40 0 15,0 0-15,-40-39 0,40 39 16,0-40-16,0 0 0,0 0 0,0 0 0,0 0 15,40 0-15,0 0 16,40-40-16,-80 41 0,40-41 16,0 0-16,1 0 0,-1 0 0,0 0 0,0-41 15,0 41-15,0-40 0</inkml:trace>
  <inkml:trace contextRef="#ctx0" brushRef="#br0" timeOffset="50508.6391">2207 3248 0,'-120'0'16,"240"0"-16,-401 120 16,241-40-16,40-39 15,-80 239 1,80-39 15,80-41-15,40-159-1,-80-41 1,1 0-16</inkml:trace>
  <inkml:trace contextRef="#ctx0" brushRef="#br0" timeOffset="50858.6749">2327 3769 0,'0'-40'16,"-40"0"-16,40 80 31,40 0-15,-40 0-16,40 1 16,-40-1-16,0 0 0,0 0 0,0 0 15,0 0-15,0 0 16,0 0-16,0 0 0,0-120 31,41 80-31,-41-40 16,80 0-16,-80 0 0,40 40 0,0-40 0,0 40 15,-40-40-15,40 40 0,0 0 16,1 40-16,-41 40 16,0-40-1,0 0-15,0 0 0,0 0 0,0 0 16,0 1-16,-41-1 15,41 0-15,-40-40 16,40 40-16,0-80 16</inkml:trace>
  <inkml:trace contextRef="#ctx0" brushRef="#br0" timeOffset="51728.6237">3290 3328 0,'-40'0'16,"40"40"31,40 0-47,-40 0 16,40 41-16,-40-41 0,41 40 0,-41 0 0,80 0 15,-80 41-15,0-41 0,0 0 16,0 0-16,0-40 0,0 41 0,0-41 0,0 40 15,-40-40-15,40 0 16,-81 0-16,1 0 0,40 1 0,0-1 0,-40-40 16</inkml:trace>
  <inkml:trace contextRef="#ctx0" brushRef="#br0" timeOffset="52378.5131">4976 3368 0,'-40'0'32,"80"0"46,0 0-78,0 0 15,0 0-15,40 0 16,-40 0-16,1 0 0,39 0 0,0 0 16,-40 0-16,40-40 15,1 40-15,-1-40 0,0 40 0,-40-40 0,41 40 16,-41 0-16,0 0 0,0 0 15,0 0-15,0 0 0,-40-40 0,-40 40 47,0 0-47,0 0 0</inkml:trace>
  <inkml:trace contextRef="#ctx0" brushRef="#br0" timeOffset="52728.5657">5377 3970 0,'-80'40'16,"160"-80"-16,-241 120 0,161-40 0,-40-40 31,121 0-31,39 0 31,-40-40-31,-40 40 0,201-80 16,-121 80-16,161-80 16,-120 80-16,-121-40 15,40 40-15,-40 0 0,0 0 32,1 0-32,-41 40 31,-41-40 0,1 0-31,0 0 16,0 0-16</inkml:trace>
  <inkml:trace contextRef="#ctx0" brushRef="#br0" timeOffset="54228.4786">1244 922 0,'0'0'0,"-40"0"31,0 0-31,40 40 47,40-40 484,-40 40-531,40 0 0,0 0 0,0 0 0,0 0 16,0 1-16,1-41 16,-1 40-16,0 0 0,0 0 0,0-40 0,0 40 15,0-40-15,0 40 0,1-40 16,39 40-16,-40-40 0,-40 40 0,40-40 0,0 40 15,0-40-15,0 41 16,1-1-16,-1-40 16</inkml:trace>
  <inkml:trace contextRef="#ctx0" brushRef="#br0" timeOffset="54558.4607">1846 802 0,'0'0'16,"0"40"0,-40 40 15,-41 40-16,41-120-15,-40 120 16,80-79-16,-40-41 0,40 40 16,-161 160-1,-39 1 1,79-41 15,81-120-31,40 0 16</inkml:trace>
  <inkml:trace contextRef="#ctx0" brushRef="#br0" timeOffset="55003.0401">2528 882 0,'-40'-40'15,"80"80"-15,-160-80 16,79 40-16,1 0 0,0 40 31,0-40-31,0 40 0,0 0 0,-40 160 32,39 81-17,122-80 1,-1-121-1,-40-80-15,121 80 16,-121-40-16,0-40 0,40 0 16,40-80-1</inkml:trace>
  <inkml:trace contextRef="#ctx0" brushRef="#br0" timeOffset="55232.9645">2969 1002 0,'-40'-40'0,"80"80"0,-120-80 16,40 40-16,40 40 15,-40 40 1,40 121 0,0-1-1,40 1 16,-40-121-31,0 0 16,40-80-16</inkml:trace>
  <inkml:trace contextRef="#ctx0" brushRef="#br0" timeOffset="55572.943">3290 1082 0,'40'-40'0,"-80"80"0,40-40 31,0 40-15,-80-40-16,80 40 0,-40 1 0,0-1 15,0 0-15,0-40 0,-1 40 16,41 0-16,-40 0 0,0-40 0,40 40 0,-40-40 16,40 40-16,-40-40 15,0 0-15,80 0 78,0 0-78,0 40 0,0-40 0,0 0 16,41 0-16,-41 0 0,0 0 16,0 41-16,0-41 0,0 0 0,0 0 0,1 0 15,-1 0-15,0 0 16,0 0-16,0 0 0,-40-41 0,40 41 15</inkml:trace>
  <inkml:trace contextRef="#ctx0" brushRef="#br0" timeOffset="55742.915">3611 1443 0,'0'0'0,"-40"0"16,40 40-16,-40-40 0,40 40 15,0 1-15,40-41 31,0 0-31,-40-81 0,81 81 0,-41 0 16,0-40-16,0 40 0,0-40 0,-40 0 16,40 40-16,0-40 0</inkml:trace>
  <inkml:trace contextRef="#ctx0" brushRef="#br0" timeOffset="56152.973">4213 1363 0,'-40'0'16,"40"-40"-16,40 40 15,-40-80 1,81-41 0,-81 1-1,0 80 1,-41-40-1,41 0 1,0 39 15,-40 41-31,40 41 32,0-1-1,0 0-31,0 0 15,0 0-15,0 0 16,0 0-16,0 0 0,0 0 0,0 0 0,0 1 16,0 39-16,0-40 0,0 0 0,0 0 0,0 0 15,0 0 1,0 0-16</inkml:trace>
  <inkml:trace contextRef="#ctx0" brushRef="#br0" timeOffset="57472.8402">4213 962 0,'0'40'15,"-40"-40"-15,0 0 32,0 0-17,40 40 32,0 0-31,0 0-16,0 0 15,40 1-15,-40-1 0,0 0 0,0 0 16,0 0-16,0 0 0,0 0 0,0 0 16,0 0-1,40-40 32,-40-40-47,0 0 16,40 0-16,-40 0 0,0 0 0,0 0 0,0 0 15,0 0-15,0-1 0,0 1 16,0 80 15,-40 1-15,40-1-16,0 0 0,0 0 16,0 0-1,0 0-15,0 0 0,0 0 0,0 0 16,0 1-1,0-1-15,40-40 16,0 0-16</inkml:trace>
  <inkml:trace contextRef="#ctx0" brushRef="#br0" timeOffset="57832.7989">4735 1604 0,'-40'-40'0,"0"40"16,40 40-1,0 0 17,0 0-32,0 0 0,0 0 15,0 0-15,-40 0 0,-1 0 16,1 0-16,40 1 0,-40-41 0,0 40 15,0-40-15,40 40 0,-40-40 0</inkml:trace>
  <inkml:trace contextRef="#ctx0" brushRef="#br0" timeOffset="58362.7952">5136 1162 0,'-40'0'16,"80"0"-16,-80 41 15,40-1 1,0 0-16,40 0 16,-40 0-16,0 0 0,0 0 0,0 0 0,0 0 15,0 1 1,0-1-16,-40 0 0,40-80 15,40 40 1,-40-81-16,40 41 0,-40 0 16,81 0-16,-81 0 0,40 0 0,0 0 0,0 0 15,0 40 1,0 0 0,-40 40-16,40 0 15,-40 0-15,0 0 0,0 0 0,0 0 0,0 0 16,0 1-1,0-1-15,0-80 16,81-41 0,-81 41-16,40 40 0,0-40 15,0 0-15,-40 0 0,40 0 0,0 40 0,0-40 16,0 40 0,-40 40-16,0 0 15,0 0-15,41 0 0,-41 0 16,0 40-16,0-39 0,0-1 0,0 0 0,0 0 15,0 0-15,0 0 0,0 0 0,0-80 32</inkml:trace>
  <inkml:trace contextRef="#ctx0" brushRef="#br0" timeOffset="58582.775">6179 1243 0,'41'-40'0,"-1"40"16,-40 40-1,0 0-15,0 0 0,0 0 16,0 0-16,-40-40 0,40 40 0,-41 0 0,1 0 16,0 1-1,0-41-15,0 0 16,40-41 0,0 1-16,0 0 0,40 0 15,0 0 1,40 0-16,-39 40 0,-1-40 15,0 40-15,0 0 0</inkml:trace>
  <inkml:trace contextRef="#ctx0" brushRef="#br0" timeOffset="58942.7635">6621 1082 0,'-40'0'15,"0"40"1,-1 0-1,41 1-15,-40 79 16,80-80 15,41-40-31,-41-40 32,-40 0-32,40 0 0,-40 0 0,0-81 31,0-39-16,-40 120-15,0 80 47,40 0-31,0 0-16,0 0 0,0 40 0,0-40 16,0 1-16,0-1 15,0 0-15,0 0 0,0 0 0,0 0 0,0 0 16,0 0-16</inkml:trace>
  <inkml:trace contextRef="#ctx0" brushRef="#br0" timeOffset="59432.7739">7303 962 0,'-161'-40'15,"322"80"-15,-362-80 0,161 40 16,40 80 0,0 80 15,0-119-31,0 39 16,0-40-1,0-80 1,0 0-1,40-81 1,-40 81-16,81-80 16,-41 120-16,40 40 15,0 80 17,-40-39-32,121 39 15,-81-40-15,-40-80 16,0 0-16,1-40 15,-41-40-15,0 40 0,0-121 32,-41 81-32,1-120 31,40 159-31,0 1 31,40 40-31</inkml:trace>
  <inkml:trace contextRef="#ctx0" brushRef="#br0" timeOffset="59592.7646">8346 721 0,'0'0'0,"-40"40"0,-40 201 32,-40 160-17,-121 80 1,161-360-16,-121 79 15,81-120-15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08:43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3932 1002 0,'-80'0'46,"40"0"-30,0 0 0,0 0-1,0 40-15,0-40 0,-1 40 16,1 0-16,0-40 0,0 40 0,-40 1 0,40 39 16,-1-40-16,-39 0 15,40 0-15,0 40 0,0-40 0,0 1 0,0 39 16,40-40-16,-41 0 0,41 0 0,-40 0 0,40 0 15,0 0-15,0 0 0,0 1 16,0-1-16,81-40 0,-81 40 0,40 0 16,0-40-16,0 40 15,0-40-15,0 40 0,0-40 0,41 0 0,-41 0 16,0 0-16,0 40 0,40-40 16,-40 0-16,1 0 0,-1 0 0,0 0 0,0 0 15,0-80-15</inkml:trace>
  <inkml:trace contextRef="#ctx0" brushRef="#br0" timeOffset="230.0425">4213 1684 0,'0'-40'16,"0"80"-16,0-160 16,0 160-1,0 40-15,0 80 16,0-80-1,0 121 1,0-41 15,0-79-15,40-81 0</inkml:trace>
  <inkml:trace contextRef="#ctx0" brushRef="#br0" timeOffset="410.0306">4374 1363 0,'-40'-40'31,"80"80"-31,-80-120 16,80 80-1</inkml:trace>
  <inkml:trace contextRef="#ctx0" brushRef="#br0" timeOffset="790.0082">4655 1684 0,'0'80'15,"0"-160"-15,0 200 16,80-80 0,-40-40-16,121 121 31,-81-81-31,0 80 16,-40 0-1,-40-80-15,-120 41 16,40-81-16,-1 40 31,81-80-15,0-41-16,40-79 15,41 120-15,39-80 32,41-1-17,-121 121-15,80-40 16,-80 0-16</inkml:trace>
  <inkml:trace contextRef="#ctx0" brushRef="#br0" timeOffset="1099.9169">6099 1804 0,'-40'0'16,"80"0"-16,-200 0 31,120 40-31,-1-40 0,-39 121 32,40 39-17,40-40 1,80 1-1,41-41 17,-41-80-17,-40-40-15</inkml:trace>
  <inkml:trace contextRef="#ctx0" brushRef="#br0" timeOffset="2139.9303">6500 1924 0,'0'0'0,"-40"41"31,40 39-15,40 40 0,41-40 15,39-40-16,-40-80 1,-40 0 0,1-40-16,-1-40 31,-40 39-15,0 41-1,0 80 1,0 1-1,0 79 1,0-80-16,0 40 31,80-40-31,-80 0 0,40-40 16,80 0 0,-79 0-16,79-80 31,-80 0-31,40-40 15,-80 80-15,0-161 16,0 81-16,0 80 16,0-41-16,0 41 0,0 0 15,-40 0-15,40 0 16,-40 40 0,40 40-1,0 40 1,0-40-16,-40 41 15,40-1-15,0 120 16,0 81 15,120-120-15,-79-121-16,-41 0 0,120 0 16,81-40 15,-81-80-16,-80-81 1,-40 121 0,0 0-16,0-80 15,-40 80-15,40-1 16,-40 41 0,0 81-1,0 79 1,40-40 15,40-120-31,-40 41 0,80-41 31,-40 0-31,0-41 0,0 1 16,0-120 0,-40 120-16,0 0 15,41 40-15,-41-40 16,0 80-1,0 0 1,0 0-16,0 80 16,40-80-16,-40 0 0,40 41 31,80 39-15,-80-120-1,81-40-15</inkml:trace>
  <inkml:trace contextRef="#ctx0" brushRef="#br0" timeOffset="2449.8391">8748 2085 0,'0'40'0,"0"-80"0,40 0 15,0 0-15,0 40 16,0 0 0,40 80 15,-40-40-31,-40 0 0,41 121 15,-41-81-15,-81 0 32,41-40-32,40-80 31,80-120-15,1 39-1,-41 41 1,0 40-16,0-40 15,0 80-15,0-40 0,0-1 16,1 41-16,-1-40 0</inkml:trace>
  <inkml:trace contextRef="#ctx0" brushRef="#br0" timeOffset="2909.8852">11516 1483 0,'-120'0'16,"40"0"-16,-1 40 15,41-40-15,-160 121 32,119-41-32,1 40 15,80-80-15,0 161 16,0-161-16,40 0 0,41 40 31,-41-40-31,160 41 16,-160-81-16,161-40 15</inkml:trace>
  <inkml:trace contextRef="#ctx0" brushRef="#br0" timeOffset="3179.8697">11958 1924 0,'40'0'32,"-80"0"-32,120 0 0,0 41 15,-80-1-15,40-40 0,-40 80 0,40 40 31,-40-80-31,0 0 0,-80 41 16,0-41 0,-121 0-1,81-120 1,120-41 15,80-39-15,81 40-1,-1 79 1</inkml:trace>
  <inkml:trace contextRef="#ctx0" brushRef="#br0" timeOffset="3499.7774">12680 1884 0,'0'121'31,"0"-81"-31,0 0 0,-40 40 15,40-40-15,0 40 32,0-39-32,-40-41 0,80 0 31,40-81-15,121-39-1,-81 40 1,-80 80-1,0 120 1,-40-40 0,-40 41-1,0-1 17,40-80-32</inkml:trace>
  <inkml:trace contextRef="#ctx0" brushRef="#br0" timeOffset="3839.8314">13563 1924 0,'0'41'15,"40"-41"-15,-40 40 16,0 40-1,40 80 1,0-120 0,-40 1-16,40 39 15,0-80 17,-40-40-17,40 40-15,-40-40 0,0-1 0,41 1 16,-1 0-16,-40 0 15,40 0-15,-40 0 0,40 40 16,-40-40 0,40 40-1,0 0 1</inkml:trace>
  <inkml:trace contextRef="#ctx0" brushRef="#br0" timeOffset="4140.1539">14887 2045 0,'40'40'0,"-80"-80"0,80 120 16,-40-40-16,0 0 15,-80 81 17,-41-41-17,1-40 1,80-40-1,0-40 1,0-81 0,40 1 15,80 40-15,-40 80-1,40-40-15</inkml:trace>
  <inkml:trace contextRef="#ctx0" brushRef="#br0" timeOffset="4400.065">15649 1483 0,'-40'-40'15,"80"80"-15,-120-80 16,80 80-16,-40 0 15,40 81 1,0 39 0,0 121-1,-40 0 1,0-201 0,0 0-1,40-40-15</inkml:trace>
  <inkml:trace contextRef="#ctx0" brushRef="#br0" timeOffset="5030.0287">16331 2125 0,'0'-40'16,"0"0"15,-40 40-31,40 80 16,-40-40-1,40 0-15,0 0 0,0 0 16,0 1-16,0-1 0,0 0 0,40 0 15,0 0 1,1-40-16,-1 40 0,0-40 16,0 0-16,0-40 15,0 0-15,-40 0 16,40 40-16,-40-40 16,0 0-16,40 40 0,-40-41 0,0 82 31,0-1-16,41-40-15,-41 80 0,40-40 0,-40 0 16,40-40-16,0 0 16,0 0-16,-40 40 0,40-40 0,0 0 0,0 0 15,1 0-15,-1 0 0,-40-40 16,40 40-16,-40-80 0,40 40 0,-40 0 16,0 0-16,0-1 15,0 1-15,40 0 0,-40 0 0,0 0 0,0 0 16,0-40-16,0 40 0,0-1 0,0 1 0,0 0 15,40 0-15,-40 0 16,0 80 15,-40-40-31,40 40 0,0 0 0,-40 0 0,40 1 16,0-1-16,0 40 0,0-40 16,0 0-16,0 0 0,0 0 0,0 0 0,0 1 15,0-1-15,0 0 16,40 0-16,-40 0 0,40 0 0,0-40 15,0 0-15</inkml:trace>
  <inkml:trace contextRef="#ctx0" brushRef="#br0" timeOffset="5350.0102">17335 2165 0,'-41'40'16,"82"-80"-16,-41 80 15,80-40-15,0-40 16,81 0 0,-81 40-16,80-40 15,-160 0-15,40 40 16,-40-40 0,0 80-1,0 0 1,0 40-16,-40 0 15,40-40-15,0 161 32,0-161-32,-40 40 15</inkml:trace>
  <inkml:trace contextRef="#ctx0" brushRef="#br0" timeOffset="5510.0748">17977 1644 0,'0'0'0,"0"-40"16,-41 0-16,41-41 16,81 81-1</inkml:trace>
  <inkml:trace contextRef="#ctx0" brushRef="#br0" timeOffset="6049.9691">18538 1924 0,'0'81'31,"0"-41"-31,0 0 16,-40 80-1,0-80 1,-80 81 0,80-81-1,0-40 1,40-40 0,0 0-16,0-1 0,0 1 15,0 0-15,40 40 0,-40-40 16,40 0-16,40 0 0,-80 0 0,40 40 15,0 0-15,0 0 0,1 0 16,-1 0 0,-40 40-16,40-40 0,-40 40 15,0 0-15,0 0 16,0 0-16,0 0 0,0 1 16,0-82 15,80 41-31,-80-40 0,40 40 15,0-80-15,0 40 16,1 40-16,-41-40 0,40 40 0,0 0 0,0 0 16,0 0-1,0 0-15,0 0 0,-40 40 0,40-40 16,-40 40-16,0 0 0,41 0 16,-41 0-16,0 1 0,0-1 0,0 0 15,0 0-15,0 0 16,0 0-16,0 0 0,0 0 0,-41 0 0,1 0 15,40 1-15,-80-1 0,80 0 0,-40-40 16,40 40-16</inkml:trace>
  <inkml:trace contextRef="#ctx0" brushRef="#br0" timeOffset="7609.9536">2969 3288 0,'0'0'16,"40"40"-1,-40 0-15,41-40 0,-1 0 32,80 0-17,-80 0-15,81 0 16,-81 0-16,40 0 15,0 0 17,-40 0-32,1 0 0,-1 0 0,200 0 31,162-80-15,119 80-1,-39-40 1,39 40 15,-320 0-31,-81 0 0,482 0 31,-481 0-31,-1 0 0,161 0 16,-161 0-16,121 0 16,-120 0-16,400 0 15,-280-40 1,-121 40-16,161 0 0,-160 0 0,320-40 15,0 40 17,-39-40-17,-41 40 1,40 40 15,-40 0-15,0 0-1,41-40 1,-242 0 0,-80 0-16,241-40 15,-120 0-15,-121 40 16,281-40 0,-80 40 15,-160 0-31,-81 0 0,80-40 15,-40 40-15,121 0 16,-81 40 0,-39-40-16,159 80 15,-199-80-15,79 40 16,-40-40-16,0 0 16,-39 0-16,-1 0 15,0 40-15,160-40 16,-159 0-16,119 0 15,-120-40-15,201 40 16,-121 0-16,-80 0 16,281 0-1,41 40 17,-1 0-17,-281 0 1,0-40-16,81 0 15,-81 0-15,-40 0 0,121-40 32,39 40-17,1 0 1,-81 0 0</inkml:trace>
  <inkml:trace contextRef="#ctx0" brushRef="#br0" timeOffset="9490.1941">9189 4451 0,'0'0'0,"-40"0"16,40-40 15,0 0-15,40 40 15,40 0-15,-80 40-16,40-40 0,-40 40 15,40 0-15,-40 0 0,41-40 16,-41 40-16,0 1 0,0-1 0,40 0 0,-40 0 16,0 40-16,0-40 0,0 0 0,-81 0 0,81 0 15,-40 1-15,40-1 0,-40 0 16,40 0-16,-80 0 0,80 0 16,-40-40-16,40 40 0,0-80 31,0 0-31,40 0 15,-40 0-15,40 0 16,-40-41-16,0 41 0,40 40 0,0-40 16,-40 0-16,40 0 0,1 0 15,-1 40-15,-40-40 0,40 40 0,0-40 0,0 0 16,0 0 0,0 40-16,0-41 0,1 41 0,-1-40 15,0 40-15,-40-40 16,40 40-16,-40-40 0,-40 40 47,40 40-16,-40-40-31,40 40 0,-40-40 0,40 40 16,-41-40-16,41 41 15,-40-1-15,40 0 0,-40 0 0,0 0 0,40 0 16,-40 0-16,40 40 0,-40-40 0,40 1 0,0-1 15,0 0-15,0 0 0,0 0 16,40 0-16,-40 0 0,80-40 0,-40 0 16,0 40-16,1-40 15,-1 0-15,0 0 0,0 0 0,0 0 0,0 0 16,0 0-16,0 0 0,1 0 16,-1-40-16,0 40 0,0-40 0</inkml:trace>
  <inkml:trace contextRef="#ctx0" brushRef="#br0" timeOffset="9700.1086">10393 5093 0,'-40'40'15,"40"0"1,-41-40-16,41 40 16,-40 0-1,40 0-15,0 0 0,-40 1 0,40-1 16,0 0-16,0 0 0,0 0 0,0 0 15,0 0 1,0 0-16,0 0 0,0 0 16</inkml:trace>
  <inkml:trace contextRef="#ctx0" brushRef="#br0" timeOffset="10040.1622">11276 4371 0,'-81'0'15,"162"0"-15,-202 40 0,81-40 16,40 40-16,-80 80 15,40-79 1,0 159 0,40 81-1,80-41 17,0-159-32,40-81 31,-39-40-31,-41 40 0</inkml:trace>
  <inkml:trace contextRef="#ctx0" brushRef="#br0" timeOffset="10360.1454">11637 4732 0,'0'-40'16,"0"80"-16,0-40 31,0 40-31,80 40 16,-80-40-1,40 40 1,-40 1 0,0-121-1,40-1 1,0-39 0,81-40-1,-1 80 1,-40 160-1,-40 41 17,-40-81-32,0 0 15,-80 40 1</inkml:trace>
  <inkml:trace contextRef="#ctx0" brushRef="#br0" timeOffset="10590.1296">12720 4652 0,'0'0'15,"40"0"17,40 120-17,1 0 1,-41 121-1,-120 0 1,-121-121 0,81-80-1</inkml:trace>
  <inkml:trace contextRef="#ctx0" brushRef="#br0" timeOffset="10990.0665">14245 4692 0,'0'40'31,"0"0"-15,0 0-16,-40-40 0,40 40 15,-40 0-15,-41 0 0,41 0 0,0 1 16,0-41-16,0 40 16,0-40-16,-41 40 0,41-40 0,0 40 0,0-40 15,0 0-15,0 0 16,80 0 15,0 0-15,0 40-16,0-40 0,-40 40 0,40-40 15,1 40-15,-1 0 0,0 0 16,0 1-16,0-1 0,0-40 0,0 40 0,0 0 16,1 0-16,-41 0 15,40 0-15,0-40 0,0 40 0,-40 0 0,40-40 16,0 40-16,0-40 0,0 41 16</inkml:trace>
  <inkml:trace contextRef="#ctx0" brushRef="#br0" timeOffset="11400.0131">14245 5333 0,'0'0'0,"-80"-40"16,39 40-1,82 0 32,-1 0-47,40 0 16,-40 0-16,40 0 0,1 40 15,-1-40-15,0 0 0,41 0 0,39 41 0,-40-41 16,41 40-16,-1-40 16,1 40-16,-1-40 0,1 40 0,-1-40 0,1 0 15,-41 0-15,1 40 0,-41-40 16,40 0-16,-80 0 0,41 0 0,-1 0 0,-40 0 15,0 0-15,0 40 0,0-40 0,-40-40 110</inkml:trace>
  <inkml:trace contextRef="#ctx0" brushRef="#br0" timeOffset="11699.9919">16733 5053 0,'0'0'0,"-40"0"15,40 40 17,40-40-32,-40 40 0,80 0 0,-40 0 0,0-40 15,0 40-15,41 0 16,-41 0-16,0 1 0,40-1 0,-40-40 0,0 40 16,0 0-16,1 0 0,-41 0 15,40 0-15,-40 0 0,0 0 0,0 0 0,0 1 16,0-1-16,-40 0 0,-1-40 0,1 40 15,0 0-15,-40-40 16,40 40-16,-40-40 0,-1 0 0,41 40 0,-40-40 16,40 0-16,0 0 0,0 0 15,-1 0-15</inkml:trace>
  <inkml:trace contextRef="#ctx0" brushRef="#br0" timeOffset="12249.9627">18458 4531 0,'-40'0'31,"40"40"-15,0 1-16,0-1 0,40 0 15,-40 0-15,40 0 16,0 0-16,41 40 0,-41-40 0,0 41 0,40-41 16,0 0-16,-39 40 0,39-40 15,-40 0-15,0 40 0,0-39 0,0-1 0,0 0 16,1-40-16,-41 40 16,0 0-16,40-40 0,-40 40 0</inkml:trace>
  <inkml:trace contextRef="#ctx0" brushRef="#br0" timeOffset="12509.9485">19341 4852 0,'0'0'0,"0"-40"0,-80 40 0,80-40 0,-40 0 16,40 0-1,-41 40-15,1 0 31,40 40-15,-40-40-16,40 40 0,-40 0 0,0 0 0,40 40 16,-40-40-16,0 1 15,0 39-15,-1 0 0,41-40 0,-40 40 0,0 1 16,0-41-16,0 40 0,0-40 16,0 0-16,0 0 0,40 0 0,-41 0 0,1-40 15,40 40-15,-40 1 16</inkml:trace>
  <inkml:trace contextRef="#ctx0" brushRef="#br0" timeOffset="12770.0052">19421 5333 0,'0'-40'0,"0"80"31,0 1-15,0-1-16,0 0 15,0 0-15,0 0 0,0 0 0,0 0 16,0 0-16,0 0 16,0 0-16,-40 1 0,40-1 0,0 0 15,0 0-15,0 0 16,0 0-16,80-40 0</inkml:trace>
  <inkml:trace contextRef="#ctx0" brushRef="#br0" timeOffset="13159.9812">20384 4812 0,'0'-80'32,"-40"80"-32,0-40 15,-40 40 1,-41 120-1,81-80-15,-80 241 16,120-201-16,0 0 16,80 201-1,81-121 1,-1-119 15,-40-82-15,-79 41-16</inkml:trace>
  <inkml:trace contextRef="#ctx0" brushRef="#br0" timeOffset="13379.9693">20946 4892 0,'-40'0'0,"80"0"0,-160 0 31,120 40-31,0 81 15,40 119 1,80 41 0,-120-80 15,0-121-15</inkml:trace>
  <inkml:trace contextRef="#ctx0" brushRef="#br0" timeOffset="13719.9498">21548 4972 0,'0'-40'0,"0"80"0,-40-80 16,0 40-16,-1 0 16,1 0 15,40 40-31,-160 81 15,-1 39 17,41-39-17,80-121 1,40 40 0,40-40-1,161 40 1,39 80-1,41-40 1,-120 0 15,-1-39-31</inkml:trace>
  <inkml:trace contextRef="#ctx0" brushRef="#br0" timeOffset="13939.9358">22190 4732 0,'40'0'16,"0"40"-16,0 0 31,0 0-31,81 161 16,-121-41-16,40 41 15,-40-121-15,-120 80 16,79-120-16,-199 161 0</inkml:trace>
  <inkml:trace contextRef="#ctx0" brushRef="#br0" timeOffset="15199.7916">15248 4652 0,'-40'0'15,"40"-40"1,-40-1 0,40 1-1,0 80 17,0 41-17,0-41-15,0 0 0,0 0 0,0 0 16,0 0-16,0 0 0,0 0 0,0 0 0,0 1 15,0-1-15,0 0 16,0 0-16,0 0 0</inkml:trace>
  <inkml:trace contextRef="#ctx0" brushRef="#br0" timeOffset="15629.8379">15248 4732 0,'-40'-40'16,"80"80"-16,-80-120 16,40 120 15,40 0-15,0 0-1,0-40-15,-40 40 0,40 0 0,1-40 16,-41 40-16,40 0 0,-40 0 0,40-40 15,-40 41-15,40-41 0,-40 40 16,40-40-16,-40 40 16,40-40-16,0 0 15,-40-40-15,0 0 16,40-1-16,-40 1 16,0 0-16,0 0 0,0 0 0,0 0 15,0 0-15,0 0 16,0 0-16,41 0 0,-41-1 0,0 1 15,0 0-15,0 0 0,40 40 0,-40-40 16,0 80 31,0 0-31,0 0-1</inkml:trace>
  <inkml:trace contextRef="#ctx0" brushRef="#br0" timeOffset="17089.7526">9109 6938 0,'-40'0'0,"-1"0"16,41-40-1,0-1 1,41 41 15,-41 41-31,40-41 0,40 160 32,-80-120-32,40 0 0,-40 0 0,-40 201 15,0-201 1,0 0-16,-41 0 15,81 0-15,-40-40 16,40-40 0,40-40-1,41 40-15,79-161 16,-120 161-16,0 0 0,1-40 16,119-80-1,-80 119 1,-80 1-16,40 0 15,-80 40 17,0 40-17,0 41-15,0-41 0,0 0 0,40 0 16,-40 0-16,0 40 0,40-40 16,-41 0-16,41 41 0,-40-41 0,40 0 0,0 0 15,0 0-15,0 0 0,0 0 0,0 0 0,40 0 16,1 1-1,-1-41-15,-40 40 0,40-40 16,0 0-16,0 0 0,0 0 16,0 0-16,0 0 0,-40-40 15,41 40-15,-1-41 16</inkml:trace>
  <inkml:trace contextRef="#ctx0" brushRef="#br0" timeOffset="17499.6558">9831 7539 0,'40'-40'16,"-40"0"-16,80 0 31,-40 40-31,41 0 16,39 40-1,-120 0-15,40 40 16,-40-40-16,0 81 16,-160 79-1,-1-120 16,121-80-15,40-40 0,40-40-1,40 80 1,121-80 0,40 80-1,-201 0 1,0 0-16,0 0 15,-40 40-15,-40-40 32,0 0-17,0 0-15,40 40 16,-40-40-16,0 0 16,-1 0-16</inkml:trace>
  <inkml:trace contextRef="#ctx0" brushRef="#br0" timeOffset="17999.6273">11195 6617 0,'-40'0'31,"0"0"-31,0 40 16,0 40-1,0-80-15,-81 241 16,121-201-16,-40 40 0,0 80 15,40-119-15,40 159 16,-40-160-16,80 0 0,1 41 31,-41-81-31,40 0 0,-40 0 0,81-41 32,-41 1-32</inkml:trace>
  <inkml:trace contextRef="#ctx0" brushRef="#br0" timeOffset="18349.6067">11516 7138 0,'0'0'0,"0"-40"16,0 80 15,81 0-15,-81 0-16,0 0 0,40 1 16,-40-1-16,0 0 15,0 0-15,0 0 0,0 0 16,0-80 15,0 0-31,40 0 16,-40 0-16,40 40 15,-40-40-15,80-1 0,-80 1 0,40 40 0,-40-40 16,40 40-16,-40-40 16,41 40-16,-41 80 15,40-80-15,-40 40 0,0 1 16,40-41-16,-40 40 15,0 0-15,0 0 0,0 0 0,0 0 16,0 0 0,0 0-16,-40 0 0,40 1 15</inkml:trace>
  <inkml:trace contextRef="#ctx0" brushRef="#br0" timeOffset="18579.6279">12399 7018 0,'0'-40'31,"0"80"-31,80-160 16,-40 120-16,1 0 0,-1 80 16,0-40-16,40 160 15,-80-160-15,0 1 0,0 159 31,0-160-31,-80 161 16,0-161-16,39 0 0,1-40 16,-40 40-16</inkml:trace>
  <inkml:trace contextRef="#ctx0" brushRef="#br0" timeOffset="19039.64">14365 7218 0,'0'0'15,"-40"0"-15,-40 0 0,40 0 0,0 0 31,-1 40-31,41 41 32,-40-81-32,0 80 0,0-40 0,-120 80 31,-41 1-15,161-81-1,0-40-15,80 0 31,-40-40-31,40 40 0,0-40 16,0 40-16,0 0 0,0 0 16,1 0-16,-1 40 15,0-40-15,0 80 0,0-80 0,0 40 0,0 0 16,0 0-16,1 0 0,-1 0 16,40-40-16,-80 40 0,40 1 0,0-1 0,0-40 15,0 40-15,1-40 0,-41 40 0,40-40 16,-40-40-1</inkml:trace>
  <inkml:trace contextRef="#ctx0" brushRef="#br0" timeOffset="19409.9104">14325 7780 0,'-120'0'16,"240"0"-16,-240-40 15,160 40-15,40 0 16,40 40 0,-79-40-16,320 80 15,-241-40-15,1-40 0,-1 0 16,121 40 0,-81-40-16,81 40 0,-121-40 0,322 40 31,-81-40-16,-80 41 1,-81-41 0,-119 40-1,-41-40-15,40 0 16,-40 0-16,0 0 16,-120 0-1,40 0-15,40-40 16,-40 40-16,40-41 15</inkml:trace>
  <inkml:trace contextRef="#ctx0" brushRef="#br0" timeOffset="19679.8954">17174 7780 0,'0'0'16,"-80"0"-16,40-40 31,120 40-16,40 80 1,-120-40-16,121 80 16,-81-80-16,0 1 0,0-1 31,0 40-15,-200 0-1,79-80-15,-39 40 16,80-40-16,-201 0 15,121-40 1</inkml:trace>
  <inkml:trace contextRef="#ctx0" brushRef="#br0" timeOffset="20309.8583">15489 7018 0,'-40'0'15,"80"0"-15,-120 0 0,80-40 16,-41 40-16,41 80 31,0-40-31,0 0 16,0 0-16,0 0 15,41 0-15,-41 1 0,0-1 0,40 0 16,-40 0-16,0 0 16,0 0-16,0-80 31,-40 0-16,40 0-15,0 0 0,0 0 0,0-1 0,0 1 16,80 0-16,-80 0 0,0 0 16,0 0-16,40 40 0,-40-40 0,40 40 0,-40-40 15,40 40 1,-40 40-16,40 0 16,-40 0-16,40 0 0,-40 0 15,41 0-15,-41 0 0,40 1 0,0-1 16,-40 0-16,40 0 0,0-40 0,-40 40 0,40-40 15,0 0-15,0 40 16,1-40-16,-1 0 0,0-80 16,-40 40-1,0 0-15,0 0 0,0-1 0,0 1 0,0 0 16,0 0-16,0 0 16,-40 0-16,40 0 0,0 0 0,-40 0 0,40 0 15,0-1-15,0 1 16,0 80-1,0 1 1,40-41 0,-40 40-16,40-40 0</inkml:trace>
  <inkml:trace contextRef="#ctx0" brushRef="#br0" timeOffset="20959.7676">18699 7379 0,'-40'0'16,"40"40"0,0 0-1,40 0 1,0 0-16,0 0 16,0 41-16,81 79 15,79 40 1,-39-39 15,-81-81-15,-40-80-1</inkml:trace>
  <inkml:trace contextRef="#ctx0" brushRef="#br0" timeOffset="21209.7335">19622 7700 0,'-40'0'16,"80"0"-16,-120-81 15,39 81 1,1 0 0,40 41-16,-40-41 0,0 40 15,40 0-15,-40 0 0,0 0 0,-40 0 0,39-40 16,1 40-16,0 0 0,0 0 0,0 0 0,40 1 15,-40 39-15,0-40 16,0 0-16,-1 0 0,1 0 0,40 0 0,-40 0 16,0 1-16,0-1 15,40 0-15</inkml:trace>
  <inkml:trace contextRef="#ctx0" brushRef="#br0" timeOffset="21619.7823">19903 8422 0,'0'0'16,"40"0"-1,0 0 1,40 40-1,-80 0 1,0 80 0,-80-40-1,0-40 1,40-40-16,-41 40 16,81-80 15,40 40-31,1 0 15,-1 0-15,0 0 0,0 0 0,0 0 16,0 0-16,0 0 0,0 0 16,1 0-16,-1 0 0,0 0 0,0 0 15,0 0-15,0 0 16,0 0-16,0 0 16,1 0-1</inkml:trace>
  <inkml:trace contextRef="#ctx0" brushRef="#br0" timeOffset="21929.765">20745 7700 0,'-120'40'31,"80"-40"-31,0 0 16,0 0 0,40 40-16,-121 80 15,121-80-15,-40 0 0,0 121 16,40-121-16,0 80 16,0-80-16,160 121 15,-79-121 1,-41 0-16,120-40 15,-120 0-15,41-40 16</inkml:trace>
  <inkml:trace contextRef="#ctx0" brushRef="#br0" timeOffset="22139.7544">21187 7820 0,'-40'0'31,"80"0"-31,-121 0 0,81 40 32,0 0-32,0 0 0,0 40 15,0-39-15,41 159 16,-41-120 0,0-40-16,0 81 15,0-81-15</inkml:trace>
  <inkml:trace contextRef="#ctx0" brushRef="#br0" timeOffset="22519.7307">21909 7860 0,'0'0'0,"-40"0"31,-81 40-15,-79 40 0,39-40 15,-39 41-15,119-1-1,81-40 1,0 0-1,0 0-15,41 0 16,39 0-16,-40 1 0,40-1 31,-40-40-31,41 40 0,-41-40 0,120 40 32,-39-40-17,-81-40-15</inkml:trace>
  <inkml:trace contextRef="#ctx0" brushRef="#br0" timeOffset="22819.6435">22551 7660 0,'0'-41'15,"0"82"-15,40-41 47,-40 40-47,0 0 0,40 0 16,-40 0-16,40 0 16,1 0-16,-41 0 0,40 0 0,-40 41 0,0-41 15,0 0-15,0 40 0,0-40 0,0 0 0,0 40 16,0-39-16,-40-1 0,40 40 15,-41-40-15,1 0 0,-40 0 0,40-40 0,0 40 16,-40 0-16,39-40 16,1 40-16,-40-40 0,40 0 0</inkml:trace>
  <inkml:trace contextRef="#ctx0" brushRef="#br0" timeOffset="24239.8473">2528 9946 0,'-40'0'15,"0"-41"1,40 1-1,0 0-15,0 0 0,0 0 16,40 40-16,-40-40 16,40 40-16,40 0 0,-40 0 15,0 0-15,1 40 0,-1-40 16,0 40-16,-40 0 0,40 0 0,0 0 0,-40 1 16,0-1-16,0 0 15,0 0-15,0 40 0,0-40 0,0 0 0,-40 0 16,40 0-16,-40 1 0,40-1 0,-80 0 0,39 0 15,1 0-15,40 0 16,-40-40-16,40-40 16,0-40-1,40 80-15,-40-40 0,40 0 0,1-1 16,-1 1-16,0 0 0,0 0 16,0 0-16,0 0 0,0 40 0,0-40 0,1 0 15,-1 40-15,0-40 0,0 0 0,0 40 0,0-41 16,0 1-1,0 40-15,-40-40 0,41 40 0,-1-40 0,-40 0 16,0 0-16,40 40 16,-40-40-16,0 0 15,0 0-15,-40-1 0,0 41 16,-1 0 0,41 41-16,-40-41 15,40 40-15,-40-40 0,40 80 0,-40-40 0,0 0 16,40 0-16,-40 0 0,40 41 0,0-41 15,-40 0-15,40 0 16,0 0-16,-40 40 0,40-40 0,0 0 0,0 0 16,0 1-16,0-1 0,0 0 15,40 0-15,-40 0 0,40-40 0,0 0 16,0 40-16,0-40 16,0 0-16,0 0 0,1 0 0,-1 0 0</inkml:trace>
  <inkml:trace contextRef="#ctx0" brushRef="#br0" timeOffset="24459.8899">3973 10306 0,'0'0'15,"-41"0"1,1 41-16,-40 39 31,80-40-31,-40 0 0,40 0 0,-80 121 16,40-1 15,-1-40-15,41-80-16</inkml:trace>
  <inkml:trace contextRef="#ctx0" brushRef="#br0" timeOffset="24829.8674">4534 9625 0,'0'0'0,"-40"0"15,-40 0 1,-40 40 15,120 0-31,-121 120 16,41 81 0,40 40 15,40-81-16,120-120 1,-40-39 0,41-41-16</inkml:trace>
  <inkml:trace contextRef="#ctx0" brushRef="#br0" timeOffset="25209.7718">4655 10026 0,'0'-40'16,"0"80"-16,80-80 31,-80 80-31,40-40 16,-40 40-16,80 40 16,-40 0-16,-40-40 31,0 0-31,-40 1 15,40-82 1,0 1 0,40 0-16,-40 0 0,41 40 0,-41-40 15,40 0-15,0 40 16,-40-40-16,40 40 0,0 0 0,-40-40 16,40 40-16,-40 40 15,40-40-15,-40 40 0,0 40 16,0-40-16,0 0 0,0 0 15,0 1-15,-40-41 16,40 40-16,0 0 0,-40-40 0,40 40 0,-40-40 16,40 40-16,-40-40 0</inkml:trace>
  <inkml:trace contextRef="#ctx0" brushRef="#br0" timeOffset="25479.8297">5698 9785 0,'0'0'0,"40"0"31,40 40-15,-40 0-1,-40 0-15,0 81 16,0-41-16,0-40 0,-40 80 15,40-80-15,-160 121 16,120-121-16,0 0 0,-81 40 31,81-40-31,0-40 0,0 0 0</inkml:trace>
  <inkml:trace contextRef="#ctx0" brushRef="#br0" timeOffset="25929.8041">6821 9905 0,'-40'0'32,"0"0"-32,40 41 15,0-1-15,-40-40 16,0 40-16,40 0 0,-40 0 0,40 40 16,0-40-16,0 0 15,0 0-15,0 1 0,-40-1 0,40 0 0,0 0 16,0 0-16,0 0 0,0 0 0,-40 0 0,40 0 15</inkml:trace>
  <inkml:trace contextRef="#ctx0" brushRef="#br0" timeOffset="26179.7176">6781 10026 0,'0'40'32,"0"0"-32,0 0 15,0 0 1,0 0-16,40-40 0,-40 40 0,41 0 0,-1-40 16,0 41-16,-40-1 0,40 0 15,0 0-15,0 0 0,0 0 0,-40 0 16,40-40-16,-40 40 0,41-40 15,-1 0 1</inkml:trace>
  <inkml:trace contextRef="#ctx0" brushRef="#br0" timeOffset="26449.7181">7303 10146 0,'-40'-80'15,"0"80"-15,40-40 0,0 0 32,0 80-1,40-40-31,-40 40 0,0 0 0,0 0 16,0 0-16,0 0 15,0 0-15,0 0 0,0 1 0,0-1 0,0 0 16,0 0-16,-40 0 0,40 0 0,0 0 0,-40 0 15,40 0-15,-41-40 0,41 41 16,-40-1-16,40 0 0</inkml:trace>
  <inkml:trace contextRef="#ctx0" brushRef="#br0" timeOffset="27579.7081">7383 9785 0,'0'0'15,"-120"-80"1,-1 40 15,81 0-31,0 40 0,0-40 32,0-1-32,0 1 15,0 40 1,0 0-1,-41 0 1,41 0 0,0 0-16,0 0 15,40 40-15,-40-40 0,0 0 16,0 0-16,-1 41 16,1-41-16,0 40 15,-40 40 1,40 40 15,0 1-15,40-1-1,0-40 1,0 40 0,0-80-16,40 41 15,0-41-15,-40 0 0,40 0 31,-40 0-31,80 40 16,-40-40-16,1 1 16,-1-41-16,0 40 15,0-40-15,40 40 16,-40 0 0,0-40-16,41 0 15,-41 40-15,40-40 16,40 0-1,-39 0 1,39 0 15,-40-80-15,1 40 0,-41 0-1,-40-1-15,40 1 31,-40-40-15,0 40 0,0 0-16,40-80 15,-40 79-15,0-39 16,0 0 0,0 0-1,-40 40 1,40 0-16,-40-41 15,0 41-15,0 0 16,40 0-16,-41 0 31,1 40-31,40-40 0,-40 40 16,0 0-16,0 0 16,0 0-16,0 0 15,-1 40 16,1-40-15,40 40 0,0 0-16</inkml:trace>
  <inkml:trace contextRef="#ctx0" brushRef="#br0" timeOffset="28289.667">8386 9905 0,'-80'0'16,"160"0"-16,-200 0 15,200 0 16,-80 41-31,40-41 0,-40 40 16,41 0-16,-41 0 0,0 0 0,0 0 0,0 0 16,0 0-16,0 0 15,-41 0-15,41 1 0,-40-1 0,-40 0 16,40 0 0,40 0-16,40-80 15,0 0 1,0 40-1,0-80-15,1 80 0,-1-41 0,0 1 0,0 0 16,0 40-16,0-40 0,0 0 16,0 0-16,1 0 0,-1 40 0,0-40 0,-40 0 15,40 0-15,0 40 16,-40-41-16,40 1 0,-40 0 0,40 0 16,-40 0-1,-40 40 1,0 0-16,40 40 0,-40-40 15,40 40-15,-40-40 16,40 80-16,-40-80 0,40 41 0,-40-1 0,40 0 16,0 0-16,-41 0 0,41 0 15,0 0-15,0 0 0,0 0 0,0 0 16,0 1-16,41-1 16,-41 0-16,40 0 0,0 0 0,0 0 15,0-40-15,0 0 0,-40 40 0,40-40 16,0 0-16,1 0 15,-1 0-15</inkml:trace>
  <inkml:trace contextRef="#ctx0" brushRef="#br0" timeOffset="28609.6481">9430 10387 0,'40'0'31,"0"0"-15,0 0-16,0 0 15,-40 40 1,0 0-16,0 0 0,0 0 0,-40 0 16,40 0-1,-40-40-15,40 40 0,-80-40 0,40 41 16,-1-41-16,1 0 16,40-41-1,40 41 1,-40-40-16,41 40 15,-41-40-15,80 40 0,-40 0 0,0 0 16,0 0-16,0 0 0,0 0 16,1 0-16,-1 0 0,0 40 15,0-40 1,0 40-16,0-40 0,0 0 16,0 0-16</inkml:trace>
  <inkml:trace contextRef="#ctx0" brushRef="#br0" timeOffset="28909.5822">10513 9665 0,'-80'0'16,"160"0"-16,-200 0 0,-1 80 15,81-40-15,40 0 0,-40 0 16,0 81 0,40-81-16,0 160 15,0-160-15,0 41 0,40 39 16,0-80-16,40 80 31,-39-120-31,-1 40 0,40-40 16,-40 0-16,0 0 0</inkml:trace>
  <inkml:trace contextRef="#ctx0" brushRef="#br0" timeOffset="29259.6694">10874 10106 0,'0'40'16,"40"40"-1,-40 0 16,0 41-15,0-81 0,0 0-1,0-80 1,41 40-16,39-120 16,0 79-16,40-39 15,-79 40-15,79 0 16,-80 40-16,0 0 0,-40 40 31,0 0-31,40 40 0,-40-39 0,0 79 31,-120 40-15,40-120 0</inkml:trace>
  <inkml:trace contextRef="#ctx0" brushRef="#br0" timeOffset="29479.695">11998 9946 0,'0'0'0,"40"0"31,40 80-15,-40-40-16,0 120 15,-40-120-15,0 41 0,-40 39 16,-40-80-16,-40 120 31,80-119-31,-1-41 0,1 0 0,-80 40 16</inkml:trace>
  <inkml:trace contextRef="#ctx0" brushRef="#br0" timeOffset="30119.5817">13924 10266 0,'-40'0'15,"0"0"1,-1 0 0,1 40-1,0-40-15,0 41 0,0-41 0,0 40 16,-40 0-16,39 0 0,1-40 0,0 40 0,0 0 15,0-40-15,0 40 0,0-40 16,40 40-16,-40-40 0,-1 40 31,41-80-15,0 0-16,81 0 16,-41 40-16,0 0 15,0 0-15,0 40 0,0-40 0,0 80 16,1-39-16,-1-1 15,0 0-15,0 40 0,0-40 0,0 0 0,-40 40 16,40-40-16,0 1 0,1-1 16,-41 0-16,40 0 0,-40 0 0,40 0 0,0 0 15,0 0 1,0-40-16,0 40 0,0-40 16,1 0-16</inkml:trace>
  <inkml:trace contextRef="#ctx0" brushRef="#br0" timeOffset="30639.6243">13924 10908 0,'-80'-40'15,"160"80"-15,-201-120 31,81 80-31,40-40 16,40 40 31,41 0-47,-41 40 0,0-40 0,0 0 16,0 40-16,40-40 15,1 40-15,-1-40 0,0 0 0,0 0 0,1 40 16,-1-40-16,40 0 0,-39 0 0,39 0 0,0 0 15,1 0-15,-1 0 0,1 0 16,39 0-16,-40 0 0,41 40 0,-1-40 0,1 0 16,-1 0-16,1 40 15,-41-40-15,41 0 0,-1 40 0,-39-40 0,-1 0 16,0 41-16,1-41 0,-1 0 16,-40 0-16,-39 0 0,39 40 0,-40-40 15,0 0-15,-80 0 110,40-40-110,0-1 15</inkml:trace>
  <inkml:trace contextRef="#ctx0" brushRef="#br0" timeOffset="30929.6092">17535 10667 0,'-40'0'0,"120"0"15,-40 0 1,1 41-16,-1-41 15,0 0-15,0 0 0,0 40 0,0 0 0,0-40 16,-40 40-16,40 0 16,1-40-16,-41 40 0,40 0 0,0 0 15,-40 0-15,0 0 16,0 1-16,0-1 0,-40 0 0,40 0 16,-81 0-16,41 0 15,0 0-15,0 0 0,0 0 0,0 1 0,0-41 16,-41 40-16,41-40 0,0 40 0,0 0 15,0-40-15</inkml:trace>
  <inkml:trace contextRef="#ctx0" brushRef="#br0" timeOffset="31489.5054">15449 10026 0,'0'0'0,"-40"0"16,40-40 15,0 0-15,-41 80 31,41 0-32,-40 0-15,40 0 16,0 0-16,0 0 0,0 0 0,0 0 0,0 0 16,0 1-1,0-1-15,0 0 0,0 0 0,0 0 0,0 0 16</inkml:trace>
  <inkml:trace contextRef="#ctx0" brushRef="#br0" timeOffset="31719.5622">15409 10026 0,'0'-40'0,"0"80"0,0-40 31,0 40-31,0 0 16,0 0-16,40 0 15,0 0-15,40 40 16,161-39 15,-81-41-15,-160-41-16</inkml:trace>
  <inkml:trace contextRef="#ctx0" brushRef="#br0" timeOffset="31909.5093">16010 9946 0,'-40'-81'16,"80"162"-16,-80-202 16,0 121-1,40 40 1,0 0-16,0 41 16,0-41-1,0 0-15,0 0 0,0 0 0,0 0 0,0 0 16,0 0-16,0 0 0,0 1 0,0-1 15</inkml:trace>
  <inkml:trace contextRef="#ctx0" brushRef="#br0" timeOffset="35633.7332">20785 10066 0,'41'0'0,"-41"40"31,40-40 344,0 0 250,0 0-171,0 0-298,0 0 63,-40-40 171</inkml:trace>
  <inkml:trace contextRef="#ctx0" brushRef="#br0" timeOffset="42433.3632">18779 10788 0,'-40'0'0,"40"40"0,-40-40 15,0 0 1,0 0-16,40-40 16,-40 40-16,-1 0 15,1 0 1,40 40 15,0 40-31,40-40 16,-40 0-16,41 0 0,-41 0 15,40 1-15,-40-1 0,40 0 0,0 0 0,0 0 16,-40 0-16,40-40 0,0 40 0,0 0 0,-40 0 16,41 1-16,-1-1 15,0-40-15,-40 40 0,40 0 0,0 0 16,-40 0-16,40-40 0,-40 40 15,0 0-15,0 0 32</inkml:trace>
  <inkml:trace contextRef="#ctx0" brushRef="#br0" timeOffset="42743.2724">19421 11028 0,'0'0'16,"-40"0"0,0 0-1,-161 121 1,121-41-1,40-40-15,-161 120 16,161-119-16,0-1 0,-40 80 16,40-80-16,-41 80 31,41-120-31,40 40 0,0 1 0,0-1 16</inkml:trace>
  <inkml:trace contextRef="#ctx0" brushRef="#br0" timeOffset="43003.2573">19582 11670 0,'0'40'15,"0"0"1,-81 0 0,81 0-16,0 1 0,-40-1 15,40 0-15,-40-40 0,40 40 16,0 0-16,0 0 0,0 0 0,-40 0 0,40 0 16,-40 1-16,40-1 0,-40 0 15</inkml:trace>
  <inkml:trace contextRef="#ctx0" brushRef="#br0" timeOffset="43393.2387">20424 10908 0,'0'0'0,"-40"0"0,0 0 16,-40 40-16,-81 161 31,81-121-31,40-40 0,-40 161 31,80-161-31,0 0 0,0 80 16,40-40-1,40 81 1,81-81 0,-121-40-1,0-40-15</inkml:trace>
  <inkml:trace contextRef="#ctx0" brushRef="#br0" timeOffset="43593.2966">20665 11269 0,'0'40'16,"0"0"15,0 0-31,0 41 0,-40-41 0,40 120 31,0 41-15,0-121-1,0 0-15</inkml:trace>
  <inkml:trace contextRef="#ctx0" brushRef="#br0" timeOffset="43953.2758">21106 11389 0,'0'40'16,"-40"1"-1,-40-1 1,40-40-16,-121 80 31,121-80-31,0 40 0,0-40 0,-40 40 31,120-40 1,0 0-17,0 0-15,-40 40 16,40-40-16,0 40 0,1-40 15,-1 40-15,0-40 0,0 40 0,0-40 16,0 0-16,0 41 16,41-41-16,-41 0 0,0 0 0,0 0 15,0 0-15</inkml:trace>
  <inkml:trace contextRef="#ctx0" brushRef="#br0" timeOffset="44223.3822">21829 11109 0,'0'-41'15,"40"82"-15,-40 39 0,0-40 16,0 0-16,0 0 15,-40 0-15,40 40 0,0-39 0,0 39 0,-40-40 16,40 0-16,-41 40 0,41-40 16,-40 0-16,40 41 0,-40-41 0,0 0 0,0 0 15,0 0-15,40 0 16,-40 0-16,-41 0 0,41-40 0</inkml:trace>
  <inkml:trace contextRef="#ctx0" brushRef="#br0" timeOffset="44623.3548">22631 11068 0,'0'0'0,"-40"41"31,40 39-31,40 120 31,201 41-15,-121-161-1,-79 0-15,159 41 16,-160-81-16,0 0 0,1-40 0,39 80 16</inkml:trace>
  <inkml:trace contextRef="#ctx0" brushRef="#br0" timeOffset="44873.4161">23354 11309 0,'0'0'0,"-41"0"15,1 0 1,0 80 15,0-40-31,-80 161 16,80-161-16,-1 0 0,1 0 15,-80 201 1,120-161-16,0-40 0,-40 0 16</inkml:trace>
  <inkml:trace contextRef="#ctx0" brushRef="#br0" timeOffset="45243.3191">23835 11790 0,'40'0'16,"0"0"-1,0 0 1,1 40-16,-41 41 0,40-81 16,-40 40-16,0 0 15,0 0-15,0 0 0,0 0 0,-40 0 16,40 0-16,-41 1 0,1-1 0,0 0 16,0 0-1,40-80 16,40 40-31,0-40 0,41 40 16,-41-40 0,0 40-16,0 0 0,0 0 15,-40 40-15,40-40 16,-40 40-16,40-40 0,0 0 0,-40 40 0,41-40 16,-1 0-16,0 0 0</inkml:trace>
  <inkml:trace contextRef="#ctx0" brushRef="#br0" timeOffset="45573.3739">25079 11068 0,'0'0'16,"-120"81"0,-41 119 15,121-120-31,40 1 0,-40 39 16,40-80-16,40 120 15,80 41 1,81-81 15,-41-80-15,-119-40-16</inkml:trace>
  <inkml:trace contextRef="#ctx0" brushRef="#br0" timeOffset="45793.3621">25721 11389 0,'0'40'32,"0"81"-17,0-81-15,0 160 16,0 41 0,0-161-1,0 41 1,0-81-1</inkml:trace>
  <inkml:trace contextRef="#ctx0" brushRef="#br0" timeOffset="46203.2649">26443 11429 0,'-40'0'0,"40"41"16,-40-41 0,-120 120-1,119-120-15,-39 120 16,40-120-16,0 40 0,-40-40 16,80 40-16,-40-40 15,-1 0-15,1 0 16,40 40 46,81-40-30,-41 0-32,0 0 15,0 0-15,0 41 0,0-41 0,0 0 0,0 0 16,1 40-1,-1-40-15,0 0 0,0 40 0,0-40 0,-40 40 16,40-40-16,0 0 0,-40 40 16,40-40-16,-40 40 0,41-40 0,-1 0 0,-40 40 15</inkml:trace>
  <inkml:trace contextRef="#ctx0" brushRef="#br0" timeOffset="46493.3209">27045 11149 0,'0'0'16,"80"80"-1,-39 40 1,-1-40 0,-40 1-16,-40 159 15,-1-160-15,1 1 0,-160 119 16,-161 41 0</inkml:trace>
  <inkml:trace contextRef="#ctx0" brushRef="#br0" timeOffset="113369.2984">3892 12071 0,'40'0'31,"-80"0"47,0 0-62,0 0-1,0 0-15,0 0 0,0 40 16,0-40-16,-1 40 16,1-40-16,0 40 0,0 1 0,0-1 0,0 0 15,40 0-15,-40 0 0,-1 0 16,41 0-16,0 0 0,0 0 15,0 0-15,0 1 0,0-1 16,41 0-16,-1 0 16,0 0-16,0 0 0,40 0 15,-40 0-15,1-40 16,-1 0-16,0 0 0,0 0 0,0 40 0,0-40 16,0 0-16,0 0 15</inkml:trace>
  <inkml:trace contextRef="#ctx0" brushRef="#br0" timeOffset="113639.2643">4574 12392 0,'-40'0'0,"40"40"31,0 40-15,0-40-16,0 41 16,0-41-16,0 0 0,0 40 31,0 40-15,0-80-16,0 1 15,-40-41-15</inkml:trace>
  <inkml:trace contextRef="#ctx0" brushRef="#br0" timeOffset="113819.3281">4615 12312 0,'-41'0'16,"82"0"-16,-122 0 0,41 0 15,40-40-15</inkml:trace>
  <inkml:trace contextRef="#ctx0" brushRef="#br0" timeOffset="114209.5563">4815 12512 0,'0'0'16,"80"0"0,81 0-1,-121 40-15,0 0 0,40 1 31,-80-1-31,0 0 0,0 0 16,0 40 0,-120 0-1,80-40 1,0-80 0,40-80-1,0 80-15,40-40 16,0 80-16,40-81 15,1 41 1,-41 0 0,40 40-1</inkml:trace>
  <inkml:trace contextRef="#ctx0" brushRef="#br0" timeOffset="115309.5665">5899 12552 0,'0'0'16,"-41"40"15,1 1-15,40-1-1,-40 0 1,40 0-16,0 0 0,0 0 16,0 0-1,40 0-15,0 0 16,1-40-16,-1 0 16,0 0-16,0 0 0,0-40 0,0 40 15,0-40-15,0 0 0,1 0 16,-41 0-16,0 0 15,40 40-15,-40-40 0,0 0 0,40 40 16,-40-41-16,0 82 47,0 39-31,0-40-1,0 0-15,40 0 0,-40 0 16,40-40-16,0 40 0,0-40 0,-40 40 0,40-40 15,1 0-15,-1 0 16,0 0-16,0 0 0,0 0 0,-40-40 16,40 40-16,-40-40 0,40 0 15,0 0-15,-40 0 0,0 0 0,41 40 16,-41-40-16,40 0 16,-40-1-16,0 1 0,0 0 15,0 0-15,40 40 16,-40 40 15,0 0-15,0 0-16,0 1 15,0-1-15,0 0 16,0 0-16,0 0 0,0 0 16,0 0-1,40-40-15,0 0 0,0 0 0,0 0 16,0-40-16,1 40 0,-1-40 0,0 40 15,-40-40-15,40 0 0,0 40 16,-40-40-16,40 0 0,-40-1 0,40 1 0,-40 0 16,41 40-16,-41-40 15,0 0-15,40 0 0,-40 0 0,0 0 0,40 0 16,-40 0-16,0-1 16,0 1-16,0 0 15,-40 40-15,40-40 16,-40 40-1,40 40 17,0 0 15,0 0 31</inkml:trace>
  <inkml:trace contextRef="#ctx0" brushRef="#br0" timeOffset="116149.5196">5778 12472 0</inkml:trace>
  <inkml:trace contextRef="#ctx0" brushRef="#br0" timeOffset="116379.4495">5778 12472 0,'-40'0'47,"0"0"0,0 0-47,0 0 16,0 0-1,40 40-15,-41-40 0,1 0 16,40 40-16,-40-40 16,40 40-16,0 1 0,-40-1 15,40 0-15,0 0 16,0 0-16,40 0 0,-40 0 16,40-40-16,0 40 15,1-40-15,-1 0 0</inkml:trace>
  <inkml:trace contextRef="#ctx0" brushRef="#br0" timeOffset="117499.3659">6902 12833 0,'0'40'16,"40"-40"-16,-40-40 62,0 0-46,0 0 0,0 0-16,0 0 15,0 0-15,0-1 0,0 1 16,-40 0-16,40 0 16,0 0-16,-40 0 0,40 0 0,0 0 15,0 0-15,0 0 0,-41 40 16,41-41-16,0 1 15,41 40 1,-41-40 0,40 40-16,-40-40 15,-40 40 48,40 40-48,-41-40 1,41 40-16,0 0 0,0 1 16,0-1-1,0 0-15,0 0 0,41 0 0,-41 0 16,40 0-16,-40 0 0,40 0 16,-40 0-16,40-40 0,-40 41 0,40-41 0</inkml:trace>
  <inkml:trace contextRef="#ctx0" brushRef="#br0" timeOffset="118269.3393">7423 12392 0,'41'0'47,"-1"0"-16,-80 0 16,-1 0-47,1 0 16,40 40-16,-40 0 15,40 0-15,-40 0 0,40 0 16,-40 1-16,40-1 16,0 0-16,0 0 0,0 0 15,40 0 1,0-40-1,0 0-15,0-40 16,-40 0-16,41 40 16,-41-40-16,40 40 0,-40-40 0,0 0 15,40-1-15,-40 1 16,0 0-16,0 0 0,0 0 16,0 80 15,0 0-31,0 0 15,0 0 1,0 1-16,0-1 0,0 0 0,40 0 16,-40 0-16,0 0 15,40 0-15,-40 0 0,40 0 0,-40 1 0,40-1 16,0 0 0,1-40-16,-1 40 0,0-40 15,0 0-15,-40-40 0,40 40 16</inkml:trace>
  <inkml:trace contextRef="#ctx0" brushRef="#br0" timeOffset="118629.3203">8025 12592 0,'0'41'16,"40"-41"15,81 80-15,-41 40-1,-80 0 17,-80-79-17,40-41 1,40-121-1,0 41 1,40 40-16,40-40 16,-40 80-16,40-40 31,-39 40-31,-1-41 16,0 41-16,0 0 0</inkml:trace>
  <inkml:trace contextRef="#ctx0" brushRef="#br0" timeOffset="119049.3526">10112 12352 0,'-80'0'16,"160"0"-16,-241 40 15,121-40-15,0 0 0,-40 0 16,40 80 0,-41 81-1,81-81 1,121 80 0,-81-39-1,120-81 1,-39-80-1,-81-1-15</inkml:trace>
  <inkml:trace contextRef="#ctx0" brushRef="#br0" timeOffset="119819.6048">10433 12633 0,'40'0'16,"-80"0"-16,120 0 0,-40 0 16,0 40-1,-40 0-15,40 0 16,-40 0-16,0 0 0,0 0 0,0 0 15,0 0-15,0 1 16,-40-1-16,0 0 0,0 0 0,0-40 16,0 0-16,0 0 0,0 0 15,-1 0-15,1 0 0,0-40 0,40 0 16,0 0 0,0-1-16,0 1 0,0 0 0,0 0 15,0 0-15,40 0 0,0 0 0,-40 0 16,41 40-16,-1 0 0,0-40 15,0 40-15,0 0 0,0-41 0,0 41 16,0 0-16,1 0 16,-1 0-16,0 0 0,0 0 15,0 0 1,0 0-16,0 0 0,1 0 16,-41 41-16,40-41 15,0 40-15,0 0 0,-40 0 16,40-40-16,0 40 0,-40 0 0,40 0 0,-40 0 15,0 0-15,40 1 0,-40-1 16,0 0-16,0 0 0,0 0 16,-40-40-1,0 0 1,40-40-16,-40 0 16,40 0-16,0 0 0,0-1 15,0 1-15,0 0 0,0 0 0,0 0 16,0 0-16,80 0 15,-40 0-15,1 40 16,-1 0-16,0 0 16,0 0-16,0 0 15,0 0 1,0 0-16,0 0 16,1 40-1,-1 0-15,0 0 16,0-40-16,0 40 0,0 0 0,-40 0 0,40-40 15,0 40-15,-40 1 16,41-1-16,-41 0 0,0 0 16,-41-40-1,1 0-15,40-80 16,-40 80 0,40-40-16,0-1 0,0 1 0,40 0 15,-40 0-15,40 40 0,-40-40 0,41 0 0,-41 0 16,80 40-16,-80-40 0,40 40 15,0 0-15,0-40 0,0 40 16,0 0-16,1 0 16,-1 0-16</inkml:trace>
  <inkml:trace contextRef="#ctx0" brushRef="#br0" timeOffset="120119.6514">12560 12913 0,'0'0'16,"80"40"15,-40-40-31,40-80 16,41 0-1,-121 40 1,0 0-16,-81 0 16,41 40-16,-40 0 15,-81 80 1,41 120-1,120-39 17,80-121-32,-40 0 0,81 0 31,-81-40-31,40 0 0,-40 0 0,161-40 16</inkml:trace>
  <inkml:trace contextRef="#ctx0" brushRef="#br0" timeOffset="120319.6406">13282 12512 0,'0'0'15,"-40"0"1,40 40 0,0 0-16,0 121 15,0-81 1,0-40-16,-40 161 15,40-161-15,0 0 0,0 40 32,0-40-32,0 0 0</inkml:trace>
  <inkml:trace contextRef="#ctx0" brushRef="#br0" timeOffset="120839.6098">14004 12953 0,'-80'-40'16,"160"80"-16,-200-80 0,80 40 0,-1 0 0,-39 0 31,40 0-31,0 81 16,40-41-16,0 0 0,0 0 16,80 0-1,-40-40 1,41-120-1,-1 80 17,-40 40-32,0 40 31,0-40-31,0 80 16,0-80-16,1 0 0,-41 40 15,120-40 1,-80-40-16,0-121 31,-40 121-31,0-40 0,0 40 0,0-120 31,0 119-31,0 1 16,-40 80 0,-40 81-1,80-41 1,0 0-16,0 81 15,0-121-15,0 0 0,40 0 32,0 0-32,40-40 15</inkml:trace>
  <inkml:trace contextRef="#ctx0" brushRef="#br0" timeOffset="121129.5937">14365 12793 0,'0'40'16,"40"-40"-16,41 0 31,-41 0-31,120-40 16,-120 40-16,1 0 0,79-40 16,-80 0-16,80 0 15,-79 40-15,-41 40 47,-41 0-47,41 0 16,0 0-16,-40 0 0,40 0 0,0 0 0,0 1 15,0-1-15,0 0 16,-40 0-16,40 0 0,0 0 0,-40-40 0,40 40 16,0 0-16</inkml:trace>
  <inkml:trace contextRef="#ctx0" brushRef="#br0" timeOffset="121299.5846">14967 12352 0,'-40'-40'15,"80"80"-15,-80-120 16,80 80 15</inkml:trace>
  <inkml:trace contextRef="#ctx0" brushRef="#br0" timeOffset="121869.5498">15689 12673 0,'0'40'0,"0"0"16,0 0 0,0 0-16,0 0 15,0 0-15,-40 0 0,40 1 16,-40-41-16,40 40 16,-40-40-16,0 0 0,0 40 0,0-40 15,0 0-15,40-40 31,0 0-31,0-1 0,0 1 16,40 40-16,-40-40 16,40 40-16,-40-40 0,40 40 0,0 0 15,0 0 1,0 0-16,0 0 0,1 0 0,-1 0 16,0 0-1,0 0-15,-40 40 0,40-40 0,0 40 16,-40 0-16,0 1 0,40-41 15,-40 40 1,0 0-16,40-80 31,1 0-15,-1 40 0,0-41-16,0 1 15,0 40-15,0 0 0,-40-40 0,40 40 16,0 0-16,1 0 15,-1 40-15,0 0 0,0 1 0,-40-1 16,40 0-16,-40 0 16,0 0-16,0 0 0,0 0 0,-40 0 15,40 0-15,-40 0 16,-40 1-16,80-1 0,-41-40 0,1 40 16,0-40-1</inkml:trace>
  <inkml:trace contextRef="#ctx0" brushRef="#br0" timeOffset="123529.4532">3451 13756 0,'0'0'16,"40"0"46,0 0-46,0 0-16,0 0 16,1 0-16,-1 0 0,0 0 15,0 0-15,0 0 16,0 0-16,0 0 0,41 0 0,-41 0 16,40 0-16,-40 0 0,40-41 15,-40 41-15,41 0 0,-1 0 0,0 0 0,-40 0 16,41 0-16,-1 0 0,0 0 0,-40 0 0,40 0 15,-39 0-15,39 0 16,-40 0-16,0 0 0,0 0 0,0 0 0,0 0 16,1 0-16,-1 41 0,0-41 15,0 0-15,0 0 0,0 0 0,0 0 0,0 0 16,41 0-16,-41 0 16,0 0-16,40 0 0,-40 0 0,41 0 0,-41 0 15,40 0-15,0 0 0,-40 0 0,41 0 0,-1 0 16,0 40-16,-40-40 0,40 0 15,-39 0-15,39 0 0,0 0 0,-40 0 0,40 0 16,1 0-16,-1 0 16,0 0-16,-40 0 0,41 0 0,-1 0 0,0 0 15,41-40-15,-41 40 0,0 0 16,0 0-16,1 0 0,-1 0 0,0 0 0,0 0 16,1 0-16,-41 0 15,40 0-15,-40 0 0,40 0 0,-40 0 0,41 0 16,-41 0-16,0 0 0,40 0 0,-40 0 0,41 0 15,-41-41-15,40 41 0,0 0 16,0 0-16,1 0 0,-1 0 0,-40 0 0,40 0 16,1 0-16,-1 0 15,0 0-15,0 0 0,1 0 0,-1 0 0,0 0 16,0 0-16,-40 0 0,41 0 16,-1 0-16,0 0 0,-40 0 0,41 0 0,-1 0 15,-40 0-15,40 0 0,0 41 0,1-41 0,-1 0 16,-40 0-16,40 0 15,1 0-15,-1 0 0,-40 0 0,40 0 0,1 0 16,-41 0-16,40 40 0,0-40 16,-40 0-16,41 0 0,-41 0 0,0 0 0,40 0 15,-40 0-15,0 0 16,41 0-16,-41 0 0,40 0 0,-40 0 0,40 0 16,-40 0-16,1 0 0,39 0 15,0 0-15,-40 0 0,40 0 0,-39 0 0,39 0 16,0 0-16,-40 0 0,40 0 0,-39 0 0,39 0 15,-40 0-15,40 0 16,-40 0-16,0 0 0,1 0 0,-1 0 0,0 0 16,0 0-16,0 0 0,0 0 15,0 0-15,0 0 0,1 0 0,-1 0 0,0 0 16,0 0-16,40-40 16,-40 40-16,0 0 0,1 0 0,-1 0 0,0 0 15,0 0-15,0 0 0,0 0 0,0 0 0,0 0 16,1 0-16,-1 0 15,0 0-15,0 0 0,0 0 0,0 40 0,0-40 16,0 0-16,1 0 16,-1 0-16,40 0 0,-40 40 0,40-40 0,-39 0 15,39 0-15,-40 0 0,40 0 16,-40 0-16,0 40 0,1-40 0,-1 0 0,0 0 16,40 0-16,-40 0 15,0 0-15,0 0 0,1 0 0,-1 0 0,0 0 16,0 0-16,0 0 0,40 0 0,-40 0 0,1 0 15,-1 0-15,40 0 0,-40 0 16,0 0-16,40 0 0,-39 0 0,39 0 0,-40 0 16,0 0-16,40 0 15,-40 0-15,41 0 0,-1 0 0,-40 0 0,0 0 16,40 0-16,1 0 0,-41 0 16,40 0-16,-40 0 0,0 40 0,0-40 0,1 0 15,-1 0-15,0 0 0,0 0 0</inkml:trace>
  <inkml:trace contextRef="#ctx0" brushRef="#br0" timeOffset="124889.3868">9670 14558 0,'0'0'0,"0"-40"16,0-1 0,0 1-1,41 40-15,-1-40 0,0 40 0,0 0 16,0 0-16,0-40 15,0 40-15,0 0 0,1 0 0,-1 0 0,0 0 16,0 0-16,0 0 0,-40 40 16,40-40-16,-40 40 0,0 41 15,0-41 1,-40-40-16,40 40 0,-80 0 0,40-40 0,40 40 16,-40 0-16,-1-40 0,1 40 15,40 0-15,-40-40 0,40-40 16,80 0-1,-39 0 1,-1 40-16,0-40 0,0 0 0,0 0 16,0 40-16,0-40 15,0-1-15,1 41 0,-1-40 0,0 0 0,0 40 16,-40-40-16,40 40 16,0 0-16,-40-40 0,40 40 0,-40-40 15,40 40-15,-120 40 31,80 0-31,-40 40 0,-40-40 16,80 1 0,0-1-16,0 0 0,-40-40 0,40 40 0,0 0 15,0 0-15,0 0 0,0 0 16,0 0-16,0 0 0,40-40 0,-40 41 0,0-1 16,40-40-16,0 40 15,0-40-15,0 0 0,0 0 16,1 0-16</inkml:trace>
  <inkml:trace contextRef="#ctx0" brushRef="#br0" timeOffset="125089.4292">11115 14718 0,'0'40'16,"0"-80"-16,-80 120 16,40-40-16,0 0 0,40 1 15,0-1-15,0 0 16,0 0-16,0 120 15,0 1 17,0-121-32,40 0 15</inkml:trace>
  <inkml:trace contextRef="#ctx0" brushRef="#br0" timeOffset="125389.4118">11637 14558 0,'-40'0'0,"80"0"0,-121 0 16,41 0-16,0 0 15,0 0-15,0 80 32,0-80-32,40 40 0,0 0 0,-40 40 15,40-40-15,0 81 16,0-81-16,40 0 0,0 40 31,-40-40-31,80 0 16,-40-40-16</inkml:trace>
  <inkml:trace contextRef="#ctx0" brushRef="#br0" timeOffset="125769.3903">11918 14598 0,'0'0'16,"40"0"-16,-40 40 15,40 40 1,0 0-1,0 81 1,-40-81 0,0-40-1,0-80 1,80-80 15,1 39-31,39-39 16,-120 80-16,40 40 31,0 80-31,-40-40 0,0 40 16,0 81-1,0-121-15,0 0 0,0 0 16,0 0 0,-40-40-1,40-40-15</inkml:trace>
  <inkml:trace contextRef="#ctx0" brushRef="#br0" timeOffset="125949.38">13041 14598 0,'-40'40'16,"0"40"0,40-40-1,0 0-15,0 0 0,0 0 0,0 1 0,0-1 16,0 0-16,0 0 0,0 0 0,0 0 0,-40 0 15,40 0-15,-40-40 0,40 40 16,-41 1-16,41-1 0,-40-40 0,0 40 16</inkml:trace>
  <inkml:trace contextRef="#ctx0" brushRef="#br0" timeOffset="126319.3581">13884 14718 0,'0'0'0,"0"40"15,-40 0 1,-1 0 0,1 0-1,0-40-15,40 41 0,-120 39 16,80-80-16,0 0 0,40 40 31,40-80-15,0 40-1,80-40 1,-80 40 0,-40 40-16,81 0 0,-81 0 0,40 80 15,0-39 1,-40-41-16,0 0 15,0 0-15,80 0 16,0-40-16</inkml:trace>
  <inkml:trace contextRef="#ctx0" brushRef="#br0" timeOffset="126569.2763">14084 15039 0,'0'0'0,"-200"40"31,160-40-31,120-40 31,201 40-15,-201 0-16,161 0 16,-201 40-16,40-40 0,121 0 15,-161 0-15,80 40 16,-39-40-16,119 0 15,-120 0 1,-39 0-16,119 0 16</inkml:trace>
  <inkml:trace contextRef="#ctx0" brushRef="#br0" timeOffset="126849.3276">15208 14798 0,'-40'-40'16,"80"80"-16,-80-40 31,40 40-15,40-40 0,-40 40-16,40 1 0,0-1 0,0 0 15,0-40-15,-40 40 0,41 0 0,-1-40 0,-40 40 16,40 0-16,0 0 15,-40 0-15,0 1 0,0-1 0,-40 0 16,-40 0 0,39-40-16,1 40 0,0-40 15,0 0-15,0 0 0,0 0 16,40-40-16</inkml:trace>
  <inkml:trace contextRef="#ctx0" brushRef="#br0" timeOffset="127109.2388">16010 14919 0,'0'0'0,"41"0"15,79 40 1,81 120-1,-1 1 17,-120-121-32,1 40 31</inkml:trace>
  <inkml:trace contextRef="#ctx0" brushRef="#br0" timeOffset="127339.2986">16733 14638 0,'-81'-40'16,"162"80"-16,-242 0 16,161 0-16,-40 0 15,40 0-15,-80 121 16,40-81-16,40-40 0,-40 0 15,-41 80-15,41-79 0,-120 119 32,120-160-32,40 40 0,-41-40 0</inkml:trace>
  <inkml:trace contextRef="#ctx0" brushRef="#br0" timeOffset="127619.2827">17214 15239 0,'-40'0'0,"0"0"31,0 0-31,40 41 0,0-1 16,0 0-16,-40 0 16,40 0-16,-40 0 0,40 0 0,0 0 15,0 0-15,0 0 16,0 1-16,0-1 0,-41-40 0,41 40 0,0 0 16</inkml:trace>
  <inkml:trace contextRef="#ctx0" brushRef="#br0" timeOffset="127919.2648">17856 14477 0,'-80'0'15,"40"41"-15,-40-1 32,80 40-32,-41 0 0,1-40 0,-40 241 31,40 40-15,80-201-1,0 0-15,161-80 16,-1-80-1</inkml:trace>
  <inkml:trace contextRef="#ctx0" brushRef="#br0" timeOffset="128109.1838">18177 14798 0,'0'0'0,"-80"121"16,0 79-1,80-120 1,40 121 0,0-81 15,0-80-31</inkml:trace>
  <inkml:trace contextRef="#ctx0" brushRef="#br0" timeOffset="128439.1637">18699 14999 0,'-80'-40'16,"160"80"-16,-281-80 16,161 40-1,0 40-15,0 0 0,0-40 16,0 40-16,0-40 0,40 40 15,-41 0-15,1-40 0,0 40 0,0-40 0,0 40 16,0-40 0,80 0 15,0 0-31,40 0 0,-40 0 16,1 0-16,-1 0 0,0 41 15,0-41-15,0 40 16,0-40-16,0 40 0,0-40 0,1 40 0,-1-40 15,0 40-15,0-40 0,0 0 16,0 40-16,0-40 0,0 0 16</inkml:trace>
  <inkml:trace contextRef="#ctx0" brushRef="#br0" timeOffset="128659.1607">19301 14758 0,'0'0'16,"0"40"0,40 161 15,0 80-15,-40-81-1,-281 1 1,81-121-16</inkml:trace>
  <inkml:trace contextRef="#ctx0" brushRef="#br0" timeOffset="129629.5236">21387 14678 0,'0'0'0,"-40"40"16,0-40-16,80 0 31,40 0-31,-39 0 15,-1 0-15,0 0 0,0 80 0,0-40 16,-40 0 0,0 1-16,0-1 0,0 0 0,0 0 15,0 0-15,-40 0 0,0 0 16,0 0-16,0 0 16,-1-40-16,1 0 15,40-40 1,40 0-16,1 0 15,-41 0-15,80 0 0,-40 40 16,0-40-16,0 0 0,0 0 0,0 40 0,1-41 16,-1 41-16,0-40 15,0 40-15,-40-40 0,40 40 0,0-40 0,0 40 16,-40-40 0,-40 80 15,0 0-16,40 0-15,0 0 0,-40 1 0,40-1 16,-40 0-16,40 0 0,-40 0 16,40 0-16,0 0 0,0 0 0,0 0 15,0 1-15,0-1 16,0 0-16,40-40 0,-40 40 0,40-40 16,0 0-1,0 0-15</inkml:trace>
  <inkml:trace contextRef="#ctx0" brushRef="#br0" timeOffset="129909.5063">22150 15119 0,'0'0'0,"40"0"15,0 0 17,0 80-32,0-80 15,-40 81-15,0-41 0,0 0 0,0 0 16,-40-40-16,40 40 15,-40-40-15,40 40 0,-80-40 0,80 40 0,-40-40 16,40-40 15,40 40-31,0-40 16,0 40-16,0 0 0,0 0 0,0 0 16,-40-40-16,41 40 15,-1 0-15,0 0 0,0 0 0,0 0 16,0 0-16,0 0 0,0 0 0,1 0 0,-1 0 15,0 0-15</inkml:trace>
  <inkml:trace contextRef="#ctx0" brushRef="#br0" timeOffset="130149.5665">23153 14678 0,'-120'0'31,"120"40"-31,-41-40 0,1 120 16,0-120-16,-40 201 16,40-161-16,40 0 0,0 80 31,0-79-31,40 119 16,0-160-16,-40 40 0,80 0 15,1-40-15,-41 0 0,40 0 16</inkml:trace>
  <inkml:trace contextRef="#ctx0" brushRef="#br0" timeOffset="130469.5473">23474 14959 0,'0'-40'0,"0"80"0,40-80 32,-40 80-32,0 0 15,0 0-15,0 0 0,0 0 16,0 0-16,0 0 0,0 0 15,0 1-15,0-1 0,0 0 0,0 0 32,40-80-17,0 0 1,0-41-16,1 81 0,-41-40 16,40 40-16,0 0 15,-40-40-15,40 40 0,0 0 16,-40 40-16,40 0 15,-40 41-15,0-41 16,0 0-16,0 0 16,0 0-1,0-120 1</inkml:trace>
  <inkml:trace contextRef="#ctx0" brushRef="#br0" timeOffset="130669.4908">24397 14878 0,'0'0'16,"0"41"0,-40-41-16,40 120 31,0-80-31,0 0 0,0 80 16,0-79-16,-40 39 15,40-40-15,-41 0 0,41 0 0,-120 120 16,80-160-16,0 41 0,-40-41 31</inkml:trace>
  <inkml:trace contextRef="#ctx0" brushRef="#br0" timeOffset="131039.5139">25480 14878 0,'-40'41'16,"40"-1"0,-40 40 15,-40-40-31,40 0 0,-121 40 31,121-80-31,0 0 0,0 40 0,0-40 16,-1 0 15,122 0-31,-1 41 31,-80-1-31,120 80 16,-120-80-16,40-40 0,1 40 16,79 161-1,-40-161 1,-40-40-16</inkml:trace>
  <inkml:trace contextRef="#ctx0" brushRef="#br0" timeOffset="131319.4985">25400 15320 0,'0'0'15,"-40"40"1,80-40-16,201 40 31,-161 0-31,81-40 0,-81 0 0,241 0 31,40 40-15,-201-40 0,-79 0-16,119 0 15,-160 0-15,1 0 16,-41-40-1,-41 40 1,41-40 0</inkml:trace>
  <inkml:trace contextRef="#ctx0" brushRef="#br0" timeOffset="131609.4093">26885 15119 0,'-40'0'31,"80"0"-31,0 0 16,160 80 0,-159-40-16,39 1 15,-40-1-15,40 80 16,-40-40-1,-80-40 1,40 0-16,-160 0 16,120 1-16,-1-41 0,-79 0 31,80 40-31,-40-40 16,80-40-16</inkml:trace>
  <inkml:trace contextRef="#ctx0" brushRef="#br0" timeOffset="131969.4617">27968 15079 0,'-40'0'16,"80"0"-16,-160 0 16,200 40-16,-80 0 15,160 121 1,-119-121-16,119 160 15,-120-160-15,0 41 0,-40-41 16,201 120 0,-161-120-1,0 0-15</inkml:trace>
  <inkml:trace contextRef="#ctx0" brushRef="#br0" timeOffset="132199.3756">28650 15239 0,'0'41'0,"0"-82"0,-40-79 16,0 120-16,0 0 31,-40 80-15,80-40-16,-41 41 15,41-41-15,-80 160 16,0 1-1,80-121 1,-40-40-16,0 80 16</inkml:trace>
  <inkml:trace contextRef="#ctx0" brushRef="#br0" timeOffset="132509.3585">28811 15761 0,'0'0'16,"40"0"-16,0 0 0,0 0 0,40 0 31,-39 40-31,-1-40 0,-40 80 31,0-40-31,-40 0 0,-41 0 16,41 1-16,-80-1 31,200-40-15,81 0-1,-81 0 1,-40 0-16,40 0 16,-40 40-16,0-40 0,1 0 0,119 0 15,-120 0-15,0 0 0</inkml:trace>
  <inkml:trace contextRef="#ctx0" brushRef="#br0" timeOffset="132779.3578">29894 14999 0,'-40'0'16,"80"0"-16,-160 0 0,80 80 0,-41-80 31,81 40-31,-40 40 0,0-40 0,0 161 31,40-161-31,40 161 16,40-41 0,81-80-1,-121-80 1</inkml:trace>
  <inkml:trace contextRef="#ctx0" brushRef="#br0" timeOffset="132979.3318">30416 15280 0,'0'0'15,"-40"0"-15,-41 80 16,81-40-16,0 0 0,-40 0 15,40 0-15,0 40 16,0-40-16,0 81 16,0-41-1,0-40-15,0 40 16</inkml:trace>
  <inkml:trace contextRef="#ctx0" brushRef="#br0" timeOffset="133319.3837">30857 15199 0,'-40'40'16,"0"1"0,40-1-1,-120 40 1,79-80-16,1 40 0,-80 40 31,80-80-31,0 40 16,0-40-16,80 0 31,0 0-15,-40 40-16,40-40 0,0 0 0,0 40 15,0 1-15,0-1 0,1 0 16,-1 0-16,0 0 15,-40 0-15,40-40 0,-40 40 0,40-40 16,0 40 0,0-40-16,0 0 0,1 0 0</inkml:trace>
  <inkml:trace contextRef="#ctx0" brushRef="#br0" timeOffset="133529.3143">31499 15039 0,'0'40'16,"0"40"-16,0-40 0,-40 121 16,40-81-16,-160 201 15,119-201-15,1 0 0,-160 121 16</inkml:trace>
  <inkml:trace contextRef="#ctx0" brushRef="#br0" timeOffset="142923.1532">6179 16202 0,'0'0'0,"0"-40"31,41 40-16,-41-40-15,40 40 16,-40-40-16,40 40 0,0-40 0,0 40 0,0 0 16,0 0-16,0 0 15,1 0-15,-1 0 0,40 0 0,0 40 16,-40-40-16,-40 40 0,40 0 0,1-40 16,-1 40-16,-40 0 15,40 40-15,-40-40 0,0 0 0,0 1 0,0-1 0,0 0 16,0 0-16,0 0 15,0 0-15,0 0 0,0 0 0,-40 0 0,40 1 16,-40-1-16,40 0 16,-41-40-16,41 40 0,-40-40 31,40-80-31,0 40 16,0-1-16,0 1 0,0 0 0,0 0 15,0 0-15,40 0 0,-40 0 16,41 0-16,-41 0 0,40-41 0,0 41 0,0 0 15,0 0-15,-40 0 16,40 0-16,0 40 0,0-40 0,-40 0 0,41 40 16,-1-40-16,0 40 0,0 0 15,-40-41-15,40 41 0,0 0 0,0 0 0,1-40 16,-1 40-16,0 0 0,0 0 0,0 0 16,0 0-1,0 0-15,0 0 31,-40 40-31</inkml:trace>
  <inkml:trace contextRef="#ctx0" brushRef="#br0" timeOffset="143513.1501">7464 16643 0,'0'0'15,"0"40"-15,40-40 32,0 0-17,40 40-15,-40 41 0,-40-41 16,0 0-1,40 0-15,-40 0 0,0 0 0,0 0 0,0 0 16,0 0-16,0 0 0,-40-40 16,40 41-16,-40-1 0,0 0 0,0-40 15,0 0 1,40 40-16,-40-40 0,40-80 16,0 40-16,40-1 15,-40 1 1,40 40-16,-40-40 0,40 0 0,0 40 0,0-40 15,0 0-15,0 40 16,-40-40-16,41 40 0,-1-40 0,0 40 16,-40-40-16,40 40 0,0 0 15,-40-40-15,40 40 0,0 0 16,-40-41-16,-40 41 47,40 41-32,-40-41-15,40 40 0,-40 0 0,40 0 0,-40-40 16,40 40-16,-40 0 0,40 0 16,-40 0-16,40 0 0,0 0 0,0 1 15,0-1-15,0 0 16,40 0-16,0-40 16,0 40-16,0-40 0,0 0 15,0 0-15,0 0 0,1-40 16</inkml:trace>
  <inkml:trace contextRef="#ctx0" brushRef="#br0" timeOffset="146853.0821">9791 16362 0,'0'-40'31,"40"40"0,-40-40-31,-40 40 47,40 40-31,0 0-16,-40 0 16,0 1-16,40-1 0,-41 0 15,41 0 1,0 0-16,0 0 0,-40 0 0,40 0 0,0 0 15,0 1-15,0-1 0,0 0 16,0 40-16,0-40 0,0 0 0,40 0 16,-40 0-16,41 0 15,-41 1-15,40-41 0,0 0 0,0 0 16,0 0-16,0 0 0,0 0 0</inkml:trace>
  <inkml:trace contextRef="#ctx0" brushRef="#br0" timeOffset="147282.9867">10192 17164 0,'40'0'16,"0"-40"-1,0 0-15,1 0 16,-41 0-16,40 40 0,-40-40 15,40 0 1,-40 0-16,0 0 0,40 0 0,-40-1 16,0 1-16,0 0 15,0 0-15,0 0 0,0 0 0,0 0 16,0 0-16,0 0 0,0-1 31,0 82 16,0-1-31,-40 0-16,40 0 0,-40 0 15,40 0-15,0 0 0,0 0 16,0 0-16,0 41 0,0-41 0,0 0 0,0 0 16,40 0-16,-40 0 0,40 0 15,-40 0-15,40-40 16,0 0-16,-40 40 0,40-40 0,0 0 15</inkml:trace>
  <inkml:trace contextRef="#ctx0" brushRef="#br0" timeOffset="147603.004">11316 16523 0,'-40'-40'15,"40"80"17,40 0-17,-40 0-15,40 0 16,-40 0-16,40 0 0,-40 41 0,0-41 0,0 40 15,0-40-15,0 0 0,0 0 16,0 0-16,-40 40 0,40-39 0,-80-41 16,80 40-16,-41 0 0,1-40 15,0 40-15,0-40 0,0 0 0,0 0 16,40-40-16</inkml:trace>
  <inkml:trace contextRef="#ctx0" brushRef="#br0" timeOffset="148133.0077">12479 16804 0,'0'40'31,"0"0"-15,-40-40-16,40 40 16,-40-40-16,0 40 15,0-40-15,40 40 0,-40-40 16,0 0-16,-1 0 15,1 0-15,40 40 0,-40-40 0,0 0 0,0 0 16,0 0 0,0 0-16,80 0 62,-40 40-62,40-40 16,-40 40-16,40-40 0,0 40 0,0 1 0,0-41 15,-40 40-15,41-40 16,-1 40-16,0 0 0,0 0 0,0 0 16,0 0-16,0 0 0,0 0 15,1 1-15,-1-1 0,0 0 16,0 0-16,0-40 0,0 0 31</inkml:trace>
  <inkml:trace contextRef="#ctx0" brushRef="#br0" timeOffset="148822.8968">12640 17205 0,'-40'0'31,"80"0"-31,-120 0 16,39 0-1,82 40 48,-1-40-48,0 0 1,0 0-16,0 0 16,0 0-16,0 0 0,41 0 0,-41 0 0,40 0 15,-40 0-15,40 0 0,1 0 0,-41 0 0,40 0 16,0 0-16,0 40 16,1-40-16,-1 0 0,40 0 0,-39 40 0,-1-40 15,40 0-15,-40 0 0,41 40 16,-41-40-16,0 0 0,41 40 0,-41-40 0,0 0 15,41 0-15,-41 40 16,0-40-16,0 0 0,1 0 0,-41 0 0,40 0 16,-40 0-16,0 0 0,0 0 15,1 0-15,-1 0 0,0 0 16,0 0-16,0 0 0,0 0 0,0 0 16,0 0-1,1 0-15,-1 0 0,0 0 31,-40-40-31,0 0 172</inkml:trace>
  <inkml:trace contextRef="#ctx0" brushRef="#br0" timeOffset="149182.7328">15529 17004 0,'-40'0'16,"0"0"-16,40 40 47,40-40-47,0 40 15,0-40 1,0 40-16,0 0 0,0 1 0,1-41 16,-1 40-16,0-40 0,0 40 15,0 0-15,0-40 0,0 40 0,0 0 16,1 0-16,-41 0 0,40 0 16,-40 1-16,0-1 15,0 0-15,-81 0 0,81 0 16,-40-40-16,0 0 0,40 40 15,-40-40-15,0 0 0,0 0 0,0 40 0,-41-40 16,41 0-16,0 0 16,-40 0-16,40 0 0</inkml:trace>
  <inkml:trace contextRef="#ctx0" brushRef="#br0" timeOffset="150382.6635">17134 16683 0,'0'0'0,"-40"0"15,0 0 1,40 40 15,0 0-15,0 1-16,0-1 15,0 0-15,0 0 0,40 0 0,-40 0 0,0 0 16,0 0-16,0 0 0,0 0 0,0 1 16,0-1-16,0 0 0,0 0 15,-40 0-15</inkml:trace>
  <inkml:trace contextRef="#ctx0" brushRef="#br0" timeOffset="150692.6463">16532 17726 0,'-40'0'15,"80"0"-15,-40 0 16,80-40 15,41 40-31,240-40 16,-241 40 0,201-40-1,-160 40 16,-121 0-15</inkml:trace>
  <inkml:trace contextRef="#ctx0" brushRef="#br0" timeOffset="150982.633">16813 18087 0,'0'0'0,"-40"0"16,40 40 46,0 40-62,0-40 16,0 0-16,0 1 0,0-1 16,0 0-16,0 0 0,0 0 15,0 0-15</inkml:trace>
  <inkml:trace contextRef="#ctx0" brushRef="#br0" timeOffset="151482.621">16773 18087 0,'40'0'62,"-40"40"-62,40-40 0,-40 40 0,40-40 0,0 0 16,-40 40-16,40-40 16,1 40-16,-1 0 0,0 1 15,0-41-15,-40 40 0,40 0 0,0-40 0,-40 40 16,40-40-16,0 0 0,-40 40 16,41-40-16,-1 40 0,0-40 31,0 0-16,-40-40 1,0 0-16,0 0 0,40 0 16,-40 0-1,0-1-15,40 1 0,-40 0 16,0 0-16,40 40 0,-40-40 0,0 0 0,40 0 16,-40 0-16,0 0 15,0 80 48,0 0-48</inkml:trace>
  <inkml:trace contextRef="#ctx0" brushRef="#br0" timeOffset="156212.6166">18258 16964 0,'0'40'0,"0"-80"78,0 0-31,0 80 141,0 0-173,0 0-15,0 0 0,0 0 16,0 0 0,0 1-16,0-1 0,0 0 0,0 0 15,-41 0-15,41 0 0,0 0 16,0 0-16,-40-40 0,40 40 15,0 1 1,0-82 31,0 1-31,0 0-1,0 0-15,0 0 0,0 0 16,0 0-16,0 0 15,0 0-15,0-1 0,0 1 0,40 40 0,-40-40 16,0 0-16,41 0 16,-41 0-16,0 0 0,40 0 0,-40 0 15,40 40-15,-40-40 0,40 40 16,-40-41-16,40 41 16,0 41 30,-40-1-30,0 0-16,0 0 0,40-40 0,-40 40 16,0 0-1,0 0-15,0 0 0,-80-40 16,80 40-16,0 0 0,-40-40 0,40 41 16,-40-41-16,0 0 15,40 40-15,-40-40 0,-1 0 16,1 0-1,40 40-15,-40-40 16,0 0 0,40-40 46,40 40-62,-40-40 16,40 40-16,0 0 31,1 0 0,-41 40-31,40-40 0,0 40 16,0 0-16,0 0 0,0 0 16,-40 0-1,40 0-15,0 0 0,-40 1 0,41-41 16,-41 40-16,40 0 15,-40 0-15,40-40 16,-40 40-16</inkml:trace>
  <inkml:trace contextRef="#ctx0" brushRef="#br0" timeOffset="157952.5887">20545 17205 0,'0'0'0,"0"-41"63,-40 82-32,40-1-31,-41-40 16,41 40-16,-40 0 15,40 0-15,-40 0 0,40 0 0,0 0 16,-40 41-16,40-41 0,0 0 0,0 0 0,0 0 16,0 0-16,0 0 0,0 0 15,40 0-15,0 0 0,-40 1 0,40-41 16,-40 40-16,41-40 15,-1 40-15,0 0 0,0-40 16,0 0-16,0 0 16,0 0-16,-40-40 15</inkml:trace>
  <inkml:trace contextRef="#ctx0" brushRef="#br0" timeOffset="158152.5773">20946 17606 0,'40'0'0,"-80"0"0,80-40 15,-80 40 1,40 40 0,0 0-1,0 0-15,0 0 0,0 0 16,0 0-16,0 0 0,0 0 0,0 0 0,0 1 16,0-1-1,0 0-15,0 0 0,0 0 0,0 0 16</inkml:trace>
  <inkml:trace contextRef="#ctx0" brushRef="#br0" timeOffset="158552.5538">21508 17686 0,'0'0'15,"-40"0"-15,-1-40 16,1 40-1,0 0 1,0 0-16,0 0 0,0 0 16,0 40-1,0-40-15,-1 0 0,1 40 0,0-40 0,0 40 16,0-40-16,0 0 0,0 0 0,0 40 0,-1-40 16,1 40-16,0-40 0,0 0 15,80 0 16,40 0-31,-39 0 16,-1 0-16,0 0 16,0 0-16,0 0 0,0 0 0,0 0 0,0 0 15,1 40-15,-1-40 0,0 40 0,0 1 16,0-1-16,40 0 16,-40-40-16,1 40 0,-41 0 0,40-40 0,0 40 15,0 0-15,0-40 16,-40 40-16,40-40 0,0 0 31</inkml:trace>
  <inkml:trace contextRef="#ctx0" brushRef="#br0" timeOffset="158832.5378">22070 17566 0,'0'0'0,"-41"0"16,82 0 0,-1 40-1,40 80 1,-80-80-16,40 40 16,-40 121-1,-40-81 1,-161 0-1,1-39 1,159-81 0,1 0-1</inkml:trace>
  <inkml:trace contextRef="#ctx0" brushRef="#br0" timeOffset="159202.5751">22872 18007 0,'-40'0'31,"80"0"-31,-200 0 16,160-40-1,40 40 1,0 0-16,0-41 0,0 41 16,0 0-16,0 0 15,0 0-15,41 0 0,-41 0 0,0 0 0,0-40 16,0 40-16,0 0 0,0 0 15,1 0-15,-1 0 0,0 0 0,0 0 16,-40 40 0,0 1-1</inkml:trace>
  <inkml:trace contextRef="#ctx0" brushRef="#br0" timeOffset="159522.5556">23153 18328 0,'-40'0'0,"80"0"0,-160 40 16,79-40-16,1 0 15,0 0-15,120 0 16,41 0 15,120 0-15,-41 0-1,-160 0 17,-80 0 15,40 40-47,-40-40 0,0 0 15</inkml:trace>
  <inkml:trace contextRef="#ctx0" brushRef="#br0" timeOffset="179091.2109">7985 17285 0,'-40'0'0,"40"40"31,0 0 63,0 0-94,0 0 16,0 0-16,0 0 0,0 1 15,0-1 1,0 0-16,0 0 16,-40-40-1</inkml:trace>
  <inkml:trace contextRef="#ctx0" brushRef="#br0" timeOffset="179821.5887">8346 17044 0,'-40'0'31,"80"0"-31,-40 0 16,40 0 15,1-40 0,-1 40-15,0 0-1,0 0-15,0 0 16,-40 80 0,0-40-16,0 0 15,0 1-15,-40-1 0,40 0 0,-40-40 16,40 40-16,-40 0 16,0-40-16,40 40 0,-41-40 15,41-40 16,41 40-31,-41-40 16,40 40-16,-40-40 0,40 40 0,-40-40 0,40 40 16,-40-40-16,40-1 0,0 1 15,0 0-15,-40 0 16,40 40-16,-40-40 0,0 0 16,41 0-1,-41 0-15,-41 80 63,41 40-48,0-40-15,-40 0 0,40 0 16,0 0-16,-40 1 0,40-1 16,0 0-16,0 0 15,0 0 1,0 0-16,40-40 31</inkml:trace>
  <inkml:trace contextRef="#ctx0" brushRef="#br0" timeOffset="180291.5772">8908 17365 0,'40'0'16,"-40"40"47,0 0-63,0 0 15,0 0-15,-40 1 16,40-1-16,0 0 15,0 0 1,-40-40-16,40 40 0,40-40 16,0 0-1,0 0 1,0-40-16,1 40 0,-1 0 0,0 0 16,0-40-1,0 40 1,-40 40 15,40-40 32,-40-40-17,0 0-30</inkml:trace>
  <inkml:trace contextRef="#ctx0" brushRef="#br0" timeOffset="182791.4144">19020 17806 0,'0'0'0,"0"40"15,-40-40 16,40-40 110,-40 40-141,40-40 94,0 0-63,40 40 0,-40 40-15,40-40-16,0 0 16,0 0-16,-40 40 0,0 0 31,0 0 188,0 0-204,0 1 1,-40-41-16,0 40 15,40 0-15,-40-40 16,40 40-16,-40-40 0,40 40 16,-40-40-1,-1 0 32,41-40 0,41 40-47,-41-40 0,40 40 16,-40-40-16,40 40 0,0-40 15,0 40-15,0-41 0,0 41 16,-40-40-16,40 40 16,-40-40-16,41 40 0,-1-40 15,0 40 1,-40-40-16,0 80 125,-40-40-125,40 40 15,-40-40-15,40 40 0,-41 0 16,41 1-16,-40-41 0,40 40 16,0 0-1,0 0-15,0 0 16,40-40 0,-40 40-16,41-40 15,-1 0 1,0 0-16</inkml:trace>
  <inkml:trace contextRef="#ctx0" brushRef="#br0" timeOffset="183021.4393">19501 18167 0,'0'0'16,"-40"40"-1,0 40 1,40-39 0,-40-41-16,40 80 15,0-40-15,-40-40 0,40 40 32</inkml:trace>
  <inkml:trace contextRef="#ctx0" brushRef="#br0" timeOffset="183561.4428">19582 17967 0,'40'0'31,"0"0"-15,0 0-16,0 40 16,-40 0-1,0 0-15,0 0 16,0 0-16,-40 0 0,40 0 15,-40 0-15,40 1 16,-40-41-16,40-41 47,40 41-47,-40-40 0,40 40 0,0 0 16,-40-40-16,40 40 0,-40-40 15,40 0-15,1 0 0,-1 0 16,-80 80 31,40 0-32,-41 0-15,1 0 16,40 0 0,0 0-16,0 1 0,-40-41 15,40 40-15,0 0 16,0 0-16,40-40 0,0 0 31,1 0-31,-1 0 0</inkml:trace>
  <inkml:trace contextRef="#ctx0" brushRef="#br0" timeOffset="183941.3698">20103 18368 0,'81'0'31,"-162"0"-31,202 0 16,-121 40-1,0 0 1,0 40 0,0-40-1,40-40 17,40 0-17,-80-40 1,40 40-16,0 0 0,0 0 0,1 0 15,-1 0-15,0 0 16,-80 0 109,40-40-109,-40 40-16</inkml:trace>
  <inkml:trace contextRef="#ctx0" brushRef="#br0" timeOffset="185961.3902">24357 17566 0,'0'0'0,"0"40"16,40-40 515,0 40-531,0 0 16,-40 0-16,40-40 0,0 40 0,0 0 15,1 0-15,-1 0 16,0-40-16,-40 40 0,40 1 0,0-41 16,-40 40-16,40 0 0,0 0 15,0 0-15,-40 0 0,41-40 0,-41 40 16,40 0-16,0-40 15,-40 40-15,40-40 0,0 41 0,0-41 16,0 0-16,0 0 16,-40-41-1</inkml:trace>
  <inkml:trace contextRef="#ctx0" brushRef="#br0" timeOffset="186321.3692">25199 17686 0,'0'-40'0,"0"0"16,0 0-1,-40 80 32,40 0-47,-80 0 0,80 0 16,-40 0-16,0 0 0,0 0 16,-1 0-16,1 0 0,0 1 0,0 39 0,0-40 15,40 0-15,-40 0 16,0 0-16,0 0 0,-1 0 0,1 1 15,0-1-15,40 0 16,-40-40-16</inkml:trace>
  <inkml:trace contextRef="#ctx0" brushRef="#br0" timeOffset="186691.2749">25721 18207 0,'-40'0'0,"0"0"31,40 40-15,-40 0-16,40 1 16,0-1-16,0 0 15,-40 0-15,40 0 0,0 0 16,0 0-1,0 0-15,0 0 0,0 0 16,0 1 0</inkml:trace>
  <inkml:trace contextRef="#ctx0" brushRef="#br0" timeOffset="187071.256">26363 17325 0,'0'0'15,"-40"0"1,40 40-16,-80 80 31,-41 81-15,81 39 0,0-159-1,80 119 1,161-79 15,-161-121-31,120 40 16,-119-40-16,-1 0 0,-40-40 0</inkml:trace>
  <inkml:trace contextRef="#ctx0" brushRef="#br0" timeOffset="187321.3112">26885 17686 0,'0'0'0,"-40"0"0,-1-40 31,41 80-15,41 40 0,-1 0-1,-40 161 1,0-161-1,0-40-15,40 81 16,-40-81-16,0 0 16</inkml:trace>
  <inkml:trace contextRef="#ctx0" brushRef="#br0" timeOffset="187691.2187">27487 17726 0,'-41'0'0,"82"0"0,-162 0 31,121 40-31,-120-40 16,40 120 0,-1-80-1,-39 41 1,40-41 15,40-40-15,80 0-1,0 0 1,40 80 15,-80-40-31,120 0 16,-79-40-16,-1 40 0,40-40 15,80 40 1,-119-40-16</inkml:trace>
  <inkml:trace contextRef="#ctx0" brushRef="#br0" timeOffset="188031.1968">28008 17525 0,'-40'0'16,"0"0"-16,0 0 31,120 41 0,-80-1-31,40 0 16,0 0-16,-40 0 0,40 0 0,-40 0 16,0 0-16,0 0 15,0 0-15,0 1 0,0-1 0,0 0 0,0 0 0,-40 0 16,40 0-16,-40 0 16,40 0-16,-40 0 0,0 1 0,0-41 15,40 40-15,-40-40 0,0 0 16,40 40-16,-41-40 0</inkml:trace>
  <inkml:trace contextRef="#ctx0" brushRef="#br0" timeOffset="188581.2379">29373 17726 0,'-41'0'31,"82"0"0,-41 40-15,40 0-1,0 0-15,-40 0 0,40-40 0,-40 40 0,40-40 16,-40 41-16,40-41 16,-40 40-16,40 0 0,0 0 0,1 0 15,-1 0 1,0 0-16,-40 0 0,40 0 0,0 1 0,0-1 0,0 0 15,0-40-15,1 40 16,-1 0-16,0-40 0,40 40 0,-40-40 0,0 0 16,0 0-16,1 0 0,-1 0 0,0 0 15,0 0-15</inkml:trace>
  <inkml:trace contextRef="#ctx0" brushRef="#br0" timeOffset="188891.1475">30055 17846 0,'0'0'16,"0"-40"-16,-40 80 47,40 0-32,0 0-15,-41 1 16,1-1-16,0 0 0,40 0 16,-40 40-16,0-40 0,0 0 0,40 0 0,-40 41 15,0-41-15,40 0 0,-41 0 16,1 0-16,40 0 0,-40 0 0,40 0 0,-40 0 16,40 1-1,0-1-15,0 0 0</inkml:trace>
  <inkml:trace contextRef="#ctx0" brushRef="#br0" timeOffset="189755.5031">30376 18488 0,'-40'0'31,"40"-40"-15,-41 40-16,41 40 31,41-40-15,-41 40-1,40-40 1,0 0 249,-40-40-249,40 40-16,0 0 16,0 0-16,-40-40 0,40 40 0,0 0 15,1 0 1,-1 0-16,-40 40 16,40-40-16,-40 40 15,0 0-15,0 0 0,0 0 16,0 0-16,-40 1 15,40-1-15,-40 0 0,-1 0 0,41 0 16,-40-40-16,0 40 0,0 0 0,0-40 16,40 40-16,-40-40 15,80 0 17,0 0-32,40 0 0,-40 0 15,1 0-15,-1 0 16,0 0-16,0 0 0,0 0 0,0 0 15,0 0-15,-40-40 0,40 40 0,1 0 16,-82 0 31,1 0-31,40-40-1</inkml:trace>
  <inkml:trace contextRef="#ctx0" brushRef="#br0" timeOffset="190515.4529">30496 17365 0,'0'-40'16,"0"0"0,0 0 15,40 40-16,-40 80-15,40-40 16,-40 0-16,0 0 16,0 0-16,40 0 0,-40 1 0,41-1 0,-41 0 15,40 0-15,-40 0 16,40 0-16,0 0 0,0 0 16,0-40-1</inkml:trace>
  <inkml:trace contextRef="#ctx0" brushRef="#br0" timeOffset="190705.5147">30937 17445 0,'0'-40'0,"0"80"0,-40-80 32,40 80-32,-40-40 0,40 40 0,-40 0 15,0 1-15,40-1 16,-40 0-16,40 0 0,-40 0 0,40 0 0,0 0 15,-40 0-15,40 0 0,-41-40 0,41 40 0,0 1 16,-40-41 0,40 40-16,-40-40 0</inkml:trace>
  <inkml:trace contextRef="#ctx0" brushRef="#br0" timeOffset="190885.5048">30697 17606 0,'40'0'31,"-40"-40"-31,40 40 16,0 0-16,0 0 0,0 0 16,0 0-16,1 0 0,-1 0 0,0 0 15,0 0-15,0 0 16</inkml:trace>
  <inkml:trace contextRef="#ctx0" brushRef="#br0" timeOffset="191215.4127">31820 17606 0,'-40'0'16,"80"0"-16,-120 0 0,40 0 0,-40 40 31,-1 0-31,-39 120 32,80-120-32,0 121 15,40-121-15,0 0 0,0 0 16,80 161-1,40-81 1,1-120 0</inkml:trace>
  <inkml:trace contextRef="#ctx0" brushRef="#br0" timeOffset="191425.4014">32061 17846 0,'-40'0'0,"80"0"0,-120 0 31,80 40-31,0 41 16,-40-1 0,40 120-1,0-119 1,0-41-16,0 40 15,0-40-15</inkml:trace>
  <inkml:trace contextRef="#ctx0" brushRef="#br0" timeOffset="191765.4538">32502 17846 0,'-120'40'15,"240"-80"-15,-360 120 16,199-39-16,-79-1 31,80 0-31,0 0 32,0-40-32,80 0 46,0 40-46,40 0 0,-40 0 16,0 0 0,1 0-16,-1 1 15,0-1-15,-40 0 16,40-40-16,0 40 0,0-40 0,0 0 16,0 0-1,1 0-15,-1-40 16</inkml:trace>
  <inkml:trace contextRef="#ctx0" brushRef="#br0" timeOffset="191985.4402">32904 17646 0,'-40'0'16,"80"0"-16,-80 40 0,40 0 0,0 80 15,40 121 17,-121 120-17,-39-241 1,40-40-16,-281 161 16,240-161-16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13:33.4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4855 1082 0,'0'0'0,"-40"0"0,40-40 15,0 0 1,-40 40-16,40-40 0,0 80 47,0 0-32,0 0-15,0 0 0,0 0 0,0 41 0,0-41 16,0 40-16,40 0 0,-40-40 16,0 41-16,40-1 0,-40 0 0,0-40 0,0 40 15,40-40-15,-40 41 0,0-41 0,0 0 0,41 0 16,-41 0-16,0 0 15,0 0-15,0 0 0,0-80 32,0 0-32,0 0 15,-41 0-15,41-40 16,0-1-16,0 1 0,0 0 0,0 0 0,41 0 16,-41-41-16,40 41 0,-40-40 15,40 40-15,-40-1 0,40 41 0,-40-40 16,0 0-16,40 40 0,-40 0 0,40 40 0,-40-40 15,0-1-15,40 41 16,0 0-16,1 41 16,-1-1-1,0 0-15,-40 0 0,40 40 0,0 0 0,-40-40 16,40 41-16,-40 39 16,0-40-16,40 0 0,-40-40 0,0 41 0,0-1 15,0-40-15,0 0 0,40 40 0,-40-40 0,0 0 16,0 1-1,41-122 1,-1 1 0,-40 40-16,40 0 0,0-40 0,-40 40 15,40-41-15,0 1 0,-40 40 16,40 0-16,-40-40 0,40 40 0,-40 0 0,0-1 16,0 1-16,41 40 0,-41-40 0,40 40 31,0 0-31,-40 40 0,40-40 15,-40 81-15,40-41 0,0 0 16,-40 0-16,40 40 0,-40-40 0,0 0 0,40 41 16,-40-41-16,0 40 15,0-40-15,41 0 0,-41 40 0,0-40 0,0 0 16,0 1-16,0-1 0,0 0 16,0 0-16,0 0 0,0 0 0</inkml:trace>
  <inkml:trace contextRef="#ctx0" brushRef="#br0" timeOffset="810.0214">6581 1764 0,'0'-80'15,"0"160"-15,0-200 0,0 80 16,-40 40 0,40 80-16,0-40 0,0 0 15,40 0-15,-40 40 16,40-40-16,-40 1 0,40-41 0,-40 40 0,40 0 15,-40 0-15,40-40 16,-40 40-16,40-40 0,0 0 0,-40 40 0,41-40 16,-1 0-16,0 0 15,0 0-15,-40-40 0,40 40 0,0-80 0,0 40 16,-40 0 0,40-1-16,-40 1 0,0 0 0,41 40 0,-41-40 15,0 0-15,0 0 16,0 120-1,40-80-15,-40 80 32,40-80-32,-40 40 0,40 1 0,0-1 15,0-40-15,0 40 16,1-40-16,-1 0 0,0 0 0,0 0 0,0 0 16,0-40-16,0 40 0,0-40 0,-40-1 15,41 1-15,-41 0 16,40 0-16,-40 0 0,0 0 0,0 0 0,0-40 15,40 40-15,-40-41 0,0 41 16,0-40-16,0 0 0,0 0 0,40-1 0,-40 41 16,0 0-16,0 0 15,0 0-15,0 0 0,40 40 0,-40 40 32,-40-40-32,40 40 15,0 0-15,0 0 0,0 40 0,0-39 0,0 39 16,0 0-16,0-40 15,0 40-15,0-40 0,40 41 0,-40-41 0,40 40 16,-40-40-16,40 0 0,0 0 16,1 0-16,-1 0 0,0-40 0,0 41 0,0-41 15,40 0-15,-40 0 16,1 0-16,-1 0 0,0 0 0,0 0 0,0 0 16,0-81-16,0 81 0,0-40 0,-40 0 0,41 0 15,-1-40-15,-40 40 0,0-40 16,40 39-16,-40-39 0,0 0 0,40 0 0,-40 0 15,0-1-15,0 41 16,40 0-16,-40 0 0,0 0 0,0 0 0,0 80 31,0 40-31,0-40 16,0 0-16,0 41 16,0-41-16,0 40 0,0 0 0,40-40 0,-40 40 15,40 1-15,-40-41 0,40 40 0,1-40 0,-1 40 16,-40-40-16,40 0 0,0 1 15,-40-1-15,40 0 0,-40 0 0,40 0 0,-40 0 16</inkml:trace>
  <inkml:trace contextRef="#ctx0" brushRef="#br0" timeOffset="1120.0027">9028 1804 0,'0'0'16,"121"0"15,120-80-15,-121 40-1,-80 0-15,121 40 0,-121-40 0,160 0 32,-160-1-32,-40 1 15,0 80 16,0 121-15,-40-121-16,40 120 16,0-120-16,0 1 0,40 79 31,-40-80-31,41 0 0,-41 0 0,40 40 16</inkml:trace>
  <inkml:trace contextRef="#ctx0" brushRef="#br0" timeOffset="1279.9205">10072 1162 0,'-121'-80'16,"242"160"-16,-282-200 0,161 40 15,40 80 1</inkml:trace>
  <inkml:trace contextRef="#ctx0" brushRef="#br0" timeOffset="1709.8992">10633 1604 0,'0'0'15,"-40"200"1,40 41 15,0-1-15,0 1-1,0-161 1,-40-40 0,0-80-1,40-160 1,80-161-1,1 240 1,-81 41-16,120-120 16,-80 160-16,0 0 0,0 40 31,1 0-31,39 120 16,-80 120 15,-80-159-31,39-41 0,-79 40 31,80-80-31,0 0 0,0 0 16,-1 0-16,41-40 15</inkml:trace>
  <inkml:trace contextRef="#ctx0" brushRef="#br0" timeOffset="1929.8964">11316 1042 0,'0'0'32,"0"40"-32,40 121 31,0-81-31,-40-40 0,40 161 16,-40-161-16,40 0 0,-40 120 31,0-80-31,40 121 15,0-161-15,-40 0 0,41-40 0</inkml:trace>
  <inkml:trace contextRef="#ctx0" brushRef="#br0" timeOffset="2119.9472">12359 1724 0,'-40'-40'16,"0"40"-16,0 0 15,40 80 1,0-40-16,-41 40 16,41-40-16,0 121 15,-40-81 1,40-40-16,0 0 0,0 0 0,-40 41 0</inkml:trace>
  <inkml:trace contextRef="#ctx0" brushRef="#br0" timeOffset="2279.8651">12519 1323 0,'-40'-80'16,"80"160"-16,-120-200 16,80 79-16,0 82 31,0-1-16</inkml:trace>
  <inkml:trace contextRef="#ctx0" brushRef="#br0" timeOffset="3179.8107">13763 1764 0,'-40'0'0,"80"0"0,-240 0 32,160 40-32,-81 80 15,41 41 1,80 39 0,160-39 15,-79-121-31,-41-40 0,241 40 31,-201-40-31,0 0 0,121 0 16,-121-40-16,121-80 15,-161 80-15,0-41 16,-40 41 0,-40-40-1,-40 80 16,39 40-31,41 0 16,0 40 0,41 1-1,-1-41 1,40-40 0,40-161-1,-39 121 1,39 0 15,81 120-15,120 1-1,-81-81 17,-159-121-17,-81 41-15,0 0 0,-40-121 31,40 121-31,0 0 0,-41 40 0,41-121 16,0 121-16,-40-80 16,0 120-16,40-40 0,0 120 31,0-40-31,0 40 0,0 1 16,0-1-16,80 200 15,-80-199-15,0-1 0,0 0 16,121 201-1,-121-161 1</inkml:trace>
  <inkml:trace contextRef="#ctx0" brushRef="#br0" timeOffset="3459.7939">15810 2125 0,'0'0'16,"-40"0"-16,80 0 15,40 0-15,40 0 32,-79 0-32,39-40 0,-40 0 0,161 0 31,-121 0-31,-40 40 0,40 0 16,-40 0-16,-40 40 31,0 0-31,0 0 0,0 0 0,0 0 15,0 0-15,0 0 0,0 0 16,0 1-16,0-1 0,0 0 0,40 0 0,-40 0 16,0 0-16,0 0 15,0 0-15,0 0 0</inkml:trace>
  <inkml:trace contextRef="#ctx0" brushRef="#br0" timeOffset="3639.8567">16693 1604 0,'-121'-121'31,"121"81"-31,-40 0 0,40 0 0,0 0 16,0 0-16,40 40 15</inkml:trace>
  <inkml:trace contextRef="#ctx0" brushRef="#br0" timeOffset="4229.7491">17455 2005 0,'0'0'15,"40"0"-15,80-40 31,1 40-15,-121 160 0,-161 0 15,81-79-31,40-81 0,-40 40 16,80 0-16,-40-40 0,-1 0 31,41-120-16,0 79-15,41-79 16,-41 80-16,80 0 0,-40-40 31,0 40-31,0-1 0,0 41 0,81 0 16,-81 0 0,0 41-16,40 79 15,-40-120-15,-40 40 0,81 80 31,-41-39-31,-40-1 32,40-80-17,0-40 1,-40-41-16,40 41 0,40-40 16,-39 40-16,79-80 15,-80 120-15,0 0 16,0 40-1,0 200 1,1-39 15,-41-121-31,0 0 0</inkml:trace>
  <inkml:trace contextRef="#ctx0" brushRef="#br0" timeOffset="4814.1726">20745 1403 0,'-40'0'15,"80"0"-15,-80 40 0,40 0 0,-40 0 0,40 41 31,0 79-31,0 201 32,0-281-17,0-40-15,0 121 16,0-121-16,0-80 31,0-40-31,0 39 0,0 1 0,0 0 16,0-40-16,0 40 15,0-40-15,0-41 0,40 41 0,-40 0 0,40 0 16,-40-41-16,40 41 0,-40 0 16,41 0-16,-41 40 0,40-41 0,-40 41 0,40 0 15,-40 0-15,40 40 0,-40-40 0,40 40 16,0 40 0,-40 40-1,0-40-15,0 41 0,0-41 16,0 40-16,-40-40 0,40 40 0,-80-40 0,0 41 15,39-41-15,1 40 16,-40-40-16,40 40 0,0-40 0,-40 0 0,39 41 16,1-41-16</inkml:trace>
  <inkml:trace contextRef="#ctx0" brushRef="#br0" timeOffset="6414.0719">21227 2085 0,'80'0'32,"-40"0"-32,0 0 0,81 0 15,39 40 1,-120-40-16,41 120 16,-41-80-16,-40 1 0,0-1 31,-40-40-31,-1 40 0,1-40 0,0 0 31,40-80-15,40-1-1,-40 41-15,161-80 16,-161 80-16,40 0 0,80 0 16,1 40-1,-81 0-15,40 0 31,-40 40-31,0-40 0,1 40 0,-1 0 16,0-40-16,40 80 16,-40-80-16,40 120 15,-160-39 1,-40-81 0,40-81 15,80 41-31,0 0 0,80-120 31,0 120-31,40 0 16,-79-1-16,39 41 15,-40 0-15,80-40 16,1 0 0,-81 0-1,0 40-15,0 40 31,-40 0-31,0 0 0,40 1 0,-40-1 16,0 40-16,40-40 16,-40 0-16,0 40 0,40-40 0,-40 1 0,0 39 15,41-40-15,-41 40 0,0-40 0,0 0 0,0 40 16,0-39-16,0-1 0,0 0 16,-41 0-16,1 0 0,0 0 31,0-40-31,0 0 0,0-80 0,0 40 15,40 0-15,-40 0 16,40-1-16,0-39 0,-41 40 0,41-40 0,0 0 16,0-41-16,81 41 15,-81 0-15,80 0 0,-80 0 0,40-1 0,0 1 16,0 40-16,0 0 0,1 0 0,-1 0 0,0 0 16,0 40-16,0 0 15,0 0-15,0 0 0,-40 40 16,0 40-1,0-40-15,0 0 0,0 0 0,0 0 0,0 0 16,-40 41-16,40-41 0,-80 0 16,80 0-16,-40 0 0,40 0 0,-40 0 0,0 0 15,40 1-15,0-1 16,40-40 0,0 0-16,40 0 0,-40 0 0,40 0 15,1-40-15,-1 40 0,0-41 16,0 41-16,41-40 0,-41 0 0,0 40 0,1-40 15,-41 0-15,40 40 16,-40-40-16,0 0 0,0 0 0,0 0 0,-40-1 16,0 1-16,0 0 15,0 0-15,-40 40 0,0 0 16,0 0-16,0 40 0,0-40 0,0 80 16,40-39-16,-40-41 15,-1 40-15,41 0 0,0 0 0,0 0 0,-40 0 16,40 0-16,0 0 15,40-40-15,-40 40 0,41-40 0,39 0 16,-40 0 0,0 0-16,0-40 0,0 0 0,-40 0 15,40 0-15,-40 0 0,41 0 0,-41 0 0,40 0 16,0 40 0,-40 40-1,40-40 1,-40 40-16,40 0 0,0 0 0,0 0 15,-40 0-15,40 0 0,1-40 16,-1 40-16,0-40 0,-40 41 0,40-41 0,0 0 16,0-41-1,-40-39 1,40 80-16,-40-40 0,40 0 0,1-40 0,-41 40 16,40 0-16,0 40 0,-40-41 15,40 1-15,-40 0 0,40 40 0,-40-40 0,40 40 16,0 0-1,1 0-15,-1 40 16,0 0-16,0 0 16,0-40-16,-40 41 0,40-41 0,0 40 15,0-40-15,1 0 0,-1 0 0,0 0 16,0 0-16,0-40 16,0 40-16,0-81 0,0 41 0,1 0 0,39 0 15,-40 0-15,-40 0 0,40-40 16,0 40-16,-40-41 0,0 41 0,40-40 0,-40 40 15,0 0-15,0 0 16,0 0-16,0-1 0,0 82 31,-40 39-31,40-40 0,-40 0 16,40 0-16,-40 40 0,40-40 0,0 1 0,0 39 16,0-40-16,0 40 15,0 0-15,0-40 0,40 41 0,-40-41 0,0 0 16,40 0-16,-40 0 0,0 0 15,0 0-15,0 0 0</inkml:trace>
  <inkml:trace contextRef="#ctx0" brushRef="#br0" timeOffset="6864.0347">26483 1965 0,'0'0'0,"41"-41"46,-1 41-46,-40-40 16,40 40-16,0-40 0,0 40 0,0 0 0,0 0 16,0-40-16,1 40 15,-1-40-15,0 40 0,0 0 0,0 0 16,0 0-16,0 0 16,-40 40-1,40-40-15,1 0 0,-41 40 0,40-40 16,-40 40-16,40-40 15,-40 40-15,40-40 0,0 0 0,0 0 16,0-40 0,0 0-16,1-40 0,-1 80 15,-40-40-15,40 0 0,-40 0 16,40 40-16,-40 40 31,0 0-31,0 0 16,0 0-16,0 40 0,0-40 0,0 41 0,0-41 15,0 40-15,-40 0 16,40 0-16,-40-39 0,40 39 0,-40-40 0,-1 40 16,1 0-16,0-40 0,0 41 15,-40-41-15,0 40 0,-1-40 0,1 40 0,-40-40 16,-1 0-16,-39 1 0,39-1 0,-79 0 0,39 0 16</inkml:trace>
  <inkml:trace contextRef="#ctx0" brushRef="#br0" timeOffset="10054.3252">6300 3288 0,'-40'0'16,"0"0"0,80 40 15,0-40-15,40 0-1,-80 40-15,40-40 0,0 0 0,0 0 0,1 0 16,-1 0-16,0 0 15,0 0-15,0 0 0,0 0 0,0 40 0,41-40 16,-41 0-16,40 0 0,-40 0 16,40 40-16,1-40 0,-41 0 0,40 0 0,0 0 15,-40 0-15,41 0 0,-1 41 0,-40-41 0,40 0 16,1 0-16,-1 0 16,0 0-16,0 0 0,1 0 0,-1 0 0,0 0 15,0 0-15,1 40 0,-1-40 16,0 0-16,0 0 0,-40 0 0,41 0 0,-41 0 15,40 0-15,-40 0 16,40 0-16,-39 0 0,39 0 0,-40 0 0,40 0 16,0 0-16,1 0 0,39 0 15,-40 0-15,1 0 0,39 0 0,-40 0 0,41 0 16,-1 0-16,0 0 0,1 0 0,-1 0 0,0 0 16,1 0-16,-1 40 15,-39-40-15,39 0 0,0 40 0,-39-40 0,-1 0 16,40 0-16,-40 0 0,1 0 15,-1 0-15,0 0 0,0 0 0,1 40 0,-1-40 16,0 0-16,0 0 16,1 0-16,39 0 0,0 40 0,-39-40 0,79 0 15,-39 0-15,-1 40 0,0-40 0,1 0 0,-1 40 16,0-40-16,1 0 0,-41 40 16,40-40-16,1 0 0,-41 41 0,40-41 0,1 0 15,-41 40-15,40-40 16,1 0-16,-1 40 0,1-40 0,39 0 0,-39 0 15,39 40-15,1-40 0,-41 0 16,40 0-16,1 40 0,-41-40 0,41 0 0,-1 0 16,-39 0-16,39 40 0,1-40 15,-1 0-15,1 0 0,-1 40 0,1-40 0,-41 0 16,41 0-16,-1 0 16,-40 0-16,1 0 0,-1 40 0,41-40 0,-41 0 15,1 0-15,-1 0 0,0 0 0,1 40 0,-1-40 16,41 0-16,-41 0 15,0 0-15,1 0 0,-1 40 0,0-40 0,1 0 16,-1 41-16,-40-41 0,41 0 16,-1 40-16,-40-40 0,41 0 0,-1 0 0,-40 40 15,41-40-15,-1 0 16,1 0-16,-1 40 0,0-40 0,1 0 0,-1 0 16,0 0-16,1 0 0,-1 0 0,1 0 0,-1 0 15,0 0-15,1 0 0,-1 40 16,-40-40-16,41 0 0,-1 0 0,-40 0 0,41 0 15,-41 0-15,-40 0 16,81 0-16,-41 0 0,-40 0 0,40 0 0,0 0 16,-39 0-16,39 0 0,0 40 15,0-40-15,1 0 0,-1 0 0,-40 0 0,40 0 16,0 0-16,1 40 0,-41-40 0,40 0 0,-40 0 16,0 0-16,0 0 15,41 0-15,-1 0 0,-40 0 0,0 0 16,0 0-16,0 0 15,1 0-15,-1 0 0,0 0 0,0 0 16,0 0 0,0 0-16,0 0 0,0 0 0,1 0 15,-1 0-15,0 0 16,0 0-16,0 0 0,0 0 16,0 0-16,1 0 15,-1 0 1,0 0-16,-40 40 0,40-40 0,0 0 15,0 0 1</inkml:trace>
  <inkml:trace contextRef="#ctx0" brushRef="#br0" timeOffset="11154.1881">7343 5775 0,'0'0'16,"0"-41"-16,0 1 0,40-40 0,-40 40 15,81 40 1,119 40 15,-120 0-31,-39 40 0,39 1 16,-80-41-16,40 0 0,-40 40 0,-80 121 31,-41-81-31,81-40 0,-160 81 31,159-161-15,282-201 0,-120 81-1,-41 40-15,161-161 16,-161 161-16,-40-1 0,161-39 16,-161 80-16,0 0 15,-40 0-15,-40 40 16,40 40-1,-161 120 1,121-79-16,-120 119 31,119-80-31,41 41 16,0-121-16,0 0 0,41 80 16,-41-80-16,80 41 15,-40-81-15,0 40 16,0-40-1</inkml:trace>
  <inkml:trace contextRef="#ctx0" brushRef="#br0" timeOffset="11324.2516">8547 6296 0,'40'0'15,"-80"0"-15,80 40 32,-40 40-32,0 0 15,0-39-15,-80 159 16,80-160-16,-40 81 31,40-81-31,0 0 0,0 0 0,0 0 16</inkml:trace>
  <inkml:trace contextRef="#ctx0" brushRef="#br0" timeOffset="11574.2375">9349 5654 0,'-40'-40'16,"80"80"-16,-120-80 0,40 40 15,0 40 1,40 40-16,-40 81 16,40-121-16,0 40 0,0-40 15,40 281 1,40-120 15,-80-161-31,40 0 0,41-40 16</inkml:trace>
  <inkml:trace contextRef="#ctx0" brushRef="#br0" timeOffset="11924.2197">9831 5975 0,'0'-40'31,"0"80"-31,40-80 16,-40 80-16,0 40 16,0-40-16,0 1 15,0-1-15,0 120 16,0-40 0,0-160-1,40-40 1,121-80 15,-161 120-31,80-41 0,-40 41 0,40 40 31,-80 40-31,40-40 0,1 161 16,-41-121-16,0 0 0,0 80 31,0-80-31,0 0 0,0 1 0,0-1 31,40-40-31</inkml:trace>
  <inkml:trace contextRef="#ctx0" brushRef="#br0" timeOffset="12124.209">11235 5815 0,'0'-40'15,"0"80"1,-40 40-16,40-40 15,0 40 1,-40 161 0,-80-1-1,80-199-15,-41 39 16,41-40 0</inkml:trace>
  <inkml:trace contextRef="#ctx0" brushRef="#br0" timeOffset="12454.1157">12640 6055 0,'-40'0'32,"40"40"-32,-81-40 0,81 41 0,-80-41 0,40 40 15,0-40-15,0 40 0,-40 0 16,39-40-16,1 40 0,0-40 0,0 0 0,0 40 15,0-40-15,0 0 16,0 0-16,40 40 0,-41-40 0,41-40 31,41 40-15,-41 40-16,40-40 16,-40 40-16,40 0 15,0 0-15,0 1 0,-40-1 0,40 0 0,0 0 16,0 0-16,1 0 0,-1 0 15,0 0-15,0 0 0,-40 1 0,40-41 0,40 40 16,-40 0-16,1-40 16,-1 0-16,0 40 0,0-40 0,0 0 0,0 0 15</inkml:trace>
  <inkml:trace contextRef="#ctx0" brushRef="#br0" timeOffset="12924.1596">12239 6496 0,'-41'0'16,"82"0"-16,39 0 16,201 41-1,200 39 1,121-40 15,-120 0-15,-322-40-1,-80 0-15,1 0 16,-81-40-16,-41 40 16,1-40-16,0 40 15,0 0-15,-40-40 16,80-41 0,0 41-1,0-40 1,0 40 15,40 40-31,40 0 16,-40 0-16,0 40 0,41 40 15,-41-40-15,40 161 16,-80-161-16,0 0 0,0 121 31,-40-81-31,-161 80 16,121-80-16,0-80 15,-41 0-15</inkml:trace>
  <inkml:trace contextRef="#ctx0" brushRef="#br0" timeOffset="13184.0741">15128 6055 0,'0'40'31,"40"-40"-15,120 201 0,-79-121-16,159 161 15,-159-201-15,-41 40 0,160 121 31,-160-161-31,121 160 16,-161-160-16,40-40 0</inkml:trace>
  <inkml:trace contextRef="#ctx0" brushRef="#br0" timeOffset="13384.0996">16251 6296 0,'0'-40'15,"0"80"-15,-40-40 16,0 0-16,40 80 16,-40-40-16,-121 161 15,121-121-15,0-40 0,-120 201 16,79-201-16,1 120 16,40-120-16,0 41 15,0-41-15,0 40 0,40-40 0</inkml:trace>
  <inkml:trace contextRef="#ctx0" brushRef="#br0" timeOffset="13594.0457">16693 6898 0,'0'0'16,"-121"120"15,121-80-31,-40 160 15,0-119-15,40-41 0,0 0 16,0 80-16,-40-80 0,0 81 31,40-81-31,0 0 0</inkml:trace>
  <inkml:trace contextRef="#ctx0" brushRef="#br0" timeOffset="13864.0332">17094 6376 0,'0'0'15,"0"-80"1,0 160 0,-80-80-1,80 80-15,-41 201 16,1-201-16,40 1 0,-40 159 31,40-120-31,0 1 0,40-81 0,81 120 31,119-160-15,-159-40-16</inkml:trace>
  <inkml:trace contextRef="#ctx0" brushRef="#br0" timeOffset="14044.0651">18057 6496 0,'0'0'16,"-40"81"0,0-1-1,40-40-15,-41 161 16,41-161-16,0 40 0,0 80 16,0-120-16,0 41 15,0-41-15,0 40 16</inkml:trace>
  <inkml:trace contextRef="#ctx0" brushRef="#br0" timeOffset="14334.0778">18498 6617 0,'0'0'16,"-40"0"-1,0 0 1,40 40-1,-40 0-15,-80 40 16,79-80-16,1 40 0,0-40 16,-80 81-1,80-81 1,120 40 0,-40 40 15,0 0-31,0-40 0,81 121 31,-81-121-31,-40 0 0,120 0 16,-120 0-16,40 0 15,0-40-15,1 0 0</inkml:trace>
  <inkml:trace contextRef="#ctx0" brushRef="#br0" timeOffset="14544.6127">19381 6416 0,'0'40'0,"-40"41"15,40-1 1,0-40-16,0 201 16,0-161-16,-40 0 0,-81 161 31,81-161-31,-80 40 0,40-40 0,-161 81 15</inkml:trace>
  <inkml:trace contextRef="#ctx0" brushRef="#br0" timeOffset="15694.3154">21307 6737 0,'40'-40'0,"-40"0"16,40 0-16,0 0 0,1 40 0,-1-40 16,0 40-16,0-41 15,0 41-15,0 0 0,0 0 0,0 0 0,1 41 16,-1-1-16,-40 0 15,40 0-15,-40 40 0,0-40 0,0 0 0,0 41 16,0-41-16,-40 40 16,40 0-16,-81-40 0,41 0 0,0 40 0,0-39 15,0-1-15,0 0 0,0-40 16,40 40-16,0-80 16,40 0-16,0-41 0,40 41 0,-40 0 15,41-40-15,-41 40 16,40-40-16,-40 0 0,40 39 0,-39-39 0,-1 40 15,0-40-15,0 40 0,0 0 16,0 0-16,0-1 0,-40 1 16,-40 121-1,0-41 1,40 0-16,-40 0 0,0 40 0,0-40 16,0 0-16,40 41 0,0-41 15,-41 40-15,41-40 0,0 0 0,0 40 0,0-40 16,0 0-16,0 1 15,0-1-15,41-40 0,-41 40 0,40 0 16,0-40-16,0 0 16,-40-40-16</inkml:trace>
  <inkml:trace contextRef="#ctx0" brushRef="#br0" timeOffset="15954.3718">22350 7098 0,'0'0'0,"121"-80"15,-81 40 1,40 80-1,0 160 1,1 41 15,-162-81-15,41-119-16,40-82 31,40 41-31,121-80 31,-1 80-15,-39 0 0</inkml:trace>
  <inkml:trace contextRef="#ctx0" brushRef="#br0" timeOffset="16184.3583">23474 6697 0,'0'0'16,"-40"-40"-16,-40 40 0,-41 80 31,81-80-31,0 40 0,0 0 0,-40 281 16,120 40 15,0-241-31,-40-79 0,160 39 31,-120-40-31,1-40 0,-1 0 0,80 0 16</inkml:trace>
  <inkml:trace contextRef="#ctx0" brushRef="#br0" timeOffset="16504.3399">23996 6817 0,'0'0'0,"0"-40"15,0 120 1,-41 41 15,41-81-31,0 80 0,0-80 0,0 121 31,0-81-15,0-120-16,121-81 31,-81 81-31,161-120 16,-161 160-16,0-40 0,0 40 15,0 40 1,-40 160 0,0-79-1,0-81-15,-40 40 16,40-40-16,-40 0 16,0 0-16</inkml:trace>
  <inkml:trace contextRef="#ctx0" brushRef="#br0" timeOffset="16694.2591">25119 6777 0,'40'0'0,"-80"0"0,80 40 16,-40 161 15,-40-81-31,40-80 0,-80 241 31,40-161-31,-41 1 16,41-81-16,-80 40 16,80-80-16</inkml:trace>
  <inkml:trace contextRef="#ctx0" brushRef="#br0" timeOffset="17054.3072">26243 6938 0,'0'0'15,"0"40"1,-40-40-16,-41 160 31,41-120-31,-40 0 0,40 0 0,-161 41 31,161-41-31,40 0 0,-40-40 16,80 0 0,0 0-1,0 0-15,41 0 16,-41 0-16,0 40 16,0-40-16,0 80 0,-40-40 0,40 0 0,0-40 15,-40 41-15,40-1 16,-40 0-16,41 0 0,-1 0 0,0 0 15,0 0-15,0-40 16</inkml:trace>
  <inkml:trace contextRef="#ctx0" brushRef="#br0" timeOffset="17564.2294">26203 7419 0,'-41'0'16,"82"0"-16,-82 40 0,122 0 16,39 0-16,-40-40 15,241 80 1,40-39 0,-240-41-1,-41 0-15,161 0 16,-201 0-16,0-41 31,-40 1-31,40 40 0,-40-40 16,0 0-1,-40 0-15,0 0 16,40 0-16,-40 0 16,0 0-1,0 40-15,40-41 0,0 82 63,40-41-63,-40 40 0,40-40 15,-40 40-15,80 0 0,-40 0 0,0-40 0,0 40 16,-40 0-16,41 0 0,-1 0 16,0 1-16,-40 39 0,40-40 0,-40 0 0,0 0 15,40 0-15,-40 0 16,0 0-16,-80 0 0,40-40 0,0 41 15,-1-41-15,-39 40 0,40-40 16,0 0-16,-40 0 0,40 0 0,-1 0 0,1 0 16</inkml:trace>
  <inkml:trace contextRef="#ctx0" brushRef="#br0" timeOffset="18624.1431">28450 7058 0,'0'-40'16,"0"0"-16,0 0 15,40 80 16,0 0-31,0 0 16,0 0-16,0 40 0,0-40 0,0 41 0,1-41 16,-1 40-16,0 0 15,0-40-15,0 40 0,0-39 0,0-1 0,1 40 16,-1-40-16,0 0 0,-40 0 0,40 0 16,-40 0-16,40-40 15</inkml:trace>
  <inkml:trace contextRef="#ctx0" brushRef="#br0" timeOffset="18874.202">29292 7138 0,'-80'-80'16,"160"160"-16,-160-200 0,40 120 15,0 40 1,0 0-16,40 0 15,-40 40 1,-1 1-16,-79 159 16,80-200-16,40 41 0,-121 79 15,121-120-15,-120 120 16,120-119-16,0-1 0,-40 40 16</inkml:trace>
  <inkml:trace contextRef="#ctx0" brushRef="#br0" timeOffset="19194.1102">29292 7780 0,'40'-40'16,"-80"80"-16,121-80 16,-41 40-16,80 40 15,-80 80 1,-40 81 15,-40-161-31,40 0 0,-40 0 16,40 0-16,-40 0 15,0-40-15,120 0 32,-40-40-17,80 40 1,-79 0-1,-1 0-15,40 0 16,-40 0-16,0 0 0,40 0 16</inkml:trace>
  <inkml:trace contextRef="#ctx0" brushRef="#br0" timeOffset="19474.1684">30496 7218 0,'0'0'15,"-40"-40"-15,0 40 16,-40 80 15,39-39-31,-39 79 0,40-80 0,-120 201 31,160 39-15,120-39 0,-40-201-1,-40-40-15,121 40 16,-121-40-16</inkml:trace>
  <inkml:trace contextRef="#ctx0" brushRef="#br0" timeOffset="19674.4162">30897 7459 0,'0'-40'15,"0"80"-15,-40 0 16,40 0 0,-40 201-1,40-81 1,-40-80-1,40-39-15,-40 119 16</inkml:trace>
  <inkml:trace contextRef="#ctx0" brushRef="#br0" timeOffset="20044.3216">31539 7459 0,'0'0'16,"-40"0"-16,-80 40 31,-121 40-15,121-40-16,80-40 0,-81 41 16,81-1-16,-120 0 15,39 0 16,121 0-31,121 0 32,-81-40-32,120 80 15,-120-40-15,0-40 0,121 81 16,-121-81-16,40 40 16,-80 0-16,121 0 15,-41 0 1,-40-40-16</inkml:trace>
  <inkml:trace contextRef="#ctx0" brushRef="#br0" timeOffset="20254.3823">32101 7339 0,'-40'0'31,"40"40"-31,0 0 16,80 80 0,-80-80-16,0 121 15,0-121-15,-160 281 16,-41-161 0,-120 81-1,241-201-15</inkml:trace>
  <inkml:trace contextRef="#ctx0" brushRef="#br0" timeOffset="23384.1394">5658 9665 0,'-40'0'16,"40"-40"15,0 0 0,40 40-31,0 0 16,0-41-16,40 41 15,-40 0-15,1 0 0,-1 0 0,0 0 16,40 0-16,-40 0 16,0 41-16,0-41 0,1 40 0,-1 0 0,0 0 15,-40 0-15,0 40 0,0-40 0,0 0 16,0 41-16,-40-41 0,40 0 16,-81 40-16,41-40 0,0 0 0,-40 0 0,40 0 15,0 1-15,0-1 16,-1 0-16,1 0 0,0-40 15,40-40 1,40 0-16,-40 0 16,81-1-16,-41 1 15,0 0-15,0 0 0,0 0 0,0 0 0,40 0 16,-39 0-16,39 0 0,-40 0 0,40-1 0,-40 1 16,0 0-16,41 0 0,-41 0 15,0 0-15,0 0 0,0 40 0,40-40 0,-80 0 16,41-1-16,-1 41 15,0-40-15,0 0 0,0 40 0,-40-40 16,40 0 0,-80 80 15,0 0-15,0 0-16,0 0 0,0 1 0,40-1 15,-41-40-15,1 40 0,40 0 16,-40 0-16,0 0 0,40 0 0,-40 0 0,40 0 15,-40 1-15,40-1 16,-40 0-16,40 0 0,0 0 0,0 0 0,0 0 16,0 0-16,0 0 15,40 0-15,0 1 0,0-1 16,0-40-16,0 0 0,0 0 0,1 0 16,-1 0-1,0 0-15,0-40 0,0 40 0</inkml:trace>
  <inkml:trace contextRef="#ctx0" brushRef="#br0" timeOffset="23564.192">7423 10146 0,'0'0'0,"-80"40"15,80 0 1,-40 40 0,-40 81-1,40 39 1,-1-39 15,41-121-31,-40 0 0</inkml:trace>
  <inkml:trace contextRef="#ctx0" brushRef="#br0" timeOffset="23874.1721">8146 9504 0,'-40'-40'16,"80"80"-16,-121-80 16,41 40-16,-40 40 31,40 0-31,40 1 0,-40 79 15,0-80-15,-41 201 16,81-1 15,121-79-15,-41-121-16,-40-40 0,81 40 31,-81-40-31</inkml:trace>
  <inkml:trace contextRef="#ctx0" brushRef="#br0" timeOffset="24254.1495">8467 9785 0,'0'0'16,"0"40"0,0 0-1,0 121 1,0-41 15,0-40-31,-40-80 0,80-40 31,40 0-15,-40-40-16,161-81 31,-81 81-15,-80 80-1,-40 40-15,0 121 32,40-41-17,-40 0 1,-80-39 0,40-81-16</inkml:trace>
  <inkml:trace contextRef="#ctx0" brushRef="#br0" timeOffset="24534.1348">9630 9625 0,'-40'40'15,"40"0"17,0 0-32,0 0 0,0 0 0,0 0 15,0 0-15,40 1 0,-40 39 0,0-40 0,0 0 16,0 40-16,0-40 0,0 0 16,0 0-16,0 41 0,-40-41 0,40 0 0,-40-40 15,0 40-15,0 0 16,0 0-16,0-40 0,-1 40 0,1-40 15</inkml:trace>
  <inkml:trace contextRef="#ctx0" brushRef="#br0" timeOffset="25308.4312">10232 9865 0,'40'40'16,"-40"1"-16,0-1 15,0 0 1,0 0-16,0 0 0,0 0 0,0 0 16,-40 0-16,40 0 0,-40 0 15,40 1-15,-80-1 0,80 0 0,-40 0 0,40 0 16,-40-40-1,-1 0-15,41-40 32,81 40-32,-41-40 0,0 0 15,0 0-15,0 40 0,-40-41 0,40 1 0,0 0 16,1 0-16,-1 0 16,0 40-16,0-40 0,-40 0 0,40 40 0,0-40 15,0 0-15,0 40 16,-40-40-16,41 40 0,-1 0 0,-40-41 15,40 41-15,0 0 16,-80 0 47,80 0-1,-40 41-31,-40-41 32,0 0-48,0 0 1,-1 0-16,1 40 0,0 0 16,40 0-16,-40-40 0,40 40 0,-40 0 0,40 0 15,-40 0-15,40 0 16,0 0-16,-40 1 0,40-1 0,0 0 16,0 0-16,0 0 0,40 0 15,40 0-15,0 0 0,-40-40 16,1 40-1,-1-40-15,0 0 0,0 0 0,0 0 0,0 0 16,0 0-16,1 0 0,-1 0 16</inkml:trace>
  <inkml:trace contextRef="#ctx0" brushRef="#br0" timeOffset="25668.4736">11075 10467 0,'-40'0'16,"40"-40"-16,40 40 16,80-40-1,-80 40 1,81 40 0,-81 120-1,-120 41 16,-1-41-15,41-120 0,121-80-1,-1 0 1,80 0 0,-39 0 15,-1 0-16,-120 0-15,40 40 0</inkml:trace>
  <inkml:trace contextRef="#ctx0" brushRef="#br0" timeOffset="25958.3994">12279 9665 0,'-81'0'15,"162"0"-15,-202 0 0,41 0 0,80 40 0,-80 40 32,40-40-32,0 81 0,40-81 0,0 200 31,80 41-16,0-161 1,-40 1 0,-40-81-16,80 0 15</inkml:trace>
  <inkml:trace contextRef="#ctx0" brushRef="#br0" timeOffset="26358.4312">12800 10066 0,'0'0'16,"-40"0"-16,40 40 15,0 40 17,0 81-17,0-1 1,0-120-1,0-80 17,40 40-32,0-40 0,1 0 0,-41 0 15,40 40-15,0-40 16,0 40-16,-40-41 0,40 41 0,0 0 0,-40-40 16,40 40-16,0 0 15,1 0-15,-41 40 16,0 1-1,40-1-15,-40 0 0,0 0 0,0 0 16,0 0-16,0 0 16,0 0-16,0 0 0,0 1 0,-40-41 15,40 40-15,-41 0 0,41 0 16</inkml:trace>
  <inkml:trace contextRef="#ctx0" brushRef="#br0" timeOffset="26608.4177">13924 10066 0,'0'0'16,"40"-40"-1,0 40 1,0 80-16,40 40 15,-80-40-15,41 81 32,-41-121-32,-81 281 15,41-281-15,-120 120 16,120-120-16,-41 41 16,1-41-16</inkml:trace>
  <inkml:trace contextRef="#ctx0" brushRef="#br0" timeOffset="27238.3806">15930 10387 0,'0'0'16,"-40"0"0,0 40-1,-80 80 16,39-80-31,41 0 0,-160 121 32,159-161-32,1 40 0,-40 40 15,40-80-15,80-40 32,201-80-17,-81 80 1,41 280 15,-41 41-15,-79-161-16,-81-80 0,120 121 31,-40-121-31,1 0 16</inkml:trace>
  <inkml:trace contextRef="#ctx0" brushRef="#br0" timeOffset="27948.2838">15810 10908 0,'0'0'16,"-80"-40"0,120 40 15,40 0-31,-40 0 15,281 40 1,-80 0 0,-121 0-16,482 0 15,-361-40-15,200 40 16,-280-40 0,120 0-1,-201 0 1,-40 0-16,80 41 15,-39-41-15,-41 40 32,-40-80-1,-40 40 16,40-41-16,-81 41-31,81-40 0,-40 40 16,40-40-16,0 0 15,0 0 1,-40 40-16,40-40 0,-40 40 0,40-40 0,-40 0 16,40 0-1,-40 40-15,40-40 0,0-1 16,-40 41-1,40-40-15,0 121 32,40-81-17,-40 40-15,40 0 0,-40 0 0,40 0 0,0 0 16,0 0-16,0 0 16,1 40-16,-1-39 0,-40-1 0,40 0 0,-40 0 15,40 0-15,-40 0 0,0 0 16,0 0-16,0 0 0,0 1 0,0-1 0,-40 0 15,0 0 1,40 0-16,-81 0 0,41-40 0,40 40 0,-80-40 16,40 40-16,0-40 0,0 0 0,0 40 0</inkml:trace>
  <inkml:trace contextRef="#ctx0" brushRef="#br0" timeOffset="32807.9933">20143 10146 0,'41'-40'0,"-41"0"15,0 0 1,0 80 31,0 0-47,0 0 0,0 0 16,0 0-16,0 0 0,0 0 15,0 41-15,0-41 0,0 0 0,-41 40 0,41-40 16,0 40-16,0-39 15,0 39-15,-40 0 0,40-40 0,0 40 0,-40-40 16,40 41-16,0-41 0,-40 0 16,40 0-16</inkml:trace>
  <inkml:trace contextRef="#ctx0" brushRef="#br0" timeOffset="33098.041">19501 11550 0,'-120'0'15,"240"0"-15,-280 0 16,160-40-16,40 40 31,121 0-31,-1-40 16,-80 40-16,281 0 15,-280 0-15,-1-41 0,121 41 32,-121 0-32,120 0 15,-159 41-15,79-41 0</inkml:trace>
  <inkml:trace contextRef="#ctx0" brushRef="#br0" timeOffset="33377.9684">19822 12191 0,'-80'0'16,"160"0"-16,-200 0 15,80 0-15,0-40 16,40 80-1,0 161 17,-80 80-17,-41-1 1,121-199 0,-40-81-16,40 80 0</inkml:trace>
  <inkml:trace contextRef="#ctx0" brushRef="#br0" timeOffset="33827.9248">19782 12191 0,'0'0'0,"0"41"47,81-1-47,-81 0 15,40 0-15,-40 0 0,80 0 0,-40 0 16,0 0-16,-40 0 0,40 0 0,0 1 0,1-1 16,-41 0-1,40-40-15,-40 40 0,40 0 0,-40 0 16,40-40 0,0 0-1,-40-40 16,0-40-15,40 40-16,-40 0 0,0-1 16,40 41-16,-40-40 0,40 0 0,-40 0 0,0 0 15,41 0-15,-41 0 16,40 0-16,-40 0 0,40 0 0,-40-1 16,40 1-16,-40 0 15,40 40-15,-40-40 16,-40 40 15,40 40-31,-40-40 16,40 40-16,0 0 0</inkml:trace>
  <inkml:trace contextRef="#ctx0" brushRef="#br0" timeOffset="34537.8845">22471 10667 0,'0'-40'0,"0"0"16,0 0 77,-40 40-77,0 0 15,-1 0 1,1 0-17,0 0 1,40 40-16,-40-40 0,0 40 0,40 0 0,-40 1 15,0-1-15,0 0 16,-1 0-16,1 40 0,0 0 0,0 0 0,0 1 16,0-1-16,0-40 0,-1 40 0,41 0 0,-40 1 15,40-41-15,0 40 0,0-40 16,0 0-16,0 0 0,40 40 0,-40-39 0,41-41 16,-41 40-16,40 0 15,-40 0-15,40-40 0,0 0 0,0 40 0,0-40 16,0 40-16,1-40 15</inkml:trace>
  <inkml:trace contextRef="#ctx0" brushRef="#br0" timeOffset="35847.7929">22712 11068 0,'0'-40'453,"0"0"-453,-41 40 31,82 40 16,-41 41-47,40-81 0,-40 40 0,40 0 16,-40 0-16,40 0 0,-40 0 15,40 0-15,0 0 0,-40 0 0,40 1 0,0-1 16,1 0-1,-1 0-15,-40 0 0,40-40 16,-40 40-16,0 0 16</inkml:trace>
  <inkml:trace contextRef="#ctx0" brushRef="#br0" timeOffset="36337.8361">23434 11068 0,'0'-40'16,"-40"40"15,40-40 32,-40 40-48,40 40-15,-41 0 16,1 41-16,0-81 0,0 40 16,0 0-16,0 40 0,0-40 15,0 0-15,-1 0 0,1 1 0,0-1 0,0 0 16,0 0-16,0 0 15,0-40-15,0 40 0,40 0 0,-41-40 0,41 40 16,-40-40-16,40 40 0,81-40 31</inkml:trace>
  <inkml:trace contextRef="#ctx0" brushRef="#br0" timeOffset="36767.7399">23675 11590 0,'0'0'0,"0"-40"15,0 80 63,0 0-78,0 0 16,0 0-16,0 0 0,0 0 16,0 0-16,0 1 0,0-1 0,0 0 15,0 0 1,0 0-16,-41-40 0,41 40 0,-40-40 0,40 40 16,-40 0-1</inkml:trace>
  <inkml:trace contextRef="#ctx0" brushRef="#br0" timeOffset="37167.7206">24638 11028 0,'0'-40'15,"-41"40"-15,1-40 0,0 40 16,0 0-16,0 0 15,0 40-15,0-40 0,0 40 16,-1 41-16,1-1 0,40-40 16,-40 0-16,40 0 15,-40 0-15,40 40 0,0-39 0,0-1 0,-40 0 16,40 40-16,0-40 0,0 0 16,0 0-16,40 0 0,-40 0 0,40 1 0,-40-1 15,40 0-15,41 0 16,-81 0-16,40-40 0,0 0 0,-40 40 15,40-40-15,0 0 0</inkml:trace>
  <inkml:trace contextRef="#ctx0" brushRef="#br0" timeOffset="37387.7039">24758 11389 0,'0'-40'16,"0"80"15,0 0-31,0 1 16,0-1-16,0 120 15,0-120-15,0 0 0,0 0 16,0 121 0,0-121-1</inkml:trace>
  <inkml:trace contextRef="#ctx0" brushRef="#br0" timeOffset="37717.7583">25280 11349 0,'0'0'0,"-81"0"46,41 0-46,40 40 16,-80-40-16,40 40 0,0-40 0,0 0 16,-1 41-16,41-1 15,-40-40-15,0 40 0,0-40 0,40 40 16,-40-40-16,80 0 47,0 40-47,0-40 0,0 40 15,1-40-15,-1 40 0,0-40 16,0 40-16,0-40 0,0 40 0,0-40 16,0 40-16,1-40 15,-1 0 1</inkml:trace>
  <inkml:trace contextRef="#ctx0" brushRef="#br0" timeOffset="38067.7009">25841 10988 0,'0'-40'16,"0"80"-16,41-40 16,-1 121 15,0-1-31,0-80 0,-40 120 16,0-119-16,40 239 15,-200-39 16,-121-81-15,160-79-16</inkml:trace>
  <inkml:trace contextRef="#ctx0" brushRef="#br0" timeOffset="38807.6254">27085 11309 0,'0'0'0,"-40"0"16,0 0-16,40 40 47,0 40-31,0-39-16,0-1 0,0 0 0,0 40 15,0-40-15,0 0 0,0 40 16,0-40-16,0 41 0,0-41 0,-40 0 0,40 0 15,-40 0-15,40 0 16,-40 0-16,40 0 0,-40-40 16,40-40-16,-41 40 15,41-40-15,0 0 0,0 0 16,0 0-16,0 0 0,0 0 0,0 0 0,41-1 16,-41 1-16,40 0 15,-40 0-15,40-40 0,-40 40 0,40 0 0,0 0 16,0 40-1,-40 40 1,40-40-16,-40 40 0,0 0 0,40 0 0,-40 0 16,41 0-16,-41 0 15,40 0-15,-40 1 0,40-41 0,-40 40 0,40 0 16,-40 0-16,40 0 0,-40 0 16,40-40-16,-40 40 0,40-40 0,-40 40 0,40-40 15,1 0 1,-41-40-1,40 40 1,-40-40-16,0 0 0,40 0 0,-40 0 16,0 0-16,0-41 0,40 41 0,-40 0 0,0 0 15,0-40-15,0 40 16,0 0-16,40 0 0,-40 0 0,0-1 0,0 1 16,0 0-16,0 0 15,0 0-15,0 80 31,0 0-15,0 0-16,0 0 0</inkml:trace>
  <inkml:trace contextRef="#ctx0" brushRef="#br0" timeOffset="39487.6004">27888 11068 0,'-121'-120'16,"242"240"-16,-402-360 31,241 240-31,-40-40 16,-41 40-1,81 40 1,-80 40-1,80-40-15,-81 80 16,81-79-16,0-1 0,-40 80 31,40-80-31,40 0 0,-41 0 0,-79 161 32,120-121-32,-40 80 31,40-39-31,40-81 15,80 120 1,41-39 0,-1-81 15,-39 0-15,-81-40-16,80-40 15,-80 40-15,1-40 16,159-41-1,-39-39 1,-1 0 15,-120 40-31,0-121 32,-40 161-32,0-161 15,0 161-15,-40 0 0,40-40 16,-40 40 15,0 40-31,-80 40 16,80-40-1,-1 40 1</inkml:trace>
  <inkml:trace contextRef="#ctx0" brushRef="#br0" timeOffset="39857.8933">28931 11309 0,'-40'-40'15,"80"80"-15,-120-80 16,80 0-16,-40 40 0,40 40 31,0 0-31,0 80 31,0-79-31,80 159 16,-80-120-16,40-40 0,-40 41 0,121 159 31,-81-160-31,-40-39 0,40 39 32,-40-40-32</inkml:trace>
  <inkml:trace contextRef="#ctx0" brushRef="#br0" timeOffset="40127.8046">29453 11630 0,'0'-40'16,"0"0"-16,-40 40 0,0 0 31,-41 40-15,41-40-16,-80 160 15,80-120-15,0 0 0,-41 81 16,41-41-16,-40 0 16,80-40-16,-80 81 15,80-81-15,0 0 32,0 0-32</inkml:trace>
  <inkml:trace contextRef="#ctx0" brushRef="#br0" timeOffset="40467.8038">29453 12272 0,'0'0'0,"0"-40"16,0-1-1,40 1-15,0 40 31,0 40-31,-40 41 16,0-41-16,40 80 16,-40-80-16,0 0 0,-80 40 15,40-80-15,0 41 32,0-41-32,80 0 31,0 0-31,0 0 15,0 0 1,0 0-16,0 0 0,1 0 0,-1 0 16,0 0-16,0 0 0,0 0 31</inkml:trace>
  <inkml:trace contextRef="#ctx0" brushRef="#br0" timeOffset="40887.7602">30697 11470 0,'0'0'16,"0"-41"-16,-40 41 31,40-40-31,-41 40 47,1 0-32,40 40-15,-80-40 0,40 81 0,0-41 16,0 0-16,0 40 0,-1-40 0,1 0 0,40 0 16,0 0-16,-40 41 0,40-41 15,0 0-15,0 0 0,0 0 0,0 0 0,0 0 16,40-40-16,-40 40 16,40 1-16,-40-1 0,81-40 0,-41 40 15,0-40-15,0 0 0</inkml:trace>
  <inkml:trace contextRef="#ctx0" brushRef="#br0" timeOffset="41407.7301">31098 11470 0,'0'-41'15,"0"82"32,0-1-31,0 0-16,0 0 15,0 40-15,0-40 0,0 0 0,0 0 0,0 41 16,-40-41-16,40 0 16,0 0-16,-40 0 0,40 0 0,-40 40 0,40-40 15,0 1-15,-41-1 16,41 0-16,0 0 0</inkml:trace>
  <inkml:trace contextRef="#ctx0" brushRef="#br0" timeOffset="41727.7303">31579 11630 0,'0'0'16,"0"-40"-1,-120 80 1,0 120 0,-81-39-1,161-81 1,0 0 0,40 0 15,40 0-31,201 0 31,-1-40-15,-79 0-1,-121 0-15</inkml:trace>
  <inkml:trace contextRef="#ctx0" brushRef="#br0" timeOffset="42007.6956">31981 11309 0,'0'0'0,"0"40"0,0 0 31,0 0-31,40 41 16,0 79-16,-40 161 31,-161-40-15,-39-121-1</inkml:trace>
  <inkml:trace contextRef="#ctx0" brushRef="#br0" timeOffset="42427.6752">32542 10667 0,'41'0'15,"-41"41"-15,40-41 0,-40 80 0,80-40 0,-80 0 16,40 40-16,0-40 16,0 40-16,1 1 0,-41-1 0,40 0 0,-40 0 15,0 41-15,0-41 0,-81 0 16,41 0-16,0 0 0,-40 41 0,0-41 0,-1 0 15,-39 0-15,0 41 16,-41-1-16,1-40 0,-1 41 0</inkml:trace>
  <inkml:trace contextRef="#ctx0" brushRef="#br0" timeOffset="79843.1488">3290 11830 0,'0'-40'15,"0"80"17,0 1-17,-40-1-15,40 0 16,0 0-16,0 40 0,-40-40 0,40 0 0,0 41 15,0-41-15,0 40 0,0 0 16,0-40-16,0 0 0,0 40 0,0-39 0,0-1 16,0 40-16,0-40 0,0 0 0,0 0 0,0 0 15,0 0-15,0 1 16,0-1-16</inkml:trace>
  <inkml:trace contextRef="#ctx0" brushRef="#br0" timeOffset="80173.1306">3050 12151 0,'0'0'16,"-41"0"-16,41-160 16,0 120-16,41 0 0,-1 0 15,-40-1 1,160-39-1,-39 80 1,-1 121 0,-80 79 15,-40-160-31,0 40 16,-120 41-1,-81-41 16,121-40-31</inkml:trace>
  <inkml:trace contextRef="#ctx0" brushRef="#br0" timeOffset="82642.9888">4574 12352 0,'-40'-40'31,"0"40"-15,0 0-16,0 0 0,0 40 16,0-40-16,0 80 15,-1-40-15,1 0 16,40 0-16,0 0 15,-40 1-15,40-1 0,0 0 16,40-40 0,0 0-16,41 0 0,-41 0 15,0-40-15,0 40 0,0-40 16,0-1 0,-40 1-16,0 0 0,40 0 0,-40 0 15,0 0-15,0 0 16,0 0-1,0 80 17,0 0-32,0 40 0,0-40 15,0 0-15,41 0 16,-41 1-16,0-1 0,40-40 16,-40 40-16,40-40 15,-40 40-15,40 0 0,-40 0 16,40-40-16</inkml:trace>
  <inkml:trace contextRef="#ctx0" brushRef="#br0" timeOffset="82992.9675">4936 12512 0,'0'0'16,"0"-40"-1,40 80 1,80 81 15,-40 79-15,-80-80-1,0-79 1,0-41 15,0-201-15,161 41-1,-41 39 17,-40 81-17,1 80 1,-41 0-16</inkml:trace>
  <inkml:trace contextRef="#ctx0" brushRef="#br0" timeOffset="83392.9469">6581 12392 0,'-40'-80'16,"80"160"-16,-121-160 0,1 80 16,40 0-16,0 0 15,40 40-15,-40-40 0,0 40 0,40 0 16,-40 0-16,40 0 16,0 0-16,0 0 0,40 1 15,-40-1-15,40-40 16,-40 40-16,40 0 0,-40 0 0,40 0 0,0 0 15,-40 0-15,0 0 16,40-40-16,-40 41 0,0-1 0,0 0 16,-80-40-16,80 40 0,-40-40 0,0 0 15,-40 40-15,39-40 16,1 0-16,0 0 0,0 0 0,0 0 0,0 0 16,0-80-16,0 80 15,40-40-15,0-41 0,40 81 16</inkml:trace>
  <inkml:trace contextRef="#ctx0" brushRef="#br0" timeOffset="83822.997">6741 12833 0,'-40'0'15,"80"0"1,0-40 0,0 40-16,81-40 31,-41-40-31,-40 80 16,0-40-1,-40-81 16,-120 81-15,-41 40 0,41 161-1,80-41 17,80 0-17,80-40 1,1-39-1,-1-1 1,-80-40-16</inkml:trace>
  <inkml:trace contextRef="#ctx0" brushRef="#br0" timeOffset="84402.962">7343 12552 0,'0'0'0,"0"-40"32,40 0-17,-40 80 79,0 0-63,40-40-31,-40 40 0,41-40 16,-41 41-16,0-1 0,0 0 15,40 0-15,-40 0 0,0 0 0,0 40 16,40-40-16,-40 1 0,0-1 0,0 0 0,40-40 16,-40 40-16,0 0 15,40 0-15,0-40 32,-40-40-32,40 0 15,-40 0-15,40 0 16,-40 0-16,41-1 0,-41 1 0,0 0 0,40 0 15,-40 0-15,40 0 0,0 0 16,-40 0-16,0 0 0,40 40 0,-40-41 16,40 41-16,-40-40 0,40 40 31,-40 40-15,0 1 15</inkml:trace>
  <inkml:trace contextRef="#ctx0" brushRef="#br0" timeOffset="85067.6549">8948 12713 0,'-80'0'16,"160"0"-16,-200 0 0,40 0 16,39 0-16,-79 0 15,40 120 1,40 81 0,40-81 15,40-80-31,80-40 31,-80-40-31,81-120 16,-41-41 15,-40 121-15,-40 120-1,0 80 1,40 81-1,0-121 1,121 0 0,-121-80-16,120 0 15,-160-40-15,41 40 0,39-120 32,-40 120-32,0-80 0,-40 39 0,40-199 31,-40-1-16,0 201 1,0-40 0,-40 80-16,40 40 31,-40 160-15,0 41-1,40-121 1,0 41-1,0-81-15,-40 40 16,40-80-16</inkml:trace>
  <inkml:trace contextRef="#ctx0" brushRef="#br0" timeOffset="85907.5432">10874 12552 0,'-40'0'0,"40"-40"15,-40 40-15,0-40 16,80 40 0,121 0-1,119 40 17,-119 0-32,-1 41 31,-119-81-31</inkml:trace>
  <inkml:trace contextRef="#ctx0" brushRef="#br0" timeOffset="86117.5943">11316 12552 0,'-40'0'16,"80"0"-16,-201 0 15,121 0-15,40 40 16,-40 121-1,40 120 1,0-121 0,0-80-1,0 0-15,-80 81 16,-41-41 0</inkml:trace>
  <inkml:trace contextRef="#ctx0" brushRef="#br0" timeOffset="86487.5345">11757 12673 0,'0'40'16,"-40"80"-1,40-80-15,-40 81 16,40-81-16,0 120 15,0 0 1,0-119 0,0-82-1,160-79 17,-79 40-32,-1 40 15,0 0 1,-80 120-16,80 40 31,-80-80-31,0 0 0,40 121 16,1-1-1,39-120 1,-40-40-16</inkml:trace>
  <inkml:trace contextRef="#ctx0" brushRef="#br0" timeOffset="86817.5544">12640 13234 0,'-40'0'16,"80"-40"-1,0 40-15,0 0 16,80-40 0,41 0 15,-121-40-16,-40-1 1,-40 41-16,-80 40 16,-41 81-1,121-1 1,0 160 0,120-79-1,81-41 16,-41-80-31,-40-40 16,0 0-16</inkml:trace>
  <inkml:trace contextRef="#ctx0" brushRef="#br0" timeOffset="87277.5313">13402 13234 0,'40'-40'16,"-80"80"-16,80-40 31,0 0-31,-40 80 0,0-40 0,0 1 15,0-1-15,0 0 0,0 0 16,0 0-16,-40 0 0,0 0 0,0 0 16,0-40-16,0 0 0,0 0 0,0 0 0,-1 0 15,1-40 1,0 0-16,40 0 0,0 0 16,0 0-16,40 0 0,-40 0 15,81-1-15,-41 1 0,0 0 0,-40 0 0,40 40 16,0-40-16,0 40 15,0-40-15,0 40 0,1 0 0,-1-40 16,0 40-16,0 0 0,0 0 0,0 0 16,-40 40-16,40-40 15,0 40-15,1-40 0,-1 40 0,0 0 0,0 0 16,0 0 0,0-40-16,-40 41 0,40-41 0,-40 40 0,0 0 15,0 0 1,-40-40-16,40 40 0,-40-40 15,0 0 1,40-40-16,0 0 16,0 0-16,0 0 0,0-1 15,0 1-15,40 40 0,-40-40 16,40 40-16,-40-40 0,40 40 0,0-40 0,1 0 16,-1 40-1,0 0-15,0 0 16,0 40-1</inkml:trace>
  <inkml:trace contextRef="#ctx0" brushRef="#br0" timeOffset="87657.4524">14726 13234 0,'-80'-40'31,"160"80"-31,-200-80 0,80 40 0,40 40 0,0 40 31,-40 41-15,80-1-1,0-80 1,0-40-16,0-40 31,-40-120-15,40 39-1,1 81 1,-41 80 0,0 40-1,0 81 1,0-1 0,0-79 15</inkml:trace>
  <inkml:trace contextRef="#ctx0" brushRef="#br0" timeOffset="88127.4037">15208 13274 0,'0'0'0,"0"-40"16,40 80-1,-40 0 1,0 0-1,40 81 1,-40-1 0,40-160 15,0 40-31,1-40 16,-1 0-16,0 40 0,0 0 15,0 0 1,0 0-1,-40 80-15,0-40 16,0 0-16,-80 0 0,80 0 16,40-80 15,40 0-31,-40 0 16,1 40-16,-1-40 15,0 0-15,0 40 0,0 0 0,0 0 0,-40-40 16,40 40-16,0 0 15,1 0-15,-41 40 0,40-40 0,-40 40 16,0 0-16,0 0 0,0 0 0,0 0 0,0 1 16,0-1-16,0 0 15,40 0-15,-40 0 0,40 0 0,0 0 16,0-40 0,0 0-16</inkml:trace>
  <inkml:trace contextRef="#ctx0" brushRef="#br0" timeOffset="90117.3627">2889 13756 0,'0'0'16,"40"0"46,-40-41-62,40 41 0,0 0 16,1 0 15,-1 0-31,-40 41 0,40-41 16,0 0-16,0 0 15,0 0-15,0 40 0,0-40 0,1 0 0,-1 0 16,0 0-16,0 0 15,0 0-15,0 0 0,41 40 0,-41-40 0,0 0 16,0 0-16,0 0 0,0 0 0,0 0 0,0 0 16,1 40-16,-1-40 0,0 0 15,0 0-15,0 0 0,0 0 0,40 0 0,-39 0 16,-1 0-16,40 0 16,-40 0-16,40 0 0,-40 40 0,41-40 0,-41 0 15,40 0-15,-40 0 0,40 0 16,-39 0-16,39 0 0,0 0 0,0 0 0,1 0 15,-1 0-15,40 0 0,-40 0 0,1 0 0,-1 0 16,0 0-16,0 0 16,1 0-16,-1 0 0,-40 0 0,40 0 0,-40 40 15,41-40-15,-41 0 0,0 0 16,0 0-16,40 0 0,-40 0 0,1 0 0,39 0 16,-40 0-16,40 0 15,0 0-15,1 0 0,-1 0 0,0 0 0,41 40 16,-41-40-16,40 0 0,-39 0 15,39 0-15,-40 0 0,0 40 0,1-40 0,-1 0 16,0 0-16,0 0 0,-39 0 0,-1 0 0,40 0 16,-40 0-16,0 0 15,0 0-15,0 0 0,1 0 0,39 0 0,-40 0 16,40 0-16,0 0 0,1 0 16,-1 0-16,40 0 0,-39 0 0,39 40 0,0-40 15,41 0-15,-41 40 16,1-40-16,-1 41 0,0-41 0,1 0 0,-1 40 15,-40-40-15,1 0 0,-1 40 0,0-40 0,0 0 16,-40 0-16,41 0 0,-41 0 16,0 0-16,0 0 0,0 0 0,0 0 0,1 0 15,-1 0-15,0 0 16,0 0-16,0 0 0,40 0 0,-40 0 0,1 0 16,39 40-16,0-40 0,-40 0 15,40 0-15,-39 40 0,39-40 0,-40 0 0,40 0 16,-40 0-16,41 40 15,-41-40-15,0 0 0,0 0 0,0 0 16,0 0-16,0 0 0,0 0 16,1 0-16,-1 0 15,0 0-15,0 0 0,0 0 32,0 0-32,0 0 0,0 0 15,1 0-15,-1 0 16,0 0-16,0 0 0,0 0 0,0 0 15,0 0-15,0 0 0,1 0 0,-1 0 0,0 0 16,0 0-16,0 0 16,0 0-16,0 0 0,0 40 0,1-40 15,-1 0-15,0 0 16,0 0-16,0 0 0,0 40 16,0-40-16,0 0 15,1 0-15,-41 40 0,40-40 0,0 0 0,0 0 16,0 0-16,0 41 0,0-41 15,0 0-15,1 0 0,-1 0 16,0 0-16,0 0 0,0 0 0,0 0 16,0 0-16,0 0 15,1 0-15,-1 0 0,0 0 0,0 0 0,0 0 16,0 0-16,0 0 0,0 0 16,1 0-16,-1 40 0,0-40 0,0 0 0,0 0 15,0 0-15,0 40 16,1-40-16,-1 0 0,0 0 0,0 0 15,0 0-15,0 0 0,0 0 16,0 0-16,1 0 16,-1 0-16,0 0 31,0 0-15,0 0-1,-80 0 95,0 0-110,0 0 0</inkml:trace>
  <inkml:trace contextRef="#ctx0" brushRef="#br0" timeOffset="93157.1552">11918 15881 0,'0'0'0,"40"-40"31,-40 0-15,-40 40 31,-1 0-31,1 0-16,0 0 15,0 0-15,0 0 16,0 0-16,-40 40 0,39-40 0,1 0 0,-40 0 15,40 0-15,-40 0 0,-1 0 0,41 0 0,-40 0 16,40 40-16,-40-40 0,40 0 16,-1 0-16,-39 0 0,40 0 0,0 0 0,0 0 15,0 0-15,-1 0 16,1 40-16,0-40 0,0 0 0,0 0 16,0 0-16,0 0 0,0 0 15,-1 0-15,82 0 47,-1 0-31,0 40-16,0-40 15,-40 40-15,40-40 0,0 41 0,0-41 0,41 40 16,-41-40-16,0 0 16,0 40-16,0-40 0,40 0 0,-39 40 0,-1-40 15,0 0-15,40 0 0,-40 40 16,0-40-16,0 0 0,1 0 15,-82 0 17,41 40-32,-40-40 0,0 40 15,0-40-15,0 40 0,0 0 16,0-40-16,0 40 0,-1-40 0,1 41 0,0-41 16,0 40-16,0-40 15,0 40-15,0-40 0,-1 0 0,1 40 0,0-40 16,0 40-16,0-40 0,0 40 15,0-40-15,0 40 0,-1 0 0,1-40 0,0 40 16,0-40-16,0 41 0,0-1 0,0-40 0,0 40 16,-1-40-1,41 40-15,-40-40 0,80 0 47,1 0-31,-1 0-16,0 40 15,0-40-15,0 0 0,0 0 0,0 0 16,41 0-16,-41 0 0,0 0 16,40 0-16,-40 0 0,40 0 0,1 0 0,-1 0 15,0 0-15,1 0 16,-1 0-16,0 0 0,0 0 0,1 0 0,-1 0 16,0 0-16,-40 0 0,40 0 15,1 0-15,-41 0 0,40 0 0,-40 0 0,40 0 16,-39 0-16,-1 0 15,0 0-15,40 0 0,-40 0 0,0 0 0,0 0 16,1 0-16,-1 0 0,0 0 0,0 0 16,0 40-1,-80-40 32,0 0-31,0 0-16,0 0 0,-1 0 0,1 0 15</inkml:trace>
  <inkml:trace contextRef="#ctx0" brushRef="#br0" timeOffset="93787.0807">9831 17726 0,'-80'0'15,"40"-40"-15,40 0 16,0 0-16,0 0 15,40 40 17,0 0-17,80 80 1,-40-40 15,-80 40-15,0-40-1,0-80 17,41 0-17,-41 0-15,40 0 0,0 0 16,0 40 0,0-40-16,0 40 0,0 0 15,0 0 1,1 40-1,-41 0-15,40 0 16,-40 0 0,0 0-16,0 0 0,0 0 15,0 0-15,0 0 16,0 1-16,40-41 31,0-41-15,0 1-1,0 40-15,0 0 0,0-40 0</inkml:trace>
  <inkml:trace contextRef="#ctx0" brushRef="#br0" timeOffset="94027.062">11035 17766 0,'0'-40'15,"0"0"16,40 40-31,0 0 0,-40-40 0,40 40 16,0 0-16,0 0 16,1 0-16,-1 0 0,0 0 15,0 0 1,0 0-16,0 0 0,0 0 16,-40 40-1,0 0-15</inkml:trace>
  <inkml:trace contextRef="#ctx0" brushRef="#br0" timeOffset="94257.1048">11075 18007 0,'-40'0'0,"80"0"0,-120 0 31,120 0-31,40-40 15,0 40 1,81-41 0,-41 1 15,1 40-15,-41 0-16</inkml:trace>
  <inkml:trace contextRef="#ctx0" brushRef="#br0" timeOffset="94577.1048">12279 17726 0,'-40'0'16,"-1"0"-1,1 0-15,0 0 16,40 40 0,-40-40-16,40 40 0,0 0 31,0 0-31,0 0 15,40-40-15,0 0 16,0 0-16,1 0 16,-1 0-16,0-40 0,0 40 0,0 0 15,-40-40 1,40 0-16,-40 0 0,0 0 16,0 0-16,0 0 15,-40 40-15,40-40 0,-40 40 16,0 0-1,0-40-15,0 40 0,-1 0 16,1 0 15</inkml:trace>
  <inkml:trace contextRef="#ctx0" brushRef="#br0" timeOffset="96896.8956">10433 14838 0,'40'0'47,"-80"0"-15,40 40-1,0 41-31,0-41 15,0 0-15,40 40 0,-40-40 0,0 0 16,0 0-16,0 1 0,0-1 16,0 0-16,0 0 0,-40-40 0,40 40 0,-40 0 15,40 0 1,-40-40-16,40 40 16,0-80-1,0-40 1,0 40-1,0 0-15,40 0 0,-40 0 0,0-41 16,0 41-16,0 0 0,0 0 0,0 0 0,0 0 16,0 0-16,0 0 15,0-1 17,40 82-17,-40-1 1,40-40-16,-40 40 0,0 0 0,40 0 15,-40 0-15,0 0 0,40 0 0,-40 0 16,40 1 0,-40-1-16,40 0 0,1 0 15,-1-40 1,0 0-16,0 0 16,0 0-1,-40-40-15,40 40 16,-40-40-16,40 0 15,-40-1-15,41 1 0,-41 0 16,0 0-16,0 0 0,0 0 16,0 80 62,0 0-78</inkml:trace>
  <inkml:trace contextRef="#ctx0" brushRef="#br0" timeOffset="97106.9753">11155 15360 0,'0'0'0,"0"-40"15,40 0 16,81-1-15,-81 41-16,80-40 31,-80 40-31,0 0 16</inkml:trace>
  <inkml:trace contextRef="#ctx0" brushRef="#br0" timeOffset="97376.8847">11797 14919 0,'-40'0'15,"40"-41"17,0 82 14,0-1-30,-40-40-16,40 40 0,0 0 16,0 0-1,0 0-15,0 0 0,0 0 0,-40 0 0,40 1 16,0-1-16,0 0 0,0 0 16,0 0-16,0 0 0,0 0 15</inkml:trace>
  <inkml:trace contextRef="#ctx0" brushRef="#br0" timeOffset="98426.8439">12600 16042 0,'-40'0'16,"80"0"-16,-121-41 16,162 41 46,-41 0-62,0 0 16,0 0-16,0 41 0,0-41 15,-40 40-15,40-40 16,1 40-16,-1-40 0,-40 40 0,40-40 0,-40 40 16,0 0-16,0 0 15,0 0-15,-40 0 0,40 0 0,-40-40 16,40 41-16,-81-1 15,41-40-15,0 0 0,40 40 0,-40-40 0,0 0 16,0 0-16,0 40 0,120-120 31,-40 40-15,0-1 0,0 1-16,0 0 0,0 40 0,-40-40 0,41 0 15,-1 40-15,0-40 0,0 0 16,0 40-16,0-40 0,0 40 0,-40-40 15,40 40-15,1 0 0,-1 0 0,-40-40 16,40 40-16,0 0 16,-40-41-16,-40 41 93,0 0-93,0 0 16,-1 0-16,41 41 0,-40-41 0,40 40 16,-40-40-16,0 40 15,40 0-15,-40-40 0,40 40 0,-40 0 16,40 0-16,0 0 16,0 0-16,0 0 0,0 1 0,0-1 15,40 0-15,0-40 16,-40 40-16,40-40 0,0 0 15,0 0-15,1 0 0,-1 40 0,0-40 16,0 0-16</inkml:trace>
  <inkml:trace contextRef="#ctx0" brushRef="#br0" timeOffset="98756.8783">14044 16042 0,'-80'-41'16,"160"82"-16,-240-122 15,120 81-15,-1 0 16,1 40 0,0 41-1,0-41 1,0 120-1,40 41 1,40-121 0,0 0-16,81 0 15,-41 1 1,0-81 0</inkml:trace>
  <inkml:trace contextRef="#ctx0" brushRef="#br0" timeOffset="99256.7921">14165 16322 0,'-41'-40'15,"82"40"1,-1-40-16,0 40 16,0 40-1,0 80 16,-40-79-31,0 79 16,0-40 15,0-120-15,40 40 0,0-40-16,0 0 0,1 0 15,-41 0-15,40 40 0,-40-41 16,40 41-16,-40-40 0,40 40 15,-40 81-15,0-41 16,40-40 0,-40 40-16,0 0 0,0 0 0,0 0 0,0 0 15,0 0-15,0 0 16,0 1-16,-40-1 0,40 0 16,-40-40-1</inkml:trace>
  <inkml:trace contextRef="#ctx0" brushRef="#br0" timeOffset="99556.8335">15288 16322 0,'0'-40'16,"40"40"15,-40 80-15,0-40-16,40-40 0,-40 41 0,41-1 16,-41 0-16,0 0 15,0 0-15,0 0 0,-41 0 0,41 0 16,-80 0-16,40 1 15,0-1-15,0 0 0,-40 0 0,39-40 0,1 40 16,0-40-16,0 0 0,0 40 0</inkml:trace>
  <inkml:trace contextRef="#ctx0" brushRef="#br0" timeOffset="100196.7152">12279 15761 0,'40'0'31,"-80"0"-31,120-40 16,-80 80 15,40 0-15,-40 0 0,0 0-16,0 0 0,0 0 0,0 0 0,0 1 15,0-1-15,0 0 0,0 40 16,0-40-16,0 0 0,0 40 0,0-40 0,0 41 15,0-41-15,0 40 0,0-40 0,40 40 0,-40 1 16,0-41-16,0 40 16,0-40-16,0 40 0,40-40 0</inkml:trace>
  <inkml:trace contextRef="#ctx0" brushRef="#br0" timeOffset="100926.7032">15930 16162 0,'0'-40'46,"40"40"-46,-40-40 0,0 0 32,0 80 77,0 0-109,0 0 16,0 0-1,0 0-15,0 0 0,0 0 0,0 0 16,0 0-16,0 41 0,0-41 16,0 0-16,0 40 0,0-40 0,0 40 0,0 1 15,0-41-15,0 40 16,-40-40-16,40 40 0,0-40 0,-40 0 0,40 1 15,-40-1-15,40 0 0,0 0 0,-40 0 0,40 0 16,-40-40-16</inkml:trace>
  <inkml:trace contextRef="#ctx0" brushRef="#br0" timeOffset="101446.6313">16291 15841 0,'0'0'0,"121"-120"16,-41 80-1,80 40 17,-119 40-32,-1 40 15,-80 80 1,-1-79 0,-119 79-1,80-120 1,120-40-1,40-40 1,-40 40-16,161-40 31,-121 0-31,0 40 16,1 0 0,-41 0 15,-80 40 0,-1-40-15,1 0-16</inkml:trace>
  <inkml:trace contextRef="#ctx0" brushRef="#br0" timeOffset="102076.6108">17977 16643 0,'-41'0'31,"41"-40"-15,41 40 15,-1 0-15,0-40-16,0 40 15,0 0-15,0 0 0,0 0 0,1 0 0,-1 0 16,40 0-16,-40 0 0,40 0 0,-40 0 0,1 0 15,39 0-15,-40-40 16,0 40-16,0 0 0,0 0 0,0 0 16</inkml:trace>
  <inkml:trace contextRef="#ctx0" brushRef="#br0" timeOffset="102416.5784">17936 17245 0,'-40'40'16,"80"-80"-16,-40 80 31,81-40-31,-41 0 0,0 0 0,0 0 16,0-40-16,41 40 0,-41 0 0,40 0 0,-40 0 15,0 0-15,0 0 0,0 0 16,1 0-16,-1 0 0,0 0 0,-80 0 63,0 0-63,-1 0 31,1 0-16</inkml:trace>
  <inkml:trace contextRef="#ctx0" brushRef="#br0" timeOffset="102756.6296">19782 16082 0,'-40'-40'16,"40"-1"-16,-80 41 31,80 41-16,-40 39 1,0 80 0,40 41-1,0 39 1,0-119 0,0 39-1</inkml:trace>
  <inkml:trace contextRef="#ctx0" brushRef="#br0" timeOffset="103006.6136">19100 17405 0,'0'0'0,"40"0"31,0-40-16,201 40 1,40-40 0,-201 40-1,121-40 1,-121 40 0,0-40-1</inkml:trace>
  <inkml:trace contextRef="#ctx0" brushRef="#br0" timeOffset="103276.55">19381 17806 0,'-80'40'15,"80"0"-15,0 0 16,0 1 0,0-1-16,0 80 31,-80 0-15,39-80-1</inkml:trace>
  <inkml:trace contextRef="#ctx0" brushRef="#br0" timeOffset="103646.583">19261 17886 0,'0'-40'15,"0"80"-15,40-80 16,0 40-16,40 80 15,41 41 17,39-41-17,-80-40 1,-40-40 0,1 0-16,-1 0 15,-40-40-15,0 0 16,40 0-16,-40-81 31,40 121-31,-40-120 16,0 80-1,40 0 1,-40 0 0,40 40 15</inkml:trace>
  <inkml:trace contextRef="#ctx0" brushRef="#br0" timeOffset="104647.8166">22752 16202 0,'0'-40'31,"0"0"-15,-40 40 15,-1 0-31,-39 0 0,40 0 15,0 0-15,0 40 16,0-40-16,0 0 0,-1 40 0,-39-40 0,40 0 16,0 0-16,-40 40 0,40-40 15,-41 40-15,41-40 0,0 0 0,-40 40 0,40-40 16,-41 40-16,41-40 16,0 40-16,0-40 0,-40 0 0,80 41 0,-40-41 15,-1 40-15,1-40 16,40 40-16,0 0 15,40-40-15,1 40 16,39-40 0,-80 40-16,40 0 0,0-40 0,0 40 15,40-40-15,-39 40 0,-1-40 16,40 41-16,-40-41 0,40 40 0,1-40 0,-41 0 16,0 0-16,40 40 15,-40-40-15,0 0 0,1 0 0,-1 40 0,0 0 16,-40 0-1,-80-40-15,80 40 16,-41-40-16,1 40 0,0-40 0,0 40 0,0-40 16,0 40-16,-40 1 15,39-41-15,1 40 0,0-40 0,0 40 0,0-40 16,0 40-16,0 0 0,-1-40 16,41 40-16,-40 0 0,0-40 0,40 40 0,-40-40 15,40 40 1,40-40-1,40 0-15,-39 0 16,-1 0-16,0 0 0,0 0 16,0 0-16,0-40 0,41 40 0,-41 0 0,0 0 15,40 0-15,-40 0 16,0 0-16,0 0 0,1 0 0,-1 0 0,0 0 16,0 0-16,0 0 15,0 0-15,0 0 0,0 0 16,1 0-16,-1 0 31,-40-40 0,-40 40-31,40-40 32,-41 40-32,1 0 31,0 0-31</inkml:trace>
  <inkml:trace contextRef="#ctx0" brushRef="#br0" timeOffset="105256.3708">20986 17886 0,'-80'0'15,"160"0"-15,-200 0 16,120-40-16,40 40 16,0 0 15,0 0-31,40 80 16,-40-39-16,-40-1 15,0 0-15,0 40 16,0-40-16,0 0 0,0 0 31,-40-40-31,40-40 31,0 0-31,40 0 16,-40 0-16,41 40 16,-1-40-16,0 0 0,0 40 0,0-40 0,0-1 15,0 41-15,0-40 16,1 40-16,-1 0 15,0 81-15,0-41 32,-40 0-32,0 0 0,0 0 0,0 0 15,40-40-15,-40 40 0,0 0 16,0 0-16,40-40 16,-40 41-1</inkml:trace>
  <inkml:trace contextRef="#ctx0" brushRef="#br0" timeOffset="106616.2925">21106 17926 0,'0'-40'15,"0"0"1,0 0 0,-40 40-1,40-40 63,0 0-46,40 40-1,1 0 0,-41-40-31,0 80 16,0 0-1,0 40 1,0-40-16,0 0 0,0 1 0,0-1 16,0 0-16,0 0 15,0 0-15,0 0 0,0 0 32</inkml:trace>
  <inkml:trace contextRef="#ctx0" brushRef="#br0" timeOffset="106996.2711">21748 17886 0,'0'0'16,"0"-40"-16,-40 40 31,0 0 16,0 0-31,0 0-1,0 0-15,0 0 16,0 0 0,40 40-16,-41-40 0,1 40 0,0-40 15,0 0-15,0 41 16,0-41-16,0 40 0,0-40 0,-1 40 16,41 0-1</inkml:trace>
  <inkml:trace contextRef="#ctx0" brushRef="#br0" timeOffset="107726.1547">22029 18047 0,'0'-40'16,"-40"40"0,80 0 109,-40-40-94,41 40-15,-1 0-1,0-41-15,0 41 16,0 0-16,0 0 0,0 0 0,0 0 15,1 0-15,-1 0 0,0 0 0,0 0 16,0 0-16,0 0 16,-40 41 15</inkml:trace>
  <inkml:trace contextRef="#ctx0" brushRef="#br0" timeOffset="107916.1768">22230 18247 0,'0'0'16,"-40"0"-1,80 0 1,0 0 0,40-40-16,41 40 31,-81 0-31,0 0 0,0 0 0,121 0 15</inkml:trace>
  <inkml:trace contextRef="#ctx0" brushRef="#br0" timeOffset="108266.1956">23193 18087 0,'0'0'0,"-40"0"31,0 0-31,-40 0 0,39 0 0,-39 40 31,40 0-31,40 0 0,0 40 32,0-39-32,40-41 0,81 40 31,-1-40-16,-40-81 1,-80 1 0,-40 0-1,40 40-15,-80 0 16,40 40-16,0-40 16,-1 40-1</inkml:trace>
  <inkml:trace contextRef="#ctx0" brushRef="#br0" timeOffset="109226.1406">21989 15681 0,'0'-41'15,"0"1"1,0 0-16,0 80 62,0 0-46,40 1-16,-40-1 16,0 0-1,0 0-15,0 0 0,0 0 16,0 0-16,0 0 16,-40-40-16,40 40 15,-40-40 1,40-80-1,0 40 1,0 0-16,0 0 0,40 0 16,-40 0-16,40 0 0,1-1 15,-41 1-15,0 0 16,40 40-16,0 0 16,-40 40-1,40-40-15,0 40 16,-40 1-16,40-1 15,-40 0-15,40-40 16,-40 40-16,40-40 0,-40 40 0,41-40 0,-1 40 16,0-40-1,0 0-15,0 0 16,-40-40 0,40 40-16,-40-40 0,40 0 15,-40 0-15,40 0 0,-40-1 16,0 1-16,0 0 0,0 0 15,0 0-15,0 0 16,-40 40 0,40 80-1,0-40 1</inkml:trace>
  <inkml:trace contextRef="#ctx0" brushRef="#br0" timeOffset="109456.1277">22992 15801 0,'0'-40'0,"0"0"16,41 40-1,-1-40 1,160 40-1,-119 0 17,-41 0-32</inkml:trace>
  <inkml:trace contextRef="#ctx0" brushRef="#br0" timeOffset="109648.6266">23715 15360 0,'0'0'31,"-40"0"-31,-1 80 31,-39 40-15,40 41 0,40-81-1,0 40 1</inkml:trace>
  <inkml:trace contextRef="#ctx0" brushRef="#br0" timeOffset="110366.0746">24397 16162 0,'0'-40'0,"0"0"16,0 80 46,0 0-46,0 0-16,0 0 0,-40 0 0,40 40 0,0-40 15,-40 41-15,40-41 0,-41 40 16,41-40-16,-40 40 0,40 1 0,-40-41 0,40 40 16,0-40-16,-40 40 15,40-40-15,-40 0 0,40 41 0,0-41 0,-40-40 16,40 40-16,0 0 0,-40-40 16,40 40-16</inkml:trace>
  <inkml:trace contextRef="#ctx0" brushRef="#br0" timeOffset="110676.0562">24718 16443 0,'0'0'15,"0"40"17,40 0-17,120 120 1,-79-80 0,-41-39-16,40 119 15,-40-120-15,-40 0 0,0 0 16,80 40-1</inkml:trace>
  <inkml:trace contextRef="#ctx0" brushRef="#br0" timeOffset="110926.0231">25400 16523 0,'-40'0'15,"80"0"-15,-160 0 16,79 0-16,1 0 16,-80 80-1,80 0 1,0-40-16,0 81 16,-1-81-16,41 0 0,-80 80 15,40-80-15,-80 81 31,80-81-31,-1-40 0</inkml:trace>
  <inkml:trace contextRef="#ctx0" brushRef="#br0" timeOffset="111266.0781">26082 16443 0,'0'0'0,"-40"0"16,0-41-1,-80 82 16,-1 119-15,41-80 0,80-40-16,-40 161 15,40-121-15,0-40 16,200 80 0,1-79-1,-121-41-15</inkml:trace>
  <inkml:trace contextRef="#ctx0" brushRef="#br0" timeOffset="111466.0666">26604 16563 0,'-40'0'16,"0"0"-16,40 40 15,-41 40-15,-39 81 31,80-121-31,-40 120 16,40-120-16,0 0 0,0 41 16,0-41-16,0 0 31,-40-40-31</inkml:trace>
  <inkml:trace contextRef="#ctx0" brushRef="#br0" timeOffset="111815.9734">26925 16683 0,'0'0'16,"-40"0"0,0 0-1,-1 0-15,-79 0 31,80 40-31,0-40 0,-40 0 32,39 40-32,41 1 15,0-1 1,41-40-16,-41 40 16,40-40-16,0 0 15,-40 40-15,40-40 0,0 40 16,0 0-16,0-40 0,0 40 15,1-40-15,-1 40 16,0-40-16,0 0 0,0 40 0,0-40 16</inkml:trace>
  <inkml:trace contextRef="#ctx0" brushRef="#br0" timeOffset="112095.9557">27487 16563 0,'0'0'0,"0"40"31,0 0-31,0 0 16,0 0-16,40 0 0,-40 1 0,0-1 0,0 0 15,0 40-15,-81-40 16,81 0-16,-40 0 0,0 0 0,0 0 0,0 1 16,0-1-16,0-40 0,0 40 15,-1-40-15,1 40 0,0-40 0,0 40 0,0-40 16</inkml:trace>
  <inkml:trace contextRef="#ctx0" brushRef="#br0" timeOffset="112735.9211">28008 16402 0,'0'0'0,"0"-40"16,0 0-1,0 0 17,0 80-17,0 0 1,0 0-16,0 1 0,0-1 15,-40 0-15,40 40 0,0-40 0,0 0 16,-40 40-16,40-39 16,-40 39-16,0 0 0,40-40 0,0 40 0,-40 0 15,40-39-15,-41 39 0,41-40 16,0 0-16,-40 0 0,40 0 0,0 0 0,-40-40 16,40 40-16</inkml:trace>
  <inkml:trace contextRef="#ctx0" brushRef="#br0" timeOffset="113275.8873">28570 16042 0,'0'-41'16,"0"82"-16,80-82 15,-40 41-15,41 41 16,-41-1 0,0-40-16,-40 80 15,0-40-15,-121 80 16,81-80-16,0-40 0,0 40 31,0-40-31,80 0 16,40 0-16,-40 0 15,1 0-15,-1 0 0,0 0 0,0 0 0,0 0 16,0 0-16,0 0 16,1 0-16,-1 0 0,0 0 15,0 0-15,0 0 16,0 0-1,0 0-15,0 0 16,1 0 0,-41 41 15,-41-1 0,1-40-31,0 0 0,0 0 16,0 0-16,0 0 0,0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18:26.1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9831 922 0,'0'40'188,"0"0"-173,-40-40-15,40 40 0,0 0 0,0 0 16,0 0-16,0 41 16,0-41-16,0 40 0,0-40 0,0 40 0,-40 1 15,40-41-15,0 40 0,0 0 0,0 0 0,-40-40 16,40 41-16,0-1 0,-41-40 15,41 40-15,0-40 0,-40 0 0,40 0 0,0 1 16,0-1-16,0 0 16</inkml:trace>
  <inkml:trace contextRef="#ctx0" brushRef="#br0" timeOffset="739.8817">9470 1002 0,'0'0'0,"0"-40"0,0 0 15,0 0 1,40 40 15,-40-40-31,80 40 0,-40 0 16,0-40-16,81-1 16,-41 41-1,40 0-15,81 0 31,-81 121-15,-79-81 0,-41 0-16,40 40 0,0-40 0,0 81 31,-40-41-31,0 40 16,0 121-1,-40-41 1,0-120-1,-41 1 1,-79 79 0,80-120-1,-121 40 1,81-39 0,-41-1-1,121-40-15,40-40 31,0-1 1</inkml:trace>
  <inkml:trace contextRef="#ctx0" brushRef="#br0" timeOffset="1109.9344">11035 1443 0,'-40'0'16,"0"0"0,40 40-16,0 0 31,0 1-31,0-1 0,0 0 0,0 0 16,0 0-16,0 0 15,0 0-15,0 0 0,0 0 0,0 0 0,0 1 16,0-1-16,0 0 15,0 0 1</inkml:trace>
  <inkml:trace contextRef="#ctx0" brushRef="#br0" timeOffset="1319.8486">11075 1243 0,'0'-40'0,"-40"40"0,40-41 16,0 1-1,-40 40-15</inkml:trace>
  <inkml:trace contextRef="#ctx0" brushRef="#br0" timeOffset="1739.8265">11918 1443 0,'0'0'0,"-81"0"0,41 0 0,0 0 15,0 0 1,0 0-16,0 0 0,40 40 0,-40 0 16,40 1-1,0-1-15,0 0 16,40-40-16,-40 40 0,40 0 15,-40 0 1,0 0-16,40-40 0,-40 40 0,40-40 0,-40 40 0,40 0 16,-40 1-1,40-1-15,-40 0 0,0 0 32,0 0-32,-40-40 0,0 40 15,0 0-15,0-40 0,0 0 16,0 0-16,-1 0 15,1 0-15,0 0 0,40-40 32</inkml:trace>
  <inkml:trace contextRef="#ctx0" brushRef="#br0" timeOffset="2062.2547">12961 1363 0,'0'0'0,"-121"0"16,-159 80-1,119 41 1,161 39-1,0-40 1,0-40 0,40-80-16,0 161 15,0-161-15,81 40 16,-41-40 0,-40 0-16,81-40 15,-81 40-15</inkml:trace>
  <inkml:trace contextRef="#ctx0" brushRef="#br0" timeOffset="2389.8553">13161 1644 0,'0'0'16,"41"0"0,-1 0-1,120 120 16,-39 0-15,-81-39 0,0-1-1,-80-40 1,0-40 15,-1 0-31,1-120 16,161-81 15,-1 81-15,0 40-1,-79 80-15</inkml:trace>
  <inkml:trace contextRef="#ctx0" brushRef="#br0" timeOffset="2709.8386">14245 1644 0,'40'40'15,"-80"-80"-15,120 80 32,-80-80-1,40 40-31,-40-40 0,-40 40 16,40-40-1,-40 40-15,-40 0 0,40 40 16,-1 0-16,1-40 0,40 40 15,0 0-15,-40 0 16,40 0-16,-40 0 0,40 0 0,0 0 16,0 1-1,80-41-15,-80 40 0,40 0 0,1-40 16,-1 0 0,0 40-16,0-40 0,0 0 15,0 0-15,0 0 0,0 0 0,1 0 0,-41-80 16,40 80-16,0 0 0,0 0 15,0-40-15</inkml:trace>
  <inkml:trace contextRef="#ctx0" brushRef="#br0" timeOffset="2979.7855">15047 1122 0,'0'-40'16,"0"80"-16,-80-120 31,80 120-15,0 0-1,0 0-15,0 1 0,0 39 0,0-40 16,0 0-16,0 40 0,0-40 16,0 0-16,0 1 0,0-1 0,0 0 0,0 0 15,0 0-15,0 0 0,0 0 0,0 0 0,-40 0 16,40 0-1</inkml:trace>
  <inkml:trace contextRef="#ctx0" brushRef="#br0" timeOffset="3379.7244">15047 1804 0,'41'0'16,"-1"0"-1,-40-40-15,40 40 16,0 0-16,0 0 0,0-40 0,0 40 0,0-40 16,1 40-16,-1 0 0,0 0 15,-40-40-15,40 40 0,0-40 0,0 40 16,-40-40 0,0-1-1,-40 41 1,0 0-1,0-40-15,0 40 0,0 0 16,40 40 0,-41-40-16,41 41 0,-40-41 0,40 40 0,0 0 15,0 0-15,-40-40 0,40 40 16,0 0-16,0 0 0,0 0 0,0 0 16,40-40-16,-40 40 15,40 1-15,1-1 0,-1 0 16,0-40-16,0 0 0,-40 40 0,40-40 15,0 0-15,0 0 0,41 0 16,-41 0-16,0 0 0,0 0 0,0 0 0,0 0 16,40 0-16,-39 0 15</inkml:trace>
  <inkml:trace contextRef="#ctx0" brushRef="#br0" timeOffset="3709.7791">17214 1042 0,'0'0'15,"-40"0"-15,0 0 16,40 40-16,-40 0 15,40 121 1,-40 120 15,40-121-31,0-80 16,0 81 0,0-81-1,40-80-15</inkml:trace>
  <inkml:trace contextRef="#ctx0" brushRef="#br0" timeOffset="3909.7679">17174 1564 0,'-40'-41'0,"80"82"0,-80-162 16,40 81-16,40-80 15,121-81 1,-1 81 15,-40 40-15,1 80-1,-41 0 1,0 0-16</inkml:trace>
  <inkml:trace contextRef="#ctx0" brushRef="#br0" timeOffset="4779.6434">17174 1764 0,'0'0'0,"-40"0"16,80 0-1,0 0 1,40 0-16,1 0 15,79-40 1,1 0 15,-41 0-15,0 40 0,41 40-1,-41 80 16,-120-40-15,-80 1 0,-80-41 15,79 0-15,41-120-1,80 39 1,121-39 15,-1 40-15,-39 0-1,-81 40-15,80-40 32,-39 0-17,-41 0 1,-40 0-1,0 80 17,0 0-17,-40 0-15,40 0 16,0 0-16,0 0 0,0 0 16,0 0-16,40 1 15,0-1-15,0-40 16,0 0-16,0 0 0,0 0 15,0 0-15,1-40 16,-1 40-16,-40-41 0,40 41 0,-40-40 16,40 0-16,-40 0 15,40 0-15,-40 0 0,0 0 16,40 40-16,-80 40 47,0 0-32,40 0-15,0 0 0,0 0 16,0 0-16,0 1 16,40-1-16,0-40 15,0 0 1,0 0-16,1 0 0</inkml:trace>
  <inkml:trace contextRef="#ctx0" brushRef="#br0" timeOffset="5349.6849">19582 1764 0,'0'0'16,"0"-40"15,40 40-31,0 0 16,0 0-16,0 80 15,0-80-15,0 0 0,-40 40 0,41 0 16,-41 0-1,0 1-15,0-1 16,-41-40 0,1 0-16,40 40 0,-40-40 15,40-40 17,0 0-32,40 40 0,-40-41 0,40 1 15,1 0-15,-1 40 16,-40-40-16,40 40 0,0-40 0,0 40 15,-40-40-15,40 40 16,0-40-16,0 40 16,1 0-1,-1-40-15,0 40 16,0 0 0,0 0-16,0 0 0,0 0 15,0 0-15,-40 40 63,0 0-63,0 0 15,0 0 1,0 0-16,0 0 0,0 0 0,0 1 16,0-1-16,0 0 0,0 0 0,0 0 15,0 0 1,0 0-16</inkml:trace>
  <inkml:trace contextRef="#ctx0" brushRef="#br0" timeOffset="5509.6684">20585 1483 0,'0'-40'15,"0"80"-15,0-120 0,40 40 32,0 0-32</inkml:trace>
  <inkml:trace contextRef="#ctx0" brushRef="#br0" timeOffset="5829.6018">21066 1804 0,'40'0'0,"-80"0"0,121 0 0,39 0 31,-80-40-31,0 40 0,0 0 16,-40-40 0,-40 40-1,-120 0 1,79 80-1,41-40 1,0 121 0,80-41 15,41-40-15,79-80-1,41-40 1</inkml:trace>
  <inkml:trace contextRef="#ctx0" brushRef="#br0" timeOffset="6149.6022">21789 1844 0,'40'0'16,"0"0"-1,40 40 1,81 81-1,-81-1 17,-80-80-17,-40 0 1,0-80 0,40-40 15,80-40-16,121-1 1,-1 41 15,-79 40-31,-41 0 0</inkml:trace>
  <inkml:trace contextRef="#ctx0" brushRef="#br0" timeOffset="6689.6059">24798 1203 0,'0'-41'15,"0"82"-15,-40-82 0,-40 41 32,40 0-32,-41 41 15,1 199 1,80 41 0,40-40 15,40-1-16,-80-79 1,-120-81 15,-81-80-15,121-80 0,80 40-16</inkml:trace>
  <inkml:trace contextRef="#ctx0" brushRef="#br0" timeOffset="6989.9273">24878 2245 0,'40'0'0,"-80"0"0,241 0 31,-121 0-31,161 0 16,-40-80-16,-121 40 15,40-80 1,-240-41 15,-81 121-15,121 80-1,0 81 17,160 79-17,0-39 1,41-41-1,39-120 1</inkml:trace>
  <inkml:trace contextRef="#ctx0" brushRef="#br0" timeOffset="7289.8684">26162 1924 0,'0'-40'16,"0"80"-16,41-80 0,-1 40 15,0 0-15,0 0 16,0 40-16,80 121 31,-120-121-31,81 40 16,-81-40-16,0 0 16,0 1-16,-121-41 15,81-41 16,80-79-15,161-40 0,40 39 15,-161 81-31,40-40 0</inkml:trace>
  <inkml:trace contextRef="#ctx0" brushRef="#br0" timeOffset="7449.8592">27206 1724 0,'0'40'0,"-40"-40"31,40 80-15,0-40-16,0 41 15,0-41-15,0 0 0,0 0 16,0 80 0,0-80-1,0 41-15</inkml:trace>
  <inkml:trace contextRef="#ctx0" brushRef="#br0" timeOffset="7629.8474">27446 1483 0,'-40'-80'16,"80"160"-16,-80-200 0,40 0 15,0 80 1,40 40-16</inkml:trace>
  <inkml:trace contextRef="#ctx0" brushRef="#br0" timeOffset="8129.8186">27808 2005 0,'40'40'31,"0"-40"-31,0 0 0,0 0 16,80-40 0,-79-41-1,-41 1 1,-41 80 0,-79 40-1,40 121 1,80-1 15,40-80-31,80 1 31,41-81-15,-121-40 0,80-81-1,-39-39 1,-1 39-1,-40 81 17,-40 80-17,40 121 1,0 39 15,-40-39-15,-200-41-1,-41-80 1,120-40 0</inkml:trace>
  <inkml:trace contextRef="#ctx0" brushRef="#br0" timeOffset="9259.6793">12760 2887 0,'0'-40'16,"-40"40"15,0 0 0,0 40-31,0-40 0,40 40 16,-40 0-16,-1 40 16,41-39-16,-40-1 0,0 40 0,40 0 0,0 0 15,-40 0-15,40 1 0,0-41 0,0 40 0,0 0 16,40 0-16,-40-39 0,80 39 15,-39-40-15,-1 0 0,0 40 0,0-80 0,40 40 16,-40 0-16,0-40 16,41 0-16,-41 0 0,40 0 0,-40 0 0,40-40 15</inkml:trace>
  <inkml:trace contextRef="#ctx0" brushRef="#br0" timeOffset="9509.7383">13683 3047 0,'-40'0'15,"80"0"-15,-120 0 0,80 41 32,0 159-17,0-120-15,0 201 16,40-201-16,-40-40 0,0 121 15,40-41 1,0-40 0,0-40-16</inkml:trace>
  <inkml:trace contextRef="#ctx0" brushRef="#br0" timeOffset="9869.6615">13643 3248 0,'-40'-40'31,"80"80"-31,-80-160 16,120 120-16,-80-40 0,120-1 16,-79 41-16,79 0 15,-80 0-15,0 41 0,121 159 31,-41 121-15,-120-80 0,-120-1 15,-1-79-15,-39-121-1,-1-40 1,121-81 15,40 1-31</inkml:trace>
  <inkml:trace contextRef="#ctx0" brushRef="#br0" timeOffset="10129.7025">15248 3408 0,'0'-40'16,"0"80"-16,-40-120 15,0 80 1,40 40-16,-40 161 16,40 80 15,0-41-16,0-79 1,0-121 0</inkml:trace>
  <inkml:trace contextRef="#ctx0" brushRef="#br0" timeOffset="10379.6138">15128 3248 0,'-81'-80'16,"162"160"-16,-202-200 31,121 80-31,40 40 0,81-41 16,39 1-16,121 40 31,-80 0-16,-121 40 1,-40-40-16,0 41 16</inkml:trace>
  <inkml:trace contextRef="#ctx0" brushRef="#br0" timeOffset="10589.6758">15328 3689 0,'-120'40'32,"240"-80"-32,-200 80 15,241-40 1,119-40 0,-39-40 15,-80 80-31</inkml:trace>
  <inkml:trace contextRef="#ctx0" brushRef="#br0" timeOffset="10949.6557">16853 3208 0,'-160'-40'16,"320"80"-16,-481-40 16,321 40-16,-40 80 31,80 81-15,40-41-1,41 1 1,-81-41 15,-40-40-15,-201 0-1,41-80 1,39 0 0,-119-40-1</inkml:trace>
  <inkml:trace contextRef="#ctx0" brushRef="#br0" timeOffset="11209.6395">18177 3128 0,'0'0'0,"40"-40"0,-40 80 31,-40 200-15,-160 201 0,-162 41-1,-79-161 1</inkml:trace>
  <inkml:trace contextRef="#ctx0" brushRef="#br0" timeOffset="14229.466">9871 2927 0,'0'-40'31,"0"0"-16,40 40 48,0 0-47,0 0-16,1 0 15,-1 0-15,0 0 0,0 0 0,0 0 16,0 0-1,0-40-15,0 40 0,1 0 0,-1 0 0,0 0 16,-40-40-16,40 40 0,40 0 16,-40 0-16,0 0 0,1 0 0,-1-40 15,40 40-15,-40 0 16,0 0-16,0 0 0,1 0 0,-1 40 16,0-40-16,0 0 0,0 0 0,0 0 0,0 40 15,0-40-15,41 0 0,-41 0 16,0 0-16,0 0 0,40-40 0,-40 40 0,41 0 15,-41 0-15,40 0 16,-40 0-16,40 0 0,1-40 0,-1 40 0,-40 0 16,40 0-16,1 0 0,-41-41 15,0 41-15,0 0 0,40 0 0,-40 0 0,0 0 16,1-40-16,39 40 16,-40 0-16,0 0 0,0 0 0,40 0 0,-39 0 15,-1 0-15,40 0 0,-40 0 0,40 0 0,-40 0 16,41 0-16,-41 0 0,40 0 15,-40 0-15,40 0 0,-39 0 0,-1 0 0,40 40 16,-40-40-16,0 0 16,0 0-16,41 0 0,-41 41 0,0-41 0,0 0 15,40 0-15,-40 0 0,0 0 16,1 0-16,-1 0 0,40 0 0,-40 0 0,0 0 16,0 0-16,41 0 0,-41 0 0,0 0 0,0 0 15,0 0-15,0 0 16,41 0-16,-41 0 0,0 0 0,40 0 0,-40 0 15,0 0-15,41 0 0,-41 0 16,40 0-16,-40 0 0,0 0 0,0 40 0,0-40 16,41 0-16,-41 0 15,0 0-15,0 0 0,40 0 0,-40 0 0,41 0 16,-41 0-16,40 0 0,-40 0 16,40 0-16,1 0 0,-41 0 0,40 0 0,0 0 15,-40 0-15,41 0 0,-1 0 0,-40 0 0,40 0 16,1 0-16,-41 0 15,40 0-15,0 0 0,0 0 0,-39 0 0,39 0 16,0 0-16,0 0 0,1 0 16,-1 0-16,0 0 0,0 0 0,1 0 0,-1 0 15,0 0-15,0 0 16,1 0-16,-1 0 0,0 0 0,0 0 0,1 40 16,-41-40-16,40 0 0,0 0 0,1 0 0,-1 0 15,0 0-15,0 0 0,1 0 16,-1 0-16,0 0 0,0-40 0,1 40 0,-1 0 15,40 0-15,-40 0 16,1 0-16,-1-40 0,0 40 0,0-41 0,1 41 16,-1 0-16,0-40 0,0 40 15,1 0-15,-41 0 0,40 0 0,0 0 0,-40-40 16,41 40-16,-41 0 16,40 0-16,-40 0 0,40 0 0,1 0 0,-41 0 15,40 0-15,40 0 0,-39 0 0,-1 0 0,0 0 16,0 0-16,41 0 0,-41 0 15,40 0-15,-39 40 0,-1-40 0,0 0 0,1 0 16,-1 40-16,0-40 16,0 0-16,-40 0 0,41 0 0,-41 0 0,40 0 15,0 0-15,-40 0 0,41 0 16,-41 0-16,40 0 0,0 0 0,-40 0 0,41 0 16,-1 0-16,-40 0 0,40 0 0,1 0 0,-41 0 15,40 0-15,0 0 16,0 0-16,1 0 0,-1 0 0,0 0 0,0 0 15,1 0-15,-1 0 0,0 0 16,41 0-16,-81 0 0,40 0 0,40 0 0,-39 0 16,-41 0-16,40 0 15,0 0-15,0 0 0,1 41 0,-1-41 0,0 0 16,-40 0-16,41 40 0,-41-40 16,40 0-16,-40 40 0,40-40 0,-39 40 0,-1-40 15,0 0-15,0 0 0,0 40 0,0-40 0,0 40 16,0-40-16,1 0 15,-1 40-15,0-40 0,0 0 0,40 40 0,-40-40 16,41 0-16,-41 0 0,40 40 16,-40-40-16,40 0 0,-40 0 0,41 41 0,-41-41 15,40 0-15,-40 0 16,40 40-16,-39-40 0,39 0 0,-40 0 0,0 0 16,40 0-16,-40 0 0,1 0 0,-1 0 0,40 0 15,-40 0-15,0 0 0,0 0 16,0 0-16,1 0 0,-1 0 0,0 0 15,0 0-15,0 0 16,0 0-16,0 0 0,0 0 0,1 0 0,-1 0 16,0 0-16,0 0 0,0 0 15,0 0-15,0 0 0,0 0 0,1 0 0,-1 0 16,0 0-16,0 0 16,0 0-16,0 0 0,0 0 0,0-40 0,1 40 15,-1 0-15,0 0 0,0 0 0,0 0 16,0 0-16,0 0 15,0 0-15</inkml:trace>
  <inkml:trace contextRef="#ctx0" brushRef="#br0" timeOffset="15729.3773">13362 4932 0,'-120'0'15,"240"0"-15,-240 40 0,80-40 0,-41 0 32,1 0-17,0 0 1,40 41-1,0-1 17,40 0-17,40 80 1,241 0 0,280-39 15,-39-41-31,361-40 31,-562 0-31,281 0 31,-402 0-15,-160 0 0,-80 0-1,0 0-15,-80 40 31,-1-40-31</inkml:trace>
  <inkml:trace contextRef="#ctx0" brushRef="#br0" timeOffset="50212.2801">11637 6136 0,'-40'0'15,"-1"0"-15,1 0 0,0 0 16,40 40 0,0 0-1,0 0-15,0 0 0,0 0 0,0 0 0,0 0 16,0 0-16,0 0 16,40 1-16,-40-1 0,0 0 0,0 0 0,0 40 15,0-40-15,0 0 0,-40 0 16,40 1-16,0-1 0,-40 0 0,40 0 15</inkml:trace>
  <inkml:trace contextRef="#ctx0" brushRef="#br0" timeOffset="50472.3065">11356 6376 0,'-80'-80'15,"160"160"-15,-160-200 0,80 40 32,0 40-32,40 40 0,80-41 15,-80-39-15,81 80 0,-81-40 0,120 40 32,1 0-17,-41 40 1,-80 0-16</inkml:trace>
  <inkml:trace contextRef="#ctx0" brushRef="#br0" timeOffset="50672.2391">11396 6737 0,'40'-40'15,"80"0"17,81-40-17,0 80 1,-121-40 0</inkml:trace>
  <inkml:trace contextRef="#ctx0" brushRef="#br0" timeOffset="50942.28">12279 6577 0,'40'40'16,"0"-40"-16,-40 40 31,40-40-31,-40 40 0,40 40 31,-40-40-31,0 0 0,-80 1 16,80-1-16,-120 40 15,79-120-15,1 120 0,-40-80 32,40-80-17,40-81 1,40 161-16,-40-40 16,40 40-16,40-40 15,1 0-15</inkml:trace>
  <inkml:trace contextRef="#ctx0" brushRef="#br0" timeOffset="51252.1871">12921 6657 0,'0'40'16,"0"-80"-16,-40 80 0,40 0 15,0 0-15,0 0 16,0 0-1,0 41 1,0-41-16,0 0 16,0 0-16,-41 0 15,41-80 1,0 0 0,121-121 15,-81 121-31,0 0 0,0 40 15,-40-40-15,40 40 16,0-40-16,1 40 16,-1 0-16</inkml:trace>
  <inkml:trace contextRef="#ctx0" brushRef="#br0" timeOffset="51982.2187">14927 6336 0,'0'0'0,"-40"0"0,80 0 16,-80 0-16,40-40 16,-40 40-16,40 80 31,0-40-15,0 0-16,0 41 0,0-41 0,0 0 0,0 40 15,-40-40-15,40 40 0,-40-40 16,-1 41-16,41-41 0,-40 0 0,40 40 0,-40-40 15,40 0-15,0 0 16,-40-40-16,40 40 0,-40-40 16,80-40-16,321 682 15,-722-1324-15,361 642 0,0-40 16,0 40-16,0 0 0,0-40 0,40-1 0,-40 41 16,0-40-16,40 0 15,-40 0-15,40-1 0,-40 41 0,41-40 0,-41 0 16,40 40-16,0 0 0,0 0 15,0-1-15,-40 1 0,40 40 0,0-40 0,0 40 16,1 0-16,-1 0 16,0 0-16,0 40 0,0 0 15,-40 1-15,40 39 0,-40-40 0,0 0 0,0 0 16,0 0-16,-40 0 0,40 40 16,-80-39-16,40-1 0,0-40 0,-41 40 0,41 0 15,-40-40-15,40 40 16,-40-40-16,39 0 0,1 0 0,0 0 0,0 0 15,0-40-15,40 0 16</inkml:trace>
  <inkml:trace contextRef="#ctx0" brushRef="#br0" timeOffset="52397.9478">15689 7018 0,'0'40'0,"0"-80"0,41 80 16,119-120 15,-120 40-31,81 0 16,-81 40-16,-40-41 0,40 1 15,-40-40 1,-40 40 0,-81 0-1,-39 40 1,80 40 0,39 0-16,41 80 31,81 1-16,79-1 1,1-80 15</inkml:trace>
  <inkml:trace contextRef="#ctx0" brushRef="#br0" timeOffset="52727.8914">16532 6737 0,'0'0'0,"-40"0"0,40-40 15,0 0-15,80 40 16,-40-40 0,121 80-1,-41 80 1,-80 1 15,-200-41-15,120-80-1,40-161 1,120 41 15,-80 80-31,81-40 16,-81 80-16,0-40 0,0 40 15,0 0-15</inkml:trace>
  <inkml:trace contextRef="#ctx0" brushRef="#br0" timeOffset="53367.8181">17535 6336 0,'0'40'15,"0"0"1,0 0 0,0 0-16,0 1 0,0-1 15,0 0-15,0 0 16,-40 0-16,40 0 0,0 0 15,0 0 1,-40 0-16,40 1 0,0-1 16</inkml:trace>
  <inkml:trace contextRef="#ctx0" brushRef="#br0" timeOffset="53547.8457">17615 6095 0,'0'0'0,"0"-40"0,-40 40 16,0 0-16,40-40 0,0 80 47,40-40-47</inkml:trace>
  <inkml:trace contextRef="#ctx0" brushRef="#br0" timeOffset="53897.7868">18017 6416 0,'40'0'31,"-80"0"-31,80 40 0,0 0 16,0-40-16,-40 41 0,40-1 15,0 40 1,-40-40 0,-120 80-1,-41-80 1,41-80 0,120-120 15,80-1-16,-40 81 1,1 80-16,39-40 16,-40 40-16</inkml:trace>
  <inkml:trace contextRef="#ctx0" brushRef="#br0" timeOffset="55067.7195">19140 6577 0,'0'-40'31,"0"-1"-15,-40 1 0,0 40-1,0 0-15,0 0 16,0 0 0,0 40-16,-1-40 0,1 0 0,40 81 15,-40-81-15,0 40 16,40 0-16,-40-40 0,40 40 0,0 0 0,0 0 15,0 0 1,40-40-16,0 0 0,0 0 16,0 0-16,1 0 0,-1 0 15,-40-40-15,40 40 16,0-40-16,-40 0 0,40 0 0,-40 0 0,0 0 16,40-41-16,-40 41 0,0-40 15,0 40-15,0-40 0,40 40 0,-40-40 0,0 39 16,0-39-16,0 40 15,0 0-15,0 0 0,0 0 16,0 80 15,0 40-31,0-40 0,0 0 16,0 0-16,0 1 16,0-1-16,0 0 0,0 0 0,0 0 0,0 0 15,0 0-15,0 0 0,40 40 16,-40-39-16,0-1 0,41 0 0,-41 0 0,40-40 15,-40 40-15,40 0 16,-40 0-16,40-40 0,0 0 16,0 0-16,0 0 15,-40-40-15,40 0 16,-40 0-16,41 0 0,-41 0 16,40 0-1,-40-1-15,0 1 0,40 0 0,-40 0 16,0 80 31,0 0-47,0 0 0,0 1 15,0-1-15,0 0 0,0 0 0,0 0 16,0 0-16,0 0 16,0 0-16</inkml:trace>
  <inkml:trace contextRef="#ctx0" brushRef="#br0" timeOffset="55237.7374">19863 6055 0,'-81'0'31,"162"0"-31,-202-40 0,41 0 16,120 40-1,-40 40 1,40-40-16,-40 40 0,80-40 16</inkml:trace>
  <inkml:trace contextRef="#ctx0" brushRef="#br0" timeOffset="55497.7678">20424 6376 0,'-120'40'16,"240"-80"-16,-280 80 0,-1 0 16,121-40-16,0 40 0,0 1 31,40-1-31,0 80 16,160-40-1,81 0 16,-80-80-15,-121 0-16</inkml:trace>
  <inkml:trace contextRef="#ctx0" brushRef="#br0" timeOffset="56417.6443">22310 6095 0,'-40'0'16,"40"-40"-1,-40 40 32,40 40-47,-40-40 16,0 41-16,40-1 0,-40 0 0,0 0 0,-1 0 15,41 0-15,-40-40 0,40 80 0,0-40 0,-40 0 16,40 1-16,0-1 16,0 0-16,0 0 0,40 0 0,-40 0 0,40 0 15,-40 0-15,41 0 0,-1 1 16,-40-1-16,40 0 0,-40 0 15,-40-40 1,-41 0-16,41 0 16,0 0-16,0 0 0,0 0 0,0-40 0,0 40 15,-1-40-15,1 40 0,0-40 16,0-1-16,0 1 0</inkml:trace>
  <inkml:trace contextRef="#ctx0" brushRef="#br0" timeOffset="56637.702">22591 6496 0,'-40'81'32,"40"-41"-17,-40 40 1,40-40-16,0 80 31,0-79-31,0-1 0,0 0 16,-40 0-16</inkml:trace>
  <inkml:trace contextRef="#ctx0" brushRef="#br0" timeOffset="56797.6925">22752 6296 0,'-121'-40'15,"242"80"-15,-282-80 0,161-40 16,40 80 0,41 0-16,-81 40 0</inkml:trace>
  <inkml:trace contextRef="#ctx0" brushRef="#br0" timeOffset="58147.8224">23715 6577 0,'0'0'16,"-40"0"-16,-201 0 31,201 40-31,-81 80 31,121 41-15,81-81 0,119-241 15,-200 121-31,40-120 31,-40 120-31,0 0 0,40 40 16,1 0-1,-1 120 1,40 80 15,-80-119-31,0 199 16,-120-39 15,-41-40-15,41-161-1,39 0 1,81-80 0,41-81-1,239-119 1,-119 79 0,120-39-1,-161 120 1,-40-1-16,81 1 31,-121 40-31,40 40 31,-40 40-15,-40 0-16,0 40 0,-40 81 31,40-121-31,-40 0 16,40 0-1,0-80 1,121-120 0,-1 39-1,0 81 17,-80 80-17,41 121 1,79 39 15,1-79-15,80-121-1,-41-81 1,-79-159 15,-41-1-15,-120 161-1,-81 160 17,-39 121-17,160-81 1,0-80 0,80-80-1,40-120 1,-79 79-1,39 41 1,0 40 15,40 80-15,1 1-16,-1-41 31,-80-120-31,41-81 31,-1-80-15,0 1 0,-40 120-1,-40 79 17,0 82-17,0 79 1,-40 201 15,-40 120-15,0 40-1,39-401-15</inkml:trace>
  <inkml:trace contextRef="#ctx0" brushRef="#br0" timeOffset="59037.8102">16853 8301 0,'-40'0'16,"-80"0"0,-161 0 15,-121 0-16,-159 0 1,-202 40 0,-120 81 15,282-81-31,-443 80 31,603-80-31,-763 121 31,40-41-15,282-80 0,440-80-1,442 0 1</inkml:trace>
  <inkml:trace contextRef="#ctx0" brushRef="#br0" timeOffset="59947.6829">16733 8462 0,'0'0'16,"0"-40"-16,-81-1 16,81 1-16,-40 40 0,-40-40 15,0 0 1,80 80 15,160 40-15,-120-39-16,241 79 15,-160-120-15,440 160 32,-400-120-32,561 161 15,-481-161-15,762 241 16,482 120 0,40-80 15,-763-161-31,-401-80 15,321 0 1,-441-39 0,-201-41 15,-80 0 0,0 0-15</inkml:trace>
  <inkml:trace contextRef="#ctx0" brushRef="#br0" timeOffset="61097.6382">2087 9304 0,'0'0'0,"0"40"78,-41-40-78,41 40 0,-40 0 15,0 40-15,40-40 0,-40 1 0,40 39 16,-40 0-16,40-40 16,0 40-16,0 1 0,0-41 0,0 40 0,-40 0 15,40-40-15,0 40 0,0-40 0,0 41 0,0-41 16,0 0-16,0 0 0,80 0 16,-80 0-16,0 0 0,80 0 0,-40-40 15,1 0 1,-1 0-16,0 0 0,40-40 0,-40 40 0,40-40 15,1 0-15,-41 0 0,40 0 16</inkml:trace>
  <inkml:trace contextRef="#ctx0" brushRef="#br0" timeOffset="61397.6724">2087 9424 0,'0'-40'0,"0"80"0,-41-80 0,41-40 31,0 40-31,0 0 0,0 0 0,161-81 31,-121 81-31,161-40 16,-81 80-1</inkml:trace>
  <inkml:trace contextRef="#ctx0" brushRef="#br0" timeOffset="61587.5957">1886 10146 0,'-40'40'15,"80"-80"-15,-120 120 16,120-80 0,40 0-16,-40-40 0,0 40 0,41 0 15,-41-40-15,40 40 16,-40-40-16,40 40 0,-40 0 0,1-40 0,-1 40 15</inkml:trace>
  <inkml:trace contextRef="#ctx0" brushRef="#br0" timeOffset="61777.6504">2688 9946 0,'0'0'0,"0"40"16,0 0-1,0 0-15,81 80 16,-41-80-16,0 0 0,80 81 15,161 39 17,-120-80-17,-121-40-15</inkml:trace>
  <inkml:trace contextRef="#ctx0" brushRef="#br0" timeOffset="61977.6384">3451 10226 0,'-80'-160'16,"160"320"-16,-201-360 16,81 200-16,0 120 31,-40 0-31,0 1 16,-121 159-1,0 1 16,121-201-31</inkml:trace>
  <inkml:trace contextRef="#ctx0" brushRef="#br0" timeOffset="62177.627">3812 10387 0,'0'0'0,"-80"120"16,0 40-1,39 81 1,41 0 0</inkml:trace>
  <inkml:trace contextRef="#ctx0" brushRef="#br0" timeOffset="62497.61">3772 10587 0,'-80'-80'31,"160"160"-31,-160-200 0,80 40 15,0 40-15,40 40 0,80-41 16,121 1 0,-81 80 15,-160 1-31,0 39 16,-160 0-1,40 0-15,-121 0 31,80-39-15</inkml:trace>
  <inkml:trace contextRef="#ctx0" brushRef="#br0" timeOffset="62787.5198">4534 10347 0,'40'-41'31,"-40"82"-15,0 39-16,0-40 15,0 0-15,0 0 16,0 0-16,0 0 0,0 0 0,-80 1 16,80-1-16,-40 0 15,0-40-15,40 40 0,-40-40 0,0 0 16,0 0-1,-1-40-15,1 0 16,40-41-16,-40 41 16,40 0-16,0 0 0,0 0 0,0 0 15,0 0-15,40 40 0,-40-40 0,81 40 16,-41-40 0</inkml:trace>
  <inkml:trace contextRef="#ctx0" brushRef="#br0" timeOffset="63157.5698">4775 10347 0,'0'0'0,"0"40"62,40-40-62,-40 40 0,0 0 0,0 0 16,40-40-16,-40 40 0,0 0 15,0 0-15,0 0 0,0 1 16,-40-41-16,40 40 16,0-80 15,40 40-31,0-81 16,1 41-16,-1 40 15,0-40 1,0 40-16,-40 40 31,0 0-31,40-40 0,-40 40 16,0 1-16,0-1 0,0 0 0,0 0 15,0 0 1,0 0-16</inkml:trace>
  <inkml:trace contextRef="#ctx0" brushRef="#br0" timeOffset="63477.5516">5618 10708 0,'-40'0'15,"40"-41"1,80 1 0,-40-80 15,0 40-16,-40 40 1,-80 80 0,-41 80 15,121-80-31,0 40 16,0 1-1,41-41-15,39 40 31,-40-80-31</inkml:trace>
  <inkml:trace contextRef="#ctx0" brushRef="#br0" timeOffset="63837.4594">5858 10427 0,'0'0'16,"0"-40"-16,81 0 15,-41 40-15,0 40 16,40 160 15,-40-39-15,-120-41-1,80-40 1,40-200 15,121-41-15,-81 41-1,-40 80 17,0 120-17,0 41 1,-40 39 0,0-40 15,40-80-31</inkml:trace>
  <inkml:trace contextRef="#ctx0" brushRef="#br0" timeOffset="64077.5178">7183 10146 0,'0'-80'15,"0"160"-15,-81-160 0,81 120 31,0 0-15,0 120 0,0 121-1,-40-120 1,40-81 0,-80 80-1</inkml:trace>
  <inkml:trace contextRef="#ctx0" brushRef="#br0" timeOffset="64397.4986">7022 10587 0,'40'0'31,"0"0"-15,201-80-1,0 40 17,-81-80-17,-119 79 1,-82 82 0,1 39 15,-40 120-16,40-79 1,40-41-16,-40 120 16,0-119 15</inkml:trace>
  <inkml:trace contextRef="#ctx0" brushRef="#br0" timeOffset="64577.4884">8025 9946 0,'0'0'0,"-80"0"0,-40-41 15,80 41-15,-1-40 16,1 40 0,121 0-1,39 81 1</inkml:trace>
  <inkml:trace contextRef="#ctx0" brushRef="#br0" timeOffset="65217.3951">8507 10587 0,'0'0'15,"-40"40"-15,-41 0 16,-119 81-1,79-1 17,121 0-17,81-80 1,79-40 0,-120-80-1,41-80 1,-41 80-1,0-81 1,-40 81 0,0 120 15,0 0-31,40 121 31,-40-121-31,120 40 31,-39-80-15,-1-80 0,0-81-1,-40-79 17,0-41-17,0 121 1,-40 119 15,-40 122-15,40-41-16,-40 0 0,40 0 0,0 0 15,0 0-15,-40 40 16,40-40-16,-40 41 0,40-1 0,0-40 0,-40 40 16,40 0-16,0-39 0,-40 39 15,40 0-15,0-40 0,0 40 0,-40-40 0,40 41 16,0-41-16,0 0 15,0 0-15,80 0 0,-80 0 0</inkml:trace>
  <inkml:trace contextRef="#ctx0" brushRef="#br0" timeOffset="66917.2789">21147 10868 0,'0'-40'78,"80"40"-62,-40 0-16,0-80 0,0 80 0,0 0 15,41 0-15,-1 0 16,40-40-16,-40 40 0,41 0 0,-1 0 0,1 0 16,-1 0-16,0 0 0,-39 0 0,39 0 0,0 0 15,-39 0-15,-1 0 0,0 0 16,-40 0-16,0 0 0,1-41 0,-1 41 0</inkml:trace>
  <inkml:trace contextRef="#ctx0" brushRef="#br0" timeOffset="67167.2644">22431 10788 0,'0'0'0,"-40"0"0,-81 0 16,81 0-16,40 40 46,40 0-46,-40 0 0,0 0 16,0 0-16,0 40 0,0-39 0,0 39 0,0 0 16,0-40-16,0 40 0,0-40 0,0 41 0,0-1 15,-40-40-15,40 0 16,0 40-16,0-40 0,0 0 0,-40 1 16</inkml:trace>
  <inkml:trace contextRef="#ctx0" brushRef="#br0" timeOffset="67487.248">22671 11349 0,'0'0'0,"41"-80"15,-1 40 1,40 80 0,161 120-1,-81 81 1,-120-161-1,-40 0 1,-160 41 0,80-121-16,39-121 31,41 81-31,41-120 16,119 40-1,121-41 1,40 1-1,-281 160-15</inkml:trace>
  <inkml:trace contextRef="#ctx0" brushRef="#br0" timeOffset="67637.3125">24196 11068 0,'40'41'32,"-80"-82"-32,80 122 0,-40-1 31,0 0-31,0 40 15,0 81 1,-40-41 0</inkml:trace>
  <inkml:trace contextRef="#ctx0" brushRef="#br0" timeOffset="67787.2279">24317 10868 0,'-161'-120'15,"322"240"-15,-362-240 0,161 80 0,80 40 32</inkml:trace>
  <inkml:trace contextRef="#ctx0" brushRef="#br0" timeOffset="68347.2686">24798 11149 0,'0'0'0,"-80"0"16,0 80-1,-81 80 1,161 1-1,161-81 17,-1-120-17,-80-80 1,-80-41 0,0 121-1,0 0 1,0 80 15,0 201-15,0 39-1,-40-39 1,-40 120 0,-81-40-1,1-161 16,80-200-15,40-160 0,80-121-1,200 40 17,1 80-17,-40 81 1,-161 120-16</inkml:trace>
  <inkml:trace contextRef="#ctx0" brushRef="#br0" timeOffset="68747.2478">25561 11309 0,'-81'0'15,"162"0"-15,-202-40 32,121 80-32,121 80 15,39 81 1,-120-121 0,-40 40-1,0-79 1,0-82 15,40-39-31,161-40 16,-121 40 15,-40 80-31,0 80 31,1 0-31,-1 40 31,0-39-15</inkml:trace>
  <inkml:trace contextRef="#ctx0" brushRef="#br0" timeOffset="69057.228">26604 11590 0,'0'-40'16,"0"80"-16,40-80 15,-40 0-15,40 40 16,0 80 0,0-80-16,-40 40 0,40-40 15,-40 40-15,0 0 16,0 0-16,-40 0 0,0 0 16,0-40-1,40 41-15,-40-41 0,0 0 0,0 0 16,0 0-16,-1 0 15,1-41-15,0 1 0,40 0 16,-40 0 0,40 0-16,0 0 15,40 0-15,0 0 0,0 40 16,1 0 0,-1 0-16,0 0 0,0 0 15</inkml:trace>
  <inkml:trace contextRef="#ctx0" brushRef="#br0" timeOffset="69627.1951">27206 11429 0,'0'0'16,"-40"0"-1,40-40-15,-41 161 31,41 79-15,0 1 0,0-81-1,-40-80 17,40-80-17,121-161 1,39 41 15,-80 120-15,1 80-1,-81 0-15,40 40 16,-40 41 15,-40-81-15,40-80-1,0 0 1,40-121 0,40 41-1,0 80 17,-40 160-17,1 40 1,-41-79-1,0 39 1</inkml:trace>
  <inkml:trace contextRef="#ctx0" brushRef="#br0" timeOffset="69947.1797">28329 11790 0,'-40'0'15,"40"-40"1,40 0-16,40 0 16,1-40-1,-41 80 1,-40-120 0,-40 120-1,-161 0 1,81 120 15,80 80-15,160-39-1,40-41 1,-39-120 15,-81-40-31</inkml:trace>
  <inkml:trace contextRef="#ctx0" brushRef="#br0" timeOffset="70177.1646">29052 11149 0,'-81'-40'16,"162"80"-16,-242-80 31,161 80-31,-40 40 15,40 40 1,0 161 0,40-40-1,-40-81 1,-40-120 0</inkml:trace>
  <inkml:trace contextRef="#ctx0" brushRef="#br0" timeOffset="70627.1374">28771 11830 0,'0'-40'15,"0"80"-15,40-120 16,80 40 0,81 0 15,-81 80-16,-80 40 1,0 41 0,-120-121 15,40 0-31,40-40 16,0-1-1,40 1-15,161-80 31,-81 80-15,1 0 0,-41 40-1,-40 0 17,-40 80-17,0 80 1,-80-39 15,40-41-31,-1-80 16</inkml:trace>
  <inkml:trace contextRef="#ctx0" brushRef="#br0" timeOffset="70777.129">29694 11149 0,'-81'-121'16,"162"242"-16,-202-362 16,161 241-1,0 0-15,41 40 16</inkml:trace>
  <inkml:trace contextRef="#ctx0" brushRef="#br0" timeOffset="71127.1072">30175 11309 0,'0'40'31,"0"0"-31,-40 0 0,-121 81 31,121-81-31,40 80 31,161-40-15,-41-80-16,161-40 31,-40 0-15,-161 0 0,-120 0 15,-40 40-16,-41 40 1,41-40-16</inkml:trace>
  <inkml:trace contextRef="#ctx0" brushRef="#br0" timeOffset="71887.0642">23554 13074 0,'0'0'16,"80"-40"-16,-39 0 31,-82-41-15,-119 81-1,40 81 1,39 159 0,162-39-1,119 39 17,-79-159-32,-1 79 31,-160-80-16,-161-40 1,-40-40 0,161-120-16</inkml:trace>
  <inkml:trace contextRef="#ctx0" brushRef="#br0" timeOffset="72647.0219">24116 13635 0,'0'0'0,"160"0"16,161-80 15,-120-80-15,-161 39 0,-200 81 15,120 40-31,-201 80 31,161 41-31,39 119 16,122-159-1,79 39 1,41-80 15,-81-40-15,1-120-1,-81 39 1,0-119 0,-40-1-1,0 161 1,-40 0 0,40 80 15,80 40-16,40 1 1,1-1 0,-81 0 15,-40-40-31,40 40 16,0-39-1,121-1 1,39-80-1,-79-41 1,-81 1 0,-40-80-1,40 39 17,-40 81-32,0 80 31,0 81-16,0 39 1,0-40 0,0-79-16,-40 39 31</inkml:trace>
  <inkml:trace contextRef="#ctx0" brushRef="#br0" timeOffset="72816.9364">26203 13154 0,'-121'-120'31,"242"240"-31,-282-240 0,161-1 16,40 121 0,40-40-16,41 40 15</inkml:trace>
  <inkml:trace contextRef="#ctx0" brushRef="#br0" timeOffset="73626.9632">26524 13475 0,'40'40'31,"-80"-80"-31,120 80 0,-40-40 0,80-80 31,1-41-15,-121 41-1,-81 80 1,-39 161 15,80-41-15,40-80-16,120 120 16,-120-119-16,40-41 15,201 80 1,0-120 15,-161-81-15,-40-119-1,-40 79 1,0 121 15,0 80 0,-40-40-15,40 40-16,0 0 16,-40-40-16,40 41 15,0-82 48,40 41-48,-40-40 1,-40 40 93,40 40-93,0 1-16,0-1 0,0 0 16,0 0-1,0 0-15,0 0 0,0 0 0,0 0 16,0 0-16,0 1 16,0-1-16,0 0 0,0 0 15,0 0 1,0 0-16,-40 0 0,40 0 15,-40-40-15,0 40 16,0-40-16,-1 0 0,1 0 0,0 0 0,-40 0 16,40 0-16,0 0 0,0-40 0</inkml:trace>
  <inkml:trace contextRef="#ctx0" brushRef="#br0" timeOffset="73826.9526">27446 14076 0,'0'40'0,"-40"-40"32,-40-80-17,40 40-15</inkml:trace>
  <inkml:trace contextRef="#ctx0" brushRef="#br0" timeOffset="80696.5524">1164 13314 0,'0'40'15,"0"1"157,0-1-140,40-40-32,-40 40 0,80 0 15,-40 0-15,0 0 16,0 0-16,1 0 0,39 0 0,0 41 0,-40-41 15,40 0-15,1 40 0,-1-40 0,0 40 0,-40-40 16,41 1-16,-41-1 0,40 0 16,-40 0-16,0 0 0,40 0 0,-80 0 0,41 0 15,-1 0-15,0-40 16,-40 41-16,40-1 0,-40 0 0,40-40 16,0 0-16,-40 40 15,40-40-15,0 0 0</inkml:trace>
  <inkml:trace contextRef="#ctx0" brushRef="#br0" timeOffset="81146.531">2568 13555 0,'0'-40'16,"0"80"-16,-40-120 15,0 80 1,0 0 15,0 0-15,40 40-16,-41-40 0,41 40 15,-40 0-15,0-40 0,0 40 0,0 40 0,0-39 16,0-1-16,0 40 0,-1-40 0,1 40 0,0-40 16,0 0-16,0 41 15,0-41-15,40 0 0,-40 0 0,0 0 0,40 0 16,-41 0-16,1 0 16,0 0-16,40 1 0,-40-41 0,40 40 15,-40-40 1,40 40-16,-40-40 0,0 0 31,40 40-31</inkml:trace>
  <inkml:trace contextRef="#ctx0" brushRef="#br0" timeOffset="81666.4412">3531 13274 0,'-40'0'0,"0"0"0,-40-40 31,-1 40-15,41 40-16,-40 161 31,40-161-31,-40 201 16,80-161-16,0-40 0,-41 120 16,41-80-16,0 121 31,0-161-31,41 0 0,-41 0 0,120 121 15,0-81 17,-39 0-17,-1-80 1,-40 0-16</inkml:trace>
  <inkml:trace contextRef="#ctx0" brushRef="#br0" timeOffset="81906.4102">4133 13796 0,'-40'-81'15,"80"162"-15,-160-242 32,120 201-17,40 0 1,-40 1-16,0-1 0,40 0 0,-40 0 15,0 40-15,0-40 0,0 40 0,40 1 0,-40-41 16,0 0-16,0 40 16,0-40-16,0 40 0,0-40 0,0 1 0,0-1 15,0 0-15,-40 0 16,40 0-16</inkml:trace>
  <inkml:trace contextRef="#ctx0" brushRef="#br0" timeOffset="82286.9384">4855 13715 0,'0'0'15,"0"-40"-15,-40 40 16,0 0 0,0 40-16,40 1 15,-40-41-15,0 40 16,40 0-16,-40 0 0,-1-40 0,1 40 0,0 0 15,0-40-15,0 40 16,0 0-16,0-40 0,40 40 0,-40-40 0,-1 0 16,1 40-16,0-40 0,0 0 15,40 41-15,40-1 47,0-40-47,-40 40 16,40-40-16,1 40 15,-1-40-15,0 40 0,0 0 0,0-40 0,0 40 16,0-40-16,0 40 0,1 0 0,-1 1 16,0-41-16,0 40 0,0-40 15,0 0-15,0 0 16,0 0 0,-40-40-16</inkml:trace>
  <inkml:trace contextRef="#ctx0" brushRef="#br0" timeOffset="82546.9223">5497 13595 0,'0'-80'15,"0"160"-15,-40-160 16,80 120 15,-40 0-31,40 0 0,-40 0 16,41 41-16,-41-41 0,40 0 15,-40 40-15,0-40 0,0 40 0,0 0 0,0-39 16,0 39-16,-81-40 0,81 40 0,-40-40 0,40 40 16,-40-39-16,40-1 15,-40 0-15,40 0 0,-40 0 0,40 0 0,-40-40 16,40 40-16,-40 0 16</inkml:trace>
  <inkml:trace contextRef="#ctx0" brushRef="#br0" timeOffset="82776.8497">6340 14116 0,'-40'0'15,"40"-40"1,40 40-16,40-40 15,-40 40-15,0 0 0,1-40 0,-1 40 16,0 0-16,0-40 0,0 40 0,0 0 0,0 0 16,0 0-1,1 0-15,-1 0 0</inkml:trace>
  <inkml:trace contextRef="#ctx0" brushRef="#br0" timeOffset="83006.8954">6701 14397 0,'-120'80'31,"240"-160"-31,-280 201 0,119-121 0,1 0 0,40 40 31,121-40-15,-81 0-16,160-40 15,-119 40-15,-1-41 16,-40 1-16,40 0 16</inkml:trace>
  <inkml:trace contextRef="#ctx0" brushRef="#br0" timeOffset="83986.8385">9751 12994 0,'0'-41'15,"0"82"-15,0-122 16,-40 81-16,40-40 0,0 0 16,40-40-1,-40 40 17,-40 40-32,-81 80 31,1-40-31,80 0 0,-201 81 31,161-121-31,40 40 0,-121 40 16,121-40-16,-80 40 0,79-40 0,-79 40 31,80-39-31,-80-1 16,79 0-1,41 0 1,41-40-1,280 40 1,80 40 0,-201-80-1,-39 0 1,-121 0-16,0 40 16,-40 0-16,-80 1 31,40-41-31,-40 80 0,39-40 0,-159 120 31,-161 41-15,-81 39-1,282-159 1,120-41-16,-41 0 0,41 0 0,-40 80 31,40-40-15,80-39-1,40-1 1,121-80 15,200-81-15,-240 81 0,-81 0-16,281-40 15,-281 80-15,121-40 16,-161 40-16,201 0 31,-161 0-31,-40 0 16,-80 0 15,40 40-31,-40-40 0,40 40 31,-40-40-31,0 0 31,0 0-31</inkml:trace>
  <inkml:trace contextRef="#ctx0" brushRef="#br0" timeOffset="84586.8037">7905 15841 0,'-161'40'15,"322"-80"-15,-362 80 31,201 0-15,40-40-16,-40 40 0,0 0 16,0 1-16,0-1 15,0 0-15,0 0 0,0 0 0,0 0 16,-40-40 0,40 40-16,-40 0 0,40 0 15,0-80 32,40 0-47,-40 0 0,40 0 16,-40 0-16,41 0 0,-1 0 0,-40 0 0,40-1 15,0 1-15,0 0 0,0 0 16,-40 0-16,40 0 0,0 0 0,1 40 16,-41-40-1,40 40-15,0 0 16,-40 40-16,0 0 15,0 40-15,40-40 0,-40 0 16,0 0-16,0 1 0,0-1 0,0 0 16,0 0-16,0 0 15,0 0-15,0 0 0,0 0 0,0 0 16,0 0-16,0 1 0,0-1 16,0 0-16,40-40 31,0-40-31,0 40 15</inkml:trace>
  <inkml:trace contextRef="#ctx0" brushRef="#br0" timeOffset="84816.7353">8828 16082 0,'-40'0'15,"0"0"-15,40-40 16,40-1-1,40 1 1,-40 40-16,0-40 0,0 40 0,81-40 31,-41 0-15,-40 40 0</inkml:trace>
  <inkml:trace contextRef="#ctx0" brushRef="#br0" timeOffset="85036.7811">8748 16402 0,'-41'41'0,"82"-82"0,-122 82 31,121-41-31,41 0 16,-1 0-1,-40 0-15,0 0 16,0-41-16,81-39 16,39 40-1,-80 0 1</inkml:trace>
  <inkml:trace contextRef="#ctx0" brushRef="#br0" timeOffset="85426.7547">9871 15761 0,'-40'0'15,"80"0"-15,-120 40 16,40-40-16,0 80 31,-41 81-15,41-41-1,80-40 1,0-80 0,121 0-1,-121-40-15,0 40 16,0-40-16,0 40 16,-40-40-16,41 40 0,-41-40 0,0-41 31,0 41-31,-81 0 31,1 0-31,-40 40 16,80 0-1,-1 0-15,1 0 16</inkml:trace>
  <inkml:trace contextRef="#ctx0" brushRef="#br0" timeOffset="86426.6972">8266 12312 0,'0'40'46,"0"0"-46,0 40 16,0-40-16,0 0 0,0 0 0,-40 1 0,40-1 16,0 0-1,0 0-15,0 0 0,0 0 0,0 0 16,-40-40-16,40-80 47,0 40-47,40-40 0,-40-1 15,40 41-15,-40 0 16,40 0-16,-40 0 0,0 0 0,40 0 16,-40 0-16,40 40 0,-40-40 0,41 80 47,-41 0-32,40-40-15,-40 40 0,40 0 0,0-40 16,-40 40-16,40 0 15,0 0-15,0-40 0,-40 40 0,40-40 16,1 0-16,-1 0 16,-40-40-1,40 40-15,0-80 16,0 40 0,-40 0-16,0 0 0,40 0 0,-40 0 15,0 0-15,0-1 16,0 1-16,0 0 15,-40 40-15,40-40 16,0 0-16,-40 40 16,40 80 15,0-40-15,0 0-1</inkml:trace>
  <inkml:trace contextRef="#ctx0" brushRef="#br0" timeOffset="86626.6163">9229 12232 0,'-40'0'0,"40"40"16,-40-40 0,80-40 15,120-41-16,-119 81-15,79-80 16,-80 80-16,0-40 0,0 0 16,0 40-16</inkml:trace>
  <inkml:trace contextRef="#ctx0" brushRef="#br0" timeOffset="86856.5991">9831 11790 0,'0'-40'0,"0"0"31,-40 40-31,40 40 47,0 0-31,0 0-16,0 1 0,0-1 0,0 0 15,0 0-15,0 0 0,40 0 16,-40 0-16,0 0 0,0 41 0,0-41 0,0 0 15,0 0-15,0 40 16,0-40-16,0 0 0,0 0 0</inkml:trace>
  <inkml:trace contextRef="#ctx0" brushRef="#br0" timeOffset="87606.885">11155 13635 0,'-120'-40'31,"80"-40"-31,40 40 16,120 40 0,41 40-1,-121 0-15,0 80 32,0-39-32,-80 79 15,-121-40 1,121-80-16,0 0 31,80-80-31,40-40 16,-39 40-16,-1 0 0,0 0 15,0 0-15,0 0 0,0 0 16,0-1-16,0 1 0,1 0 0,-41-40 0,40 40 16,0 0-16,-40-40 15,40 39-15,-40 1 0,0 0 0,0 0 16,-40 40-1,0 0-15,40 40 16,-40-40-16,40 40 0,-41 0 0,1-40 0,40 41 16,-40-1-16,40 40 15,-40-40-15,40 0 0,0 0 0,-40 40 0,40-39 16,0-1-16,0 0 0,0 0 16,0 0-16,0 0 0,40 0 0,-40 0 0,0 0 15,40 0-15,0 1 16,-40-1-16,40-40 0,1 0 0,-1 0 15,0 40-15,0-40 16,0 0-16,40 0 0</inkml:trace>
  <inkml:trace contextRef="#ctx0" brushRef="#br0" timeOffset="87866.8008">12519 13354 0,'-160'0'16,"320"0"-16,-400 41 16,240-1-16,0 0 15,-40 160 1,40 41 0,40-121-1,0 1 1,0-41 15,0-80-31</inkml:trace>
  <inkml:trace contextRef="#ctx0" brushRef="#br0" timeOffset="88246.8457">12600 13756 0,'40'-81'16,"-80"162"-16,80-202 15,-40 161 16,40-40-15,-40 40-16,40-40 0,-40 41 0,40-1 0,-40 0 16,0 0-16,0 0 15,0 0-15,0 0 0,0 0 0,0 0 16,-40 0-16,40 1 16,-40-41-16,40-41 31,40 41-31,-40-40 0,80 0 0,-40 0 15,-40 0-15,41 0 0,-1 0 16,0 0-16,-40 0 0,40 0 0,0-1 0,0 1 16,0 40-16,-40 40 31,40-40-31,-40 41 0,0-1 16,0 0-16,0 0 15,0 0-15,41 0 0,-41 0 0,0 0 16,0 0-16,0 0 15,0 1-15,-41-41 0,41 40 0,-40 0 0,0 0 16,0 0-16</inkml:trace>
  <inkml:trace contextRef="#ctx0" brushRef="#br0" timeOffset="88536.8289">13643 13435 0,'0'-40'16,"0"80"-16,40-121 0,0 81 15,0 0 1,0 121 0,1 79-1,-41-79 1,0-81-16,-41 80 15,41-80-15,-80 121 16,-40-1 0,40-120-1</inkml:trace>
  <inkml:trace contextRef="#ctx0" brushRef="#br0" timeOffset="89816.6949">14124 13916 0,'0'40'16,"-40"-40"0,80 0 62,1 0-16,-1 0 1,0 0-16,0 0 0,0 0-16,0 0-16,0 0-15,0 0 16,1 0-16,-1 0 0,0 0 16,0 0-1,0 0-15,0 0 16,0 0-16,1-40 16,-41 0-16,0 0 15,0 0 1,0 0-16,0-1 15,-41 1-15,1 40 16,40-40-16,-40 40 0,0 0 16,0 0-16,0 0 15,0 0 1,40 40-16,-41-40 0,41 40 0,-40-40 0,40 41 16,-40-1-16,40 0 0,0 0 15,-40-40-15,40 40 0,0 0 0,0 0 0,0 0 16,0 0-16,0 0 15,0 1-15,0-1 0,40 0 0,0 0 16,0 0-16,1-40 0,-1 0 16,0 40-16,0-40 15,0 0-15,0 0 0,0 0 0,1 0 0,-1 0 16,0 0-16,0 0 16,0-40-16,0 40 0,-40-40 0,40 40 0,-40-40 15,40 40-15,-40-40 0</inkml:trace>
  <inkml:trace contextRef="#ctx0" brushRef="#br0" timeOffset="90166.7336">15047 13274 0,'-40'0'0,"80"0"0,-120 0 15,40 0-15,0 0 16,80 0 15,0 0-15,40-40-16,41 40 31,-81 0-31,80-40 16,-120 0-16,40 40 0</inkml:trace>
  <inkml:trace contextRef="#ctx0" brushRef="#br0" timeOffset="90626.6685">15529 13074 0,'-40'0'16,"80"0"-16,-40 0 15,40 0-15,-40-40 16,40 40-16,-40-40 0,40 40 0,-40-41 0,40 1 15,-40 0 1,0 0-16,0 0 0,0 0 16,0 0-16,0 0 15,-40 40 1,0 40 15,40 0-31,0 0 0,0 0 16,0 0-16,-40 0 0,40 0 15,0 1-15,0-1 0,0 0 0,0 0 0,0 0 16,0 0-16,0 0 0,0 0 0,40 0 0,-40 0 16,0 1-16,40-1 15,-40 0-15,0 0 0,40 0 0,-40 0 16,0 0-16,0 0 0,0 0 16,0 1-16,-40-1 0,0 0 15,0-40 1,40 40-16,-40-40 0,0 0 0,0 0 15,0 0 1,-1 0-16,1-40 0,40 0 16,0 0-16</inkml:trace>
  <inkml:trace contextRef="#ctx0" brushRef="#br0" timeOffset="90826.6613">15689 12512 0,'0'0'0,"0"-40"0,-80 40 16,40-40 0,0 40-16</inkml:trace>
  <inkml:trace contextRef="#ctx0" brushRef="#br0" timeOffset="91316.5942">16171 12793 0,'0'0'0,"0"-40"0,0 0 32,40 40-17,0 40 1,0 0-16,0 0 0,-40 0 0,41 0 15,-41 0-15,0 1 0,40-1 16,-40 0-16,0 0 0,0 0 0,0 40 0,-40-80 16,40 40-16,-81 0 0,81 0 0,-40-40 0,40 41 15,-40-41-15,0 40 16,0-40-16,0 0 0,0 0 16,40-40-1,0-1-15,0 1 0,0 0 16,40 40-1,-40-40-15,40 40 16,-40 40 0,40-40-16,-40 40 0,40 0 15,0 1-15,0-1 16,0-40 0,-40 40-16,41-40 0,-1 0 15</inkml:trace>
  <inkml:trace contextRef="#ctx0" brushRef="#br0" timeOffset="91806.6389">16612 12913 0,'0'0'16,"0"-40"-16,0 0 0,-40 40 16,40 40-1,0 0 1,0 0-1,0 161 1,0-41 0,0-39-1,0-161 17,0-1-32,0 1 15,0 0 1,0 0-16,0 0 0,0 0 0,0 0 0,40-40 15,-40 40-15,0-1 0,40 1 0,-40 0 0,0 0 16,0 0-16,41 40 16,-41 40 15,40-40-15,-40 40-16,0 0 0,40 0 15,-40 1-15,0-1 0,0 0 0,0 0 0,40 0 16,-40 0-16,40 0 15,-40 0-15,0 0 0,40 0 0,-40 1 16,0-1-16,40-40 0,0 0 31,-40-40-15,0-1 0,41 41-16,-41-40 0,0 0 0,0 0 15</inkml:trace>
  <inkml:trace contextRef="#ctx0" brushRef="#br0" timeOffset="92006.6295">16973 12953 0,'-200'-160'32,"400"320"-32,-400-360 0,200 160 0,0 0 15,0 0 1,40-1 15,40 41-15,-40 0-16,41 0 15,-41 0-15,80 0 16,0 0 0,-79 0-16</inkml:trace>
  <inkml:trace contextRef="#ctx0" brushRef="#br0" timeOffset="92336.7345">16412 13956 0,'-121'40'15,"242"-80"-15,-202 40 32,122 0-17,-1 0-15,0 0 0,80-40 16,-80 40-16,161-40 16,-41 40 15,-79-40-31</inkml:trace>
  <inkml:trace contextRef="#ctx0" brushRef="#br0" timeOffset="92886.6534">16693 14277 0,'-41'40'15,"82"-80"-15,-162 80 16,81-40-16,40 40 16,0 0-1,-40 0 1,40 0-16,0 1 16,0-1-16,-40 0 15,0-40 1,80-40 15,40-81-15,0-39-1,-40 120 1,41 40 15,-41 80-15,40 40-1,-40-80 1,0 1 0,41-41-1,-81-41-15,0 1 32,40-40-32,-40 40 0,0-40 15,0 0 1,0 39-16,0 1 31,-40 40-31,40-40 16</inkml:trace>
  <inkml:trace contextRef="#ctx0" brushRef="#br0" timeOffset="93196.684">17696 13234 0,'0'0'16,"-40"0"-16,40 40 31,0 0-16,0 0-15,0 1 16,0-1-16,0 120 16,-41-80-16,41-40 0,-40 121 31,40-121-31,0 0 0,0 0 0,-40 80 31</inkml:trace>
  <inkml:trace contextRef="#ctx0" brushRef="#br0" timeOffset="93536.6659">18057 13274 0,'0'0'0,"40"-40"0,-40 80 31,-40-40-31,40 40 0,-40 0 15,0 1 1,-1-1-16,41 0 0,-40-40 16,40 40-16,-40-40 0,0 40 0,0-40 15,40 40-15,-40-40 16,80 0 31,0 40-32,0-40-15,0 40 16,0-40-16,-40 40 0,41-40 0,-1 0 16,-40 41-16,40-41 15,0 0-15,-40 40 0,40-40 16,0 0 0</inkml:trace>
  <inkml:trace contextRef="#ctx0" brushRef="#br0" timeOffset="94146.6304">18458 13274 0,'0'-40'31,"0"80"-31,0-40 16,0 40-1,0 0-15,0 41 16,0-41-16,0 80 15,0-40 1,-40-80-16,40 81 16,0-122 15,0 1-15,40 0-16,-40 0 0,40 0 0,0 0 15,1 0-15,-1 0 0,0 0 16,-40-1-16,40 41 0,-40-40 0,40 40 15,0 0 17,-40 40-32,0 1 0,0-1 15,0 0-15,0 0 16,0 0-16,0 0 0,0 0 16,-40 0-16,40 0 15,0 1-15,0-1 16,0 0-1,40-40-15,0 0 16,0-40-16,1 0 16,-41-1-1,40 41-15,-40-40 0,40 0 16,-80 40 78</inkml:trace>
  <inkml:trace contextRef="#ctx0" brushRef="#br0" timeOffset="96636.4861">19341 16563 0,'-40'-40'15,"0"40"1,40-40-16,-40 40 0,40 40 63,40 40-48,-40-40 1,0 0-16,0 0 0,0 41 0,0-41 15,0 0-15,0 0 0,0 0 0,0 0 0,-40 0 16,40 40-16,-41-40 16,41 1-16,0-1 0,0 0 15</inkml:trace>
  <inkml:trace contextRef="#ctx0" brushRef="#br0" timeOffset="96906.4709">19180 16603 0,'0'-40'32,"41"40"-32,-1 0 15,0 0 1,0 40-16,80 40 15,-80-40-15,41 0 16,-41 1-16,80 39 16,41-40 15,-121-40-31</inkml:trace>
  <inkml:trace contextRef="#ctx0" brushRef="#br0" timeOffset="97146.4574">19983 16563 0,'0'0'0,"-80"0"0,80-80 31,-40 40-15,40-1-16,0 122 16,0-41-1,0 80 1,0 81-1,0-1 17,0-120-32,0-40 15,0 1-15</inkml:trace>
  <inkml:trace contextRef="#ctx0" brushRef="#br0" timeOffset="97666.3515">21909 16603 0,'0'0'15,"-40"0"1,-40 0 0,-1 0-1,1 0 17,0 40-32,40-40 0,-121 40 31,121-40-31,0 0 0,0 0 0,-121 40 15,121 0 17,80-40-17,-40-40 1</inkml:trace>
  <inkml:trace contextRef="#ctx0" brushRef="#br0" timeOffset="97996.3323">21427 16483 0,'-80'0'15,"40"0"-15,0 0 0,0 40 32,-40-40-32,39 0 15,-79 40 1,80-40-16,-80 40 15,79 0-15,1-40 16,80 0 31,1 0-47,-41 40 16,40-40-16,0 40 15,0-40-15,-40 40 0,40 1 0,0-1 0,0-40 16,0 40-16,1 0 0,-1 0 15,0 0-15,0-40 0,-40 40 0,40-40 16,0 0-16,-40 40 0,40-40 0,0 0 0</inkml:trace>
  <inkml:trace contextRef="#ctx0" brushRef="#br0" timeOffset="98296.3879">22431 16523 0,'0'0'0,"0"-40"16,-40 40-1,-1 40 16,41 0-31,0 0 16,0 0-16,0 0 0,0 0 0,0 41 0,0-41 16,0 40-16,0-40 0,0 40 15,0-40-15,0 0 0,0 0 0,0 1 0,0-1 16,0 0 0</inkml:trace>
  <inkml:trace contextRef="#ctx0" brushRef="#br0" timeOffset="98576.3722">22431 16643 0,'0'-40'16,"0"80"-16,0-120 0,0 40 0,0 0 0,-40-81 31,40 81-31,40-80 16,0 120-16,-40-40 0,80 40 15,0 0 1,1 80 0,-81 121-1,-41-121 1,-119 40 0,120-120-16,0 80 31,0-80-31</inkml:trace>
  <inkml:trace contextRef="#ctx0" brushRef="#br0" timeOffset="98936.3166">22792 16844 0,'40'0'16,"40"0"-1,-40-40-15,0 40 0,41 0 16,-81-41-16,40 1 0,0 0 16,-40 0-1,0 0-15,-40 0 16,0 40 0,0 0-1,40 80-15,-41-80 16,1 0-16,40 80 0,-40-80 0,40 40 15,0 1-15,-40-1 0,40 0 0,0 0 0,0 0 16,0 0-16,0 0 16,0 0-16,0 0 0,40-40 0,-40 40 15,40-40-15,-40 41 0,40-41 16,1 0-16,39 0 0,-40 0 16,0 0-1,0-41-15</inkml:trace>
  <inkml:trace contextRef="#ctx0" brushRef="#br0" timeOffset="99316.2589">23394 16683 0,'-40'0'16,"120"0"15,-40 0-15,0 0-16,-40 40 0,40-40 15,-40 40-15,40-40 0,-40 81 0,0-41 16,0 0-16,0 0 0,0 0 16,0 0-16,0 0 0,-40-40 0,40 40 15,0 0 1,0-80 15,0 0-15,0 0-1,40 0-15,-40 0 0,40 40 0,-40-40 16,41 0-16,-1 40 0,0-40 0,0 40 16,-40-40-16,40 40 15,-40-41-15,40 41 0,-40-40 16,40 40 0,-40-40-16,40 40 0,-40-40 15,41 40-15,-41-40 0</inkml:trace>
  <inkml:trace contextRef="#ctx0" brushRef="#br0" timeOffset="99526.3178">24156 16523 0,'-40'0'0,"40"40"31,0 0-15,0 0-1,0 0-15,0 0 0,40-40 0,-40 40 16,0 1-16,0-1 0,0 0 16,0 0-1,-40-40 1</inkml:trace>
  <inkml:trace contextRef="#ctx0" brushRef="#br0" timeOffset="99716.2333">24397 16443 0,'-80'-81'16,"80"41"-16,-81 40 0,81-40 15,-40 40-15,40-40 16,80 40-1,-39 0-15</inkml:trace>
  <inkml:trace contextRef="#ctx0" brushRef="#br0" timeOffset="100436.1927">25039 16563 0,'0'40'32,"0"0"-32,0 0 15,0 0-15,-40 41 16,0-41-16,-41 0 31,41-40-31,-40 40 16,40-40-16,0 0 0,40-40 15,0 0 1,0 0-16,80-41 31,0 41-31,-40 40 0,41-40 16,-41 40-16,40 0 16,-40 0-16,80 0 15,41-40 1,-81 0-1,-40 0 1,-40 0 0,0 0 15,-40 40-31,40 40 16,-40-40-16,0 80 15,40 0 1,0 0-1,80-40 1,-40-40 0,1-80-1,-1-80 1,-40 80 0,0 39-16,0-159 15,0 160-15,0 0 0,0-40 16,0 39-16,0 1 15,0 80 17,0 1-32,0-1 0,0 0 0,0 0 15,0 40-15,0-40 0,0 40 16,0-40-16,-40 41 0,40-1 0,0-40 0,0 40 16,0 0-16,-41-39 15,1 39-15,40-40 0</inkml:trace>
  <inkml:trace contextRef="#ctx0" brushRef="#br0" timeOffset="108585.6608">843 16563 0,'0'-40'0,"0"80"125,0 0-110,0 0 1,0 0-16,40 0 0,-40 0 0,0 1 16,40-1-16,0 0 0,0 0 15,0 0-15,0 0 0,-40 0 0,41 0 0,-1 0 16,40 0-16,-40 1 16,0-1-16,0-40 0,-40 40 0,40 0 0,1-40 15,-1 40-15,0-40 16,-40 40-16,40-40 0</inkml:trace>
  <inkml:trace contextRef="#ctx0" brushRef="#br0" timeOffset="108975.615">1605 16603 0,'0'0'16,"-40"0"-1,40 40 16,0 0-15,-40-40-16,40 40 16,-40 0-16,40 1 0,-40-41 0,-1 40 0,1 0 15,40 0-15,-40 0 16,0 0-16,0 0 0,0 40 0,0-40 16,0 1-16,40-1 0,-41 0 15,1 0-15,0 0 0,40 0 16,-40-40-16,40 40 0,0 0 15</inkml:trace>
  <inkml:trace contextRef="#ctx0" brushRef="#br0" timeOffset="109545.6567">2448 16563 0,'-40'0'0,"80"0"0,-121 0 16,1 40 0,0 0 15,40-40-31,40 80 0,-40 1 31,0 159-15,-1 41-1,82-121 1,119-39 15,-40-121-15,-39 0-16</inkml:trace>
  <inkml:trace contextRef="#ctx0" brushRef="#br0" timeOffset="109805.6429">2809 16924 0,'0'0'15,"-40"0"-15,40 40 31,0 0-15,0 40-16,0-40 0,40 0 0,-40 1 16,0-1-16,0 0 15,0 0-15,0 40 0,0-40 0,0 0 0,0 0 16,0 1-16,0-1 0,0 0 16,0 0-16,0 0 0,-40 0 0,40 0 15</inkml:trace>
  <inkml:trace contextRef="#ctx0" brushRef="#br0" timeOffset="110235.5415">3491 16804 0,'40'-41'15,"-40"82"17,0-1-17,-40-40-15,40 40 0,-80 0 0,40 0 16,-1 0-16,41 0 16,-40-40-16,0 40 0,0 0 0,0 0 0,0-40 15,0 41-15,0-1 0,-1-40 16,1 40-16,0-40 0,0 0 0,40 40 15,-40-40-15,0 0 16,80 0 31,0 0-47,0 40 16,0-40-1,0 40-15,1-40 0,-1 40 16,0 0-16,0-40 0,0 40 0,0 1 15,0-1 1,0-40-16</inkml:trace>
  <inkml:trace contextRef="#ctx0" brushRef="#br0" timeOffset="110535.5312">3772 16723 0,'0'0'16,"0"40"15,40 1-31,0-1 0,-40 0 16,40 0-16,-40 0 0,0 0 0,0 0 0,0 0 15,0 0-15,0 41 16,0-41-16,-80 0 0,80 0 0,-40 40 0,40-40 16,-40 0-16,40 0 0,-40 1 15,0-1-15,-1 0 0,1 0 0,0 0 16,0-40 0</inkml:trace>
  <inkml:trace contextRef="#ctx0" brushRef="#br0" timeOffset="110875.509">4494 17205 0,'0'0'0,"-40"0"0,80 0 47,0-41-47,0 41 16,1 0-16,-1 0 0,0-40 0,0 40 0,0 0 15,0 0-15,0 0 0,0 0 0,1 0 16,-1 0 0</inkml:trace>
  <inkml:trace contextRef="#ctx0" brushRef="#br0" timeOffset="111085.5116">4414 17646 0,'-40'40'31,"80"-80"-31,-80 120 0,80-80 32,0 0-32,161-40 31,-41-40-31</inkml:trace>
  <inkml:trace contextRef="#ctx0" brushRef="#br0" timeOffset="112200.1333">6661 16763 0,'0'-40'0,"40"40"16,0-40 15,-80 40 0,0 0-31,0 0 16,0 0-16,0 40 0,-1-40 0,1 0 15,0 0-15,0 40 16,0-40-16,-40 41 0,40-41 0,-1 40 0,-39-40 16,40 40-16,0-40 0,-40 40 15,40 0-15,-1-40 0,1 0 0,0 40 16,0-40 0,0 40-1,80-40 16,0 0-31,0 0 16,0 0-16,1 0 16,-1 0-16,0 0 0,0 0 0,0 0 0,0 0 15,0 40-15,41-40 0,-41 0 16,0 0-16,0 0 0,0 0 0,0 40 0,0-40 16,0 0-1,-40 40-15,41-40 0,-41 41 0,0-1 16,0 0-1,-41-40-15,41 40 16,-40-40-16,0 40 0,0 0 0,0-40 16,0 40-16,0-40 15,0 40-15,-1-40 0,1 40 0,0-40 0,0 41 16,-40-41-16,40 40 0,0-40 16,-1 40-16,1-40 0,0 40 0,0-40 0,0 40 15,0-40-15,40 40 16,-40-40-16,0 40 0,-1-40 15,41 40-15,41-40 79,-1 40-79,0-40 15,0 0-15,0 0 0,0 0 0,0 0 16,0 0-16,1-40 0,-1 40 0,0 0 0,0-40 15,40 40-15,-40 0 16,0 0-16,1 0 0,39 0 0,-40-40 0,0 40 16,0 0-16,0 0 0,0-40 15,1 40-15,-1 0 0,0 0 0,0 0 16,0 0 0,-40-40-16,40 40 0,0 0 0,0 0 15,1 0-15,-1 0 0,0 0 16,0 0-16,0 0 0,0 0 0,0 0 15,0 0-15,1 0 16,-1 0-16,-80 0 63,-1 0-48,1 0-15,0 0 0,0 0 16</inkml:trace>
  <inkml:trace contextRef="#ctx0" brushRef="#br0" timeOffset="112930.1649">5257 18488 0,'-81'0'16,"81"-40"0,0 0-1,40 40 1,1 0 0,-1 0-1,0 0 1,0 0-16,-40 40 31,40-40-31,-40 40 0,0 0 16,0 0-1,-40-40-15,40 40 16,-40-40 0,40-40-1,40 40-15,-40-40 16,40 0-1,0 0-15,0 0 0,0 0 16,1 0 0,-1-1-16,0 1 0,0 40 15,-40-40 1,40 40-16,0 0 0,0 0 16,0 0-1,-40 40-15,0 0 16,0 41-16,0-41 15,-40-40 1,40 40-16,0 0 0,-40 0 16,40 0-16,0 0 15,0 0-15,0 0 16,40-40 0</inkml:trace>
  <inkml:trace contextRef="#ctx0" brushRef="#br0" timeOffset="113180.0777">6139 18488 0,'0'0'0,"-40"0"0,0-40 16,40 0 15,40 40-31,0 0 0,41 0 16,-81-40-16,40 40 15,0 0-15,0 0 0,0 0 0,0 0 16,0 0 0,-40 40-16,40-40 15</inkml:trace>
  <inkml:trace contextRef="#ctx0" brushRef="#br0" timeOffset="113410.1383">6179 18608 0,'0'40'15,"0"-80"-15,41 120 31,-1-80 1,0 0-32,0-40 15,0 40-15,0 0 16,0 0 0</inkml:trace>
  <inkml:trace contextRef="#ctx0" brushRef="#br0" timeOffset="113790.1159">7102 18408 0,'0'0'16,"-80"0"-1,40 0 1,-40 40-1,40 40 1,40-40 15,40-40-31,80 40 32,-80-40-32,0 0 0,0-40 15,1 40-15,-41-40 0,0 0 31,0 0-31,-81-40 32,-39 40-17,40-1 1,40 41-16</inkml:trace>
  <inkml:trace contextRef="#ctx0" brushRef="#br0" timeOffset="114919.9761">5337 16202 0,'0'40'79,"0"0"-79,0 0 15,40 0-15,-40 0 16,0 1-16,0-1 15,0 0 1,0-80 31,0 0-47,0-1 16,0 1-16,0 0 15,0 0-15,0 0 0,40 0 16,-40 0-16,0 0 0,0 0 15,40 40-15,0 0 63,-40 40-63,40 0 16,1 0-1,-1 0-15,0 0 16,0 0-16,0-40 15,-40 40-15,40-40 32,0-40-1,-40 0-31,40 40 0,-40-40 16,0 0-1,0 0-15,0 0 0,0 0 16,0 0 15</inkml:trace>
  <inkml:trace contextRef="#ctx0" brushRef="#br0" timeOffset="115099.9704">6059 16202 0,'-40'0'16,"80"0"0,-40-40-1,40 40-15,0 0 0,-40-40 0,40 40 16,1 0-16,-1 0 0,0 0 0,-40-40 0,40 40 15,0 0-15,0 0 0,-40-40 16</inkml:trace>
  <inkml:trace contextRef="#ctx0" brushRef="#br0" timeOffset="115349.9682">6741 15841 0,'-40'0'16,"80"0"-16,-120-40 0,80 80 47,40-40-47,-40 40 0,40 0 16,-40 0-16,0 0 0,40 1 15,-40-1-15,0 0 0,0 0 0,0 0 16,0 0-16,0 0 0,0 0 0,-40 0 15,40 0-15,0 1 16</inkml:trace>
  <inkml:trace contextRef="#ctx0" brushRef="#br0" timeOffset="116409.9474">7544 17285 0,'-40'0'16,"40"-40"-16,0 0 16,40 40 15,0 0-31,0 0 16,-40 40-16,40-40 15,-40 40-15,40-40 0,-40 40 0,40 0 0,-40 0 16,0 0-16,0 0 0,0 0 0,0 1 15,0-1 1,-40 0-16,40 0 0,-40-40 0,0 0 31,40-40-15,0 0-16,40 40 16,-40-40-16,40 40 0,0-41 0,-40 1 15,41 40-15,-41-40 0,40 40 0,0-40 0,-40 0 16,40 40-16,-40-40 0,40 40 15,0-40-15,0 40 0,-40-40 16,40 40 0,-120 0 31,40 40-32,0 0-15,40 0 0,0 0 16,-40-40-16,40 40 0,-40 0 0,40 0 0,0 1 15,0-1-15,0 0 16,40 0-16,40 0 0,-40-40 16,-40 40-1,40-40-15,0 0 0,1 0 0,-1 0 0,0 0 16,0 0-16,0-40 0,0 40 16,0-40-16</inkml:trace>
  <inkml:trace contextRef="#ctx0" brushRef="#br0" timeOffset="116629.9496">8667 17325 0,'0'0'0,"-120"0"15,0 0 1,120 40-16,-81 40 31,81-40-31,0 0 0,0 1 16,0 39-16,81 0 31,79-40-15</inkml:trace>
  <inkml:trace contextRef="#ctx0" brushRef="#br0" timeOffset="117009.8721">8868 17365 0,'-40'0'16,"40"40"0,0 0 15,0 81-15,0-41-1,0-40-15,0-80 47,40 0-31,-40 0-16,40 40 15,-40-41-15,40 41 0,-40-40 0,40 40 0,-40-40 16,40 40-16,1 0 16,-1 0-16,0 0 15,-40 40-15,40-40 0,-40 40 0,40 1 16,-40-1-1,0 0-15,40 0 0,-40 0 0,0 0 16,0 0 0,0 0-16</inkml:trace>
  <inkml:trace contextRef="#ctx0" brushRef="#br0" timeOffset="117279.9884">9550 17365 0,'0'-40'15,"40"40"-15,0 0 16,0 40 0,1 40-1,-1 81 1,-40-81-1,-40 80 1,-1-120-16,1 41 16,0-41-16,0-40 31</inkml:trace>
  <inkml:trace contextRef="#ctx0" brushRef="#br0" timeOffset="118379.8899">10353 17525 0,'0'41'16,"0"-1"62,0 0-47,0 0-31,0 0 0,0 0 0,0 0 16,40-40 0,-40 40-16,0 0 0,0 0 15,40-40 1,-40 41-16,40-41 16,0 0-1,0-41 1,-40 1-16,40 40 15,0-40 1,1 40-16,-41-40 0,40 40 16,-40-40-16,40 0 15,-40 0-15,40 40 16,-40-40 0,0 80 93,0 0-109,0 0 31,40-40-31,-40 40 0,0 0 0,40-40 16,-40 40-16,40 0 15,1-40 1,-1 41-16,0-41 16,0 0-1,0 0-15,0-41 16,-40 1 0,40 40-16,-40-40 0,0 0 15,0 0-15,0 0 16,0 0-1,0 0-15,0 0 32,0 0-32,0-1 15,0 1-15,0 0 16,0 0 0</inkml:trace>
  <inkml:trace contextRef="#ctx0" brushRef="#br0" timeOffset="118729.9407">11436 17886 0,'0'0'0,"-40"0"0,40 40 47,0 1-32,0 39-15,0-40 16,0 0 0,0 0-16,-40-40 0,40 40 0,0 0 15,-40-40-15,40 40 0,0 1 31</inkml:trace>
  <inkml:trace contextRef="#ctx0" brushRef="#br0" timeOffset="118979.8551">11476 17926 0,'-40'0'0,"0"0"0,80 0 47,-40 41-32,40-1-15,0 0 0,0 0 16,-40 0 0,41-40-16,-41 40 0,40-40 0,0 40 15,0-40-15,0 0 0,0 0 31,-40-40-31</inkml:trace>
  <inkml:trace contextRef="#ctx0" brushRef="#br0" timeOffset="119199.8778">11877 17886 0,'-40'0'15,"0"-40"1,0 40-1,40 40 1,0 0 0,0 1-1,0 79 1,0-80-16,0 40 16,0-40-1</inkml:trace>
  <inkml:trace contextRef="#ctx0" brushRef="#br0" timeOffset="119599.8344">11556 16563 0,'0'0'16,"-40"0"-16,80 0 47,-40 40-47,41-40 15,-41 80 1,0-40-16,0 0 0,0 1 0,0-1 0,0 0 16,0 0-16,0 40 0,40-40 15,-40 0-15,0 0 0,0 0 0,0 1 16,40-1-16,-40 0 0,0 0 15</inkml:trace>
  <inkml:trace contextRef="#ctx0" brushRef="#br0" timeOffset="119979.8302">11958 16884 0,'-40'0'16,"-1"0"31,41 40-31,-40-40-1,40 40-15,-40-40 0,40 40 0,-40-40 0,0 0 16,0 40-16,40 0 0,-40-40 15,80 0 48,0 0-47,0 0-16,0 0 0,0 40 15,0-40-15,1 40 0,-1 1 16,0-41-16,0 40 15,0-40-15,-40 40 0,40-40 0,0 40 16</inkml:trace>
  <inkml:trace contextRef="#ctx0" brushRef="#br0" timeOffset="120709.8263">12479 16804 0,'0'0'0,"-40"0"0,0-41 15,40 82 16,40-1-15,0 40 0,-40 0-1,0-40 1,-40 0 0,40-80 15,0 0-31,121-80 31,-41-1-31,0 81 16,0 0-1,-80 80 1,40-40 0,-40 40-16,0 41 15,41 39 1,-41 40-1,0-39 17,40-121-17,120-40 1,-39-1 15,-121 1-31,-41 40 94,1 0-63,0 0 0</inkml:trace>
  <inkml:trace contextRef="#ctx0" brushRef="#br0" timeOffset="122180.0192">16412 17926 0,'0'0'0,"0"-40"31,0 80 16,0 1-47,0-1 15,0 0-15,0 0 16,0 0-16,0 0 0,0 0 0,40 0 0,-40 0 16,40 1-16,-40-1 0,0 0 0,0 0 15,40-40 1,-40 40-16,40-40 15,0 0 1,0 0-16,-40-40 0,41 40 16,-41-40-16,40 40 15,0-40-15,-40 0 0,40-1 0,0 1 16,-40 0-16,40 40 0,-40-40 16,0 0-16,40 40 0,-40 40 15,0 0 1,0 0-1,40-40-15,-40 40 0,0 1 16,41-41-16,-1 0 0,-40 40 16,40-40-16,0 40 0,0-40 15,0 0 1,0 0-16,-40-80 0,40 80 16,-40-41-16,0 1 0,41 0 0,-41 0 15,0 0-15,40 0 16,-40 0-16,0 0 15,0 0-15,0-1 0,0 1 0,40 0 16,-40 0 0,0 0-1,40 40-15,-40 40 32</inkml:trace>
  <inkml:trace contextRef="#ctx0" brushRef="#br0" timeOffset="122400.0071">17856 18047 0,'-40'0'15,"40"40"1,0 0-16,0 0 15,0 0 1,0 121 15,-40-81-15,40-40-16</inkml:trace>
  <inkml:trace contextRef="#ctx0" brushRef="#br0" timeOffset="122650.0104">17936 18167 0,'-40'0'16,"80"0"-16,-80 40 31,80-40-15,-40 40-16,41-40 0,-41 40 0,40 1 0,-40-1 15,40-40-15,-40 40 16,40-40-16,-40 40 0,40-40 16,0 0-16,0 0 15,1 0 1</inkml:trace>
  <inkml:trace contextRef="#ctx0" brushRef="#br0" timeOffset="122860.0536">18378 18167 0,'0'0'0,"-40"0"16,40-40 0,-40 40-1,40 40 1,0 40 0,0-40-16,0 1 15,0-1-15,-40 80 16,-1-80-16,41 0 15</inkml:trace>
  <inkml:trace contextRef="#ctx0" brushRef="#br0" timeOffset="123139.9683">19140 18247 0,'-80'0'16,"120"0"-1,0 0 1,0 0-16,1 0 0,-1 0 0,0 0 0,0 0 16,0 0-16,0 0 0,0 0 15,0 0-15,1 0 0</inkml:trace>
  <inkml:trace contextRef="#ctx0" brushRef="#br0" timeOffset="123349.9699">19381 18528 0,'-40'0'16,"80"0"-16,-120 0 0,40 0 16,80 0-1,40 0-15,-40 0 16,0 0-16,41 0 0,39 0 31,-80 0-31,0 0 0</inkml:trace>
  <inkml:trace contextRef="#ctx0" brushRef="#br0" timeOffset="123749.9474">20184 18488 0,'40'0'32,"0"0"-32,40 0 15,-40 0 1,0 0-16,0-40 0,-40 0 16,41 40-16,-41-40 15,0 0-15,-41-1 31,1 41-15,0 0-16,0 0 0,0 41 16,0-41-16,0 0 15,0 40-15,40 0 0,-41-40 0,41 40 16,0 0 0,0 0-16,0 0 15,0 0-15,41-40 0,-41 40 0,40-40 16,0 40-1,0-40-15,0 41 0,0-41 16,0 0 0,0 0-16</inkml:trace>
  <inkml:trace contextRef="#ctx0" brushRef="#br0" timeOffset="123969.9488">20745 18287 0,'0'0'0,"-40"0"0,0 0 16,40-40-16,0 0 16,40 40-1,81 0 1,-1-40-1</inkml:trace>
  <inkml:trace contextRef="#ctx0" brushRef="#br0" timeOffset="124359.9675">21106 18127 0,'41'-40'47,"-1"40"-15,-40-40-32,0 0 31,0 80 16,0 0-47,0 0 15,0 0-15,0 0 16,40-40-16,-40 40 0,0 0 0,0 1 16,0-1-1,0 0-15,0 0 0,-40-40 0,40 40 16,-40-40-16,40 40 0,-41-40 15,41-40 1</inkml:trace>
  <inkml:trace contextRef="#ctx0" brushRef="#br0" timeOffset="124559.9551">21066 17806 0,'0'0'0,"-40"-40"15,0 40 1,80 0 15,0 0-31</inkml:trace>
  <inkml:trace contextRef="#ctx0" brushRef="#br0" timeOffset="125059.8906">21628 17726 0,'-40'0'0,"40"40"47,40-40-47,-40 40 15,40-40-15,-40 40 0,40 0 16,-40 0-16,0 1 16,0-1-1,-40 0-15,0 0 0,-40-40 16,40 0 0,40 40-16,-40-40 0,40-40 46,40 40-46,0 0 32,0 40-32,0 0 0,0-40 15,0 0 1,-40 40-16,40-40 0,1 0 0,-1 0 16,0 0-16,0 0 15</inkml:trace>
  <inkml:trace contextRef="#ctx0" brushRef="#br0" timeOffset="125449.8486">22190 17766 0,'0'0'0,"-80"40"16,40 40-1,40-40-15,-81 81 31,81-1-15,-40-120 0,0-40 15,40 0-31,0-40 16,120-41-1,1 1 1,-81 80 15,-40 80-31,40 120 31,-40-39-15,40-81-16,-40 0 16,0 0-1</inkml:trace>
  <inkml:trace contextRef="#ctx0" brushRef="#br0" timeOffset="125649.837">21949 17926 0,'0'0'15,"-40"0"-15,80-40 16,0 0-1,201 0 1,-40 40 15,-121-40-31</inkml:trace>
  <inkml:trace contextRef="#ctx0" brushRef="#br0" timeOffset="125919.8252">21829 18448 0,'40'0'47,"0"0"-47,0 0 0,0 0 16,0 0-1,1 0-15,-1 0 0,0 0 0,0 0 16,0 0-16,-40-40 16,40 40-16,0 0 0,-40-40 0</inkml:trace>
  <inkml:trace contextRef="#ctx0" brushRef="#br0" timeOffset="126189.8612">21949 18608 0,'0'0'16,"-40"40"-1,40 0 1,0 1 0,-40-1-1,0 0 1,40 0 0,0 0-1</inkml:trace>
  <inkml:trace contextRef="#ctx0" brushRef="#br0" timeOffset="126639.7611">21909 18648 0,'40'-40'15,"-80"80"-15,120-80 47,-40 40-47,1 0 16,-1 0-16,0 40 15,0-40 1,-40 40-16,40 1 31,-40-1-31,40-40 32,0 0 46,-40-40-63,40-1 1,-40 1-16,41 0 16,-41 0-1,40 0-15,-40 0 16,40 40-16,-40-40 0,0 80 62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21:58.6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3892 1162 0,'-40'0'0,"0"0"16,0 0-16,40 41 31,-40-41-15,40 40-16,0 0 0,-40 0 0,40 0 15,-40 0-15,40 0 0,-41 0 16,41 0-16,0 41 0,-40-41 0,40 40 0,0-40 16,0 40-16,0-40 15,0 41-15,0-41 0,0 40 0,40-40 0,-40 0 16,41 0-16,-41 0 0,80-40 0,-40 40 0,0-40 15,0 41-15,40-41 0,-39 0 16,-1 0-16,40 0 0,-40 0 0,0 0 0,0-41 16,0 41-16,1-40 15,-1 0-15,0 0 0,0 0 0,0 0 0,-40 0 16,40-40-16,-40 39 0,0-39 16,0 40-16,0-40 0,0 0 0,0 40 0,-40-41 15,40 41-15,-40-40 0,40 40 0,-40 0 0,0 0 16,0 0-16,-1 0 15,1-1-15,0 1 0,0 40 16,40-40-16,-40 40 0,0 40 31,40 41-15,0-41-16,0 0 0,-40 0 0,40 40 16,0-40-16,0 0 0,-40 41 15,40-41-15,0 40 0,0-40 0,0 40 0,0-40 16,0 0-16,0 41 0,-41-41 0,41 0 0,0 0 15,0 40-15,0-40 16,0 0-16,-40 0 0,40 41 0,0-41 0,-40 0 16,40 0-16,0 0 0,0 0 15,-40 0-15,40 0 0,0 0 0</inkml:trace>
  <inkml:trace contextRef="#ctx0" brushRef="#br0" timeOffset="389.9472">3531 3128 0,'-40'40'31,"80"-80"-31,-120 120 0,80-120 31,40 40-31,121-40 16,160-121 15,200-79-15,-79 39-1,-202 81 17,-159 40-17,-41 39 1,-40 82 15,-40-41-15,40 40-16,-41-40 0,41 40 15,-40-40 1,0 0-16</inkml:trace>
  <inkml:trace contextRef="#ctx0" brushRef="#br0" timeOffset="4069.8039">7825 7258 0,'0'0'0,"-40"0"16,40 41-16,0-1 31,0-80 47,40 40-46,0 0-32,-40-41 0,40 41 15,0 0-15,0 0 16,0 0-1,0 0-15,1 0 16,-41 41-16,40-41 0,0 0 16,0 0-16,0 0 0,0 0 15,0 0-15,0 40 16,1-40-16,-1 0 0,0 0 16,0 0-16,0 0 15,0 0-15,0 0 16,0 0-16,1 0 15,-1 0 1,0 0-16,0 0 0,0 0 16,0 0-1,0 40-15,0-40 0,1 0 16,-1 0-16,0 0 16,0 40-16,0-40 0,0 0 15,0 0-15,0 0 16,1 0-1,-1 0 17,0 0-32,0 0 0,0 0 15,0 0-15,0 0 0,0 0 16,1 0-16,-1 0 0,0 0 0,0 0 0,0 0 16,40 0-16,-40 0 15,1 0-15,-1 0 0,0 0 0,0 0 16,0 0-16,0 0 15,0 0 1,0 0 0,1 0-16,-1 0 15,0 0-15,0 0 0,40 0 0,-40 0 0,41 40 16,-41-40-16,0 0 0,0 0 16,0 0-16,0 0 0,0 0 0,1 0 0,-1 0 15,0 0-15,0 0 0,0 0 16,0 0-1,0 0 1,0 0-16,1 0 16,-1 0-16,0 0 0,0 0 0,0 0 0,0 0 15,0 0-15,41 0 16,-41 0-16,40 0 0,-40 0 0,0 0 0,40 0 16,-39 0-16,-1 0 0,0 0 15,0 0-15,40 0 0,-40 0 0,0 0 0,1 0 16,-1 0-16,0 0 0,0 0 0,0 0 0,0 0 15,0 0 1,0 0-16,1 0 0,-1 0 0,0 0 0,40 0 16,-40 0-16,0 0 0,41 0 15,-41 0-15,0 0 0,40 0 0,-40 40 0,40-40 16,1 0-16,39 0 16,-40 40-16,1-40 0,39 0 0,0 0 0,-39 0 15,39 40-15,0-40 0,1 0 0,39 0 0,-39 0 16,-1 0-16,0 0 0,41 40 15,-1-40-15,-39 0 0,-1 0 0,41 0 0,-41 0 16,41 0-16,-41 0 16,0 0-16,1 41 0,-1-41 0,0 0 0,1 0 15,-41 0-15,40 0 0,1 0 16,-41 0-16,0 40 0,41-40 0,-41 0 0,40 0 16,-39 40-16,-1-40 15,0 0-15,0 0 0,1 0 0,-1 40 0,0-40 16,-40 0-16,40 0 0,1 40 0,-1-40 0,-40 0 15,40 40-15,1-40 0,-1 0 16,-40 0-16,40 0 0,1 40 0,-41-40 0,40 0 16,0 0-16,0 0 15,1 0-15,-1 40 0,40-40 0,-39 0 0,39 0 16,0 0-16,1 0 0,-1 40 16,0-40-16,41 0 0,-41 0 0,1 0 0,39 40 15,-39-40-15,-1 0 0,40 0 0,-39 41 0,39-41 16,-39 0-16,-1 0 15,41 0-15,-41 40 0,40-40 0,-39 0 0,-1 40 16,41-40-16,-41 0 0,1 0 16,39 40-16,-40-40 0,1 0 0,-1 40 0,41-40 15,-41 0-15,41 0 16,-41 40-16,0-40 0,1 40 0,39-40 0,-39 0 16,-41 40-16,40-40 0,-40 0 15,41 0-15,-41 0 0,0 0 0,1 0 0,-41 0 16,40 40-16,-40-40 0,40 0 0,-40 0 0,1 0 15,39 41-15,-40-41 16,0 0-16,40 40 0,-40-40 0,1 0 0,-1 0 16,0 0-16,0 40 0,0-40 15,0 0-15,0 0 0,-40 40 0,41-40 16,-82 0 15,1 0-31,0 0 16,0-40-16,0 0 15</inkml:trace>
  <inkml:trace contextRef="#ctx0" brushRef="#br0" timeOffset="6079.5857">17294 2366 0,'0'40'0,"0"0"94,0 0-63,0 0-15,0 0-1,0 0 1,0 0-16,41 0 16,-41 1-1,0-1-15,0 0 0,0 0 0,0 0 16,0 0-16,-41 0 16,41 0-16,0 0 0,0 1 0,0-1 15,0 0-15,-40 0 0,40 0 0,0 0 0,0 0 16,-40-40-16,40 40 0,0 0 15,0 0-15,-40 1 0,40-1 16,0 0-16,0 0 16,0 0-16,0 0 0,0 0 0,0 0 15,0 0-15,0 1 16,0-1-16,0 0 0,0 0 0,0 0 16,-40 0-16,40 0 0,0 0 0,-40 0 15,40 0-15,-40 1 16,40-1-16,-40 0 0,40 0 15,0 0-15,-41-40 16,41 40-16,0 0 0,0 0 16,0 0-1,0 1-15,0-1 0,0 0 16,0 0 0,0 0-16,-40-40 0,40 40 0,0 0 15,-40-40-15,40 40 0,-40 0 16,40 0-1,-40 1-15,40-1 0,0 0 16,0 0 0,0 0-16,-40 0 0,40 0 15,0 0 1,0 0-16,0 1 0,0-1 16,0 0-16,-40 0 0,40 0 15,0 0 1,0 0-16,0 0 15,0 0 1,0 0-16,-40 1 16,40-1-16,0 0 15,0 0-15,0 0 16,0 0 0,0 0-16,0 0 15,-41-40-15,41 40 0,-40-40 16,40 41-1,0-1-15,0 0 32,-40 0-32,40 0 15,0 0-15,0 0 16,0 0-16,-40-40 0,40 40 16,0 0-16,0 1 0,0-1 15,0 0 1,-40-40-16,40 40 0,0 0 0,0 0 15,0 0 1,-40 0-16,40 0 16,0 1-1,0-1-15,0 0 0,-40-40 0,40 40 16,0 0-16,0 0 16,0 0-16,0 0 15,-40-40-15,40 40 16,0 0-1,0 1 1,0-1 0,0 0-16,0 0 31,-41-40-31,41 40 0,0 0 16,-40-40-16,40 40 0,0 0 15,0 0 1,0 1 15,0-1-31,-40-40 31,40 40-31,0 0 32,0 0-17,0-80 16</inkml:trace>
  <inkml:trace contextRef="#ctx0" brushRef="#br0" timeOffset="7179.4517">17294 2446 0,'0'40'93,"-40"-40"-77,40 40-16,-40-40 16,0 40-16,0-40 0,40 40 0,-40-40 0,0 0 15,40 40-15,-40-40 16,-1 40-16,1-40 0,0 41 16,0-41-1,120 0 32,-80-41-31,40 41-16,1-40 15,-1 0-15,0 0 16,0 0 0,0 40-16,-40-40 0,40 40 0,0-40 15,0 40-15,-40-40 0,41 40 0,-1 0 16,0 0-1,0 0 17,-40 40-32,40-40 0,-40 40 0,40-40 15,0 0-15,-40 40 16,40 0-16,1 0 0,-41 0 16,40-40-16,-40 40 0,0 1 15,40-41-15,-40 40 16</inkml:trace>
  <inkml:trace contextRef="#ctx0" brushRef="#br0" timeOffset="8719.3625">16291 7619 0,'-40'0'0,"40"41"15,-40-41 1,40 40 124,0 0-124,0 0 0,-40-40 15,0 0-15,40-40-16,0 0 31,0 0-16,40 40-15,0-41 16,0 41 0,-40 41-1,0-1 1,0 0-16,0 0 16,-40 0-16,0-40 46,40-40-30,40 0 0,-40 0-16,40 40 15,-40-40 1,40 40-16,-40 40 16,0 0-1,0 0 1,-40-40-16,40 40 15,-40-40 1,0 0-16,40-40 16,0 0-1,0 0 1,0 0 0,40 40-16,-40-41 0,40 41 15,-40 41 1,0-1-1,0 0-15,0 0 16,0-80 31,0 0-31,0 0-16,0-1 15,40 41 1,-40-40-16,40 40 0,-40-40 15,41 40-15,-1 0 16,0 0-16</inkml:trace>
  <inkml:trace contextRef="#ctx0" brushRef="#br0" timeOffset="11269.2858">17495 7860 0,'-40'0'0,"80"0"93,0 0-61,-40 40-1,40-40 47,0 0-62,-40-40-16,41 40 0,-82 0 125,41-40-110,41 40 16,-41-40-31,0 80 63,-41-40-63,1 0 16,80 0 30,-40-40-46,0 0 16,0 80 31,0 0-31,-40-40-1,40-40 79,0 0-78,40 40-16,-40-40 15,0 0 1,41-1-1,-41 1 1,0 0-16,0 0 16,0 0-1,0 0-15,0 0 16,0 0 0,0 0-16,0-1 0,40 1 0,-40 0 15,0 0-15,40 40 0,-40-40 0,0 0 16,0 0-1,40 40-15,-40-40 0,0 0 0,0 0 16,40 40 0,-40-41-16,0 1 0,40 0 15,-40 0 17,0 0 14,40 0-14,0 0 202,-80 40-93,40 40-126,-40-40 1,40 40-16,0-80 78,0 0-47,40 40-31,-40 40 32,0 0-1,-40 0-16,0-40-15,0 0 16,40-40 0,0 0 15,0 0-31,0 0 16,40 40-16,0 0 15,0 0 1,-40 40-16,0 0 31,0 0-31,0 0 0,-40-40 16,40 40-16,-40-40 15,0 0-15,40-40 32,40 0-17,0 0-15,0 40 16,0-40-1,-40 80 17,0 0-17,-40-40 1,0 0 0,0 0-16,0 0 31,80 0 0,0 0-31,0 0 16,0 0-1,1 0-15,-41 40 32</inkml:trace>
  <inkml:trace contextRef="#ctx0" brushRef="#br0" timeOffset="14239.0716">18940 8020 0,'0'41'47,"-40"-41"-32,40 40 1,0-80 156,0-1-16,0 1-125,0 0-15,0 0-1,0 0-15,40 40 16,-40-40-16,40 0 16,-40 0-1,0 0 1,0 0 0,0-1-16,40 41 15,-40-40-15,0 0 16,0 0-16,0 0 15,0 0 1,40 40-16,-40-40 0,0 0 16,40 40-1,-40-40-15,0-1 0,0 1 16,40 40 0,-40-40-16,0 0 15,0 0-15,40 40 16,-40-40-16,0 0 15,0 0-15,41 40 0,-41-40 16,0 0 0,0-1-16,0 1 15,0 0 1,0 0 0,40 40-16,-40-40 0,0 0 31,0 0-31,40 40 15,-40-40-15,0 0 16,40 40-16,-40-41 31,40 41 1,-40-40-32,0 0 31,40 40-16,-40-40 1,0 0 0,40 40-1,-40-40 1,0 0 0,0 0 15,0 0-16,0 0 110,0-1-78,0 1-15,40 40-17,-40-40 1,41 0-1,-41 0 1,0 0 15,0 0-15,0 0 0,40 40-1,-40-40-15,0-1 31,40 41 1,-40-40 46,0 0-47,0 80 78,0 0-77,0 1-32,-40-41 15,40 40 1,-40-40-16,40-40 47,0-1-16,40 1 0,0 40-15,-40 40 0,0 1-1,0-1 1,-40-40-16,0 40 15,-1-40-15,1 0 16,40-40 31,0 0-47,0-1 16,40 41-1,1 0 1,-41 41 15,0-1 0,-41-40-31,1 0 32,40-40-17,0-1-15,0 1 47,0 80 0,0 1-47,-40-41 0,40 40 16,-40-40-16,80 0 78,0 0-78,0 0 15,1 0-15</inkml:trace>
  <inkml:trace contextRef="#ctx0" brushRef="#br0" timeOffset="17008.8793">20505 8181 0,'0'-40'16,"0"0"0,0 0 187,40 40-203,-40-41 15,40 41 1,-40-40-16,40 40 0,-40-40 0,0 0 16,0 0-1,40 40-15,-40-40 0,0 0 0,40 40 16,-40-40-16,0 0 0,0 0 0,0-1 16,0 1-16,40 0 0,-40 0 15,0 0-15,0 0 0,0 0 16,40 0-16,-40 0 15,0-1-15,0 1 0,0 0 0,0 0 16,41 40-16,-41-40 16,0 0-16,0 0 0,0 0 0,0 0 0,40 0 15,-40-1-15,0 1 16,0 0-16,0 0 0,40 0 16,-40 0-16,0 0 0,0 0 15,0 0-15,40 40 16,-40-41-16,0 1 0,0 0 15,0 0 1,40 0-16,-40 0 0,0 0 31,0 0-15,0 0 0,0 0-1,0-1-15,0 1 16,0 0-1,0 0 1,0 0 0,40 40-1,-40-40 1,0 0 0,40 40-16,-40-40 0,0 0 15,0-1 1,0 1-16,40 40 15,-40-40 1,0 0 15,0 0-15,0 0 0,0 0-1,0 0 1,0 0-1,0 0 1,0-1 0,0 1 15,0 0-15,0 0-1,0 0 1,0 0-1,0 0 1,0 0 0,0 0-1,0-1 1,0 1 15,0 0-15,41 40-1,-41-40-15,0 0 32,40 40-32,-40-40 15,0 0 17,40 40-32,-40-40 15,0 0 1,0 0 15,0-1 78,0 82 48,0-1-142,0 0 1,-40-40-16,0 0 16,40 40-16,-41-40 15,1 0 1,40-40-1,-40 40-15,40-40 16,-40 40-16,40-40 16,0-1-1,40 41 1,0 0-16,0 0 16,1 0-1,-41 41 1,40-41-1,-40 40 1,-40-40 0,40 40-16,-41-40 31,82 0 0,-41-40-31,40 40 0,0 0 31,-40 40 16,-40-40-47,40 40 16,-40-40-16,-1 0 16,41-40 46,41 40-46,-1 0-1,-40 40-15,40-40 16</inkml:trace>
  <inkml:trace contextRef="#ctx0" brushRef="#br0" timeOffset="18438.8696">21949 8101 0,'0'40'172,"-40"-40"-94,40-40-62,40 40-1,0 0 16,-80 40 32,40-80-32,0 0-15,40 40-16,-40-41 15,40 41-15,1 0 16,-41 41 15,-41-1-15,1-40 0,40 40-16,-40-40 15,0 0-15,0 0 0,40-40 31,0 0 1,40 40 15,-40 40-47</inkml:trace>
  <inkml:trace contextRef="#ctx0" brushRef="#br0" timeOffset="20348.9661">23073 8301 0,'0'40'0,"-40"-40"78,40-40 172,0 0-250,0 0 16,0 0-1,40 40-15,-40-40 16,0 0-1,0 0-15,40 40 0,-40-41 0,0 1 16,40 0 0,-40 0-16,0 0 15,0 0-15,40 0 16,-40 0-16,0 0 16,0 0-16,0-1 15,0 1 1,0 0-16,0 0 15,40 0 1,-40 0-16,0 0 0,40 40 16,-40-40-1,0 0-15,0-1 16,40 41-16,-40-40 0,0 0 16,0 0-1,0 0-15,0 0 31,0 0-31,0 0 16,0 0 0,0 0 187,0 80-94,0 0-93,0 0-1,-40-40 1,0-40 31,40 0-31,-40 0-16,40-1 15,40 41 16,0 41 1,-40-1-32,0 0 15,-40-40 17,0 0-17,40-40 16,40 40-15,0 0-16,0 0 16,1 0-1,-1 0 1,-40 40-16,-40 0 31,-1-40-15,41 40-16,0 0 31</inkml:trace>
  <inkml:trace contextRef="#ctx0" brushRef="#br0" timeOffset="22578.8321">24076 8301 0,'-40'0'94,"40"40"-94,0 0 16,40-40 155,-40-40-171,40 40 32,-40-40-17,0 0 1,0 0 0,40 40-16,-40-40 15,0 0 1,0 0-16,0 0 15,40-1 1,-40 1-16,0 0 16,0 0-1,40 0-15,-40 0 0,0 0 16,0 0-16,0 0 0,40 0 16,-40-1-1,0 1-15,0 0 0,0 0 0,0 0 16,41 40-1,-41-40-15,0 0 0,0 0 0,0 0 16,0-1 0,0 1-16,0 0 15,0 0 1,0 0-16,0 0 16,0 0-16,0 0 31,0 0-31,0 0 15,0-1 1,0 1-16,0 0 16,0 0-1,0 0 1,0 0-16,0 0 0,0 0 16,0 0-1,0-1 48,0 1-32,40 40-31,-40-40 16,40 40-1,-40-40 1,0 0-16,0 0 31,40 40-31,-40-40 16,0 0 15,0 0-15,0 0-1,0-1 16,40 41 48,-40-40-64,40 40 32,-40-40-47,0 0 47,40 40 47,-40-40-79,0 80 95,0 0-95,0 0-15,-40-40 16,40 40-16,-40-40 0,0 0 16,40 41-1,-40-41-15,0 0 0,0 0 16,-1 0-1,41-41 17,0 1-32,41 40 15,-1-40-15,-40 0 16,40 40-16,0-40 0,0 40 16,0 0-16,0 0 15,-40 40 16,-40-40-15,0 0-16,40 40 16,-40-40-16,0 0 15,0 0-15,0 0 16,40-40-16,40 40 47,0 40-32,0-40-15</inkml:trace>
  <inkml:trace contextRef="#ctx0" brushRef="#br0" timeOffset="25168.7568">25039 8582 0,'40'0'0,"-40"-40"250,40 40-250,0-40 15,0 0 1,-40 0 0,0-1-16,40 1 15,-40 0-15,0 0 16,0 0-16,41 0 15,-41 0-15,0 0 0,0 0 16,0-1 0,0 1-16,0 0 0,40 40 0,-40-40 15,0 0-15,0 0 16,0 0-16,0 0 0,40 0 16,-40 0-16,0-1 0,0 1 0,0 0 15,40 0-15,-40 0 0,0 0 16,0 0-16,40 0 0,-40 0 15,0-1-15,0 1 16,40 40-16,-40-40 0,0 0 16,0 0-1,0 0-15,0 0 16,40 0-16,-40 0 0,0 0 31,0-1-31,0 1 0,0 0 16,41 40-16,-41-40 15,0 0-15,0 0 0,0 0 16,0 0 0,0 0-16,0-1 15,0 1 1,0 0-16,0 0 0,0 0 16,40 0-1,-40 0 1,40 0-16,-40 0 15,40 40 1,-40-40-16,0-1 0,0 1 16,0 0-1,0 0-15,0 0 0,40 40 16,-40-40-16,0 0 16,0 0-1,0 0 1,0-1-1,40 41-15,-40-40 16,0 0 0,0 0-16,0 0 15,0 0 1,40 40-16,-40-40 16,0 0-1,0 0 1,0 0-16,0-1 15,0 1 1,0 0-16,0 0 16,0 0-1,0 0-15,0 0 0,0 0 16,40 40-16,-40-40 0,0-1 16,41 1-1,-41 0-15,0 0 16,0 0-1,0 0 64,40 0-64,-40 0 16,0 80 173,0 0-126,0 0-63,0 0 1,-40-40 0,-1 0-1,41 40-15,-40-40 0,0 0 16,0 0-1,40-40 17,0 0-32,0 0 31,40 0-31,0 40 16,0 0-16,-40-40 15,0 80 16,0 0-15,0 0 0,41-40 77,-1 0-77,0 0 0,-40 40 15,-80-40-31,39 0 0,1 40 16,40 0-1</inkml:trace>
  <inkml:trace contextRef="#ctx0" brushRef="#br0" timeOffset="26688.6801">25239 8582 0,'0'-40'32,"0"0"93,0 0-110,0 0-15,41 40 94,-1 0-78,0 0-16,0 0 0,0 0 15,0 40 1,0-40-16,1 0 0,-1 0 16,0 0-16,0 0 0,0 0 0,0 0 0,40 0 15,-39 40-15,-1-40 16,40 0-16,-40 40 0,0-40 0,40 40 0,-39-40 15,-1 0-15,0 0 0,0 40 16,0-40-16,40 0 0,-40 40 0,1-40 0,-1 0 16,0 0-16,0 40 15,0-40-15,0 0 0,0 0 0,0 0 0,1 0 16,-1 0-16,0 0 0,0 0 16,0 0-16,0 0 15,0 0-15,0 0 0,1 0 16,-1 0-1,0 0 17,-80 0 46</inkml:trace>
  <inkml:trace contextRef="#ctx0" brushRef="#br0" timeOffset="27618.6874">26162 8622 0,'41'0'31,"-41"-40"0,40 40 32,-40 40-47,-40-40 62,40-40-63,40 40 1,-80 0 78,-1 0-63,41-40-15,41 40-1,-1 0 1,0 0-16,0 0 15,-40 40 17,0 0-17,-40-40-15,0 0 0,0 0 16,40 40-16,-41-40 16,41-80-1,41 80-15,-1 0 16,0 0-1,-40-40-15,40 40 0,0 0 32</inkml:trace>
  <inkml:trace contextRef="#ctx0" brushRef="#br0" timeOffset="31048.3496">15208 7579 0,'0'40'0,"-40"-40"31,0 0 0,0 0 157,-1 0-157,41-40 31,-40 40 32,40-40 172,0 0-235,0 0-31,0 0 0,40 0 16,-40 0-16,41 0 15,-1-1-15,-40 1 0,0 0 16,40 0-16,-40 0 0,0 0 0,0 0 0,0 0 15,0 0-15,40 0 16,-40-1-16,0 1 0,0 0 0,0 0 16,0 0-16,0 0 15,0 0-15,40 0 0,-40 0 0,0-1 16,0 1-16,0 0 0,40 0 0,-40 0 0,0 0 16,0 0-16,40 0 15,-40 0-15,0 0 0,0-1 16,0 1-16,0 0 15,40 0-15,-40 0 0,0 0 16,0 0 0,41 0-16,-41 0 0,0-1 15,0 1-15,40 0 0,-40 0 16,0 0-16,0 0 16,0 0-16,40 40 0,-40-40 15,0 0 1,40 40-16,-40-40 0,0-1 31,40 41-31,-40-40 0,0 0 31,40 40-31,-40-40 0,0 0 16,40 0 0,-40 0-1,0 0-15,40 40 0,-40-40 16,0-1-1,0 1-15,41 0 16,-41 0 0,0 0-16,0 0 15,0 0 1,0 0 0,0 0-1,0 0 1,40 40-16,-40-41 0,0 1 15,0 0 1,40 40 0,-40-40-1,0 0 32,40 0-16,-40 0 1,0 80 186,-40-40-186,0 0-32,0 0 15,-1 0 1,82 0 46,-41-40-46,40 40-16,0 0 0,-40-40 16,40 40-16,0 0 15,-40 40 1,40-40-16,-40 40 0,0 0 31,-40-40-15,40 40-16,-40-40 15,0 0-15,0 0 0,40-40 32,-40 40-32,40-40 0,0 0 15,40 0-15,-40 0 16,80 40-16,-40 0 16,-40 40 15,0 0-16,-40-40 1,40 40-16,-40-40 0,0 0 16,40 40-1,-40-40-15,80 0 32,0 0-32,0 0 15,0 0-15</inkml:trace>
  <inkml:trace contextRef="#ctx0" brushRef="#br0" timeOffset="32588.26">13482 7419 0,'0'0'0,"0"40"15,-40-40-15,0 0 31,40-40 126,0 0 77,0 0-78,0 0-140,0-1 0,0 1-1,0 80 32,40-40-31</inkml:trace>
  <inkml:trace contextRef="#ctx0" brushRef="#br0" timeOffset="34933.2864">13763 7539 0,'0'40'15,"0"0"17,-40-40 61,0 0-77,0 0 15,80 0 32,-40-40-63,0 0 0,0 0 15,40 40-15,-40-40 0,40 0 16,-40 0 0,0 0-1,40 40-15,-40-40 16,0-1-16,41 1 0,-41 0 15,0 0 1,40 40-16,-40-40 0,0 0 0,40 0 16,-40 0-16,0 0 15,40 0-15,-40-1 0,0 1 0,0 0 16,40 40-16,-40-40 0,0 0 16,0 0-16,40 40 15,-40-40-15,0 0 0,0 0 16,0-1-16,40 1 15,-40 0-15,0 0 32,0 0-32,0 0 0,40 40 15,-40-40-15,0 0 0,41 40 16,-41-40 0,0 0-1,40 40 1,-40-41-1,0 1 1,0 0 15,40 40-31,-40-40 110,0 0-95,0 0 17,0 0-32,0 0 31,40 40-31,-40-40 125,0-1-110,40 41 1,-40-40 0,0 0 62,40 40-63,-40-40 1,0 0 15,0 0-15,40 0-16,-40 0 16,0 0 171,40 40-31,-40 40-140,41-40 0,-41 40-1,0 0 16,0 0-15,-41-40-16,41 40 16,-40-40-1,0 0-15,40 40 0,-40-40 16,0 0 0,40-40-1,0 0-15,0 0 16,0 0-1,0 0-15,80 40 16,-80-40-16,40 40 16,0 0-1,-40-40-15,0 80 32,0 0-17,-40-40-15,40 40 16,-40-40-1,80 0 79,-40 40-78,-40-40-1,0 0 1,0 0-16,40-40 16,0 0-1,0 0-15,40 40 16,0 0-16,0 0 16,0 0-16,1 0 15,-1 0-15,0 0 0</inkml:trace>
  <inkml:trace contextRef="#ctx0" brushRef="#br0" timeOffset="37093.1646">12720 7339 0,'0'40'16,"-80"-40"218,80 40-218,-40-40-16,0 0 109,40-40-93,0 0 0,0 0 15,0-1-16,0 1 1,0 0-16,40 0 16,-40 0-1,40 40-15,-40-40 0,40 0 16,-40 0-16,0 0 0,40 0 0,-40-1 16,0 1-1,40 0-15,-40 0 0,0 0 16,40 40-1,-40-40-15,0 0 0,40 40 32,-40-40-32,0 0 0,41-1 15,-41 1 1,0 0 0,40 40-16,-40-40 0,40 40 31,-40-40-31,40 0 31,-40 0-15,0 0-1,0 0 1,40 40-16,-40 40 172,0 0-110,-40-40-30,80 0 77,0 0-93,-80 40 30,0-40-30,0 0 0,40 40-16,-40-40 15,40-80 1,0 40-16,40 40 16,-40-40-1,40 40-15,0 0 0,-40 40 63,-40-40-63,0 0 0,40 40 15,-40-40-15,0 0 16,80 0 15,-40-40-31,40 40 16,0-40-16,0 40 0,0 0 15,-40-40 1,40 40-16</inkml:trace>
  <inkml:trace contextRef="#ctx0" brushRef="#br0" timeOffset="38313.0931">11476 7459 0,'0'-40'46,"-40"40"64,0 0-95,0 0 1,0 0 0,40-40 31,0 0-32,0 0-15,0-1 31,40 41-31,0 0 16,-40 41 0,0-1-1,0 0-15,0 0 16,-40-40 0,0 40-16,0-40 31,-1 0-31,41-40 15,0 0 1,0 0 15,41 40-31,-1 40 16,-40 0 0,0 0-1,-40 0-15,-1-40 16,1 0-1,0 0-15,0-40 32,40 0-32,0 0 15,40 40-15,0-40 16,0 40-16,1 0 16,-1 0-1,0 0 1</inkml:trace>
  <inkml:trace contextRef="#ctx0" brushRef="#br0" timeOffset="40123.212">16051 8502 0,'-41'0'360,"1"0"-282,0 0-63,0 0-15,0 0 16,0 40-16,0-40 16,40 40-16,-40-40 15,40 40-15,-41 0 0,41 0 16,0 0-16,0 0 16,0 1-1,41-1-15,-1 0 0,0-40 16,0 0-1,-40 40-15,40-40 0,0 0 16,0 0-16,0 0 16,-40-80-16,41 80 0,-41-40 0,40 40 0,-40-41 15,40 41-15,-40-40 0,40 0 0,-40 0 16,0 0 0,0 0-16,0 0 15,-40 0-15,0 40 16,0-40-16,-1 40 0,1 0 15,0 0 1,0 0-16,0 0 0,0 0 0,0 40 16,0 0-1,40 0-15</inkml:trace>
  <inkml:trace contextRef="#ctx0" brushRef="#br0" timeOffset="40993.1077">10072 8221 0,'-40'0'0,"-1"0"16,82 0 15,-1 0-15,0 0-16,0 0 15,0 0-15,0 0 0,0 0 16,0 0-16,1 0 16,-1 0-16,0 0 0,0 0 15</inkml:trace>
  <inkml:trace contextRef="#ctx0" brushRef="#br0" timeOffset="41223.0977">10674 8181 0,'0'-40'16,"0"0"-16,0 80 63,0 0-48,0 0-15,0 0 16,0 0-16,0 0 15,0 0-15,0 1 0,0-1 16,40-40 0</inkml:trace>
  <inkml:trace contextRef="#ctx0" brushRef="#br0" timeOffset="42862.9983">13924 8502 0,'-40'0'0,"0"0"15,-1 0-15,122 0 32,-41 0-17,0 0-15,0 0 16,0 0-16,0 0 0,0 0 0,1 0 0,39 0 15,-40 0-15,0 0 16,40 0-16,-40 0 0,1 0 0,-1 0 0,-40-40 16,40 40-16,0 0 0</inkml:trace>
  <inkml:trace contextRef="#ctx0" brushRef="#br0" timeOffset="43052.977">14807 8261 0,'0'-40'15,"0"80"-15,0-120 16,-40 80-16,-1-40 15,41 120 17,0-40-32,0 0 15,0 0-15,0 0 0,0 1 16,0-1-16,0 0 16,0 0-16,-40 0 0,40 0 0,0 0 15,-40 0 1</inkml:trace>
  <inkml:trace contextRef="#ctx0" brushRef="#br0" timeOffset="43563.0133">12881 8341 0,'-41'-40'15,"41"0"32,41 40-31,-1 0-16,0 0 16,0 0-16,0 0 0,0 0 0,0 0 15,0 0-15,1-40 16,-1 40-16</inkml:trace>
  <inkml:trace contextRef="#ctx0" brushRef="#br0" timeOffset="43902.9382">13362 8020 0,'40'0'31,"0"0"-16,0 0-15,1 0 16,-1 0 0,-40 41-1,-40-1-15,40 0 16,-41-40-16,41 40 16,-40-40-16,0 40 0,0-40 0,40 40 0,-40-40 15,40 40 1,40-40-1,0 0 1,40 0-16,-39-40 0,-1 40 16,0 0-16,0 0 15,-40-40-15,40 40 0,0 0 0,0 0 0,0 0 16,1 0-16,-1 0 16</inkml:trace>
  <inkml:trace contextRef="#ctx0" brushRef="#br0" timeOffset="44412.9143">11597 8141 0,'-41'0'16,"41"-40"15,41 40 0,-1 0-15,0 0-16,0 0 16,0 0-1</inkml:trace>
  <inkml:trace contextRef="#ctx0" brushRef="#br0" timeOffset="44892.9996">11998 7860 0,'0'-40'16,"80"40"15,40 0-16,-39-40 1,-41 40 0,-40 40-1,-80 80 17,39-80-32,1 0 15,40 1 1,-40-41-16,40 40 31,40-40-15,0 0-1,1 40-15,-1-40 32,-40 40-17,-40 0 1,-81 0 15,41 0-15,40-40-1,0 0-15</inkml:trace>
  <inkml:trace contextRef="#ctx0" brushRef="#br0" timeOffset="45742.9487">10834 7980 0,'0'40'0,"-40"1"31,0-1 16,0-40-31,0 0-1,-1 40-15,1-40 0,0 0 0,40 40 16,-40-40-16,0 0 16,40 40-16,0 0 15,0 0 17,-40-40-32,40 40 0,-40-40 15,40 40 1,40-40 78,0 0-79,0-40-15,0 40 0,0 0 16,0 0-16,1 0 15,-1 0-15,0 0 0,0 0 0,0 0 16,0 0-16,0 0 0,1 0 16,-1 0-16,0 0 0,0-40 0</inkml:trace>
  <inkml:trace contextRef="#ctx0" brushRef="#br0" timeOffset="51602.6831">17615 8742 0,'-40'0'16,"40"40"-1,-40-40 63,0 0-62,40 41-16,0 39 16,-40-80-16,40 40 0,-40 0 0,40 0 15,0 0 1,-40 0-16,40 0 0,0 1 0,0-1 15,0 0-15,0 0 16,0 0-16,0 0 16</inkml:trace>
  <inkml:trace contextRef="#ctx0" brushRef="#br0" timeOffset="52542.6273">18498 9063 0,'-40'40'0,"80"-40"109,0 0-93,1 40 0,-1 1-16,-40-1 15,0 0-15,0 0 16,0 0-16,0 0 0,-40 0 15,-1 0 1,1 0-16,0-40 16,80 0 15,0 0-15,1 0-1,-1 0-15,0 0 0,0 0 0,0 0 16,0 0-1,0 0-15,0 0 32</inkml:trace>
  <inkml:trace contextRef="#ctx0" brushRef="#br0" timeOffset="53332.5079">20063 9264 0,'-40'-40'16,"40"0"-1,40 40 16,0 0-31,-40-41 16,40 41-16,1 0 16,-1 0-16,0 0 15,-40 41-15,40-1 16,-40 0-16,0 0 16,0 0-16,-40-40 0,40 40 15,-80 0 1,80 0-16,0 0 0,-41-40 15,41 40 1,41-40 31,-41 41-47,40-41 0,0 0 16,0 0-1,-40 40-15,40-40 16,-40 40-1,0 0-15,0 0 16,0 0 0,-40-40-16,40 40 0,-40-40 0,0 0 15,40 40-15,-81-40 0,41 0 16,0 0-16,0 0 16,0 40-16,0-40 0,0 0 15,0 0-15,-1 0 16</inkml:trace>
  <inkml:trace contextRef="#ctx0" brushRef="#br0" timeOffset="54482.515">21829 9224 0,'40'0'0,"-80"0"47,40 40-31,-40-40-16,-1 40 0,1-40 0,0 40 15,0-40-15,0 0 0,0 40 16,40 0-16,-40-40 0,0 40 0,-1-40 15,41 40-15,-40-40 16,0 0 0,80 0-1,0 0 1,1 0-16,-1 0 0,0 0 16,0 0-16,0 0 15,0 0-15,0 0 0,0 0 0,1 40 0,-1-40 16,0 0-16,0 0 15,0 41-15,0-41 0,0 0 0,1 0 32,-1 0-32</inkml:trace>
  <inkml:trace contextRef="#ctx0" brushRef="#br0" timeOffset="54732.7023">21949 9424 0,'-80'-40'31,"40"40"-31,0 0 16,-1 0 15,41 40-31,-40 0 16,40 0-1,0 0-15,-40-40 0,40 41 0,0-1 16,0 0-1,0 0 1,0 0 0</inkml:trace>
  <inkml:trace contextRef="#ctx0" brushRef="#br0" timeOffset="67016.6447">23233 9304 0,'-40'0'32,"0"0"30,-40 0-46,40 0-1,-1 0-15,1 0 0,0 0 0,0 0 16,0 0-16,40 40 16,-40-40-16,40 40 125,0 40-110,0-40 1,-40 0-16,40 1 0,0-1 0,0 0 0,-40 0 16,40 0-16,0 0 15,0 0-15,0 0 16,40-40-1,0 0 1,0 0-16,0 0 0,0 0 16,0 0-1,0 0-15,1 0 16,-41 40 0,0 1-16,0-1 31,-41 0-31,1-40 0,40 40 15,-40-40-15,0 0 16,0 0-16,0 0 0,0 40 0,0-40 16,-1 0-16,1 40 0,0-40 0,0 0 15,0 0-15</inkml:trace>
  <inkml:trace contextRef="#ctx0" brushRef="#br0" timeOffset="67616.6099">24236 9384 0,'0'0'16,"0"-40"-1,0 80 32,-40-40-47,40 40 0,-40 0 16,40 0-16,-40 0 16,40 1-16,0-1 0,-40 0 15,40 0-15,0 0 16,0 0-16,0 0 15,40-40-15,0 0 16,0 0-16,0 0 16,-40-40 15,0 0-31,-40 40 16,0 0-1,0 0-15,0 0 0,0 0 0,0 0 16,-1 0-16,1 0 15,0 0-15,80 0 32,0 0-17</inkml:trace>
  <inkml:trace contextRef="#ctx0" brushRef="#br0" timeOffset="68126.5803">24918 9424 0,'0'0'0,"-80"0"16,120 0 15,0 0-15,41 0 0,39 0 15,-80 0-16,-40 40 17,-40-40-32,0 80 31,-40 81-15,-1-41-1,41 1 16,40-41-15,0-40 0</inkml:trace>
  <inkml:trace contextRef="#ctx0" brushRef="#br0" timeOffset="68326.5868">24838 9905 0,'-40'0'16,"80"0"-16,-80-40 15,120 0 1,41 40 15,39-40-15,-120 0-1</inkml:trace>
  <inkml:trace contextRef="#ctx0" brushRef="#br0" timeOffset="68966.6055">26082 9504 0,'0'0'0,"0"-40"31,40 40-31,0 0 16,81 0 0,-81 40-1,-120 81 17,-81-1-17,41 0 1,80-39 15,80-1-15,40-40-1,0 0 1,-80-120 15,-40 80-15,-80-161-1,80 41 1,40 0 15,40 120-31,40-81 16,0 41 0,41 40 15,-41 0-16,-40 40-15</inkml:trace>
  <inkml:trace contextRef="#ctx0" brushRef="#br0" timeOffset="69226.517">27326 10106 0,'0'0'0,"-40"0"16,0 0 0,40-40 15,40 40-31,80 0 31,-80 0-31</inkml:trace>
  <inkml:trace contextRef="#ctx0" brushRef="#br0" timeOffset="69406.5055">28570 10226 0,'0'0'0,"-40"0"0,40-40 16,40 0 0,0 40-1,201-40 1,-121 40-16</inkml:trace>
  <inkml:trace contextRef="#ctx0" brushRef="#br0" timeOffset="69556.519">29814 10226 0,'0'-40'16,"40"0"-1,0 40-15,0 0 16,0-40-16,41 40 0</inkml:trace>
  <inkml:trace contextRef="#ctx0" brushRef="#br0" timeOffset="69786.4754">31299 10186 0,'-41'0'0,"41"-40"16,121 0-1,160 0 17,0 40-17,-121-40 1,-120 40-16</inkml:trace>
  <inkml:trace contextRef="#ctx0" brushRef="#br0" timeOffset="69886.42">32502 9986 0,'0'0'0,"-120"0"31,80-40-31,-40-1 0</inkml:trace>
  <inkml:trace contextRef="#ctx0" brushRef="#br0" timeOffset="71336.3517">18538 1644 0,'-40'0'0,"80"0"0,-120 0 16,80-40-1,40 40 1,0 0 0,41 0-16,-41-40 0,0 40 0,0 0 15,0 0-15,0 0 0,0 0 16,1 0-16,-1 0 0,-40 40 0,40-40 0,0 40 15,-40 0-15,0 0 0,0 0 0,0 0 16,0 40-16,-40-40 16,40 1-16,-40-1 0,40 0 0,-40 0 0,-1 0 15,1-40-15,0 40 0,0 0 16,0 0-16,0-40 16,120-40-1,-40 0 1,40 0-16,-39 0 15,-1 0-15,0 40 0,0-40 0,0 0 0,0-1 16,0 1-16,0 0 0,1 0 0,39 0 0,-40 0 16,0 40-16,0-40 15,-40 0-15,40 0 0,0 0 0,1-1 0,-41 1 16,40 0-16,-40 0 16,0 0-1,-40 40 1,-1 0-1,41 40-15,-40-40 0,40 40 0,-40 0 16,0 0-16,0-40 0,40 41 16,-40-1-16,0 0 0,0 0 0,40 0 0,-41 0 15,41 0-15,0 0 16,0 0-16,-40 0 0,40 1 0,0-1 16,81 0-16,-41-40 15,-40 40-15,40-40 0,0 40 0,0-40 16,0 0-16,0 0 15,0 0-15,1 0 0,-1 0 0,0 0 0,0 0 16</inkml:trace>
  <inkml:trace contextRef="#ctx0" brushRef="#br0" timeOffset="72006.3477">20103 1283 0,'-40'0'219,"0"0"-156,40 40-48,-40-40-15,40 40 0,0 0 0,-40 0 0,40 0 16,-40-40-16,40 40 16,-40 1-16,40-1 0,0 0 0,0 0 0,0 0 15,0 0-15,0 0 16,0 0-16,40 0 0,-40 0 0,40-40 15,-40 41-15,40-1 0,0 0 0,0-40 16,0 40 0,0-40-16,1 0 0,-41 40 0,40-40 15,0 0-15</inkml:trace>
  <inkml:trace contextRef="#ctx0" brushRef="#br0" timeOffset="72506.3182">20424 1684 0,'-40'-40'15,"80"80"-15,-80-120 16,40 40 0,40 40-16,0 0 31,1 0-31,-41 40 0,0 0 15,40-40-15,-40 40 0,0 0 16,0 0-16,0 0 16,0 0-1,0-80 32,0 0-47,40 40 16,-40-40-16,0 0 15,40 40-15,0-40 0,0 40 16,-40-40-16,40 40 16,0 0-1,1 0 1,-1 40 0,0 0-1,-40 0-15,0 0 16,40-40-16,-40 40 0,0 0 0,0 0 15,0 0-15,0 1 0,0-1 16,0 0 0,0 0-16,0 0 15</inkml:trace>
  <inkml:trace contextRef="#ctx0" brushRef="#br0" timeOffset="72816.3004">21307 1243 0,'0'-40'16,"40"40"15,-40 40-31,80-40 0,-80 40 16,41 0-16,-1 0 0,0 0 0,0 0 15,-40 0-15,40 0 16,-40 41-16,0-41 0,0 0 0,0 40 0,0-40 16,-80 0-16,80 40 0,-80-39 15,39 39-15,1-40 0,-40 0 0,40 0 0,0 0 16,0 0-16,0 0 15</inkml:trace>
  <inkml:trace contextRef="#ctx0" brushRef="#br0" timeOffset="74675.9716">2889 9865 0,'-40'0'0,"0"0"16,0 40-1,0-40 1,40 41-1,0-1-15,0 0 0,0 0 16,0 0-16,0 0 0,0 0 0,0 0 16,0 0-16,0 0 15,0 1-15,0-1 0,0 0 0,0 0 0,0 0 0,0 0 16,0 0 0,0 0-16,-41-40 0,41 40 0,0 1 15,0-1 1</inkml:trace>
  <inkml:trace contextRef="#ctx0" brushRef="#br0" timeOffset="74936.0373">2889 10106 0,'-80'-80'15,"160"160"-15,-160-281 16,80 161-16,40 0 31,120 0-15,-119 40-16,79 0 16,40 0 15</inkml:trace>
  <inkml:trace contextRef="#ctx0" brushRef="#br0" timeOffset="75166.022">2729 10427 0,'-41'40'16,"82"-80"-16,-122 120 15,121-80 1,1 0-16,119-40 31,-120 0-31,201 40 16,-201-40-16,0 40 16,40 0-16</inkml:trace>
  <inkml:trace contextRef="#ctx0" brushRef="#br0" timeOffset="75366.0103">3692 10306 0,'0'0'15,"-40"41"1,-1-41 0,1 40-1,40 40-15,0-40 16,0 0-16,-40 80 15,40-39 1,0-41-16,-40 0 0,0 0 0,40 0 16</inkml:trace>
  <inkml:trace contextRef="#ctx0" brushRef="#br0" timeOffset="75545.9993">3772 10066 0,'-80'-40'15,"160"80"-15,-160-120 16,40 80-16,40-40 16,80 40-1</inkml:trace>
  <inkml:trace contextRef="#ctx0" brushRef="#br0" timeOffset="75975.9006">3852 10347 0,'40'0'46,"-40"40"-46,40 0 16,1 0 0,-41 0-16,0 0 0,0 0 15,0 0 1,0 0-16,0 1 16,-41-41-16,41-41 46,41 1-46,-1 0 16,0 0-16,0 40 0,-40-40 0,40 40 0,0 0 16,-40-40-16,40 40 0,0 0 15,1 0-15,-1 0 16,-40 40 0,0 0-16,0 0 0,0 0 15,0 0 1,0 1-16,0-1 0,0 0 15,-40-40-15,40 40 0,0 0 0,0 0 16</inkml:trace>
  <inkml:trace contextRef="#ctx0" brushRef="#br0" timeOffset="76515.9426">5297 10547 0,'-40'-80'16,"80"160"-16,-121-160 16,41 80-1,40 40 1,-40-40-16,0 80 15,-40 0 1,80-39-16,-40 79 16,40-80-16,0 0 15,80-40 1,80-40 15,-79 0-31,-81 0 0,80-81 31,-80 81-31,40-40 16,-40 40-16,0-40 0,-40 0 0,0-41 31,0 1-15,40 80 0,-40 40-1,40 120 1,0-80-16,0 40 15,0-39-15,0-1 0,0 40 0,0 120 32,0-119-32,0-41 0,40 80 15,-40-80-15</inkml:trace>
  <inkml:trace contextRef="#ctx0" brushRef="#br0" timeOffset="77395.8922">7303 10106 0,'-40'0'0,"0"0"16,40 40-16,-40-40 0,40 40 15,0 0 1,-41-40-16,1 40 0,40 0 0,-40 1 0,40 39 16,-40-40-16,40 0 0,-40 0 15,0 40-15,40-40 0,0 1 0,-40-1 0,40 0 16,0 0-16,0 0 0,0 0 0,0 0 0,0 0 15,40-40-15,-40 40 16,40 0-16,40-40 0,-40 41 0,0-41 16,1 0-16,39 0 15,-40 0-15,0 0 0,0 0 0,0-41 0,1 41 16,-1-40-16,0 40 16,0-40-16,0 0 0</inkml:trace>
  <inkml:trace contextRef="#ctx0" brushRef="#br0" timeOffset="77595.8798">7303 10306 0,'-80'-40'0,"160"80"0,-241-120 31,161 0-31,41 40 16,159 0-1,-39 40 1,-121 0-16</inkml:trace>
  <inkml:trace contextRef="#ctx0" brushRef="#br0" timeOffset="77785.8701">7223 10667 0,'80'0'0,"-160"0"0,40 41 0,-41-41 16,1 0-16,160 0 16,41-41 15,39 41-15,-79 0-16,-1-40 15,-40 40-15</inkml:trace>
  <inkml:trace contextRef="#ctx0" brushRef="#br0" timeOffset="77985.8583">7825 10547 0,'0'40'16,"0"0"-1,0 0 1,80-40 0,-40 81-16,121 39 31,-1 40-16,-80-39 1,-40-121-16</inkml:trace>
  <inkml:trace contextRef="#ctx0" brushRef="#br0" timeOffset="78165.8478">8547 10708 0,'-80'-41'16,"160"82"-16,-241-82 31,121 41-31,0 41 0,-80 79 31,80-40-31,-121 161 16,121-201-16,-40 80 16,40-80-16,40 0 15,-40-40-15</inkml:trace>
  <inkml:trace contextRef="#ctx0" brushRef="#br0" timeOffset="78415.8341">9149 10988 0,'-80'0'0,"39"0"31,41 40-31,0 121 31,-40 79-15,40-159 0,-40-41-16,40 80 15,0-80-15</inkml:trace>
  <inkml:trace contextRef="#ctx0" brushRef="#br0" timeOffset="78715.8153">9149 10868 0,'-40'-40'15,"80"80"-15,-80-160 0,40 80 0,0-1 16,160-39 15,1 120-15,-81 81-1,-160 119 17,-161-79-17,80-81 1,121-80-1,40-40-15</inkml:trace>
  <inkml:trace contextRef="#ctx0" brushRef="#br0" timeOffset="79035.7945">9991 10788 0,'0'40'15,"0"0"1,0 0-16,41 0 0,-41 0 16,0 0-1,0 0-15,0 1 0,-41-1 0,41 0 16,-40-40-16,40 40 16,-40-40-16,0 40 0,0 0 0,0-40 15,0 0-15,0 0 16,-1 0-16,41-40 0,-40 40 15,40-40-15,-40 40 0,40-40 0,0 0 0,0 0 16,0-1 0,0 1-16,0 0 0,40 0 15,41 0 1,-41 40-16,-40-40 16,40 40-16,0 0 15,0 0-15</inkml:trace>
  <inkml:trace contextRef="#ctx0" brushRef="#br0" timeOffset="79415.7762">10553 10708 0,'0'0'0,"0"40"47,0 0-31,0 0-16,0 0 0,0 0 0,0 0 0,0 0 15,0 0-15,-40 0 0,40 1 0,0-1 16,-40 0-16,40 0 0,0 0 16,-40-40-1,40-40 1,0 0-16,80 0 16,-40 0-16,-40-1 15,40 1-15,0 0 0,1 0 0,-1 0 16,0 0-16,0 40 0,0 0 0,-40-40 0,40 40 15,0 0-15,1 0 16,-41 40-16,40-40 0,-40 40 0,0 0 16,40 0-16,-40 0 0,0 0 15,0 1-15,0-1 0,0 0 0,0 0 16,0 0 0,-40-40-16,40 40 0,-40 0 0</inkml:trace>
  <inkml:trace contextRef="#ctx0" brushRef="#br0" timeOffset="79765.5941">11476 11229 0,'-40'0'0,"80"-40"47,0 40-47,0-40 15,1 0-15,-41-1 16,0 1-16,0 0 0,0 0 0,0 0 16,0 0-1,-41 40-15,41-40 0,-40 40 0,0 0 16,0 0 0,0 40-16,0 40 0,40-40 0,-40 0 15,40 0-15,-40 1 16,40-1-16,0 0 0,0 40 0,0-40 0,0 0 15,0 0-15,40 0 0,-40 1 0,40-41 0,-40 40 16,40 0-16,0-40 0,0 40 16,0-40-16,0 0 0,1 0 0,-1 0 15,0 0 1,0-40-16</inkml:trace>
  <inkml:trace contextRef="#ctx0" brushRef="#br0" timeOffset="80155.5701">12038 10948 0,'0'-40'16,"0"80"-16,0-40 15,0 40 1,80 81 0,-40 39 15,-40-120-31,0 0 0,-40 0 15,0-40-15,40-40 32,40 40-32,0-40 15,-40-40-15,81 40 16,-41 0-16,40-81 16,0 81-1,-40 80 1,-40 161 15,0-121-31,-40 81 31,0-81-15,40-40 0</inkml:trace>
  <inkml:trace contextRef="#ctx0" brushRef="#br0" timeOffset="80435.6247">13121 10748 0,'-40'-40'16,"80"80"-16,-120-80 0,40-1 0,0 41 31,0-40-15,40 161-1,-40-41 1,40-40-16,0 201 16,0-161-16,0 0 0,0 80 15,0-119-15,0 39 16,0-40-16,0 0 16,0 40-1</inkml:trace>
  <inkml:trace contextRef="#ctx0" brushRef="#br0" timeOffset="80745.534">13041 11349 0,'-40'0'31,"80"-40"-31,40 40 16,1 0-16,-1 0 0,-40 0 0,161-40 31,-81 0-15,-120 0-1,0 80 32,-40-40-47,40 40 16,0 0-16,0 0 0,-40 0 0,40 0 15,0 1-15,0-1 0,-40 0 0,40 0 0,0 0 16,0 0-16,-41-40 0,41 40 16,0 0-16,0 0 0,-40-40 15</inkml:trace>
  <inkml:trace contextRef="#ctx0" brushRef="#br0" timeOffset="80935.5962">13803 10908 0,'-40'-40'0,"80"80"0,-120-80 0,40 40 0,0-40 32,80 40-1</inkml:trace>
  <inkml:trace contextRef="#ctx0" brushRef="#br0" timeOffset="81605.4858">14445 11470 0,'-40'0'0,"0"0"0,0 0 16,0 0-1,0 0-15,0 0 0,0 0 0,-1 0 16,1 40-16,0 0 16,40 0-16,-40 0 0,40 0 15,0 0 1,0 0-16,40-40 0,-40 40 15,40-40-15,0 0 0,1 0 16,-1 0-16,0-40 16,0 0-16,-40 0 0,40 0 15,-40 0-15,0 0 16,40 40-16,-40-40 0,40 80 31,-40 0-15,40 0-16,-40 0 0,0 0 0,41-40 15,-41 40-15,40-40 16,-40 40-16,40-40 0,-40 40 0,40-40 16,0 0-1,0 0-15,0-40 0,1 40 16,-41-80 0,40 40-16,-40 0 0,0 0 15,0 0-15,40 0 0,-40 0 16,0-41-16,0 41 0,0 0 0,0-40 0,40 40 15,-40-40-15,0 39 0,0 1 0,0-40 0,0 40 16,0 0 0,0 0-16,-40 40 15,40 40 1,-40 40-16,40-40 16,-40 0-16,40 0 15,0 1-15,-41 39 0,41-40 0,0 40 0,0 0 16,0-40-16,-40 41 0,40-1 0,0 0 0,0-40 15,0 40-15,0-40 0,-40 1 16,40 39-16,0-40 0,0 0 0,0 0 0,0 0 16</inkml:trace>
  <inkml:trace contextRef="#ctx0" brushRef="#br0" timeOffset="82405.4376">16091 11109 0,'-40'0'0,"-1"0"0,1 0 16,0 0 15,40 40-31,0 0 0,0 0 15,0 0-15,-40 0 16,40 0-16,0 0 0,0 41 0,0-41 0,0 0 16,0 40-16,0-40 0,0 0 15,-40 40-15,40-40 0,0 1 0,0-1 0,0 0 16,0 0 0,0 0-16</inkml:trace>
  <inkml:trace contextRef="#ctx0" brushRef="#br0" timeOffset="82685.4206">15810 11349 0,'-40'-40'0,"80"80"0,-120-120 16,80 40-1,40 40 1,0 0 0,0-40-1,0 40-15,80-40 16,-79 0-16,-1 40 0,80 0 16,-80 0-16,0 0 15,0 0-15,41 0 16</inkml:trace>
  <inkml:trace contextRef="#ctx0" brushRef="#br0" timeOffset="83465.3759">16251 11068 0,'0'0'0,"40"0"63,0 0-63,1 0 16,-1 41-16,0-1 15,-40 0-15,40 0 0,-40 0 0,0 0 16,0 40-16,0-40 0,0 1 0,0-1 0,0 0 15,0 0-15,0 0 16,0 0-16,0 40 0,0-40 0,0 0 0,0 1 16,-40-41-16,40 40 0,-40 0 15,0 0-15,-1 0 0,1 0 0,0-40 16,0 40-16,0-40 16,0 40-16,0-40 0,0 0 0,-1 40 0,1-40 15,0 0-15,0 0 0,0 0 16,0 0-16,0 0 0,0 0 15,40-40-15</inkml:trace>
  <inkml:trace contextRef="#ctx0" brushRef="#br0" timeOffset="84062.3748">17094 11349 0,'0'0'0,"-40"0"16,40-40-16,-40 40 16,40 80-16,0-40 15,-41 1-15,41-1 0,0 0 0,-40 0 16,40 40-16,0-40 0,0 0 16,0 0-16,0 0 0,0 1 0,0-1 0,0 0 15,0 0-15,0 0 16,0 0-16</inkml:trace>
  <inkml:trace contextRef="#ctx0" brushRef="#br0" timeOffset="84298.9801">17094 11550 0,'-40'-40'0,"80"80"0,-120-161 15,80 81-15,0-40 16,160-40 15,41 80-15,-1 40 0,-79 40-1</inkml:trace>
  <inkml:trace contextRef="#ctx0" brushRef="#br0" timeOffset="84475.7288">16933 11750 0,'0'0'0,"-40"0"0,0 0 15,80 0 1,40 0-16,-39-40 15,-1 40-15,40 0 0,0 0 0,-40 0 0,41 0 16,-1 0-16,-40 0 16</inkml:trace>
  <inkml:trace contextRef="#ctx0" brushRef="#br0" timeOffset="84805.7444">18258 11309 0,'-121'0'31,"242"0"-31,-282 40 0,41 81 16,79-81-16,1 0 16,0 120-1,161 1 1,-1-1-1,-120-120 1,40-40-16,-40 80 16,0-40-16,-40-40 0,-40 41 31,40-41-31,-121 0 16,121 0-16,0 40 0,0-40 15,-81-40-15</inkml:trace>
  <inkml:trace contextRef="#ctx0" brushRef="#br0" timeOffset="85145.7601">19622 11830 0,'-241'-40'16,"482"80"-16,-562-80 0,120 40 15,161 0-15,0 40 16,0-40-16,0 161 15,40-41-15,80-80 16,121 161 0,-1-121-1,-79-80 1</inkml:trace>
  <inkml:trace contextRef="#ctx0" brushRef="#br0" timeOffset="86435.6271">20304 11871 0,'0'40'16,"0"0"-16,-40 0 31,40 0-31,-121 40 16,81-80-16,40 40 0,-40-40 15,-120 40 1,160-80-16,160-40 31,-120 40-31,161-40 16,-121 80-16,-40-40 0,121 40 15,-121-40-15,120-1 32,-119 41-32,-41-40 0,80 0 15,-40-40 1,-40 40-16,0 0 15,0 0-15,-40 40 16,0 40 0,40 160 15,120 1-15,81-121-1,39-40 1,-119-200 15,-81-1-15,0-39-1,-40 120 1,40 40-16,0-81 16,-40 81-16,0 0 0,40 40 31,-40-40-31,-40 40 31,0 40-15,40 0-16,-40-40 15,40 40 1,0 0-16,-40 0 0,40 41 16,0-41-16,-40 0 15,40 40-15,0-40 0,-40 40 0,0 1 0,40-1 16,-41 0-16,1-40 0,0 40 0,0 1 0,0-1 15,0 0-15,40-40 16,-40 40-16,0-40 0,-1 0 0,1 1 0,0-1 16,40 0-16,-40-40 15,0 0-15,40-40 32,40 40-32,0-81 15,40 41-15,-39 0 16,-1-40-16,0 40 0,0 0 0,40-40 0,-40-1 15,41 41-15,-1-80 0,0 40 0,0 0 0,-40-1 16,41 1-16,-41 40 16,40-40-16,-40 0 0,0 40 0,-40-41 0,41 41 15,-1 0-15,-40 0 16,0 80 15,-40-40-15,40 40-16,0 0 0,-41 0 0,41 1 0,0-1 15,0 40-15,-40-40 0,40 40 16,0-40-16,0 40 0,-40 1 0,40-41 0,0 40 16,0 0-16,0-40 15,0 41-15,0-1 0,0-40 0,0 40 0,0-40 16,0 0-16,0 0 0,0 0 16,-40 1-16,0-1 0,0-40 15,0 0 1,-1 0-16,1 0 0,0 0 15,40-40-15,0-41 0,0 41 0,0 0 16,80 0-16,-80-40 16,41 80-16,-1-40 0,0 0 0,0 0 0,0 40 15,0-41-15,0 41 16,1 0-16,-1-40 0,0 40 0,0 0 0,0 0 16,0-40-16,0 40 15,0 0-15,-40-40 0,41 40 0,-41-40 0,40 40 16,-40-40-16,40 40 0,0-40 0,-40 0 15,40 40 1,-40-40-16,0 80 31,-40-40-31,40 40 0,0 0 0,-40 0 0,40 0 16,0 0-16,-40 0 16,40 0-16,-40-40 0,40 41 0,0-1 0,0 0 15,-41-40-15,41 40 0,0 0 16</inkml:trace>
  <inkml:trace contextRef="#ctx0" brushRef="#br0" timeOffset="86635.6739">22712 11550 0,'-81'-80'0,"162"160"0,-162-201 0,41 41 31,80 80-31,41 40 16,-41-40-1,0 40-15</inkml:trace>
  <inkml:trace contextRef="#ctx0" brushRef="#br0" timeOffset="87005.6525">23273 11790 0,'0'0'0,"-80"0"16,0 40 0,40 1-16,-81 39 31,81-40-31,40 0 0,-40 40 16,40-40-16,80 41 15,-40-81-15,81 80 16,79-80-1,-159-40 1,-1 0-16,80-81 16,-120 81-16,0 0 0,40-80 15,0 80-15,-40-1 0,0 1 16,40 40 0,-40 40-1,-40-40-15,0 121 16,0-81-16,40 0 0,-40 80 15,0-80-15,0 81 32,40-81-32,0 0 0</inkml:trace>
  <inkml:trace contextRef="#ctx0" brushRef="#br0" timeOffset="87165.5732">23795 11349 0,'-80'-40'0,"160"80"0,-160-120 16,80 40-16,40 80 16</inkml:trace>
  <inkml:trace contextRef="#ctx0" brushRef="#br0" timeOffset="87475.5561">24156 12031 0,'0'40'0,"40"-40"31,161-40-15,-121-40-1,-120-41 1,0 121 0,0 0-16,-81-40 15,81 40-15,-80 81 16,80-41 0,40 0-16,0 0 0,0 0 0,40 120 31,0-119-31,-40-1 0,120 0 15,-120 0-15,40-40 0,1 0 16</inkml:trace>
  <inkml:trace contextRef="#ctx0" brushRef="#br0" timeOffset="88055.5919">24718 11911 0,'80'-40'16,"-160"80"-16,200-80 15,-80 40-15,-40 40 16,0 0 0,40 40-1,-40-40 17,41-40-17,39 0 1,40-40-1,1 0 17,-81 80-17,-40 0 1,40 0 0,0 0-16,0 0 15,0 1-15,41-41 16,-41 0-16,120 0 31,-120-41-31,0 1 0,1-40 16,-1 40-16,0-120 15,-40 119-15,0-39 0,0 40 16,40-241 0,-40 161 15,0 80-31,0 80 15,0 121 17,0-121-32,0 160 15,0-120-15,0-40 0,0 1 16,-40 199 0,0-160-1,40-39-15,0 79 0</inkml:trace>
  <inkml:trace contextRef="#ctx0" brushRef="#br0" timeOffset="88215.5831">26243 12151 0,'-40'-40'16,"80"80"-16,-80-160 15,40 80-15,240-40 16,121-1-1,-240 41 1,-41 0-16</inkml:trace>
  <inkml:trace contextRef="#ctx0" brushRef="#br0" timeOffset="200887.657">4494 12552 0,'0'40'79,"0"1"-64,0-1-15,0 0 0,0 0 0,0 40 0,0-40 16,0 0-16,-40 41 0,40-41 15,-40 0-15,40 0 0,0 0 0,-40 0 0,40 0 16,0 0-16,0 0 16,0 0-16,0 1 0,0-1 0,0 0 15,0 0-15,40 0 0</inkml:trace>
  <inkml:trace contextRef="#ctx0" brushRef="#br0" timeOffset="201227.7052">4534 12633 0,'40'-81'31,"-40"41"-31,0 80 32,0 0-17,41-40-15,-41 41 0,40-1 0,0 0 16,0 0 0,-40 0-16,40 0 0,0 0 15,0 0-15,0 0 16,1 1-16,-1-41 0,0 40 0,0 0 15,0-40 1,-40 40-16,40-40 0,0 0 0,-40 40 0,40-40 16</inkml:trace>
  <inkml:trace contextRef="#ctx0" brushRef="#br0" timeOffset="201527.6888">5377 12512 0,'40'0'0,"-80"0"0,80-40 16,-40 80 31,0 0-47,0 0 15,0 1-15,0-1 0,0 0 16,0 0-16,0 0 0,0 0 0,0 0 0,0 0 16,0 0-16,0 1 0,0-1 0,0 0 0,0 0 15,0 0 1,0 0-16,0 0 0,0 0 16,-40-40-16</inkml:trace>
  <inkml:trace contextRef="#ctx0" brushRef="#br0" timeOffset="201867.6027">5939 12953 0,'0'0'0,"40"0"0,-40-40 16,40 40-16,0-40 15,0 0 1,0 40 0,161 0-1,40 0 16,-81 0-15,-120 0 0,0 0-16</inkml:trace>
  <inkml:trace contextRef="#ctx0" brushRef="#br0" timeOffset="202097.5842">6380 13435 0,'-40'0'16,"80"0"-16,-160 40 15,160-40 17,40 0-32,-40 0 15,0 0-15,0 0 0,1 0 0,-1 0 0,0 0 16,0 0-16,0 0 15,0 0-15,40 0 0,-39 0 0,-1-40 0,40 40 16,-40-40-16,40 40 0,-40 0 16,41 0-16</inkml:trace>
  <inkml:trace contextRef="#ctx0" brushRef="#br0" timeOffset="202597.6283">8386 12753 0,'-40'0'16,"0"0"0,-80 40-1,-41 80 1,81-39-1,40-1 1,0-40-16,40 0 16,40-40-1,120 40 1,121-40 15,-160 0-31,-41 0 0,0-40 16,-40 40-16,121 0 15,-81 0 1</inkml:trace>
  <inkml:trace contextRef="#ctx0" brushRef="#br0" timeOffset="202847.612">8547 13034 0,'-40'-40'16,"80"80"-16,-80-121 15,40 41-15,40 40 32,-40 81-17,40-1-15,0 160 31,-160 81-15,80-200 0,0-81-16</inkml:trace>
  <inkml:trace contextRef="#ctx0" brushRef="#br0" timeOffset="206217.3446">12399 13836 0,'0'-40'94,"0"80"-16,0 0-63,0 0-15,40 0 0,40 0 16,-80 0 0,41 0-16,-1 0 0,0 1 0,0-1 0,0 0 15,0 0-15,0 0 0,0 0 16,1 0-16,-1 0 0,0 0 0,0 1 0,0-41 15,-40 40-15,40-40 16,-40 40-16,40-40 0,-40 40 0</inkml:trace>
  <inkml:trace contextRef="#ctx0" brushRef="#br0" timeOffset="206597.3952">13282 13956 0,'0'-40'0,"0"80"0,-40-120 31,40 40-31,-40 40 15,-1 0 1,1 0-16,-80 80 16,80 0-16,0-40 0,0-40 15,-41 80 1,1-39-16,-121 159 16,121-160-16,40 0 0,-80 41 15,-1 39 16,121-80-31</inkml:trace>
  <inkml:trace contextRef="#ctx0" brushRef="#br0" timeOffset="248994.9336">14124 13515 0,'-40'0'0,"0"0"16,0 0-1,40 40 1,0 0 0,-40 0-1,40 0-15,-40-40 0,40 40 0,-80 1 0,80 39 16,-41-40-16,1 0 0,40 0 16,-40 0-16,0 40 0,40-40 0,-40 1 0,40-1 15,0 40-15,-40-40 0,40 0 0,0 0 0,0 0 16,0 0-16,0 1 15,0-1-15,0 0 0,40-40 0,-40 40 0,40-40 16,-40 40-16,40-40 0,0 40 16,0-40-16,1 0 0,-1 0 0,0 0 15</inkml:trace>
  <inkml:trace contextRef="#ctx0" brushRef="#br0" timeOffset="249254.918">14526 13996 0,'0'0'15,"-40"80"1,-41 1 0,41 79-1,40 0 16,0-39-31,-40-81 16,0 40 0,0-40-1</inkml:trace>
  <inkml:trace contextRef="#ctx0" brushRef="#br0" timeOffset="249614.8991">14847 14116 0,'-40'0'15,"40"41"1,-81 39 0,41-40-1,-120 40 1,39 0-1,81-80 17,0 0-17,80 0 1,0 40 15,81 41-15,-41-41-1,40 40 1,41-40 0</inkml:trace>
  <inkml:trace contextRef="#ctx0" brushRef="#br0" timeOffset="249895.0646">15449 13996 0,'40'0'16,"0"0"0,0 40-1,40 121 1,-80-121-16,0 120 31,-80-120-31,80 0 0,-40 1 0,0-1 16,-121 80-1,121-120-15,0 0 0,40 40 16</inkml:trace>
  <inkml:trace contextRef="#ctx0" brushRef="#br0" timeOffset="250115.0524">16091 14277 0,'0'0'0,"40"0"16,0 0-1,80-40 1,161 0-1,40 40 1,-120 0 0</inkml:trace>
  <inkml:trace contextRef="#ctx0" brushRef="#br0" timeOffset="250324.9845">16291 14718 0,'0'0'0,"-40"0"0,80 0 31,41 0-31,-41 0 0,0 0 16,0 0-16,0 0 15,40-40-15,-40 40 0,1 0 0,-1 0 0,0 0 16,0 0-16,0 0 0,0 0 0,0 0 0,0 0 15</inkml:trace>
  <inkml:trace contextRef="#ctx0" brushRef="#br0" timeOffset="251214.9876">19622 13876 0,'-40'-40'16,"0"40"0,40-40-1,-161 0 1,-120 40 0,-80 40-1,0 40 16,80 0-15,241-40-16,-81 0 16,81 0-16,40 0 31,81 1-31,-41-41 16,0 40-1,0-40-15,40 0 0,-40 40 0,41-40 0,-41 0 16,40 0-16,0 40 0,1-40 0,-1 0 0,-40 40 15,40-40-15,-40 0 0,41 0 16,-41 40-16,0-40 0,0 0 0,-40 40 0,40-40 16,0 40-1,-40 0-15,-80-40 0,80 41 16,-40-41-16,0 40 0,0-40 16,-1 40-16,-39-40 0,40 0 0,-40 40 0,40-40 15,-41 40-15,41-40 0,-40 40 0,40 0 0,0-40 16,0 40-16,0-40 15,-1 40-15,1-40 0,0 40 0,0 1 16,0-41-16,40 40 16,-40-40-16,40 40 0,0 0 15,80-40 1,-40 0-16,0 0 0,0 0 16,1 0-16,39 0 0,0 0 15,0 0-15,-40-40 0,41 40 0,-1 0 0,0 0 16,-40-40-16,41 40 0,-1 0 0,0 0 0,0 0 15,-40 0-15,41 0 16,-1 0-16,0 0 0,-40 0 0,41 0 0,-41 0 16,0 0-16,40 0 0,-40 0 15,0 0-15,0 0 0,1 0 16,-41 40 0,-41-40-1,1 0-15,0 0 16,0 0-16,0 0 15,0 0-15,0 0 16</inkml:trace>
  <inkml:trace contextRef="#ctx0" brushRef="#br0" timeOffset="251874.9489">17656 15560 0,'40'0'0,"-40"-40"16,40 40-16,0 0 31,0 0-31,-40 40 15,0 0 1,40-40-16,-40 40 0,0 1 0,0-1 16,0 0-16,-40 0 15,-40 0-15,80 0 0,-40-40 16,0 40 0,40 0-16,0-80 15,40-40 1,0 40-1,0 0-15,0 40 0,0-40 0,0 40 0,-40-40 16,40 40-16,1-41 16,-1 41-16,0 0 0,0 0 15,0 0 1,-40 41-16,0-1 0,40 0 16,-40 0-1,0 0-15,0 0 0,0 0 16,0 0-16,0 0 0,0 1 0,0-1 15,0 0 1,40-40 0,1 0-1,-1 0-15</inkml:trace>
  <inkml:trace contextRef="#ctx0" brushRef="#br0" timeOffset="252094.9372">18659 15841 0,'0'-40'16,"40"40"-1,80-40 1,1 40 15,39-40-15,-80 40-1,-39 0-15</inkml:trace>
  <inkml:trace contextRef="#ctx0" brushRef="#br0" timeOffset="252314.8502">18779 16042 0,'0'0'16,"40"0"0,-40-41-16,121 41 31,39 0-15,1 0-1,-121 0-15</inkml:trace>
  <inkml:trace contextRef="#ctx0" brushRef="#br0" timeOffset="252614.9079">19903 15761 0,'0'0'16,"-40"40"0,-121 40-1,81 0 1,80 1-1,160-41 17,-39-40-17,-41-40 1,-40-81 0,-40 41-1,-40 40 1,-121 0-1,81-40 1</inkml:trace>
  <inkml:trace contextRef="#ctx0" brushRef="#br0" timeOffset="255184.6835">18378 13034 0,'0'40'234,"0"0"-234,0 0 0,0 0 16,0 0-16,0 0 15,0 0-15,0 0 0,0 1 16,0-1 0,0 0-16,-40 0 15,0-40-15,40 40 0</inkml:trace>
  <inkml:trace contextRef="#ctx0" brushRef="#br0" timeOffset="255434.7426">18338 13154 0,'0'0'0,"0"40"31,40-40-15,40 80-1,81 0 17,-81 1-17,-40-81-15</inkml:trace>
  <inkml:trace contextRef="#ctx0" brushRef="#br0" timeOffset="255644.6566">18779 13114 0,'0'0'0,"0"-40"0,-40 40 31,40-40-31,0 120 16,0-40 15,0 0-31,0 0 0,0 0 16,0 0-1,0 0-15,0 1 16</inkml:trace>
  <inkml:trace contextRef="#ctx0" brushRef="#br0" timeOffset="255824.6509">18940 13274 0,'0'40'16,"40"-40"-16,0 0 16,0 0-1,0 0-15,0 0 0,0 0 0,-40-40 16,41 40-16,-1 0 0,0 0 0,0 0 15</inkml:trace>
  <inkml:trace contextRef="#ctx0" brushRef="#br0" timeOffset="256024.6422">19501 13034 0,'-40'0'16,"40"40"15,0 0-15,0 0-16,0 0 0,0 0 15,0 0 1,0 0-16,0 0 0,0 1 0,0-1 16,0 0-16</inkml:trace>
  <inkml:trace contextRef="#ctx0" brushRef="#br0" timeOffset="256874.6596">20224 14317 0,'0'-40'15,"40"40"1,80 0 0,-80 40-1,0 0 1,-40 121-1,-120-41 1,0 0 15,120-160-15,120 0 0,81-161-1,-1 81 16,-119 40-31,-41 40 16,0 0 0,-80 40 15,-121 120-15,81 81-1,40-81 1,80 0 15,80-40-15,1-80-1</inkml:trace>
  <inkml:trace contextRef="#ctx0" brushRef="#br0" timeOffset="257114.6171">21548 14197 0,'-161'0'15,"322"0"-15,-362 0 0,81 80 16,120-40-16,-40 0 0,0 40 16,40 81 15,80-81-16,80 0 1,-120-80 0</inkml:trace>
  <inkml:trace contextRef="#ctx0" brushRef="#br0" timeOffset="257454.6268">21668 14437 0,'40'-40'16,"0"40"-1,1 0 1,-41 40-16,40-40 16,-40 40-16,40 1 0,-40-1 15,0 0-15,0 0 16,0 0-16,-40-40 16,0 0-1,40-40 1,80 0-16,-40 40 15,0-80-15,0 80 16,0 0-16,1-41 0,-1 41 0,0 0 16,0 0-1,-40 41-15,40-41 0,-40 80 16,0-40 0,0 0-16,0 0 0,0 0 15,0 0-15,-40 0 0,40 0 16,-40-40-16,40 41 15</inkml:trace>
  <inkml:trace contextRef="#ctx0" brushRef="#br0" timeOffset="257734.5355">23033 14277 0,'40'40'16,"0"0"15,40 121-15,-40-1 0,-160 0-1,-121-39 16,40-81-15,161-40-16</inkml:trace>
  <inkml:trace contextRef="#ctx0" brushRef="#br0" timeOffset="258434.5045">23835 14477 0,'-40'-40'15,"0"40"1,40 40 15,0 1-31,-40-41 16,40 40-16,0 0 0,0 0 0,0 0 0,0 0 15,0 0 1,0 0-16,40 0 0,-40 0 0,0 1 0,40-1 16,-40 0-16,40-40 15,-40 40-15,40-40 0,0 0 16,0 0 0,1-40-16,-1 0 0,0-41 15,0 41-15,-40 0 0,40 0 16,-40 0-16,40 0 15,-40 80 17,0 0-32,0 0 15,0 0-15,0 0 0,40 1 16,0-1-16,1 0 0,-1-40 16,0 0-16,0 0 0,0 0 15,-40-40 1,40 40-16,0 0 0,-40-81 0,0 41 15,40 0-15,-40 0 0,0 0 16,0 0-16,0 0 0,0 0 0,0 0 0,0 0 16,0-1-16,0 1 15,-40 0-15,40 0 0,0 0 0,-40 40 16,40 40 15,-40 40-15</inkml:trace>
  <inkml:trace contextRef="#ctx0" brushRef="#br0" timeOffset="258724.5554">25079 14758 0,'0'0'16,"-80"40"-1,40 0 1,-41 161 0,81-81-1,-40 41 1,40-121-1</inkml:trace>
  <inkml:trace contextRef="#ctx0" brushRef="#br0" timeOffset="258964.5445">25079 14999 0,'-40'0'15,"40"40"-15,40 0 16,0 0 0,40 40-1,41-40 1,-81-40-16,40 41 16,-40-41-1,0-121 16</inkml:trace>
  <inkml:trace contextRef="#ctx0" brushRef="#br0" timeOffset="259124.4897">25561 14959 0,'-41'0'16,"1"0"0,40 40-1,0 0 1,0 0-16,0 0 0,0 0 15,-40-40-15,40 40 16,0 0-16,0 1 0,0-1 0,-40-40 16,40 40-16,0 0 15,-40-40-15</inkml:trace>
  <inkml:trace contextRef="#ctx0" brushRef="#br0" timeOffset="260004.7913">25400 13756 0,'0'-41'15,"-40"41"-15,40-40 32,0 80-17,0 1 1,0-1-16,0 0 15,0 0-15,0 0 0,0 0 0,0 0 16,-40 0-16,40 0 16,0 0-16,0 1 0,-40-1 15,40 0 1</inkml:trace>
  <inkml:trace contextRef="#ctx0" brushRef="#br0" timeOffset="260434.7671">25721 13756 0,'0'0'16,"-40"40"15,0-40-31,-81 80 31,1 0-15,40-40 0,40-40 15,40-40-15,40 40-1,40-40 1,0 40 15,1 80-15,-41 40-1,0-39 1,-40-41 0,40 0-1,40 0-15</inkml:trace>
  <inkml:trace contextRef="#ctx0" brushRef="#br0" timeOffset="261024.7299">26082 13756 0,'40'0'16,"-40"40"15,0 0-31,40 40 31,-40-40-15,0 0 0,-40-40-1,121-40 16,39-40-15,0 40 0,-80 40 15,-40 80-15,0 0-1,0 0 1,41-40 15,79-40-15,-40 0-1,-40 0-15,41-80 32,-41 40-17</inkml:trace>
  <inkml:trace contextRef="#ctx0" brushRef="#br0" timeOffset="263944.6017">3772 16322 0,'-40'0'16,"40"-40"46,40 40-46,0 0-16,0 0 0,40 0 31,-39 0-31,-1 0 0,0 0 0,0 0 16,0 0-16,40 0 0,-40 40 16,1-40-16,-1 0 0,0 0 0,0 0 0,0 0 15,0 0-15,0 0 0,0 0 0,1 0 16</inkml:trace>
  <inkml:trace contextRef="#ctx0" brushRef="#br0" timeOffset="264224.6005">3852 16683 0,'-40'40'16,"80"-80"-16,-120 120 31,120-80 1,0 0-32,40 0 15,-80 41-15,41-41 0,-1 0 0,0 0 16,0 0-16,0 0 0,0 0 15,0 0-15,0 0 0,41 0 0,-41 0 0,0 0 16,40 0-16,-40 0 16,0 0-16</inkml:trace>
  <inkml:trace contextRef="#ctx0" brushRef="#br0" timeOffset="265394.6892">7022 16001 0,'40'0'31,"-80"0"16,0 0-31,0 0-1,0 0-15,0 0 0,-1 0 16,1 0-16,0 0 0,0 0 15,0 41-15,0-41 0,-40 0 16,39 0-16,-39 40 0,40-40 0,-40 0 16,40 0-16,-41 40 0,1-40 0,40 0 0,-40 40 15,40-40-15,-41 0 0,41 40 16,0-40-16,0 0 0,0 0 0,40 40 16,-40-40-1,80 0 16,0 0-15,0 0-16,0 40 0,0-40 16,1 0-16,-1 0 15,0 0-15,0 0 0,40 0 0,-40 40 0,0-40 16,1 0-16,39 0 0,-40 40 16,0-40-16,0 0 0,0 0 0,0 40 0,1-40 15,-1 0-15,-40 41 0,40-41 16,-40 40-1,-80 0-15,39-40 16,1 40-16,0-40 16,0 40-16,0-40 0,0 40 0,0-40 0,0 40 15,-1-40 1,1 40-16,0-40 0,0 0 0,0 40 0,0-40 16,40 41-16,-40-41 0,0 0 0,-1 40 0,1 0 15,0-40-15,0 40 16,0-40-16,80 0 94,0 0-94,0 0 15,0 0-15,1 0 0,39 0 0,-40 0 16,0 0-16,0 0 0,40 0 15,-39 0-15,39 0 0,-40 0 0,40 0 0,0 0 16,-39 0-16,39 0 16,-40 0-16,40 0 0,-40 0 0,0 0 0,41 0 15,-41 0-15,0 0 0,0-40 16,0 40-16,0 0 0,0 0 16,-80 0 15,0 40-16,0-40-15,0 0 16,0 0-16,0 0 31,40-40-31,-40 40 0,-1-40 16</inkml:trace>
  <inkml:trace contextRef="#ctx0" brushRef="#br0" timeOffset="265974.5826">5497 17285 0,'-40'-40'15,"80"80"-15,-120-80 16,80 0-16,40 40 31,0 0-31,0 80 31,41 80-15,-41-39 0,-80-1 15,0-120-15,40-40-1,80-121 1,80 1 15,-39 120-15,-81 40-1,0 0-15,0 80 32,40 40-17,-80 1 1,0-41-1</inkml:trace>
  <inkml:trace contextRef="#ctx0" brushRef="#br0" timeOffset="266194.6425">6460 17525 0,'-40'-40'31,"40"0"-31,40 40 16,41-40-1,79 0 1,-80 40 0,-40 0-16,81 0 15</inkml:trace>
  <inkml:trace contextRef="#ctx0" brushRef="#br0" timeOffset="266414.6291">6500 17726 0,'0'0'15,"-40"40"-15,121-40 31,-41 0-15,40 0-16,0 0 16,41-40-1,-41 40 17,0-40-32</inkml:trace>
  <inkml:trace contextRef="#ctx0" brushRef="#br0" timeOffset="266734.5373">7504 17485 0,'0'0'0,"-40"0"15,-121 0 1,121 81 0,0-1 15,80 0-16,0-40 1,40-40 15,-40-80-15,1-40 0,-122-1-1,-39 81 16,40 0-15,80 0 0</inkml:trace>
  <inkml:trace contextRef="#ctx0" brushRef="#br0" timeOffset="267454.5691">5979 15480 0,'0'0'0,"0"-40"31,40 40-31,0-40 16,80-40 0,1 80-1,-81 80 1,0-40-1,-40 80 1,-160 1 0,119-81 15,82-40-15,119 0-1,1 0 1,-81 80 15,-160 40-15,-81-40-1,41-80 1,80 41 0,-81-41-1,81 0-15,40-81 31,40 81-31</inkml:trace>
  <inkml:trace contextRef="#ctx0" brushRef="#br0" timeOffset="268224.4523">7383 16322 0,'0'0'16,"0"-40"15,40 80-15,-40 0-16,41 41 16,-1 79-1,-121-40 16,1-39-15,120-122 0,161-119 15,0 40-15,-41 39-1,-120 81 1,0-40-1,-160 0 1,0 120 15,-1 81-15,121-41 0,0-40-1,80 1 1,81-41-1,-1-40 17</inkml:trace>
  <inkml:trace contextRef="#ctx0" brushRef="#br0" timeOffset="268484.4379">8587 16322 0,'-80'0'16,"160"0"-16,-200 0 31,80 0-31,-1 80 16,41 1 0,-40-1-16,40 120 15,40-79 16,41-81-15,39-40 0</inkml:trace>
  <inkml:trace contextRef="#ctx0" brushRef="#br0" timeOffset="268824.4904">8828 16563 0,'40'40'31,"-40"0"-15,40-40-16,-40 40 0,0 0 15,0 0-15,0 1 0,0-1 16,0-80 15,0-1-31,40 1 16,-40 0-16,40 40 0,0-40 15,-40 0-15,41 0 0,-1 40 0,-40-40 0,40 40 16,0 0-16,0 0 16,0 0-1,-40 40-15,0 0 16,0 0-16,0 0 0,0 0 0,0 0 16,0 1-16,0-1 0,0 0 15,-40-40-15,40 40 16</inkml:trace>
  <inkml:trace contextRef="#ctx0" brushRef="#br0" timeOffset="269094.4281">9751 16362 0,'0'0'16,"0"40"15,0 1-15,40 39-1,0 120 1,-40-79 0,-161 39-1,1-80 1,80-80-1</inkml:trace>
  <inkml:trace contextRef="#ctx0" brushRef="#br0" timeOffset="269697.7635">10232 16483 0,'0'0'0,"0"-40"0,-40 40 31,40 40-31,0 0 16,0 40-1,0-40-15,0 40 0,0-40 0,0 1 16,0-1-16,0 0 0,0 0 16,0 0-16,0 0 0,0 0 0,0 0 0,0 0 15,40 0-15,0-40 31,-40-40-31,40 40 0,-40-40 0,41 0 16,-41 0-16,40 0 0,0 0 16,-40 0-16,40 40 0,-40-40 0,40 40 0,-40-40 15,40 40 1,-40 40 0,0 0-16,40 0 0,-40 0 15,0 0-15,40-40 16,-40 40-16,41 0 0,-1-40 15,0 0 1,0 0-16,0 0 0,-40-40 16,40 40-16,-40-40 0,40 0 15,-40 0-15,0 0 0,0 0 16,0 0-16,0-1 16,0 1-16,0 0 0,0 0 0,-40 0 0,40 0 15,-40 40-15,40-40 0</inkml:trace>
  <inkml:trace contextRef="#ctx0" brushRef="#br0" timeOffset="269964.2964">11276 16964 0,'0'0'0,"-41"120"31,1 41-15,40-121-16,0 0 16,0 40-16,-40 0 15,40-40 16</inkml:trace>
  <inkml:trace contextRef="#ctx0" brushRef="#br0" timeOffset="270264.28">11276 17164 0,'-41'0'16,"82"0"-16,-82-40 0,41 80 31,0 1-31,41-1 15,-1 0 1,-40 0-16,40 0 0,0-40 16,-40 40-16,40-40 0,0 40 15,0-40-15,0 0 32,-40-40-32,41 0 0,-41 0 15,0 0-15,40 0 0,-40 0 0,0-1 16,0 1-16,0 0 15,0 0-15,0 0 0,-40 40 16,-1 0 0</inkml:trace>
  <inkml:trace contextRef="#ctx0" brushRef="#br0" timeOffset="270574.2605">11677 16042 0,'0'0'16,"0"-41"-1,0 82 32,0-1-31,0 0-16,0 0 0,0 0 0,0 0 0,0 0 16,0 0-16,-40 0 0,40 0 0,0 1 15,-40-1-15,40 0 16,0 0-16</inkml:trace>
  <inkml:trace contextRef="#ctx0" brushRef="#br0" timeOffset="270924.2404">11918 16042 0,'40'0'16,"-40"40"-1,0 0 1,-40-40-16,40 40 16,-41-40-16,41 40 0,-40-40 0,0 40 15,0-40 1,40 40-16,-40-40 0,0 0 16,40 40-1,40-40 16,0 40-15,0-40-16,-40 40 16,40-40-16,0 0 15,1 0-15,-1 41 0,0-41 16,0 0 0,0 0-16,0 0 15</inkml:trace>
  <inkml:trace contextRef="#ctx0" brushRef="#br0" timeOffset="271364.1429">12198 16122 0,'0'0'0,"81"0"31,-1 80-16,-80 0 1,-40 0 15,40-40-15,0-80 0,0 0-1,40 0-15,0 0 31,40 0-15,-40 80 0,1 80-1,-41-39 1,0-1 0,0-40-1,40-40 1,40 0 15,-40 0-31</inkml:trace>
  <inkml:trace contextRef="#ctx0" brushRef="#br0" timeOffset="272174.1025">12800 16924 0,'0'40'15,"0"-80"-15,-40 80 0,120-40 94,-39 0-94,-1 0 16,0-40-16,40 40 0,-40 0 15,0 0-15,0 0 0,1 0 0,39 0 0,-40 40 16,0-40-16,0 0 16,0 0-16,0 0 0,1 0 0,-1 40 0,0-40 15,0 0-15</inkml:trace>
  <inkml:trace contextRef="#ctx0" brushRef="#br0" timeOffset="272574.0901">12961 17365 0,'0'0'0,"-40"0"15,40 40-15,-81-40 16,41 0-16,40 40 31,40-40 1,1 40-17,-1-40-15,0 0 0,0 0 0,0 0 16,0 40-16,0-40 15,0 0-15,1 0 0,-1 41 0,0-41 0,40 0 16,-40 0-16,0 0 0,0 0 16,1 0-16,-1 40 0,0-40 15,-120 0 17,39-40-32,1 40 31,40-41-31</inkml:trace>
  <inkml:trace contextRef="#ctx0" brushRef="#br0" timeOffset="273864.0182">14927 17004 0,'0'-40'31,"40"40"-15,0 0 0,81 0-1,-1 120 1,-120-40 0,-40 41-1,-40-81-15,-1 0 16,81 0-16,-40 0 0,0-40 0,-80 80 31,160-160-15,0 40-1,0 40-15,0-40 0,0 0 0,1 0 16,-1 40-16,0-40 16,0 0-16,0 40 0,0-41 0,0 1 15,0 0-15,1 40 0,-41-40 0,40 40 0,0 0 16,-40-40-16,40 40 0,-80 0 47,0 0-47,40 40 0,-40-40 15,-1 0-15,1 0 0,40 40 16,-40 0-16,0 0 0,40 1 0,-40-1 16,40 0-16,-40 0 0,40 0 0,0 0 15,0 0-15,0 0 16,0 0-16,40-40 15,0 0-15,0 0 16,0 0-16,0 0 0,1 0 16,-1-40-16</inkml:trace>
  <inkml:trace contextRef="#ctx0" brushRef="#br0" timeOffset="274154.0538">16091 16924 0,'-40'0'15,"80"0"-15,-121 0 16,41 0-16,0 40 16,40 0-1,-40 0-15,0 121 16,40-121-16,0 120 31,0-80-31,120 41 31,-39-81-15,-1-40 0</inkml:trace>
  <inkml:trace contextRef="#ctx0" brushRef="#br0" timeOffset="274464.0345">16532 17044 0,'40'0'15,"-80"0"-15,120 0 16,-80 40-16,40 81 16,-40-81-16,-40 120 31,0-120-31,40 0 0,-160 41 31,120-81-31,-1 0 0,-39-81 31,80 41-31,0 0 0,-40 0 16,40 0-16,0-40 16,0 40-16,120-41 15,1 81 1,-81 0-1,0 0-15</inkml:trace>
  <inkml:trace contextRef="#ctx0" brushRef="#br0" timeOffset="274728.3626">17014 17084 0,'0'-40'15,"80"80"17,-80 40-17,40-39-15,0 119 32,-40 41-17,-40-121-15,-161 80 31,81-120-15</inkml:trace>
  <inkml:trace contextRef="#ctx0" brushRef="#br0" timeOffset="275418.2716">17977 17245 0,'-41'0'0,"1"0"31,0 40-15,40 0-1,0 0-15,0 0 0,-40 0 0,40 0 16,0 0-16,0 1 15,0-1-15,0 0 0,0 0 0,0 0 16,40-40-16,-40 40 16,40-40-16,0 0 0,1 0 15,-1 0-15,0-40 32,0 0-32,-40 0 0,0 0 0,40 40 15,-40-40-15,40-1 0,-40 1 16,40 40-16,-40-40 0,41 40 31,-41 40-15,0 0-1,40 1-15,-40-1 0,40-40 16,-40 40-16,40-40 0,0 0 16,0 0-1,0-40 1,-40 0-1,0-1-15,0 1 0,0 0 0,0 0 16,0 0 0,-40 0-16,40 0 0,0 0 15,-40 40-15,80 0 47</inkml:trace>
  <inkml:trace contextRef="#ctx0" brushRef="#br0" timeOffset="275668.2737">18779 17606 0,'-40'40'16,"80"-80"-16,-80 120 15,40-40-15,-40 0 16,40 0 0,-80 80-1,80-39-15,0-41 16,0 0 0,-40-40-16</inkml:trace>
  <inkml:trace contextRef="#ctx0" brushRef="#br0" timeOffset="275878.2598">18739 17646 0,'0'40'32,"0"0"-17,0 0-15,0 0 16,40-40-16,-40 40 0,40-40 15,0 40-15,-40 0 0,41-40 0,-41 41 16,40-41 0,0 0-16,-40-41 15</inkml:trace>
  <inkml:trace contextRef="#ctx0" brushRef="#br0" timeOffset="276078.2848">19100 17646 0,'0'0'0,"-40"0"16,0 0 0,40 80-1,0 40 1,0-40 0,0 41-1,0-81 16</inkml:trace>
  <inkml:trace contextRef="#ctx0" brushRef="#br0" timeOffset="276498.2767">19221 16563 0,'-41'0'32,"1"0"-17,0 0-15,-80 120 31,80-40-31,40 81 32,80-121-32,40-40 15,81-40 1,-161 0 0,-40-81-1,0 81 1,-80 0-1,40 40 1,-41 0 0,41 0-1,40 40-15</inkml:trace>
  <inkml:trace contextRef="#ctx0" brushRef="#br0" timeOffset="276818.1863">19943 17485 0,'-40'0'16,"80"0"-16,-80-40 31,120 40-31,80 0 16,-79 0 0,119 0-1,-79 0 1</inkml:trace>
  <inkml:trace contextRef="#ctx0" brushRef="#br0" timeOffset="277038.2312">20344 17245 0,'-40'0'15,"80"0"-15,-120 40 16,80 0-16,-40 0 31,40 120-15,0 41-1,0-41 1,0-120 0</inkml:trace>
  <inkml:trace contextRef="#ctx0" brushRef="#br0" timeOffset="277508.1451">20545 17365 0,'40'-80'32,"-80"160"-32,160-200 15,-80 120-15,0 0 16,81 120-1,-81 40 1,-40-39 0,-80-1-1,-1-80 1,121-80 15,41 0-31,79-80 31,-80 39-31,41-39 32,-41 40-17,-40 40 1,-120 40 0,0 120-1,40-80 1,-1 0-16,41 81 15,0-81-15,0 40 16,41-80-16,-1 40 16,0-40-16,160 40 15,-159-40-15</inkml:trace>
  <inkml:trace contextRef="#ctx0" brushRef="#br0" timeOffset="277728.1887">21949 17245 0,'-80'0'15,"80"40"-15,-80 40 16,-41 80 0,81-79-1,40-41-15,0 120 16,0-120-16,80 0 31,1-40-15,-41 0-16</inkml:trace>
  <inkml:trace contextRef="#ctx0" brushRef="#br0" timeOffset="277928.177">22150 17365 0,'0'0'15,"-40"0"-15,40 40 16,-40 121 0,-1-41-1,1 40 1,40-120-16,0 0 0,0 1 16,-40 39-1</inkml:trace>
  <inkml:trace contextRef="#ctx0" brushRef="#br0" timeOffset="278218.1034">22551 17325 0,'0'0'0,"40"40"32,0 120-17,-40-39-15,-40 79 32,-80-39-17,80-121-15,-41 0 16,41 0-16,-80 0 15,80-40-15</inkml:trace>
  <inkml:trace contextRef="#ctx0" brushRef="#br0" timeOffset="278798.1284">23193 17525 0,'0'0'16,"0"41"15,0 39-16,-40 80 1,40-120-16,0 121 31,-40-81-31,40 0 16,40-80 0,80-80-1,-80 40 1,41-121-1,-41 81 1,-40 40 0,0 120-1,0-40-15,40 81 32,40-41-17,-40-80-15,0 0 16,1 0-16,39-40 15,0-81 1,-80 41 0,0 40-16,0-40 15,0 40-15,-40-40 16,40 40 0,0 80-1</inkml:trace>
  <inkml:trace contextRef="#ctx0" brushRef="#br0" timeOffset="279058.1128">24116 18087 0,'0'0'0,"-80"0"15,80 40 1,0 80 15,0-80-31,-81 81 16,41-81 0,-40 0-1</inkml:trace>
  <inkml:trace contextRef="#ctx0" brushRef="#br0" timeOffset="279368.0939">24076 18167 0,'40'-40'0,"-80"80"0,80-40 32,-40 40-17,0 0 1,0 0-16,0 1 0,0-1 15,0 0 1,40 0-16,0-40 16,0 0-1,0-40 1,-40 0-16,41 40 0,-41-40 0,40 40 16,-40-41-16,0 1 15,40 0-15,-40 0 0,0 0 0,0 0 16,0 0-16,0 0 15</inkml:trace>
  <inkml:trace contextRef="#ctx0" brushRef="#br0" timeOffset="280718.2316">24397 17124 0,'0'-40'31,"0"80"32,0 0-47,0 1-16,0-1 0,0 0 0,0 0 15,-40 0-15,40 0 16,-40 0-16,40 0 15</inkml:trace>
  <inkml:trace contextRef="#ctx0" brushRef="#br0" timeOffset="281068.1983">24678 17164 0,'40'-40'15,"-80"40"32,0 0-47,40 40 16,-41-40-16,41 41 0,-40-41 16,0 0-16,0 40 0,0-40 0,0 40 15,0-40 1,0 0-16,40 40 0,-41-40 15,82 0 17,-1 0-17,0 0-15,40 0 0,-40 0 16,0 0-16,-40 40 16,40-40-16,1 0 15,-1 40-15,0-40 16,0 40-16</inkml:trace>
  <inkml:trace contextRef="#ctx0" brushRef="#br0" timeOffset="281458.2311">25440 17926 0,'-80'0'15,"160"0"-15,-200 0 32,80 0-32,120 0 15,-40 0-15,0 0 16,121 0 0,-121 0-16,201 0 31,-201 0-31,80 0 15</inkml:trace>
  <inkml:trace contextRef="#ctx0" brushRef="#br0" timeOffset="281698.1464">25721 17686 0,'-40'0'16,"80"0"-16,-120 0 0,0 40 15,39-40-15,1 80 32,40 0-32,-40 81 15,40-41 17,0-80-32,0 40 31</inkml:trace>
  <inkml:trace contextRef="#ctx0" brushRef="#br0" timeOffset="282148.1261">25922 17646 0,'40'0'15,"-80"0"-15,120 0 16,-40 0-1,0 40-15,-40 0 32,40 0-32,-40 40 0,0-40 0,0 41 15,-80-41-15,0 80 16,0-80 0,80-80 15,200-40-16,-120 0 1,41-41-16,-41 81 16,40-160-1,-79 119 1,-82 81 0,-79 121-1,40-81 1,0 160-1,80-79 1,40-1 0,40-80-1,40-40 1</inkml:trace>
  <inkml:trace contextRef="#ctx0" brushRef="#br0" timeOffset="282378.1034">27005 17525 0,'0'0'15,"-40"0"-15,0 0 0,0 41 0,0-1 16,-1-40-16,-39 160 31,80-120-31,-40 80 16,40-79-16,0 79 15,0-80-15,0 0 16,80 0 0,-40 0-1</inkml:trace>
  <inkml:trace contextRef="#ctx0" brushRef="#br0" timeOffset="282658.1622">27045 17806 0,'40'-40'15,"-80"80"-15,120-120 16,-39 80 0,-1 120-1,-40-40 1,-40 81 0,-1-121-1,-39 40 1,120-80-1,0-40 1,121 0 0,-121 40-16,40 0 15,-40 0-15,1 0 32</inkml:trace>
  <inkml:trace contextRef="#ctx0" brushRef="#br0" timeOffset="282898.0752">27647 17646 0,'0'0'16,"40"0"0,-40 40-1,40 0-15,0 0 16,-40 0-16,0 0 0,0 0 15,0 0-15,0 1 0,0-1 0,0 0 0,-40 0 16,40 0-16,-40 0 16,0 0-16,0 0 0,0-40 0,40 40 15,-40-40-15,0 41 0,-1-41 0,1 0 16</inkml:trace>
  <inkml:trace contextRef="#ctx0" brushRef="#br0" timeOffset="283388.1207">28249 17726 0,'0'0'0,"-40"0"15,40 40 1,-40 80-1,40 1 1,0-1 0,40-40-1,0-80 1,0-40 0,40-120 15,41 120-16,-121-1 1,0 122 0,40-1-1,0-40-15,0-40 16,0 40-16,0-40 16,0-40-1,1 0 1,-41 0-16,0-40 15,0 39-15,0-79 16,0 40 0,-41 40-1</inkml:trace>
  <inkml:trace contextRef="#ctx0" brushRef="#br0" timeOffset="283918.0881">29011 18087 0,'-40'0'0,"40"40"0,-40 0 16,0-40-16,40 40 15,-40 0-15,40 0 0,0 1 16,0-1-1,0 0-15,0 0 0,0 0 32,0-80-17,0 0 1,40 0 0,-40-41-16,40 81 0,-40-40 0,40 40 15,-40-40-15,40 40 0,-40-40 16,0 0-16,41 40 0,-1 0 15,-40 40 1,0 0-16,40-40 16,-40 40-16,0 0 15,0 1-15,0-1 0,40-40 0,-40 40 16,40 0-16,0-40 16,0 0-1,0 0-15,1 0 16,-41-40-16,0 0 15,0 0-15,0-1 0,0 1 16,0 0-16,0 0 16,0 0-16,0 0 0,-41 40 15,41-40-15</inkml:trace>
  <inkml:trace contextRef="#ctx0" brushRef="#br0" timeOffset="285178.1987">28971 17245 0,'0'-40'15,"40"-1"1,1 1-16,-1 40 15,0 0 1,0 0-16,0 0 0,-40 40 16,40 1-1,-40-1-15,0 0 0,0 0 0,0 0 16,-40 0-16,40 0 0,-40 0 0,40 0 0,-80 1 16,80-1-16,-40-40 0,-1 40 15,1-40-15,40 40 0,-40-40 0,80-40 31,41 0-15,-41 0 0,0 40-16,0-41 0,0 41 0,0 0 15,0 0-15,0 0 0,-40 41 16,41-41-16,-1 40 16,-40 0-16,40-40 0,0 0 15</inkml:trace>
  <inkml:trace contextRef="#ctx0" brushRef="#br0" timeOffset="285428.2244">29774 17245 0,'-40'0'15,"80"0"-15,-80 40 16,0 0-1,-1 40 1,1 40 0,0 1-1,40-81 1,0 0 0</inkml:trace>
  <inkml:trace contextRef="#ctx0" brushRef="#br0" timeOffset="285708.2065">29894 17285 0,'0'0'0,"40"0"16,-80 0 15,40 40-31,-40 0 16,0-40-1,40 40-15,-40-40 0,0 40 16,0-40-16,40 40 16,-41-40-16,41 40 15,41 1 1,-1-41 0,0 0-16,-40 40 0,40-40 15,0 0-15,0 40 16,0-40-16,0 40 0,1-40 0,-1 40 15,0-40 1</inkml:trace>
  <inkml:trace contextRef="#ctx0" brushRef="#br0" timeOffset="286108.1294">30015 18127 0,'0'0'16,"40"-40"31,0 40-31,40 0-1,-40 0-15,0 0 0,0 0 0,1 0 16,-1 0-1,0 0-15,0 0 0,0 40 0,0-40 16,0 0-16,0 0 16,1 0-16</inkml:trace>
  <inkml:trace contextRef="#ctx0" brushRef="#br0" timeOffset="286348.0966">30416 17926 0,'-40'0'16,"0"0"-1,40 41 1,0-1-16,0 0 0,-41 0 16,41 0-16,0 0 15,-40 0-15,40 0 0,0 0 16,0 1-16,0-1 15,0 0-15,0 0 16,40-40 0</inkml:trace>
  <inkml:trace contextRef="#ctx0" brushRef="#br0" timeOffset="286878.0693">30777 17846 0,'0'0'0,"0"40"32,0 0-17,0 1-15,0-1 16,0 0-16,-40 0 15,0 0-15,40 0 0,0 0 16,-40-40-16,40 40 0,-41 0 16,82-80 15,39 40-15,-80-40-16,40 40 0,0-40 0,0 40 0,0-40 15,0 40-15,1-40 0,-1 40 16,0-40-16,0 0 0,0 40 15,-40-40 1,0-1-16,40 41 0,-40-40 16,-40 40-1,0 0 1,40 40-16,-40-40 0,40 41 0,-40-41 16,40 40-16,-40-40 15,40 40-15,-41 0 0,41 0 0,0 0 16,-40-40-16,40 40 0,0 0 15,0 0-15,0 1 0,81-41 16,-81 40-16,40-40 16,0 0-16,0 0 15,0 0-15</inkml:trace>
  <inkml:trace contextRef="#ctx0" brushRef="#br0" timeOffset="287108.1256">31419 17846 0,'0'0'15,"-40"80"1,0 81 0,0-41-1,40-80-15,0 0 16,0 1-16,0-1 15,40-40 1,0 0 0</inkml:trace>
  <inkml:trace contextRef="#ctx0" brushRef="#br0" timeOffset="287508.1052">31459 18047 0,'40'0'31,"-40"-40"-31,40 40 16,0 0-16,1 0 15,-1 40 1,-40 0-16,0 0 0,0 0 16,-40-40-1,40 40-15,0 0 16,0 0-1,0 1 17,40-41-17,-40 40 1,40-40-16,-40 40 16,0 0-1,-40-40 1,40 40-16,-40-40 0,-1 0 15,1 0 1,0 0-16,0 0 0,40 40 16,-40-40-1,40-40 1</inkml:trace>
  <inkml:trace contextRef="#ctx0" brushRef="#br0" timeOffset="287808.0311">31981 17886 0,'40'0'16,"-40"40"15,0 1-31,0-1 0,0 0 0,0 0 16,0 0-16,0 0 0,0 0 15,0 0-15,-40 0 0,40 1 0,-40-1 16,40 0-16,-41 0 0,1-40 0,0 40 0,0-40 16,40 40-1,-40-40-15,0 0 0,40 40 0</inkml:trace>
  <inkml:trace contextRef="#ctx0" brushRef="#br0" timeOffset="288377.9785">32262 17926 0,'0'41'16,"0"-1"31,0 0-47,0 0 16,0 0-16,0 0 0,-41-40 15,41 40-15,0 0 0,0 0 0,0 1 16,0-1-1,0 0-15,0 0 0,41-40 32,-1-40-17,-40 0-15,40 40 0,-40-40 16,40-1 0,-40 1-16,40 40 0,-40-40 15,40 40-15,-40 40 31,0 0-15,0 1 0,40-1-16,-40 0 15,40-40 1,-40-40 15,0 0-31,0-1 0,0 1 16,0 0-16,0 0 15,0 0-15,0 0 0,-40 40 16,40-40-16,0 0 16</inkml:trace>
  <inkml:trace contextRef="#ctx0" brushRef="#br0" timeOffset="289037.9507">32462 18528 0,'-40'0'32,"80"40"-17,-40 0 17,0 0-32,0 0 0,0 1 15,0-1-15,0 0 16,-40-40-16,40 40 0,0 0 31,0-80 0,40 0-31,-40 0 16,40 40-16,-40-40 0,0-1 0,40 41 16,-40-40-16,41 40 15,-41-40-15,40 40 0,-40-40 16,40 40-1,-40 40-15,0 0 16,0 0 0,40 1-16,-40-1 0,0 0 15,0 0-15,0 0 16,40-40 15,-40-40-15,40 0-16,-40 0 15,0 0-15,40-1 16,-40 1-16,41 0 0,-41 0 16,0 0-1,40 40-15,-40-40 0</inkml:trace>
  <inkml:trace contextRef="#ctx0" brushRef="#br0" timeOffset="289677.9065">32823 17566 0,'0'-41'15,"41"41"1,-1-40 0,0 40-1,0 0 1,0 40 0,0-40-1,-120 121 1,40-1 15,0-80-15,0-40-1,40 40 1,40 0 0,0-40-16,-40 40 15,0 1-15,0-1 16,-40-40-1,40 40-15,-40-40 0,-1 0 16,1 0-16,0 0 16,0 0-1,0 0 1,40-40 0,-40 40-16</inkml:trace>
  <inkml:trace contextRef="#ctx0" brushRef="#br0" timeOffset="289988.3573">33345 17566 0,'0'40'16,"-40"-40"-1,-40 80 1,80-40-16,0 40 16,-40-40-16,40 0 15,0 0-15,-41 41 16,1-1 15,40-40-31</inkml:trace>
  <inkml:trace contextRef="#ctx0" brushRef="#br0" timeOffset="290278.2674">33465 17726 0,'0'0'0,"0"40"16,-40-40 0,0 40-16,-40 0 15,40 0 1,-40 0 0,80 1-1,-41 39 1,122-40-1,-41-40 1,120 40 0,-39 0-1,-81-40 1,0 0-16</inkml:trace>
  <inkml:trace contextRef="#ctx0" brushRef="#br0" timeOffset="297357.8557">522 16122 0,'-40'0'0,"-1"0"15,41 40-15,-40-40 16,80 0 31,1 40-32,-1 0-15,0 0 0,0 0 16,0 0-16,-40 0 0,40 1 0,0-1 16,0 0-16,1 0 15,-1 0-15,-40 0 0,40 0 0,0 0 0,0 0 16,0 1-16,0-1 0,-40 0 15,40 0-15,1 0 0,-1 0 0,-40 0 16,0 0 0,40-40-16,-40 40 0</inkml:trace>
  <inkml:trace contextRef="#ctx0" brushRef="#br0" timeOffset="297697.8388">1244 16322 0,'0'0'16,"-40"0"-1,0 0 1,40 40-1,-40 0 1,40 1-16,-41-1 16,1 0-16,-80 160 15,-81 81 1,1-80 0,119-41 15,41-120-31</inkml:trace>
  <inkml:trace contextRef="#ctx0" brushRef="#br0" timeOffset="298157.8826">1846 16162 0,'0'0'15,"-40"0"1,0 0 0,-1 40-1,1-40-15,40 40 16,-40 0-16,0 0 0,40 0 16,0 0-16,-40 1 15,40-1-15,0 40 0,0-40 0,0 0 0,0 0 16,0 0-16,0 0 15,0 1-15,0 39 0,0-40 0,40-40 0,-40 40 16,40 0-16,-40 0 0,40 0 16,0 0-16,1-40 0,-41 40 0,40-40 15,0 0-15,0 0 0,0 0 0,0 0 16,0-40 0,0 40-16</inkml:trace>
  <inkml:trace contextRef="#ctx0" brushRef="#br0" timeOffset="298427.867">2127 16322 0,'0'0'15,"0"40"1,0 0-1,0 1-15,0-1 0,0 0 16,0 0-16,0 0 16,0 0-16,0 0 0,0 40 0,0-39 15,0-1-15,0 0 0,0 0 0,0 0 0,0 0 16,0 0-16,0 0 16,0 0-16,40-40 31</inkml:trace>
  <inkml:trace contextRef="#ctx0" brushRef="#br0" timeOffset="298857.7705">2608 16282 0,'0'40'47,"0"0"-31,0 0-16,0 1 0,0-1 15,-40-40-15,40 40 0,-40-40 0,40 40 0,-40-40 16,40 40-16,-40-40 16,0 40-16,-1 0 0,1-40 0,40 40 15,-40-40-15,0 0 0,40 40 16,-40-40-16,0 0 0,80 0 62,0 41-46,0-41-16,0 40 0,0-40 0,1 0 16,-1 0-1,0 0-15,0 40 0,0-40 0,0 0 16,-40 40-16,40-40 15,0 40-15,1-40 0,-1 0 32,-40 40-32</inkml:trace>
  <inkml:trace contextRef="#ctx0" brushRef="#br0" timeOffset="299147.7552">2929 16122 0,'0'0'0,"40"0"16,0 0-1,1 40-15,-41 0 16,40-40-1,-40 40-15,40 0 0,-40 0 0,40 0 16,-40 0-16,40 1 0,-40-1 16,0 40-16,0-40 0,0 0 0,0 40 0,-40-40 15,40 41-15,-80-1 0,40-40 0,-1 40 0,1 0 16,-40 1-16,0-41 16,0 40-16</inkml:trace>
  <inkml:trace contextRef="#ctx0" brushRef="#br0" timeOffset="302678.0636">17816 7980 0,'-40'0'31,"40"-40"266,40 40-234,-40-40-48</inkml:trace>
  <inkml:trace contextRef="#ctx0" brushRef="#br0" timeOffset="303528.016">19221 8141 0,'-41'0'16,"41"-40"218,-40 40-46</inkml:trace>
  <inkml:trace contextRef="#ctx0" brushRef="#br0" timeOffset="304147.9804">20304 8341 0,'0'0'15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28:02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2769 1564 0,'-40'0'15,"40"-41"-15,-41 41 16,1-40-16,0 40 0,40-40 0,-40 40 15,40-40 1,40 120 15,0-40-31,0 1 16,1-1-16,-1 0 0,-40 0 0,40 40 0,0-40 16,0 40-16,0-40 0,0 41 15,0-1-15,1-40 0,-1 40 0,0-40 0,0 0 16,0 41-16,-40-41 0,40 0 15,0 0-15,-40 0 0,40 0 0,1 0 16,-41 0-16,40 0 16,-40 1-16</inkml:trace>
  <inkml:trace contextRef="#ctx0" brushRef="#br0" timeOffset="279.9836">3611 1844 0,'0'0'15,"0"-40"-15,-40 0 0,40 80 47,-80-40-47,80 40 0,-40 0 0,40 0 0,-40 1 16,0-1-16,-1 40 0,-39-40 15,40 40-15,-40 0 0,40-39 0,-41 39 0,41-40 16,-40 40-16,40-40 16,-40 40-16,-1-40 0,41 1 0,0-1 0,-40 0 15,80 0-15,-40-40 0,0 40 0</inkml:trace>
  <inkml:trace contextRef="#ctx0" brushRef="#br0" timeOffset="649.9622">4454 1443 0,'0'-40'0,"0"80"0,0-120 16,-40 80-16,40-40 16,-40 40-16,-40 0 15,-81 200 1,-40 161 0,161-40 15,121-80-16,79-161 1,81-40 15,-81-40-31</inkml:trace>
  <inkml:trace contextRef="#ctx0" brushRef="#br0" timeOffset="870.0232">5096 1884 0,'-40'-40'16,"0"40"-16,0 0 15,40 40-15,0 0 16,-40 1-16,40-1 16,0 0-16,0 0 0,0 0 0,0 0 0,0 0 15,0 0-15,0 0 16,-41 41-16,41-41 0,0 0 0,0 0 0,0 0 15,0 0-15,-40 0 0,40 0 16,0 0-16,0 1 0</inkml:trace>
  <inkml:trace contextRef="#ctx0" brushRef="#br0" timeOffset="1320.0291">5738 1644 0,'0'0'0,"0"40"31,-40-40-31,40 40 16,-40-40-16,40 40 0,-40 0 0,0 0 0,-1 0 16,1 0-16,0 1 0,-40-1 15,40 0-15,-40 0 0,-1 0 0,41 0 0,-40 0 16,0 0-16,40 0 0,-1 1 0,1-41 0,0 40 16,0-40-16,0 0 15,80 0 1,0 0-16,0 0 15,0 0-15,41 0 0,-41 0 0,0 0 0,40 0 16,-40 0-16,0 0 16,1 0-16,-1 0 0,0 0 0,0 0 0,0 0 15,0 0-15,0 40 0,0-40 0,1 0 0,-41 40 16,40-40-16,0 0 16,0 0-16,-40 40 0,40-40 0,0 0 15</inkml:trace>
  <inkml:trace contextRef="#ctx0" brushRef="#br0" timeOffset="1570.068">6260 1604 0,'0'-40'16,"40"120"15,0-40-31,-40 0 16,40 0-16,-40 0 0,0 40 0,0-40 0,0 1 15,0 39-15,0-40 0,0 40 0,-40-40 0,40 40 16,-40-39-16,0-1 16,-41 40-16,41-40 0,0 0 0,0 0 0,0 0 15,0 0-15,0 0 0,0 1 16</inkml:trace>
  <inkml:trace contextRef="#ctx0" brushRef="#br0" timeOffset="1770.0272">7343 2085 0,'-40'-40'16,"80"40"-1,-40-40-15,80 40 0,-39-40 0,-1 40 0,0 0 16,40-41-16,-40 41 16,0 0-16,0 0 0,1 0 0,-1 0 0,0 0 15,0 0-15,0 0 0,0 41 0</inkml:trace>
  <inkml:trace contextRef="#ctx0" brushRef="#br0" timeOffset="1929.9931">7905 2446 0,'-40'0'16,"80"0"-16,-120 40 0,40-40 0,80 0 31,40 0-31,-40 0 0,0 0 16,0 0-16,0-40 0,41 40 0,-41-40 0,40 40 16,-40 0-16,40 0 0,-39-40 15,39 40-15</inkml:trace>
  <inkml:trace contextRef="#ctx0" brushRef="#br0" timeOffset="6659.8801">9630 1523 0,'0'41'625,"0"-1"-609,0 0-1,0 0-15,0 0 0,0 0 0,0 0 0,0 0 16,0 0-16,0 0 0,0 1 15,0-1-15,0 0 0,0 0 0,0 0 0,0 0 16,0 0 0,0 0-16,0 0 15,40-40-15,1 0 32,-41-40-32,40 40 15,0-40 1,0 0-16,-40 0 0,0 0 15,40 40-15,-40-40 0,0 0 16,40 40-16,-40-40 0,0-1 31,0 82 1,40-41-32,-40 40 0,0 0 15,0 0-15,0 0 0,40-40 16,-40 40-16,0 0 15,41-40-15,-41 40 16,40-40 0,0 0-16,-40-40 15,40 40-15,-40-80 0,40 80 0,-40-40 16,40 0-16,-40 0 16,0 0-16,40-1 0,-40 1 0,0 0 0,0 0 15,40 0-15,-40 0 0,0 0 16,0 0-16,41 40 0,-41-40 15,0 80 32,0 0-47,0 0 16,-41-40-16,41 40 0,0 0 0</inkml:trace>
  <inkml:trace contextRef="#ctx0" brushRef="#br0" timeOffset="6909.9394">10593 1965 0,'0'40'16,"-40"0"-16,0-40 16,40 80-1,-80 80 1,40-79-1,40-41 1,0 0-16,0 40 16,40-80-16,-40 40 0,40-40 15,0 0-15</inkml:trace>
  <inkml:trace contextRef="#ctx0" brushRef="#br0" timeOffset="7229.9204">10834 2125 0,'-40'0'32,"80"0"-32,-120-40 15,80 80-15,0 0 16,40 80 0,0-39-16,40 39 31,41-80-16,-81-40 1,0-80 15,40-81-15,-80 121-16,0 0 0,0-40 16,0 0-1,0 40 16,0 0-31</inkml:trace>
  <inkml:trace contextRef="#ctx0" brushRef="#br0" timeOffset="7879.8098">11637 1002 0,'-40'0'0,"40"40"219,0 0-219,0 0 0,0 0 0,0 1 15,0-1-15,-41 40 0,41-40 16,0 0-16,0 0 0,0 0 0,0 0 16,0 1-1,-40-1-15</inkml:trace>
  <inkml:trace contextRef="#ctx0" brushRef="#br0" timeOffset="8329.802">12479 2125 0,'0'0'0,"-40"0"0,-40-40 31,80 0-31,0 0 16,40 40 0,0 0-16,161 0 15,80 0 17,-41 0-17,-199 0-15</inkml:trace>
  <inkml:trace contextRef="#ctx0" brushRef="#br0" timeOffset="8569.8437">12961 1884 0,'-80'-80'31,"80"40"-31,0 0 0,-41 40 16,41 40 15,0 0-15,0 161-1,0 39 1,-40-39 0,40-81-1</inkml:trace>
  <inkml:trace contextRef="#ctx0" brushRef="#br0" timeOffset="9109.8125">13723 1844 0,'0'-40'15,"-40"40"1,40 40 15,0 0 0,0 0-31,40-40 0,-40 41 16,40-41 0,-40 40-16,0 0 15,0-80 48,0 0-48</inkml:trace>
  <inkml:trace contextRef="#ctx0" brushRef="#br0" timeOffset="12849.961">12118 1082 0,'0'-40'0,"40"40"0,-40-40 15,-40 40 1,0 0 62,0 80-78,0-80 16,0 0-16,0 40 0,-1 0 15,1-40-15,0 41 0,0-41 0,0 0 16,0 40-16,0-40 0,0 0 16,40 40-16,-41-40 15,82 0 48,-1 0-48,0 0-15,0 40 16,0 0-16,-40 0 16,40-40-16,0 40 0,-40 0 0,40 0 0,1-40 15,-41 41-15,40-1 16,0-40-16,0 40 0,-40 0 0,40-40 0,0 40 15,0-40-15,0 40 16</inkml:trace>
  <inkml:trace contextRef="#ctx0" brushRef="#br0" timeOffset="14219.8249">13603 1924 0,'40'0'31,"0"0"0</inkml:trace>
  <inkml:trace contextRef="#ctx0" brushRef="#br0" timeOffset="17700.0195">13803 2045 0,'-40'0'16,"40"-40"-1,-40 40 32,0 0 0,0 0-16,40-40 32,40 40-63,-40-41 16,40 1-1,0 40-15,-40-40 0,40 40 16,-40-40-16,41 40 0,-1 0 15,-40-40-15,40 40 0,0 0 0,0-40 0,0 40 16,0 0 0,0-40-16,1 40 0,-1 0 15,-40 40-15,0 0 16,0 40 0,0-40-16,0 0 0,0 1 0,0-1 15,-40 0 1,40 0-16,0 0 0,-41-40 0,41 40 0,-40 0 15,40 0-15,-40-40 0,0 40 16,40 1-16,-40-1 0,0-40 0,40 40 0,-40-40 16,40 40-16,-40-40 15,-1 0-15,41 40 0,-40-40 16,40-40 46,40 40-62,1 0 32,-41-40-32,40 40 15,0 0-15,0 0 16,0 40 0,0-40-16,-40 40 0,40-40 0,0 0 15,-40 40-15,41 0 16,-1-40-16,-40 40 0,40-40 15,-40 40 1,40-40-16,-40 40 0,40-40 16,-40 41-16,40-1 15,-40 0 1,40-40-16,0 0 16,-40 40-16,41-40 15,-1 0 1</inkml:trace>
  <inkml:trace contextRef="#ctx0" brushRef="#br0" timeOffset="18460.0491">15328 1965 0,'-40'0'15,"0"0"-15,40-41 16,0 82 31,-40-41-47,40 40 0,0 0 0,0 0 0,0 40 15,0-40-15,0 0 0,0 0 16,0 41-16,0-41 0,0 0 0,0 0 0,0 0 16,0 0-16,0 0 15,0 0-15,40 0 0,-40 1 16,40-41 0,0 0-1,-40-41-15,40-39 16,1 40-16,-1 0 15,-40 0-15,40 0 0,0 0 0,-40 0 16,40 40 0,-40 40-1,40-40-15,-40 40 16,40 40-16,0-80 16,-40 40-16,41-40 0,-41 40 15,40-40-15,0 0 16,0 0-16,0 0 0,0-40 15,-40 0 1,40 40-16,-40-40 0,0 0 0,40 40 16,-40-40-16,0 0 0,41 0 15,-41-1-15,0 1 0,0 0 0,0 0 16,0 0-16,0 0 0,0 0 0,0 0 16,40 40-1,-40-40-15</inkml:trace>
  <inkml:trace contextRef="#ctx0" brushRef="#br0" timeOffset="18710.0352">16693 2446 0,'-81'0'15,"162"0"-15,-202 40 0,81-40 16,0 40-16,40 0 16,-40 0-1,0 121 1,0-81-16,-1-40 16,1 80-1,40-80 1</inkml:trace>
  <inkml:trace contextRef="#ctx0" brushRef="#br0" timeOffset="19039.9418">16532 2606 0,'0'0'16,"0"40"15,0 0-31,0 1 15,0-1 1,40 0-16,0 0 0,41-40 16,-81 40-16,40-40 15,-40 40-15,40-40 0,-40 40 16,40-40-16,-40-40 16,40 40-1,-40-40-15,40 40 0,-40-40 0,40 0 0,-40 0 16,40 0-16,1-1 15,-41 1-15,0 0 0,40 40 0,-40-40 16,0 0-16,0 0 16,0 0-1</inkml:trace>
  <inkml:trace contextRef="#ctx0" brushRef="#br0" timeOffset="19459.9181">17094 1323 0,'0'0'15,"0"-40"-15,-40 0 0,40 0 0,0-1 32,40 41-32,0 0 0,0 0 15,40 0-15,-40 41 16,-40-1-16,41 0 0,-41 0 16,0 0-16,0 40 0,0-40 0,0 0 0,0 1 15,-41-1-15,41 0 16,-40 0-16,40 0 0,-40-40 0,40 40 0,-40-40 15,40 40-15,40-40 32,0 0-17,0-40-15,1 40 0,-1 0 0,0 0 16,0-40-16,0 40 0,0 0 0,0 0 0,0 0 16,1 0-16,-1 0 0,0 0 15,0-40-15,0 40 0,0 0 0,0-40 16</inkml:trace>
  <inkml:trace contextRef="#ctx0" brushRef="#br0" timeOffset="19689.9805">18177 1162 0,'0'0'0,"-40"0"31,0 0-16,0 121 1,40-81-16,0 120 31,0-120-31,0 1 0,0-1 0,0 120 16,40-120 0,0 0-1</inkml:trace>
  <inkml:trace contextRef="#ctx0" brushRef="#br0" timeOffset="19989.9606">18739 1122 0,'0'0'0,"0"-40"0,0 80 32,-40 0-17,0-40-15,-81 161 16,81-121-16,0-40 0,0 40 15,-120 40 1,119-80 0,41 40-1,-40-40 1,121 121 15,119-41-15,1 0-1,-81-40 1</inkml:trace>
  <inkml:trace contextRef="#ctx0" brushRef="#br0" timeOffset="20509.9297">19301 2767 0,'-40'-40'16,"80"80"-16,-120-80 0,39 40 0,-39 0 31,80-41-31,-40 41 16,201 0 15,160 41-15,120-1-1,-120 0 17,-161-40-32</inkml:trace>
  <inkml:trace contextRef="#ctx0" brushRef="#br0" timeOffset="20739.8463">20103 2406 0,'-40'0'31,"80"0"-31,-80-40 0,0 40 16,40 80-16,0-40 16,-40 0-16,40 0 15,0 40-15,0-40 0,0 1 0,-40-1 0,40 40 16,0-40-16,0 0 0,-40 40 15,40-40-15,0 1 0,-40-1 0,40 0 0,0 0 16,0 0-16,-41 0 16,41 0-16</inkml:trace>
  <inkml:trace contextRef="#ctx0" brushRef="#br0" timeOffset="21950.2714">20826 2165 0,'0'-40'15,"0"0"48,40 40-32,0-40-31,0 40 0,0 0 16,0 0-16,0-40 15,0 40-15,1 0 0,-1 0 0,0 0 16,0 0-16,0 0 0,-40 80 0,0-40 16,0 0-1,0 0-15,0 0 0,-40 0 0,40 1 16,-40-1-16,0 0 15,40 0-15,-40-40 0,40 40 0,-41-40 16,41 40-16,0 0 16,-40-40-16,40 40 0,40-40 15,-40 40 1,41-40-16,39 0 16,-40 0-16,0 40 0,0-40 15,0 41-15,0-1 16,-40 0-16,41-40 0,-41 40 15,0 0 1,0 0-16,-41-40 0,41 40 0,-40-40 0,40 40 16,-80-40-16,40 40 0,0-40 15,0 41-15,0-41 0,-1 0 0,1 0 16,0 0-16,0 0 0,0 0 0,0 0 0,0-41 16,0 41-1,40-40-15,-41 40 0,82-40 16</inkml:trace>
  <inkml:trace contextRef="#ctx0" brushRef="#br0" timeOffset="22560.1623">22350 2326 0,'-40'-41'16,"80"82"-16,-80-122 16,0 81-1,40 81 1,0-41-1,0 0-15,0 0 0,0 40 0,0-40 16,0 0-16,0 40 16,0-39-16,0-1 0,0 40 0,0-40 0,0 0 0,0 0 15,0 0-15,0 0 0,0 1 16,40-41 0,0-41-1,1-39 1,-1 40-16,0 0 0,-40 0 0,40 40 15,0-40-15,-40 0 0,40 40 16,-40-40-16,40 40 16,-40 40-1,0 0-15,0 0 0,40-40 16,-40 40-16,41 0 0,-41 0 16,40-40-16,0 0 15,0 0 1,-40-40-1,0 0-15,0 0 16,0 0-16,0 0 0,0 0 16,0-1-16,0 1 0,0 0 0,0 0 0,-40 0 15,40 0-15,0 0 0,0 0 0,0 0 0,40 40 16,-40-40 0,40 40-16,0 0 15,-40 40-15</inkml:trace>
  <inkml:trace contextRef="#ctx0" brushRef="#br0" timeOffset="22810.1609">23273 2927 0,'0'0'0,"-40"0"16,0 40-1,0 161 17,40-1-17,0-160-15,0 41 32,0-41-32,-40-40 0</inkml:trace>
  <inkml:trace contextRef="#ctx0" brushRef="#br0" timeOffset="23100.1328">23233 3168 0,'0'0'0,"0"-40"16,40 0-1,-40 80 1,0 80 0,40-40-1,-40-40-15,81 81 16,-41-121-16,-40 40 0,40-40 15,40 0 17,-40-81-32,0-79 15,41-81 17,-41 121-17</inkml:trace>
  <inkml:trace contextRef="#ctx0" brushRef="#br0" timeOffset="23660.1008">23996 1684 0,'-41'-40'16,"82"80"-16,-122-120 0,41-1 15,40 41 1,40 40 0,0 0-1,1 0-15,-1 0 0,0 40 0,0-40 16,0 41-16,0-41 0,-40 40 0,40 0 0,0-40 16,-40 40-16,41 0 0,-41 0 15,0 0-15,0 0 0,-41 0 16,1 0-1,0 1-15,40-1 32,40 0-17,0 0 1,-40 0 0,41-40-16,-41 40 0,0 0 15,0 0 1,-41 0-16,-39-40 0,40 41 15,0-41-15,0 0 0,0 0 16,-41 0-16,41 0 0,0 0 0,0 0 16,0 0-16,0 0 15,0-41-15,40 1 16,40 40-16,-40-40 0,80 0 0</inkml:trace>
  <inkml:trace contextRef="#ctx0" brushRef="#br0" timeOffset="23930.1015">24838 1564 0,'0'-41'16,"0"82"-16,-40-82 0,0 41 15,40 41 1,0-1-1,0 120 1,0-120 0,40 161-1,0-41 1,-40-120 0</inkml:trace>
  <inkml:trace contextRef="#ctx0" brushRef="#br0" timeOffset="24430.1272">25440 1604 0,'0'40'32,"-40"-40"-17,0 40 1,-81 40-1,1 0 1,0-40 0,39 0-1,41-40-15,80 41 47,1-1-31,-1 0-1,0-40-15,-40 40 0,40 0 0,0-40 0,0 40 16,-40 0-16,40-40 16,0 40-16,1-40 0,-1 40 0,0-40 0,0 0 15,0 41-15,0-1 0,0-40 0,1 0 16,-1 40-16,0-40 16,0 0-16,-80 0 109,0 0-78</inkml:trace>
  <inkml:trace contextRef="#ctx0" brushRef="#br0" timeOffset="30210.1592">2006 4451 0,'0'-40'0,"0"0"31,-40 40 0,40 40-15,0 0-16,0 0 15,0 0-15,0 0 0,0 41 0,0-41 0,0 0 16,0 0-16,0 40 0,0-40 0,0 0 0,0 0 16,40 1-16,-40-1 0,0 0 15,0 0-15,0 0 0,0 0 0,0 0 16,-40-40-1,40 40-15</inkml:trace>
  <inkml:trace contextRef="#ctx0" brushRef="#br0" timeOffset="30620.2066">2648 4531 0,'0'-40'0,"0"80"0,-40-80 15,0 40 1,0 40-16,-80 81 31,-1-41-15,-120 0 0,161-80-1,-80 40 1,120-40-16,-1 0 15,82 0 17,-1 0-17,-40 40-15,40-40 0,0 40 0,0-40 16,0 40-16,0 1 0,0-1 16,1 0-16,-1-40 0,0 40 15,0-40-15,0 40 0,0 0 16,0 0-16,0-40 0,1 40 15,-1-40 1,0 40-16,0-40 16</inkml:trace>
  <inkml:trace contextRef="#ctx0" brushRef="#br0" timeOffset="30840.1769">2849 5013 0,'0'-41'0,"40"1"32,0 40-32,0 0 0,0 0 15,1-40-15,-1 40 0,0 0 16,0 0-16,0 0 0,0 0 16,0 0-16,0 0 0,1 0 15,-1 0 1,-40 40-1</inkml:trace>
  <inkml:trace contextRef="#ctx0" brushRef="#br0" timeOffset="31060.4729">3170 5293 0,'0'0'0,"-40"0"31,0 0-31,160 0 32,-40-40-32,121 0 31,-81 0-15,-79 40-16</inkml:trace>
  <inkml:trace contextRef="#ctx0" brushRef="#br0" timeOffset="31470.5225">4615 4692 0,'0'0'0,"-41"-40"0,1 40 16,0 0-16,-80 40 15,40 0 1,-1 80 0,81-80-16,0 81 31,40-121-31,-40 40 0,121 0 16,-81-40-16,120 40 15,-119-40-15,-1 0 16,80-80-1,-120-41 1,0 1 15,-80 40-15,40 40 0,0 0-1,40 80 16,0 0-31</inkml:trace>
  <inkml:trace contextRef="#ctx0" brushRef="#br0" timeOffset="31700.5075">5216 5374 0,'0'0'16,"0"40"-16,0 40 31,0-40-31,-40-40 0,0 120 16,-40-80-16,-40 121 16,79-161-16,1 40 0,0-40 15,-120 80-15</inkml:trace>
  <inkml:trace contextRef="#ctx0" brushRef="#br0" timeOffset="32210.4245">6541 4491 0,'0'0'0,"0"-40"0,-41 40 15,1-40 1,40 80 0,-40 80-1,40-79-15,0-1 16,-40 40-16,40 160 16,-40-199-16,40 39 0,-40 80 15,40-120-15,-40 41 0</inkml:trace>
  <inkml:trace contextRef="#ctx0" brushRef="#br0" timeOffset="32390.4681">6942 5253 0,'-80'0'0,"80"40"15,-41 41 1,-79-1-1,0 80 1,39-120 0,81 0-16,-80 0 15</inkml:trace>
  <inkml:trace contextRef="#ctx0" brushRef="#br0" timeOffset="32750.4474">7704 4812 0,'40'-40'16,"1"0"-16,-1 40 15,-40-40 1,40 40-16,0 80 15,-40-40-15,0 0 0,0 40 16,-40 1 0,-81 119-1,41-120 1,80-40 0,40 1-1,161-41 16,-121 0-31,0-41 16,-39 41-16,79-40 0</inkml:trace>
  <inkml:trace contextRef="#ctx0" brushRef="#br0" timeOffset="32900.3816">8667 5293 0,'0'0'0,"-80"81"31,40-41-31,-80 80 31,79-120-31,-79 120 16,80-80-16,0-40 0,-40 40 15,80 1-15,-41-41 16</inkml:trace>
  <inkml:trace contextRef="#ctx0" brushRef="#br0" timeOffset="33310.3597">9510 4652 0,'0'0'16,"40"-40"-16,40-1 31,1 41-16,-81 81 1,0-41-16,-81 80 31,41-120-31,0 40 0,0 0 0,0 0 16,40 0-16,-40 41 16,40-41-16,0 0 15,80 0 1,-40 80-1,0-80 1,-80 41 0,-40-41-16,-81 0 31,121-40-31,-40 40 0,-81-40 16,81 0-16,-161 0 15,201 0-15</inkml:trace>
  <inkml:trace contextRef="#ctx0" brushRef="#br0" timeOffset="39924.3594">1685 6817 0,'-40'0'15,"40"-40"1,-40 40 62,40 40-47,0 0-31,0 1 0,0-1 0,0 0 16,0 40-16,-40-40 0,40 0 16,0 40-16,0-40 0,0 1 0,0-1 0,0 40 15,0-40-15,0 0 0,0 0 0,0 0 16,0 0-16,0 1 16,0-1-16</inkml:trace>
  <inkml:trace contextRef="#ctx0" brushRef="#br0" timeOffset="40324.2653">2167 7138 0,'40'0'16,"-80"0"-16,80-40 16,-40 0-16,-40 40 15,0 80 16,-161 40-15,0 1 0,161-81-1,-80 0 1,80-40 0,80 0 46,40 40-46,-40 0-16,-40 0 0,40-40 0,1 40 15,-1-40-15,-40 41 16,40-1-16,0-40 0,0 40 0,0-40 16,0 40-16,0-40 0,1 0 15,-1 0-15,0 0 0,0 0 16</inkml:trace>
  <inkml:trace contextRef="#ctx0" brushRef="#br0" timeOffset="40524.325">2528 7419 0,'0'-40'16,"0"0"-16,40 40 15,0-40 1,0 40-16,81-41 31,-81 41-31,0 0 0,0 0 0,80 0 16,1 0-1</inkml:trace>
  <inkml:trace contextRef="#ctx0" brushRef="#br0" timeOffset="40694.2546">3009 7579 0,'-40'0'16,"80"0"-16,-120 0 0,120 0 31,0 0-31,1 0 16,-1 0-16,0 0 0,0 0 0,0 0 15,0-40-15,0 40 16,0 0-16</inkml:trace>
  <inkml:trace contextRef="#ctx0" brushRef="#br0" timeOffset="41004.7004">3932 7138 0,'-80'0'15,"40"40"-15,-40 0 16,-41 81-1,81-1 17,241-80-17,40-120 1,-161-40 0,-80-1 15,-120 41-16,39 80 1,41 0-16,-40 0 16,40 0-16,40 40 15</inkml:trace>
  <inkml:trace contextRef="#ctx0" brushRef="#br0" timeOffset="41244.2103">4534 7098 0,'0'0'15,"0"-40"1,-40 40-16,40 40 31,0 0-15,0 0-16,0 81 31,0-81-31</inkml:trace>
  <inkml:trace contextRef="#ctx0" brushRef="#br0" timeOffset="41384.2767">4414 7940 0,'-40'40'16,"80"-80"-16,-120 120 0,-1-39 15,81-1-15,-160 40 16,40 0-1,39-80 1,41 40 0,0-40-16</inkml:trace>
  <inkml:trace contextRef="#ctx0" brushRef="#br0" timeOffset="41864.1736">7544 7579 0,'0'0'16,"-40"-40"-1,0 40 1,120 201 15,80 79-15,-39-39-1,-41-121 17</inkml:trace>
  <inkml:trace contextRef="#ctx0" brushRef="#br0" timeOffset="42084.1604">8146 7700 0,'-81'-81'31,"162"162"-31,-202-162 0,81 81 0,0 0 0,-80 121 16,-81 119 15,81-119-31,-81 159 31,161-199-31,-40-1 0,39-40 0,-79 40 31</inkml:trace>
  <inkml:trace contextRef="#ctx0" brushRef="#br0" timeOffset="42384.1516">8908 7579 0,'-80'-40'0,"160"80"0,-200-80 0,-41 40 31,121 0-31,0 40 0,-40 41 16,40 79-1,-1-40-15,41 121 31,81-41-15,-41-159 0,120-41-1</inkml:trace>
  <inkml:trace contextRef="#ctx0" brushRef="#br0" timeOffset="42654.1551">9470 7820 0,'0'-40'0,"0"80"0,40-80 0,-40-40 31,-40 120-31,40 0 16,0 40-16,-40-80 0,40 40 15,0 0-15,0 0 16,-40-40-16,40 40 0,-41 1 0,1-41 16,0 0-1,0 0-15,0 0 0,0 0 0,0-41 16,40 1-1,0 0 1,0 0-16,40 0 16,0 0-16,0 0 0,0 40 15,0 0-15,-40-40 0,40 40 0,1 0 0,-1-40 16</inkml:trace>
  <inkml:trace contextRef="#ctx0" brushRef="#br0" timeOffset="42874.1886">10032 7499 0,'40'0'0,"-80"0"0,120 0 16,-80 40-16,0 40 31,0 41-31,40 159 31,-40-159-31,-80 79 31,-81-39-15,121-161-16,0 0 0</inkml:trace>
  <inkml:trace contextRef="#ctx0" brushRef="#br0" timeOffset="43144.1171">11877 7940 0,'-80'-40'16,"160"80"-16,-200-80 0,120-40 31,0 40-31,40 0 0,40 40 16,241-40-1,-120 40 1,40 40 0,-201 0-16</inkml:trace>
  <inkml:trace contextRef="#ctx0" brushRef="#br0" timeOffset="43334.1116">11958 8381 0,'-81'0'16,"162"0"-16,-162-40 16,162 40-16,-1-40 0,40 40 15,201-40 1,0 40 15,-200 0-31,-81 0 0</inkml:trace>
  <inkml:trace contextRef="#ctx0" brushRef="#br0" timeOffset="43574.0977">14285 7459 0,'-80'-80'0,"160"160"0,-160-200 0,40 80 31,-1 40-31,1 40 0,40 0 16,0 40-16,-40 40 15,40-80-15,0 201 16,0-161-16,0-40 0,40 41 16,-40-1-1,40 80-15</inkml:trace>
  <inkml:trace contextRef="#ctx0" brushRef="#br0" timeOffset="43774.1356">14847 8101 0,'40'-40'16,"-80"80"-16,80-121 0,161 41 31,-161 40-31,40-40 0,0 40 0,281 0 31,-240 0-31,79 0 16</inkml:trace>
  <inkml:trace contextRef="#ctx0" brushRef="#br0" timeOffset="43964.1255">15649 7539 0,'-40'0'15,"80"0"-15,-120 0 32,80 40-32,-80 81 15,0 159 1,80-159 0,-81 159-1,81-239-15,-40 79 16,40-80-16</inkml:trace>
  <inkml:trace contextRef="#ctx0" brushRef="#br0" timeOffset="44204.1136">16452 7820 0,'0'-80'16,"0"160"-16,-40-160 15,40 120-15,-40 0 16,-1 160 0,41-119-1,0-1-15,-40 80 16,40 1 0,0-121-1</inkml:trace>
  <inkml:trace contextRef="#ctx0" brushRef="#br0" timeOffset="45243.9782">16291 7740 0,'0'0'0,"-40"0"31,-40 0 47,40 0-47,40-40 47,40 40-31,0 0-47,0 0 32,0 40-32,-40 0 31,0 0-31,0 0 0,0 0 15,0 0-15,0 0 16,0 0-16,0 1 0,40-1 16,-40 0-16,0 0 0,0 0 0,0 0 15,0 0-15,0 0 16,0 0-16,0 1 0,0-1 0,-40-40 16,40 40-16,0 0 0,-40-40 15,40 40-15,-40-40 0,40 40 0,-40-40 0,0 40 16,0 0-1,0-40-15,-1 0 0,41 40 0,-40-40 16,0 0 0,120 0-1,-39 0 1,-1 0 0,0-40-16,0 40 0,0 0 0,0 0 0,0 0 15,0-40-15,1 40 0,39 0 16,-40 0-16,0-40 0,0 40 0,0 0 0,0 0 15,1-40-15,-1 40 16,0 0-16,0-40 0,0 40 0,0 0 16</inkml:trace>
  <inkml:trace contextRef="#ctx0" brushRef="#br0" timeOffset="45453.9838">17335 8261 0,'-81'-40'16,"162"80"-16,-162-120 16,121 40-16,41 40 15,39-40-15,-80 40 0,161 0 32,-121 0-32,-40 0 0,40 0 15,41 40 1</inkml:trace>
  <inkml:trace contextRef="#ctx0" brushRef="#br0" timeOffset="45674.0267">17696 7900 0,'-40'-40'31,"80"80"-31,-121-80 0,81 80 16,-40 80-1,40-79-15,0 79 16,0-80-16,-40 161 16,40-81-1,0-80-15,0 80 16,0-80-16</inkml:trace>
  <inkml:trace contextRef="#ctx0" brushRef="#br0" timeOffset="46084.207">18378 8101 0,'0'-81'16,"0"162"-16,40-162 0,40-39 16,-40 120-16,1-40 15,39 40-15,-40 0 0,80 0 31,-120 40-31,0 0 0,0 40 16,-160 81 0,80-41-1,39-40 17,122-39-17,-1 39 1,-40 0 15,-120 40-15,0-120-1,-121 80 1,81-39-16,-161-41 31,281-41-15</inkml:trace>
  <inkml:trace contextRef="#ctx0" brushRef="#br0" timeOffset="46374.1906">20023 8422 0,'-40'-41'15,"0"41"-15,40-40 16,120 40 15,-40 0-31,1 0 0,159 0 31,-199 0-31,39 0 0,80 0 16,-120 0-16,41 40 16</inkml:trace>
  <inkml:trace contextRef="#ctx0" brushRef="#br0" timeOffset="46554.181">20143 8903 0,'0'0'15,"-40"0"1,241 0 0,-41 0-1,41 40 1,120 0 0,-241 0-16</inkml:trace>
  <inkml:trace contextRef="#ctx0" brushRef="#br0" timeOffset="47894.0668">23233 8462 0,'-40'0'0,"40"-40"16,40 40 15,-40-41-31,80 41 0,-39 0 0,-1 0 16,0 0-16,40-40 15,-40 40-15,40 0 0,-39 0 0,-1-40 0,0 40 16,0 0-16,0-40 15,0 40-15,-80 0 32,0 0-17,0 0-15,0 0 0,0 0 16,-1 0 0,41 40-16,-40-40 0,0 0 15,40 40 1,-40-40-16,40 40 31,0 1 94,0-1 0,-40-40-125,40 40 16,-40-40-16,40 40 15,-40 0 1,40 0-16,-40 0 0,-1 0 16,41 0-16,-40 0 15,0 41-15,0-41 0,40 0 0,-40 0 0,0 40 16,0-40-16,0 0 0,40 1 15,-41-1-15,41 0 0,-40-40 0,40 40 16,-40-40-16,40 40 0,0 0 16</inkml:trace>
  <inkml:trace contextRef="#ctx0" brushRef="#br0" timeOffset="48934.0078">22551 8943 0,'-40'0'109,"80"0"-31,0 0-78,0 0 16,0 0-16,1 0 0,39 0 0,0 0 0,0 0 16,1 0-16,-1 0 0,0 0 0,0 0 0,1 0 15,-1 0-15,0 0 16,0 0-16,1 0 0,-41 0 0,0 0 0,0-40 16,0 40-16,0 0 0,0 0 15,-40-40-15,-40 40 63,0 0 15,0 0-47,0 0 157,0 0-173</inkml:trace>
  <inkml:trace contextRef="#ctx0" brushRef="#br0" timeOffset="50673.8703">24196 8101 0,'0'0'0,"-40"0"0,40-40 16,-40 40 0,0 0 15,0 0-15,40 40-16,-40-40 0,-1 40 0,1-40 15,0 40-15,-40-40 16,40 40-16,-40-40 0,39 40 0,1-40 0,-40 40 15,40-40-15,0 40 0,-40 0 16,39 1-16,1-1 0,0-40 0,0 40 0,0 0 16,0 0-16,0 40 0,0-40 0,-1 0 0,41 0 15,-40 1-15,40-1 16,-40 0-16,40 0 0,0 40 0,0-40 0,0 0 16,0 0-16,0 1 0,0-1 15,40 0-15,-40 0 0,40-40 0,-40 40 0,41 0 16,-1-40-16,0 40 15,0-40-15,0 0 0,0 0 0,0 0 0,0 40 16,1-40-16,39 0 0,-40 0 0,0 0 0,0-80 16,40 80-16,-39 0 0,-1 0 15,0-80-15,40 80 0,-40-40 0,-40 0 0,40 0 16,0 40-16,-40-41 16,41 1-16,-41 0 0,0 0 15,-41 40 1,41-40-16,-80 40 0,40 0 0,0 0 0,0 0 15,0 0-15,0 0 16,-1 0-16,1 0 0,-40 0 0,40 40 0,0-40 16,0 40-16,0-40 0,-1 0 0,41 40 15,-40-40-15,0 0 16,40 40-16,-40-40 0,40 41 16,-40-41-1,0 0 1,40 40-1,-40-40-15,80-40 79,-40-1-79,40 41 0,-40-40 0,40 0 31,-40 0-31,40 40 0,-40-40 15,40 40-15,0 0 16,1 0 0,-1 0-16,0 0 0,0 0 15,0 0-15,0 40 16,0-40-16,0 0 0,1 0 0,-1 0 16,0 0-16,0 40 0,0-40 15,0 0-15,-40 40 0,40-40 0,0 0 16,-40 40 15,0 1-15,0-1-16,-40-40 15,40 40-15,-40-40 0,0 40 0,0 0 16,0-40 0,40 40-16,-40-40 0,0 40 0,-1-40 0,1 0 15,40 40-15,-80-40 0,40 0 16,0 40-16,0-40 0,0 0 0,-1 40 15,1-40-15,0 0 16,0 0-16,0 0 0,0 0 0,0 0 16,0-40-16,-1 0 0,1 40 15,40-40-15,-40 0 0,40 0 16,-40 0-16,40 0 0,0 0 0,0 0 16,0-1-16,0 1 15,0 0-15,0 0 0,0-40 0,0 40 0,40 0 16,-40 0-16,0-1 0,40 41 15,-40-40-15,40 0 0,1 0 0,-1 0 16,0 0-16,0 0 0,0 40 0,0-40 0,0 0 16,0 40-16,1-40 15,-1 40-15,40-41 0,-40 41 0,0 0 0,40 0 16,1 0-16,-41 0 0,0 0 16,40 0-16,-40 0 0,0 0 0,1 0 0,-1-40 15,0 40 1,0 0-16,0 0 0,-40 40 78,0 1 0,0-1-15</inkml:trace>
  <inkml:trace contextRef="#ctx0" brushRef="#br0" timeOffset="52033.8616">1284 9384 0,'0'0'0,"-40"0"32,-40 0-17,80 201 1,0 79 15,0-199-31,0 79 16,0-120-16,0 40 0,0 0 15,0 1 1</inkml:trace>
  <inkml:trace contextRef="#ctx0" brushRef="#br0" timeOffset="52413.8389">1846 9504 0,'0'-40'15,"0"80"-15,0-120 0,-40 80 16,0 40 0,-121 201 15,1-41-16,-41-79 1,81-81 0,79-40 15,41-80-15,121-1-1,39 41 16,1 241-15,-41 39 0,41-79-1,79-121 1</inkml:trace>
  <inkml:trace contextRef="#ctx0" brushRef="#br0" timeOffset="52633.8256">2327 10066 0,'-40'-40'16,"80"80"-16,-120-80 0,160-40 31,-40 39-31,161 1 16,120-40-1,-120 80 1,-121 0 0</inkml:trace>
  <inkml:trace contextRef="#ctx0" brushRef="#br0" timeOffset="52813.7449">2648 10347 0,'-40'40'15,"80"-80"-15,-120 80 0,40-40 16,40-40 0,40 40-16,40 0 31,161-81-15,-80 41-1</inkml:trace>
  <inkml:trace contextRef="#ctx0" brushRef="#br0" timeOffset="53053.7299">3772 9504 0,'0'0'16,"-40"0"-1,40 40 1,0 121 15,-40 39-15,0 41-1,-81-40 1,121-161-16</inkml:trace>
  <inkml:trace contextRef="#ctx0" brushRef="#br0" timeOffset="53243.7171">4534 9544 0,'0'-40'0,"0"80"0,-40-80 0,-40-40 31,80 40-31,0 0 0,40 80 31,0 0-15,-40 0-16</inkml:trace>
  <inkml:trace contextRef="#ctx0" brushRef="#br0" timeOffset="53413.7811">4615 10347 0,'-41'40'15,"82"-80"-15,-122 120 0,-39 40 16,80-80-16,0 0 0,0 0 16,-41 161-1,-79 40 1</inkml:trace>
  <inkml:trace contextRef="#ctx0" brushRef="#br0" timeOffset="54633.7099">7062 9986 0,'0'0'0,"0"40"63,40 0-48,-40 0-15,40 0 0,-40 0 0,41 0 0,-41 0 16,40 41-16,0-41 15,0 0-15,0 0 0,-40 0 0,40 0 0,0 0 16,1 0-16,-1 0 0,0 1 0,0-1 16,0-40-16,0 40 15</inkml:trace>
  <inkml:trace contextRef="#ctx0" brushRef="#br0" timeOffset="54933.6922">7905 10186 0,'40'-40'16,"-80"80"-16,80-120 16,-40 40-16,-40 40 15,-80 40 16,-41 120-15,-80 81 0,-40 40-1,41-41 17,240-200-32</inkml:trace>
  <inkml:trace contextRef="#ctx0" brushRef="#br0" timeOffset="55333.6694">8707 10106 0,'0'0'16,"-40"0"-16,40-40 31,-40 40-16,0 40 1,-161 120 0,81 121 15,80-40-15,200-81-1,41-120 1</inkml:trace>
  <inkml:trace contextRef="#ctx0" brushRef="#br0" timeOffset="55763.5883">9349 10146 0,'0'-40'15,"0"80"-15,-40-80 32,40 80-17,0 0 1,-40 0-16,40 0 0,0 41 0,-40-41 0,40 0 15,0 40-15,0-40 16,-40 0-16,40 40 0,0-39 0,0-1 0,0 0 16,0 0-16,0 0 0,-40 0 0,40 0 0,0 0 15,0 0-15</inkml:trace>
  <inkml:trace contextRef="#ctx0" brushRef="#br0" timeOffset="56193.602">9911 10106 0,'-40'0'31,"120"40"94,-80 0-125,40 0 0,-40 0 0,41 0 16,-41 1-16,40 39 0,-40-40 15,0 40-15,0-40 0,0 40 0,0 1 0,0-41 16,-40 40-16,40 0 16,-81-40-16,41 40 0,0-39 0,-40 39 0,0-40 15,39 0-15,-39 0 0,40 0 16,-40 0-16</inkml:trace>
  <inkml:trace contextRef="#ctx0" brushRef="#br0" timeOffset="56493.6007">11597 10828 0,'-41'-80'15,"82"160"-15,-122-160 0,81 40 32,81-1-32,-1 41 15,201 0 1,-41 41 15,-159-1-31</inkml:trace>
  <inkml:trace contextRef="#ctx0" brushRef="#br0" timeOffset="56673.6473">11637 11510 0,'-40'40'0,"80"-80"0,-40 80 16,120-40 15,121 0-15,0 0 0</inkml:trace>
  <inkml:trace contextRef="#ctx0" brushRef="#br0" timeOffset="57153.5646">13202 10788 0,'-41'0'16,"82"0"-16,-202-40 16,121 40-16,0 0 0,0 160 15,-41 121 16,81 0-15,121-81 0,-41-160-1,40-160 17,-39-41-17,39 1 1,-120 120 15,40 120-15,0-40-16,41 0 15,79 0 1,-40-120 15,-79-40-31,-41 40 16,0-161-1,0 41 1,0 240 15,40 40-31</inkml:trace>
  <inkml:trace contextRef="#ctx0" brushRef="#br0" timeOffset="57683.5927">14486 11470 0,'0'0'0,"-81"0"0,1 40 31,40-40-31,-40 120 16,40-40-1,40 0-15,-41 41 31,1-41-15,40-120 0,40-81-1,41 1 1,-81 80 0,80-80-1,-80 160 16,40 0-15,80 120 0,-39-79-1,-1-41 1,0-40 15,-40-121-15,41 1-1,-81 0 1,40-41 0,-40 41-1,40 120 17</inkml:trace>
  <inkml:trace contextRef="#ctx0" brushRef="#br0" timeOffset="57973.5721">15088 10186 0,'-41'-40'0,"82"80"0,-162-120 31,121 120 1,40-40-32,-40 40 0,0 0 0,40 0 0,-40 41 15,0-41-15,0 0 16,0 40-16,0-40 0,0 0 0,0 0 0,0 0 15,0 1-15,0-1 0,0 0 16</inkml:trace>
  <inkml:trace contextRef="#ctx0" brushRef="#br0" timeOffset="58623.5403">15930 11109 0,'-40'40'15,"80"-80"-15,-120 80 0,120-40 63,0 0-48,0 0 1,0 40-16,1-40 0,-1 0 0,0 0 0,40 40 16,-40-40-16,40 0 0,1 0 15,-41 40-15,40-40 0,-40 0 0,0 0 0,0 0 16,1 0-16,-1 0 15,0 0-15</inkml:trace>
  <inkml:trace contextRef="#ctx0" brushRef="#br0" timeOffset="58883.5208">16452 10908 0,'0'0'0,"0"-80"15,-40 80 1,0-40 15,-1 240-15,1-120-1,0 121 1,40-81-16,0-80 16,40 41-1</inkml:trace>
  <inkml:trace contextRef="#ctx0" brushRef="#br0" timeOffset="59763.4702">16251 11109 0,'0'40'79,"-40"-40"-79,40 80 0,0-40 15,0 0-15,0 0 0,-40 0 16,40 0-16,0 1 0,0-1 0,0 0 0,0 0 15,0 0 1,0 0-16,-40 0 0,40 0 0,0 0 16</inkml:trace>
  <inkml:trace contextRef="#ctx0" brushRef="#br0" timeOffset="60233.4411">17575 10948 0,'0'-40'16,"-40"0"-16,40-40 16,0 40-16,40 0 15,81 40 1,-1 200 15,-120 41-15,-201-41-1,41-79 1,120-81 15,80-40-31,-40 40 16,40 0 0,121 40-1,-41-40 1,-80 0-1,0-40-15</inkml:trace>
  <inkml:trace contextRef="#ctx0" brushRef="#br0" timeOffset="60693.3622">18659 11109 0,'-40'-41'16,"80"82"-16,-161-82 15,121 1-15,-80 40 16,0 201 0,80 40-1,0-121 1,0-40 0,40-40-1,40-40 1,1-80-1,79-40 1,-80 39 0,-40 122 15,1 39-15,-1-40-1,80 0 1,-40-40-1,1-160 1,-41-81 0,-40 121-1,0-81 1,0 161 0,0 80-1</inkml:trace>
  <inkml:trace contextRef="#ctx0" brushRef="#br0" timeOffset="61237.8946">19622 11630 0,'-40'-40'0,"80"80"0,-120-80 16,80 0 0,0 120-1,0-40 1,0 80 0,-41 41 15,1-81-16,40-120 1,0 0 0,40-40-1,121-81 17,-81 121-17,0 80 1,1 80-1,-41-39 17,40-41-17,-40-80 1,-40 0-16,0-121 31,-40-79-15,40 79-1,40 121 1</inkml:trace>
  <inkml:trace contextRef="#ctx0" brushRef="#br0" timeOffset="61657.8285">20384 10507 0,'0'0'0,"0"-80"0,0-41 31,40 81-31,-40 0 0,121 0 16,79 0-1,-79 120 1,-81-40-1,0 161 1,-281-41 0,201-120-1,160 1 17,242-41-17,-41 0 1,-161 0-1,-200 0 17,-80 0-17,39 40 1</inkml:trace>
  <inkml:trace contextRef="#ctx0" brushRef="#br0" timeOffset="61957.8217">21909 11550 0,'0'0'0,"-40"0"0,-40 0 31,120 0-31,40 0 15,81 0 1,-121 0-16,241 0 16,-201 0-16,0 0 0,81 0 31,39 0-15,-120 0-1,-80-40 1</inkml:trace>
  <inkml:trace contextRef="#ctx0" brushRef="#br0" timeOffset="62297.8328">22511 11229 0,'0'0'0,"-40"-80"16,0 40 15,0 40-15,40 200-1,-81 41 1,1 39 15,0-39-15,40-121 0</inkml:trace>
  <inkml:trace contextRef="#ctx0" brushRef="#br0" timeOffset="62997.7925">23233 11550 0,'-40'0'15,"80"0"-15,-80-40 0,40 0 16,0-1-16,40 1 15,161 0 1,-1 0 15,-39 120-15,-241 121 0,-121-41 15,81-39-16,200-41 1,121 0 0,-41 0 15,-120 41-15,-240-41-1,39-80 1,41 0-16,-41-40 31,161-41-31</inkml:trace>
  <inkml:trace contextRef="#ctx0" brushRef="#br0" timeOffset="63477.7095">24357 11550 0,'-40'40'32,"40"0"-32,-41 40 15,41-40-15,-40 121 16,40-41 15,0-40-15,40-80-1,41-120 1,79-81 15,-120 121-15,0 80 0,1 161 15,79-81-16,0-40 1,1-80 0,-41-201 15,-120-40-15,0 121-1,40 200 1,0 0-1</inkml:trace>
  <inkml:trace contextRef="#ctx0" brushRef="#br0" timeOffset="64077.7296">25199 11991 0,'0'0'16,"-40"0"15,40 40 0,0 0-15,0 0-16,0 0 0,-40 0 15,40 1 1,-40-41-16,40 40 0,0 0 16,-40-40-16,40 40 15,-40 0 1,40-80 15,0 0-31,40-40 16,-40 39-16,40 41 0,-40-40 0,40 0 15,-40 0-15,40 40 0,0-40 0,-40 0 0,40 40 16,-40-40 0,41 40-16,-1 40 15,-40 0 1,40 0-16,-40 0 0,0 0 0,40 0 16,-40 1-1,40-41-15,-40 40 0,40-40 16,0 0-1,-40-40 1,41 40-16,-41-41 0,0 1 0,0 0 16,0 0-16,40 0 15,-40 0-15,0 0 0,0 0 16,0 0-16,0-1 16,0 1-16</inkml:trace>
  <inkml:trace contextRef="#ctx0" brushRef="#br0" timeOffset="64637.6969">25922 10627 0,'-40'-120'15,"80"240"-15,-80-280 0,80-1 16,-40 121-16,120 0 16,0 40 15,-39 40-16,-41 41-15,-80-1 32,0-40-32,-121 40 31,121 0-15,80-40-1,121 1 1,-41-1 15,-80-40-15,-80 80-1,-40 0 17,-41 0-17,-39-40 1,-81-40-1,40-40 17,41-40-32</inkml:trace>
  <inkml:trace contextRef="#ctx0" brushRef="#br0" timeOffset="71019.6575">8427 13475 0,'-41'0'47,"41"-40"-32,0 0 17,-40 40-1,40 40 94,-40 0-109,40 0-16,0 0 0,0 0 15,0 0-15,0 0 16,0 0-16,0 1 0,0-1 0,0 0 0,0 0 15,0 0-15,0 0 0,0 0 0,0 0 0,40 0 16,-40 0-16,0 1 0,0-1 16,40 0-16,-40 0 0,41-40 15,-1 0 1,0 0-16,0 0 16,0-40-16,0 0 15,0 40-15,0-40 0,-40-1 0,41 1 0,-1 40 16,-40-40-16,40 0 0,-40 0 0,40 0 0,-40 0 15,0 0-15,40 40 16,-40-40-16,0 0 0,40-1 0,-40 1 31,0 80-15,0 1 0,0 39-16,0-40 0,0 0 15,0 0-15,40-40 0,-40 40 16,0 0-16,0 0 0,40-40 15,1 40-15,-1-40 16,0 0 0,0-40-16,0 40 0,-40-80 15,40 80-15,0-40 0,-40 0 16,40 0-16,-40 0 0,41 0 0,-41 0 0,0-1 16,40 1-16,-40 0 15,0 0-15,0 0 0,0 0 0,0 0 16,0 0-16,0 80 47,0 0-32,0 0-15</inkml:trace>
  <inkml:trace contextRef="#ctx0" brushRef="#br0" timeOffset="71777.2826">9590 14157 0,'0'-41'47,"-40"41"-47,40 41 32,0-1-17,0 0-15,-40 0 16,40 0-16,0 0 0,0 0 0,-40 0 15,40 0-15,0 1 0,0-1 0,-40 0 16,40 0 0,0 0-16,-40-40 15,40-40 1,0 0 0,40 40-1,-40-40-15,40 0 0,-40-1 0,40 41 0,0-40 16,0 0-16,0 0 0,-40 0 0,40 0 0,-40 0 15,41 40-15,-41-40 0,40 0 16,-40 80 15,0 0-31,40 40 16,-40-40 0,0 0-16,0 0 0,40-40 0,-40 40 15,40-40 1,-40 41-16,40-41 0,0 40 15,0-40-15,1-40 16,-1-1 0,0 1-16,-40 0 0,0 0 15,40 40-15,-40-40 16,0 0-16,40 0 0,-40 0 0,0 0 0,0-1 16,40 41-16,-40-40 0,0 0 15,0 0-15,0 0 0,0 0 16,0 80 46,40-40-46</inkml:trace>
  <inkml:trace contextRef="#ctx0" brushRef="#br0" timeOffset="72677.164">10714 12793 0,'0'0'0,"-40"-40"31,40 80 0,0 0-15,-41-40-16,41 40 0,0 0 0,-40 0 15,40 1-15,-40-1 16,40 0-16,0 0 0,-40 0 0,40 0 16,0 0-16,0 0 0,0 0 15</inkml:trace>
  <inkml:trace contextRef="#ctx0" brushRef="#br0" timeOffset="72967.1406">11276 13756 0,'0'0'16,"-41"0"0,41-41-1,81 1 1,39 40 0,81 0-1,-81 0 1,0 40-1</inkml:trace>
  <inkml:trace contextRef="#ctx0" brushRef="#br0" timeOffset="73147.1472">11316 14277 0,'-40'40'0,"80"-80"0,-40 80 31,40-40-15,0 0-16,0 0 16,0 0-16,0 0 0,0 0 0,41 0 0,-1 0 15,-40 40-15,40-40 16,1 0-16,-1 0 0</inkml:trace>
  <inkml:trace contextRef="#ctx0" brushRef="#br0" timeOffset="73517.181">12680 14237 0,'-40'0'16,"80"0"-16,40 0 16,-40 0-16,161 0 31,0-40-16,-161-41 1,-80 1 0,-121 40-1,-40 40 1,121 40-16,0 40 16,40-80-16,-40 121 15,39-41 1,41-40-16,81 0 0,-81 0 0,200 41 31,-39-41-31,-1-40 31,-120 40-31,1-40 0,-1 0 0</inkml:trace>
  <inkml:trace contextRef="#ctx0" brushRef="#br0" timeOffset="73697.1155">13523 13956 0,'-41'-40'15,"82"80"-15,-82-120 16,82 80 0,39 0-16,-40 0 15,0 0-15,-40-40 0,40 40 0,0 0 0,0 0 16,1 0-16</inkml:trace>
  <inkml:trace contextRef="#ctx0" brushRef="#br0" timeOffset="74047.0937">14245 13756 0,'40'-41'0,"0"1"0,-40 0 16,40 0-16,0 0 15,-40 0-15,40 0 0,-40 0 0,0 0 0,0-1 16,0 1 0,0 0-16,0 0 0,0 80 31,0 0-15,0 0-1,0 1-15,0-1 0,0 0 0,0 0 0,0 0 16,0 0-16,0 0 0,0 0 0,0 0 0,0 1 15,0-1-15,0 0 0,0 0 16,0 0-16,0 0 0,-40 0 0,-40 0 16,40 0-16,0-40 15,0 40-15,0-40 0,-1 41 0,-39-41 0,40 0 16,0 0-16,0 0 0,0 0 16</inkml:trace>
  <inkml:trace contextRef="#ctx0" brushRef="#br0" timeOffset="74237.1416">14365 12994 0,'-80'-41'15,"160"82"-15,-200-122 16,80 81-16,80 0 15</inkml:trace>
  <inkml:trace contextRef="#ctx0" brushRef="#br0" timeOffset="74607.0653">15007 13114 0,'0'-40'16,"0"80"-16,40-80 31,-40 80-31,41-40 16,-41 40-16,40 0 0,-40 0 0,40-40 0,-40 40 16,0 0-16,0 0 15,0 1-15,0-1 0,-40 0 0,40 0 16,-81-40-16,41 40 0,0-40 0,0 0 0,0 40 15,0-40-15,80 0 63,0 0-47,0 40-16,0 0 15,0-40-15,1 40 0,-1-40 31,-40 41-31,40-41 16</inkml:trace>
  <inkml:trace contextRef="#ctx0" brushRef="#br0" timeOffset="75147.0864">15569 13354 0,'-40'0'31,"0"0"-31,40 41 16,40-82 46,-40 82-15,0-1-31,0 0-16,0 0 0,0 0 0,0 0 0,-40 0 15,40 0-15,-40 0 0,40 1 16,-40-41-16,40 40 0,-41 0 0,1 0 16,0 0-1,40-80 1,40-40-16,-40 40 15,40 40-15,-40-41 0,81-39 16,-81 40-16,40 0 0,0 0 0,0 0 0,-40 0 16,40 0-16,0-1 15,-40 1-15,40 40 0,-40-40 0,0 80 32,0 0-17,0 1-15,0-1 0,0 0 0,0 0 16,0 0-16,0 0 15,0 0-15,0 0 0,0 0 0,0 1 16,41-41-16,-41 40 16,40 0-16</inkml:trace>
  <inkml:trace contextRef="#ctx0" brushRef="#br0" timeOffset="75357.0341">15649 13395 0,'-40'-41'31,"80"82"-31,-80-122 0,120 41 16,-39 40 0,159-40-1,-160 40-15,41-40 0,-41 40 0,40 0 31</inkml:trace>
  <inkml:trace contextRef="#ctx0" brushRef="#br0" timeOffset="75617.0592">15088 14116 0,'-41'0'16,"1"0"-16,40-40 31,40 40-31,41 0 32,119 0-17,-79 0-15,-81 0 0,120 0 31,-79 0-31,-41 0 16,0 0-16</inkml:trace>
  <inkml:trace contextRef="#ctx0" brushRef="#br0" timeOffset="76267.0219">15569 14357 0,'-40'0'47,"0"0"-16,0 0-31,0 0 0,-1 40 16,1-40-16,0 40 0,0-40 16,0 0-16,0 40 0,0-40 0,0 0 15,-1 41-15,82-41 32,-1 0-17,0 0-15,40 0 0,-40 0 0,0 0 16,41 0-16,-41 0 0,40 0 0,-40 0 0,0 0 15,0 0-15,0 0 16,1 0-16,-1 0 0,0 0 0,0 0 0,0 0 16</inkml:trace>
  <inkml:trace contextRef="#ctx0" brushRef="#br0" timeOffset="76466.9539">15770 14437 0,'0'-40'0,"-40"40"0,-1-40 16,1 40 0,0 0-1,0 0 1,40 40-16,-40-40 0,40 40 0,-40 0 0,0 1 16,40-1-1,-40 0-15,40 0 0,-41 40 0,41-40 0,-40 0 16,40 0-16,0 41 0,-40-41 0,40 0 0,-40 0 15</inkml:trace>
  <inkml:trace contextRef="#ctx0" brushRef="#br0" timeOffset="77516.8757">17294 14518 0,'0'0'0,"-40"0"0,0 0 0,0 0 16,40-41-16,-40 41 15,40-40-15,40 40 16,40 0-16,-40 0 15,41 0-15,-41 0 0,40 0 16,0 0-16,-40 0 0,41 0 0,-41 0 0,0 0 16,0 0-16,0 0 15,0 0-15,0 0 0,-40 40 0</inkml:trace>
  <inkml:trace contextRef="#ctx0" brushRef="#br0" timeOffset="77686.94">17174 15159 0,'-40'0'32,"80"0"-32,80-40 15,-79 40-15,239-40 16,-79-40 0,-121 40-16</inkml:trace>
  <inkml:trace contextRef="#ctx0" brushRef="#br0" timeOffset="78016.8497">18659 14838 0,'40'0'47,"-40"-40"-47,80 40 0,-40-40 0,41 40 0,-41-40 16,40 40-16,-40-40 0,0 40 15,40-40-15,-39 40 0,-1-40 0,0 40 0,-40-40 16,40 40-16,-40-40 16,0-1-16,-40 1 15,0 40-15,0 0 16,-1 0-16,1 0 0,-40 0 0,40 40 0,0-40 16,0 41-16,0-41 15,-1 40-15,41 0 0,-40 0 0,40 0 16,0 0-16,0 0 0,40-40 0,1 40 15,-1-40-15,40 0 0,-40 40 16,0-40-16,40 0 0,-39 0 0,39 0 0,-40 0 16,0 0-16,40-40 15,-40 40-15,1-40 0,-1 40 0</inkml:trace>
  <inkml:trace contextRef="#ctx0" brushRef="#br0" timeOffset="78186.9101">19542 14277 0,'-41'0'15,"82"0"-15,-82-40 16,82 40-16,39 0 16,-40 0-16,40-40 15,-40 40-15,0 0 0,41 0 0</inkml:trace>
  <inkml:trace contextRef="#ctx0" brushRef="#br0" timeOffset="78536.8384">20224 14076 0,'0'-40'15,"40"40"-15,-40-40 0,40 0 0,-40 0 0,80 40 16,-80-40-16,40 0 0,0 0 15,-40 0-15,41-1 0,-41 1 0,40 0 0,-40 0 16,0 0 0,0 0-16,0 0 0,0 80 47,0 0-32,0 0-15,0 0 0,0 0 0,0 0 16,0 1-16,0-1 0,0 40 0,0-40 0,0 0 15,-40 0-15,40 40 0,-41-40 16,41 1-16,-40-1 0,0 0 0,0 0 0,0 0 16,0 0-16,0-40 15,0 40-15,-1-40 0,1 40 0,0-40 16,0 0 0</inkml:trace>
  <inkml:trace contextRef="#ctx0" brushRef="#br0" timeOffset="78706.8298">20344 13395 0,'-40'0'0,"80"0"0,-120-41 31,120 41-15</inkml:trace>
  <inkml:trace contextRef="#ctx0" brushRef="#br0" timeOffset="79096.7841">21106 13796 0,'-40'0'0,"40"40"0,-40-40 31,40 40-15,-40-40-16,0 40 0,40 0 15,-40-40-15,40 40 16,-40-40-16,40 40 16,40-40-1,-40-40-15,40 40 0,-40-40 16,80 40-16,-80-80 0,40 40 0,-40 0 15,40 0-15,1 40 0,-41-41 16,40 1-16,-40 80 47,0 1-47,0-1 16,0 0-16,40 0 0,-40 0 0,0 0 15,40 0-15,-40 0 0,0 0 16,40 0-16,-40 1 15</inkml:trace>
  <inkml:trace contextRef="#ctx0" brushRef="#br0" timeOffset="79276.7737">21026 13756 0,'0'0'0,"-40"-41"0,40 1 0,-40 0 0,40 0 16,0 0-16,80 40 0,-80-40 0,40 40 15,-40-40-15,81 40 16,-41 0-16,0-40 0,0 40 0,40 0 0,-40 0 16,41-40-16,-1 40 0,-40 0 15,40 0-15,-40 0 0,0 0 0,1 40 16</inkml:trace>
  <inkml:trace contextRef="#ctx0" brushRef="#br0" timeOffset="79506.793">20826 14397 0,'-41'0'0,"82"0"0,-41 0 16,80-40-1,40 40 1,-80-40-16,201 40 15,-201-40-15,0 40 0,81 0 16,-81 0-16</inkml:trace>
  <inkml:trace contextRef="#ctx0" brushRef="#br0" timeOffset="79946.808">20826 14798 0,'0'0'0,"0"-40"16,120-40 0,-80 80-16,40-40 15,-40 40 1,1-40-16,-1 40 16,-40 40-1,0 0-15,-81 120 16,41-120-16,40 1 0,-80 39 31,40-40-31,0 0 16,80-40-1,40 0-15,41-40 32,-81 40-32,160-80 15,-160 80-15,1 0 0,39-40 16,-120 40 31,40 40 31</inkml:trace>
  <inkml:trace contextRef="#ctx0" brushRef="#br0" timeOffset="80526.7031">22832 15159 0,'-40'0'0,"0"0"16,40-40-16,-40 40 16,40-40-1,80 40 1,-40 0-16,0 0 0,0 0 0,40-40 15,-39 40-15,-1 0 0,40 0 16,-40 0-16,40 0 0,-40 0 0,1 0 0,39 0 16,-40 0-16,0 0 15,40 0-15,-40 0 0,1 0 0</inkml:trace>
  <inkml:trace contextRef="#ctx0" brushRef="#br0" timeOffset="80836.7568">22912 15600 0,'-160'40'15,"320"-80"-15,-401 80 16,241 1-16,41-41 16,119 0-1,-120 0-15,281 0 16,-241 0-16,41 0 0,-41 0 15,241 0 1,-160 0 15,-121 0-31,-80 0 32,-1-41-17,1 41 1,40-40-1</inkml:trace>
  <inkml:trace contextRef="#ctx0" brushRef="#br0" timeOffset="85476.8461">24918 15360 0,'0'0'0,"-40"0"31,40-40-31,40 40 78,41 0-78,-41 0 16,40 0-16,-40-40 15,0 40-15,0 0 0,41 0 0,-41 0 0,0 0 16,0 0-16,0 0 16,0 0-16,1 0 0,-41-41 0,40 41 15,0 0-15,-80 0 78</inkml:trace>
  <inkml:trace contextRef="#ctx0" brushRef="#br0" timeOffset="86009.0701">25962 15119 0,'0'0'0,"80"0"31,0-40-31,1 0 16,-1-40-1,-40 40-15,-40-1 16,0 1-16,40 40 0,-40-40 0,0 0 15,0 0-15,0-40 16,-40 40 15,40 80 16,0 40-31,0-40-16,0 0 15,0 0-15,0 0 0,0 1 0,0-1 16,0 0-16,40 0 16,-40 0-16,0 0 0,0 0 0,0 0 15,0 0-15,0 1 0,0-1 16,0 0-16,-80 0 0,80 0 0,0 0 0,-40 0 16,40 0-1,-40 0-15,-1-40 0,1 40 0,0 1 16,0-41-16,40 40 0,-40-40 0,0 40 15,0-40 1,0 0-16,-1 0 0,41-40 16,-40 40-16,40-40 0,-40 40 15</inkml:trace>
  <inkml:trace contextRef="#ctx0" brushRef="#br0" timeOffset="86237.1475">26524 14197 0,'40'-40'0,"-80"80"0,80-121 0,-40 41 0,0 0 16,0 0-1,0 0-15,-40 40 16,-1 0-1,-159 120 1</inkml:trace>
  <inkml:trace contextRef="#ctx0" brushRef="#br0" timeOffset="88756.9303">7423 16042 0,'0'0'0,"-40"0"78,40 40-47,-40-40-31,40 40 16,0 0-16,0 0 0,-40 0 16,40 0-16,0 40 0,-40-40 0,40 1 0,0-1 15,0 40-15,0-40 16,-40 0-16,40 0 0,0 0 0,0 0 0,0 1 16,0-1-16,0 0 0,0 0 15,0 0-15,40-40 0,0 0 16,0 0 15,-40-40-15,40 40-16,-40-40 15,0 0 1,40 40 0,-40-40-1,41 40-15,-41-41 0,40 1 0,0 0 16,0 0-16,0 0 15,-40 0-15,40 40 0,-40-40 16,40 40-16,-40-40 16,40 0-16,-40-1 15,0 82 48,0-1-63,0 0 15,0 0 1,0 0-16,41-40 0,-41 40 0,0 0 16,40-40-16,-40 40 15,0 0-15,40 1 0,0-1 16,0-40 0,0 0-1,-40-40-15,40 40 0,-40-41 0,40 1 16,-40 0-1,41 0-15,-41 0 0,0 0 16,40 0-16,-40 0 16,0 0-16,0-1 0,0 1 0,0 0 15,0 0 1,0 0-16,0 80 78,0 0-47</inkml:trace>
  <inkml:trace contextRef="#ctx0" brushRef="#br0" timeOffset="89476.9597">8266 16884 0,'0'-40'16,"0"80"-16,-40-80 0,40 80 46,0 0-30,0 0-16,0 0 0,0 0 16,-40 0-1,40 0-15,0 0 0,-40 1 0,40-1 16,0 0-16,0 0 16,-40 0-16,40-80 46,0-40-30,0 40-16,0-1 16,0 1-16,40 0 0,-40 0 0,0 0 15,40 0-15,-40 0 16,40 0-16,-40 0 0,40 40 47,0 0-47,0 0 15,-40 40-15,40-40 16,1 0-16,-41 40 0,40 0 0,0 0 16,-40 0-16,40 0 15,-40 0-15,40 0 16,-40 1 0,40-41 15,-40-41-16,40 41-15,-40-80 16,40 80-16,-40-40 16,0 0-16,0 0 0,41 0 0,-41 0 15,0 0-15,0 0 16,0-1 0</inkml:trace>
  <inkml:trace contextRef="#ctx0" brushRef="#br0" timeOffset="90206.9169">8908 15961 0,'0'-40'15,"0"0"-15,-40 40 16,40-40-16,40 0 15,40 40-15,-80-40 16,40 40-16,1 0 16,-1 0-16,0 0 0,0 0 15,-40 40-15,40 0 16,-40 0-16,0 0 0,0 0 0,0 0 16,-80 1-16,80-1 15,-40 0-15,40 0 0,-40-40 16,40 40-16,40-40 31,-40-40-31,0 0 16,80 40-16,-40 0 15,0-40-15,0 40 0,0 0 16,-40-40-16,41 40 0,-1 0 16,0 0-1,0 0-15,-80 0 125,0 40-125,0-40 16</inkml:trace>
  <inkml:trace contextRef="#ctx0" brushRef="#br0" timeOffset="91497.2377">10553 16964 0,'-40'0'32,"120"0"77,-40-40-109,1 40 16,-1 0-16,40 0 15,-40-40-15,40 40 0,-39 0 0,39 0 0,-40 0 16,40 0-16,0-40 0,-39 40 0,-1 0 0,40 0 15,-40 0-15,0 0 0,0 0 16,0 0-16,1 0 16</inkml:trace>
  <inkml:trace contextRef="#ctx0" brushRef="#br0" timeOffset="91897.2352">10914 17445 0,'-80'40'16,"160"-80"-16,-200 80 0,80-40 16,80 0 30,0 0-30,0 0-16,0 0 0,41 0 0,-1 0 0,-40-40 16,40 40-16,1 0 0,-1 0 15,-40 0-15,40 0 0,-40-40 0,0 40 0,1 0 16,-1 0-16,-40-40 16,40 40-16,-80 0 46,0 0-46,-1 0 32,1 0-32</inkml:trace>
  <inkml:trace contextRef="#ctx0" brushRef="#br0" timeOffset="92667.1513">12840 16443 0,'-40'0'125,"0"0"-94,0 40-31,0-40 0,0 0 16,0 0-1,0 40-15,-1-40 0,41 40 0,-40 0 0,0-40 16,40 40-16,-40 0 0,40 0 0,-40 41 0,40-41 15,-40 0-15,40 40 0,0-40 16,0 40-16,-40-40 0,40 0 0,0 41 0,0-41 16,40 0-16,-40 0 15,0 0-15,80-40 0,-80 40 0,0 0 0,80 0 16,-40 1 0,1-41-16,-41 40 0,40-40 0,0 0 15,0 0 1,0 0-16,-40-40 78,0-1-62</inkml:trace>
  <inkml:trace contextRef="#ctx0" brushRef="#br0" timeOffset="92987.207">13402 17124 0,'-40'-40'32,"80"80"-32,-120-80 0,120 40 31,0 0-15,-40-40-16,40 40 15,0 0-15,1 0 0,-1 0 0,0 0 16,0 0-16,0 0 0,0 0 15,0 0 1,0 0-16</inkml:trace>
  <inkml:trace contextRef="#ctx0" brushRef="#br0" timeOffset="93387.1842">14124 17124 0,'0'0'0,"41"-80"31,39 40-15,-40-40 0,0-81-1,-40 81 1,0 40-16,0-40 16,-40 80-1,40 40 1,0 0-1,-40 40 1,40-40-16,-40 161 31,0-41-31,40 41 32,0-161-32,-41 80 31,-39-39-16,-120-81 1,119 0 0,41 0-16,-120-81 15,160 41-15</inkml:trace>
  <inkml:trace contextRef="#ctx0" brushRef="#br0" timeOffset="93627.138">14325 16242 0,'-80'-40'31,"160"80"-31,-200-80 15,120 0-15,40 40 16,0 0 0</inkml:trace>
  <inkml:trace contextRef="#ctx0" brushRef="#br0" timeOffset="93987.0745">15007 16362 0,'0'0'0,"-40"0"15,40 40 1,0 1-1,0 79 1,40 0 0,-40-80-16,0 241 15,0-241-15,-120 161 16,40-121 0,-121 0-1,40-80 1,121 0-1,0-40-15</inkml:trace>
  <inkml:trace contextRef="#ctx0" brushRef="#br0" timeOffset="94517.0474">15047 16122 0,'0'0'15,"0"-40"-15,81 0 16,-81-1-16,120-79 16,-80 120-16,0 0 15,41 40 1,-41 0-1,-40 81 1,-40 39 0,40-120-16,-121 80 15,121-79-15,40-41 47,0 0-47,1-41 0,-1 41 0,0 0 0,40 0 16,-40-40-16,0 40 0,41-40 15,-41 40-15,0 0 0,0 0 0,0-40 0,0 40 16,0 0-16,0 0 16,1 0-16,-1 0 15,-80 0 32,-1 0-47,1 0 16,40 40 46,-40-40-62</inkml:trace>
  <inkml:trace contextRef="#ctx0" brushRef="#br0" timeOffset="95207.008">16211 16763 0,'-40'0'15,"80"0"-15,-80-40 0,0 40 0,80 0 47,0 0-31,0-40-16,0 40 0,0 0 0,1 0 15,-1-40-15,40 40 16,-40 0-16,40 0 0,-40 0 0,1 0 0,-1 0 16,40 0-16,-40 0 0,0-40 15,0 40-15,0 0 0,-40 40 16,0 0-16</inkml:trace>
  <inkml:trace contextRef="#ctx0" brushRef="#br0" timeOffset="95497.0604">16291 17405 0,'-120'40'15,"240"-80"-15,-280 80 0,120-40 31,80 0-31,40-40 16,-40 40 0,0 0-16,81 0 0,-81-40 0,201 40 31,-81-40-15,-120 40-1,-80 0 1,0 0-1,0 0 1,0 40-16</inkml:trace>
  <inkml:trace contextRef="#ctx0" brushRef="#br0" timeOffset="97457.2303">18137 17004 0,'40'0'281,"0"0"-203,1 0-62,-1 0-1,-40-40 32,40 40-47,0 0 16,0 0-16,-40-40 0,40 40 0,-40-40 15,40 40-15,-40-40 16,0 0-16,40 40 0,-40-41 0,0 1 0,0 0 16,0 0-16,0 0 15,0 0-15,0 0 32,0 80 624,-40-40-656</inkml:trace>
  <inkml:trace contextRef="#ctx0" brushRef="#br0" timeOffset="100687.1159">18097 16924 0,'0'40'0,"40"-40"0,0 0 31,0 0-31,1 0 0,-1 0 16,0 0-16,0 0 16,0 0-16,0 0 0,0 0 0,0 0 0,1 0 15,-1 0-15,0 0 0,0 0 16,0 0-16,0 0 15,0 0-15,0 0 0,1 0 16,-1 0 0,-121 0 15,41 0-15,0 0-16,-40 0 0,40 0 15,0 0-15,0 0 0,-1 0 0,1 0 0,0 0 16,0 0-16,0 0 0,0 0 0,0 0 15,0 0-15,-1 0 16,82 0 31,-41-40-31,40 40-16,0 0 0,0-40 0,0 40 0,0-40 15,0 40-15,0 0 0,41 0 0,-41-40 0,40 40 16,-40-41-16,0 41 0,0 0 15,1 0-15,-1-40 0,0 40 0,-80 0 32,-41 0-17,41 0-15,0 0 16,-40 40-16,40-40 0,-40 0 0,39 0 0,-39 0 16,40 41-16,-40-41 15,40 40-15,0-40 0,-1 0 0,1 0 16,40 40-16,40-40 31,1 0-31,-1 0 0,0 0 16,0 0-16,0-40 15,0 40-15,0 0 0,0-40 0,41 40 0,-41 0 16,0 0-16,0 0 16,0 0-16,0 0 0,-120 0 15,40 0 1,-40 0-1,40 0-15,-1 0 0,1 0 0,0 0 0,-40 0 16,40 0-16,0 0 0,0 0 16,-1 0-16,1 0 0,0 0 0,0 0 15,40 40 1,0 0-16,40-40 16,40 40-1,-39-40-15,-1 0 0,0 0 0</inkml:trace>
  <inkml:trace contextRef="#ctx0" brushRef="#br0" timeOffset="101237.2026">19702 16563 0,'-40'0'31,"40"-40"-15,0 80-1,0 80 1,0-40-1,-40 1-15,40-1 16,-40-40-16,40 120 16,-40-79-1,-1-41 1,41-80 0,0-81-1,81-200 16,-41 241-31,0-40 32,-40 160-17,0 0 1,-80 201 0,80-121-1,0-40-15,0-40 0,0 121 16,0-121-16,0 0 15,0 0 1</inkml:trace>
  <inkml:trace contextRef="#ctx0" brushRef="#br0" timeOffset="101747.1738">21026 16563 0,'0'-40'31,"0"80"-31,0-120 0,0 40 16,40 40 15,-40 40 0,40-40-31,-40 40 16,0 0-16</inkml:trace>
  <inkml:trace contextRef="#ctx0" brushRef="#br0" timeOffset="101957.0912">21066 17365 0,'-80'40'0,"160"-80"0,-240 120 16,120-40-16,0 0 16,-1 41-1,1-81-15,-40 120 16,40-80-16,0 0 16,0 0-1,0 0 1</inkml:trace>
  <inkml:trace contextRef="#ctx0" brushRef="#br0" timeOffset="102827.1108">21949 16924 0,'-40'0'0,"40"40"110,40 0-95,-40 0-15,0 0 0,0 0 0,0 0 0,0 1 16,0-1-16,0 0 0,0 0 0,0 0 0,0 0 15,0 0-15,0 0 0,0 0 16,0 1-16,40-1 0,-40 0 0,40-40 16,-40 40-1,41-40-15,-1 0 16,-40-40-16,40 0 16,-40 0-16,40-1 0,-40 1 15,40 0-15,-40 0 0,0 0 0,40 40 16,-40-40-16,0 0 15,40 40-15,0 40 32,1-40-1,-41 40-31,40-40 0,0 40 16,0-40-16,0 0 15,-40 40-15,40-40 0,0 0 16,-40-80-16,0 0 31,0 40-31,0 0 0,0-1 0,0 1 16,0 0-16,0 0 0,0 0 15,0 0-15,0 0 0,0 0 32,0 80-1</inkml:trace>
  <inkml:trace contextRef="#ctx0" brushRef="#br0" timeOffset="103397.0129">23073 17405 0,'0'0'0,"-40"0"15,-1 0 1,1 40-16,0 40 31,40-39-31,0-1 0,-40 80 32,40-80-32,0 0 15,0-80 16,0 0-15,0 0 0,40 0-16,-40 0 0,40 40 0,-40-40 0,40-1 15,-40 1-15,41 40 16,-41-40-16,40 0 0,-40 80 31,40 0-15,-40 0-16,0 1 0,40-41 0,-40 40 15,0 0-15,40-40 16,-40 40-16,40-40 0,-40 40 0,40-40 16,-40 40-16,40-40 0,1 0 15,-1 0 1,-40-40 0,40 40-16,-40-40 0,0 0 0,0 0 15,0 0-15,0-1 0,0 1 0,0 0 16,0 0-16,0 0 0,0 0 15,0 0-15,0 0 16</inkml:trace>
  <inkml:trace contextRef="#ctx0" brushRef="#br0" timeOffset="103956.9749">23554 16402 0,'0'0'16,"-40"-40"-16,0 0 0,40 0 31,-40 0-31,120 0 0,0 40 31,-40 0-31,1 0 0,-1 0 0,0 0 16,0 0-16,0 0 0,-40 40 0,40-40 15,-40 40 1,0 0-16,-40 0 16,0 0-1,0-40-15,40 41 0,0-1 32,0 0-17,40-40-15,40 0 0,-40 0 0,-40 40 16,40-40-16,1 0 0,-1 40 15,-40 0-15,0 0 16,0 0-16,0 0 16,-40-40-16,40 41 0,-81-41 0,81 40 15,-40-40-15,0 0 0,0 0 16,0 0-16,0 0 0,0 0 0,-1 0 16,1 0-1,0 0-15,80 0 16</inkml:trace>
  <inkml:trace contextRef="#ctx0" brushRef="#br0" timeOffset="104446.9439">24557 17325 0,'0'0'0,"0"-40"15,-40 0 1,0 40 15,40-40-31,80 40 63,-40 0-48,1 0-15,-1 0 0,0 0 0,0 0 16,0 0-16,0 0 16,40 0-16,-39 0 0,-1 0 0,0 0 15,0 0-15,0 0 16,-40 40 31</inkml:trace>
  <inkml:trace contextRef="#ctx0" brushRef="#br0" timeOffset="104746.999">24758 17646 0,'-40'0'0,"80"0"0,-120 0 16,40 0-16,80 0 31,-40 40-15,200-40-1,1 0 1,-121-40 0,-40 40-1,-80 0 16,0 0 1</inkml:trace>
  <inkml:trace contextRef="#ctx0" brushRef="#br0" timeOffset="105746.9437">26885 16723 0,'0'0'16,"-40"0"-16,40-40 0,-41 0 15,1 40-15,0 40 63,0 0-48,40 0-15,-40 1 16,0-1-16,0 0 0,0 0 0,-1 40 0,41-40 16,-40 40-16,0-40 0,0 41 15,40-41-15,0 0 0,-40 40 0,40-40 0,0 0 16,0 0-16,0 1 0,40-1 0,-40 0 0,80 0 15,-40-40 1,1 40-16,-1-40 0,0 0 0,0 0 16,0 0-16</inkml:trace>
  <inkml:trace contextRef="#ctx0" brushRef="#br0" timeOffset="105966.9305">26845 17405 0,'-41'-40'0,"41"0"15,41 40 1,-1-40-16,40 40 16,-40 0-1,0 0-15,0 0 0,0 0 16,1-40-16,-1 40 0,0 0 15</inkml:trace>
  <inkml:trace contextRef="#ctx0" brushRef="#br0" timeOffset="106391.1591">27527 17285 0,'0'0'0,"0"-40"31,40-41-15,40 1-1,-40 40-15,-40-40 32,0 0-17,0 40 1,-40 40 15,40 40-15,0 40-16,-40 120 31,-40 41-15,-1 0-1,1-121 1,80-80-16,-80 40 31,40-80-31,0 0 16,0-80-1</inkml:trace>
  <inkml:trace contextRef="#ctx0" brushRef="#br0" timeOffset="106571.2232">27567 16603 0,'0'0'0,"-40"-80"15,40 40 1,0 0-16,-40 40 16</inkml:trace>
  <inkml:trace contextRef="#ctx0" brushRef="#br0" timeOffset="106891.1326">28129 16723 0,'0'0'0,"0"-40"16,0 80 31,0 0-47,0 1 0,40-1 16,-40 40-16,0-40 0,0 0 0,0 40 0,0-40 15,0 41-15,0-41 0,-40 40 16,40-40-16,-81 40 0,81-40 0,-40 0 0,0 1 15,0-1-15,0 0 16,0 0-16,0 0 0,-1 0 0,1-40 0,0 40 16,0-40-16,0 0 15,0 40-15,0-40 0</inkml:trace>
  <inkml:trace contextRef="#ctx0" brushRef="#br0" timeOffset="107991.0673">28289 16202 0,'0'-40'0,"0"0"31,0 0-15,40 40-1,0 0-15,0 0 16,1 0-16,-1 0 16,0 0-16,0 0 15,0 40 1,0-40-1,-40 40 1,40 0-16,-40 0 16,-80 0-16,40 0 15,0 0 1,0 0-16,40 1 16,40-1 15,0-40-31,0 0 0,40 0 15,-40 0 1,-40 40-16,0 0 31,-40-40 1,0 40-17,0-40-15,0 0 0,0 0 16,40 40-16,-40-40 0,0 0 15,40 40-15,0 0 32</inkml:trace>
  <inkml:trace contextRef="#ctx0" brushRef="#br0" timeOffset="108831.0583">28811 17445 0,'-40'40'0,"-1"-40"110,1 0-16,80 0-32,1-40-62,-1 40 16,0 0-16,-40-40 0,40 40 0,0 0 15,0 0 1,0 0-16,-40-40 16,41 40-16,-1 0 15</inkml:trace>
  <inkml:trace contextRef="#ctx0" brushRef="#br0" timeOffset="109151.0742">28690 17766 0,'-40'40'16,"80"-80"-16,-120 80 15,80 0 1,80-40 0,-40 0-16,81 40 31,39-40-15,-39 0-1,-81 0 16,-80 0 1,40-40-17</inkml:trace>
  <inkml:trace contextRef="#ctx0" brushRef="#br0" timeOffset="109851.0328">29453 17686 0,'-40'0'0,"0"0"31,40-40-31,-41 40 15,82 0 79,39 0-94,-40 0 0,40 0 16,0 0-1,-39 0-15,-1 0 0,0 0 16,0 0-16,-80 0 63,0 0-32,80 0 0</inkml:trace>
  <inkml:trace contextRef="#ctx0" brushRef="#br0" timeOffset="111661.1268">30055 17525 0,'40'0'328,"-40"-40"-125,40 40-187,-40-40 15,0 0-31,40 40 16,-40-40-1,0 0 17,0 0-17,0 80 267,0 0-267,0 0-15,-40 0 16,40 0-1,0 0-15,0 1 0,0-1 0,0 0 16,0 0 0,0 0-16,0 0 0,0 0 15,0 0-15,-40-40 0,40 40 16,0 0-16,0 1 0,-40-41 0,40 40 16,-40-40-16,40 40 0,-41-40 31,1 0 0,0 0-15,0 0-1,0 0-15,40-40 16</inkml:trace>
  <inkml:trace contextRef="#ctx0" brushRef="#br0" timeOffset="112471.0798">29974 17084 0,'0'-40'0,"0"0"16,41 40-1,-1 0-15,0 0 16,0 0-1,-40 40 1,0 0 0,-40 0-1,0-40-15,40-40 47,40 40-31,0 0-16,0 0 15,0 0-15</inkml:trace>
  <inkml:trace contextRef="#ctx0" brushRef="#br0" timeOffset="113770.9496">30496 17806 0,'0'-40'0,"40"40"31,-80 0 47,0 0-47,80 0 16,0 0-31,0 0-1</inkml:trace>
  <inkml:trace contextRef="#ctx0" brushRef="#br0" timeOffset="114250.9047">30817 17726 0,'0'-40'0,"40"40"16,-40-40 0,40-40-1,0 80-15,1-41 16,-41 1-16,0 0 15,0 80 64,0 0-64,0 1 1,-41-41-16,41 40 0,0 0 15,0 0-15,-40 0 16,40 0-16,0 0 0,-40-40 16,40 40-16,0 0 15,0 0-15,-40 1 16,40-1-16,0 0 0,-40-40 16,40 40-1,-40-40-15,0 0 31,0 0-31,-1 0 16,41-40 0,-40 40-16</inkml:trace>
  <inkml:trace contextRef="#ctx0" brushRef="#br0" timeOffset="114500.8931">31018 17124 0,'0'-40'15,"0"80"-15,-40-120 16,40 120 31</inkml:trace>
  <inkml:trace contextRef="#ctx0" brushRef="#br0" timeOffset="115230.9218">31339 17004 0,'0'0'0,"-40"0"0,40-40 15,0 0-15,40 40 16,0 0 0,0 0-16,0 0 15,0 0-15,-40 40 32,0 0-32,0 0 0,0 0 15,-40-40-15,40 40 16,-40 0-16,40 1 0,-40-41 15,40 40-15,0 0 16,40-40-16,0 0 16,40 0-1,-40 0-15,1 0 0,-1-40 16,0 40-16,0 0 16,0 0-1</inkml:trace>
  <inkml:trace contextRef="#ctx0" brushRef="#br0" timeOffset="115620.8969">31419 17686 0,'40'0'79,"0"0"-64,0 0 1,0 0-16,1 0 15,-1 0-15,0 0 16,0 0-16,0 0 0,0 0 16</inkml:trace>
  <inkml:trace contextRef="#ctx0" brushRef="#br0" timeOffset="115850.8846">31379 18007 0,'0'0'16,"-40"0"-16,80 0 31,40 0-31,-40 0 16,0 0-16,41 0 15,-1 0 1,-40 0-16,-40-40 0</inkml:trace>
  <inkml:trace contextRef="#ctx0" brushRef="#br0" timeOffset="116751.174">32181 17766 0,'40'0'94,"-40"-40"-78,41 40-1,-1-40 1,0 40-16,-40-40 0,40 40 15,0-40 1,-40 0 0,0-1-1,0 1-15,0 0 32,0 0-32,0 80 93,0 0-77,0 0-16,0 1 16,0-1-16,0 0 0,0 0 0,-40-40 15,40 40-15,0 0 16,0 0-16,0 0 0,0 0 0,0 0 15,0 1-15,0-1 16,0 0-16,0 0 0,0 0 16,0 0-1,0 0-15,-40-40 16,40 40 0,-40-40-16,0 40 0,-1-40 15,1 0-15,0 0 0,40 41 16,-40-41-1,0 0-15,0 0 16,40-41-16,-40 1 16,40 0-16</inkml:trace>
  <inkml:trace contextRef="#ctx0" brushRef="#br0" timeOffset="117381.066">32302 17044 0,'0'0'16,"-40"0"0,-1 0-1,122 0 17,-41 0 46,-40 40-78,0-80 47,0 0-32,40 40 1,-40-40-16,40 40 31,-40 80-31,0-40 16,0 0-16,-40 0 0,40 1 15,0-1-15</inkml:trace>
  <inkml:trace contextRef="#ctx0" brushRef="#br0" timeOffset="128300.6337">26483 11590 0,'-40'40'0,"40"-80"62,40 40-62,1 0 0,-41-40 16,40 40-1,0 0 1,0 0 0,0 0-1,0 0-15,0 0 16,0 0-1,1 0-15,-1 0 0,0 0 16,0 0-16,0 0 16,0 0-16,0 0 31,0 40-15</inkml:trace>
  <inkml:trace contextRef="#ctx0" brushRef="#br0" timeOffset="128700.6621">26684 12071 0,'0'0'15,"-40"0"-15,40 40 16,40-40 31,40 40-16,-40-40-31,1 0 0,-1 0 0,0 0 16,0 0-16,0 0 0,0 0 15,0-40 1,0 40-16,-40-40 15,-40 40 79</inkml:trace>
  <inkml:trace contextRef="#ctx0" brushRef="#br0" timeOffset="129720.539">27848 11790 0,'-40'0'0,"-1"0"15,1 0 1,0 0 0,0 0-1,80 0 63,0 0-62,0 0-16,1 0 0,-1 0 0,0 0 16,0 0-16,0 0 15,0 0-15,0 0 0,0 0 16,1 0-1</inkml:trace>
  <inkml:trace contextRef="#ctx0" brushRef="#br0" timeOffset="130260.4979">28249 11790 0,'0'-40'15,"40"40"1,0 0 0,0-40-1,41 40 1,-41-80 0,-40 40-1,40-40 1,-40 40-16,0-1 15,0 1-15,0 80 63,0 1-47,0-1-16,0 0 15,0 0 1,0 0-16,0 0 0,0 0 15,0 0-15,0 0 0,0 0 16,0 1-16,0-1 0,0 0 0,0 0 16,0 0-1,-40 0-15,40 0 0,-40 0 0,-1 0 16,41 1-16,-40-1 16,0 0-16,40 0 15,-40-40-15,40 40 0,-40-40 16,0 0-1,0 40-15,0-40 16,-1 0-16,41-40 16,-40 40-16,0-80 0</inkml:trace>
  <inkml:trace contextRef="#ctx0" brushRef="#br0" timeOffset="130510.5565">28570 10948 0,'-40'-40'16,"80"80"-16,-120-120 15</inkml:trace>
  <inkml:trace contextRef="#ctx0" brushRef="#br0" timeOffset="133430.3164">29212 11670 0,'0'40'16,"-40"-40"-1,0 0 48,0 0-32,80 0 32,0 0-63,0 0 15,0 0-15,0 0 16,-40-40-16,40 40 0,1 0 0,-1 0 16,0 0-16,0 0 31,0 0 63</inkml:trace>
  <inkml:trace contextRef="#ctx0" brushRef="#br0" timeOffset="134180.3436">29734 11470 0,'-40'0'0,"80"0"0,-80-41 0,40 1 31,0 0-31,0 0 0,40 40 15,-40-40 1,40 40-16,0 0 31,0 0-15,0 40-16,0-40 31,41 40-15,-81 40-1,0-39 1,0-1-16,-41 40 16,1-40-16,40 0 0,-40 0 31,-40 40-15,40-80-16,40 40 15,-40-40 1,80 0 15,-40-40 0,40 40-31,0 0 32,0 0-17,0 0-15,0 0 0,1 0 16,-1 40-16,0-40 15,0 41-15,-40-1 0,40-40 16,-40 40 0,40-40-16,-40 40 0,40-40 15,-40-40 110,0 0-109,40 40 15</inkml:trace>
  <inkml:trace contextRef="#ctx0" brushRef="#br0" timeOffset="138600.3356">30697 11590 0,'-40'0'47,"80"0"125,0 0-172,0 0 0,0 0 16,0 0-16,0 0 15,0 0-15,1 0 0,-1 0 0,0 0 16,0 0 0,0 0-16,0 0 0,0 40 15,0-40 1,-40 40 0</inkml:trace>
  <inkml:trace contextRef="#ctx0" brushRef="#br0" timeOffset="138900.3131">30978 11470 0,'0'-41'32,"-41"41"-32,41 41 62,0-1-62,0 0 16,0 0-16,0 0 0,0 0 0,0 0 15,0 0-15,41 0 16,-41 0-16,0 1 0,0-1 16,0 0-16,40-40 15,-40 40-15,40-40 0,-40 40 16</inkml:trace>
  <inkml:trace contextRef="#ctx0" brushRef="#br0" timeOffset="139470.3138">31499 11510 0,'0'-81'31,"0"162"-31,0-242 15,0 121 1,40 40 0,0 0-1,1 0-15,-1 0 16,0 40-16,-40 0 16,0 0-16,0 1 15,0-1-15,-40-40 0,40 40 0,-40-40 16,40 40-16,-41-40 15,41 40-15,-40-40 0,40 40 0,-40-40 0,0 40 16,40 0 0,40-40 15,0 0-15,0 40-16,1-40 31,-41 40-31,0 1 15,0-1 1,-41-40-16,41 40 16,-40-40-16,0 40 15,0-40-15,0 0 0,0 0 16,40 40-16,-40-40 16,0 0-1,40-40 1,0 0-1</inkml:trace>
  <inkml:trace contextRef="#ctx0" brushRef="#br0" timeOffset="140000.252">31860 11710 0,'0'-40'31,"40"40"-15,1 0 0,-41-40-1,40 40-15,-40-40 31,0 0-31,0 0 16,0 0 0,0 80 46,0 0-46,0 0-16,0 0 0,0 0 15,0 0-15,0 0 16,0 0-16,-40 0 0,40 1 16,0-1-16,0 0 15,-41 0-15,41 0 0,0 0 0,-40-40 16,40 40-16,-40 0 0,0 0 16,40 1-1,-40-41-15,40 40 0,-40-40 16,0 0-1,0 0 1,40-40 0,0-1-16,-41 1 0</inkml:trace>
  <inkml:trace contextRef="#ctx0" brushRef="#br0" timeOffset="140250.3079">32181 10908 0,'-40'-40'15,"80"80"-15,-120-120 0,40 40 16,0 0-16,0 40 15,40 40 1,0 0 0</inkml:trace>
  <inkml:trace contextRef="#ctx0" brushRef="#br0" timeOffset="140960.193">28650 13114 0,'-40'0'0,"80"0"0,-160 0 15,80-40 17,80 0 14,0 40-30,0 0 15,0 0-31,0 0 0,0 0 0,1 0 16,-1 0-16,0 0 0,0 0 0,0 0 0,0 0 16,0 0-16,1 0 15,-1 0-15,0 0 0,0 0 0,0 0 16</inkml:trace>
  <inkml:trace contextRef="#ctx0" brushRef="#br0" timeOffset="141180.0959">28610 13395 0,'0'0'0,"-40"0"0,0 0 31,80 0-15,0 0 0,0 0-1,0 0-15,0 0 0,1 0 0,-1 0 16,0 0-16,0 0 0,0 0 0,0 0 16,0 0-1</inkml:trace>
  <inkml:trace contextRef="#ctx0" brushRef="#br0" timeOffset="141450.1486">29533 13154 0,'-80'0'16,"160"0"-16,-200 0 15,120-40-15,40 40 32,0 0-17,40 0 1,0 0-16,1 0 31,-41 0-31</inkml:trace>
  <inkml:trace contextRef="#ctx0" brushRef="#br0" timeOffset="141840.0532">29854 12913 0,'0'-120'31,"0"240"-31,0-280 16,40 160-16,0 0 15,0 0 1,1 40-1,-41 0 1,40-40-16,-40 120 31,0 1-15,-40-121-16,40 40 0,0 0 0,-41-40 16,-79 80-1,80-80 16,80 0 1,0 0-17,0 40-15,0-40 16,1 0 0,-41 40-16,40-40 0,-40 40 0,40-40 15,0 0 1,-40 41-16,40-41 15</inkml:trace>
  <inkml:trace contextRef="#ctx0" brushRef="#br0" timeOffset="142060.0433">30376 13234 0,'0'0'0,"0"-40"31,40 40-15,120-40 0,-120 40-1,81 0 1,-81 0-16</inkml:trace>
  <inkml:trace contextRef="#ctx0" brushRef="#br0" timeOffset="142330.0993">30496 12994 0,'-40'-41'16,"80"82"-16,-120-122 15,80 121 16,0 1-15,40-41-16,-40 40 16,0 0-16,0 0 0,0 0 0,0 0 15,0 0-15,0 0 0,0 0 16,0 0-16,0 1 16,0-1-1,-40-40 1</inkml:trace>
  <inkml:trace contextRef="#ctx0" brushRef="#br0" timeOffset="142750.0742">30697 12994 0,'0'-41'16,"0"82"-16,80-162 15,-40 121-15,0-40 32,40 40-32,-39 40 15,-41 40 1,-41 81 0,-79-41 15,0-80-16,80-40 1,80 0 31,0 0-47,0 0 16,-40 40-1,40-40-15,0 40 0,0 1 16,0-41-16,-40 40 15,41-40-15,-41 40 0,40-40 32,-40 40-32,40-40 0</inkml:trace>
  <inkml:trace contextRef="#ctx0" brushRef="#br0" timeOffset="143229.9918">31299 13194 0,'0'-40'15,"0"80"-15,40-80 16,0 40-16,0-40 31,80 0-15,-120-81-1,0 81 17,0 80 15,0 1-32,0-1-15,-40 0 0,40 0 16,0 0-16,0 0 0,0 0 15,0 0-15,0 0 16,0 0-16,-40 1 0,40-1 0,0 0 16,0 0-16,-40 0 15,40 0-15,-40 0 0,0 0 16,0 0-16,-1-40 16,1 41-1,0-41-15,0 0 16,40-41-1,-40 41-15,40-40 0</inkml:trace>
  <inkml:trace contextRef="#ctx0" brushRef="#br0" timeOffset="143419.9647">31539 12552 0,'0'-40'16,"0"80"-16,0-120 15,-40 120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33:12.2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7905 721 0,'-40'0'16,"0"0"-1,0 0-15,-1 0 16,1 0-1,0 0-15,0 0 32,80 0 46,40 0-78,-39 0 15,-1 0-15,40 0 16,0 0-16,0 0 0,1 0 0,-1 0 0,40 0 16,1 0-16,-41 0 0,40 0 0,-39 0 0,-1 0 15,40 0-15,-40 0 0,-39 0 16,39 0-16,-40 0 0,40 0 0,-40 0 0,0 0 16,1 0-16,-1 0 15</inkml:trace>
  <inkml:trace contextRef="#ctx0" brushRef="#br0" timeOffset="269.9869">8948 761 0,'-40'0'15,"0"0"-15,0 0 16,0 0-16,0 0 16,40 41-16,-41-41 0,41 40 15,-40-40-15,40 40 16,-40 0-16,40 0 0,-40 40 0,40-40 0,0 0 16,0 41-16,-40-41 0,40 40 15,0-40-15,0 40 0,0-40 0,-40 41 0,40-1 16,0-40-16,0 40 15,-40-40-15,40 0 0,0 40 0,-40-39 0,40-1 16,0 0-16</inkml:trace>
  <inkml:trace contextRef="#ctx0" brushRef="#br0" timeOffset="850.0234">9069 1443 0,'-41'-40'0,"82"80"0,-82-120 31,122 40-31,-41 40 0,160 40 31,-119 0-31,79 121 31,-160 39-15,-80-40 0,-40-79-1,79-121 17,82-81-32,39 81 15,80-120 1,41 39 15,-81 81-15,-39 0-1,-41 0 1,0 40 15,-80 0 0,40 40-31,0 81 32,0-41-32,-40 80 15,40-80 1,-41 1 0,41-41-1</inkml:trace>
  <inkml:trace contextRef="#ctx0" brushRef="#br0" timeOffset="1050.0119">10112 1162 0,'0'0'0,"-40"-40"16,40 0-1,40 0 1,40 40 0</inkml:trace>
  <inkml:trace contextRef="#ctx0" brushRef="#br0" timeOffset="1679.9051">11035 1363 0,'-40'0'15,"80"0"-15,-120 0 16,39 40-16,1-40 0,-80 80 31,80 41-31,0-41 16,40 40-1,80-40 17,0-80-32,-40 0 15,41-160 1,-81 80 0,0 0-16,40-81 31,-40 121-16,0 80 1,0 40 0,-40 1-16,-41 119 31,81-120-31,-80 161 16,80-161-16,-40-40 0,-40 201 15,-41-1 1,-39 1-1,39-121 17,81-120-32,-40-120 15,40 0 17,40-1-32,0 81 15,80-120 1,40 40 15,1 80-15,-1-41-1,1 41 1</inkml:trace>
  <inkml:trace contextRef="#ctx0" brushRef="#br0" timeOffset="2099.8776">11195 1644 0,'0'0'16,"0"-40"-16,0 0 15,0 120 17,40-80-32,-40 40 0,41 0 15,-41 0-15,40 0 0,-40 0 16,0 0-16,0 0 0,0 1 0,0-1 0,0 0 15,0 0-15,0 0 16,0 0-16,0 0 0,-40-40 16,40-40-1,0 0 1,0 0-16,80 0 0,-80 0 0,40 0 0,0-1 16,0-39-16,-40 40 15,40 0-15,0 0 0,1 0 0,-1 40 16,-40 40-1,0 0 1,40 0 0,-40 0-16,0 0 0,0 0 0,0 1 0,0-1 15,0 0-15,0 0 0,0 0 16,0 0-16,40-80 47</inkml:trace>
  <inkml:trace contextRef="#ctx0" brushRef="#br0" timeOffset="2379.8634">12239 1644 0,'40'0'15,"-80"0"-15,120 0 16,-80 40-16,0 0 0,40 40 31,-40 40-15,-80 1-1,-81-81 1,81-40 0,40-40-1,0-81 1,80 1 0,40 40 15,0 0-16,-40 80-15</inkml:trace>
  <inkml:trace contextRef="#ctx0" brushRef="#br0" timeOffset="2869.8356">12680 1523 0,'120'0'16,"-80"0"-16,1 41 15,-41-1 1,0 40-1,-81 80 1,81-120-16,-120 41 16,120-41-16,-40-40 0,40-40 31,40 40-15,40-81-16,0 1 15,41 40 1,-41 80 15,-80 80-15,40 1-1,-40-81 1,0-80 0,121-121-1,-41 81 1,40-40-1,-120 80 1,40 160 15,-120 81-15,0-41 0,80-40 15,40-120-31</inkml:trace>
  <inkml:trace contextRef="#ctx0" brushRef="#br0" timeOffset="3189.8858">13844 2005 0,'0'0'16,"160"0"-1,41-81 16,-1-39-15,-200 40 0,-80 0-1,-80 80 17,-1 120-17,161-80-15,-40 121 16,120-1 15,41-80-15,79-80-1,81-160 1</inkml:trace>
  <inkml:trace contextRef="#ctx0" brushRef="#br0" timeOffset="3399.8072">15128 1243 0,'0'-40'16,"0"80"-16,-40-121 31,40 122-15,-41-41-16,41 80 16,0-40-16,0 0 0,-40 0 0,40 40 0,0-40 15,0 41-15,0-41 0,0 40 16,0-40-16,0 40 0,0-40 0,-40 0 0,40 1 15,0-1-15,0 0 16,0 0-16,0 0 0,-40-40 0,40 40 0</inkml:trace>
  <inkml:trace contextRef="#ctx0" brushRef="#br0" timeOffset="3869.7787">14927 1844 0,'-40'0'15,"80"0"-15,-120 0 0,120 0 16,40-40 0,121 0-1,-161 40-15,80 40 32,-120 0-32,40 81 15,1 39 1,-82-120 15,41-80-15,0-40-16,41 0 15,199-81 1,-39 81 15,40 40-15,-161 40-1,-40 0 1,-40 40 15,-40 160-15,-40-39 0,40-41 15,-1-80-31</inkml:trace>
  <inkml:trace contextRef="#ctx0" brushRef="#br0" timeOffset="4029.8043">16291 1403 0,'0'0'0,"-40"-40"16,40 0-1,40 40 1</inkml:trace>
  <inkml:trace contextRef="#ctx0" brushRef="#br0" timeOffset="4269.7514">17014 1604 0,'-81'40'16,"162"-80"-16,-202 80 0,1 0 16,80 0-16,0-40 0,-41 40 15,41 80 1,161 41 15,39-81-15,1-80-1,-41 0-15,-40 0 0</inkml:trace>
  <inkml:trace contextRef="#ctx0" brushRef="#br0" timeOffset="4749.7969">18579 1684 0,'0'0'0,"-41"0"31,1 0-15,40 120-1,0 81 1,-40 39 15,-40-39-15,80-161-16</inkml:trace>
  <inkml:trace contextRef="#ctx0" brushRef="#br0" timeOffset="4949.7868">18659 2005 0,'0'-241'16,"0"482"-16,0-562 0,-80 0 16,80 241-16,0 0 0,0-81 31,40-39-16,40 119 1,-40 81-16,121-40 16,79 121 15,-79-1-31</inkml:trace>
  <inkml:trace contextRef="#ctx0" brushRef="#br0" timeOffset="5689.743">18659 1884 0,'-80'40'16,"160"-80"-16,-201 121 15,162-81 1,39 0-16,80-41 31,81-39-15,-80 0-1,39 40 1,-120 40 0,41 80-1,-121-40 1,80 121-1,-80-1 1,-120-80 15,-81-80-15,121-120 0,120-40 15,120-41-16,-79 121 1,-1 80-16,80 0 16,-39 0 15,-41 80-15,40-40-1,-39 40 1,-1-40-1,40 161 1,-120-81 0,-80-39-1,40-122 17,0-119-17,120-41 1,81 41 15,-1 120-15,-40 40-1,-79 0-15</inkml:trace>
  <inkml:trace contextRef="#ctx0" brushRef="#br0" timeOffset="6089.6743">21147 1924 0,'-41'0'15,"82"0"-15,-82-40 32,41 80 155,0 41-187,0-41 16,0 0-16,0 0 15,0 0-15,0 0 0,0 0 0,0 0 16,0 1-16,-40-41 0,40 40 16,-40 0-16</inkml:trace>
  <inkml:trace contextRef="#ctx0" brushRef="#br0" timeOffset="6239.6431">21307 1523 0,'-80'-80'31,"160"160"-31,-240-240 16</inkml:trace>
  <inkml:trace contextRef="#ctx0" brushRef="#br0" timeOffset="6529.6596">21668 2085 0,'0'0'0,"0"40"0,80-40 31,-39-40-31,-41 0 15,40-81 1,-161 81 0,-39 80 15,39 161-15,81-41-1,121-79 1,-41-41-1,80 0 1,41-40-16</inkml:trace>
  <inkml:trace contextRef="#ctx0" brushRef="#br0" timeOffset="6930.1302">22150 1965 0,'-40'0'16,"80"0"-16,-80-41 16,80 82 31,0-1-47,0 0 0,-40 0 15,40-40-15,-40 40 0,40 0 0,-40 0 16,0 0-16,0 0 15,0 1-15,0-1 0,0-80 47,0-1-31,0 1 0,0 0-16,40 40 0,-40-40 0,41 0 15,-1 0 1,0 0-16,0 0 0,0 40 15,0-40 1,0 40-16,0 0 0,1 0 16,-1 0-16,0 0 0,0 0 15</inkml:trace>
  <inkml:trace contextRef="#ctx0" brushRef="#br0" timeOffset="7570.0185">23273 1965 0,'0'-41'93,"-40"41"-61,0 0-32,40 41 15,-40-41-15,40 40 16,-40-40-16,40 40 0,0 0 0,-40 0 16,40 0-16,0 0 15,0 0-15,0 0 0,80 1 0,-80-1 16,40-40-16,-40 40 0,0 0 15,40 0-15,-40 0 0,0 0 16,0 0-16,-40 0 16,-40-40-1,40 0-15,-41 0 0,41 0 0,0 0 0,-40 0 16,40-40-16,0 40 0,0-40 16,-1 40-16</inkml:trace>
  <inkml:trace contextRef="#ctx0" brushRef="#br0" timeOffset="9027.5991">23634 2406 0,'0'0'0,"-40"0"0,40 40 16,40-40 15,1 0-31,-1 0 0,0 0 16,0 0-16,0 0 0,0-40 16,0 40-16,0 0 0,1-40 0,-1 0 15,0-1-15,-40 1 16,0 0-1,0 0-15,-40 40 0,0 0 16,-1 0-16,1 0 16,0 0-16,0 40 0,0 0 15,0-40-15,0 40 16,40 1-16,-40-1 0,40 0 0,0 0 16,0 0-16,0 0 15,40 0-15,0 0 0,40-40 16,-40 40-16,0-40 0,0 0 0,1 0 15,-1 0-15,0 0 16,0 0-16,0 0 0,0-40 0,0 40 0,-40-40 16,40 40-16</inkml:trace>
  <inkml:trace contextRef="#ctx0" brushRef="#br0" timeOffset="9457.61">24276 2285 0,'0'0'0,"0"-40"0,41 0 15,-1 40-15,40 0 31,40 161-15,-80-81 0,1 80-1,-41-120 1,-41 0 0,1-40-1,40-160 1,40 40-1,41 80 1,39-81 0,-40 81-1,-40 0-15,81 40 32,-81 0-32,-40 40 15,0 0 16,0 0-31,-40 81 32,40-41-17,0 0 1</inkml:trace>
  <inkml:trace contextRef="#ctx0" brushRef="#br0" timeOffset="9627.5985">25480 2125 0,'0'0'15,"0"-40"-15,-40 40 0,0 0 0,0-40 32,120 40-17,-40 0-15,121 40 16,-81 0-16</inkml:trace>
  <inkml:trace contextRef="#ctx0" brushRef="#br0" timeOffset="10027.5804">25882 2366 0,'0'0'0,"0"40"0,40-40 15,40-40 1,-40-41 15,-80-39-15,-121 120-1,81 80 1,120 81 15,161-1-15,120-120 0,-80-40-1,-161-160 16,-80-1-15,40 81 0,-40 120 15,0 161-15,0-1-1,0-119 1,-201 79-1,-79-120 1,119-40 0</inkml:trace>
  <inkml:trace contextRef="#ctx0" brushRef="#br0" timeOffset="12130.4481">7905 2646 0,'40'0'16,"-80"0"-16,80-40 31,0 40 16,40 0-31,-39 0-16,-1 0 0,0 0 15,0 0-15,40 0 0,-40 0 16,41 0-16,-41 0 0,40 0 0,-40 0 0,40 40 16,1-40-16,-1 40 15,0-40-15,0 41 0,1-41 0,-1 40 0,0-40 16,0 0-16,41 0 0,-41 0 0,0 0 0,0 0 16,1 0-16,39 0 0,-40 0 15,1 0-15,-1 0 0,0 0 0,0 0 0,1 40 16,-41-40-16,40 0 15,0 40-15,0-40 0,1 40 0,-41-40 0,40 40 16,0-40-16,1 0 0,-1 0 16,0 40-16,0-40 0,1 0 0,-1 40 0,0-40 15,41 0-15,-41 0 0,40 0 0,-40 0 0,41 0 16,-1 0-16,1 0 16,-1 0-16,-40 0 0,41 0 0,-1 0 0,0 0 15,-39 0-15,39 0 0,-40 0 16,41 0-16,-41 0 0,40-40 0,-40 40 0,41 0 15,-41 0-15,0 0 16,41 0-16,-41 0 0,40 0 0,-39 0 0,-1 0 16,40 0-16,-40 0 0,1 0 0,-1 0 0,40 0 15,-39 40-15,-1-40 0,0 0 16,41 0-16,-41 0 0,0 0 0,40 0 0,-39 0 16,-1 0-16,40 0 15,-39 0-15,-1 0 0,0 0 0,0 0 0,1 0 16,-1 0-16,0 0 0,0 0 15,1 0-15,-1 0 0,0 0 0,-40 0 0,40 0 16,1 0-16,-1 0 16,0 0-16,0 0 0,-39 0 0,39 0 0,0 0 15,0 0-15,1 0 0,-1 0 0,0 0 0,-40 0 16,40 0-16,1 0 0,-41 0 16,40 0-16,-40 0 0,40 0 0,1 0 0,-41 0 15,40 0-15,0 0 16,1 0-16,-41 0 0,40 0 0,0 0 0,1 0 15,-1 0-15,0 0 0,-40 0 16,40 0-16,1 0 0,-41 81 0,40-81 0,-40 0 16,40 0-16,1 0 0,-1 0 0,0 0 0,-40 0 15,41 0-15,-1 40 16,0-40-16,0 0 0,1 0 0,-41 0 0,40 0 16,-40 0-16,40 0 0,-40 0 15,41 0-15,-41 0 0,40 0 0,-40 0 0,40 0 16,-39 0-16,-1 0 15,40 0-15,-40 40 0,0-40 0,40 0 0,-39 0 16,-1 40-16,0-40 0,0 0 16,0 0-16,0 0 0,40 0 0,-39 0 0,-1 0 15,0 0-15,0 0 0,0 0 0,40 0 0,-40 0 16,1 0-16,-1 0 16,40 0-16,-40 40 0,0-40 0,0 0 0,41 0 15,-41 40-15,0-40 0,0 0 16,40 0-16,-40 0 0,1 0 0,-1 0 0,40 0 15,-40 0-15,0 0 16,0 0-16,41 0 0,-41 0 0,0 0 0,0 0 16,0 0-16,40 0 0,-40 0 0,1 0 0,-1 0 15,0 0-15,0 0 16,0 0-16,0 0 0,0 0 0,0 0 0,1 0 16,-1 40-16,0-40 15,0 0-15,0 0 0,0 0 0,0 0 0,0 0 16,1 0-16,-1 0 0,0 0 15,0 0-15,0 0 0,0 0 0,0 0 0,0 0 16,1 0 0,-1 0-16,0 0 0,0 0 0,0 0 15,0 0-15,0 0 0,0 0 0,1 0 0,-1 0 16,-40 40-16,80-40 0,-40 0 16,0 0-16,0 0 0,0 0 0,1 40 15,-1-40-15,0 0 16,0 0-16,0 0 0,0 0 0,0 0 0,0 0 15,1 40-15,-1-40 0,40 0 16,-40 0-16,0 0 0,0 0 0,0 0 0,1 0 16,-1 0-16,0 0 15,0 0-15,0 0 0,0 0 0,0 0 0,0 0 16,1 0-16,-1 0 0,0 0 0,0 41 16,0-41-16,0 0 15,-40 40-15,40-40 0,1 0 16,-1 0-16,0 0 15,0 40-15,0-40 0,0 0 16,0 0-16,0 0 16,1 0-16,-41 40 15,-41-40 48,1 0-48,40-40 1</inkml:trace>
  <inkml:trace contextRef="#ctx0" brushRef="#br0" timeOffset="17430.6827">1083 4692 0,'-40'0'0,"0"0"16,0 0 0,0 0-16,80 0 109,0 0-109,0 0 0,0 0 16,1 0-16,-1 0 15,0 0-15,0 40 16,-40 0-1,0 0-15,0 0 0,0 0 0,0 0 16,0 0-16,-40 1 0,40-1 16,-40 0-16,40 40 0,-81-40 0,41 0 0,0 0 15,0 0-15,0 1 0,40-1 0,-40-40 0,0 40 16,40 0-16,-40-40 16,40 40-16,0-80 31,40 40-31,-40-80 0,40 40 0,0-1 0,0 1 15,0 0-15,0 0 16,41 0-16,-41-40 0,0 40 0,0 0 0,0-1 16,40 1-16,-40 0 0,1 0 15,-1 0-15,0 0 0,0 0 0,-40 0 0,40 40 16,0-40-16,0 0 0,0-1 0,1 1 31,-82 40 0,1 0-31,40 40 0,-40-40 0,40 41 16,-40-41-16,0 40 16,0-40-16,40 40 0,-40-40 0,40 40 0,-40 0 15,-1 0-15,1 0 0,40 0 0,-40 0 16,0 0-16,40 1 0,-40-1 16,40 0-16,0 0 0,-40 0 0,40 0 0,0 0 15,0 0-15,0 0 16,0 1-16,40-1 0,0 0 15,0 0-15,40-40 16,-39 40-16,-1-40 0,0 0 16,0 0-1,0 0-15,0-80 0,0 80 0,0 0 0,1-40 16</inkml:trace>
  <inkml:trace contextRef="#ctx0" brushRef="#br0" timeOffset="17770.6083">2408 4531 0,'-81'-40'31,"81"0"-31,-40 40 15,40 40 1,-40 0 0,40 0-16,-40 41 15,40-41-15,-40 80 16,40 121 0,0-161-1,-40-40-15,40 120 16,0-119-16,0-1 0,0 0 15,40-40 1</inkml:trace>
  <inkml:trace contextRef="#ctx0" brushRef="#br0" timeOffset="18250.5994">2688 4892 0,'0'-40'31,"41"40"-15,-41 80 0,40-80-16,-40 40 15,0 1-15,40-1 0,-40 0 16,0 0-16,0 0 15,0 0-15,0 0 0,-40-40 0,40 40 16,0 0-16,-81-40 0,81 41 16,-40-41-16,40 40 15,0-80-15,0-1 16,40 41 0,-40-80-16,41 80 0,-41-40 0,40 0 0,0 40 15,-40-40-15,40 40 0,0-40 16,0 40-16,0 0 31,0 0-15,1 0-1,-41 80-15,0-40 0,0 0 16,40-40-16,-40 40 0,0 0 0,0 1 16,0-1-1,0 0-15,-40-40 16,40 40-16,-41-40 15,1 0-15</inkml:trace>
  <inkml:trace contextRef="#ctx0" brushRef="#br0" timeOffset="18590.6173">3531 4812 0,'40'0'32,"0"0"-17,-40 40-15,41-40 16,-1 0-1,-40 40-15,0 0 0,0 0 0,0 1 0,0-1 16,0 0-16,0 0 0,0 0 16,0 0-16,-40 0 0,40 0 0,-41 41 0,1-41 15,0 0-15,0 0 0,40 0 0,-40-40 0,0 40 16,0 0-16,-1-40 16,41 40-16,-40-40 0,40 40 0</inkml:trace>
  <inkml:trace contextRef="#ctx0" brushRef="#br0" timeOffset="18980.5184">4735 5133 0,'-40'0'16,"80"0"-16,-120 0 15,80-40 1,40 40-16,0 0 16,0-40-16,0 40 15,0 0-15,0 0 0,41 0 0,-41 0 0,0 0 16,0 0-16,0 0 0,0 0 0,0 0 0,1 0 16,-1 0-16,0 0 15,0 0-15,-40-40 0,40 40 0</inkml:trace>
  <inkml:trace contextRef="#ctx0" brushRef="#br0" timeOffset="19320.5725">5016 5694 0,'-40'40'16,"80"-80"-16,-80 121 0,0-81 0,40 40 0,-41 0 31,82 0-15,39-40-1,161 0 1,-41-40 0,-39 40-1,-121 0 1,-80 0 31,0-40 0</inkml:trace>
  <inkml:trace contextRef="#ctx0" brushRef="#br0" timeOffset="20190.5221">6380 5053 0,'-40'0'32,"40"80"-1,0-40-16,-40 0-15,40 0 0,0 0 0,-40 0 16,40 1-16,0 39 16,0-40-16,-40 0 0,40 0 0,0 0 0,0 0 15,-41 0-15,41 0 0,0 1 0,0-1 16,-40-40-16,40 40 16,0-80 15,0 0-16,0-1-15,40 1 16,-40 0-16,41 0 0,-41-40 0,40 40 0,0 0 16,0 0-16,-40-41 0,40 41 0,-40 0 0,40 0 15,0 0-15,-40 0 16,40 0-16,-40 0 0,41 0 0,-41-1 16,40 41-16,-40-40 15,40 40-15,0 40 63,-40 1-63,40-41 0,-40 40 0,40 0 15,-40 0-15,40-40 0,-40 40 0,0 0 16,0 0 0,0 0-16,0 0 0,40-40 0,-40 41 0,0-1 15,0 0-15,0 0 0,0 0 16,0 0-16,0 0 0,0 0 0,-40 0 15,40 0-15,0 1 16,0-1-16,0 0 0,0 0 0,0 0 16,0 0-1,0 0-15</inkml:trace>
  <inkml:trace contextRef="#ctx0" brushRef="#br0" timeOffset="20450.5071">6340 5654 0,'-40'0'0,"80"0"0,-120 0 0,40 0 15,40-40 16,80 40-15,40-40 0,161 0-1,-40 0 1,-201 40-16</inkml:trace>
  <inkml:trace contextRef="#ctx0" brushRef="#br0" timeOffset="20790.4518">7865 4932 0,'-80'0'16,"160"0"-16,-201 0 31,81 0-31,0 40 16,0 1-1,0-1-15,0 40 16,40 0-16,-40-40 0,40 0 0,-40 201 31,40-201-31,0 40 0,0 41 16,0-81-16,80 120 15,-40-120-15,0 0 16,121-40 0,-121 0-16</inkml:trace>
  <inkml:trace contextRef="#ctx0" brushRef="#br0" timeOffset="21110.4704">8266 5454 0,'0'-40'16,"40"40"-16,40 0 15,-39 0 1,-41 40-16,40-40 0,-40 40 0,40-40 0,-40 40 16,0 0-16,0 0 15,0 0-15,-40 0 0,0 0 16,-41-40-1,41 0-15,0 0 0,0 0 16,0 0-16,0 0 16,0-40-16,-1 40 0,41-40 15,0 0-15,0 0 32,41 40-32,-41-40 0,40 40 0,0 0 15,0 0-15,-40-40 0,40 40 16,0 0-16,0-40 0,0 40 0</inkml:trace>
  <inkml:trace contextRef="#ctx0" brushRef="#br0" timeOffset="21390.4526">8868 4972 0,'0'0'0,"40"0"32,0 0-32,0 41 0,0-1 15,-40 0-15,41-40 0,-41 40 0,0 0 16,0 0-16,40 40 0,-40-40 16,0 1-16,0 39 0,0-40 0,0 0 0,-81 40 15,81-40-15,-40 0 16,40 0-16,-40 1 0,0-1 0,0 0 0,0 0 15,0 0-15,0-40 0,-1 40 16,1-40-16,0 0 0</inkml:trace>
  <inkml:trace contextRef="#ctx0" brushRef="#br0" timeOffset="22160.6563">9430 5694 0,'0'0'16,"-40"0"-1,-1 0 17,122 0 46,-41 0-78,0 0 0,0 0 0,0 0 15,0 0-15,0 0 0,1 40 0,39-40 0,-40 0 16,0 0-16,40 0 16,-40 0-16,1 0 0,39 0 0,-40 41 0,0-41 15,0 0-15,0 0 16,0 0-16,1 0 15,-41-41 32</inkml:trace>
  <inkml:trace contextRef="#ctx0" brushRef="#br0" timeOffset="22450.6384">9951 5494 0,'-40'0'0,"80"0"0,-120-40 15,80 0-15,0 80 63,0 0-63,0 0 0,0 0 15,0 0-15,0 0 0,0 0 16,0 0-16,0 1 0,0-1 0,0 0 0,0 40 16,0-40-16,0 0 15,-40-40-15,40 40 0,0 0 0,-40 1 0,40-1 16,0 0-16,-40 0 0,40 0 16</inkml:trace>
  <inkml:trace contextRef="#ctx0" brushRef="#br0" timeOffset="23590.5099">11757 5333 0,'40'0'16,"0"0"-1,0 0 1,-40-40-1,-40 40 17,0 0-1,0 0-15,40-40-1,-40 40-15,0 0 16,0 0-16,0 0 0,-1 0 15,1 0-15,0 0 0,0 0 16,0 0-16,0 0 0,-40 0 0,39 0 0,1 0 16,0 0-16,0 40 15,-40-40-15,40 0 0,0 40 0,-1-40 0,1 41 16,0-41-16,0 0 0,0 40 0,0-40 0,0 0 16,40 40-16,-41-40 0,1 0 15,0 0-15,40 40 0,-40-40 0,40 40 63,40-40-63,0 40 15,0-40-15,1 0 0,-1 40 0,0-40 0,0 40 16,40-40-16,-40 40 16,1-40-16,39 40 0,-40-40 0,40 41 0,-40-41 15,0 0-15,1 40 0,-1-40 16,0 0-16,0 0 0,0 0 0,-40 40 0,40-40 15,-40 40 1,-40 0 15,0-40-31,-40 0 0,80 40 16,-40-40-16,-1 0 0,1 40 0,0-40 0,0 0 16,40 40-16,-40-40 15,0 40-15,0-40 0,40 41 0,-40-41 0,-1 40 16,1-40-16,0 40 15,0-40-15,0 40 0,0-40 16,40 40 0,-40-40-16,80 40 93,0-40-77,0 0-16,0 0 0,40 0 0,-39 0 16,39 0-16,-40 0 15,40 0-15,-40 0 0,41 0 0,-1 0 0,-40 0 16,40 0-16,0 0 0,-39 0 0,39 0 0,0 40 16,-40-40-16,40 40 0,-39-40 15,-1 0-15,0 0 0,0 40 0,0-40 0,0 0 16,0 0-1,-80 0 17,0 0-17,0 0-15,0 0 32,0 0-32,0 0 15</inkml:trace>
  <inkml:trace contextRef="#ctx0" brushRef="#br0" timeOffset="23930.4796">10473 6697 0,'0'0'16,"-80"40"0,40-40-1,40 40 1,0 81 0,0-81-16,0 160 31,0-160-31,0 0 0,-41 121 15,1-161-15,0 80 16,40-40-16,0 0 16,0 0-1</inkml:trace>
  <inkml:trace contextRef="#ctx0" brushRef="#br0" timeOffset="24280.5321">10834 6777 0,'0'0'0,"0"40"32,-80-40-17,0 81 1,-81-1 0,1 0 15,119-80-31,-39 40 15,120-40 32,0 40-31,1-40-16,-1 40 0,-40 0 0,40-40 16,0 40-16,0-40 15,-40 41-15,40-1 0,0-40 0,-40 40 0,40-40 16,-40 40-16,41-40 0,-1 40 15,0-40-15,0 0 16,0 0 0,0 0-16</inkml:trace>
  <inkml:trace contextRef="#ctx0" brushRef="#br0" timeOffset="24480.4493">11195 7178 0,'0'-40'31,"40"40"-15,1-40-16,-1 40 0,0 0 15,0 0 1,0 0-16,0 0 0,0 0 0,0 0 16,1 0-1</inkml:trace>
  <inkml:trace contextRef="#ctx0" brushRef="#br0" timeOffset="24680.4374">11276 7419 0,'0'0'0,"0"40"15,40-40 1,0 0-16,40 0 15,-40 0 1,0 0-16,0 0 0,1 0 16,-1 0-16,0 0 0,0 0 0,0 0 15,0 0-15,0 0 0,0 0 16</inkml:trace>
  <inkml:trace contextRef="#ctx0" brushRef="#br0" timeOffset="24880.4258">12118 7258 0,'0'0'16,"-40"0"-1,40 41 1,-40 39 0,40 0-1,-40 40 1,40-80-1</inkml:trace>
  <inkml:trace contextRef="#ctx0" brushRef="#br0" timeOffset="27470.3821">11276 3569 0,'-41'40'203,"41"0"-203,0 0 0,-40 0 15,40 0-15,-40 0 16,40 1-16,0-1 0,0 0 16,-40-40-16,40 40 0,0 0 15,0 0-15,0 0 16,-40-40-1,40-40 48,40 40-47,-40-40-16,0 0 0,0 0 15,40 0-15,-40 0 0,0-1 16,40 1-16,-40 0 0,0 0 15,40 40-15,-40-40 16,0 0-16,0 80 63,0 0-48,0 0-15,0 0 0,41-40 0,-41 40 16,0 1-16,40-1 0,-40 0 15,40 0-15,-40 0 16,40-40 0,-40 40-16,40-40 15,0-40 1,-40 0 0,40 40-16,-40-40 0,40 0 0,-40 0 15,41-1 1,-41 1-16,40 0 0,-40 0 0,40 0 15,-40 0 1,0 80 62</inkml:trace>
  <inkml:trace contextRef="#ctx0" brushRef="#br0" timeOffset="27780.2911">10914 4291 0,'0'0'0,"-40"40"16,-40 0 0,120-40-1,0 0 1,121-40 15,39 0-15,-159 40-16,79-40 15,-80 40-15,0 0 0,0 0 16</inkml:trace>
  <inkml:trace contextRef="#ctx0" brushRef="#br0" timeOffset="28190.2849">10834 4571 0,'0'0'16,"40"0"-1,-40-40 1,40 40-16,1-40 0,-1 40 0,80-40 31,0 40-15,-120 80-1,-40 81 17,-80-41-17,40-120 1,120 0 31,0 0-47,0 0 15,0 0 1,0 0-16,0 0 0,1 0 16,-1 0-16,0 0 0,0 0 15,0 0-15,0-40 16,0 40-16</inkml:trace>
  <inkml:trace contextRef="#ctx0" brushRef="#br0" timeOffset="28430.3262">11958 4251 0,'-40'0'0,"80"0"0,-121 0 31,162 0-16,-41 0 1,0-41-16,0 41 0,0 0 16,0 0-16,0 0 0,1 0 0,-1 0 15,0-40 1</inkml:trace>
  <inkml:trace contextRef="#ctx0" brushRef="#br0" timeOffset="28630.3173">12560 3970 0,'-41'0'16,"1"0"-16,0 40 15,0 0 1,40 120 0,-40 1 15,0-121-31,40 0 0,-40 40 15</inkml:trace>
  <inkml:trace contextRef="#ctx0" brushRef="#br0" timeOffset="29820.1736">13282 5654 0,'-40'0'0,"40"-40"47,0 80 234,0 0-281,0 0 16,-40 1-16,40-1 15,0 0-15,-41 0 0,41 0 0,-40 0 16,0 0-16,40 0 0,0 0 15,-40 1-15,40-1 0,-40 0 0,40 0 16,-40-40-16,40 40 0,0 0 16,0-80 15,0 0-15,0-40-16,40 80 0,-40-40 0,0-1 15,0 1-15,80 0 0,-80-40 16,40 40-16,0 0 0,-40-40 0,41 39 0,-1 1 15,0 0-15,-40 0 16,40 0-16,-40 0 0,40 40 0,-40-40 0,40 40 16,0 0-16,-40-40 0,40 40 15,1 0 1,-41 40 0,0 0-1,40 0-15,-40 0 0,0 0 0,0 0 16,0 0-16,0 1 15,0-1-15,0 0 0,0 0 0,0 0 0,0 0 0,0 0 16,0 0-16,0 0 16,-40 1-16,40-1 0,0 0 15,0 0-15,-41 0 16,41 0 0</inkml:trace>
  <inkml:trace contextRef="#ctx0" brushRef="#br0" timeOffset="30060.1944">13001 6055 0,'-40'0'16,"80"0"-16,-120-40 15,80 0 1,40 40-1,120-40 1,41 40 0,-81-40-1,41 40-15</inkml:trace>
  <inkml:trace contextRef="#ctx0" brushRef="#br0" timeOffset="30370.1424">14486 5574 0,'-41'0'16,"82"0"-16,-122-40 31,41 40-31,0 0 0,0 40 16,0 0-1,-81 121 1,81 79 0,0-79-1,40-41 17,40-80-32,41-40 31,-41 0-31</inkml:trace>
  <inkml:trace contextRef="#ctx0" brushRef="#br0" timeOffset="30560.2044">14566 5855 0,'-40'0'31,"40"40"-31,0 0 16,0 0-16,0 0 15,-40 0-15,40 0 0,-41 1 16,41-1-16,0 0 0,0 0 16,0 0-16,0 0 15,0 0-15,-40-40 0</inkml:trace>
  <inkml:trace contextRef="#ctx0" brushRef="#br0" timeOffset="30910.1823">15128 5855 0,'-40'0'15,"-1"0"1,1 40-16,-80 40 31,80-80-31,-81 40 16,121 0-16,-40-40 0,-40 40 15,0-40 17,80 41-17,0-1 17,40-40-32,-40 80 31,160 0-16,-119-40-15,79 0 16,-80-40-16,0 40 0,40-40 16</inkml:trace>
  <inkml:trace contextRef="#ctx0" brushRef="#br0" timeOffset="31170.1023">15409 5775 0,'0'0'16,"0"-41"-16,0 1 16,0 80-1,40-40 1,-40 81-16,0-41 0,40 0 16,-40 0-16,0 0 0,0 40 0,0-40 0,0 1 15,0 39-15,0-40 16,0 0-16,-80 0 0,80 0 0,-41 0 0,41 0 0,-40 0 15,0 1-15,0-1 16,0 0-16,0-40 0,0 40 0,0-40 16,-1 40-16,1-40 0</inkml:trace>
  <inkml:trace contextRef="#ctx0" brushRef="#br0" timeOffset="31450.1511">16291 6015 0,'-80'0'0,"40"0"0,0 0 16,0 0-16,-121 40 16,121 0-16,40 1 0,-80 39 31,40 80-16,80 1 1,80-81 0,1-80 15,-81 0-31</inkml:trace>
  <inkml:trace contextRef="#ctx0" brushRef="#br0" timeOffset="31714.8089">16652 6256 0,'0'80'31,"0"-40"-31,-40 40 32,0-40-32,-80 1 15,80-1-15,0-40 0,-41 0 16,1-81 15,80-39-15,120 40-1,-39 40 1,-1 40 0,-40 0-16,40-40 0</inkml:trace>
  <inkml:trace contextRef="#ctx0" brushRef="#br0" timeOffset="31984.7425">17054 6095 0,'0'0'16,"-40"0"-16,-1 0 0,-79 81 31,120-41-31,-40 40 16,40-40-16,0 0 15,0 0-15,80 40 16,41 41 0,-121-81-1,0 0-15,0 0 0,-41-40 0,-79 40 32,40-40-32,40 0 15,0-80 1</inkml:trace>
  <inkml:trace contextRef="#ctx0" brushRef="#br0" timeOffset="34754.5775">17736 5734 0,'0'-40'47,"-40"40"0,40 40-31,-40 1-16,40-1 0,-41 0 15,1 0-15,40 40 16,-40-40-16,40 0 0,-40 41 0,40-41 0,-40 40 16,40-40-16,-40 0 0,40 40 15,0-40-15,-40 0 0,40 41 0,0-41 0,0 0 16,0 0-16,-40 40 15,40-40-15,0 41 0,0-41 0,0 40 0,0 0 16,0-40-16,0 40 0,0-40 0,0 1 0,0 39 16,0-40-16,40-40 0,-40 40 15,0 0-15,40-40 0,0 40 0,0-40 16,0 0 0,0 0-16,-40-40 15,40 40-15,-40-40 0,41 40 16,-41-40-16,0 0 0,0 0 0,0 0 15,40-1 1,-40 1-16</inkml:trace>
  <inkml:trace contextRef="#ctx0" brushRef="#br0" timeOffset="35234.605">17816 6136 0,'0'40'109,"0"40"-93,-40-40-16,40 0 16,-40 0-16,40 0 0,0 0 15,0 0-15,-40-40 0,40 41 0,0-1 0,0 0 16,0 0 0,-40-40-16,40 40 0,0 0 15</inkml:trace>
  <inkml:trace contextRef="#ctx0" brushRef="#br0" timeOffset="35634.5809">18097 6176 0,'0'0'0,"40"0"15,-40 40 1,-40 0-1,0-40 1,0 40-16,0-40 16,40 40-16,-81 0 15,41 0 1,0-40-16,0 40 16,40-80 15,40 40 31,0 0-46,-40 40-16,40-40 0,0 40 16,1-40-16,-41 41 0,40-41 15,0 0-15,0 40 0,0-40 16,0 0-1,0 0-15</inkml:trace>
  <inkml:trace contextRef="#ctx0" brushRef="#br0" timeOffset="35834.5695">18458 6456 0,'0'40'15,"-40"-40"1,0 0-1,0 0 48,40-40-63</inkml:trace>
  <inkml:trace contextRef="#ctx0" brushRef="#br0" timeOffset="36244.5129">18859 5975 0,'0'0'15,"0"-40"1,41 0-1,-1 40 1,0 0-16,0 40 16,-40 80 15,0-80-31,-40 41 0,0-41 0,0 40 31,-41-40-15,41 0-16,0-40 15,80 0 17,0 0-17,0 0-15,1 0 16,-1 40 0,-40 0-16,0 0 15</inkml:trace>
  <inkml:trace contextRef="#ctx0" brushRef="#br0" timeOffset="36644.468">19301 6176 0,'80'-40'16,"-160"80"-16,160-40 15,-80 40-15,0 0 16,0 0-16,-40 40 15,40-40-15,-120 81 16,-1-1 0,121-80-1,-40-40 1,40-40-16,40-40 16,-40 40-16,40-1 0,41-39 31,-41 40-31,40-40 15,-80 40-15,40 40 16,0 0 0,-40 40-1,0 0 1,0 0-16,0 0 0,0 0 0,0 0 16,0 1-16,0-1 15,0 0-15,0 0 0,0 0 0,0 0 16</inkml:trace>
  <inkml:trace contextRef="#ctx0" brushRef="#br0" timeOffset="36834.5125">19381 6176 0,'0'-40'31,"40"40"-31,-40-41 16,40 41-16,41-40 15,-41 40-15,0 0 0,40 0 16,-40 0-16,40 0 31,-39 0-31</inkml:trace>
  <inkml:trace contextRef="#ctx0" brushRef="#br0" timeOffset="37104.4249">18619 7018 0,'-40'40'15,"80"-80"-15,-80 120 0,-1-40 16,41 0-16,41-40 0,-1 0 16,0 0-16,0 0 0,0-40 0,40 40 15,-40 0-15,1-40 16,-1 40-16,0 0 0,0-40 0,0 40 0,0-40 16,0 40-16,0 0 0,1 0 15,-1 0-15,0 0 0,0 0 16</inkml:trace>
  <inkml:trace contextRef="#ctx0" brushRef="#br0" timeOffset="37604.4676">19060 7339 0,'-80'40'16,"160"-80"-16,-240 80 31,160 0-31,-41 0 15,41 40 1,0-40 0,-40 0-1,80-80 17,-40 0-17,41 0-15,-41 0 0,40 0 0,0 0 16,0 0-16,-40 0 15,40 40-15,-40-41 0,40 41 0,0 41 32,-40-1-17,0 0-15,40 0 0,-40 0 0,0 0 16,41 0-16,-41 0 16,0 0-16,40-40 0,-40 41 15,40-41-15,0 0 16,0 0-1,0-41-15,-40 1 16,40 40-16,-40-40 0,0 0 0,0 0 16,0 0-16,40 0 0,-40 0 0,0 0 15,0-1-15,0 1 16,0 0-16,0 0 0,41 40 16,-1 0 15</inkml:trace>
  <inkml:trace contextRef="#ctx0" brushRef="#br0" timeOffset="38064.3699">20063 6697 0,'40'0'15,"-80"0"-15,80-40 16,-40 80 15,0 0-15,40-40-16,-40 40 0,0 0 0,0 0 16,0 1-1,0-1-15,0 0 16,-40-40-16,40-40 31,0 0-31,0-1 0,81 41 16,-81-40-16,40 0 15,0 0-15,0 40 0,0-40 16,0 40 0,0 0-16,-40 40 15,0 0 1,0 0-16,0 0 0,0 1 15,0-1-15,0 0 16,-40 0-16,40 0 0,0 0 16,0 0-16,-40-40 0,40 40 15</inkml:trace>
  <inkml:trace contextRef="#ctx0" brushRef="#br0" timeOffset="38414.4226">20745 6256 0,'-40'-40'0,"40"0"15,40 0 1,-40-1-16,81 41 31,-41 0-31,0 0 0,40 121 16,0 119 15,-40 81-15,-200 40-1,-1-80 16,1-121-15,80-120 0,40-40-16</inkml:trace>
  <inkml:trace contextRef="#ctx0" brushRef="#br0" timeOffset="39904.3341">21789 6857 0,'-41'0'0,"1"0"15,0 0 1,40-40-16,-40 40 0,80 0 47,0 40-47,0-40 31,-40 41 47,0-1 110,41-40-95,-1 0-61,0 0 93,-40-40-79,40 40 64,-40-41-79,40 41 16,0 0 0,0 0-16,1 0-15,-1 0-1,0 0-15,0 0 0,0 0 16,0 0-16,0 0 16,0 0-16,1 0 0,-1 0 0,0 0 15,0 0-15,0 0 0,0 0 16,0 0-1,0 0 1,-80 0 78,0 0-79,0-40 1</inkml:trace>
  <inkml:trace contextRef="#ctx0" brushRef="#br0" timeOffset="40244.253">22190 6617 0,'0'0'0,"-40"0"16,40-40-16,0 0 16,0-1 15,0 82 0,0 39-31,0-40 16,0 0-16,0 0 0,0 0 15,0 0-15,0 0 0,0 1 0,0-1 16,0 40-16,0-40 0,0 0 16,0 0-16,0 0 0,0 0 0,0 0 0,0 1 15,0-1-15,0 0 16,0 0-16,0 0 15</inkml:trace>
  <inkml:trace contextRef="#ctx0" brushRef="#br0" timeOffset="41054.212">24036 6216 0,'0'-40'16,"0"80"-16,40-80 0,-40 0 16,-40 40 30,0 0-46,-1 0 16,1 0 0,0 0-16,0 0 0,-40 0 0,40 0 0,0 0 15,-41 40-15,1-40 16,40 40-16,-40-40 0,40 40 0,-1-40 0,-39 40 16,40-40-16,0 40 0,-40-40 15,40 0-15,-1 40 0,1-40 0,0 40 0,0-40 16,0 40-1,0-40-15,40 40 0,0 1 32,40-41-32,0 40 15,0-40-15,0 40 0,0-40 0,1 40 16,39-40-16,-40 40 16,0-40-16,0 40 0,40-40 0,-39 0 0,-1 40 15,0-40-15,0 0 0,0 0 16,0 0-16,0 0 0,-40 40 0,40-40 15,1 0-15,-41 40 0,0 1 16,-41-1 0,-39 0-16,40-40 0,0 40 15,0 0-15,0-40 0,0 40 16,-1-40-16,41 40 0,-40 0 0,0-40 16,0 40-16,0 0 0,0 1 15,0-1-15,0 0 0,-1-40 16,41 40-1,-40-40-15,40 40 16,40-40 0,41 0-1,-41 0-15,0 0 0,0 0 16,0 0-16,40 0 16,-39 0-16,-1 0 0,0 0 0,0 0 0,0 0 15,0 0-15,0 0 0,0 0 16,1 0-16,-1 0 0,0 0 0,0 0 15,0 40-15,0-40 0,0 0 0,0 0 16,1 0-16,-41-40 16,0 0-1,-81 40 1</inkml:trace>
  <inkml:trace contextRef="#ctx0" brushRef="#br0" timeOffset="41374.2494">22792 7780 0,'0'0'0,"-40"0"15,0 40 1,40 0-1,0 0 1,0 80 0,-41 41 15,41-81-31,-40 0 31,40-40-31,0 1 16,-40-41-16</inkml:trace>
  <inkml:trace contextRef="#ctx0" brushRef="#br0" timeOffset="41725.8184">23113 7860 0,'0'0'0,"40"0"0,-80 40 31,0-40-16,-41 0-15,41 40 0,0-40 16,40 40-16,-80-40 16,40 0-16,0 40 0,0-40 0,-1 0 0,1 41 15,0-41-15,0 0 16,0 40-16,0-40 16,80 0 15,0 40-16,0-40-15,0 0 0,0 0 0,1 0 16,-1 40-16,0-40 0,0 0 0,0 0 0,0 40 16,0-40-16,0 0 0,1 40 15,-1-40-15,0 0 0,-40 40 16,40-40-16,-40 40 16,0 0-16,40-40 15</inkml:trace>
  <inkml:trace contextRef="#ctx0" brushRef="#br0" timeOffset="41914.3221">23514 8061 0,'-40'0'16,"80"0"-16,-40 0 31,40 0-31,40 0 15,-39-41-15,-1 41 0,0 0 0,0 0 0,0 0 16,0 0-16,0-40 0,0 40 0,1 0 16</inkml:trace>
  <inkml:trace contextRef="#ctx0" brushRef="#br0" timeOffset="42094.3839">23474 8301 0,'0'0'0,"-40"40"16,80-40-1,120 0 1,1 0 15,-121 0-31,0 0 0</inkml:trace>
  <inkml:trace contextRef="#ctx0" brushRef="#br0" timeOffset="42284.3931">24317 8141 0,'0'0'0,"0"40"16,-81 0 0,81 0-16,-40 0 0,0 0 15,40 0-15,-40-40 16,40 41-16,0-1 0,-40 0 0,40 0 15,-40 0 1,40 0-16</inkml:trace>
  <inkml:trace contextRef="#ctx0" brushRef="#br0" timeOffset="43184.2477">23233 5374 0,'0'-41'47,"0"1"-15,0 0-17,0 120 1,0-39-16,0-1 15,-40 0-15,40 0 16,0 40-16,-40-40 0,40 0 0,0 0 0,0 0 16,0 1-16,0-1 0,0-80 31,0-1-15,0 1-1,40 0-15,-40 0 0,0 0 0,40 0 0,-40 0 16,0-40-16,0 40 0,40-1 15,-40 1-15,40 0 0,-40 0 0,0 0 16,0 80 15,41 0 1,-41 0-32,40-40 0,-40 40 0,40-40 15,-40 41-15,40-41 16,0 40-16,0-40 0,0 0 15,-40-40 1,40 40-16,-40-41 16,41 1-16,-41 0 0,40 0 0,-40 0 15,40 40-15,-40-40 16,40 0-16,-40 0 0,0 0 0,40-1 16,-40 1-1,0 80 32,40-40-47,-40 41 16,0-1-1</inkml:trace>
  <inkml:trace contextRef="#ctx0" brushRef="#br0" timeOffset="43884.2289">23434 5815 0,'-40'0'16,"0"0"-1,40-40 1,40 40 31,0 0-32,0-41-15,0 41 16,0-40-16,0 40 0,0 0 16,1-40-16,-1 40 15,0 0-15,0-40 0,0 40 0,0 0 16,0-40-16,0 40 15,1 0-15</inkml:trace>
  <inkml:trace contextRef="#ctx0" brushRef="#br0" timeOffset="44224.1894">23634 5895 0,'0'0'0,"-40"0"16,80 0 15,1 0-15,-1 40-16,0-40 0,-40 40 16,40-40-1,-40 40-15,0 0 16,0 0-1,-40-40-15,0 0 0,40 41 0,-40-41 16,-1 0-16,82 0 31,-1 0-15,0 0 0,-40-41-16,80 41 0,-40 0 0,0 0 15,0-40 1,-40 0-16,41 40 0</inkml:trace>
  <inkml:trace contextRef="#ctx0" brushRef="#br0" timeOffset="44454.1921">24236 5534 0,'-40'0'0,"80"0"0,-40 0 32,40-40-17,1 40-15,-1 0 0,0 0 0,0 0 16,0 0 0,0-40-16,0 40 0</inkml:trace>
  <inkml:trace contextRef="#ctx0" brushRef="#br0" timeOffset="44644.162">24838 5213 0,'-40'0'31,"40"40"0,0 0-31,0 0 0,-40 1 16,40-1-16,0 0 15,-40 40-15,40-40 0,-40 0 0,40 0 0,-40 0 16,40 0-16,0 1 0</inkml:trace>
  <inkml:trace contextRef="#ctx0" brushRef="#br0" timeOffset="46874.379">24758 6657 0,'0'0'0,"-40"0"15,0 0 1,40 40-16,-40 0 16,40 0-1,0 0-15,0 0 16,0 1-16,0-1 15,0 0-15,0 0 0,0 0 0,-41 0 16,41 0-16,0 0 0,-40-40 16,40 40-16,0-80 47,0 0-47,0-40 15,0 40 1,0 0-16,0 0 0,0 0 0,0-1 0,0 1 15,0 0-15,0 0 0,40 0 0,1 0 16,-41 0-16,40 40 16,-40-40-16,40 0 0,-40-1 15,40 41-15,-40-40 16,40 40-16,0 0 0,-40 40 31,0 1-15,-40-1-16,40 0 15,-40 0-15,40 0 0,-40-40 0,40 40 0,-40-40 16,40 40-16,0 0 0,-40-40 0,80 0 47,0 0-31,0 0-16,0 0 15,0 0 1,-40 81-16,0-1 31,0-40-31,-40 0 0,0-40 16,40 40-16,-40-40 0,0 0 15,0 40-15,-1-40 16,1 0-16,0 0 0,0 0 16,0 0-1,0 0 1,40-40-16</inkml:trace>
  <inkml:trace contextRef="#ctx0" brushRef="#br0" timeOffset="47234.2852">25360 6376 0,'0'0'0,"-40"0"32,0 0-17,-1 0-15,1 0 16,0 40-1,40 0-15,-40 0 0,0 1 16,40-1-16,-40 0 0,40 0 0,0 0 16,-40 0-16,40 0 15,0 0-15,0 0 0,0 1 0,40-1 0,0 0 16,-40 0 0,80-40-16,-80 40 0,40-40 0,0 0 0,1 40 15,-1-40-15,0 0 16,0 0-16,0 0 0</inkml:trace>
  <inkml:trace contextRef="#ctx0" brushRef="#br0" timeOffset="47464.3446">25561 6577 0,'0'-40'16,"0"80"-16,-41-80 15,41 80 16,0 0-31,-80 120 16,80-120-16,0 0 16,0 1-16,0 79 15,-40-80 17,40 0-32</inkml:trace>
  <inkml:trace contextRef="#ctx0" brushRef="#br0" timeOffset="47804.2527">26042 6496 0,'0'0'15,"0"-40"1,-40 80 15,0 1-31,-81-1 31,81 0-31,-80 0 16,80-40-16,0 40 0,0-40 16,-41 0-1,81 40-15,40-40 47,41 0-31,-81 40-16,40-40 0,0 0 0,0 0 15,0 40-15,0-40 16,0 40-16,1 1 0,-1-1 0,0-40 16,0 40-16,0-40 0,0 0 15,0 0-15</inkml:trace>
  <inkml:trace contextRef="#ctx0" brushRef="#br0" timeOffset="48084.236">26403 6376 0,'0'40'16,"0"0"15,0 0-15,0 1-16,0-1 0,40 0 0,-40 0 15,0 0-15,40 0 0,-40 0 0,0 0 16,0 0-16,0 1 0,-40-1 16,40 0-16,-80 0 0,80 0 0,-40 0 15,0-40-15,40 40 0,-40 0 16,0-40-16,-1 40 0,1-40 16</inkml:trace>
  <inkml:trace contextRef="#ctx0" brushRef="#br0" timeOffset="48464.2492">26965 6617 0,'0'0'0,"-40"0"16,0 0-1,0 40 1,-41 0 15,41 40-31,0 81 31,40-121-31,40 120 16,121-120 15,-81-40-31,40-40 32</inkml:trace>
  <inkml:trace contextRef="#ctx0" brushRef="#br0" timeOffset="49244.2424">27406 6657 0,'40'0'15,"1"0"1,-41 40-16,0 0 16,0 0-1,0 0-15,0 0 16,0 1-1,0-1-15,-41-40 0,41 40 16,-40-40-16,0 0 406,0 0-390,0 0-16,0 0 31,0 0-31,40-40 31,0 0-15,0-1-16,0 1 0,40 40 16,-40-40-1,40 40-15,0-40 0,0 40 0,0 0 16,0 0 0,1 0-16,-1 0 15,0 0 1,0 0-16</inkml:trace>
  <inkml:trace contextRef="#ctx0" brushRef="#br0" timeOffset="49864.1329">28369 6617 0,'-40'-40'16,"-40"40"124,40 40-140,0-40 16,0 0-16,40 40 0,-41-40 0,1 0 16,0 0-16,40 40 15,-40-40-15,0 0 0,40 40 0,-40-40 16,40 40-16,0 0 16,0 0-16,40-40 0,-40 41 15,40-41-15,-40 40 16,80 0-16,-40 0 0,-40 0 0,41-40 15,-41 40-15,40 0 0,-40 0 0,0 0 16,0 0-16,0 1 16,-40-1-16,-1 0 0,1 0 15,0-40-15,0 0 16,0 0-16,0 0 0,0 0 16,0 0-16,-1-40 15,1 40-15,0-40 0,0 40 16,40-40-1</inkml:trace>
  <inkml:trace contextRef="#ctx0" brushRef="#br0" timeOffset="50364.1765">29132 6376 0,'0'0'15,"-40"0"-15,40-40 0,-40 40 16,-1 0-1,1 0 1,0 0 15,0 40-15,-80 161 0,79-81-1,1 81 1,-40 159-1,40-79 1,80-40 0,0-161-1,0 0 1,121-40 0,-41-40-1,-80-40 1</inkml:trace>
  <inkml:trace contextRef="#ctx0" brushRef="#br0" timeOffset="50764.0801">29292 6777 0,'0'0'15,"-40"0"1,40 40 15,0 0-15,0 1-16,-40-1 0,40 40 16,0-40-16,-40 40 0,40-40 0,-40 0 0,40 0 15,0 41-15,0-41 16,-40 0-16,40 0 0,0 0 0,-40 0 15,40 0-15</inkml:trace>
  <inkml:trace contextRef="#ctx0" brushRef="#br0" timeOffset="51084.062">29694 6898 0,'0'0'31,"-81"80"-15,1-40-16,-40 40 31,-41 0-15,121-80 0,0 0-16,80 0 46,0 40-46,0 0 16,0 1 0,1-1-16,-1 0 0,-40 0 15,40-40-15,-40 40 0,40-40 16,-40 40-16,40 0 0,0 0 16,0-40-1</inkml:trace>
  <inkml:trace contextRef="#ctx0" brushRef="#br0" timeOffset="51484.0496">30135 6617 0,'-40'0'15,"120"40"17,-80 0-32,0 0 15,0 0 1,0 0-16,0 0 0,0 1 16,-80-1-16,40 0 15,0 0-15,-1-40 31,82 0-15,-1 0 0,0 0-1,0 0-15,-40 40 16,40-40 0,-40 40-16,0 0 0,40-40 15,-40 40-15</inkml:trace>
  <inkml:trace contextRef="#ctx0" brushRef="#br0" timeOffset="51858.6071">30496 6777 0,'0'0'0,"0"40"31,-40-40-31,0 161 31,-40-1-15,39-120-16,1 0 16,40-80-1,40-80 17,1 80-32,39-80 15,-40 79-15,0 1 0,0-40 16,0 80-16,0 0 31,-40 40-31,0 0 31,0 0-31,0 81 16,0 39 0,0-120-1,0 0-15,0 0 16</inkml:trace>
  <inkml:trace contextRef="#ctx0" brushRef="#br0" timeOffset="52088.59">30576 6657 0,'-40'0'16,"80"0"-16,-40 0 31,81 0-31,39-40 16,40 40-1,-79 0 17,-41 0-32</inkml:trace>
  <inkml:trace contextRef="#ctx0" brushRef="#br0" timeOffset="52308.5041">29934 7619 0,'0'41'16,"0"-82"-16,201 82 15,-161-82-15,0 41 16,81 0 0,-81 0-16,0-40 15,0 40-15</inkml:trace>
  <inkml:trace contextRef="#ctx0" brushRef="#br0" timeOffset="52868.4919">30135 7980 0,'-40'40'31,"80"-80"-31,-120 80 16,80 1-16,0-1 15,0 0 1,-40 40-1,40 0 1,-41-40 0,41 0-1,41-80 17,39-120-17,-40 80 1,-40 40-16,80-81 15,-80 81-15,40 40 0,-40-40 16,0 80 0,40 80 15,1-79-31,-1 39 16,0-40-16,0-40 15,0 40 1,0-40-16,0 0 0,0 0 15,1 0-15,-1-80 16,-40 0 0,0-41-1,0 81 1,0 0 0,-40 40 15</inkml:trace>
  <inkml:trace contextRef="#ctx0" brushRef="#br0" timeOffset="53348.4696">31098 7138 0,'0'0'16,"0"-40"-1,-40 40 1,0 0 0,40 80 15,0-40-31,0 0 0,0 41 15,0-41-15,0 0 0,0 0 0,-40 0 16,40 0 0,0-80 15,80 0-15,-80 0-16,120-40 15,-120 40-15,40 40 0,0-41 16,-40 122 15,41-81-31,-41 40 0,0 0 16,0 0-16,0 0 15,0 0-15,0 0 0,0 0 0,0 1 16,0-1 0,0 0-16,-41 0 15</inkml:trace>
  <inkml:trace contextRef="#ctx0" brushRef="#br0" timeOffset="54378.4571">31700 6095 0,'40'0'47,"-40"41"62,40-41-93,-40 40 15,40-40-16,0 0 1,0 0 0,1 0-16,-41 40 15,40-40-15,-40 40 16,40 0 0,-40 0-1,0 0-15,40-40 0,-40 40 0,0 0 0,0 0 16,0 41-16,40-41 0,-40 0 0,0 0 0,0 40 15,0-40-15,0 41 16,0-41-16,0 40 0,0-40 0,0 40 0,0 0 16,-40-40-16,40 41 0,-40-41 15,40 40-15,-40-40 0,40 40 0,-40-40 0,-1 1 16,1-1-16,40 0 16,-40 0-16,0 0 0,0 0 0,0 0 0,0 0 15,0 0-15,-1-40 0,1 40 16,0-40-16,0 41 0,0-41 0,40 40 0,-40-40 15,0 0-15</inkml:trace>
  <inkml:trace contextRef="#ctx0" brushRef="#br0" timeOffset="55558.3897">23233 9946 0,'0'0'0,"-40"0"0,0 0 15,40-41-15,40 1 16,0 0 0,0 40-16,0 0 15,1 0 1,-1 0-16,0 0 0,0 0 0,0 0 16,0 40-1,40-40-15,-39 0 0,-1 0 0,0 0 0,40 0 16,-40 0-16,0 0 0,41 0 0,-41 0 0,0 0 15,0 0-15,0 0 0,0 0 16,0 0-16,0 0 0,1 0 0,-1 0 16,0 0-1</inkml:trace>
  <inkml:trace contextRef="#ctx0" brushRef="#br0" timeOffset="55858.3713">23996 9585 0,'-41'0'0,"41"-41"0,-40 1 31,0 0-15,40 80 15,40-40-31,-40 81 0,0-41 0,0 0 16,0 0-16,0 0 0,0 0 15,0 0-15,0 0 0,0 0 0,-40 1 0,40-1 16,0 0-16,-40 0 16,40 0-16,-40-40 0,40 40 0,-40-40 0,40 40 15,-40-40-15,40 40 0,-40-40 16</inkml:trace>
  <inkml:trace contextRef="#ctx0" brushRef="#br0" timeOffset="56518.2629">25199 9785 0,'0'0'0,"-40"0"63,40 40-48,-40-40-15,40 40 0,-40 0 16,40 1-16,-40-1 0,40 0 16,-40 0-16,40 0 0,-40 0 0,40 40 0,-41-40 15,41 0-15,-40 1 16,40-1-16,-40 0 0,40 0 0,-40 0 16,40-80 15,0 0-31,40 0 15,-40 0 1,40 40-16,-40-41 0,40 1 0,-40 0 0,41 0 16,-1 0-16,-40 0 0,40-40 15,-40 40-15,40 0 0,0-1 0,-40 1 0,40-40 16,0 40-16,-40 0 16,40 0-16,-40 0 0,41 0 0,-1-1 15,0 41-15,-40-40 16,40 40-16,0 0 15,-40 40 1,0 1 0,0-1-16,0 0 0,0 40 0,0-40 15,0 0-15,-40 40 16,40-39-16,0-1 0,0 0 0,-40 0 0,40 0 0,0 0 16,0 0-16,0 0 15,0 0-15,-40 0 0,40 1 16,0-1-16</inkml:trace>
  <inkml:trace contextRef="#ctx0" brushRef="#br0" timeOffset="56758.32">24798 10106 0,'0'0'16,"-40"0"0,0-40-1,80 40 1,80 0 15,81 0-15,0 0-1,-121 0-15</inkml:trace>
  <inkml:trace contextRef="#ctx0" brushRef="#br0" timeOffset="57138.2981">26283 9344 0,'0'0'0,"40"0"0,-40-40 16,-40 40-1,0 0 1,40-40-16,-40 40 0,-1 0 31,1 0-31,0 40 16,0-40-16,40 80 0,-40-80 0,0 80 0,0-40 15,0 0-15,-1 41 0,41-41 16,-40 40-16,0-40 0,40 40 0,0 1 0,-40-41 16,40 40-16,0-40 15,0 0-15,-40 40 0,40-40 0,0 0 0,0 1 16,0-1-16,0 40 0,0-40 16,40 0-16,-40 0 0,0 0 15,40-40-15,-40 40 0,40-40 16,0 41-16,1-41 0,-1 40 15,0-40-15,0 0 0,0 0 16</inkml:trace>
  <inkml:trace contextRef="#ctx0" brushRef="#br0" timeOffset="57828.2574">26483 9705 0,'0'-40'16,"-40"40"-1,0 0 17,40 40-17,-40 40 1,0 161-1,0-41 17,0-160-17,40-80 1,0 0 0,80-200-1,40-1 1,-80 161-1,1-1 1,-41 122 15,0-1-15,40 0-16,-40 120 16,0-120-16,0 0 0,0 81 31,40-41-31,0 0 15,0-80 1,0 0-16,40-40 16,-80 0-16,41 0 0,-41-40 31,40-41-31,-40 41 16,40 40-16,-40-161 15,40 161-15,-40 0 0,0-40 16,80-40 15,-40 120 0,-40 40-31,0 40 16,0 40 0</inkml:trace>
  <inkml:trace contextRef="#ctx0" brushRef="#br0" timeOffset="58128.2391">26243 10507 0,'-81'40'16,"162"-80"-16,-162 120 31,162-120-31,-41 40 16,-40-40-1,160 0 1,-39 0 0,39 40 15,-120 0-31,0 0 15</inkml:trace>
  <inkml:trace contextRef="#ctx0" brushRef="#br0" timeOffset="58498.2183">26443 10667 0,'-40'0'16,"80"0"-16,-40 0 31,40 0-31,1 0 0,-1 0 16,40 0-1,-40 41 17,-120 39-17,-41 0 1,81-80-1,80 0 17,1 0-32,-1 0 31,80-40-15,-80 40-1,-40-40 1,40 0-16</inkml:trace>
  <inkml:trace contextRef="#ctx0" brushRef="#br0" timeOffset="58878.1224">27326 9745 0,'0'-40'16,"0"0"-16,40 0 15,0 40 1,-40-40 0,40 40-16,1 0 15,-1 40-15,0 0 16,-40 0-16,40 120 31,-40 81-15,-40 0-1,0-121 1,-81 40 0,81-120-1,-40 1 1</inkml:trace>
  <inkml:trace contextRef="#ctx0" brushRef="#br0" timeOffset="59778.1443">28329 10226 0,'0'-40'15,"0"0"1,-40 40-16,0 0 15,0 0 1,0 40 0,0 0-16,-1 0 0,1 0 15,40 1-15,-40-1 16,0 40-16,40-40 0,-40 0 0,40 0 0,0 0 16,-40 0-16,40 1 15,0-1-15,0 0 16,0 0-16,40-40 0,0 0 15,0 0-15,0 0 16,0 0-16,1-40 0,-1 40 0,-40-40 0,40 40 16,0-40-16</inkml:trace>
  <inkml:trace contextRef="#ctx0" brushRef="#br0" timeOffset="60058.1279">28530 10387 0,'0'-40'31,"0"80"-31,40-80 0,-40 80 15,0 40 1,0-40 0,-40 40-1,0-40 1,-81 0 0,81-40-1,0 0 1,40-160-1,80 80 1,1 40 0,-41 40-1,40 0-15</inkml:trace>
  <inkml:trace contextRef="#ctx0" brushRef="#br0" timeOffset="60348.0372">29292 10387 0,'-40'0'0,"0"0"16,-40 0-16,40 0 15,0 0 1,-1 0-16,41 40 0,0 0 31,0 0-31,0 0 0,41-40 16,-41 40-16,0 0 0,40-40 0,-40 40 0,40 1 15,-40-1-15,0 0 16,0 0-16,-40 0 0,0 0 16,-41 0-1,41-40-15,0 0 16,0 0 0,40-40-16,0 0 15,0 0 1</inkml:trace>
  <inkml:trace contextRef="#ctx0" brushRef="#br0" timeOffset="61088.0292">29613 10306 0,'0'0'0,"0"-40"0,-40 40 31,120 0 16,-39 0-47,-1 0 0,0 0 16,-40 40-16,40-40 16,-40 41-16,0-1 0,0 0 0,0 0 15,0 0 1,0 0-16,-40 0 0,40 0 0,-40-40 0,40 40 15,-40 1-15,-1-41 0,41 40 0,0-80 32,41 40-17,-1 0 1,-40-81-16,40 81 0,-40-40 0,40 0 0,0 40 16,0-40-16,-40 0 0,40 40 15,0-40-15,1 40 0,-41-40 0,40 40 16,0 0-16,-40 40 15,0 0 1,0 0-16,0 0 0,0 0 16,-40 0-16,40 0 15,-40 1-15,40-1 0,0 0 16,-41-40-16,41 40 16,0 0-16</inkml:trace>
  <inkml:trace contextRef="#ctx0" brushRef="#br0" timeOffset="61548.0022">30496 10467 0,'0'40'31,"0"0"-15,-40-40-16,40 40 15,-40 0-15,40 0 16,-40 1-16,40-1 16,-40-40-16,40 40 15,0-80 17,0 0-32,40 40 15,-40-41-15,40 1 16,-40 0-16,40 0 0,0 40 0,-40-40 15,40 0-15,0 0 0,-40 0 16,40 40-16,-40-40 16,41 40-1,-41 40 1,0 0-16,0 0 16,40-40-16,-40 40 0,0 0 15,0 0-15,0 0 0,0 0 16,0 1-16,-40-1 15,40 0 1,0 0-16</inkml:trace>
  <inkml:trace contextRef="#ctx0" brushRef="#br0" timeOffset="61898.0502">30616 10266 0,'0'0'16,"-40"-40"0,241-40-1,-121 80 1,161 0 15,-161 40-15,-120-40 93</inkml:trace>
  <inkml:trace contextRef="#ctx0" brushRef="#br0" timeOffset="64367.8343">1886 2847 0,'-80'0'15,"80"-40"1,-40 40-16,-1 0 15,41 40 32,0 0-47,0 0 0,0 0 16,0 40-16,0-39 0,0-1 16,0 0-16,0 40 0,0-40 0,-40 0 0,40 40 15,0-40-15,-40 1 0,40-1 0,-40 0 0,40 0 16,0 0-16,-40-40 15,40 40-15</inkml:trace>
  <inkml:trace contextRef="#ctx0" brushRef="#br0" timeOffset="64617.818">1565 2927 0,'0'0'0,"0"-40"0,0 0 31,0 0-31,40 0 16,0 40 0,40 0-16,121-40 15,-81 40 1</inkml:trace>
  <inkml:trace contextRef="#ctx0" brushRef="#br0" timeOffset="64837.8781">1445 3689 0,'0'0'0,"-41"0"0,41 40 31,0 0-31,41-40 31,-1 0-31,40 0 16,121-40 0,-161 40-16</inkml:trace>
  <inkml:trace contextRef="#ctx0" brushRef="#br0" timeOffset="65407.7716">2608 2807 0,'0'0'15,"-40"0"95,40 40-110,-40-40 0,0 0 31,40 40-15,0 0-1,-40-40-15,40 40 0,0 0 0,-40 0 0,40 41 16,0-41-16,-41 40 0,41-40 16,0 40-16,-40-40 0,40 41 0,0-41 0,0 0 15,0 40-15,0-40 0,-40 0 0,40 0 0,0 0 16,0 1-16,0-1 15,0 0-15,0 0 0,0 0 16,-40-40 0</inkml:trace>
  <inkml:trace contextRef="#ctx0" brushRef="#br0" timeOffset="65587.7729">2046 3769 0,'41'0'16,"-41"-40"-1,40 40-15,0-40 0,0 40 0,0-40 16,0 40-16,0 0 16,0 0-16,1-40 0,-1 40 0,0-40 0,0 0 15,0 40-15</inkml:trace>
  <inkml:trace contextRef="#ctx0" brushRef="#br0" timeOffset="65887.7493">3250 3047 0,'0'41'16,"0"-1"15,0 0-15,0 0-16,-40 0 0,40 0 16,0 0-16,0 0 0,0 40 0,0-39 0,-40-1 15,40 40-15,0-40 0,0 0 0,0 0 0,-40 0 16,40 0-16,0 1 15,0-1-15,0 0 0,-40-40 16</inkml:trace>
  <inkml:trace contextRef="#ctx0" brushRef="#br0" timeOffset="66127.7356">3250 3328 0,'40'40'47,"-40"0"-47,40 0 16,1-40-16,-1 41 16,0-1-16,-40 0 0,40-40 0,-40 40 15,40-40-15,-40 40 0,40-40 0,0 40 16,1-40-16,-1 0 15</inkml:trace>
  <inkml:trace contextRef="#ctx0" brushRef="#br0" timeOffset="66397.7969">3892 3128 0,'0'0'0,"-40"0"0,40 40 62,0 0-46,0 0-16,0 0 16,0 0-16,0 0 0,0 0 0,0 0 15,0 1-15,-40-1 0,40 40 0,0-40 0,0 40 16,-40-40-1,40 0-15,0 1 0,-40-1 16,40 0-16,-40-40 16</inkml:trace>
  <inkml:trace contextRef="#ctx0" brushRef="#br0" timeOffset="67147.8494">4815 3408 0,'-40'0'0,"40"40"0,-40-40 16,40 41 0,0-1-1,0 0-15,0 0 0,0 0 0,0 0 16,0 0-16,0 0 15,0 0-15,0 1 16</inkml:trace>
  <inkml:trace contextRef="#ctx0" brushRef="#br0" timeOffset="67327.8384">4895 3047 0,'0'41'16,"0"-1"0</inkml:trace>
  <inkml:trace contextRef="#ctx0" brushRef="#br0" timeOffset="67697.836">5377 3368 0,'-40'0'47,"40"80"-31,-40-80-1,40 41-15,0-1 0,0 0 16,0 0-16,0 0 16,0 0-16,0 0 0,0 0 0,0 0 15,0 1-15,0-1 0,0 0 16,0 0-1,0 0-15,0 0 16,-40-40-16,-1 0 16,41 40-16,-40-40 15,0 0-15,0 0 16,0-80-16,0 80 16</inkml:trace>
  <inkml:trace contextRef="#ctx0" brushRef="#br0" timeOffset="68177.863">5979 3890 0,'-40'40'16,"80"-80"-16,-40 80 31,40-40-31,80-40 31,1 0-31,-81-1 16,0 1-1,-40-40 1,-80 40 15,-1 40-15,1 40 0,40 80-1,40-79-15,0 79 31,0 0-15,80-40 0,1-40-1</inkml:trace>
  <inkml:trace contextRef="#ctx0" brushRef="#br0" timeOffset="68917.7664">6781 3569 0,'40'0'16,"-80"0"-16,80-40 0,-40 120 31,0-40-15,0 0-16,0 0 15,41 121 1,-1-1-1,-40-120 17,0-80-1,0 0-31,80-40 31,0-81-15,41 41-1,-81 80 1,0 40 15,0 0-15,-40 40 0,0 0 15,40-40-16,40 0 1,41-80 0,-41 40 15,-40-40-15,-40 39-1,-40 41 1,0 0 15,-40 41-31,40-1 16,-41 40-1,41-40 1,40 80 0,0-39-1,40-1 1,0 0-1,81-80 17,39 0-32</inkml:trace>
  <inkml:trace contextRef="#ctx0" brushRef="#br0" timeOffset="69467.7164">8065 3529 0,'0'-40'31,"0"80"0,0 0-31,0 0 0,0 0 16,0 0 0,0 0-16,0 0 0,0 0 15,0 1-15,0-1 16,0-80 31,41 40-47,-41-41 0,40 41 0,-40-40 15,40 0-15,0 0 0,0 40 16,-40-40-16,40 0 0,0 40 0,-40-40 0,40 40 16,1 0-16,-41-40 15,40 40-15,0 0 16,-40 40-16,0 0 0,0 0 15,40-40-15,-40 40 16,0 0-16,0 0 0,0 0 0,0 1 16,0-1-1,40-40-15,-40 40 0,40-40 32,0 0-32,0 0 15,-40-40-15,41 40 0,-41-40 16,40 40-1,-40-41-15,40 41 0,-40-40 16,40 40-16,-80 0 63,0 0-48,0 0-15</inkml:trace>
  <inkml:trace contextRef="#ctx0" brushRef="#br0" timeOffset="109814.9957">1605 10266 0,'0'-40'47,"0"0"-31,0 120 31,0-40-47,0 1 15,-40 39-15,40-40 16,0 40-16,-40-40 0,40 40 0,0 1 0,-40-41 15,0 40-15,40 0 0,-41-40 16,41 40-16,-40-39 0,40-1 0,0 0 0,-40 0 16,40 0-16,0 0 0,0-80 31,0-40-15,40 40-16,-40 0 0,40-41 15,-40 41-15,41-40 0,-41 0 0,40 0 0,-40 40 16,40-41-16,-40 1 15,0 40-15,40-40 0,-40 40 0,40-41 0,-40 41 16,40 0-16,-40 0 0,40 0 16,-40 0-16,40 40 0,-40-40 0,41 0 15,-1 40-15,0 0 0,0 0 32,-40 40-32,40-40 0,-40 40 0,40 0 0,-40 0 15,0 0-15,40 0 0,-40 0 16,0 41-16,0-41 0,40 0 0,-40 0 0,0 40 15,0-40-15,0 0 16,0 41-16,0-41 0,0 0 0,0 0 0,0 40 16,0-40-16,0 0 0,0 0 0,0 1 15,0-1-15,0 0 16,41-40-16,-1 0 0</inkml:trace>
  <inkml:trace contextRef="#ctx0" brushRef="#br0" timeOffset="110095.0513">1284 11028 0,'-80'0'16,"160"0"-16,-200-40 15,120 0-15,40 0 16,40 0 0,121-40-1,80 0 1,80 39 15,-281 41-31</inkml:trace>
  <inkml:trace contextRef="#ctx0" brushRef="#br0" timeOffset="110475.0287">3130 9946 0,'-40'0'15,"0"0"-15,-1 0 16,1 0 0,-40 40-1,80 0-15,-120 80 16,80-40-16,-1 41 15,1-81-15,40 80 16,0-80-16,0 161 16,81-1-1,79-80 17,-120-79-32,0-41 0,81 0 31,-81 0-31</inkml:trace>
  <inkml:trace contextRef="#ctx0" brushRef="#br0" timeOffset="110845.0093">3692 10347 0,'0'0'16,"40"0"-1,0 40 17,40 40-17,-80-40-15,0 0 0,-80 40 32,80 1-32,-40-81 15,0 40-15,0-40 16,-1 0-16,41-40 15,-40-41 1,40 1 0,40-40-1,1 80 1,-1 40 0,0 40-1</inkml:trace>
  <inkml:trace contextRef="#ctx0" brushRef="#br0" timeOffset="111244.9159">4534 9986 0,'0'0'0,"40"0"31,1 40-15,-1 0-1,0 0-15,-40 0 16,40 0-16,-40 0 0,40 0 16,-40 41-16,0-41 0,0 0 0,0 0 15,0 0-15,0 40 0,-80-40 0,80 0 0,-40 1 16,0-1 0,-1 0-16,41 0 0,-40 0 0,0 0 0,0 0 15,0 0-15,0-40 16,0 40-16,0-40 0,40 40 15</inkml:trace>
  <inkml:trace contextRef="#ctx0" brushRef="#br0" timeOffset="111914.9055">6701 10387 0,'-40'0'0,"0"0"0,0 0 0,0 0 15,-1 0 1,1 0-16,0 0 31,40-40-15,40 40 15,-40-41-31,81 41 16,-41 0-1,40 0-15,-40 0 0,0 0 0,0 0 0,0 0 16,41 0-16,-41 0 0,0-40 15,0 40-15,40 0 0,-40 0 0,1 0 0,-1 0 16,0 0 0,0 0-16,0 0 15,-40 40-15</inkml:trace>
  <inkml:trace contextRef="#ctx0" brushRef="#br0" timeOffset="112194.9628">6500 10908 0,'0'0'15,"-80"40"1,120-40 0,0 0-1,1 0-15,-1 0 0,120 0 31,-120 0-31,121 40 32,-81-40-17,-40 0-15,0 0 0,0 0 0</inkml:trace>
  <inkml:trace contextRef="#ctx0" brushRef="#br0" timeOffset="112494.9447">8065 10026 0,'-40'0'15,"80"0"-15,-120 0 0,40 0 0,0 40 32,40 0-32,-40 0 0,40 0 0,-40 80 15,0-39 1,40-41-16,-41 40 16,41-40-16,-40 121 15,40-121 1,0 0-16,0 0 0</inkml:trace>
  <inkml:trace contextRef="#ctx0" brushRef="#br0" timeOffset="112724.9336">7584 11229 0,'-80'0'15,"160"0"-15,-120 0 32,160 0-17,-40 0-15,-39 0 0,159 0 32,-160 0-32,0 0 0,81 0 15,-81 0-15,40 0 16,-40 0-16</inkml:trace>
  <inkml:trace contextRef="#ctx0" brushRef="#br0" timeOffset="113014.842">7785 11991 0,'-81'-40'32,"162"80"-32,-242-80 15,121 40-15,40 40 16,-40 0-16,40 0 16,0 0-16,-40 0 0,40 0 0,0 1 15,0-1-15,-40 0 16,40 0-16,0 0 0,-41-40 0,41 40 15,0 0-15,-40-40 16</inkml:trace>
  <inkml:trace contextRef="#ctx0" brushRef="#br0" timeOffset="113394.8932">7704 11991 0,'-40'0'0,"40"40"32,40 0-32,41-40 15,-81 40-15,40-40 0,0 40 0,0-40 16,0 40 0,0-40-16,-40 41 0,40-41 0,-40 40 15,40-40-15,1 0 31,-41-40-15,40 40-16,-40-81 16,40 81-16,-40-40 0,0 0 15,40 40-15,-40-40 0,0 0 16,40 0-16,-40 0 0,0 0 0,40-1 16,-40 1-1,0 80 48</inkml:trace>
  <inkml:trace contextRef="#ctx0" brushRef="#br0" timeOffset="114634.8206">11035 10026 0,'40'0'31,"-40"-40"16,-40 40-16,0 0-31,0 0 0,-1 0 0,1 0 16,0-40-16,0 40 0,0 0 15,-40 0-15,39 0 0,-39 0 0,40 0 0,-40 0 16,40 0-16,0 0 15,-41 40-15,41-40 0,-40 40 0,40-40 0,0 40 16,0-40-16,-41 40 0,41 0 0,0-40 0,0 40 16,0 0-16,0 0 15,0 0-15,40 1 0,-41-41 16,41 40-16,0 0 16,0 0-16,41-40 0,39 40 15,-40-40-15,0 0 16,40 0-16,-40 40 0,41-40 0,-41 0 0,40 0 15,0 0-15,-40 0 16,41 40-16,-41-40 0,40 0 0,-40 0 0,0 0 16,0 0-16,1 0 0,-41 40 0,40-40 15,-40 40 1,-81-40-16,41 41 0,0-41 16,0 40-16,0-40 15,0 40-15,0-40 0,0 40 0,-1 0 0,1 0 16,0-40-16,0 40 15,0-40-15,40 40 0,-40 0 0,0 0 16,0-40-16,40 41 0,-41-41 0,41 40 16,-40 0-1,40 0 1,81-40-16,-41 0 16,0 0-16,0 0 0,0 0 0,0 0 0,0 0 15,0 0-15,1 0 16,39 0-16,-40 0 0,40 0 0,-40 0 0,41 0 15,-41 0-15,0 0 0,40 0 16,-40 0-16,0-40 0,1 40 0,-1 0 16,0 0-16,-40-40 0,40 40 0,-80 0 47,0 0-32,0 0-15,-1 0 16,1 40-1,0-40 1</inkml:trace>
  <inkml:trace contextRef="#ctx0" brushRef="#br0" timeOffset="115314.7087">9590 11830 0,'-40'0'16,"40"-40"15,40 40-15,-40 40-16,40 1 15,-40-1 1,40-40-16,-40 40 0,0 0 16,0 0-16,0 0 15,0 0-15,-40 0 0,40 0 31,0-80-15,40 0-16,1 0 16,-41 0-16,40 0 0,0 40 15,-40-40-15,40 40 0,-40-40 0,40 40 0,0 0 16,0 0 0,0 0-1,-40 40-15,0 0 16,0 0-16,0 0 15,0 0-15,-40-40 16,40 40-16,0 0 0,0 1 0,-40-41 16,40 40-16,40-40 31,0 0-31</inkml:trace>
  <inkml:trace contextRef="#ctx0" brushRef="#br0" timeOffset="115524.772">10473 12031 0,'-40'0'16,"80"0"-1,40 0 1,-40 0 0,0 0-16,1 0 0,-1 0 0,0 0 0,0 0 15,0 0 1,0 0-16,0 0 0,1 0 15,-1-40 1</inkml:trace>
  <inkml:trace contextRef="#ctx0" brushRef="#br0" timeOffset="115754.7579">10433 12472 0,'0'0'0,"40"0"16,120-40-1,-119 0-15,119 40 32,-120 0-32,0 0 0,41 0 15,-41 0 1,0 0-16</inkml:trace>
  <inkml:trace contextRef="#ctx0" brushRef="#br0" timeOffset="116014.6685">11396 12071 0,'0'0'0,"40"0"31,-40 80-15,0-40-1,0 1-15,-40-1 16,0 0-16,0-40 0,-41 40 16,41-40-1,0-40 1,40 0-16,0 0 16,0-1-16,0 1 0,80 0 15,-80 0 1,41 40-16,-1 0 15,-40-40 1,40 40-16</inkml:trace>
  <inkml:trace contextRef="#ctx0" brushRef="#br0" timeOffset="118374.9179">9670 9224 0,'0'-40'0,"0"-1"32,0 82-1,0 39-15,-40-40-16,40 0 0,0 40 0,0-40 15,0 0-15,0 0 16,-40 1-16,40-1 0,0 0 0,-40 0 15,40 0-15,0 0 16,-40-40-16,40-40 16,0-40-1,0 40 1,0 0-16,0-1 0,0 1 16,40 0-16,-40 0 0,0 0 15,0 0-15,40 0 0,-40 0 0,0 0 16,40 40-1,-40-40-15,40 40 32,-40 80-32,41-40 15,-41 0-15,40 0 0,-40 0 0,40-40 16,-40 40-16,40 0 16,0 0-16,-40 1 0,40-41 15,-40 40-15,40-40 16,0-40-1,-40-1 1,41 1-16,-41 0 0,40 0 16,-40 0-16,0 0 0,0 0 0,40 0 15,-40 0-15,0 0 16,0-1-16,0 1 0,0 80 62,0 1-62,40-41 0</inkml:trace>
  <inkml:trace contextRef="#ctx0" brushRef="#br0" timeOffset="118594.9034">10513 9424 0,'-80'0'15,"80"-40"-15,40 40 16,40-40 0,-40 40-16,0 0 15,1 0-15,119-40 16,-80 40 0,1-40-16</inkml:trace>
  <inkml:trace contextRef="#ctx0" brushRef="#br0" timeOffset="118794.8919">11235 9023 0,'0'0'15,"-40"0"17,40 40-32,-40 81 31,0-81-31,40 0 0,-80 120 31,80-120-31,-40-40 0,0 121 16,40-81-16</inkml:trace>
  <inkml:trace contextRef="#ctx0" brushRef="#br0" timeOffset="120714.726">11958 10788 0,'0'0'0,"0"-40"62,0 0 110,40 40-94,-40-41-62,40 41-16,0 0 0,0 0 0,0 0 15,0 0 1,1 41-16,-41-1 16,40-40-16,-40 40 15,0 0-15,0 0 0,0 0 0,0 0 16,0 0-16,-81-40 0,81 40 15,-40 0-15,40 1 0,-40-41 0,40 40 0,-40 0 16,0 0-16,0-40 16,40-40 15,80 40-31,-80-40 0,0 0 16,80-1-16,-40 1 0,1 0 0,-1 40 15,-40-40-15,40 0 16,0 40-16,0-40 0,0 0 0,0 40 0,0-40 15,-40 0-15,41 40 0,-1-40 16,0 40-16,0 0 0,-40-41 0,40 41 0,0 0 16,-40-40 15,-40 40-31,0 0 16,0 0-16,0 0 15,0 40-15,-1 1 0,1-41 0,40 40 16,-40 0-16,40 0 15,-40 0-15,40 0 0,0 0 0,0 0 16,0 0-16,0 0 0,0 1 0,40-1 16,0 0-1,41-40-15,-41 0 0,-40 40 0,40-40 16,0 0-16,0 0 16,0 0-16,0 0 0,0 0 0,1 0 15</inkml:trace>
  <inkml:trace contextRef="#ctx0" brushRef="#br0" timeOffset="120964.696">13402 10627 0,'-40'0'16,"0"0"-16,-40 0 15,-41 40 16,1 121-15,80-81-16,40-40 0,0 121 31,0-121-31,80 0 0,-40 40 16,0-80-16,81 80 16,-81-80-16,0 0 0,0 0 15</inkml:trace>
  <inkml:trace contextRef="#ctx0" brushRef="#br0" timeOffset="121404.7401">13723 10828 0,'0'-40'16,"0"80"-16,0-40 31,40 0-15,-40 40-16,0 40 15,40-40-15,-40 0 16,0 0-16,0 1 0,0-1 31,0-121 1,41 81-32,-1 0 0,-40-40 15,40 0-15,-40 0 16,40 40-16,0-40 0,0 0 0,0 40 15,0 0 1,-40-40-16,41 40 16,-41 80-16,40-80 15,-40 40-15,0 0 16,0 0-16,0 0 0,0 1 0,0-1 16,0 0-16,0 0 15,0 0-15,0 0 0,0 0 16,0 0-16,0 0 15,40-80 17</inkml:trace>
  <inkml:trace contextRef="#ctx0" brushRef="#br0" timeOffset="121674.7258">14807 10708 0,'0'0'0,"40"0"31,0 0-31,40 40 16,-80 0-16,40 0 0,-40 80 15,0-40-15,40 121 31,-120-121-31,80-40 0,-40 0 0,-40 81 16,40-81-16,-121 120 16,121-160-16,0 40 0,-81 0 15,121 0-15</inkml:trace>
  <inkml:trace contextRef="#ctx0" brushRef="#br0" timeOffset="136984.3405">1404 13435 0,'-40'0'0,"0"0"16,0 0-16,0 0 31,40 40-31,0 0 0,-40 0 16,40 0-16,0 0 0,-40 0 15,40 41-15,-40-41 0,40 0 0,0 0 0,-41 0 16,41 0-1,-40 0-15,40 0 0,0 0 16,0 0-16,-40-40 31,40-40 1,0 0-32,0 0 0,0 0 0,0 0 15,0 0-15,80-40 0,-80 40 16,41-41-16,-41 41 0,40-40 0,0 40 0,0-40 15,0 40-15,-40-41 0,40 41 16,0 0-16,0 0 0,-40 0 0,41 0 0,-1 0 16,-40 0-1,40 40-15,-40-40 0,40 40 0,-40-41 0,40 41 16,0 0-16,0 0 16,-40 41-1,40-1-15,-40 0 0,41 0 16,-41 0-16,0 40 0,0-40 15,0 0-15,0 0 0,0 1 0,0 39 0,0-40 16,0 0-16,0 0 0,0 0 0,0 0 0,0 0 16,0 1-16,0-1 15,0 0-15,0 0 0,0 0 0,0 0 16,0 0-16,0 0 0,0 0 16,0 0-16</inkml:trace>
  <inkml:trace contextRef="#ctx0" brushRef="#br0" timeOffset="137244.3966">1164 13876 0,'0'0'16,"0"-40"-16,40 0 15,40 0-15,-40 40 16,161-81 0,-41 81 15,-120 0-31,41 0 0</inkml:trace>
  <inkml:trace contextRef="#ctx0" brushRef="#br0" timeOffset="137644.299">2849 13074 0,'0'0'15,"-80"-40"1,-1 40-1,1 40 1,-80 200 0,120-119-16,-41 119 31,162-39-15,-41-121-1,80 0 1,41 0-1,-81-80 1</inkml:trace>
  <inkml:trace contextRef="#ctx0" brushRef="#br0" timeOffset="137874.3051">3210 13395 0,'0'0'15,"-40"-41"1,40 82 0,0 119 15,0-40-31,0 1 16,-80 119-1,40-200 1,-1 121-1</inkml:trace>
  <inkml:trace contextRef="#ctx0" brushRef="#br0" timeOffset="138264.268">3732 13354 0,'-40'0'16,"0"0"-16,-1 0 0,1 0 16,-120 121 15,-1 39-15,81-80-1,40 1 1,0-81-16,80 0 62,0 0-62,0 0 0,0 40 0,0-40 16,0 40-16,1-40 16,-1 40-16,0-40 0,0 40 0,0-40 15,0 0-15,0 40 0,1-40 16,-1 40-16,0-40 15,-40 40-15,40-40 16,0 40-16</inkml:trace>
  <inkml:trace contextRef="#ctx0" brushRef="#br0" timeOffset="138574.319">4213 13074 0,'40'0'0,"-80"0"0,121 40 31,-81 0-31,0 0 0,0 120 15,0 81 1,0-80 0,-41-81-16,-39 120 31,-80-79-31</inkml:trace>
  <inkml:trace contextRef="#ctx0" brushRef="#br0" timeOffset="139584.1926">6260 13635 0,'0'40'31,"-40"-40"-15,-1 0 93,82 0-31,-1 0-62,40 0 0,-40 40-16,0-40 0,40 0 0,-39 0 0,-1 0 15,40 0-15,-40 0 16,40 0-16,1 0 0,-41 0 0,40 0 0,0 0 15,-40 0-15,41 0 0,-41-40 0,0 40 0,40 0 16,-40 0-16,0 0 16,1 0-16,-1 0 0,0 0 0,0 0 0,0 0 15,-40 40 17,-40-40-32</inkml:trace>
  <inkml:trace contextRef="#ctx0" brushRef="#br0" timeOffset="139914.241">6741 14116 0,'-40'0'16,"80"0"-16,-200 41 15,160-1-15,-40-40 16,-1 40 0,122-40-1,-41 0-15,120 0 16,-120 40-16,41-40 0,39 0 31,81 0-15,-81-40-1,-80 40 1</inkml:trace>
  <inkml:trace contextRef="#ctx0" brushRef="#br0" timeOffset="140894.1845">8346 13515 0,'0'-40'0,"0"0"16,40 40-16,-40-40 15,41 40-15,-1-41 0,0 41 16,0 0-16,0 0 0,0-40 15,0 40-15,0 0 0,1 0 0,-1 40 16,0 1-16,0-1 16,-40 0-16,0 0 0,0 0 15,0 0-15,0 0 0,-40 0 0,40 0 16,-80 1-16,80-1 0,-41 0 16,1 0-16,0 0 0,0 0 0,0 0 0,0-40 15,40 40-15,-40-40 16,0 40-16,80-40 31,40-40-15,-40 40-16,0 0 0,0 0 0,0-40 15,1 40-15,39 0 0,-40 0 16,0 0-16,0 0 0,40 0 0,-39 0 16,-1 0-16,0 0 0,0 0 15,0 0-15,0 0 0,0 0 0,0 0 0,1 0 16,-1 0-1,-80 40 1</inkml:trace>
  <inkml:trace contextRef="#ctx0" brushRef="#br0" timeOffset="141224.0931">8106 14518 0,'0'0'0,"-41"0"16,1 40 0,80-40-1,41 0 1,240 0-1,40 0 1,-80 0 15,-161 0-31,81 0 32,-41-40-17</inkml:trace>
  <inkml:trace contextRef="#ctx0" brushRef="#br0" timeOffset="141948.372">8306 14959 0,'-40'0'0,"80"0"0,-120 0 16,40 0-16,0 0 16,40 40-1,-40 0-15,-1 120 32,41-79-32,0 79 31,0-80-16,0-120 17,0 0-32,41 0 15,-1-161 1,0 161 0,0-40-1,0 120 16,-40 0-15,80 0 0,-80 0-16,121 41 15,-81-41-15,80 0 32,41 0-17,-81-40 1,40 0-1,-80-40 1,-40 0 0,0-40-1,0-1 17,0 41-32,0 0 15,0 0 1,41 40-1,-1 0 32,-40 40-31</inkml:trace>
  <inkml:trace contextRef="#ctx0" brushRef="#br0" timeOffset="143648.2785">11476 13876 0,'40'-40'16,"-40"80"47,-40-40-17,0 0 48,0 0-78,0 0-1,0 0 1,0 0 0,-1 0-16,1 0 0,0 0 0,40 40 15,-40-40-15,0 0 0,0 0 16,40 40-16,-40-40 0,0 0 0,-1 0 16,1 0-1,0 40-15,0-40 16,0 0-16,40 40 15,-40-40-15,0 0 16,-1 40 0,82-40 31,-1 0-32,0 0 1,0 40-16,0-40 0,0 41 0,0-41 0,1 40 15,-1-40-15,0 0 0,0 40 0,0-40 0,0 0 16,0 40-16,0-40 0,1 0 16,-1 40-16,0-40 0,0 0 0,0 0 15,0 40-15,0-40 16,-80 40 15,0-40-31,-40 40 16,40-40-16,0 0 0,-1 40 0,1-40 15,-40 41-15,40-41 16,0 0-16,0 40 0,0-40 0,-1 40 0,1-40 16,0 0-16,0 0 0,0 40 15,0-40-15,0 40 0,-1-40 0,1 0 16,40 40 0,40-40 46,1 40-46,-1-40-16,0 0 0,0 0 0,0 0 15,0 40-15,41-40 0,-41 40 16,0-40-16,0 0 0,0 0 0,40 0 0,-40 0 16,41 40-16,-41-40 15,0 0-15,0 0 0,40 0 0,-40 0 0,1 41 16,-1-41-16,0 0 0,40 0 0,-40 0 0,0 0 15,0 0-15,1 40 0,39-40 16,-40 0-16,0 0 0,0 0 16,0 0-16,-80 0 31,0 0-15,0 0-16,0 0 15,0 0 1,0 0-1,-1 0 1,1 0-16,0 0 16</inkml:trace>
  <inkml:trace contextRef="#ctx0" brushRef="#br0" timeOffset="144428.3016">10192 15440 0,'0'-40'31,"40"40"-15,-40-40-1,40 40 1,0 0-16,1 0 15,-1 0-15,-40 40 16,40-40-16,-40 40 16,40-40-16,-40 40 0,0 0 15,0 0 1,0 0-16,0 0 16,-40-40-16,40 41 15,0-82 1,0 1-1,40 40-15,-40-40 16,40 40-16,-40-80 0,40 80 0,0-40 0,0 40 16,-40-40-16,41 40 15,-1 0-15,0 0 0,-40-40 0,40 40 16,0 0 0,-40 40-16,0 0 15,40 0-15,-40 0 16,0 0-16,0 0 0,0 0 15,0 1-15,0-1 16,0 0-16,0 0 16,40-40 15</inkml:trace>
  <inkml:trace contextRef="#ctx0" brushRef="#br0" timeOffset="144648.215">11035 15600 0,'0'0'0,"0"-40"31,120 0-15,41 0 0,-81 40-1,80 0 1,-39 0-1</inkml:trace>
  <inkml:trace contextRef="#ctx0" brushRef="#br0" timeOffset="145148.1894">11155 15881 0,'-40'0'0,"80"0"0,-40 0 31,80-40-15,-39 40-16,79-40 15,-80 40-15,121-40 16,-81 40 0,40-40-16,1 0 31,-41 40-16,-80-41-15,-40 41 32,-81 41-17,81 39 1,0 0 0,80 0-1,0-80 1,161 0-1,-81-40 1,-120-40 15,-40-40-15,-40 39 0,0 41-1,40 40 1,-1 0-16,1 0 15</inkml:trace>
  <inkml:trace contextRef="#ctx0" brushRef="#br0" timeOffset="146148.1311">10794 13314 0,'-40'0'16,"40"40"31,0 1-32,0-1-15,0 0 16,0 0-16,0 0 0,0 0 15,0-80 48,40 0-47,-40 0-16,0 0 0,40 0 0,-40-1 15,0 1 1,40 40-16,-40-40 0,40 40 31,1 0-15,-41 40-16,40 0 15,0 1 1,-40-1-16,40 0 0,-40 0 0,40 0 16,-40 0-1,40 0-15,0 0 16,0-40-16,-40-40 31,41 40-31,-41-40 0,0 0 16,0 0-1,40 40-15,-40-40 0,0 0 0,0 0 16,0-1 0,0 1-16,40 40 0,-40-40 15,0 0 1,40 40-1,0 0 1,0 0 0</inkml:trace>
  <inkml:trace contextRef="#ctx0" brushRef="#br0" timeOffset="146378.1881">11677 13515 0,'-40'0'16,"40"-40"-16,0 0 15,40 0-15,0 40 16,40 0 0,41-41-1,39 1 1,-80 0-1</inkml:trace>
  <inkml:trace contextRef="#ctx0" brushRef="#br0" timeOffset="146578.1762">12198 13114 0,'0'0'31,"0"-40"-31,-80 40 16,80 40-1,0 0 1,0 0-16,0 0 0,0 0 0,0 0 16,0 0-16,0 1 15,0-1-15,0 0 0,-40 0 0,40 0 0,-40 0 16,40 0 0,0 0-16,-40 0 0,40 1 0,-40-41 0</inkml:trace>
  <inkml:trace contextRef="#ctx0" brushRef="#br0" timeOffset="149028.2675">13121 13956 0,'-40'0'15,"0"0"-15,0 0 32,80 0-1,0 0-31,0 0 15,0 0-15,1 0 0,-41 40 0,40-40 0,-40 40 16,40-40-16,-40 40 0,0 0 16,0 1-16,0-1 0,-40 0 15,40 0 1,-40-40-16,40 40 0,-41-40 0,1 40 16,0-40-16,0 0 15,0 0 1,80-40 15,0 0-31,0 40 0,0-40 0,1 40 16,-1-40-16,0 0 15,0 40-15,0-41 0,0 41 0,40 0 0,-39-40 16,-1 0-16,0 40 16,0-40-16,0 40 0,0-40 15,-80 40 32,0 40-31,0 0-16,0-40 15,0 40-15,40 0 0,-41-40 16,41 41-16,-40-1 0,40 0 0,-40-40 16,40 40-16,0 0 15,0 0-15,0 0 0,0 0 16,40 0-16,0-40 15,1 0 1,-1 0-16,0 0 0,0 0 0,0 0 16</inkml:trace>
  <inkml:trace contextRef="#ctx0" brushRef="#br0" timeOffset="149298.2526">14325 13996 0,'-40'0'16,"80"0"-16,-200 0 16,119 0-16,-39 80 31,40-40-31,0 121 31,40-121-31,40 120 16,40-79 15,41-41-15</inkml:trace>
  <inkml:trace contextRef="#ctx0" brushRef="#br0" timeOffset="149668.2332">14566 14197 0,'0'0'0,"40"0"16,0-40 0,0 80-1,-40 0 1,0 40 15,0-40-31,0 0 0,-40-40 16,120-40 15,-39 40-31,-1-80 16,0 80-16,0-40 0,0 40 15,0 0-15,-40-40 0,40 40 0,0 0 16,-40 40 0,41-40-16,-41 40 0,0 0 15,0 0 1,0 0-16,0 0 0,-41 0 15,1 1-15,0-1 16</inkml:trace>
  <inkml:trace contextRef="#ctx0" brushRef="#br0" timeOffset="149968.2129">15368 13996 0,'41'0'16,"-82"0"-16,162 0 16,-81 0-1,-40 40-15,40-40 16,-40 40-16,0 0 0,40 1 15,-40-1-15,0 0 0,0 0 0,0 0 0,0 0 16,0 0-16,-40 0 16,40 0-16,-40 1 0,0-1 0,40 0 15,-40-40-15,0 40 16,-1 0-16,1 0 0,0-40 31</inkml:trace>
  <inkml:trace contextRef="#ctx0" brushRef="#br0" timeOffset="150358.2652">16331 14076 0,'-40'0'16,"80"0"-16,-120 0 0,40 0 15,0 0 1,0 81-1,0-41 1,0 40-16,40 120 31,80-79-15,-40-81 0,80 40-1,41-80 1</inkml:trace>
  <inkml:trace contextRef="#ctx0" brushRef="#br0" timeOffset="150698.173">16773 14277 0,'40'0'0,"-40"40"16,40 80 15,-40-80-31,-40 81 31,-40-81-15,-81-40 0,121-40-1,0-81 1,80-39-1,0 120 1,81 0 0,-1 40 15,-80 0-31,-40 40 0</inkml:trace>
  <inkml:trace contextRef="#ctx0" brushRef="#br0" timeOffset="151028.2347">17615 14357 0,'-40'-80'16,"80"160"-16,-120-160 15,40 80-15,0 0 0,0 0 16,-40 120-1,80 41 17,80-41-17,0 40 1,-120-39 15,0-81-31,-121 0 16,41-120 15,120 40-31,0-1 0</inkml:trace>
  <inkml:trace contextRef="#ctx0" brushRef="#br0" timeOffset="151818.2003">18217 14036 0,'0'-40'31,"-40"40"-31,0 0 15,0 0 17,40 40-32,-40 0 15,40 0-15,0 1 0,-40-41 16,40 40-16,0 0 0,0 0 0,-40 0 0,40 0 16,0 0-16,0 0 15,-41 0-15,41 41 0,0-41 0,0 0 0,0 0 0,0 0 16,-40 0-16,40 0 15,0 40-15,0-39 0,0-1 0,0 40 0,40-40 16,-40 0-16,41 0 0,-41 0 0,40 0 0,-40 1 16,40-1-16,0-40 0,0 40 15,0 0-15,0-40 0,1 0 16,-1 0-16,0 0 16</inkml:trace>
  <inkml:trace contextRef="#ctx0" brushRef="#br0" timeOffset="152098.1112">18779 14397 0,'0'0'15,"-40"0"1,40 80-16,-40 41 31,0 79-15,0-120-1,40 81 1,-40-81 0</inkml:trace>
  <inkml:trace contextRef="#ctx0" brushRef="#br0" timeOffset="152438.1636">19221 14437 0,'-41'40'16,"-39"1"-1,-40 39 1,80-80-16,-41 40 31,81 0-31,-40-40 0,0 0 16,0 0-1,0 0 1,80 0 0,0 0-1,81 0 1,39 120-1,41-40 17,-121-39-17,-80-1-15</inkml:trace>
  <inkml:trace contextRef="#ctx0" brushRef="#br0" timeOffset="152858.1404">19822 14237 0,'41'0'16,"-1"0"-1,0 0 1,-40 40-16,40-40 15,-40 80 1,-80 40 0,-41-79 15,121-1-15,0-80-1,40 40 16,-40 40-15,41-40-16,-41 40 31,40 0-31,-40 0 16,0 0-16,40 0 16,0-40-1,0 0 1,0 0-16</inkml:trace>
  <inkml:trace contextRef="#ctx0" brushRef="#br0" timeOffset="153308.0403">20384 14357 0,'0'40'47,"-40"-40"-47,40 40 0,0 0 0,0 1 16,0-1-1,0 0-15,-40 0 0,40 0 16,-40 0 0,40 0-16,-40-40 31,40-40-31,0 0 15,40 40-15,-40-40 0,40 0 0,-40 0 0,40 0 16,-40-1-16,40 1 16,0 0-16,-40 0 0,40 0 0,-40 0 0,41 40 15,-41-40-15,40 40 16,-40 40 0,0 0-1,0 0-15,0 0 0,0 0 16,0 0-16,40 1 0,-40-1 0,0 0 15,0 0-15,0 0 0,0 0 16,0 0-16,0 0 0,-40 0 16,0-40-1,40 40-15,-41-40 16</inkml:trace>
  <inkml:trace contextRef="#ctx0" brushRef="#br0" timeOffset="153498.0293">20384 14357 0,'-40'-40'0,"80"80"0,-80-120 32,40 40-32,80 40 15,81 0 1,-1 0 15,-120 0-31,41 40 16,-41-40-16,-40 40 0,40 0 0</inkml:trace>
  <inkml:trace contextRef="#ctx0" brushRef="#br0" timeOffset="153798.0129">19903 15320 0,'-81'40'31,"162"-80"-31,-121 80 16,120-80-1,120 40 1,1 40 15,-121-40-31,-40 0 16,1 40-16</inkml:trace>
  <inkml:trace contextRef="#ctx0" brushRef="#br0" timeOffset="154347.9802">20023 15681 0,'0'0'16,"-40"0"-16,0 40 0,0-40 31,40 40-31,-40 40 31,40-40-15,-41 0-1,41-80 17,0 0-17,81-120 1,39 39 0,-40 81 15,-40 120-16,-40-40 1,0 1 0,0-1-16,41-40 0,-41 40 0,0 0 0,0 0 15,40-40-15,-40 40 16,40 0-16,0-40 16,0 0-1,0 0-15,0-40 16,0 0-16,-40 0 0,41 40 15,-41-40-15,0 0 0,40 40 16,-40-40-16,0-1 0,0 1 16,0 0-1</inkml:trace>
  <inkml:trace contextRef="#ctx0" brushRef="#br0" timeOffset="154878.0235">20946 15159 0,'0'0'0,"0"-40"31,80 40-15,-40 0 0,0 40-16,-40 40 15,0-39-15,0-1 16,0 0-1,-40 40 1,40-40 0,0-80 15,121-80-15,-1 39-1,-40 41 1,-80 80 15,0 41-15,0-1-1,0 80 1,0-120 0,0 41-1,0-41 1</inkml:trace>
  <inkml:trace contextRef="#ctx0" brushRef="#br0" timeOffset="155297.9246">22070 14317 0,'0'-40'16,"0"80"-16,40-120 0,0 40 15,0 40 1,0 0 0,40 160 15,-80 81-15,0 80-1,-120 40 1,-41-81 15,-39-79-15,160-161-16,-81 0 15</inkml:trace>
  <inkml:trace contextRef="#ctx0" brushRef="#br0" timeOffset="156798.0298">22992 14919 0,'0'-41'0,"0"1"0,0 0 0,0 0 16,0 0-1,41 40-15,-41-40 0,40 40 47,-40 40-47,0 0 16,0 0-1,0 0-15</inkml:trace>
  <inkml:trace contextRef="#ctx0" brushRef="#br0" timeOffset="156998.0251">22832 15640 0,'-40'41'16,"80"-82"-16,-120 122 15,40-81-15,40 40 16,0 0-16,-41 40 31,-39 0-15</inkml:trace>
  <inkml:trace contextRef="#ctx0" brushRef="#br0" timeOffset="157338.0771">23996 14919 0,'0'0'16,"0"-41"-16,-81 1 15,81 0-15,-40 40 16,-40 201 15,40 80-15,0-121-1,40-40 17</inkml:trace>
  <inkml:trace contextRef="#ctx0" brushRef="#br0" timeOffset="157678.0576">24317 14959 0,'0'0'0,"-121"40"16,1 40 15,-41 0-15,1 0-1,39-39 1,81-41 15,121-41-15,39 41 0,0 81 15,1 79-16,39-40 1,-39-39 0,-81-81-16</inkml:trace>
  <inkml:trace contextRef="#ctx0" brushRef="#br0" timeOffset="157878.0453">24718 15159 0,'40'-40'15,"-80"80"-15,80-120 0,0 40 16,0 40-16,0-40 16,81 0-1,119 40 1,-79 40-1</inkml:trace>
  <inkml:trace contextRef="#ctx0" brushRef="#br0" timeOffset="158078.0355">24638 15681 0,'-41'0'15,"122"0"1,-1-41-16,121 41 31,-1-40-15,-120 0 0</inkml:trace>
  <inkml:trace contextRef="#ctx0" brushRef="#br0" timeOffset="158318.0203">25761 15039 0,'0'0'0,"-40"0"16,0-40 0,0 40-1,40 40-15,-40 80 16,40 41-1,0-41 1,0 80 0,0-159-16,0 79 15,0-80-15</inkml:trace>
  <inkml:trace contextRef="#ctx0" brushRef="#br0" timeOffset="158498.0106">25801 15801 0,'-40'0'16,"80"0"-16,-120 40 15,40 0 1,0 0-16,-40 40 31,-1 1-15,81-41-16</inkml:trace>
  <inkml:trace contextRef="#ctx0" brushRef="#br0" timeOffset="158877.9904">26644 15239 0,'0'-40'16,"0"80"-16,40-80 0,40 0 16,-80 0-16,40 40 0,41 0 31,-41 120-15,-80 81-1,-121-1 1,41-119 15,80-1-15,160-40-1,0-40 1,-79 0 0,119 0-1,-80 0 1,-40 40-1</inkml:trace>
  <inkml:trace contextRef="#ctx0" brushRef="#br0" timeOffset="159057.9771">27487 16082 0,'-41'0'0,"82"0"15,-122 0-15,41 0 0,0 0 16,0 40-1,-40 0 1,40 0-16,-41 40 31,41 0-31</inkml:trace>
  <inkml:trace contextRef="#ctx0" brushRef="#br0" timeOffset="159417.9146">28088 15921 0,'0'0'0,"-40"0"16,40-40 15,0 0-15,40 40-16,1 0 0,-1 0 0,0 0 15</inkml:trace>
  <inkml:trace contextRef="#ctx0" brushRef="#br0" timeOffset="159597.897">28610 15841 0,'0'0'15,"0"-40"17,40 40-32,121 0 15</inkml:trace>
  <inkml:trace contextRef="#ctx0" brushRef="#br0" timeOffset="159747.8648">29052 15801 0,'-41'0'0,"82"0"0,-122 0 16,81-40-1,40 0 1,1 40-1</inkml:trace>
  <inkml:trace contextRef="#ctx0" brushRef="#br0" timeOffset="160317.9037">29533 15360 0,'0'0'0,"-40"0"32,-80 120-17,39 121 1,41-121 15,0-80-31,40-80 16,0 0-1,40 0 1,0-40-16,41-161 31,-1 81-15,-40 119 0,-40 162-1,0-81-15,40 160 31,0 1-15,40-121 0,1-80 15,-1-80-15,-40-121-1,80-39 1,-39 39 15,-41 121-15,-40 160-1,0-40 1</inkml:trace>
  <inkml:trace contextRef="#ctx0" brushRef="#br0" timeOffset="160597.816">29011 16362 0,'-40'0'15,"80"0"-15,-120 0 0,0 0 16,80-40-16,80 40 15,0-40 1,41 40-16,240-40 31,-80 40-15,-81 0 0,-119 0-1</inkml:trace>
  <inkml:trace contextRef="#ctx0" brushRef="#br0" timeOffset="160957.8677">29132 16643 0,'40'0'16,"0"-40"-16,80 40 31,-39 120-15,-81 81-1,-121-121 1,41-40 0,-40 40-1,160-80 1,80 0-1,121-40 17,0 40-17,-121-40 1,-80 40-16</inkml:trace>
  <inkml:trace contextRef="#ctx0" brushRef="#br0" timeOffset="161177.8539">30616 16322 0,'-40'-40'16,"80"80"-16,-80-120 0,121 80 15,39-40 1,121 40 0,-81 0-1</inkml:trace>
  <inkml:trace contextRef="#ctx0" brushRef="#br0" timeOffset="161377.8432">31700 15600 0,'0'0'16,"-40"0"-1,0 161 17,-81 120-17,-39 79 1,39-159-1</inkml:trace>
  <inkml:trace contextRef="#ctx0" brushRef="#br0" timeOffset="163487.8306">1043 15640 0,'-40'0'31,"40"41"-15,0-1-1,0 0-15,0 0 0,-40 0 0,40 0 16,0 0-16,0 0 16,0 0-16,0 1 0,0-1 0,0 0 15,0 0-15,0 0 16,0 0-16,0 0 16,0-80 15,0 0-31,0-40 15,0 40 1,0 0-16,0-1 0,0-39 0,0 40 16,0 0-16,0-40 0,40 40 15,-40-41-15,40 41 0,-40-40 0,40 40 0,-40 0 16,41 0-16,-1 0 16,-40 0-16,40 40 0,0-40 0,0 40 0,-40-41 15,40 41-15,0 0 0,0 0 0,1 0 16,-1 0-16,0 41 15,-40-1-15,0 0 0,0 0 16,0 0 0,0 0-16,0 0 0,0 0 0,0 0 0,0 0 15,0 1-15,-40-41 16,40 40-16,-40-40 0,40 40 0,-41-40 0,1 0 16,40 40-1,-40-40-15,80 0 31,-40-40-15,40 40-16,1-40 0,-1 40 16,0 0-1,0 0 1,0 0-16,-40 40 16,40-40-16,-40 40 0,40-40 0,-40 40 0,0 0 15,40-40-15,-40 40 0,0 0 0,0 0 16,-40-40-1,40 41-15,-40-41 0,0 40 0,-40-40 16,40 0 0,0 40-16,-1-40 0,1 0 0,0 0 15,0 0-15,0 0 16,0 0-16,0 0 16,40-40-16,-40 40 15,40-40-15</inkml:trace>
  <inkml:trace contextRef="#ctx0" brushRef="#br0" timeOffset="163897.8193">2729 15400 0,'-41'-40'15,"82"80"-15,-122-80 0,41 40 16,0 0-16,0 0 15,0 0 1,-81 80 0,41 80-1,0 81 17,80-121-32,0-39 15,160 39 1,-39-80-1,39 0 1</inkml:trace>
  <inkml:trace contextRef="#ctx0" brushRef="#br0" timeOffset="164137.8669">3170 15520 0,'0'0'0,"-40"-40"31,40 80-15,0 0-1,0 81 1,-40 119 0,-41-79-1,41-121-15,0 40 31</inkml:trace>
  <inkml:trace contextRef="#ctx0" brushRef="#br0" timeOffset="164477.8449">3652 15560 0,'0'0'0,"-41"0"16,-39 40-1,40-40 1,-80 81 0,-41-1-1,41-40 17,39-40-17,122 40 16,-1-40-31,40 40 32,80 40-17,-79 1 1,-1-41 15,-40 0-31</inkml:trace>
  <inkml:trace contextRef="#ctx0" brushRef="#br0" timeOffset="164757.8295">4013 15600 0,'0'0'0,"0"-40"31,120 80-15,-40 121 0,-80-41 15,-120 81-15,-41-41-1,41-80 1</inkml:trace>
  <inkml:trace contextRef="#ctx0" brushRef="#br0" timeOffset="164997.76">4695 16001 0,'0'0'32,"0"-40"-32,120 0 15,-80 40-15,41 0 0,39-40 16,81 40 15,-81 0-15,-80 0-16</inkml:trace>
  <inkml:trace contextRef="#ctx0" brushRef="#br0" timeOffset="165197.7298">4695 16443 0,'0'0'0,"40"-41"31,0 41-31,-40-40 0,80 40 0,-40 0 16,1-40-16,-1 40 16,0 0-16,0 0 0,0 0 0,0 0 0,0 0 15,0 0-15,1 0 0,-1 0 16,0 0-16,40 0 0,-40 0 0,0 0 16,0 0-16</inkml:trace>
  <inkml:trace contextRef="#ctx0" brushRef="#br0" timeOffset="165717.7743">6019 15881 0,'-40'-80'31,"40"40"-31,0 0 0,40 40 16,201-40-1,-41 120 1,-160 80 15,-160 41-15,-40-81 0,79-40-1,121-80 16,81 0-15,120 0 0,-81 0 15,1 0-15,-81 0-1</inkml:trace>
  <inkml:trace contextRef="#ctx0" brushRef="#br0" timeOffset="165957.7587">5778 16924 0,'-80'0'15,"160"0"-15,-200 0 0,80-40 16,120 40-1,-40-40-15,241 40 32,80 0-17,-160 0 1,-121 0-16,121 0 16</inkml:trace>
  <inkml:trace contextRef="#ctx0" brushRef="#br0" timeOffset="166537.7267">5738 17445 0,'-80'40'0,"160"-80"0,-200 80 0,39 0 15,41-40-15,40 41 0,-40-1 31,40 40-15,0 0 0,-80 0 15,40-80-15,40-40-1,80-120 1,40-1 15,-39 81-15,-1 120-1,0 81 17,-40-1-32,0-80 15,41 40 1,-41-40-1,0-40-15,40-40 32,0-120-17,1-1 1,-41-39 15,0 120-15,0 80-1,0 0 1,0 40 0</inkml:trace>
  <inkml:trace contextRef="#ctx0" brushRef="#br0" timeOffset="167387.6984">8427 16322 0,'0'0'16,"40"0"0,-40-40 62,-40 0-31,-41 40-47,41 0 15,0 0-15,0 0 16,0 0-16,0 0 0,-41 0 0,41 0 0,0 40 16,0-40-16,0 0 0,0 0 15,0 0-15,0 40 0,-1-40 0,1 0 0,0 40 16,0-40-16,40 40 31,40-40-15,0 0-1,0 0-15,1 0 0,-1 41 0,0-41 16,0 0-16,0 0 16,0 0-16,0 40 0,0-40 0,1 0 15,-41 40-15,40-40 0,-40 40 16,-40-40-1,40 40-15,-41-40 0,-39 40 16,40-40-16,0 40 16,0 0-16,0-40 0,0 40 0,-1 1 0,1-41 15,0 40-15,0 0 0,0-40 16,0 40-16,40 0 0,-40-40 0,40 40 16,-40-40-16,40 40 15,40-40 1,0 0-16,40 0 15,-40 0-15,0 0 16,0 0-16,41 0 0,-41 0 0,0 0 0,40 0 16,-40 0-16,41 0 15,-41 0-15,40 0 0,-40 0 0,40 0 0,-40 0 16,1 0-16,-1 0 0,0 0 16,0 0-16,0 0 0,0 0 0,0 0 15,-80 0 16,0 0-31,-40 0 16</inkml:trace>
  <inkml:trace contextRef="#ctx0" brushRef="#br0" timeOffset="167907.6999">6982 17525 0,'-40'0'16,"0"0"-16,40-40 0,80 40 31,-40 0-31,-40 40 16,0 1-1,40-1 1,-120 80 0,0 0 15,40-120-15,120-80-1,40-40 1,81-1 15,-161 121-15,0 41-1,-40-1 1,40 0 0,-40 80-1,0 0 1,0-80-1,0 1 17,40-41-32</inkml:trace>
  <inkml:trace contextRef="#ctx0" brushRef="#br0" timeOffset="168097.636">7664 17766 0,'0'-40'31,"0"80"-31,40-80 16,0 0-16,1 40 31,119-40-15,-40 40 0,-79 0-16</inkml:trace>
  <inkml:trace contextRef="#ctx0" brushRef="#br0" timeOffset="168297.6049">7624 17886 0,'0'0'0,"40"0"31,0 0-31,41 0 16,39 0 15,0 0-15,-80 0-16</inkml:trace>
  <inkml:trace contextRef="#ctx0" brushRef="#br0" timeOffset="168627.5866">8547 17646 0,'-120'0'31,"79"0"1,41 40-32,-40-40 0,0 40 31,40 0-31,-40 0 0,40 0 16,80 0-1,-40-40-15,1 0 16,-1 0-16,0 0 0,0 0 0,0 0 0,0 0 15,-40-40-15,40 40 16,0 0-16,1-40 0,-1 40 0,-40-40 16,40 40-16,-40-40 15,0 0-15,0 0 16,-80 40-16,39 0 16,1-40-16,0 40 0,0 0 0,0 0 15,0 0-15,0 0 16</inkml:trace>
  <inkml:trace contextRef="#ctx0" brushRef="#br0" timeOffset="169717.5928">7744 15961 0,'-40'0'78,"40"40"-78,0 1 16,0-1-1,-40-40-15,40 40 0,0 0 16,0 0-16,-40 0 16,40-80 30,0 0-46,0 0 0,0 0 16,0 0-16,40 40 16,-40-41-16,0 1 0,40 40 15,0 0 32,1 40-31,-1 1-16,0-41 31,-40 40-31,40-40 0,0 0 47,-40-40-31,0-1-16,40 41 0,-40-40 15,0 0-15,0 0 0,40 40 16,-40-40-16,40 80 109</inkml:trace>
  <inkml:trace contextRef="#ctx0" brushRef="#br0" timeOffset="169927.5807">8266 15961 0,'-40'0'15,"80"0"16,40 0-15,-40 0-16,1 0 16,-1 0-16,-40-40 0,40 40 0,0 0 0,0 0 15,0 0 1,0 0-16</inkml:trace>
  <inkml:trace contextRef="#ctx0" brushRef="#br0" timeOffset="170137.5166">8748 15841 0,'0'40'94,"0"0"-94,0 0 15,0 0-15,0 1 16,0-1-1,0 0-15</inkml:trace>
  <inkml:trace contextRef="#ctx0" brushRef="#br0" timeOffset="171387.4955">9550 16844 0,'0'-40'0,"-40"40"0,40-41 16,40 41 0,0 0-1,0 0 1,-40 41-16,40-41 0,-40 80 0,41-80 16,-41 40-16,40-40 0,-40 40 15,0 0-15,0 0 0,0 0 0,0 0 16,-40-40-16,40 40 0,-41-40 0,41 41 0,-40-41 15,0 40 1,0-40-16,40-40 31,80-1-31,-40 1 0,1 0 16,-1 0-16,0 40 16,0-40-16,40 0 0,-40 40 0,0-40 0,1 40 15,-1-40-15,0 40 0,-40-40 16,-40 40 31,0 0-47,-1 0 15,41 40 1,-40-40-16,0 0 0,40 40 16,0 0-1,-40-40 1,40 40-16,0 0 31,0 0 0,0 0-15,0 0 0,0 1-16,0-1 15,40-40-15,-40 40 0,40-40 0,0 0 0,1 40 16,-1-40-1,0 0-15,0 0 0,0 0 0,0 0 16,0 0-16</inkml:trace>
  <inkml:trace contextRef="#ctx0" brushRef="#br0" timeOffset="171677.4793">10674 16844 0,'0'0'0,"0"-40"0,-41 40 15,1 0-15,0 0 16,0 80 0,-40 80-1,40 1 16,160-81-15,81-40 0,-121-40-1</inkml:trace>
  <inkml:trace contextRef="#ctx0" brushRef="#br0" timeOffset="172033.1641">11115 16964 0,'0'0'16,"-40"0"-16,40 40 16,0 0-1,-40 80 1,40-79 0,0-1-16,0 0 15,0 0 1,40-40-1,80-120 1,81-1 15,-161 121-31,0-40 0,0 40 32,0 40-32,-40 40 15,0-39-15,-40-1 16,40 0-16,-40 40 15,0 0 1,80-80 0</inkml:trace>
  <inkml:trace contextRef="#ctx0" brushRef="#br0" timeOffset="172253.078">11797 16964 0,'0'0'16,"40"0"-16,0 40 31,-40 40-31,0-40 16,0 0-16,0 1 0,0-1 16,0 0-16,0 0 0,0 0 0,-40 0 0,40 0 15,-40 0 1,0 0-16,40 1 0,-40-41 15,0 0-15,40 40 0</inkml:trace>
  <inkml:trace contextRef="#ctx0" brushRef="#br0" timeOffset="182442.7833">12881 17084 0,'40'0'47,"-40"40"249,0-80 48,0 0-31,40 40 124,-40 40 32,40-40-219,-40 40 359,-40-40-577,40-40 1077,40 40 313,-40 40-63,0-80-734,40 40-594,-40-40 1079,0 0-501,-40 40-546,0 0-48,0 0 1,0 0 0,-1 0-1,1 0-15,0 0 16,40 40 15,-40-40-31,40 40 31,-40 0-31,40 0 16,0 1 0,40-1-1,0-40 1,0 0-1,0 0-15,1 0 0,-1 40 16,0-40 0,-40 40-16,0 0 31,0 0-31,-40-40 0,40 40 16,-81-40-16,41 40 15,0-40-15,0 40 16,0-40-16,0 0 0,0 0 15,0 0 1,-1 0-16,41-40 31,41 40 1</inkml:trace>
  <inkml:trace contextRef="#ctx0" brushRef="#br0" timeOffset="182782.7639">13482 17124 0,'-40'0'47,"40"40"-47,-40-40 0,40 41 16,-40-1-16,40 0 0,0 0 0,-40 0 15,40 0-15,-40-40 0,40 40 0,0 0 16,0 0-1,0 1-15,0-1 32,40-40-32</inkml:trace>
  <inkml:trace contextRef="#ctx0" brushRef="#br0" timeOffset="183032.6762">13683 16964 0,'-40'-80'15,"40"40"-15,-40 0 16,0-1-1,80 41 17</inkml:trace>
  <inkml:trace contextRef="#ctx0" brushRef="#br0" timeOffset="183452.7242">13964 17084 0,'0'40'15,"-40"-40"1,40 40 0,0 1-16,-40-1 0,40 0 15,-40-40-15,40 40 0,0 0 16,0 0-1,40-80 32,0 0-31,0 40-16,0 0 0,0-40 0,-40 0 16,40 40-16,0-40 0,1 40 15,-1-41-15,0 41 16,-40 81-16,0-41 15,0 0 1,0 0-16,0 0 0,0 0 16,0 0-16,0 0 0,0 1 15,0-1-15,0 0 16,0 0 0</inkml:trace>
  <inkml:trace contextRef="#ctx0" brushRef="#br0" timeOffset="190162.4985">15850 16282 0,'-40'0'219,"0"0"-204,0 0 1,40 40 93,0-80 32,0 80-110,-41-40-15,1 0-1,0 0 17,0 0-32,40 40 15,-40-40-15,40 40 0,-40 1 0,40-1 0,-40-40 16,40 40-16,-40 0 15,-1 0-15,41 0 0,0 0 0,-40 0 16,40 0-16,0 1 0,0-1 16,0 0-16,-40 0 0,40 40 0,0-40 0,0 0 15,0 0-15,0 0 16,0 1-16,0-1 0,0 0 0,0 0 0,0 0 16,0 0-16,0 0 15,0 0-15,0 0 0,0 1 0,0-1 16,0 0-16,0 0 15,0 0 1,0 0 0,40-40-16,-40 40 15,0 0-15,40-40 32,-40 40-17,41-40 32,-41 40-47,40-80 109,0 0-93,-40 0-16,40 40 31,-40-40-31</inkml:trace>
  <inkml:trace contextRef="#ctx0" brushRef="#br0" timeOffset="190852.4581">16131 16964 0,'40'0'0,"-80"0"110,40 40-16,0 0-79,0 0-15,0 0 16,0 0-1,0 1-15,0-1 0,0 0 0,0 0 16,0 0-16,0 0 0,0 0 16,0 0-16,0 0 0,0 1 0,0-1 0,0 0 15,0 0 1,0 0-16</inkml:trace>
  <inkml:trace contextRef="#ctx0" brushRef="#br0" timeOffset="191442.4981">16693 17164 0,'0'0'15,"40"0"-15,-80 0 32,40 41-17,-41-41 1,-39 40 15,80 0-31,-80-40 16,40 0-16,0 0 0,-41 40 15,-39 0 1,80-40 15,0 0-15,80 0 46,0 0-46,0 0 0,0 40 15,0-40-31,-40 40 16,41 0-16,-1 0 15,0 1-15,0-1 0,-40 0 16,40-40-16,0 40 0,0-40 15,-40 40 1,40-40-16,-40 40 0,41-40 16</inkml:trace>
  <inkml:trace contextRef="#ctx0" brushRef="#br0" timeOffset="193292.4032">17294 16884 0,'41'0'15,"-1"-40"-15,-40 0 16,40-1-16,0 1 15,0 40-15,0 0 16,0 0 0,-40 40-16,0 1 0,40-41 0,-40 80 15,0-40-15,0 0 0,-40 0 16,40 0-16,-40 0 0,40 0 0,-80 0 0,80 1 16,-40-1-16,0 0 15,40 0-15,-40-40 0,-1 40 0,1-40 16,0 0-16,40-40 31,0 0-15,40 40-16,-40-40 15,40 0-15,1 40 16,-41 40 0,0 0-16,0 0 0,0 0 0,40 0 15,-40 0-15,0 0 0,0 0 0,0 1 16,0-1-16,0 0 15,0 0-15,0 0 16,40-40 0,0 0-16</inkml:trace>
  <inkml:trace contextRef="#ctx0" brushRef="#br0" timeOffset="193712.3801">17936 17164 0,'0'0'16,"0"41"-16,-80-41 16,40 120-1,40-80-15,-40 0 16,40 0-16,-40 0 16,40-80 30,40 0-30,-40 0-16,40 0 16,-40 0-16,40 40 0,-40-40 0,40 0 0,-40-1 15,40 1-15,1 0 16,-41 80 15,0 41-15,0-41-16,0 0 0,0 0 15,0 0-15,0 0 16,0 0-16,0 0 0,0 0 0,0 1 16,0-1-1,0 0-15</inkml:trace>
  <inkml:trace contextRef="#ctx0" brushRef="#br0" timeOffset="193932.3653">17896 17164 0,'-40'0'0,"80"0"0,-80-40 16,40 0-16,40 40 15,-40-40-15,161 0 16,-81 40-16,-40-40 0,81 40 31,-121-40-31,80 40 0,-40 0 0,40 0 31</inkml:trace>
  <inkml:trace contextRef="#ctx0" brushRef="#br0" timeOffset="194232.3502">17335 17846 0,'-41'0'0,"82"0"0,-41 0 31,40 0-15,0 0-16,40 0 16,121-40-1,-41-40 17,-80 40-17,-39 40-15</inkml:trace>
  <inkml:trace contextRef="#ctx0" brushRef="#br0" timeOffset="194842.3857">17495 18167 0,'0'0'0,"-40"0"0,0 0 47,40 40-32,-40-40-15,40 40 0,-40-40 0,40 40 16,0 1-16,-41-1 0,41 0 16,-40-40-16,40 40 0,40-40 46,-40-40-30,41 0 0,-41 0-16,0-1 0,0 1 0,40 40 0,-40-40 15,0 0-15,40 40 0,-40-40 16,0 0-16,40 40 0,-40-40 0,40 40 31,0 0-15,-40 40-16,40 0 0,-40 0 15,40 0 1,-40 0-16,41-40 0,-41 40 0,40-40 0,-40 41 16,40-1-1,0-40-15,0 0 32,0 0-32,-40-40 0,40 40 15,-40-41-15,40 1 0,-40 0 16,41 0-1,-41 0-15,40 0 0,-40 0 0,40 0 16,-40 0-16,0-1 16,0 1 15,0 80 0</inkml:trace>
  <inkml:trace contextRef="#ctx0" brushRef="#br0" timeOffset="195662.2852">18699 17445 0,'-40'-40'15,"40"0"1,0 0-1,40 40 17,-40-40-17,40 40 17,-40 40-32,40 0 15,-40 0 1,40-40-16,-40 40 0,0 0 0,0 0 15,0 1-15,0-1 16,-40 0-16,0 0 16,40-80 31,40 0-47,-40 0 15,80-1-15,-80 1 0,41 40 0,-41-40 16,40 40-16,-40-40 15,40 40-15,-40-40 0,40 40 16,-40 40 0,0 0-1,40 0 1,-40 0-16,0 1 0,0-1 0,0 0 16,0 0-16,0 0 0,0 0 15,0 0-15,0 0 16,0 0-16,0 0 31,40-40-15,0 0-1,0-40-15</inkml:trace>
  <inkml:trace contextRef="#ctx0" brushRef="#br0" timeOffset="196172.2354">19662 17124 0,'0'-40'16,"0"0"-16,0 0 31,0 0-15,40 40 46,0 0-62,0 40 16,0-40-1,-40 40-15,41 0 0,-1 0 0,-40 0 16,40 1 0,-40-1-16,0 0 0,0 0 0,0 0 0,0 0 15,0 40-15,0-40 0,-40 1 16,40-1-16,-40 0 0,40 0 0,-41 40 0,41-40 16,-40 0-16,40 0 0,-40 0 0,40 1 0,0-1 15,-40 0-15,40 0 16,0 0-16,-40 0 0,40 0 0,-40 0 0,40 0 15,0 1-15,-40-41 16,40 40-16,-40 0 0,-1 0 0,1 0 16,0-40-1</inkml:trace>
  <inkml:trace contextRef="#ctx0" brushRef="#br0" timeOffset="197286.5778">20585 17365 0,'0'-40'15,"0"0"1,40 40 0,-40-40-16,40 40 62,-40 40-62,0 0 16,0 0-1</inkml:trace>
  <inkml:trace contextRef="#ctx0" brushRef="#br0" timeOffset="197446.531">20625 17846 0,'-161'161'31,"322"-322"-31,-362 362 0,161-161 16,0 0 0,0-40-16,0 40 31,0 0-31,0 0 0</inkml:trace>
  <inkml:trace contextRef="#ctx0" brushRef="#br0" timeOffset="197896.5049">21789 17566 0,'-41'0'0,"82"0"0,-82-41 16,1 41-16,40 41 31,0-1-15,-40-40-16,40 40 0,0 0 15,0 0-15,-40 0 0,40 0 0,-40 0 16,40 0-1,-40-40-15,40 40 0,0 1 0,-40-41 16,40 40-16</inkml:trace>
  <inkml:trace contextRef="#ctx0" brushRef="#br0" timeOffset="198266.5573">22070 17646 0,'0'-40'16,"-41"40"-16,1 0 16,0 0-1,40 40-15,-40-40 0,0 0 0,0 40 16,0 0-16,-1-40 0,41 40 0,-40-40 16,0 0-16,0 0 15,40 40-15,-40-40 0,0 0 16,80 0 31,0 0-47,0 0 15,0 0 1,-40 40-16,40-40 0,1 40 0,-1-40 16,-40 40-16,40-40 0,-40 41 0,40-41 0,0 40 15,0 0 1,0-40-16,-40 40 0,41 0 15,-1-40-15,-40 40 16,40-40-16</inkml:trace>
  <inkml:trace contextRef="#ctx0" brushRef="#br0" timeOffset="198546.4843">22872 17926 0,'0'-40'16,"0"0"-16,0 0 16,40 40-16,81-40 31,-1 0-16,-40 40 1,-40 0 0,-40 40-16,40 0 15</inkml:trace>
  <inkml:trace contextRef="#ctx0" brushRef="#br0" timeOffset="198756.5284">22752 18207 0,'-40'40'16,"-1"-40"-16,82 0 31,-1-40-31,40 40 16,-40-40-16,0 40 0,0 0 15,0 0-15,1 0 16,-1 0-16,0 0 15,0 0 1</inkml:trace>
  <inkml:trace contextRef="#ctx0" brushRef="#br0" timeOffset="199026.5127">23715 17806 0,'0'-40'0,"0"80"0,-40-120 31,-1 80-31,41 80 16,-40-80-16,40 40 0,-40 0 0,0 81 31,0-41-31,40 40 31,0-80-31,0 0 0</inkml:trace>
  <inkml:trace contextRef="#ctx0" brushRef="#br0" timeOffset="199196.4319">23835 18287 0,'-120'81'31,"80"-41"-31,-1-40 16,1 80 0,0-80-1,40 40-15,-40 0 16,40 0 0</inkml:trace>
  <inkml:trace contextRef="#ctx0" brushRef="#br0" timeOffset="199566.4808">24597 18047 0,'0'0'15,"41"0"16,-41 40-15,0 0 0,0 0-16,0 0 0,0 0 0,0 0 15,-41-40-15,41 41 16,-40-41-16,40 40 0,-40-40 0,40 40 0,-40-40 16,40 40-16,0 0 31,40-40-31,0 0 15,-40 40 1,40-40-16,1 0 0,-1 0 31</inkml:trace>
  <inkml:trace contextRef="#ctx0" brushRef="#br0" timeOffset="199776.3989">25039 18528 0,'0'40'63,"0"0"-48,0 0 1,0 0-16</inkml:trace>
  <inkml:trace contextRef="#ctx0" brushRef="#br0" timeOffset="200066.4522">26002 18408 0,'0'-40'31,"40"40"-15,0 0-1,0 0-15,0 0 16,1 0-16</inkml:trace>
  <inkml:trace contextRef="#ctx0" brushRef="#br0" timeOffset="200236.3743">26443 18488 0,'0'0'0,"40"0"32,-40-40-32,41 40 0,-1-40 15,0 40 1</inkml:trace>
  <inkml:trace contextRef="#ctx0" brushRef="#br0" timeOffset="200396.3601">26885 18488 0,'-40'0'16,"80"0"-16,-80-40 31,80 40-31,-40-40 15,40 40-15,0 0 0,0 0 16,0 0 0</inkml:trace>
  <inkml:trace contextRef="#ctx0" brushRef="#br0" timeOffset="201226.3492">27607 17967 0,'0'0'15,"0"-41"1,-40 41 15,40 41-31,0-1 16,0 0-16,0 40 31,-40 0-15,0-40-1,40-80 1,0 0 0,40-120 15,0 39-15,0 41-16,0 80 31,-40 40-16,0 0 1,40 41 0,40 79-1,1-120 1,39 0 0,0-80-1,-79 40-15,-1-120 31,-40-1-15,0 41 0,0 0-16,0 0 31,0 120-15,0 0-1,0 0 1,-40 0-16</inkml:trace>
  <inkml:trace contextRef="#ctx0" brushRef="#br0" timeOffset="201626.362">27206 18648 0,'-81'40'16,"162"-80"-16,-202 80 15,161-40 32,1 0-47,-1 0 16,0 0-16,0 0 15,0 0-15,0 0 0,40 0 0,-39-40 0,-1 40 16,40 0-16,-40 0 0,40 0 0,-40 0 0,41 0 16,-41 0-16,0 0 15,0 0-15,0-40 0,0 40 0,0 0 0,1 0 16,-1 0-1</inkml:trace>
  <inkml:trace contextRef="#ctx0" brushRef="#br0" timeOffset="201986.3084">27406 18889 0,'0'0'15,"81"0"1,-41 0-16,80-40 31,-40 80-15,-80 80 0,-40-80-1,-40 41-15,40-81 16,0 0-1,40 40-15,40-40 16,0 0 0,0 0-16,0 0 15,0 0-15,0 0 16,1-40-16,-1 40 0,0 0 0,0 0 16,0 0-16,0 0 31</inkml:trace>
  <inkml:trace contextRef="#ctx0" brushRef="#br0" timeOffset="202606.3057">28650 18207 0,'-40'0'0</inkml:trace>
  <inkml:trace contextRef="#ctx0" brushRef="#br0" timeOffset="203876.1578">27446 18688 0,'41'0'0,"-1"0"172,0 0-63,-40-40-93,40 40 46,0 0-46,0 0-1,0 0-15,0 0 0,1 0 0,-1 0 16,0 0-16,-40-40 16,40 40-16,-40-40 0,40 40 15,0 0 1,-40-40-16,40 40 0,0 0 0,1-40 16,-1 40-16,0 0 0,0 0 15,0 0-15,0 0 16,0 0-16,0 0 15,-80 0 32,0 0-31</inkml:trace>
  <inkml:trace contextRef="#ctx0" brushRef="#br0" timeOffset="204436.2044">27928 18729 0,'40'0'31,"0"0"-15,0 0-1,0 0-15,1 0 0,-1 0 16,0 0 0,0 0-16,0 0 0,0 0 15,0 0 1,0 0 0,-40 40-16,0 0 15,-40 0 1,0 0-16,0-40 0,0 40 15,0-40-15,40 40 16,-40-40-16,40 40 0,-40-40 0,80 0 31,0 0-15,0 0-16,0 0 0,0 0 16,0 0-1,0 0-15,1 0 0,-1-40 0,0 40 16,0 0-16,0 0 15,0 0-15,0 0 16,-40-40 0</inkml:trace>
  <inkml:trace contextRef="#ctx0" brushRef="#br0" timeOffset="204766.1805">28891 18488 0,'-40'0'16,"80"0"15,40 0-31,-40-40 16,1 40-16,-1 0 0,0 0 0,0 0 15,0 0-15,0 0 0,0 0 16,0 0-16,1 0 15,-1 0 1</inkml:trace>
  <inkml:trace contextRef="#ctx0" brushRef="#br0" timeOffset="205016.0919">29814 18207 0,'-40'0'15,"0"0"17,40 80-32,0-39 0,0-1 15,-40 0-15,40 0 16,-41 0-16,41 0 0,0 0 0,-40 0 15,40 0-15,-40 0 16,40 1-16,0-1 0,-40-40 0</inkml:trace>
  <inkml:trace contextRef="#ctx0" brushRef="#br0" timeOffset="208556.1384">18258 10908 0,'-41'0'78,"41"40"-78,0 0 16,-40 0-16,0 41 16,40-41-16,-40 0 0,0 0 0,40 0 0,-40 0 15,0 0-15,40 40 16,-41-39-16,1-1 0,40 0 0,0 0 16,0 0-16,-40-40 0,40 40 0,0 0 31,0-80 0,0-40-15,0 40-16,40 40 15,-40-40-15,0 0 0,40-41 0,-40 41 0,41 0 16,-41 0-16,40-40 0,-40 40 0,40 0 0,0-1 16,-40 1-16,40 0 15,-40 0-15,40 0 0,0 0 0,-40 0 16,41 40-16,-41-40 15,40 40-15,0-40 0,0 40 16,-40 40 15,40-40-31,-40 40 16,0 0-16,0 0 0,0 0 0,0 0 16,0 0-16,0 0 0,0 1 0,0-1 15,0 0-15,0 0 16,0 0-16,0 0 0,0 40 0,0-40 15,0 1-15,0-1 0,0 0 16,-40 0-16,40 0 0,0 0 0,0 0 0,0 0 16,0 0-1,0 0-15,40-40 0,0 41 0,0-41 16</inkml:trace>
  <inkml:trace contextRef="#ctx0" brushRef="#br0" timeOffset="208856.0887">17977 11510 0,'0'0'0,"0"-40"31,40 40-15,0 0-16,0 0 16,0-41-16,0 41 15,41 0-15,-41 0 0,0 0 0,0 0 16,0 0-16,0 0 0</inkml:trace>
  <inkml:trace contextRef="#ctx0" brushRef="#br0" timeOffset="209226.1405">19301 11028 0,'0'-40'0,"0"80"0,-80-80 31,39 80-31,-79 41 16,120-41-16,-160 120 15,79 81 17,81-41-17,81-79 1,39-41 0,-40-80-1,-40 0-15</inkml:trace>
  <inkml:trace contextRef="#ctx0" brushRef="#br0" timeOffset="209816.0654">19582 11510 0,'0'0'15,"0"-40"1,0 80 15,-40-40-15,40 40-16,-41-40 0,41 40 15,-40-40-15,40-40 32,40 0-32,-40 0 15,0-1 1,41 1-16,-1 0 0,-40 0 15,40 40 1,-40 40 15,0 0-31,40-40 0,-40 40 0,40 1 16,-40-1-16,40 0 0,-40 0 16,40 0-16,-40 0 15,40-40-15,-40 40 0,41-40 16,-1 0-1,-40-40 1,40 40 0,-40-40-16,40 40 0,-40-40 0,0 0 0,40 0 15,-40 0-15,0-1 0,40 41 0,-40-40 16,0 0-16,40 0 16,-40 0-16,0 0 0,40 0 0,-40 0 0,41 0 15,-41-1-15,0 1 16,0 0-16,40 40 0,-40-40 0,0 0 31,40 40-31,-40 40 31,0 0-31,0 0 16,0 0-16,0 1 0,0-1 0</inkml:trace>
  <inkml:trace contextRef="#ctx0" brushRef="#br0" timeOffset="210096.033">19501 12031 0,'-80'40'15,"120"-80"32,0 40-47,1 0 16,-1 0-1,0-40-15,40 40 0,-40 0 0,0 0 0,0-40 16,41 40-16,-41 0 0,0 0 0,0 0 0,0-40 16,0 40-16,0 0 0,1 0 15</inkml:trace>
  <inkml:trace contextRef="#ctx0" brushRef="#br0" timeOffset="210446.0172">19461 12352 0,'40'0'31,"-40"-40"-31,41 40 0,-1 0 15,0 0-15,0-40 16,0 40-16,0 0 0,0 0 16,-40 40-16,0 0 15,0 0-15,0 0 0,-40 0 16,0 0-16,0 0 16,0-40-1,0 40-15,80-40 31,0 0-31,0 0 16,0 0-16,0-40 16,0 40-16,1-40 0,-1 40 0,0-40 15,0 40-15,0-40 0,0 40 0,0 0 16,0-40-16</inkml:trace>
  <inkml:trace contextRef="#ctx0" brushRef="#br0" timeOffset="210826.0104">20625 11189 0,'0'-40'16,"0"80"-16,40-80 0,-40 80 15,0 40 1,0 161 0,-40 39 15,-80 1-16,-41-40 1,41-121 15,80-40-15,-1-80-16</inkml:trace>
  <inkml:trace contextRef="#ctx0" brushRef="#br0" timeOffset="211195.9513">21227 12111 0,'0'0'16,"-80"0"-16,80-40 0,40 40 62,0 0-62,0 0 0,0 0 16,0 0-16,40 0 0,-39 0 16,-1-40-16,40 40 0,-40 0 0,0 0 0,0-40 15,0 40-15,1 0 0,-1 0 0,0 0 0,0 0 16,0 0 0,-40-40-16</inkml:trace>
  <inkml:trace contextRef="#ctx0" brushRef="#br0" timeOffset="211535.931">21387 12392 0,'-80'0'0,"160"0"0,-200 40 16,160-40 15,0 0-16,40 0-15,-39 0 16,-1 0-16,0 0 16,0 0-16,0 0 0,0 0 0,0 0 15,0 0-15,1 0 0,-1 0 32,-80 0-1,-1 0-16,1 0 1,0 0 0,0 0-1</inkml:trace>
  <inkml:trace contextRef="#ctx0" brushRef="#br0" timeOffset="212676.0321">22671 11590 0,'0'-40'15,"-40"40"32,40 40-31,0 0-1,0 0-15,0 0 0,0 0 0,0 0 16,0 0-16,0 1 0,0-1 16,0 0-16,0 0 0,0 0 15,0 0-15,0 0 0</inkml:trace>
  <inkml:trace contextRef="#ctx0" brushRef="#br0" timeOffset="212916.0255">22070 12432 0,'40'0'31,"0"-40"-31,0 40 0,0 0 0,0 0 16,0 0-16,0 0 0,1 0 15,39-40-15,-40 40 0,0 0 0,0 0 0,40 0 16,-39 0-16,-1 0 16,0 0-16,0 0 0,0 0 0,0 0 15,0 0-15</inkml:trace>
  <inkml:trace contextRef="#ctx0" brushRef="#br0" timeOffset="213586.0527">22270 12753 0,'0'0'0,"-40"0"31,40 40-15,0 0-1,0 0-15,-40 81 32,40-41-17,0-40 1,0-80 0,0 0 15,40 0-31,-40-81 15,40 81-15,40-40 16,-39 0 15,-1 80-15,40 80 0,-40 80-1,40 1 16,-40-121-15,1-40 0,-41-40-1,40 40-15,0-121 32,0-39-17,0 40 1,-40 39 15,0 122 47</inkml:trace>
  <inkml:trace contextRef="#ctx0" brushRef="#br0" timeOffset="215055.8942">24758 12111 0,'40'0'15,"-40"-40"32,-40 40 0,0 0 0,40-40-32,-40 40-15,0 0 16,-1-40 0,1 40-16,0 0 0,0 0 15,0 0-15,40-40 0,-40 40 0,0 0 16,0 0-16,-1 0 0,1-40 16,0 40-16,0 0 0,0 0 0,0 0 15,0 0-15,0 0 16,-1 0-16,1 0 0,40 40 0,-40-40 15,0 40-15,0-40 16,40 40 15,0 0-31,0 0 16,40 0-16,0-40 16,0 40-1,0-40-15,1 0 0,-41 41 0,40-41 0,40 0 16,-40 0-16,0 0 15,0 40-15,0-40 0,1 0 0,-1 0 0,0 0 16,0 0-16,0 40 16,0-40-16,-40 40 47,-40-40-47,0 40 15,0-40-15,40 40 16,-40-40-16,0 40 0,-1-40 0,41 40 15,-40-40-15,0 0 16,0 40-16,0-40 0,0 40 0,0-40 16,0 0-16,-1 41 15,82-41 32,39 40-47,-40-40 16,0 0-16,0 0 15,0 0-15,0 0 0,1 0 0,-1 0 0,0 0 16,40 0-16,-40 0 16,0 0-16,0 0 0,1 0 0,-1-40 0,0 40 15,0 0-15,0 0 0,0 0 0,0 0 16,0 0-16,1 0 16,-82 0 30,1 0-46,0 0 16,0 0 0,0 0-1,0 0-15,0 0 16</inkml:trace>
  <inkml:trace contextRef="#ctx0" brushRef="#br0" timeOffset="215605.9357">23795 13034 0,'0'0'0,"-40"0"16,80 0 15,0 0-15,0 0-1,-40 40-15,40-40 0,-40 40 16,0 0-1,0 0-15,0 0 32,-40-40-32,40-40 31,40 40-15,-40-40-16,40 40 0,-40-40 0,41 0 0,-1 40 15,0-40 1,0 40-16,0 0 0,-40-40 0,40 40 15,0 0 1,-40 40-16,0 0 0,0 0 16,0 0-1,0 0-15,0 0 0,0 0 16,0 0-16</inkml:trace>
  <inkml:trace contextRef="#ctx0" brushRef="#br0" timeOffset="215805.8495">24357 13114 0,'120'-80'47,"-240"160"-47,280-160 0,-120 80 16,0 0-1,41-40 1,-41 40-16,0 0 31</inkml:trace>
  <inkml:trace contextRef="#ctx0" brushRef="#br0" timeOffset="216005.9136">24477 13314 0,'-40'0'32,"80"0"-32,-80-40 15,80 40 1,0 0 0,0 0-16,0 0 15,121 0 1</inkml:trace>
  <inkml:trace contextRef="#ctx0" brushRef="#br0" timeOffset="216315.8247">25159 13194 0,'0'0'0,"-200"40"62,200 0-62,-41-40 0,41 40 16,0 0 0,0 1-1,41-41-15,-1 0 0,0 0 16,0 0 0,0 0-16,0-41 0,0 41 15,-40-40 1,0 0-16,0 0 0,0 0 0,0 0 15,0 0 1,-40 0-16,0 0 16,0 40-16,40-40 15,-40 40 1</inkml:trace>
  <inkml:trace contextRef="#ctx0" brushRef="#br0" timeOffset="217446.1653">23996 11189 0,'0'40'93,"0"0"-77,0 0-16,0 0 0,0 0 16,0 0-1,0 1-15,0-82 63,0 1-48,0 0-15,0 0 0,0 0 16,0 0-16,0 0 16,40 0-16,0 40 31,-40 40 0,40 0-15,-40 0-16,40-40 0,-40 40 15,40-40-15,-40 40 16,40 0-16,0 0 0,1-40 16,-1 0-1,-40-40 1,40 40-16,-40-40 0,0 0 0,40 40 16,-40-40-16,0 0 15,40 0-15,-40 0 0,0 0 16,0-1-16,0 1 15,0 80 32,0 1-31,0-1 0</inkml:trace>
  <inkml:trace contextRef="#ctx0" brushRef="#br0" timeOffset="219535.9725">24718 11470 0,'0'-41'47,"40"41"-31,0-40-16,0 40 15,0 0-15,0 0 16,1 0-16,-1 0 0,0 0 16</inkml:trace>
  <inkml:trace contextRef="#ctx0" brushRef="#br0" timeOffset="219805.9547">25280 11309 0,'0'0'0,"0"-40"15,-41 40 1,41 40 0,0 0 15,0 121-16,0-41 1,-40-40 15,40-40-31</inkml:trace>
  <inkml:trace contextRef="#ctx0" brushRef="#br0" timeOffset="221875.8377">25480 12472 0,'0'-40'0,"40"40"31,1 0-31,-1 0 0,0 0 15,0 0 1,0 0-16,0 0 0,0 40 16,0 0-1,-40 0-15,0 0 0,0 1 0,0-1 16,-40 0-16,-40 0 0,80 0 16,-40-40-16,0 40 0,0-40 15,0 0-15,40 40 0,-41-40 0,82 0 31,-41-40-31,40 40 16,0 0-16,0 0 0,0-80 16,40 80-16,-40-40 0,1 40 0,-1-40 0,0 40 15,0-40-15,40 40 0,-40-41 0,0 41 0,-40-40 16,41 40-16,-1-40 16,0 40-16,0-40 0,-80 40 62,40 40-46,-40-40-16,0 40 15,-1-40-15,1 40 0,0 1 0,40-1 16,-40-40-16,40 40 0,0 0 0,0 0 16,0 0-1,0 0-15,40-40 0,-40 40 0,40-40 16,0 0-16,1 0 0,-1 0 15,0 0-15,0 0 0,40 0 0,-40 0 0</inkml:trace>
  <inkml:trace contextRef="#ctx0" brushRef="#br0" timeOffset="222125.8935">26925 12312 0,'-80'0'31,"160"0"-31,-201 0 0,81 0 0,0 40 16,0 40-1,0 40 1,40 41 15,40-41-15,0-120-16,-40 40 0,80-40 15</inkml:trace>
  <inkml:trace contextRef="#ctx0" brushRef="#br0" timeOffset="222545.815">26965 12552 0,'0'0'31,"40"0"0,-40 40-31,40-40 16,-40 41-1,40-41 1,-40 40 0,40-40-1,1-40 16,-1-1-15,40 1 0,-40 0-1,0 80 17,0 41-17,-40-1 1,0-40 15,0 40-15,0-40-1</inkml:trace>
  <inkml:trace contextRef="#ctx0" brushRef="#br0" timeOffset="222955.7726">27727 12392 0,'0'0'15,"0"-40"-15,40 40 32,1 0-17,-1 40-15,0 0 16,0 0-16,-40 0 15,40 0-15,-40 0 0,0 1 16,40-1-16,-40 0 16,0 0-16,0 0 0,0 0 0,-80 0 15,80 0-15,-40-40 0,0 40 0,40 1 0,-40-41 16,-1 40-16,1-40 0,40 40 16,-40-40-16</inkml:trace>
  <inkml:trace contextRef="#ctx0" brushRef="#br0" timeOffset="223325.824">28610 12512 0,'0'0'15,"0"-40"-15,-80 40 16,80-40-16,-40 40 16,0 0-16,-41 80 31,1 81-16,40 39 1,80-39 15,80-41-15,-39-120-16</inkml:trace>
  <inkml:trace contextRef="#ctx0" brushRef="#br0" timeOffset="223625.8072">29052 12633 0,'40'40'47,"-80"-80"-47,120 200 15,-80-120-15,0 0 0,-80 40 16,-81 1 15,41-81-15,79-81-1,82-119 1,79 120 15,41 80-15,-121 0-16</inkml:trace>
  <inkml:trace contextRef="#ctx0" brushRef="#br0" timeOffset="223905.7901">29533 12592 0,'-160'0'46,"320"0"-46,-320 41 0,119-41 16,41 40-16,0 0 0,41 40 31,39 80-15,-80-79-16,0-41 16,-40 120-1,0-120 16,-81-40-15,81-40-16</inkml:trace>
  <inkml:trace contextRef="#ctx0" brushRef="#br0" timeOffset="224445.7043">29653 12753 0,'0'0'0,"0"-40"0,41 0 32,-1 40-32,-40 40 47,0 40-47,40-80 0,-40 40 15,0 0-15,0 0 0,0 0 16,0 1-16,0-1 0,0 0 15,0-80 32,40 0-47,0-1 16,-40 1-16,40 0 0,0 0 16,0 40-16,-40-40 15,41 40-15,-1-40 0,-40 80 16,40-40-1,-40 80-15,0-40 0,0 0 0,0 1 16,0-1-16,0 0 16,0 0-16,0 0 0,0 0 15,-40-40-15,40 40 0,0 0 16</inkml:trace>
  <inkml:trace contextRef="#ctx0" brushRef="#br0" timeOffset="224895.66">30657 12833 0,'-41'0'0,"1"0"0,0 40 31,40 40-15,-40 41-1,0-41 17,40-40-32,0-80 31,40 0-15,-40 0-16,0 0 0,0 0 0,40-1 15,-40 1-15,40 0 0,-40 0 16,0 0-16,0 0 0,40 0 0,-40 0 0,41 0 15,-41-1 1,40 1-16,0 0 16,0 40-1,-40 40 1,0 0-16,40 1 0,-40-1 0,0 0 16,0 0-16,0 0 15,0 0-15,0 0 0,0 40 0,0-39 0,0-1 16,0 0-16,0 0 15,0 0-15,0 0 0,0 0 0</inkml:trace>
  <inkml:trace contextRef="#ctx0" brushRef="#br0" timeOffset="225085.7228">30616 12673 0,'-80'-81'31,"160"162"-31,-120-242 0,80 161 0,41-40 16,119 0-1,121 0 1,-200 40-16</inkml:trace>
  <inkml:trace contextRef="#ctx0" brushRef="#br0" timeOffset="230095.3834">803 8061 0,'-41'0'0,"1"0"16,40 40 46,0 0-46,0 0-16,0 0 0,0 0 16,0 0-16,0 0 0,0 0 0,0 1 0,40-1 15,-40 0-15,0 0 16,0 0-16,0 0 0,0 0 16,41-40-1,-41 40-15</inkml:trace>
  <inkml:trace contextRef="#ctx0" brushRef="#br0" timeOffset="230475.4091">562 8341 0,'-40'-40'0,"80"80"0,-80-120 0,40 40 15,0-40 1,40 40 15,0 0-31,40 40 16,41 40 15,-1 40-15,-40 40-1,-80 41 16,-120-41-15,-1 0 0,41-80-1,-40-40 1,80 0 0,0 0-16</inkml:trace>
  <inkml:trace contextRef="#ctx0" brushRef="#br0" timeOffset="230775.3914">1605 7980 0,'-40'0'0,"40"40"16,-40-40 0,40 41-16,0-1 0,0 0 15,0 0-15,0 0 0,0 0 0,0 0 16,0 0-16,0 0 16,0 1-16,0-1 0,0 0 0,0 0 0,0 0 15,0 0-15,0 0 16,0 0-16,0-80 31,40 40-31,-40-40 16,0 0-16</inkml:trace>
  <inkml:trace contextRef="#ctx0" brushRef="#br0" timeOffset="230975.3816">1565 8422 0,'-40'-241'47,"80"482"-47,0-763 47,0 482-47,0 0 0,41 40 15,79-80 1,-40 80 0,-79 0-1</inkml:trace>
  <inkml:trace contextRef="#ctx0" brushRef="#br0" timeOffset="231185.3685">1685 8462 0,'0'0'0,"-40"0"31,80-40-16,0-1-15,201 1 32,-80-40-17,-121 40-15</inkml:trace>
  <inkml:trace contextRef="#ctx0" brushRef="#br0" timeOffset="231505.3508">2769 7860 0,'-40'0'16,"80"0"-16,-161 0 0,81 40 0,0 40 31,40 41-15,0-1-1,80 40 17,-40-119-32,-40 79 15,0-80 1,-40 40 0,-40-80 15,40 0-31,-80 0 15,79-40-15,1 40 0</inkml:trace>
  <inkml:trace contextRef="#ctx0" brushRef="#br0" timeOffset="232935.2347">4053 7940 0,'0'-40'16,"0"0"15,0 80 0,-40-40-15,40 40-16,-40-40 0,40 40 0,-41-40 16,41 40-16,0 1 15,-40-41-15,40 40 0,0 0 0,-40 0 0,40 0 16,0 0-16,0 0 15,0 0-15,0 0 0,40 1 0,0-41 16,1 40 0,-1-40-16,0 0 0,0 0 0,0 0 0,0 0 15,0 0-15,0 0 0,1-40 0,-1 40 0,0-41 16</inkml:trace>
  <inkml:trace contextRef="#ctx0" brushRef="#br0" timeOffset="233235.2002">4655 8020 0,'40'0'31,"-80"0"-31,80 41 16,0-41-16,-40 40 0,0 0 16,0 0-1,0 0-15,0 0 16,-120 40-1,39-40 17,1-80-17,80-40 1,40-40 0,81 40 15,-81 80-31</inkml:trace>
  <inkml:trace contextRef="#ctx0" brushRef="#br0" timeOffset="234365.2067">5337 8181 0,'0'40'47,"0"-80"-47,40 80 15,-40-80-15,40 40 16,40-80 0,-80 40-1,0-1 1,-40 41 0,-40 121 15,80-1-16,40-40 1,0-80-16,81 40 16,-81-40-16,0 0 0,40-80 31,0 40-15,-80 0-16,40-40 15,-40 40-15,0 0 0,0-1 16,0 1-1,0 0-15,0-160 16,0 160-16,0 0 16,0 80 15,0 0-15,0 0-16,0 160 31,0 41-16,0-161 1,0-40-16,0 41 0,0-41 0,0 40 16,-80 40 15,80-160 0,0 0-31,0 0 0,40 0 0,-40 0 16,40 0-16,-40-1 0,41 1 15,-41 0-15,40 0 0,0-40 0,-40 40 0,40 0 16,-40-41-16,0 41 16,40-40-16,-40 40 0,0-40 0,0 40 0,0 0 15,40 40-15,-40-40 0,0-1 0,40 41 32,-40 41-17,0-1 1,0 0-16,0 0 0,40 0 0,-40 0 15,0 0-15,0 0 0,0 0 16,0 41-16,0-41 0,0 0 0,0 0 0,0 0 16,0 40-16,-40-40 0,40 0 0,0 1 0,0-1 15,0 0-15,0 0 16,0 0-16,0 0 0,0 0 0,0 0 16,-40-40-1,40-40 16,0-40-15,0 40-16,40 0 16,-40 0-16,40 0 0,1 40 0,-41-41 15,40 1-15,0 40 0,-40-40 0,40 40 0,0-40 16,0 40 0,0-40-16,0 40 0,-40-40 0,41 40 0,-1 0 15,0-40-15,0 40 0,-40-40 16,40 40-16,0 0 0,-40-40 0,40-1 15,-40 82 17,0 39-1,0-40-31,0 0 0,0 0 16,0 0-1,0 0-15,0 0 0,0 1 16,-40-41-1</inkml:trace>
  <inkml:trace contextRef="#ctx0" brushRef="#br0" timeOffset="234535.1604">6902 7820 0,'-40'0'0,"80"0"0,-121-40 0,1 0 31,120 40-15</inkml:trace>
  <inkml:trace contextRef="#ctx0" brushRef="#br0" timeOffset="234835.1785">7183 8141 0,'0'0'0,"-41"0"16,1 0 0,0 40 15,0 0-31,40 0 0,0 40 31,0-40-31,40 1 16,40-1-1,-39-40-15,39 40 16,-40-40-16,0 0 0</inkml:trace>
  <inkml:trace contextRef="#ctx0" brushRef="#br0" timeOffset="235055.1662">7584 8261 0,'-120'0'32,"240"0"-32,-240 40 15,120 0 1,40-40-16,-40 121 31,0-81-31,0 0 0,40 40 16,-40-40-16,40-40 31</inkml:trace>
  <inkml:trace contextRef="#ctx0" brushRef="#br0" timeOffset="235245.0976">7504 7900 0,'0'0'0,"-40"-40"16,-1 0 0,82 40 15,-1 0-31</inkml:trace>
  <inkml:trace contextRef="#ctx0" brushRef="#br0" timeOffset="235505.1396">8186 8301 0,'0'40'0,"0"-80"0,-40 40 62,40-40-62,-40 40 32,40 40-32,0 0 15,-41 0-15,41 1 0,0-1 0,0 0 16,0 0-16,0 0 16,0 0-16,41-40 0,-41 40 15,40-40 1,0 0-16,0 0 0,0 0 15,-40-40 1</inkml:trace>
  <inkml:trace contextRef="#ctx0" brushRef="#br0" timeOffset="235995.0549">8507 8221 0,'0'0'15,"80"160"16,-80-119 1,40-41-17,-40-41-15,40 41 16,-40-40 0,40 40-16,1 0 15,-1 0 1,-40 40-16,40-40 15,-40 41 1,40-41-16,0 0 16,0 0-16,-40-41 15,0 1 1,0-40-16,0 40 16,0 0-1,0 0-15,0 0 0,40 0 0,-40-1 16,0 82 15,0-1-15,0 0-16,0 0 0,0 0 15,0 0-15,0 0 0,0 0 0,0 0 0,0 1 16,40-1-16,-40 0 0,0 0 16,0 0-16,41 0 0,-41 0 0,40 0 0,-40 0 15,40-40 1,-40 40-16,0 1 0</inkml:trace>
  <inkml:trace contextRef="#ctx0" brushRef="#br0" timeOffset="236155.1016">9069 8381 0,'40'-120'46,"-80"240"-46,160-280 0,-80 160 0,0-40 16,0 40-16,201-120 16,-80 79-16</inkml:trace>
  <inkml:trace contextRef="#ctx0" brushRef="#br0" timeOffset="533002.4616">16251 14999 0,'-40'0'0,"0"0"31,80 0 32,-120 0-48,160 0-15,-40 0 0,-40 40 31,40-40-31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37:47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4253 2285 0,'-40'0'16,"80"0"-16,281-240 0,-722 480 15,361-79-15,40-322 0,-80 322 0,120-322 32,-40 81-17,0 361 1,0-161 0,80-40-16,-200 281 15,160-240-15,-201-1 0,282 121 31,-161-161-31,80 0 0,-40-40 0,-40 40 16,0 41 15,80-362-31,-40 161 0,40-241 32,0 241-32,-40 0 0,0 120 0,120-682 31,-80 321-16,121 281 1,-121 0 0,-40 0-16,120 160 15,-200-80-15,241 81 16,-161-81-16,-40 40 16,160 0-16,-40 161 15,81-121 16,-201 241-15,-281-120 0,762-402-16</inkml:trace>
  <inkml:trace contextRef="#ctx0" brushRef="#br0" timeOffset="259.9998">4253 3248 0,'81'-40'16,"-162"80"-16,-79-120 31,120 80-31,40-40 0,40 0 0,80-1 31,-80 41-31,121-80 16,-121 0-16,161 120 0,-161-80 0,160 40 31,-79-40-31</inkml:trace>
  <inkml:trace contextRef="#ctx0" brushRef="#br0" timeOffset="740.03">6260 1884 0,'-81'0'15,"162"0"-15,-242-361 16,81 762-16,80-360 0,-40-41 16,-81 80-1,121 241 1,-40-41 15,241-39-15,-81-81-1,201 1 1,-160-201 0</inkml:trace>
  <inkml:trace contextRef="#ctx0" brushRef="#br0" timeOffset="1039.9618">7142 2326 0,'442'-121'0,"-884"242"0,483-121 0,-1 40 32,0 0-32,80 0 15,-160 40-15,80 40 16,0 121-16,-80-401 0,80 280 31,-80-160-31,0 80 0,0-40 0,-121-120 31,1 120-15,120-41-16,-121-79 0,442-120 31,-401 400-31,120-200 0,80 0 16,81 0-16,-242-41 16,121 162-16,1-81 0</inkml:trace>
  <inkml:trace contextRef="#ctx0" brushRef="#br0" timeOffset="1260.1153">8025 2165 0,'-40'40'16,"80"-120"-16,0 200 31,-40-39-31,-280 199 0,601-360 31,-321 160-31,0-40 0,0 0 0,-41 281 16,-119 40 15,80-240-15</inkml:trace>
  <inkml:trace contextRef="#ctx0" brushRef="#br0" timeOffset="1510.1051">9430 2566 0,'0'-40'15,"0"0"1,40 0-1,40 40-15,-40 0 0,0-40 16,0 40-16,1 0 0,-1-40 0,40 40 0,-40 0 16,0 0-16,40 0 15,-39 0-15,-1 0 0,0 0 0,40 0 0,-40 0 16,0 0-16,0 0 0</inkml:trace>
  <inkml:trace contextRef="#ctx0" brushRef="#br0" timeOffset="1690.1681">9871 3047 0,'-80'81'16,"160"-162"-16,-200 202 0,80-81 15,120-40 1,0-80-16,321-41 31,-160 81-31,-161 40 0,362-80 16</inkml:trace>
  <inkml:trace contextRef="#ctx0" brushRef="#br0" timeOffset="5739.8654">13362 2085 0,'0'-40'31,"-40"40"-31,40-40 15,0 0 1,0-1 0,0 82 31,0 39-47,0-40 15,0 0-15,0 0 0,-40 40 0,40 1 0,-40-41 16,40 40-16,0 0 15,0 0-15,-40 0 0,40-39 0,0 39 0,0 0 16,-41 0-16,41 0 0,0-39 0,0 39 0,0-40 16,0 40-16,0-40 0,0 0 15</inkml:trace>
  <inkml:trace contextRef="#ctx0" brushRef="#br0" timeOffset="6079.846">12239 3328 0,'0'0'16,"-41"0"-16,1 40 15,0-40-15,40-40 47,40 40-47,41 0 0,-41-40 0,0 40 16,40-40-16,-40 40 0,40 0 16,1 0-16,39-40 0,-40 40 0,41 0 0,-41 0 15,40 0-15,1-40 16,-1 40-16,-40 0 0,41 0 0,-41 0 0,40 0 15,-39 0-15,-1 0 0,0 0 0</inkml:trace>
  <inkml:trace contextRef="#ctx0" brushRef="#br0" timeOffset="6404.2946">12680 4210 0,'0'0'15,"0"41"1,0-1-16,-40 80 31,40-80-31,-121 201 16,121-201-16,-40 0 15,40 120 1,40-120 0</inkml:trace>
  <inkml:trace contextRef="#ctx0" brushRef="#br0" timeOffset="6794.1989">12921 4170 0,'-40'0'16,"80"0"-16,-80 40 47,40 1-47,40-41 0,-40 40 0,40 0 15,-40 0-15,40 0 16,-40 0-16,40-40 0,-40 40 0,40 0 0,-40 0 16,40 1-16,0-41 15,-40 40-15,41-40 0,-1 40 0,0-40 16,0 0-16,0 40 16,0-40-16,0 0 0,0 0 15,-40-40-15,41 40 16,-41-80-16,40 80 0,0-41 0,-40 1 0,0 0 15,40 0-15,-40 0 0,0 0 0,0 0 0,0-40 16,0 39-16,0 1 0,0 0 16,0 0-16,0 0 0,0 0 0,0 0 31,40 40 0</inkml:trace>
  <inkml:trace contextRef="#ctx0" brushRef="#br0" timeOffset="7584.2268">16131 2486 0,'0'0'0,"0"-40"16,0-40-1,-40 40 1,0 40-16,-1 0 16,41-41-16,-200 41 15,-121 41 17,-40 39-17,120 40 1,80-40-1,161-40 1,41 0 0,39-40-16,120 0 31,-159 0-31,39 0 0,0 41 0,81-41 16,-121 0-16,120 40 15,-120-40-15,161 40 16,-201 80-1,-80-40 1,40 1-16,-81 39 0,41-80 0,0 40 16,40-40-16,-281 201 15,240-201-15,1 40 32,40-40-32,0 0 0,80-40 31,40 0-31,-40-40 0,0 40 0,41-40 15,-41 40-15,40-40 0,0 40 0,1 0 0,39-80 16,-40 80-16,0-40 16,1 40-16,39-40 0,-40 40 0,1 0 0,-1-40 15,0 40-15,0 0 0,-40 0 16,41 0-16,-41 0 0,0 0 0,0 0 0,0 0 16,0 0-16,0 0 15,1 0-15,-1 0 16,0 0-16,-40 40 31</inkml:trace>
  <inkml:trace contextRef="#ctx0" brushRef="#br0" timeOffset="8204.12">15128 4090 0,'40'0'63,"0"0"-48,0 0-15,-40 40 16,40-40-16,-40 40 0,0 0 0,0 1 0,0-1 15,0 0-15,0 0 0,0 0 0,-40 0 16,40 0 0,-40-40-16,40 40 0,-40-40 0,40-40 31,80 40-15,-80-40-16,0 0 15,40 0-15,0 0 0,-40 0 0,40 0 16,-40-1-16,41 41 0,-41-40 0,40 0 15,0 40 1,0 0-16,-40 40 16,40-40-16,-40 40 15,40-40-15,-40 41 0,0-1 0,40-40 16,-40 40-16,0 0 16,40-40-16,-40 40 0,0 0 15,0 0 1,41-40-16,-41 40 0,40-40 15,0 40-15</inkml:trace>
  <inkml:trace contextRef="#ctx0" brushRef="#br0" timeOffset="8404.1783">16091 4371 0,'0'-40'16,"0"0"-16,40-41 31,0 1-15,0 80-16,40 0 15,-40 0-15,1 0 0,-1 0 32,0 0-32</inkml:trace>
  <inkml:trace contextRef="#ctx0" brushRef="#br0" timeOffset="8904.0793">16211 4571 0,'-80'0'15,"160"0"-15,-200 0 16,120-40 0,80 40-1,-40 0 1,-40-40-16,40 40 0,0 0 0,81 0 31,39 0-15,41 0-1,-121-40 1,-40 0-16,121-40 16,-121 80-16,-40-40 31,-40 40-16,0 0-15,40 40 32,-81 40-17,41-40 1,40 0-16,40-40 31,0 0-15,1-80-1,-1 0 1,-40 40 0,0 0-1,-81-41 1,41 81 0</inkml:trace>
  <inkml:trace contextRef="#ctx0" brushRef="#br0" timeOffset="10064.0806">14967 1644 0,'0'40'0,"0"0"141,0 0-141,0 0 0,0 0 15,0 0-15,0 0 0,0 1 16,0-1-16,0 0 0,0 0 0,0 0 16,0 0-1,0 0-15,0 0 16</inkml:trace>
  <inkml:trace contextRef="#ctx0" brushRef="#br0" timeOffset="10304.0678">15088 1764 0,'0'40'15,"40"0"17,0 0-32,0 0 15,0-40-15,-40 41 16,40-41-16,0 0 0,-40 40 16,40-40-16,1 0 15,-1 0-15,0 0 16</inkml:trace>
  <inkml:trace contextRef="#ctx0" brushRef="#br0" timeOffset="10514.0558">15489 1684 0,'-40'-40'16,"40"80"31,0 0-47,0 0 15,0 0-15,0 0 0,0 0 16,0 0-16,0 1 16,0-1-16,0 0 0,0 0 0,40 0 15,-40 0-15,0 0 16</inkml:trace>
  <inkml:trace contextRef="#ctx0" brushRef="#br0" timeOffset="10734.0049">15850 1884 0,'40'0'47,"0"0"-47,0 0 0,0 0 16,1 0-1,-1 0-15,-40-40 0,40 40 16,-40-40 0,40 40-16,-40-40 0</inkml:trace>
  <inkml:trace contextRef="#ctx0" brushRef="#br0" timeOffset="10913.9923">16171 1684 0,'0'0'0,"40"-80"16,-40 40-1,0-1-15,0 82 31,0-1-15,0 0-16,0 0 0,0 0 0,0 0 16,0 0-16,0 0 15,0 0-15,0 0 0,0 1 0,0-1 0,0 0 16,0 0 0,0 0-16,0 0 0,0 0 0,-40-40 0,40 40 15</inkml:trace>
  <inkml:trace contextRef="#ctx0" brushRef="#br0" timeOffset="11534.2062">17174 2646 0,'0'0'16,"40"0"15,0 0-15,0 0-1,41 0-15,-81 40 0,40 41 16,-40-41 0,0 0-16,0 0 0,0 0 0,-40 0 15,40 0-15,-40-40 16,40 40-16,-41 1 0,1-1 16,80-80 15,1-1-31,-41 1 0,80 0 0,-40 0 15,0 0-15,0 0 16,0 0-16,0 0 0,1 0 0,39-1 0,-40 1 16,0 0-16,0 0 0,0 0 15,-40 0-15,40 40 0,1-40 0,-41 0 0,0 0 16,-41 40 15,1 40-31,0 0 16,0 0-16,0-40 0,40 40 0,-40 0 15,40 0-15,-40 0 0,40 0 0,-40 1 0,40-1 16,0 0-16,0 0 16,0 0-16,0 0 0,0 0 0,0 40 0,0-39 15,40-1-15,-40 0 0,0 0 16,40 0-16,-40 0 0,40 0 0,0 0 0,0-40 16,0 40-16,0-40 15</inkml:trace>
  <inkml:trace contextRef="#ctx0" brushRef="#br0" timeOffset="11754.264">18538 2446 0,'-40'0'16,"80"0"-16,-120-40 16,80 120-16,0 0 31,0-40-31,0 121 15,0-81-15,40-40 0,0 80 16,-40-80-16,0 41 16,41-41-16,-41 0 0,40-40 31</inkml:trace>
  <inkml:trace contextRef="#ctx0" brushRef="#br0" timeOffset="12104.245">18900 2646 0,'0'-40'15,"0"80"32,0 0-47,40 1 16,-40-1 0,0-80 30,40-1-46,0 1 16,0 0 0,0 40-16,0 0 0,0 0 15,1 0 1,-41 40-16,40-40 0,-40 40 0,40-40 16,-40 81-16,40-81 15,-40 80-15,0-40 0,0 0 16,40-40-16,-40 40 0,0 0 0,0 0 15,0-120 17</inkml:trace>
  <inkml:trace contextRef="#ctx0" brushRef="#br0" timeOffset="12324.2492">19662 2486 0,'40'0'16,"0"0"0,0 40 15,-40 0-31,40 40 0,-40-40 0,0 201 31,-120 40-15,40-161-16,40-80 0,0 40 15,-1-39-15</inkml:trace>
  <inkml:trace contextRef="#ctx0" brushRef="#br0" timeOffset="12694.1743">20505 2927 0,'0'-40'16,"0"80"-16,0-120 16,80 80-16,0 0 15,-40-40 1,0 40-16,121 0 16,-81 0-16,-40 0 15,0 40 1,-40 0-16</inkml:trace>
  <inkml:trace contextRef="#ctx0" brushRef="#br0" timeOffset="12874.2125">20665 3489 0,'-40'40'16,"120"-40"-1,-40 0-15,-40-40 16,241-1-1,-40 1 1,-121 40 0,0 0-16</inkml:trace>
  <inkml:trace contextRef="#ctx0" brushRef="#br0" timeOffset="13294.132">23273 2045 0,'0'0'15,"0"40"1,0 80 0,-40 41-1,0 79 1,40-160 0,0-39-16,-40 159 15,0-160-15,40 0 0</inkml:trace>
  <inkml:trace contextRef="#ctx0" brushRef="#br0" timeOffset="13544.1052">22671 3569 0,'-40'0'15,"80"0"-15,-40 0 16,41-40-1,39 40-15,80 0 32,-120 0-32,201-40 15,-120 40-15,-81 0 16,321 0 0,-201 0-1</inkml:trace>
  <inkml:trace contextRef="#ctx0" brushRef="#br0" timeOffset="13894.084">23354 4130 0,'0'0'0,"-121"40"31,121 0-31,-40-40 15,40 41-15,-120 39 32,-41 80-17,121-120 1,-40 0 0,120-40-1,40 0 1,41 41-16,-1-41 15,161 40 1,-161 0 0,-40-40-16,121 0 15,-161 0-15,-40 40 0,80-40 32</inkml:trace>
  <inkml:trace contextRef="#ctx0" brushRef="#br0" timeOffset="14114.1276">23594 4291 0,'-120'-40'15,"240"80"-15,-320-121 16,200 122 0,0-1-1,40-40-15,-40 80 0,0-40 0,40 0 0,-40 0 16,0 0-16,0 0 0,0 1 0,0-1 0,0 0 15,0 0-15,0 0 0,0 0 16,0 0-16,0 0 0,-40 0 0,40 0 0,0 1 16,0-1-16</inkml:trace>
  <inkml:trace contextRef="#ctx0" brushRef="#br0" timeOffset="14914.0821">26283 2727 0,'0'0'15,"0"-41"-15,-40 41 47,0 0-31,-1 0-16,1 0 15,0 0-15,0 0 0,0 0 0,0 0 16,0 0-16,-41 0 16,1 0-16,40 0 0,0 41 0,-40-41 0,40 40 15,-1-40-15,1 40 0,0-40 16,0 40-16,0-40 0,0 0 0,40 40 0,-40-40 16,-1 40-1,1-40-15,40 40 0,40 0 31,41-40-31,-41 0 16,0 40-16,0-40 0,40 0 0,-39 0 16,-1 41-16,0-41 15,0 0-15,0 40 0,0-40 0,0 0 0,0 0 16,1 40-16,-41 0 16,-41 0-1,41 0 1,-40-40-16,40 40 0,-40 0 0,0 0 0,0 0 15,0 1-15,0-1 0,0 0 0,-1 0 0,-39 40 16,40-40-16,0 0 0,0 0 16,40 1-16,-40-1 0,-1 0 0,41 0 0,-40-40 15,40 40-15,0 0 16,81-40-16,-41 0 16,40 0-16,-40 0 15,0-40-15,41 40 0,-1-40 0,-40 40 0,40-40 16,0 40-16,1-40 0,-41 40 0,40 0 0,0 0 15,1-40-15,-41 40 16,40 0-16,-40 0 0,40 0 0,-40 0 0,1 0 16,39 0-16,-40 0 0,0 40 15,0-40-15,0 0 0,0 0 0,-40 40 0,41-40 16,-82 40 15</inkml:trace>
  <inkml:trace contextRef="#ctx0" brushRef="#br0" timeOffset="15434.0537">25480 4291 0,'-40'0'16,"80"0"-16,-80 40 62,40 0-62,0 0 16,0 0-16,0 0 16,0 0-16,0 0 0,0 1 15,0-1-15,0 0 16,0-80 31,40 0-47,0-1 15,-40 1-15,41 0 16,-1 40-16,-40-40 0,40 0 0,0 40 0,-40-40 16,40 40-16,0-40 0,0 40 15,-40-40-15,40 40 0,1 0 16,-1 0-16,-40 40 15,40-40-15,-40 40 16,40 0-16,-40 0 0,0 0 0,0 0 16,40-40-16,-40 40 0,0 1 15,0-1-15,0 0 0,0 0 0,0 0 16,0 0 0,0 0-16</inkml:trace>
  <inkml:trace contextRef="#ctx0" brushRef="#br0" timeOffset="15624.0566">26203 4732 0,'0'0'15,"0"-40"1,40 40 0,0-40-1,0 40-15,0 0 16,80-40-1,1 40 1,-41 0 0</inkml:trace>
  <inkml:trace contextRef="#ctx0" brushRef="#br0" timeOffset="16134.0113">26323 5013 0,'-40'40'16,"80"-80"-16,0 80 16,0-80-1,0 40 1,81-41 0,-1 1-1,-80 0-15,0 0 16,0 40-16,41-40 15,-1 0 1,-40 40 0,0-80-1,0 40 17,-80 40-17,40 40-15,-40-40 16,0 80-1,40-40-15,0 40 32,0-40-32,40-40 15,0 0 1,40-40 0,1-40-1,-81 40 1,40-40-1,-40 40-15,-40 0 16,0 40 0,40-41-16,-41 41 15,1 0 1,40-40-16</inkml:trace>
  <inkml:trace contextRef="#ctx0" brushRef="#br0" timeOffset="17343.9114">25480 1924 0,'0'-40'78,"0"0"-46,40 0-17,1 40 1,-1-40-16,0 40 0,0-40 16,0 40-1,0 0-15,0 0 16,0 40-16,-40 0 0,0 0 15,0 0-15,0 0 16,0 1-16,-40-41 0,40 40 16,0 0-16,-40-40 15,0 40-15,0 0 16,80-40 31,0 0-32,0 0-15,0 40 16,1-40-16,-41 40 16,0 0-16,0 0 31,0 1-31,-41-41 0,41 40 16,-40-40-16,0 0 15,0 0-15,0 0 16,0 0-16,0 0 15</inkml:trace>
  <inkml:trace contextRef="#ctx0" brushRef="#br0" timeOffset="18063.8531">26764 3128 0,'0'-40'15,"40"40"1,1 0-1,-1 0-15,0 80 0,0-40 16,0 0 0,-40 0-16,0 0 0,0 0 0,0 0 0,0 0 15,0 1-15,0-1 16,0 0-16,-40 0 0,40 0 0,-40 0 0,0 0 16,40 0-1,0-80 1,40 40-16,-40-40 15,40 40-15,0-40 16,0 0-16,0 0 0,0 0 0,1 0 0,-1-1 16,0-39-16,0 40 0,0 0 15,0 0-15,0-40 0,0 40 0,-40 0 0,41-1 16,-41 1-16,40 0 16,-40 0-16,0 0 0,-40 40 15,40 40-15,-41-40 16,41 80-16,-40-80 0,0 40 15,0 1-15,40-1 0,-40 0 0,40 0 0,-40 0 16,40 0-16,-40 0 16,40 0-16,0 0 0,0 0 0,0 1 0,0-1 15,0 0-15,0 0 0,0 0 16,0 0-16,0 0 0,40-40 0,-40 40 0,40 0 16,0 1-1,0-1-15,40-40 0,-39 40 0,-1-40 16,0 0-16,0 0 0</inkml:trace>
  <inkml:trace contextRef="#ctx0" brushRef="#br0" timeOffset="18293.8565">28088 3128 0,'-40'-81'16,"80"162"-16,-120-202 15,40 161-15,40 1 16,0-1-1,-40 0-15,40 0 0,0 0 0,-40 0 0,40 0 16,0 0-16,0 0 0,0 0 16,0 1-16,0-1 0,0 0 0,0 0 0,40 0 15,-40 0-15,40 0 16,0 0-16,0-40 31,-40-40-31</inkml:trace>
  <inkml:trace contextRef="#ctx0" brushRef="#br0" timeOffset="18623.8193">28169 3368 0,'0'0'0,"40"-80"16,0 40-16,-40 0 15,40 40-15,-40 40 32,80 40-17,-80-40-15,40 40 31,1-120 1,-1 0-32,-40-40 15,40 80-15,0 0 16,-40-40-16,40 40 0,0 0 16,-40 40-1,40-40-15,-40 40 0,0 0 16,0 0-16,0 0 0,0 1 15,0-1-15,0 0 16,0 0-16</inkml:trace>
  <inkml:trace contextRef="#ctx0" brushRef="#br0" timeOffset="18833.83">29252 2727 0,'0'40'15,"40"0"-15,-40 0 16,40 120 0,1-79-16,-1 119 15,-40-160-15,0 40 0,-40-40 16,-41 81-16,41-81 0,-201 160 31,161-159-31</inkml:trace>
  <inkml:trace contextRef="#ctx0" brushRef="#br0" timeOffset="20083.734">5417 6256 0,'0'0'0,"-40"0"0,0 0 32,40-40-17,40 0 1,0 40-16,0 0 0,0 0 16,0 0-16,1-40 15,-1 40-15,0 0 0,40 0 0,-40 0 0,0 0 16,0 0-16,1 0 0,-1 0 0,0 0 0,0 0 15,0 0-15,0 0 16,0 40-16</inkml:trace>
  <inkml:trace contextRef="#ctx0" brushRef="#br0" timeOffset="20313.7388">5578 6737 0,'-81'40'0,"162"-80"0,-322 120 32,281-80-17,-40-40-15,80 40 16,-40 0-16,41 0 0,-41 0 0,40 0 0,-40 0 16,40 0-16,1 0 0,-41-40 15,40 40-15,-40 0 0,40 0 0,-40 0 0,1 0 16,-1 0-16,0 0 0</inkml:trace>
  <inkml:trace contextRef="#ctx0" brushRef="#br0" timeOffset="20583.7811">7464 5734 0,'-81'-40'15,"162"80"-15,-242-120 0,121 80 0,40-40 0,-40 40 32,40 40-17,0 0 1,40 121 0,-40-41-1,0-40-15,0 121 16,0-161-16,0 0 0,0 0 0,0 80 15</inkml:trace>
  <inkml:trace contextRef="#ctx0" brushRef="#br0" timeOffset="20843.7068">6541 6777 0,'0'0'16,"-41"0"-1,82-40 1,39 40 0,-40-40-16,201 40 31,-201-40-31,40 40 0,81 0 16,-81-40-16,161 40 15,-161-40-15,0 40 0,-40 0 16,281-40-1,-240 40-15</inkml:trace>
  <inkml:trace contextRef="#ctx0" brushRef="#br0" timeOffset="21153.6766">7504 7138 0,'-40'40'16,"80"-80"-16,-161 120 15,81-40-15,0 1 16,0-41 0,0 40-16,0-40 0,-1 40 31,-39 0-15,40 0-1,80-40 1,40 0-1,-39 0-15,159 0 16,-160 0-16,1 0 0,-1 0 16,80 0-1,-80 0-15,121 0 16,-121 0-16,0 0 0,40 0 16</inkml:trace>
  <inkml:trace contextRef="#ctx0" brushRef="#br0" timeOffset="21373.7342">7664 7138 0,'-80'0'16,"160"0"-16,-200 40 31,120 0-31,0 41 16,0 159-1,0 41 1,-40-201 0,40 0-16,-81 81 15</inkml:trace>
  <inkml:trace contextRef="#ctx0" brushRef="#br0" timeOffset="21753.7116">9470 5454 0,'-121'-80'16,"242"160"-16,-402-160 31,281 160-31,-80-40 0,40 0 0,-161 361 32,161-241-32,0-79 0,40 199 15,0-199-15,40-1 0,80 120 31,1 1-31,119 120 32,41-161-17,-241-160-15</inkml:trace>
  <inkml:trace contextRef="#ctx0" brushRef="#br0" timeOffset="22613.591">10272 6176 0,'-40'-40'16,"80"80"-16,-80-121 0,40 41 15,-40 40 79,80 0 94,-40-40-188,40 40 31,0 0-31,1 0 0,-1 0 16,0 0-16,-40 40 15,40-40-15,-40 81 0,0-41 0,0 0 0,0 0 16,0 0-16,0 40 0,0-40 0,-40 40 0,40 1 15,-80-41-15,80 0 16,-41 0-16,41 40 0,-40-80 0,40 40 0,-40 0 16,40-80-1,0 0 1,0 0 0,40-40-16,-40 40 0,81 0 0,-41 0 0,0-41 15,0 41-15,0-40 0,0 40 0,40-40 0,-39 40 16,-1 0-16,0-1 0,0 41 15,-40-40-15,40 40 0,-40-40 0,40 40 0,-80 40 63,40 0-63,-40 1 0,0-1 0,0 0 16,0 40-16,-1-40 15,41 0-15,-40 40 0,40-40 0,-40 1 0,40-1 16,0 0-16,0 0 0,0 0 0,0 0 0,0 0 15,80-40-15,-80 40 0,41-40 16,-1 0-16,40 40 0,-40-40 0,40 0 0,-39 0 16,39 0-16,0 0 15</inkml:trace>
  <inkml:trace contextRef="#ctx0" brushRef="#br0" timeOffset="22823.649">11757 6216 0,'0'-40'16,"0"80"-16,-80-120 15,0 80-15,-1 40 32,1 200-17,80-119 1,0-81-16,40 160 16,-40-160-16,0 0 0,80 41 15,-80-1 1,41-80-16</inkml:trace>
  <inkml:trace contextRef="#ctx0" brushRef="#br0" timeOffset="23063.6354">12038 6416 0,'40'0'0,"-80"0"0,80-40 16,0 40-16,0 0 16,0 161-1,-40-81 1,0-40-16,-120 80 15,80-120-15,0 40 0,-40-40 32,39 0-32,1-40 15,40 0-15,0 0 0,0 0 16,161-121 0,-1 81-1,-79 40 1,-41 0-16</inkml:trace>
  <inkml:trace contextRef="#ctx0" brushRef="#br0" timeOffset="23223.5524">12720 6136 0,'40'0'16,"-80"0"-16,120 0 15,-40 0-15,-40 40 16,0 0-16,41 120 16,-41-120-16,40 40 0,-40-39 15,0 199 1,-161 1-1,1-161 1</inkml:trace>
  <inkml:trace contextRef="#ctx0" brushRef="#br0" timeOffset="23443.5561">13763 6777 0,'0'0'0,"0"-40"16,0 0 0,40 40-16,81-40 15,-41 40-15,-40 0 0,201 0 32,-161 0-32,81 0 0,-41 0 0,161 40 15,-161-40-15</inkml:trace>
  <inkml:trace contextRef="#ctx0" brushRef="#br0" timeOffset="23653.6019">14405 6537 0,'0'0'15,"-40"0"-15,40-41 16,0 82 15,0 39-31,0-40 0,0 0 0,0 0 16,40 0-16,-40 40 15,0-39-15,0 39 0,0-40 0,0 40 0,0 0 16,0-40-16,0 41 0,0-41 16,0 0-16,0 0 0</inkml:trace>
  <inkml:trace contextRef="#ctx0" brushRef="#br0" timeOffset="24083.5054">15409 6336 0,'0'40'31,"0"0"-31,40 0 0,-40 0 0,0 1 16,0-1-16,0 0 0,0 0 0,0 0 0,0 0 15,-40 0-15,-1 0 16,41 0-16,-40 1 0,0-1 16,40-80-1,40 40-15,0-41 0,1 41 16,-1-80-16,40 40 16,-40 0-16,40 0 0,-40 0 0,41 0 0,-41 0 15,40-1-15,-40 1 0,40 0 0,-39 0 0,-1 0 16,0 0-16,-40 0 0,40 0 15,0 0-15,-40 0 0,-80 40 32,40 0-32,0 0 0,40 40 0,-41-40 15,1 40-15,0 0 0,0 0 16,0 0-16,0 40 0,40-40 0,0 0 0,-40 41 16,40-41-16,0 0 15,0 0-15,80 40 0,0-40 0,-40 0 16,0 1-16,41-41 0,-41 0 0,0 40 0,40-40 15,-40 0-15,41 0 0,-41 0 16,40 0-16</inkml:trace>
  <inkml:trace contextRef="#ctx0" brushRef="#br0" timeOffset="24303.5084">16973 6256 0,'0'0'0,"-40"0"0,-40 0 16,40 0-16,-80 80 15,79 121 17,82 79-17,79-79 1,0-121 15</inkml:trace>
  <inkml:trace contextRef="#ctx0" brushRef="#br0" timeOffset="24473.5535">17335 6496 0,'-41'0'0,"-79"81"32,80-41-32,0 0 0,40 0 0,0 120 15,40 81 16,-40-161-31,40-40 0,-40 41 16</inkml:trace>
  <inkml:trace contextRef="#ctx0" brushRef="#br0" timeOffset="24703.5396">17615 6416 0,'0'0'16,"81"0"0,39 121-1,0 119 17,-160 41-17,-281-40 1,241-201-16</inkml:trace>
  <inkml:trace contextRef="#ctx0" brushRef="#br0" timeOffset="24923.4577">18458 7098 0,'-40'-40'31,"80"80"-31,-80-120 0,120 0 16,-40 80-16,41-40 0,200 40 15,-201 0-15,441 40 32,-400-40-32,-1 0 0,121 0 15,-121 0-15</inkml:trace>
  <inkml:trace contextRef="#ctx0" brushRef="#br0" timeOffset="25123.4425">19501 6777 0,'0'-40'0,"0"80"0,-40-80 0,0 40 31,0 80-31,0-40 0,40 41 16,0 239-1,0-239-15,80 159 16,-80-200-16,0 1 0,40-1 16,-40 80-1</inkml:trace>
  <inkml:trace contextRef="#ctx0" brushRef="#br0" timeOffset="25523.4209">19943 6817 0,'40'-80'32,"-80"160"-32,120-160 0,-40 80 0,0 0 0,41 0 31,39 80-31,0 81 31,-160 79-15,-40-159-1,160-81 1,0-41 0,1 1-16,39-40 15,-40 40-15,161-120 16,-161-1 0,-120 121-1,-160 80 16,119 40-31,81-39 0,-40 39 16,40-40-16,80 160 16,121 1 15,0-121-15</inkml:trace>
  <inkml:trace contextRef="#ctx0" brushRef="#br0" timeOffset="25733.4806">21949 6898 0,'0'0'0,"-160"0"16,-121 40 0,241 120-1,160 0 1,81 41-1,-121-121 1,0-40 0</inkml:trace>
  <inkml:trace contextRef="#ctx0" brushRef="#br0" timeOffset="26023.4284">22350 6817 0,'0'0'16,"41"0"-16,-41 40 16,40 81-1,-40-81-15,0 120 32,0-120-32,0 0 0,0 1 15,0-1-15,0 0 16,40-40-1,0 0-15,201-40 32,-201 0-32,160-1 15,-159 41-15,-1 0 0,0 0 16,-40-40-16</inkml:trace>
  <inkml:trace contextRef="#ctx0" brushRef="#br0" timeOffset="26213.4013">23394 6777 0,'-40'0'15,"40"40"1,0 121 0,0-121-16,80 160 15,-80-160-15,0 41 0,0 39 31,0-40-31,-201 41 16,161-121-16,-40 40 0</inkml:trace>
  <inkml:trace contextRef="#ctx0" brushRef="#br0" timeOffset="26493.8146">25079 7419 0,'-80'-40'15,"160"80"-15,-200-80 0,39 0 16,41 0-16,120 40 31,-39 0-31,-1 0 0,0 0 0,40 0 0,0 0 16,-40 0-16,41 0 0,-1 0 15,0 0-15,1 0 0,-41 0 0,40 0 0,-40 0 16,40 0-16,-40 0 16,1 0-16,-1 0 0,0 0 0</inkml:trace>
  <inkml:trace contextRef="#ctx0" brushRef="#br0" timeOffset="26713.8077">25440 7058 0,'-80'-40'16,"160"80"-16,-200-80 15,120 80 1,0 0-16,0 0 0,0 40 16,0-40-16,0 41 0,0-41 0,40 40 0,-40-40 15,0 40-15,0-40 0,0 41 0,0-41 0,0 0 16,0 0-16,0 0 15,0 0-15,0 0 0,0 0 0</inkml:trace>
  <inkml:trace contextRef="#ctx0" brushRef="#br0" timeOffset="27123.7612">25962 7138 0,'0'-40'16,"0"80"-16,0-120 0,-40 0 15,120 80 1,-40 0-16,0 40 0,40-40 0,-39 40 16,-1 0-16,0 0 0,0 0 15,0 0-15,-40 0 0,0 1 0,0-1 0,0 0 16,0 0-16,-40 0 16,40 0-16,-80 0 0,40 0 0,-1 0 15,1-40-15,80-40 16,41 0-1,-41 0-15,0 40 0,-40-40 0,40 0 16,0 0-16,0 40 16,0-40-16,1 0 0,-1-1 0,0 1 0,-40 0 15,40 0-15,-40 0 0,0 0 16,0 0-16,0 80 31,-80 0-31,80 0 0,0 0 16,0 0-16,0 0 0,0 1 0,0 39 0,0-40 15,0 0-15,0 0 0,40 0 16,-40 0-16,80 0 0,-40-40 0,0 41 0,0-41 16,1 40-16,-1-40 15,0 0-15,0 0 0,0 0 0</inkml:trace>
  <inkml:trace contextRef="#ctx0" brushRef="#br0" timeOffset="27333.8219">27567 6938 0,'0'-40'16,"0"80"-16,-40-40 0,40 120 31,0-40-31,0 0 0,0-40 0,80 201 31,80-80-15,-79-121-16,-41-40 0</inkml:trace>
  <inkml:trace contextRef="#ctx0" brushRef="#br0" timeOffset="27653.8043">28169 6978 0,'80'-40'15,"-160"80"-15,240-120 16,-80 80-16,-39 0 0,79-41 15,-80 41-15,40 0 32,-80 41-32,0-1 0,0 0 0,0 0 15,-40 0-15,0 40 16,-40-40-16,40 40 16,40 1-1,80-1 1,-40-80-16,40 40 0,-40-40 0,121 160 31,-121 1-15,-241-41-1,121-120 1,0 0-16,-81-40 16</inkml:trace>
  <inkml:trace contextRef="#ctx0" brushRef="#br0" timeOffset="27883.7901">29092 6737 0,'0'40'16,"40"-40"-1,-40 40-15,40 0 0,0 41 16,0-1-16,0 201 15,-40-121 1,0-80-16,-200 121 16,160-121-16,-41-40 0,1 0 15,-161 40-15</inkml:trace>
  <inkml:trace contextRef="#ctx0" brushRef="#br0" timeOffset="28303.7137">30095 5935 0,'-40'40'16,"40"0"-16,0 40 15,40 281 17,0-120-32,0-121 0,-40 442 31,0-442-31,-40 41 0,0-1 0,-562 442 31,40-282-31</inkml:trace>
  <inkml:trace contextRef="#ctx0" brushRef="#br0" timeOffset="29413.7021">4855 9665 0,'0'0'0,"-40"0"0,0 0 16,0 0-16,40-40 31,80 40-31,-80-40 16,80 40-1,201 0 1,80 40 0,-320-40-16</inkml:trace>
  <inkml:trace contextRef="#ctx0" brushRef="#br0" timeOffset="29603.6163">5537 10186 0,'-80'40'0,"160"-80"0,-200 120 0,0-40 31,80-40-31,80 0 16,40 0-16,-40 0 0,0 0 0,40 0 15,1-40-15,-1 40 0,0 0 16,0 0-16,1-40 0,-1 40 0,0-40 0,41 0 16</inkml:trace>
  <inkml:trace contextRef="#ctx0" brushRef="#br0" timeOffset="30523.5636">8065 9143 0,'0'-40'0,"0"0"0,-40 40 0,40-40 16,0 0 0,0 0-1,0 80 16,0 0-31,0 0 16,0 0-16,0 0 16,0 1-16,0-1 0,0 0 0,0 0 0,0 40 15,0-40-15,0 40 0,-40-40 16,40 1-16,0 39 0,0-40 0,0 0 0,0 0 16</inkml:trace>
  <inkml:trace contextRef="#ctx0" brushRef="#br0" timeOffset="30813.6204">7223 10387 0,'-40'0'15,"80"0"-15,-121 0 0,81-40 16,81-1-1,160 1 17,-161 40-32,161 0 31,-161 0-31,-40-40 0,0 40 0,80-40 31,-79 40-31</inkml:trace>
  <inkml:trace contextRef="#ctx0" brushRef="#br0" timeOffset="31153.5996">7744 10587 0,'-120'80'16,"240"-160"-16,-320 201 15,160-81-15,40 0 0,-121 80 32,121-80-32,-40 0 0,40 0 0,-40 0 31,40 1-15,40-41-1,-40-41 1,201-39-1,-161 40-15,40 0 16,-40 40-16,121-40 16,-41 0-1,-80 40 1,0-40-16,1 40 0</inkml:trace>
  <inkml:trace contextRef="#ctx0" brushRef="#br0" timeOffset="31373.5134">7905 10667 0,'0'0'0,"-40"0"0,0 0 15,0-40 1,40 80 15,0 41-31,0-41 16,0 0-16,0 0 0,0 0 0,0 40 0,0-40 15,0 41-15,-41-41 16,41 40-16,0-40 0,-40 0 0,40 0 0,0 0 16,0 0-16,0 1 0,0-1 15,40-40-15</inkml:trace>
  <inkml:trace contextRef="#ctx0" brushRef="#br0" timeOffset="31953.4847">9430 8903 0,'0'0'0,"-40"0"0,-1-40 15,1 40-15,0 0 16,-80 160-1,-81 241 17,121-200-32,0 160 31,280-121-15,-79-160-1,119-39 1,-159-1-16,-41-40 0,40 0 31,-40 0-31,-40-40 63,-40 40-63,40-41 0,-40 41 15,40-40-15</inkml:trace>
  <inkml:trace contextRef="#ctx0" brushRef="#br0" timeOffset="33463.3919">10433 9384 0,'0'-40'0,"-40"0"15,40 0 1,-40 40-16,-1-40 15,1 40-15,0 0 16,40 80 0,-40-40-16,40 0 0,-40 0 0,40 40 0,-40-40 15,40 41-15,-40-41 16,40 40-16,0-40 0,0 0 0,0 40 0,40-39 16,40-1-16,-80 0 15,40-40-15,0 40 0,41-40 0,-41 0 16,0 0-16,0 0 0,40 0 0,-40-40 0,0 40 0,1-80 15,39 39-15,-40 1 16,-40 0-16,40 0 0,0 0 0,-40 0 0,0 0 16,0 0-16,0-41 0,0 41 15,0 0-15,-40 0 0,40 0 0,-40 0 16,40 0-16,-80 0 0,40 40 16,-1-40-16,1 0 0,0 40 0,0 0 15,0 0-15,0 0 0,0 40 0,40 0 16,0 0-1,40 0-15,-40 0 0,80 0 16,-40-40-16,0 40 0</inkml:trace>
  <inkml:trace contextRef="#ctx0" brushRef="#br0" timeOffset="33693.4533">12118 9785 0,'0'0'16,"40"0"0,161-40-1,-81 0 1,-39 0-16,79 40 16,-80 0-16,241 0 15,-40 40 1,-241-40-16</inkml:trace>
  <inkml:trace contextRef="#ctx0" brushRef="#br0" timeOffset="33953.3919">12760 9464 0,'-40'-40'16,"80"80"-16,-120-120 0,40 40 0,40 0 15,0 80 32,0 40-47,0-40 0,0 0 0,0 0 16,0 41-16,0-41 16,0 40-16,0 0 0,0-40 0,0 0 0,0 41 15,0-41-15,0 0 0,0 0 0,0 0 0,0 0 16,0 0-16,0 0 15,40-40-15</inkml:trace>
  <inkml:trace contextRef="#ctx0" brushRef="#br0" timeOffset="34183.424">13964 9184 0,'0'0'0,"-120"80"31,79 0-31,1 161 31,80-1-15,1-119 0,-41 39-1,0-120-15</inkml:trace>
  <inkml:trace contextRef="#ctx0" brushRef="#br0" timeOffset="34373.3397">14445 10146 0,'41'0'16,"-41"-40"-16,40 40 15,0-40-15,120-40 16,-79 80-16,-1-40 0,161 40 31,40 0-31,-161 40 16,-80-40-16,80 40 15</inkml:trace>
  <inkml:trace contextRef="#ctx0" brushRef="#br0" timeOffset="34593.3453">15128 9665 0,'0'0'16,"-40"0"-16,40-40 0,0 80 31,0 40-15,0-40-16,40 0 0,-40 0 0,0 41 0,0-41 0,0 0 15,0 40-15,0-40 16,0 0-16,-81 0 0,81 40 0,0-39 0,0-1 15,0 0 1,0 0-16</inkml:trace>
  <inkml:trace contextRef="#ctx0" brushRef="#br0" timeOffset="34903.3436">15810 9785 0,'40'-40'16,"-80"80"-16,120-160 15,-40 120-15,40-40 16,81 80 0,-121 120 15,-160 41-15,-1-81-16,1 40 31,120-119-31,120-41 31,-39-41-31,39 41 16,-80 0-16,201-40 15,-201 40-15,40 0 0,-40 0 16,81-40-16</inkml:trace>
  <inkml:trace contextRef="#ctx0" brushRef="#br0" timeOffset="35043.3765">16973 10266 0,'0'0'0,"81"0"32,-41 0-32,40-40 0,0 40 0,1-40 15,280 0 1,-80 0 0,-281 0-16</inkml:trace>
  <inkml:trace contextRef="#ctx0" brushRef="#br0" timeOffset="35263.3619">17294 9946 0,'-40'-81'16,"80"162"-16,-80-242 16,40 121-16,40 40 15,-40 40-15,0 0 16,0 0-1,0 0-15,0 41 0,0-41 0,0 40 0,0-40 16,0 40-16,0-40 16,0 41-16,0-1 0,0-40 0,0 40 0,0-40 15,0 0-15,41 0 0,-41 1 16,0-1-16,40-40 0</inkml:trace>
  <inkml:trace contextRef="#ctx0" brushRef="#br0" timeOffset="35673.2645">18017 9825 0,'-40'-80'16,"80"160"-16,120-280 15,-120 160-15,1 40 16,280 0-1,-281 40-15,40 80 32,-80-80-32,0 0 0,-40 0 0,-40 41 15,-1 39 1,41-80-16,40 120 16,281-39 15,-241-121-31,161 120 15,-201-80-15,40 0 16,-40 0-16,-161 0 16,41 1-1,-241 39 1,80-80 0,241-40-16</inkml:trace>
  <inkml:trace contextRef="#ctx0" brushRef="#br0" timeOffset="35913.3235">19542 9384 0,'80'40'31,"-160"-80"-31,360 321 15,-199-241-15,-41 40 16,120 281 0,-160-281-16,0 241 15,-80-241-15,40 1 0,0-41 16,-81 120 0,-79 0-16</inkml:trace>
  <inkml:trace contextRef="#ctx0" brushRef="#br0" timeOffset="36258.588">21628 10266 0,'-40'0'15,"80"0"-15,-80-40 0,120-40 31,0 80-31,-39-40 0,159 40 16,202-40 0,-81 80-1</inkml:trace>
  <inkml:trace contextRef="#ctx0" brushRef="#br0" timeOffset="36528.6322">21829 11028 0,'0'0'0,"-121"40"16,202-80-1,119 0 1,1 0 0,160 0-1,-80 40 1,-201 0 15,-160 0-31,40 0 31,-81 0-15,81 0 0</inkml:trace>
  <inkml:trace contextRef="#ctx0" brushRef="#br0" timeOffset="37138.595">23955 9504 0,'0'0'0,"0"-40"16,-40 40-16,0 0 15,-40 0-15,40 40 0,0 0 16,0 1-16,-1-1 0,41 40 0,-40-40 15,40 0-15,0 40 16,0-40-16,0 1 0,0-1 0,40 40 0,-40-40 16,41 0-16,-1 0 0,0 0 15,0 0-15,0-40 0,0 40 0,0-40 0,0 41 16,1-41 0,-1 0-16,0-81 15,-40 41-15,0 0 0,-40 0 16,-41 0-16,81 0 15,-40 40-15,0 0 0,0 0 0,0 0 0,0 0 16,0 0 0,0 0-16,40 40 0,-41-40 0,41 40 15,0 0 1,0 0-16,0 0 0</inkml:trace>
  <inkml:trace contextRef="#ctx0" brushRef="#br0" timeOffset="37368.5284">23394 10868 0,'-40'0'0,"80"0"0,-40-40 32,40 40-32,0 0 0,0 0 0,0 0 15,0-40-15,41 40 0,-41 0 0,0 0 0,0 0 16,40 0-16,-40-40 15,41 40-15,-41 0 0,40 0 0,-40 0 0,40 0 16,-40-40-16,41 40 0,-41 0 16,40 0-16,-40 0 0,0 0 0,0 0 15</inkml:trace>
  <inkml:trace contextRef="#ctx0" brushRef="#br0" timeOffset="37618.5681">23915 11109 0,'-120'80'16,"240"-160"-16,-280 160 0,39 0 31,81-80-31,40 40 0,-40-40 0,0 120 32,40-79-32,201-1 15,-161-40-15,160 0 31,1 0-15,40 0 0,-161 0-1</inkml:trace>
  <inkml:trace contextRef="#ctx0" brushRef="#br0" timeOffset="37818.4947">24156 11429 0,'-80'-40'31,"160"80"-31,-200-120 0,39 40 16,41 40-1,40 40-15,0 161 32,0 120-17,0-161-15,-160 161 31</inkml:trace>
  <inkml:trace contextRef="#ctx0" brushRef="#br0" timeOffset="39828.3678">1645 13034 0,'0'40'110,"-40"0"-110,40 0 15,0 0-15,-40 0 16,40 0-16,0 0 0,0 0 0,-40 1 0,40-1 16,0 0-16,0 0 15,0 0-15,0 0 0,0-80 47,0 0-47,0 0 16,0 0-16,0 0 15,0-1-15,0-39 0,0 40 0,0 0 0,40-40 16,-40 40-16,0-40 16,40 39-16,-40-39 0,0 40 0,0 0 0,40-40 15,0 40-15,-40 0 0,40-1 16,-40-39-16,41 40 0,-41 0 0,40 0 16,-40 0-16,40 40 0,-40-40 0,40 40 15,-40-40 1,40 80 15,-40 0-31,40 40 16,-40-40-16,40 0 15,-40 0-15,0 0 0,0 1 0,0-1 16,40 40-16,-40-40 0,0 0 16,0 0-16,0 0 0,0 41 0,41-41 0,-41 0 15,0 0-15,0 0 0,40 0 0,-40 0 16,40 0-16,-40 0 15,0 0-15,40-40 0,-40 41 0</inkml:trace>
  <inkml:trace contextRef="#ctx0" brushRef="#br0" timeOffset="40098.4229">1806 13194 0,'0'0'16,"-81"-40"-16,1 0 31,0 40-15,120 0 15,0 0-15,-40-40-16,80 40 0,-39-40 15,-1 40-15,0-40 0,0 40 0,0 0 0,0-41 16,0 1-16,41 40 16,-41 0-16</inkml:trace>
  <inkml:trace contextRef="#ctx0" brushRef="#br0" timeOffset="40548.3992">2849 12392 0,'-40'0'16,"80"0"-16,-120 0 15,40 0-15,40 40 16,-81 40 0,41 41-1,0-1 1,40 121-1,40-41 1,121-40 15,-41-119-15,0-41 0,-120-41-16</inkml:trace>
  <inkml:trace contextRef="#ctx0" brushRef="#br0" timeOffset="40778.329">3411 12673 0,'-40'0'0,"80"0"0,-121-40 16,81 80 30,0 0-30,0 0-16,0 0 0,0 0 0,0 40 0,0-40 16,0 1-16,0-1 15,0 0-15,0 0 0,0 0 0,0 0 0,0 0 16,0 0-16,0 0 0,0 0 16,0 1-16</inkml:trace>
  <inkml:trace contextRef="#ctx0" brushRef="#br0" timeOffset="41218.3067">3772 12753 0,'0'0'0,"-40"-40"16,40 0-1,-40 40 16,40 40-15,-40 0-16,-161 120 31,80 1-15,41-81 0,80-40-1,40-80 16,0-40-15,81 40 0,-1 40 15,1 120-15,-1 0-1,-80-80 1,81 0-1</inkml:trace>
  <inkml:trace contextRef="#ctx0" brushRef="#br0" timeOffset="41508.4024">4173 12512 0,'-40'-80'16,"80"160"-16,-80-240 16,40 120-16,40 40 0,0 0 31,41 160-15,-1 81-1,-40-121 1,-40 41-16,0-81 15,-40 160 1,-40-159 0,39-1-1,-39-40-15</inkml:trace>
  <inkml:trace contextRef="#ctx0" brushRef="#br0" timeOffset="41868.3819">5136 12953 0,'-40'0'16,"0"0"-16,40-40 15,80-80 1,41 80 0,-1 0-1,0 40 16,-80 0-31,81 40 32,-81-40-32</inkml:trace>
  <inkml:trace contextRef="#ctx0" brushRef="#br0" timeOffset="42088.4017">5216 13435 0,'-40'0'0,"80"0"0,-80 40 0,80-40 31,-40-40-31,41 40 16,-1 0-16,0-40 16,0-1-16,0 41 0,0 0 0,0 0 15,-40-40-15,40 40 0,1 0 0,-1-40 16,0 40-16,0 0 15,0 0-15,0 0 0,0 0 0,0 0 0,1 0 16</inkml:trace>
  <inkml:trace contextRef="#ctx0" brushRef="#br0" timeOffset="42658.3385">7343 12432 0,'0'-40'31,"0"80"-31,0-120 0,0 40 0,121 0 16,-1 40-1,-80 0 1,40 160-1,-160 81 1,-80-81 0,79-40-1,1-39-15,40-41 0,0 0 32,40-80-32,0 0 15,40 40-15,-40-40 0,40-1 0,-40 1 0,40 40 16,0-40-16,0 40 15,1-40-15,-1 40 0,0 0 0,0 0 0,0 0 16,0 0-16,0 40 16,0-40-16,1 40 0,-1-40 0,0 40 0,0-40 15,-40 41-15,40-41 0,0 40 16,0 0-16,0-40 0,-40 40 16,41-40-16,-1 0 0,0 0 0</inkml:trace>
  <inkml:trace contextRef="#ctx0" brushRef="#br0" timeOffset="42978.3471">7102 13876 0,'-160'40'31,"320"-80"-31,-400 120 16,280-120 0,0 40-1,0 0 1,0 0-16,0 0 0,0-40 0,0 40 0,41 0 16,-41 0-16,40-40 0,-40 40 0,41 0 0,-1-40 15,0 40-15,0 0 0,1-40 16,-1 40-16,40 0 0,-40 0 0,1-41 0,-1 41 15,0 0-15,0 0 16,1-40-16,-1 40 0,-40 0 0,0 0 0,0 0 16</inkml:trace>
  <inkml:trace contextRef="#ctx0" brushRef="#br0" timeOffset="44318.3125">7504 14598 0,'-40'0'16,"-1"0"-1,1 0 1,0 0 0,0 40-16,0 0 15,0-40-15,40 40 0,-40 0 16,-1-40-16,1 40 0,0-40 0,40 40 0,-40 0 16,0-40-16,0 41 0,0-41 0,40 40 15,-40-40-15,40 40 16,40-40 15,0 0-31,0-40 0,40 40 0,-40 0 16,0-40-16,41 40 15,-41 0-15,0 0 0,40 0 0,-40 0 0,1 0 16,39 0-16,-40 40 0,0-40 16,0 0-16,0 0 0,0 0 0,1 0 0,-1 0 15,0 0-15,0 0 0,0 0 0,0 0 16,0 0-1</inkml:trace>
  <inkml:trace contextRef="#ctx0" brushRef="#br0" timeOffset="44618.2959">7423 14718 0,'-40'-40'16,"0"40"-1,40 40 17,0 0-17,0 0-15,40 0 0,-40 0 16,0 1-16,0-1 0,0 0 15,0 0-15,0 0 0,0 40 0,0-40 0,0 0 16,0 1-16,40-1 16,-40 0-16,0 0 0,0 0 0,0 0 0,0 0 15,0 0-15</inkml:trace>
  <inkml:trace contextRef="#ctx0" brushRef="#br0" timeOffset="46528.1844">11235 12592 0,'0'0'0,"-40"0"32,0 0 264,0 0-296,0 0 16,0 0-16,0 0 0,0 0 16,-1 0-16,-39 0 0,40 0 0,-40 0 0,40 0 15,-1 0-15,-39 0 16,0 0-16,40 0 0,0 41 0,0-41 0,-41 0 16,41 0-16,0 40 0,0-40 0,0 0 0,40 40 15,-40-40-15,0 40 0,-1-40 16,1 0-16,0 40 0,0 0 0,0 0 15,40 0 1,-40-40-16,40 40 0,0 1 16,-40-41-16,40 40 15,0 0-15,0 0 16,40 0 0,0-40-16,0 0 15,0 40-15,0-40 0,0 0 0,1 0 0,39 0 16,-40 0-16,40 0 0,-40 0 15,41 40-15,-41-40 0,0 0 0,0 0 0,40 0 16,-40 0-16,-40 40 16,40-40-16,1 0 0,-41 40 0,0 0 31,0 1-31,-41-1 16,41 0-16,-80 0 0,80 0 15,-40-40-15,0 40 16,0 0-16,0 0 0,0 0 0,-1-40 15,1 41-15,40-1 0,-40 0 16,0-40-16,40 40 0,-40 0 0,0 0 16,0 0-16,0 0 15,-1 0-15,41 0 16,41 1 31,39-41-32,-40 0 1,0 0-16,0 0 16,0 0-16,0 0 0,41 0 0,-41 0 0,40-41 15,-40 41-15,40 0 16,1 0-16,-1 0 0,-40 0 0,40 0 0,1 0 16,-1 0-16,0 0 0,0 0 0,1 0 0,-41 0 15,40 0-15,-40 0 0,0 0 16,0 0-16,-80 0 62,0 0-62,0 0 32,0 0-32</inkml:trace>
  <inkml:trace contextRef="#ctx0" brushRef="#br0" timeOffset="49817.994">9831 15159 0,'0'-40'0,"0"0"31,0 0-31,0 0 0,40 0 16,-40 0-1,40-1-15,0 41 16,0 0 0,1 0-1,-41 41-15,40-41 0,-40 40 0,40-40 16,-40 40-16,0 0 0,0 0 15,40 0-15,-40 0 0,0 0 0,0 0 0,0 1 16,0-1-16,0 0 16,0 0-16,0 0 0,-40 0 15,40-80 1,40 40 0,-40-80-16,0 40 0,40 0 0,-40-1 0,40 1 15,-40 0-15,40 0 16,-40 0-16,40 0 0,1 0 0,-41 0 15,40 40-15,-40-40 0,40 40 16,-40 40 0,40-40-16,-40 40 15,0 0-15,0 0 0,40 0 0,-40 0 0,0 0 16,40 0-16,-40 1 0,0-1 16,0 0-16,0 0 0,0 0 15,40-40-15,-40 40 0,40-40 0,1 0 31,-1 0-31</inkml:trace>
  <inkml:trace contextRef="#ctx0" brushRef="#br0" timeOffset="50047.9822">10995 15119 0,'0'0'16,"0"-40"-1,0 0-15,40 40 16,0-40-16,0 0 0,80 0 31,-79 40-31,39-41 0,-40 41 0,120 0 31,-79 0-15,-81 41 0,0-1-16</inkml:trace>
  <inkml:trace contextRef="#ctx0" brushRef="#br0" timeOffset="50217.9704">11195 15400 0,'0'0'16,"81"-80"0,-41-1-16,80 1 31,-80 80-31,0-40 0,0 40 15,-40-40-15,81 40 16,-41 0-16,0 0 0</inkml:trace>
  <inkml:trace contextRef="#ctx0" brushRef="#br0" timeOffset="50557.8805">12359 14878 0,'-80'-40'31,"40"40"-31,-1 0 16,1 0-16,0 81 16,0-41-16,40 0 0,0 0 31,0 0-15,0 0-1,40-40-15,0 0 16,0 0-16,1-80 15,79 40 1,-120-81 15,0 81-31,-80 40 32,-1 0-17,41 0-15,40 40 16</inkml:trace>
  <inkml:trace contextRef="#ctx0" brushRef="#br0" timeOffset="51727.9948">10232 11911 0,'0'-40'32,"0"-1"-32,0 1 15,0 0-15,40 40 16,-40-40-1,40 40-15,1 0 32,-1 0-17,-40 40 1,40-40-16,-40 40 0,0 0 16,40 1-16,-40-1 0,0 0 15,0 0-15,0 0 16,-40 0-16,0-40 31,40 40-31,-40-40 16,80 0 31,0 0-32,0 0-15,0 0 0,0 0 16,-40 40-1,40-40-15,-40 40 0,40-40 0,-40 41 16,0-1 0,0 0-16,0 0 15,0 0-15,-40-40 16,0 40-16,0-40 0,0 40 16,0-40-16,0 0 0,0 0 0,-1 40 15,1-40-15,0 0 16,0 0-16,0 0 15,0-40-15</inkml:trace>
  <inkml:trace contextRef="#ctx0" brushRef="#br0" timeOffset="58137.5518">12198 13234 0,'-40'-80'15,"0"80"-15,0-120 16,120 39 15,41 41-15,-1 161-1,-80 39 1,-40-80 0,-80 81-1,40-81 16,40-40-31,0-120 32,40 80-32,40-40 0,-80 0 15,40-1-15,0 1 16,1 0-16,-1 0 0,0 0 16,0 40-16,-40-40 0,40 0 0,0 40 0,0-40 15,0 0-15,1 0 16,-1 40-16,-40-41 0,0 1 15,0 0 1,0 0 0,-40 40-1,-1 0 1,1 0-16,0 40 0,0 0 16,0 0-1,40 1-15,-40-1 0,40 0 0,0 0 16,0 0-16,0 0 15,0 0-15,0 0 0,40-40 16,-40 40-16,40 0 16,40-40-16,-80 41 0,40-41 15,1 0-15,-1 40 0,0-40 16,0 0-16,0 40 0,0-40 0</inkml:trace>
  <inkml:trace contextRef="#ctx0" brushRef="#br0" timeOffset="58417.6064">13603 12953 0,'0'0'16,"-40"-40"-16,0 0 15,-1 40-15,-39 0 16,40 40-1,0 0-15,0 161 32,40-41-17,40-120 1,-40 1-16,80 39 16,-40-80-16,0 0 0,41 40 15,-41-40-15</inkml:trace>
  <inkml:trace contextRef="#ctx0" brushRef="#br0" timeOffset="58847.5078">13803 13114 0,'0'0'0,"0"-40"0,0 80 31,0 0-15,0 0 0,0 0-16,0 0 15,41-40-15,-41 40 0,0 0 16,0-80 31,0 0-47,40 40 0,-40-40 15,0 0-15,40 40 16,-40-40-16,0 0 0,40 40 16,0 0-1,0 0-15,0 40 16,0 0 0,-40 0-1,0 0-15,0 0 0,0 0 31,41-40-31,-41 41 0,0-1 16</inkml:trace>
  <inkml:trace contextRef="#ctx0" brushRef="#br0" timeOffset="59127.573">14445 12994 0,'0'0'31,"41"40"-15,-41 0-16,0 40 16,80 80-1,-80 41 16,0-121-31,-40 81 32,0-121-17</inkml:trace>
  <inkml:trace contextRef="#ctx0" brushRef="#br0" timeOffset="59807.4521">15609 13314 0,'0'-40'16,"-40"40"-16,40-40 15,-40 40 17,0 0-1,0 0-31,40 40 0,-40-40 0,40 40 15,-41 0-15,1 1 16,40-1-16,0 0 0,0 0 0,0 0 0,0 0 16,40 0-1,-40 0-15,41 0 0,-1 1 0,0-41 0,0 40 16,40-40-16,-40 0 0,0 40 0,1-40 0,-1 0 16,0 0-16,0 0 0,0 0 15,0 0-15,0-40 0,0 0 0,1-1 16</inkml:trace>
  <inkml:trace contextRef="#ctx0" brushRef="#br0" timeOffset="60067.4394">16171 13475 0,'0'0'0,"40"0"31,-40 40-31,40 0 16,-40 0-1,0 0-15,0 40 16,0-39-16,-40-1 15,-80 0 1,80-40 0,-41-121-1,81-39 1,40 40 0,121 80-1,-41 40 16</inkml:trace>
  <inkml:trace contextRef="#ctx0" brushRef="#br0" timeOffset="60367.4584">16893 13395 0,'-40'0'15,"80"0"-15,-240 0 16,159 0-16,1 0 31,40 40-31,81 40 31,-81-40-31,40 80 16,0-80-16,-40 1 0,0-1 0,0 0 16,40 40-1,-40-40 1,-120 0-1,79-40 17</inkml:trace>
  <inkml:trace contextRef="#ctx0" brushRef="#br0" timeOffset="63057.5717">18137 12953 0,'0'0'0,"-40"0"0,0 0 16,40-40-16,-40 40 15,0 0 1,-1 0-16,1 0 16,40 40-16,-40 1 0,0-1 15,40 0-15,0 0 0,-40 0 16,40 40-16,0-40 0,-40 0 0,40 41 0,0-41 15,0 40-15,0 0 16,0-40-16,0 40 0,0 1 0,40-41 0,-40 40 16,40-40-16,-40 0 0,80 0 15,-40 40-15,1-39 0,-1-1 0,0 0 16,0-40-16,0 40 0,0-40 0,0 0 16,1 0-16,-1 0 15,0 0-15,0-40 0,0 0 16</inkml:trace>
  <inkml:trace contextRef="#ctx0" brushRef="#br0" timeOffset="63317.6324">18739 13475 0,'-40'-40'15,"80"80"-15,-120-161 16,40 121-16,40 41 31,0 39-31,0 40 31,0-80-31,40 161 16,-40-161-16,0 0 0,0 0 0,0 0 16,0 40-1,40-80-15</inkml:trace>
  <inkml:trace contextRef="#ctx0" brushRef="#br0" timeOffset="63657.5627">19180 13435 0,'-40'0'16,"40"40"-1,-40-40 1,0 40-16,40 0 0,-80 0 31,80 0-31,-40-40 0,0 40 0,-81 41 31,1-81-15,80 0-16,0-41 31,80 41 0,0 0-31,0 0 0,0 41 16,0-41-16,0 40 16,0 0-16,1 0 0,-1-40 0,0 40 15,0-40-15,-40 40 0,40-40 16,0 40-16,0 0 0,0 0 16,1-40-16</inkml:trace>
  <inkml:trace contextRef="#ctx0" brushRef="#br0" timeOffset="65267.4433">19742 13114 0,'40'0'78,"0"0"-62,-40-40-16,41 40 15,-1 0-15,0 0 0,0 40 16,-40 0-16,40-40 0,-40 40 16,0 0-16,0 0 15,0 0-15,0 0 0,0 1 16,-40-41-16,40 40 15,-40 0-15,0 0 0,0-40 16,-1 40 0,1-40-16,40 40 0,-40-40 0,40-40 47,40 40-47,-40-40 0,40 40 15,-40-40-15,41 40 16,-1 0-16,0 0 15,0 80-15,0-40 16,0 0-16,-40 0 16,40-40-16,-40 40 15,40 1-15,1-41 16</inkml:trace>
  <inkml:trace contextRef="#ctx0" brushRef="#br0" timeOffset="65667.4215">20505 13395 0,'0'40'31,"0"0"-31,0 0 0,-41 0 16,41 0-16,0 0 0,-40 0 0,40 0 15,0 1-15,-40-1 16,0 0-16,40 0 15,0-120 17,0 40-32,40 40 15,-40-41-15,0 1 0,0 0 0,40 0 0,-40 0 16,0 0-16,40 0 0,-40 0 0,0 0 31,41 40-31,-1 0 31,-40 40-31,40 0 0,-40 0 16,0 0-16,40-40 16,-40 40-16,0 0 0,0 0 0,0 0 15,0 1 1,40-41-16,-40 40 0,0 0 0,0 0 31</inkml:trace>
  <inkml:trace contextRef="#ctx0" brushRef="#br0" timeOffset="65947.4423">20505 13274 0,'0'0'15,"0"-40"-15,-41-40 16,41 40-16,0 0 16,81 40-16,-41-80 15,120 39 1,-39 82 0,-41 79 15,-40-80-31</inkml:trace>
  <inkml:trace contextRef="#ctx0" brushRef="#br0" timeOffset="66257.4001">20103 14116 0,'0'0'0,"-40"0"15,80 0 17,0 0-17,1 0 1,-1 0-16,0 0 0,0 0 15,0 0-15,0 0 0,0 0 16,41 0-16,-41 0 0,0 0 16,0 0-16,0 0 15,0 0-15,0 0 0,-40-40 16</inkml:trace>
  <inkml:trace contextRef="#ctx0" brushRef="#br0" timeOffset="66637.4382">20545 14357 0,'-81'40'16,"41"-40"-16,0 0 0,0 40 15,0-40-15,-40 81 16,40-81-16,40 40 31,-41-40-31,41 40 16,41-40 15,-1 0-31,40 0 31,-40-40-31,0 40 0,0 0 0,81 0 31,39-40-15,-120 40 0,0 0-1</inkml:trace>
  <inkml:trace contextRef="#ctx0" brushRef="#br0" timeOffset="66857.357">20665 14357 0,'-40'-40'16,"80"80"-16,-120-80 15,40 40-15,0 0 16,40 40-16,-41 121 31,1-121-31,40 0 0,0 80 31,0-80-31,0 0 0,0 0 16,0 0-16,0 1 16</inkml:trace>
  <inkml:trace contextRef="#ctx0" brushRef="#br0" timeOffset="69247.2142">21508 13515 0,'0'40'31,"40"-40"-15,0 0 15,-40 40-31,40-40 0,-40 40 0,0 0 0,0 0 15,0 1-15,0-1 16,0 0-16,0 0 0,0 0 16,-40-40-1,40-40 17,0 0-17,40 40-15,-40-40 0,40 40 0,-40-40 16,40-1-16,0 1 15,-40 0-15,41 40 0,-41-40 0,40 40 16,-40-40-16,40 40 16,0 0-16,-40 40 31,40 0-31,-40 0 0,0 0 16,0 1-1,0-1-15,40-40 16,-40 40-16,0 0 0,0 0 15,40-40 1,-40 40-16,41-40 16,-1 0-1,0 0-15</inkml:trace>
  <inkml:trace contextRef="#ctx0" brushRef="#br0" timeOffset="69557.1979">22431 13234 0,'0'-80'16,"0"40"-1,40 40 1,0 0 0,-40 40-16,0 40 15,40-40-15,-40 0 0,0 41 0,0-41 16,0 40-16,0 0 0,0 0 0,0-40 0,-40 41 16,40-1-16,-40 0 0,0-40 15,0 40-15,-1-40 0,1 41 0,-40-1 0,40-40 16,-40 40-16</inkml:trace>
  <inkml:trace contextRef="#ctx0" brushRef="#br0" timeOffset="73217.2474">4895 16643 0,'0'0'0,"-40"0"0,0 0 16,0 0-1,80 0 17,-40-40-17,40 40 1,0 0-16,1-40 0,-1 40 16,0 0-16,0 0 0,0 0 0,0 0 15,0 0-15,0 0 0,1 0 16,-1 0-16,0 0 0,0 0 0,0 0 15,0 0-15,0 0 16,0 0-16,1 0 0</inkml:trace>
  <inkml:trace contextRef="#ctx0" brushRef="#br0" timeOffset="73467.1572">5176 17245 0,'-80'40'16,"160"-80"-16,-160 120 0,40-80 15,0 0 1,120-40 0,-40 40-16,0 0 15,0 0-15,1-40 16,-1 40-16,0-40 0,40 40 0,-40-41 0,40 41 15,-39 0-15,39 0 0,-40-40 16,0 40-16,0 0 0,0 0 0,0 0 0</inkml:trace>
  <inkml:trace contextRef="#ctx0" brushRef="#br0" timeOffset="74077.1389">7102 16202 0,'0'-40'0,"-40"40"16,40-40-16,-40 0 15,40 80 32,0 0-31,0 0-16,0 0 0,0 0 16,0 0-16,0 0 0,0 41 15,0-41-15,0 0 0,0 0 0,0 40 0,0-40 16,0 0-16,0 41 15,0-41-15,40 0 0,-40 0 0</inkml:trace>
  <inkml:trace contextRef="#ctx0" brushRef="#br0" timeOffset="74387.1165">6420 17445 0,'0'0'15,"0"40"-15,40-40 47,-40-40-31,40 40-16,1 0 0,-1-40 15,0 40-15,0 0 0,0-40 0,40 40 0,-40-40 16,41 40-16,-41-40 16,0 40-16,40 0 0,-40-40 0,0 40 0,1 0 15,-1-40-15,0 40 0,0 0 16,0 0-16</inkml:trace>
  <inkml:trace contextRef="#ctx0" brushRef="#br0" timeOffset="74897.073">6741 17766 0,'0'0'16,"-40"0"-1,0 0 1,40-40-16,40 0 15,121 0 17,-41 40-17,-40 160 1,-40 1 0,-80-1 15,-80-80-16,80-80 1,0-40 15,40 0-15,120 0 0,40 120-1,1 0 16,-41 41-15,1-121 0,-41-40-1,-40 40-15</inkml:trace>
  <inkml:trace contextRef="#ctx0" brushRef="#br0" timeOffset="75787.0238">8788 16082 0,'0'-40'0,"-40"40"31,-1 0 16,1 0-47,0 0 15,0 40-15,0-40 0,40 40 0,-40-40 16,0 40-16,0-40 16,-1 40-16,1 0 0,0 0 0,0 0 0,0 40 15,0-39-15,0 39 0,40 0 16,-40 0-16,-1 0 0,41 41 0,0-41 0,0 0 15,0 40-15,0-39 16,0 39-16,0-40 0,41 0 0,-41 1 0,40-1 16,0 0-16,0 0 0,0 0 15,0-39-15,40 39 0,-39-40 0,-1 0 0,0 0 16,0 0-16,40-40 0,-40 40 0,0-40 0,1 40 16,-1-40-16,0 0 15,0 0-15</inkml:trace>
  <inkml:trace contextRef="#ctx0" brushRef="#br0" timeOffset="76667.2025">9510 16763 0,'0'-40'15,"40"0"1,0 0-16,0 0 16,41 0-1,-41 40-15,0 0 16,0 40-16,-40 40 0,0-40 15,0 0-15,0 1 0,0-1 0,-40 0 16,40 0-16,-40 0 16,40 0-16,-40 0 0,40 0 0,-41 0 15,1 0-15,80-40 32,-40-40-17,41 40-15,-41-40 16,80 40-16,-80-40 0,40 0 0,0 0 0,0 40 15,0-40-15,0 40 0,1-40 16,-1 0-16,0 0 0,0 40 0,0-41 0,0 1 16,-40 0-1,40 40-15,-40-40 0,0 0 16,0 0-16,-40 40 31,0 80-31,-40-40 16,80 0-16,-40-40 15,0 40-15,40 1 0,-41-1 0,41 0 0,-40 0 16,40 0-16,0 0 0,0 0 16,0 0-16,0 0 0,40 0 0,-40 1 0,41-1 15,39 0 1,-80 0-16,40-40 0,0 40 0,0-40 0,0 40 16,0-40-16,1 0 0,-1 0 0,0 0 15</inkml:trace>
  <inkml:trace contextRef="#ctx0" brushRef="#br0" timeOffset="76917.2595">10995 16763 0,'-81'-40'16,"162"80"-16,-202-80 0,41 0 15,40 40-15,0 0 16,0 40-1,40 201 1,40-41 0,80-79 15,-40-41-15,1-80-16</inkml:trace>
  <inkml:trace contextRef="#ctx0" brushRef="#br0" timeOffset="77177.2441">11235 16884 0,'0'-40'16,"0"80"-16,41-80 0,-41 0 15,40 40-15,0 40 16,-40 0-16,0 120 31,-80-40-15,-1-39-1,41-121 17,40-121-17,40 1 1,121 80 0,-121 80-16</inkml:trace>
  <inkml:trace contextRef="#ctx0" brushRef="#br0" timeOffset="77377.1926">11837 16683 0,'0'40'32,"0"41"-17,40-41-15,-40 0 0,0 0 0,0 40 0,0-40 16,0 0-16,0 40 0,0-39 15,0-1-15,-40 0 0,40 40 0,-40-40 0,40 0 16,-40 0-16,0 0 16,0-40-16,40 41 0,-40-1 0,0-40 0,40 40 15,-41-40-15,1 0 16</inkml:trace>
  <inkml:trace contextRef="#ctx0" brushRef="#br0" timeOffset="79527.04">12800 16723 0,'-40'0'0,"0"-40"0,40 0 15,-40 40-15,40 40 32,-40 0-32,40 0 15,0 1-15,-40-41 16,40 40-16,0 0 0,0 0 0,-40-40 0,40 40 15,-41 0-15,41 0 0,0 0 16,0 0-16,0 0 0,41-40 16,-41 41-16,40-41 15,0 40-15,0-40 0,0 40 0,0-40 16,0 0-16,0 0 0,1 0 0,-1 0 16,0 0-16</inkml:trace>
  <inkml:trace contextRef="#ctx0" brushRef="#br0" timeOffset="79837.0186">13322 16924 0,'40'-40'15,"-80"80"-15,120-80 0,-40 40 16,-40 40 0,0 80 15,-80-40-16,-40-40 1,39-40 15,41-120-15,40 0 0,81 80-1,39 0 16</inkml:trace>
  <inkml:trace contextRef="#ctx0" brushRef="#br0" timeOffset="80197.0699">14004 16763 0,'-40'-40'16,"80"80"-16,-80-120 15,0 80-15,40 40 16,-80 41 15,80 39-15,40 0-1,40-40 17,-40 1-17,-40-41 1,-80 0 0,-41-40 15,41-40-31</inkml:trace>
  <inkml:trace contextRef="#ctx0" brushRef="#br0" timeOffset="80756.9674">14847 16884 0,'40'-80'16,"0"80"-16,-40-41 0,40 41 15,0 41 1,0 79 15,-40-80-31,0 0 0,41 80 16,-82 1-1,-39-81 17,-80-80-17,79-81 1,41-39 0,40 40 15,0 80-16,81-1 1,39 41 15,-80 0-31</inkml:trace>
  <inkml:trace contextRef="#ctx0" brushRef="#br0" timeOffset="81331.1686">15449 17084 0,'0'-40'0,"0"0"15,0 0 1,40 40-16,0-40 16,0 40-1,0 0-15,0 0 0,0 0 16,1 0-16,-1 0 0,0 0 0,0 0 0,0 0 16,0 0-16,0 0 15,0 0-15,1 0 0,-1 0 16,0 0-16,0 0 0,0 40 15,0-40 1</inkml:trace>
  <inkml:trace contextRef="#ctx0" brushRef="#br0" timeOffset="81691.134">15810 16643 0,'0'0'0,"0"-40"31,-40 40-31,40-40 0,0 80 47,-40 0-47,40 40 15,-41-40 1,41 1-16,0-1 0,0 0 0,0 0 16,0 0-16,0 0 0,0 0 15,0 0-15,0 0 0,0 0 0,41 1 0,-41-1 16,40 0-1,-40 0-15</inkml:trace>
  <inkml:trace contextRef="#ctx0" brushRef="#br0" timeOffset="82361.169">16452 16763 0,'-40'-80'15,"80"160"-15,-40-240 31,40 160-31,40 0 16,41 80 0,-81 81-1,-40 39 17,-121-120-17,81-40-15,0-40 16,40 41-16,0-82 15,40 41 1,81-120 0,-1-40-1,40-1 1,-79 41 15,-41 40-15,-40 40-1,-40 40 1,-121 80 0,121 0-1,-40 121 1,80 39 0,40-79 15,120-121-16,-79-40 1,-41 0-16,40-40 0</inkml:trace>
  <inkml:trace contextRef="#ctx0" brushRef="#br0" timeOffset="82651.0782">17896 16643 0,'0'0'0,"-40"0"0,40-40 15,0 0-15,0 80 47,-40 40-31,40-40-16,0 0 0,-40 1 0,40-1 0,0 40 15,0-40-15,0 0 0,0 40 16,0-40-16,0 0 0,0 1 0,0-1 0,40 0 16,-40 0-16,40 0 15,0-40 1,0 0-16,1 0 0,-1 0 16</inkml:trace>
  <inkml:trace contextRef="#ctx0" brushRef="#br0" timeOffset="82911.076">18378 16723 0,'-40'-40'16,"80"80"-16,-80-120 31,40 120 0,0 40-31,40-39 0,-40-1 0,0 0 16,0 0-16,0 0 0,0 0 0,0 0 0,0 0 15,0 0-15,0 0 0,40-40 16,-40 41-16,0-1 0,0 0 16</inkml:trace>
  <inkml:trace contextRef="#ctx0" brushRef="#br0" timeOffset="83201.1202">18779 16563 0,'0'0'0,"0"-40"31,40 80-15,41 201-1,-81-1 1,-81 1 15,-79-121-15,120-80-16</inkml:trace>
  <inkml:trace contextRef="#ctx0" brushRef="#br0" timeOffset="84141.0275">19782 16603 0,'-40'0'15,"80"0"-15,-80-40 16,0 40-16,0 0 31,0 40-31,0 40 32,-41 161-17,41-1 1,121-39 15,39-121-15,40-80-1,-119-40-15</inkml:trace>
  <inkml:trace contextRef="#ctx0" brushRef="#br0" timeOffset="84421.006">20184 16884 0,'0'0'32,"40"0"-32,0 0 15,-40 40-15,40-40 0,-40 80 16,-40 40 0,-40 1 15,-81-81-16,121-40 1,0-40-16,0-161 16,120 121 15,40 40-15,-80 40-1</inkml:trace>
  <inkml:trace contextRef="#ctx0" brushRef="#br0" timeOffset="84781.0286">20866 16924 0,'0'0'0,"-81"-40"31,41 40-15,-40 160-1,80 41 1,80-41 15,-40-40-15,-40-79-1,-80-1 17,-80-40-17,79-40 1,41-1 0</inkml:trace>
  <inkml:trace contextRef="#ctx0" brushRef="#br0" timeOffset="85800.9693">21869 16282 0,'0'-40'0,"0"0"15,-40 40 48,0 0-63,40 40 15,-41-40 1,41 80-16,-40-40 0,40 0 0,-40 1 0,0 39 16,40 0-16,-40 0 0,40 0 0,-40 1 0,40-1 15,0 0-15,0 0 16,0 0-16,0 1 0,0-41 0,0 40 0,40-40 16,-40 40-16,40-40 0,-40 1 15,40-1-15,-40 0 0,40 0 0,0 0 0,1 0 16,-41 0-1,40-40-15,0 40 0,0-40 16,0 0 0,0 0-16,-40-40 15,0 0 17,0 0-17</inkml:trace>
  <inkml:trace contextRef="#ctx0" brushRef="#br0" timeOffset="86961.0403">22110 16603 0,'-40'0'31,"40"-40"47,40 40-62,0 0 15,0-40 0,0 40-15,0 0-16,0 0 15,0 0 1,1 0 15,-41 40-31,0 0 16,0 0-1,0 0-15,-41-40 0,41 40 16,-40 0-16,0 1 16,0-1-16,0-40 0,40 40 0,-40-40 15,40 40-15,-40-40 0,0 40 0,-1-40 32,41 40-32,41-40 31,-41-40-16,40 40 1,-40-40-16,40 40 0,-40-40 16,40 40-16,0 0 0,0 0 15,0 0 1,-40 40-16,40-40 0,-40 40 0,41 0 16,-1 0-1,-40 0 1,40-40-1,-40 40-15,40-40 0,-40 40 16</inkml:trace>
  <inkml:trace contextRef="#ctx0" brushRef="#br0" timeOffset="87701.0692">22792 16603 0,'0'0'15,"0"-40"1,0 80 187,-40 0-203,40 40 0,0-40 16,0 1-16,0-1 15,-40-40-15,40 40 0,0 0 0,0 0 0,0 0 16,-41-40-16,41 40 0,0 0 15,0-80 32,0 0-47,0 0 0,0 0 16,0 0-16,41 0 16,-41 0-16,0-1 0,0 1 0,0 0 15,40 40 1,-40-40-16,0 0 0,40 40 15,-40-40-15,40 40 16,0 40 15,-40 0-15,0 0-16,40 0 0,-40 0 16,0 1-16,0-1 15,0 0-15,0 0 0,0 0 16,40 0-1,-40 0-15,40-40 0</inkml:trace>
  <inkml:trace contextRef="#ctx0" brushRef="#br0" timeOffset="89170.9111">22671 16362 0,'-40'0'0,"0"0"15,0 0 1,80 0 62,0 0-62,0 0-16,-40-40 0,81 40 0,-41 0 15,0 0 1,0 0-16,0 0 0,0 0 16,0 0-16,-40-40 0,41 40 15,-1 0-15</inkml:trace>
  <inkml:trace contextRef="#ctx0" brushRef="#br0" timeOffset="90140.9278">22350 17445 0,'-40'0'16,"0"0"-1,80-40 64,0 40-64,1 0-15,-41-40 16,40 40-16,0 0 0,0 0 0,0 0 15,0 0-15,0 0 0,0 0 16,1 0-16,-1 0 0,0 0 0,0 0 0,0 0 16,0 0-16,0 0 0,0 0 0,1 0 15,-1 0 1,0 0-16</inkml:trace>
  <inkml:trace contextRef="#ctx0" brushRef="#br0" timeOffset="90500.9072">22752 17726 0,'0'0'0,"-81"40"15,41 0 1,0-40-1,0 40 1,0-40 0,40 40 15,40-40 0,0 0-31,0 0 16,41 0-1,39 0 1,0 0 0,-39 0-1</inkml:trace>
  <inkml:trace contextRef="#ctx0" brushRef="#br0" timeOffset="90750.8278">22832 17686 0,'-40'0'15,"80"0"-15,-80 40 32,40 0-17,0 0-15,0 0 0,0 0 0,0 0 16,0 1-1,0-1-15,0 0 0,0 0 0,0 0 16,-40 0-16,40 0 31</inkml:trace>
  <inkml:trace contextRef="#ctx0" brushRef="#br0" timeOffset="91240.8644">23434 17124 0,'0'-40'16,"0"0"-16,0 0 15,0 0 1,40 40-16,0 0 16,-40 40 15,0 0-31,0 0 16,0 0-16,0 0 0,0 1 15,0-1-15,-40 0 0,40 0 0,0 0 16,0 0-16,0 0 15,0 0-15,0 0 0,0 1 16,0-1-16,0 0 16</inkml:trace>
  <inkml:trace contextRef="#ctx0" brushRef="#br0" timeOffset="91620.7763">23835 17084 0,'0'-40'16,"-40"40"-1,0 40 1,0 0 15,-81 81-15,81-121-1,-40 80 1,40-80 0,80 0 15,0 0-15,0 40-16,0 0 15,41 80 1,-41-120-16,40 81 31,0-81-15</inkml:trace>
  <inkml:trace contextRef="#ctx0" brushRef="#br0" timeOffset="91930.8306">24236 16402 0,'0'0'16,"0"-40"0,40 40 15,1 121-31,39 79 31,-80-39-31,40 200 16,-241-41 15,41-119-15,-1-81-1,121-80-15</inkml:trace>
  <inkml:trace contextRef="#ctx0" brushRef="#br0" timeOffset="92550.794">24959 17285 0,'0'0'0,"0"40"0,-41-40 16,1 0-1,0-40 1,40 0 15,40 40-31,0 0 16,1 0-1,-1 0-15,0 0 0,0 0 0,0 0 16,0 0-16,0 0 16,0 0-16,1 0 0,-41-40 0,40 40 15,0 0-15,0 0 16</inkml:trace>
  <inkml:trace contextRef="#ctx0" brushRef="#br0" timeOffset="92810.7391">25199 17164 0,'-40'0'0,"80"0"0,-80-40 16,40 0-1,0 120 17,0-39-17,0-1-15,0 0 0,0 0 0,0 0 0,0 0 16,0 0-16,0 0 16,-40 0-16,40 41 0,0-41 0,0 0 0,-40-40 15,40 40-15,0 0 0,0 0 16,0 0-16</inkml:trace>
  <inkml:trace contextRef="#ctx0" brushRef="#br0" timeOffset="93350.7471">25440 17124 0,'0'-80'15,"0"160"-15,40-200 16,0 120-16,1 40 31,-41 121-15,-41 39 0,1-80 15,40-79-31,-40-41 31,80-81-15,81-79-1,-81 80 1,40-1 0,-40 81-1,-40-80 1,0 40-1,0 80 1,-40 0 0,0 81-1,0-41 1,40 80 0,0-120-1,80 1 1,0-41 15</inkml:trace>
  <inkml:trace contextRef="#ctx0" brushRef="#br0" timeOffset="93610.7319">26122 16763 0,'0'-40'16,"-40"40"-16,0 0 31,0 40-31,40 41 16,-40-41-16,40 0 16,-40 0-16,40 0 0,0 0 0,0 40 0,-40-40 15,40 1-15,0-1 16,0 0-16,0 0 0,0 0 0,0 0 15,0 0-15,0 0 16,40-40 0</inkml:trace>
  <inkml:trace contextRef="#ctx0" brushRef="#br0" timeOffset="93970.6415">26283 17205 0,'-40'-41'16,"80"82"-16,-80-122 15,80 81 1,0 0 0,40 81 15,-80-1-31,-40 40 31,-40 0-15,40-79-1,80-41 1,0 0 0,0-81-1,40 81 1,1-40-1,-41 0 1</inkml:trace>
  <inkml:trace contextRef="#ctx0" brushRef="#br0" timeOffset="94230.6962">26724 17044 0,'40'0'16,"-40"40"-1,40-40 1,-40 40-16,0 121 31,-40-1-15,-40-80-1,0 41 1,40-1 0</inkml:trace>
  <inkml:trace contextRef="#ctx0" brushRef="#br0" timeOffset="94580.6752">27406 16723 0,'0'0'16,"-40"0"-1,0 0-15,0 81 16,-80 119 15,79 1-15,41-81 0,81-40 15,-41-40-31,40-40 15,-40 0-15</inkml:trace>
  <inkml:trace contextRef="#ctx0" brushRef="#br0" timeOffset="94840.5872">27647 17044 0,'0'0'0,"40"0"0,-40 40 15,0 0 1,0 0-1,-40 41 1,0-41 0,0-40-1,0 0 1,40-80 0,40-41 15,40 81-16,-40 40 1</inkml:trace>
  <inkml:trace contextRef="#ctx0" brushRef="#br0" timeOffset="95130.6437">28048 17004 0,'-40'0'15,"0"0"-15,40 40 16,0 40 15,0 1-31,0 79 32,0-80-32,40 41 31,-80-1-16,40-80 1,-120 0 0,39-40-1,41 0 1</inkml:trace>
  <inkml:trace contextRef="#ctx0" brushRef="#br0" timeOffset="95890.5446">28650 16443 0,'-40'-41'16,"40"1"-16,-40 40 46,40 81-30,0-41-16,-40-40 0,40 40 16,-40 0-16,40 0 0,0 0 0,-40 0 0,40 0 15,-41 0-15,41 41 16,0-41-16,-40 40 0,40-40 0,0 40 0,-40-40 16,40 41-16,0-41 0,0 40 15,0-40-15,0 40 0,0-40 0,0 41 0,0-41 16,0 0-16,0 40 15,40-40-15,-40 0 0,40 40 0,-40-40 0,41 1 16,-1-1-16,-40 40 0,40-40 0,0-40 0,-40 40 16,40 0-16,0 0 15,0 0-15,0-40 16,1 0 31,-41-40-47,0 0 31,0 0 16</inkml:trace>
  <inkml:trace contextRef="#ctx0" brushRef="#br0" timeOffset="99530.4086">29132 16804 0,'-40'0'15,"0"0"-15,40-41 16,-41 41 0,41-40-1,41 40 2063,-82 0-1687,1 0-32,0 0-327,0 0-32,0 40 15,0-40 1,0 0-16,40 41 0,-41-41 0,41 40 15,-40-40 1,40 40-16,-40-40 0,40 40 16,40-40 15,0 0-15,1 0-1,-1 0 1,0 0-1,0-40-15,0 40 16,0 0-16,0 0 16,1 0-1,-41-40-15,40 40 0,0 0 0,0 40 16</inkml:trace>
  <inkml:trace contextRef="#ctx0" brushRef="#br0" timeOffset="99850.3895">29092 16683 0,'-40'0'0,"-1"0"31,1 0 0,40 40-31,-40-40 0,40 40 0,0 1 16,0-1-16,0 0 16,0 0-16,-40 0 0,40 0 0,0 0 0,0 0 15,0 0-15,0 0 16,0 1-16,-40-1 0,40 0 0,0 0 15,0 0 1</inkml:trace>
  <inkml:trace contextRef="#ctx0" brushRef="#br0" timeOffset="100290.308">29373 16804 0,'0'0'16,"0"40"-1,-41 40 1,1 80 0,0-80 15,0-80-31,0 41 15,40-1-15,0-121 32,40 41-32,-40 0 0,40 0 15,0 0 1,-40 0-16,0 0 0,40 0 0,1 0 0,-41 0 16,40-1-16,-40 1 15,40 40-15,-40 40 31,0 1-31,40-1 16,-40 0-16,0 0 0,0 0 16,0 0-16,0 0 0,0 0 15,40 0-15,-40 0 0,0 1 16,0-1 0,0 0-16,0 0 15</inkml:trace>
  <inkml:trace contextRef="#ctx0" brushRef="#br0" timeOffset="100530.3495">29413 16723 0,'0'-80'16,"0"160"-16,40-200 15,0 80-15,80-40 16,-80 80-16,1-40 0,-1 40 16,0 0-16,0 0 15,0 40 17,-40 0-32</inkml:trace>
  <inkml:trace contextRef="#ctx0" brushRef="#br0" timeOffset="100830.3322">28931 17485 0,'-40'0'31,"40"-40"-31,40 40 16,0-40 0,0 40-16,161-40 15,-161 40-15,40 0 32,-39 0-32,39 0 0,-40 0 0,0 0 31,40 40-16</inkml:trace>
  <inkml:trace contextRef="#ctx0" brushRef="#br0" timeOffset="101130.3146">29252 17726 0,'0'0'15,"-40"0"-15,0 0 0,-40 0 16,40 0 0,40 40-16,-41 0 15,41 0 17,81-40-17,-41 0 1,0 0-16,0 0 0,0 0 15,0 0-15,0 0 0,1 0 16,-41-40-16,40 40 0,0 0 16,0 0-16,0 0 15</inkml:trace>
  <inkml:trace contextRef="#ctx0" brushRef="#br0" timeOffset="101380.2998">29373 17686 0,'0'-40'16,"0"80"-16,-41-80 15,41 80 32,0 0-31,0 0-16,0 0 0,0 0 0,0 0 15,0 0 1,0 1-16,0-1 0,0 0 16,0 0 15</inkml:trace>
  <inkml:trace contextRef="#ctx0" brushRef="#br0" timeOffset="101770.2044">29894 17164 0,'0'-40'16,"0"80"-16,-40-120 31,40 120 16,0 41-32,-40-81-15,40 40 0,0 0 0,0 0 0,0 0 16,-40 0-16,40 0 0,0 0 0,-40 0 0,40 1 16,0-1-16,0 0 0,0 0 15,0 0-15,-40-40 0,40 40 16</inkml:trace>
  <inkml:trace contextRef="#ctx0" brushRef="#br0" timeOffset="102160.1811">30135 17164 0,'-40'0'31,"0"0"-15,0 0-1,-41 41 1,41-1-16,40 0 16,-40-40-16,0 40 15,40 0 17,0 0-1,40-40-31,0 40 15,0-40-15,0 0 0,-40 40 0,41-40 16,-41 40-16,40-40 0,0 0 16,0 41-16,0-41 15,0 40 1</inkml:trace>
  <inkml:trace contextRef="#ctx0" brushRef="#br0" timeOffset="102550.177">30336 16563 0,'-41'-40'15,"82"40"17,-1 0-17,-40 40 1,40-40-16,-40 40 0,40 0 0,-40 0 0,0 0 16,0 41-16,0-41 15,0 40-15,0-40 0,0 40 0,0-40 0,0 40 16,0-39-16,-40 39 0,40 0 15,0-40-15,-40 0 0,40 40 0,-40-39 0,40-1 16,0 0-16,-41 0 0,1 0 0,40 0 0,-40 0 16,0-40-16,40 40 15,-40 0-15,0 0 0,0 1 0,40-1 16,-40-40-16,40 40 0,-41 0 16,41 0-16,0 0 0,-40-40 0,40 40 15</inkml:trace>
  <inkml:trace contextRef="#ctx0" brushRef="#br0" timeOffset="103020.1564">30496 17365 0,'-40'0'15,"120"-40"32,-40 40-47,0-40 16,1 40-16,-1 0 15,0 0-15,0 0 0,0 0 0,0 0 16,0 0-16,0 0 0,1 0 0,-1 0 16,0 0-1,0 0-15</inkml:trace>
  <inkml:trace contextRef="#ctx0" brushRef="#br0" timeOffset="103260.1915">31098 17044 0,'-80'0'16,"40"0"-16,-1 40 15,41 0 1,-120 201-1,40 40 1,40-161 0,-41 0-1,81-80-15</inkml:trace>
  <inkml:trace contextRef="#ctx0" brushRef="#br0" timeOffset="129963.3948">26162 14116 0,'-40'0'16,"40"-40"0,0 0-1,40 40 79,-40-40-78,41 40-16,-41-40 0,40 40 15,0 0-15,0 0 16,0-40-16,0 40 0,0 0 16,0 0-1,-40 40-15,0 0 16,0 40-16,0-40 0,-40-40 15,40 41-15,-40-1 0,40 0 16,-40 0-16,40 0 0,-40-40 0,0 40 0,40 0 16,-40-40-1,40 40-15,-40-40 0,80 0 32,0-40-17,0 0-15,0 0 16,0 40-16,0-40 0,0 0 15,1 0-15,-1 0 0,0-1 0,-40 1 0,40 0 16,0 40-16,-40-40 0,40 0 16,0 40-16,-40-40 0,0 0 0,40 40 0,-40-40 15,41 0 1,-41 0 0,-41 80 15,1 0-16,0 0 1,0 0-16,0-40 0,40 40 0,-40 0 16,0-40-16,40 40 15,-40 0-15,40 0 0,-41 1 0,41-1 16,0 0 0,0 0-16,81-40 0,-81 40 15,80 0-15,-40 0 16,0-40-16,-40 40 15,40-40-15,0 0 0,1 0 16</inkml:trace>
  <inkml:trace contextRef="#ctx0" brushRef="#br0" timeOffset="130313.4484">27246 13595 0,'-40'0'32,"40"40"14,-40 0-46,40 0 0,-41 1 16,41-1-16,-40 0 0,40 0 16,-40 0-16,40 0 0,0 0 0,0 40 0,0-40 15,-40 1-15,40-1 16,0 0-16,0 0 0,80 0 0,-80 0 16,0 0-16,40-40 0,1 40 15,-1-40-15,0 0 0,0 0 16,0-40-16</inkml:trace>
  <inkml:trace contextRef="#ctx0" brushRef="#br0" timeOffset="130733.4236">27727 13756 0,'-40'40'47,"0"0"-31,0 0-16,0 0 16,0 0-1,0 0-15,-1-40 0,41 40 0,-40-40 16,40 40-16,-40-40 0,40 40 0,0 1 31,40-41-15,0 0-1,1 0-15,-1 0 0,0 0 16,0-41 0,0 41-16,0-40 0,0 40 0,0 0 15,1 0-15,-1 0 16,0 0-1,-40 40 1</inkml:trace>
  <inkml:trace contextRef="#ctx0" brushRef="#br0" timeOffset="131743.7435">27366 13715 0,'0'-40'15,"-40"40"16,40-40 1,40 40-1,0-40 0,0 0-31,1 40 16,-1-40-16,-40 80 94,0 0-94,0 0 15,40-40-15,-40 40 16,0 0-1,0 1-15,0-1 16,0 0 0,-40-40-16,0 0 15</inkml:trace>
  <inkml:trace contextRef="#ctx0" brushRef="#br0" timeOffset="132543.623">27326 14277 0,'40'0'15,"-40"-40"-15,40 40 63,0 0-63,1 0 15,-41-40 1,40 40-16,0 0 0,0 0 16,0 0-1,-40 40 1,0 0-1,40-40 17,-40 40-17,40-40-15,0 40 32,-40 0-32,-40-40 15,40 40-15,-40-40 16,40 40-16,-40-40 0,40 41 15,-40-41-15,0 0 16,40 40 0,-40-40-16,0 0 0,-1 40 15,1-40 1,0 0-16</inkml:trace>
  <inkml:trace contextRef="#ctx0" brushRef="#br0" timeOffset="133383.612">28169 13635 0,'0'0'0,"0"-40"16,0 0 0,-40 40-1,40 40 48,0 0-48,40-40 1,-40 40-16,40-40 0,-40 40 0,40-40 0,-40 41 16,40-41-16,-40 40 0,0 0 15,40 0-15,-40 0 0,0 0 0,0 0 16,0 0-16,0 0 0,0 0 0,-40 1 15,40-1-15,-40 0 16,40 0-16,-40 0 0,40 0 0,-40 0 0,0 0 16,40 0-16,-41-40 15,1 0-15</inkml:trace>
  <inkml:trace contextRef="#ctx0" brushRef="#br0" timeOffset="133833.6221">28931 13595 0,'-40'0'16,"0"0"-16,40-40 15,-40 40-15,0 0 31,40 40-15,-41-40-16,41 40 16,0 0-16,-40-40 0,40 40 0,0 1 0,-40-1 15,40 0-15,0 0 16,-40 40-16,40-40 0,0 0 0,0 0 0,0 0 16,0 1-16,0-1 0,0 0 15,0 0-15,40 0 0,0 0 16,0-40-16,1 0 0,-1 0 0,0 0 15,0 0 1,0-40-16</inkml:trace>
  <inkml:trace contextRef="#ctx0" brushRef="#br0" timeOffset="134153.5336">29332 13756 0,'41'0'32,"-41"40"-17,40 0 1,-40 0 0,-40 40-1,-81-40 1,41-40-1,0 0 1,40 0-16,40-40 31,0 0-31,80 0 16,40 0 0</inkml:trace>
  <inkml:trace contextRef="#ctx0" brushRef="#br0" timeOffset="134473.584">29934 13555 0,'0'0'15,"-120"40"1,40 40-1,80-40 1,0 121 0,0-81-1,40 0 1,0 0 0,-40-39-1,-40-1-15,-40-40 16,-41 40-1,41-80 17,40 40-32</inkml:trace>
  <inkml:trace contextRef="#ctx0" brushRef="#br0" timeOffset="135393.5314">30817 12753 0,'0'0'0,"40"0"15,-80 0 48,0 0-63,0 0 15,0 0 1,40 40-16,-40-40 0,40 40 16,-41-40-1,41 40-15,-40 0 16,40 0 0,0 1-16,0-1 0,0 0 15,0 0-15,-40 0 0,40 0 0,0 0 16,0 0-16,0 0 15,0 0-15,80 1 0,-39-1 16,-1 0-16,0-40 16,0 0-16,0 0 15,0 0-15,0 0 16,-40-40-16,40 40 0,-40-40 16,0-1-1,0 1-15,-40 40 16,0-40-16,0 40 15,0 0-15,0 0 16,0 0-16,0 40 0,-1-40 16,41 40-16,-40 1 15</inkml:trace>
  <inkml:trace contextRef="#ctx0" brushRef="#br0" timeOffset="136477.7447">31339 12873 0,'-40'0'15,"-1"0"1,1 0-16,40 40 47,0 0-31,40-40 93,-40-40 47,41 40-140,-41 40 140,0 1-140,0-1-1,0 0-15,0 0 0,0 0 0,0 0 16,0 0-16,0 0 16,-41 0-16,41 0 0,-40 1 15,40-1-15,-40-40 16,40 40-1,0-120 17,40 80-32,-40-81 0,40 41 15,-40 0-15,0 0 16,0 0-16,41 40 0,-41-80 0,40 80 0,-40-40 16,0 0-16,0-1 15,40 1-15,-40 0 0,40 40 0,-40 40 63,40 0-48,-40 1 1,0-1-16,0 0 0,40 0 0,-40 0 16,0 0-16,0 0 0,0 0 0,0 0 15,0 0-15,0 1 16,0-1-16,0 0 0,0 0 31,40 0-15</inkml:trace>
  <inkml:trace contextRef="#ctx0" brushRef="#br0" timeOffset="136767.6563">31379 12994 0,'0'0'0,"-121"-41"16,81 41-16,40-40 31,81 0-16,-41 40-15,80-40 16,-80 40-16,0 0 0,41-40 31,39 40-31,-80 0 16</inkml:trace>
  <inkml:trace contextRef="#ctx0" brushRef="#br0" timeOffset="137047.7111">30576 13996 0,'0'0'0,"-40"40"0,0-40 15,40 40-15,40-40 16,40 0-1,201-80 1,40 40 15,-120 0-15,-81 40 0,-80-40-16</inkml:trace>
  <inkml:trace contextRef="#ctx0" brushRef="#br0" timeOffset="137337.622">31339 14036 0,'-121'40'16,"242"-80"-16,-282 120 0,121-80 0,0 41 0,0-41 15,-121 80 1,81 0 15,40-40-31,80-40 47,40 0-31,-40 0-16,1 40 15,-1-40-15,0 0 0,0 0 0,0 0 16,0 0-1,0-40-15,0 40 0,1 0 16</inkml:trace>
  <inkml:trace contextRef="#ctx0" brushRef="#br0" timeOffset="137607.678">31058 14277 0,'0'-40'16,"-40"0"-16,40 80 47,-40-40-47,40 40 0,0 0 0,-41 0 16,41 0-1,-40 0-15,40 0 0,-40 1 0,40-1 16,0 0-1,-40-40-15,40 40 0,0 0 16</inkml:trace>
  <inkml:trace contextRef="#ctx0" brushRef="#br0" timeOffset="138437.5586">31820 13555 0,'-40'0'31,"40"40"16,0 0-31,0 0-16,0 0 0,0 1 15,0-1 1,0 0-16,0 0 0,0 0 0,-40 0 16,40 0-16,0 0 0,0 0 15,0 0-15</inkml:trace>
  <inkml:trace contextRef="#ctx0" brushRef="#br0" timeOffset="138787.5366">32181 13555 0,'-40'0'31,"0"0"-31,40 40 16,-40 0 0,-40 40-1,40-39-15,-1-1 16,1 0-16,-40 0 16,-40 0-1,80-40 1,40 40-1,120 0 1,-80-40-16,40 40 16,-40 0-16,41 0 15,79 1 1,-80-1 0</inkml:trace>
  <inkml:trace contextRef="#ctx0" brushRef="#br0" timeOffset="140877.4415">31379 16924 0,'0'-40'16,"0"0"-16,0 0 0,40-1 31,0 1-31,0 40 16,-40-40-1,0 0-15,0 0 0,40 40 0,-40-40 16,0 0-16,0 0 16,0 0-16,0-1 0,40 1 15,-40 0 1,0 0-16,0 0 0,0 0 0,0 0 0,0 0 16,0 0-16,0 0 0,0-1 0,-40 41 15,40-40-15,-40 0 0,40 0 16,-80 40-16,80-40 0,-40 0 0,0 0 15,0 40-15,-1-40 0,1 0 16,0 40-16,0-41 0,0 1 16,0 40-16,0 0 15,0-40-15,-1 40 0,1 0 0,0 0 16,0-40-16,0 40 0,0 0 0,0 0 0,0 0 16,-1 0-16,1 0 0,0 0 15,-40 0-15,40 0 0,0 0 0,0 0 0,-41 0 16,41 0-16,0 0 15,0 0-15,0 0 0,0 0 0,0 0 0,-1 0 0,1 0 16,0 0-16,0 40 16,0-40-16,0 0 0,0 0 15,40 40-15,-40-40 0,-1 0 16,1 0-16,0 40 0,0-40 0,0 0 0,0 0 16,0 0-16,0 0 0,-41 0 0,41 0 0,0 0 15,-40 0-15,40 0 16,0 0-16,-41 0 0,41 0 0,0 0 0,0 0 15,0 0-15,0 41 16,-1-41-16,1 0 0,0 0 0,0 0 0,0 0 16,0 0-1,0 0-15,0 0 0,-1 0 0,1 0 0,0 0 16,0 0-16,0 0 0,0 0 0,0 0 0,-41 0 16,41 0-16,0 0 0,-40 0 15,40 0-15,-40 0 0,39 0 0,-39 0 16,40 0-16,0 0 0,-40 0 15,40 0-15,-1 0 0,1 0 0,0-41 0,-40 41 16,40 0-16,0 0 0,0 0 16,-1 0-16,1 0 0,0 0 0,0 0 0,0 0 15,0 0-15,0-40 16,0 40-16,-1 0 0,1 0 0,0-40 0,0 40 16,0-40-16,0 40 0,0 0 0,0-40 0,-1 40 15,1-40-15,-40 40 0,40 0 16,0-40-16,0 40 0,0-40 0,-1 40 15,1-40-15,0 40 0,0 0 16,40-40-16,-40 40 0,0 0 0,0 0 0,0-41 16,-1 41-1,1 0-15,0-40 0,0 40 0,0-40 16,0 40-16,0-40 0,0 40 0,-1-40 0,1 40 16,40-40-16,-40 40 0,0-40 15,0 40-15,0-40 0,0 0 0,-1-1 16,1 1-16,0 0 15,40 0-15,-40 0 0,40 0 0,0 0 0,-40 0 16,40 0 0,0 0-16,0-1 15,40 41 1,0-40-16,0 40 0,-40-40 16,40 40-16,1 0 0,-1 0 0,-40-40 0,40 40 15,0 0-15,0-40 16,0 40-16,0 0 15,1 0 1,-1 0-16,0 0 31,0 0-15,0 0-16,0 0 0,0 0 16,-80 0 77</inkml:trace>
  <inkml:trace contextRef="#ctx0" brushRef="#br0" timeOffset="141328.9241">25440 13996 0,'0'0'0,"0"40"63,0 0-63,40 0 31,0-40-31,1 0 0,-1 0 0,0 0 16,0 0-16,0 0 0,0 0 0,0 0 0,0 0 15,1 0-15,-1 41 16,0-1-16,0-40 15,-40 40 1,0 0-16,0 0 16,0 0-1,0 0-15,-40 0 0,40 0 16,-40 1-16,0-1 0,40 0 16,-41 0-1,41 0-15,0 0 0,41-40 31</inkml:trace>
  <inkml:trace contextRef="#ctx0" brushRef="#br0" timeOffset="141707.402">25641 13675 0,'0'0'0,"40"0"47,-40-40-47,40 40 16,0 0-16,0-40 0,0 40 0,1 0 0,-1 0 15,40-40-15,-40 40 0,40 0 16,-40 0-16,1-40 0,39 40 0,-40 0 0,0 0 15,0 0-15,0-40 16,0 40-16</inkml:trace>
  <inkml:trace contextRef="#ctx0" brushRef="#br0" timeOffset="141947.3895">26283 13274 0,'0'0'16,"0"-40"-1,0 80 1,-40 0 0,0 41-16,-1-41 0,41 0 15,-40 40-15,40-40 0,0 0 16,0 40-16,-40-39 0,40-1 0,0 40 15</inkml:trace>
  <inkml:trace contextRef="#ctx0" brushRef="#br0" timeOffset="148197.1577">25360 10788 0,'0'0'0,"0"40"62,0 0-62,-40-40 16,40 80-16,-40-40 16,40 0-16,0 0 0,-41 1 0,41 39 0,-40-80 15,40 80-15,-40-40 0,40 0 0,-40 0 0,40 0 16,0 1-16,-40 39 16,40-40-16,0 0 0,-40 40 0,40-40 0,-40 0 15,40 41-15,-40-41 0,40 40 16,-41 0-16,1-40 0,0 40 0,40 1 0,-40-41 15,0 40-15,0 0 16,0-40-16,0 40 0,-1 1 0,1-1 0,0-40 16,40 40-16,-40-40 0,0 41 15,40-1-15,-40-40 0,40 0 0,-40 40 0,0-40 16,40 0-16,-41 41 0,1-41 0,40 0 0,-40 0 16,0 40-16,0-40 15,0 40-15,0-39 0,0-1 0,-41 40 0,41-40 16,0 0-16,0 0 0,0 0 15,0 0-15,0 0 0,-1-40 0,41 41 0,-40-1 16,0 0 0,0 0-16,0 0 15,0-40-15,40 40 0,-40-40 0,0 40 0,-1-40 16,41 40-16,-40 0 0,0-40 16,-40 41-16,40-1 0,0 0 0,0 0 0,-41 0 15,41-40-15,0 40 16,0 0-16,0 0 0,0-40 0,0 40 0,-1-40 15,41 40-15,-40-40 0,40 41 16,-40-41-16,0 40 0,0-40 31,40 40-31,-40 0 0,0 0 16,0-40-16,40 40 0,-41-40 0,41 40 0,-40-40 16,0 40-16,0-40 15,0 40-15,0-40 0,40 41 31,-40-41-31,0 0 16,-1 40 0,1-40-16,0 40 0,0-40 15,0 40-15,0-40 0,0 0 0,-1 40 0,1-40 16,0 40-16,0-40 16,0 40-16,0-40 0,0 40 0,0-40 15,-1 0-15,1 0 16,0 0-16,0 0 15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40:38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2729 2566 0,'-41'-40'16,"1"40"-16,40-40 0,-40 40 15,0 0 1,0 40 0,40 0-16,-40 0 0,40 0 0,-40 41 15,0-41-15,40 40 16,-41-40-16,41 40 0,-40-40 0,40 41 0,-40-1 16,40-40-16,0 40 0,-40-40 15,40 0-15,0 0 0,0 0 0,0 1 0,0-1 16,0-121-1,0 41 1,0 0-16,40-40 0,-40 0 16,40 0-16,0-41 0,1 41 0,-1 0 0,0-40 15,0-1-15,40 41 0,-40 0 0,0 0 0,1-1 16,-1 1-16,-40 0 16,40 40-16,0 0 0,0 0 0,0 40 31,-40 40-31,40 40 0,-40-40 0,0 0 15,40 0-15,-40 0 16,0 41-16,0-41 0,0 40 0,0-40 0,41 40 16,-41-40-16,0 41 0,0-41 0,0 40 0,0-40 15,0 40-15,0-40 0,0 41 16,0-41-16,0 0 0,0 0 0,0 0 0,0 0 16,0 0-1</inkml:trace>
  <inkml:trace contextRef="#ctx0" brushRef="#br0" timeOffset="210.0005">2327 3168 0,'0'0'0,"-40"-40"0,0 40 0,0 0 0,40-40 0,-40 40 15,40-41-15,0 1 16,80 0-16,-40 40 0,0-40 15,0 0-15,41 40 0,-41-40 16,40 40-16,0-40 0,1 40 0,-1-40 0,0 0 16,-40 40-16,40 0 0,1-41 0,-1 41 0,0-40 15</inkml:trace>
  <inkml:trace contextRef="#ctx0" brushRef="#br0" timeOffset="449.9567">3932 2205 0,'-120'0'16,"240"0"-16,-320 0 15,160 40-15,-81 121 16,1 39 0,80-79-16,0 199 31,160-119-16,81-161 1,-81-40 0</inkml:trace>
  <inkml:trace contextRef="#ctx0" brushRef="#br0" timeOffset="630.3644">4374 2406 0,'0'0'16,"-40"40"-1,0 160 17,40 1-17,0-81-15,0 81 32,0-121-32</inkml:trace>
  <inkml:trace contextRef="#ctx0" brushRef="#br0" timeOffset="900.2938">4976 2486 0,'-40'0'16,"80"0"-16,-201 80 16,121 0-16,-120 41 15,119-81-15,-159 120 31,39-39-15,201-162 15,1 41-31,-41-40 0,80 40 16,-40 0 0,0 0-16,0 0 0,0 0 0,-40 40 0,40-40 15,1 41-15,-1-41 0,-40 40 16,40 0-16,0-40 0,-40 40 0,40-40 0</inkml:trace>
  <inkml:trace contextRef="#ctx0" brushRef="#br0" timeOffset="1120.3362">5337 2526 0,'0'0'16,"0"40"-1,0 40 1,0 161 0,-40 120-1,-121-120 1,1-41 0</inkml:trace>
  <inkml:trace contextRef="#ctx0" brushRef="#br0" timeOffset="1290.2928">6059 2887 0,'-40'0'16,"80"0"-1,0 0-15,0 0 0,41 0 0,-41 0 16,0 40-16,40-40 15,-40 0-15,0 0 0,0 0 0,1 0 0</inkml:trace>
  <inkml:trace contextRef="#ctx0" brushRef="#br0" timeOffset="1460.3153">6460 3368 0,'0'40'15,"0"-80"-15,-80 80 16,80 0-16,40-40 15,40 0 1,81 0 0,40-80-1</inkml:trace>
  <inkml:trace contextRef="#ctx0" brushRef="#br0" timeOffset="4010.113">8186 1604 0,'0'0'0,"0"-40"15,0-1-15,0 1 16,-40 0-16,40 80 31,-40-40-31,40 81 0,0-41 0,-41 0 0,41 40 16,0 0-16,0-40 0,0 40 15,0-39-15,0 39 0,0-40 0,0 0 0,0 40 16,0-40-16,0 0 0,0 1 0,0-1 0,0 0 16,0 0-16,0 0 15,0 0-15,0 0 0</inkml:trace>
  <inkml:trace contextRef="#ctx0" brushRef="#br0" timeOffset="4260.1555">7664 3128 0,'0'0'15,"-40"0"1,120-81-1,241-79 1,81 80 15,-282 80-31,161 0 16,-241 0 0,-40 40-16</inkml:trace>
  <inkml:trace contextRef="#ctx0" brushRef="#br0" timeOffset="4630.1322">7865 3769 0,'40'-40'32,"40"-40"-17,-40 40 1,81 40-16,39 120 31,-160-40-31,-80 121 16,-40-81-1,-81 41 1,121-161 0,40 0-1,120-121 16,120 81-15,-119 40 0,159 0-1,-39 40 1,-121 0 0,1-40-16</inkml:trace>
  <inkml:trace contextRef="#ctx0" brushRef="#br0" timeOffset="4980.1118">10032 1644 0,'0'0'0,"-41"0"15,-39 80 1,-80 40 0,-201 241-1,200 40 1,121-321-16,40 81 15,0-41-15,120 201 16,81-161 0,160-39-1,-200-121-15</inkml:trace>
  <inkml:trace contextRef="#ctx0" brushRef="#br0" timeOffset="5490.012">10834 2526 0,'40'0'16,"0"0"-1,1 0-15,-1 0 0,0 0 16,0 40-16,0 0 16,0 0-16,-40 0 0,0 1 0,0-1 15,0 0-15,0 0 0,-40 0 0,0 40 0,0-40 16,-40 0-16,39 1 16,-39-1-16,40-40 0,-40 40 0,40-40 0,-41 0 15,41 0-15,0 0 0,0-40 16,0 0-16,40-41 0,-40 41 0,40 0 15,0 0-15,0 0 16,0 0-16,80 0 0,-80 0 0,40-1 0,0 1 16,0 40-16,0-40 0,1 40 15,-1 0-15,0 0 16,0 80-16,0-39 0,0-1 0</inkml:trace>
  <inkml:trace contextRef="#ctx0" brushRef="#br0" timeOffset="5760.4134">11877 2927 0,'-40'0'0,"80"0"0,-40-40 31,81 40-15,200 0-1,-1 80 1,-119-80 0,-121 0-16</inkml:trace>
  <inkml:trace contextRef="#ctx0" brushRef="#br0" timeOffset="5990.3989">12479 2646 0,'-80'-40'15,"160"80"-15,-200-120 16,80 80-16,40 40 15,-40 40 1,40 201 0,0 80-1,0-80 1,0-241-16</inkml:trace>
  <inkml:trace contextRef="#ctx0" brushRef="#br0" timeOffset="8980.1523">14606 2526 0,'0'0'0,"0"-40"15,-40 40 1,0 0 0,0 0-16,-1 0 0,1 40 0,-40-40 15,40 40-15,-40 0 0,40 0 16,-1 0-16,-39 1 0,40-1 0,0 0 15,0 0-15,40 0 16,0 0-16,0 0 0,0 0 16,0 0-16,40-40 0,-40 41 15,40-41-15,0 40 0,0-40 0,0 40 16,1-40-16,-1 0 0,0 0 0</inkml:trace>
  <inkml:trace contextRef="#ctx0" brushRef="#br0" timeOffset="9260.2104">14847 2727 0,'0'0'0,"0"-41"15,0 122 1,-40-41 0,40 0-16,0 0 0,-40 0 0,40 0 15,0 0-15,0 0 16,-41 1-16,1-1 0,0 0 0,0 0 15,0-40-15,0 0 16,40-40-16,-40 40 0,40-40 16,0 0-16,0-1 15,0 1-15,0 0 0,0 0 0,0 0 0,40 0 16,-40 0-16,40 40 0,-40-40 0,40 0 0,0 40 16,0-41-16,0 41 0,1 0 15,-1 0-15,0 0 0,0 0 0,0 0 0</inkml:trace>
  <inkml:trace contextRef="#ctx0" brushRef="#br0" timeOffset="9520.1549">15328 2807 0,'-40'0'16,"0"0"0,0 0-16,0 0 15,0 0-15,40 40 0,-40-40 16,40 40-16,0 0 0,0 0 0,0 0 0,0 0 15,0 1-15,40-1 16,0 0-16,-40 0 0,80 0 0,-40 0 16,-40 0-16,0 0 15,0 0-15,-40 0 16,-40-40-16,40 41 0,0-41 16,-41 0-16,41 0 15,0 0-15,0 0 0,-40 0 0,40 0 0,-1 0 16,41-41-16,-40 41 0</inkml:trace>
  <inkml:trace contextRef="#ctx0" brushRef="#br0" timeOffset="11560.3325">16532 2326 0,'-40'0'15,"0"0"1,40 80-1,-40-40-15,40 0 0,-40 0 16,-1 40-16,41-40 0,-40 41 16,0-1-16,0-40 0,40 40 0,-40-40 0,0 40 15,40-39-15,-40-1 0,40 0 0,-40 0 0,40 0 16,0-80 15,0 0-31,40 0 0,-40 0 16,40-1-16,-40-39 0,0 40 0,0 0 0,40-40 15,0 40-15,-40 0 16,40-41-16,0 41 0,-40 0 0,0 0 0,40 0 16,-40 0-16,41 40 15,-41-40-15,0 80 16,0 40-16,40-40 16,-40 0-1,0 0-15,40 41 0,-40-41 0,0 0 0,0 0 16,40 0-16,-40 0 0,0 0 15,0 0-15,40-40 0,-40 40 0,0 1 0,40-1 16,-40 0 0,0 0-16</inkml:trace>
  <inkml:trace contextRef="#ctx0" brushRef="#br0" timeOffset="11810.3177">16211 2606 0,'-40'0'16,"80"0"-16,-120-40 0,40-40 15,40 40-15,80 0 16,40-40 0,121 39-1,-201 1-15,0 40 16,161 0-1,-121 40 1</inkml:trace>
  <inkml:trace contextRef="#ctx0" brushRef="#br0" timeOffset="12040.3047">15930 3729 0,'-80'40'16,"160"-80"-16,-120 80 15,201-80 1,-81 0 0,241 0-1,-80 40 16,-201 0-31</inkml:trace>
  <inkml:trace contextRef="#ctx0" brushRef="#br0" timeOffset="12390.2847">16211 4090 0,'0'0'15,"40"0"1,0 0 0,41 40-1,-41 81 1,-80-41 0,-81 0-1,41-40 16,120-40 1,0-40-32,0 40 15,0 0-15,1 0 0,-1 0 0,0 0 16,0 0 0,0 0-16,0 0 15,0 0 1</inkml:trace>
  <inkml:trace contextRef="#ctx0" brushRef="#br0" timeOffset="12780.1887">17254 3007 0,'0'0'15,"-40"0"32,40 40-47,-40-40 0,40 41 16,0-1-16,0 0 0,0 0 0,0 0 0,0 40 16,-40-40-16,40 40 0,0-39 15,0-1-15,0 0 0,0 0 0,0 0 0,0 0 16,0 0-16,0 0 15</inkml:trace>
  <inkml:trace contextRef="#ctx0" brushRef="#br0" timeOffset="13140.2058">17776 3047 0,'-40'0'15,"80"0"-15,-120 0 0,40 41 16,-1-1 0,-79 80-1,-161 40 1,201-160 0,-40 81-1,79-81 16,122 0-31,39 0 32,121 120-17,-161-80-15,0 40 16,1-40 0,-41 41-16,0-81 0</inkml:trace>
  <inkml:trace contextRef="#ctx0" brushRef="#br0" timeOffset="13410.1684">18458 3448 0,'0'0'15,"-80"0"-15,40-40 16,120 40 0,40-40-1,201 40 17,-40 0-17,-160 40 1,-1-40-16</inkml:trace>
  <inkml:trace contextRef="#ctx0" brushRef="#br0" timeOffset="13620.2128">19060 3128 0,'-40'-40'0,"80"80"0,-120-121 0,40 41 31,40 80-31,-40 1 0,40-1 16,0 40-16,0-40 16,0 40-16,0 0 0,0 1 0,0-1 0,0 0 15,0 0-15,0 0 0,0 1 0,0-1 0,0-40 16,0 0-16,0 40 0,0-40 16,0 0-16,0 1 0</inkml:trace>
  <inkml:trace contextRef="#ctx0" brushRef="#br0" timeOffset="17330.0993">19903 3047 0,'0'-40'0,"0"0"15,0 0 1,40 40 0,0 0-1,0 40-15,0 40 16,0-39-16,-40-1 0,40 0 0,-40 0 15,0 0-15,0 40 0,0-40 16,0 0-16,-40 0 0,40 1 0,-80-1 0,40 0 16,0 0-16,0 0 15,-41 0-15,41 0 0,0-40 0,0 40 0,0-40 16,40-40 0,40 0-1,40 0-15,-40 40 16,1 0-16,39 0 15,-40 0-15,0 0 0,0 0 0,0 0 0,0 0 16,1 0-16,-1 40 0,0-40 16,0 0-16,0 0 0,0 40 0,0-40 15</inkml:trace>
  <inkml:trace contextRef="#ctx0" brushRef="#br0" timeOffset="17580.0865">20906 3208 0,'0'0'0,"0"-80"16,-161 160-1,1 160 1,120-159 0,40 119-1,120-120 16,0-80-31,41-40 32,-121 0-32</inkml:trace>
  <inkml:trace contextRef="#ctx0" brushRef="#br0" timeOffset="17790.0763">21227 3328 0,'40'-80'16,"-80"160"-16,120-160 0,-80 120 31,0 40-31,0-40 0,0 0 15,0 1-15,0-1 0,0 0 16,0 0-16,0 0 0,0 0 0,-40-40 16,40 40-16,-40-40 15,0 0-15,0 0 0,-1 0 0,1 0 16,0 0-16,40-40 0,-40 40 0,40-40 16,0 0-16,0 0 15,0 0-15,0 0 0,0-1 0,80 1 16,-40 0-1,1 40-15,-1 0 0,0 0 0</inkml:trace>
  <inkml:trace contextRef="#ctx0" brushRef="#br0" timeOffset="18090.1278">22310 3368 0,'0'0'0,"-80"0"16,-40 0-1,39 40 1,1 0 0,120 81-1,41 39 1,-41-120 0,0 121-1,-80-81 16,0-40-31,-81-40 32,41-80-17,80 40-15</inkml:trace>
  <inkml:trace contextRef="#ctx0" brushRef="#br0" timeOffset="18540.0499">23233 3489 0,'-40'0'16,"0"0"-16,-40 120 15,40-80 1,-81 161-1,81-41 17,0-120-32,40-80 15,40 40 1,40-160 0,81-81 15,-41 121-16,-80 79 1,-40 82 0,40 79-1,1 0 1,-41-80-16,0 41 16,40-81-16,-40 80 15,40-40 1</inkml:trace>
  <inkml:trace contextRef="#ctx0" brushRef="#br0" timeOffset="18740.0897">23113 3489 0,'0'-41'15,"40"1"-15,0 0 16,80 0 0,81-40-1,0 40 1,-121 40 0</inkml:trace>
  <inkml:trace contextRef="#ctx0" brushRef="#br0" timeOffset="18990.0044">24357 3448 0,'0'0'0,"0"-40"16,-40 40 0,-1 0-1,41 40 1,-80 201-1,40-40 1,0-81 0,40-40-1,0-40 1,40-40-16</inkml:trace>
  <inkml:trace contextRef="#ctx0" brushRef="#br0" timeOffset="19300.0369">24999 3408 0,'0'0'16,"-40"0"-1,-41 0-15,-79 121 32,-1-81-17,121 0 1,-40-40-1,80 40 1,40-40 31,-40 40-47,40-40 0,-40 40 0,40-40 16,-40 40-16,40 0 0,1 1 15,-1-1-15,0 0 0,0 0 0,0 0 16,0-40-16,-40 40 15,40 0-15,0-40 0,1 40 0,-1-40 0,-40 40 16,40-40-16</inkml:trace>
  <inkml:trace contextRef="#ctx0" brushRef="#br0" timeOffset="19529.9731">25520 3890 0,'0'0'0,"-40"0"15,0 0 1,40-40-16,40 40 16,121 0-1,39 0 1,-159 0-16,79 0 16,-80 0-16,121 0 15,-81 0 1</inkml:trace>
  <inkml:trace contextRef="#ctx0" brushRef="#br0" timeOffset="19729.9622">26162 3529 0,'-120'-40'15,"240"80"-15,-280-121 0,120 81 16,0 0-16,40 81 15,-40-41-15,40 40 16,0-40-16,-41 201 16,1-81-16,0-40 15,-40 81 1</inkml:trace>
  <inkml:trace contextRef="#ctx0" brushRef="#br0" timeOffset="20640.2806">26764 3448 0,'0'0'0,"0"-40"32,40 40-32,-40-40 15,41 40-15,-1 0 0,-40-40 16,40 40-16,0 0 16,0 0-16,0 40 15,-40 0-15,40 0 16,-40 1-16,0-1 0,0 40 0,0-40 0,0 0 15,0 0-15,0 0 16,-40 0-16,40 1 0,-40-1 0,40 0 0,-80-40 16,40 40-16,0 0 0,-1-40 15,41 40-15,41-40 32,-1 0-17,0 0-15,0 0 0,0 0 0,0 0 16,0 0-1,-40 40-15,40-40 0,-40 40 0,0 0 16,0 0 0,0 1-16,0-1 0,-40-40 0,40 40 0,-80 0 15,40-40-15,0 40 0,0-40 0,0 0 0,-41 40 16,41-40-16,0 0 0,-40 0 16,40 0-16,0 0 0,-1 0 0,1-40 0,0 40 15,0 0-15,40-40 16,0 0-16</inkml:trace>
  <inkml:trace contextRef="#ctx0" brushRef="#br0" timeOffset="23410.0804">28048 3408 0,'40'0'0,"-80"-40"31,-40 40-31,40 0 16,0 0-16,0 80 0,0-80 16,-1 41-16,41-1 0,-40-40 0,0 40 0,40 0 15,0 0-15,-40 0 0,40 0 0,0 0 0,0 0 16,0 1-16,0-1 16,0 0-16,40 0 0,40 0 0,-39 0 15,-1 0-15,0 0 16,0-40-16,0 0 0,0 40 0,0-40 0,0 0 15,1 0-15</inkml:trace>
  <inkml:trace contextRef="#ctx0" brushRef="#br0" timeOffset="23680.0324">28570 3809 0,'0'-40'31,"0"80"-31,0-40 16,0 41-1,0-1-15,-40 80 32,-40-40-17,39-80-15,1 0 0,0 40 0,0-40 32,40-80-17,40 0 1,121 0-1,-121 80-15,80-81 16</inkml:trace>
  <inkml:trace contextRef="#ctx0" brushRef="#br0" timeOffset="23950.0882">29212 3609 0,'0'0'0,"-40"0"0,-40 40 31,-1 0-31,-39 121 32,120-41-17,40-40-15,0-40 16,41 80 0,-41-39 15,-161-41-16,1-40 1,-1-40 0,81 40-16</inkml:trace>
  <inkml:trace contextRef="#ctx0" brushRef="#br0" timeOffset="24520.0142">29814 3489 0,'0'0'16,"-40"0"-16,40-41 16,80 41-1,81 0 16,-121 0-31,0 41 0,-40 39 0,40 40 32,-160 81-17,-41-81 1,121-80 0,80-40 15,0 40-16,0 40 1,-40 1 0,-120 39-1,-41-80 1,121-40-16,-80-80 31,80 80-31,40-80 0</inkml:trace>
  <inkml:trace contextRef="#ctx0" brushRef="#br0" timeOffset="24909.9583">30576 3769 0,'-40'40'16,"80"-80"-16,-120 121 0,80-41 0,-80 40 31,0 40-15,39-80-16,41 0 15,0-80 17,41 0-32,-1-40 15,0 40-15,-40 0 0,40 40 16,0-40-16,-40 0 15,40 40-15,-40-41 0,40 41 0,0 0 32,-40 41-17,41-41-15,-41 40 0,0 0 16,40 0-16,-40 0 16,0 0-16,0 0 0,0 0 15,0 0-15,0 0 0,0 1 16,0-1-16,0 0 0,-40-40 15,40 40-15</inkml:trace>
  <inkml:trace contextRef="#ctx0" brushRef="#br0" timeOffset="25120.0213">30496 3809 0,'-80'-40'15,"80"0"-15,40 0 32,241-80-17,-161 120-15,121 0 32,-161 0-32,-40 40 0</inkml:trace>
  <inkml:trace contextRef="#ctx0" brushRef="#br0" timeOffset="25379.9315">29894 4852 0,'40'0'0,"-80"0"0,-40 40 31,160-40-31,-40-40 16,0 40-16,81-40 16,-41 40-16,201-40 15,0 40 1,-201 0 0</inkml:trace>
  <inkml:trace contextRef="#ctx0" brushRef="#br0" timeOffset="25709.2732">30376 5133 0,'-40'0'31,"80"0"-31,-80-40 16,80 40-16,0 0 15,0 0-15,0 0 0,0 0 16,-40 80-16,40-40 15,-40 0-15,0 0 0,0 0 0,0 1 16,-40-1-16,40 0 0,-40 0 0,0-40 0,0 40 16,0 0-16,0 0 15,-1-40-15,1 40 0,0-40 0,0 0 0,40 40 16,0-80 0,40 40-16,-40-40 15,40 40-15,0-40 16,1 40-16,-1-40 0,0 40 0,0 0 0,0 0 15,0-40-15,0 40 16,0 0-16,1 0 0,-1 0 0,0 0 16,0 0-16,0 0 0,-40-40 15</inkml:trace>
  <inkml:trace contextRef="#ctx0" brushRef="#br0" timeOffset="26059.3257">31780 4251 0,'0'-81'31,"-40"81"-31,40-40 16,-40 40-1,40 40-15,0 0 16,0 1-16,-40 119 16,40 81-1,0-81 16,0-120-31,0 0 0</inkml:trace>
  <inkml:trace contextRef="#ctx0" brushRef="#br0" timeOffset="26389.2467">32221 4411 0,'-40'0'15,"0"40"1,40 0-16,-80 0 16,40-40-16,-121 121 15,1-41 1,80-40 15,120-40 0,0 0-15,0 40-16,0-40 0,0 0 16,0 40-16,0-40 15,1 40-15,-1 0 0,0-40 0,-40 40 16,40-40-16,-40 41 16,40-41-16,0 0 0,-40 40 0,40-40 0,0 0 15,-40 40-15</inkml:trace>
  <inkml:trace contextRef="#ctx0" brushRef="#br0" timeOffset="26859.2402">32984 3448 0,'0'-40'31,"0"80"0,40 1-31,-40-1 0,40 0 16,0 0-16,0 40 15,-40-40-15,41 40 0,-41 1 0,40-1 0,-40 40 16,40-40-16,-40 1 0,0 39 0,0-40 0,0 0 16,-80 1-16,39 39 0,1-40 15,-40 0-15,40 0 0,-40 1 0,-1-1 0,-39 0 16,40 0-16,-1-40 16,-39 41-16</inkml:trace>
  <inkml:trace contextRef="#ctx0" brushRef="#br0" timeOffset="33688.8102">4334 5855 0,'0'40'16,"-40"0"-16,40 0 0,-41 0 15,41 40-15,0-39 0,-40-1 16,40 0-16,-40 40 0,40-40 0,0 0 0,0 40 15,0-40-15,0 1 0,0-1 0,0 0 0,0 0 16,0 0-16,0 0 16,40-40-16</inkml:trace>
  <inkml:trace contextRef="#ctx0" brushRef="#br0" timeOffset="34108.7891">5136 6015 0,'-40'0'15,"40"40"1,-80 0 0,-41 121-1,81-161-15,-120 120 16,120-120-16,0 40 15,-41-40 1,1 40 0,40-40-1,80 0 17,-40-40-17,40 40 1,0 40-16,0 0 15,1-40-15,-41 41 0,40-1 0,0-40 16,0 40-16,0-40 0,-40 40 0,40 0 0,0 0 16,0 0-16,1 0 15,-1 0-15,0 1 0,-40-1 0,40-40 16,0 40-16,0-40 16</inkml:trace>
  <inkml:trace contextRef="#ctx0" brushRef="#br0" timeOffset="34338.8462">5778 6496 0,'0'0'16,"-40"0"-16,40-40 15,80 40 1,-40 0-1,81 0 1,39 40 0,-120-40-16</inkml:trace>
  <inkml:trace contextRef="#ctx0" brushRef="#br0" timeOffset="34558.8335">5899 6978 0,'-161'40'16,"121"-40"-16,80 0 31,40 0-31,41 0 31,-81 0-31,80 0 0,-80 0 0,41 0 16,199-80-1,-239 80-15</inkml:trace>
  <inkml:trace contextRef="#ctx0" brushRef="#br0" timeOffset="34798.7637">7624 6376 0,'0'0'15,"-40"-40"-15,-40 40 16,40 0 0,40 40-16,-41 40 31,-39 81-15,80 79-1,0-199-15,0 159 31,40-160-31,-40 0 0</inkml:trace>
  <inkml:trace contextRef="#ctx0" brushRef="#br0" timeOffset="34978.809">7985 7419 0,'0'0'0,"-80"40"16,-40 0-1,-1 80 17,41-39-17,40-81 1</inkml:trace>
  <inkml:trace contextRef="#ctx0" brushRef="#br0" timeOffset="35358.7696">9349 6577 0,'-40'-40'0,"80"80"0,-80-121 16,40 41-16,0 0 16,81 120 15,-1 81-15,-40 80-1,-120-41 16,80-160-31,-81 0 16,122-40 0,39 0-1,-40 0-15,0 0 0,0-40 0,0 40 0,0 0 16,1 0-16,-1 0 0,0 0 16</inkml:trace>
  <inkml:trace contextRef="#ctx0" brushRef="#br0" timeOffset="35539.2039">10312 7419 0,'-40'0'16,"80"0"-16,-80 40 0,0 0 15,0-40-15,0 40 16,0 0-16,-81 41 31,-39 79-15,-1-40-1</inkml:trace>
  <inkml:trace contextRef="#ctx0" brushRef="#br0" timeOffset="36598.8044">12600 6256 0,'-40'0'0,"-1"0"15,1 0 1,40 40 0,-160 80-1,120-80-15,-121 121 16,121-121-16,0-40 0,0 80 31,40-40-15,120-40-1,121 0 1,80 40 15,-281-40-31,161 40 16,-161 1-16</inkml:trace>
  <inkml:trace contextRef="#ctx0" brushRef="#br0" timeOffset="36858.8442">12439 6577 0,'0'-40'16,"0"80"-16,-40-80 0,40-1 16,0 1-1,0 80 1,0 1-1,0 79 1,-40 121 0,-40 79-1,80-280-15,0 161 16</inkml:trace>
  <inkml:trace contextRef="#ctx0" brushRef="#br0" timeOffset="37118.8299">11918 7940 0,'-41'0'15,"82"0"-15,-82-40 0,82 40 16,79 0-1,161 0 1,40 0 15,-121 0-15,-159 0-16</inkml:trace>
  <inkml:trace contextRef="#ctx0" brushRef="#br0" timeOffset="37548.7326">12038 8381 0,'0'0'16,"-40"0"-16,120-40 16,-40 0-1,81 40 16,-81 40-31,-40 41 16,0 79 0,-161 0-1,41-79 17,80-41-17,40-80 1,160-1-1,41 41 17,40 41-17,-201-41-15,80 40 16,-120-80 15,-40 40-31,40-41 16,-40 41-1,40-40-15,0 0 16</inkml:trace>
  <inkml:trace contextRef="#ctx0" brushRef="#br0" timeOffset="37808.716">13763 7900 0,'81'0'47,"-41"0"-31,0 0-16,0 0 0,0 0 15,0 0-15,0 0 0,0 0 0,1 0 0,-1 0 16,0 0-16,0 0 0,0 0 0</inkml:trace>
  <inkml:trace contextRef="#ctx0" brushRef="#br0" timeOffset="38238.7654">14767 7299 0,'0'0'16,"-41"0"-16,41-81 15,0 41-15,-40 40 16,0 161 15,-40 160-15,0-1-1,39-119 1,41-81 15</inkml:trace>
  <inkml:trace contextRef="#ctx0" brushRef="#br0" timeOffset="38998.6649">16492 7740 0,'0'-40'16,"0"0"-16,0-1 15,40 41-15,121-80 32,79 80-17,41 40 1,-120 41 0</inkml:trace>
  <inkml:trace contextRef="#ctx0" brushRef="#br0" timeOffset="39198.653">16693 8341 0,'-81'0'16,"162"0"-16,-202 40 16,161-40-1,0 0 1,241 0-1,80 0 1,-200 0 0</inkml:trace>
  <inkml:trace contextRef="#ctx0" brushRef="#br0" timeOffset="39578.6869">18739 7579 0,'-40'-40'0,"80"80"0,-80-120 0,0 0 15,0 40-15,40 0 32,-40 40-1,40 40-31,-81 200 31,41 81-15,0-80-1,40-41 1,0-159-16</inkml:trace>
  <inkml:trace contextRef="#ctx0" brushRef="#br0" timeOffset="39958.6652">19100 7820 0,'0'0'16,"-40"0"0,0 40 15,-80 40-15,-81 0-1,121-39-15,40-41 0,-121 80 31,41-40-15,120-80 15,40 40-31,80-40 32,1 80-17,79 80 1,-120 0-1,-39-79-15,79 119 32,-80-160-32,40 80 15,-40-80-15</inkml:trace>
  <inkml:trace contextRef="#ctx0" brushRef="#br0" timeOffset="42198.3746">17174 7539 0,'0'-40'0,"-40"40"32,40 40 61,40-40-77,0 0-16,0 0 16,0 0-1,-40-40-15,41 40 16,-41-40 15,0 0 0,0 0-31,-41 40 16,1 0-16,40-40 16,-40 40-16,40-40 15,-40 40-15,40 40 47,0 0-31,0 0-16,40-40 0,-40 40 15,40 0-15,-40 0 16,40 0-16,1 0 0,-1 1 0,0-1 0,-40 40 16,40-40-16,0 0 0,0 0 15,0 40-15,0-40 0,-40 1 0,41-1 0,-1 0 16,-40 0-16,40 0 15,-40 0-15,40-40 0,-40 40 0,0 0 0,40-40 16,-40 40-16,0 1 0,0-1 16,0 0-16,0 0 15,-40-40-15,40 40 16,-40-40-16,40 40 16,-40-40-16,0 40 0,-1-40 15,1 40-15,0-40 16,0 40-16,0-40 0,0 0 0,0 40 0,0-40 15,-1 0-15,1 41 0,0-1 0,0-40 16,40 40 0,-40 0-16,40 0 0</inkml:trace>
  <inkml:trace contextRef="#ctx0" brushRef="#br0" timeOffset="43988.319">20304 7940 0,'0'-40'0,"0"0"16,0 0 15,40 40-16,40 0-15,-40 0 0,1 0 0,-1 0 16,40 0-16,-40 0 0,0 0 16,40 40-16,-39-40 0,39 0 0,-40 0 0,40 0 15,-40 0-15,0 0 16,41 40-16,-41-40 0,0 0 0,0 0 16</inkml:trace>
  <inkml:trace contextRef="#ctx0" brushRef="#br0" timeOffset="44288.2478">20585 8301 0,'0'0'16,"-40"40"-16,-41 0 16,41-40-16,0 41 15,80-1 1,41-40-1,159 0 1,81 0 0,-200 0-1,-41 0 1,0 0 0,-120 0 30,40-40-46</inkml:trace>
  <inkml:trace contextRef="#ctx0" brushRef="#br0" timeOffset="44698.2214">22310 7740 0,'0'0'0,"-40"0"0,40-40 16,-40 40 31,40 40-31,0 0-16,0 0 0,0 0 0,0 0 15,0 0-15,-40 0 0,40 0 16,0 1-16,0-1 0,0 40 0,0-40 0,0 0 15,0 0-15,0 40 0,0-39 0,0-1 0,0 0 16,-40 0-16,40 0 16,0 0-16,0 0 0,0 0 0</inkml:trace>
  <inkml:trace contextRef="#ctx0" brushRef="#br0" timeOffset="44958.2624">22712 8742 0,'-41'0'32,"41"40"-17,0 1 1,-40-1-16,40 0 15,-40-40-15,40 40 0,-40 0 0,40 0 16,-40-40-16,0 40 0,0 0 16,0 0-16,-1-40 15</inkml:trace>
  <inkml:trace contextRef="#ctx0" brushRef="#br0" timeOffset="52408.5167">1404 9625 0,'0'0'0,"0"-40"0,0-1 0,-80 1 16,40 40-1,0 0 1,40 40-1,-40-40-15,40 41 0,0-1 16,-40 0-16,40 0 0,-40 0 0,40 0 16,-41 40-16,41-40 0,-40 1 15,40-1-15,-40 0 0,40 0 0,-40 0 0,40 0 16,-40 0-16,40 0 16,0 0-16,-40-40 0,40 40 0,-40 1 15,40-82 16,40-39-31,-40 40 0,40 0 0,-40-40 16,40 40-16,0-40 16,0 39-16,0-39 0,-40 0 0,41 40 0,-1-40 15,-40 40-15,40-41 0,0 41 16,-40 0-16,40 0 0,-40 0 0,40 0 16,0 0-1,0 40-15,1 0 16,-41 40-1,40-40-15,-40 80 0,0-40 0,40 0 0,-40 40 16,0-39-16,0-1 0,0 40 0,0-40 0,0 0 16,0 0-16,0 40 15,0-39-15,0-1 0,0 0 0,0 0 0,-40 0 16,40 0-16,0 0 16,0 0-16,0 0 0,0 0 15,40-40 16</inkml:trace>
  <inkml:trace contextRef="#ctx0" brushRef="#br0" timeOffset="52638.5564">923 10146 0,'0'0'0,"-40"0"0,-40-40 16,80 0-16,40 40 31,0-40-15,0 40-16,0 0 16,0 0-16,0 0 0,0-40 0,1 40 0,-1 0 15,40 0-15,-40 0 0,0 0 16,40 0-16</inkml:trace>
  <inkml:trace contextRef="#ctx0" brushRef="#br0" timeOffset="53038.5333">2528 9143 0,'0'0'16,"-40"0"-1,-40 0 17,-81 121-17,41-1 1,80-40-16,-41 161 15,81 0 17,40-121-32,1-40 15,79 40 1,-40-120 0,0 0-1,81 0 1</inkml:trace>
  <inkml:trace contextRef="#ctx0" brushRef="#br0" timeOffset="53278.4483">2729 9825 0,'0'-80'32,"0"160"-32,40-240 15,-40 120-15,0 80 31,-40-40-15,40 40-16,0 0 16,0 0-16,0 0 0,0 0 0,0 0 15,-41 1-15,41-1 0,0 0 16,0 0-16,0 0 0,-40 0 0,40 0 16,0 0-16,0 0 15,0 0-15,0 1 16,40-41-1</inkml:trace>
  <inkml:trace contextRef="#ctx0" brushRef="#br0" timeOffset="53768.4349">3330 9464 0,'0'-40'16,"41"40"-16,-41-40 16,40 40-1,0 0 16,-40 40 94,0 0-125,0 0 0,0 0 16,0 1-16,0-1 16,0 0-16,0 0 0,40 0 0,-40 0 0,0 40 15,0-40-15,0 1 0,0-1 16,0 0-16,-40 0 0,40 0 0,-40 0 0,40 0 16,-40 0-16,-1 0 15,1 0-15,0 1 0,0-41 0,40 40 0,-40 0 16,0-40-16</inkml:trace>
  <inkml:trace contextRef="#ctx0" brushRef="#br0" timeOffset="54228.3926">5257 10066 0,'0'0'0,"-41"0"0,1-40 16,40 0 0,40 0 15,1-1-31,199 1 15,-39 40 17,0 81-17,-161-41-15</inkml:trace>
  <inkml:trace contextRef="#ctx0" brushRef="#br0" timeOffset="54428.3827">5216 10627 0,'-160'81'31,"320"-162"-31,-360 162 0,160-81 16,120 0 0,-40 0-16,40 0 0,-40 0 15,1-41-15,39 41 16,-40 0-16,0 0 0,40 0 0,-40 0 0,1 0 15,39 0-15,-40 0 0,0 0 0,0 0 0,0 0 16,0 0-16</inkml:trace>
  <inkml:trace contextRef="#ctx0" brushRef="#br0" timeOffset="54738.4338">7062 9705 0,'0'-40'0,"0"80"0,-40-160 32,0 120-32,0 0 15,40 40 1,-121 160-1,81 81 1,40-121 0,40 81-1,1-161 1,-41 41-16</inkml:trace>
  <inkml:trace contextRef="#ctx0" brushRef="#br0" timeOffset="54988.3785">6460 11149 0,'0'0'0,"-40"-40"16,40-1 15,40 41-15,0-40-16,1 40 15,-1 0-15,40 0 0,-40-40 0,0 40 0,40 0 16,1 0-16,-41 0 0,40 0 16,-40 0-16,40 0 0,-39 0 0,-1 0 0,0 0 15,40 40-15,-40-40 16,0 0-16,1 40 0,-1-40 0,0 0 0</inkml:trace>
  <inkml:trace contextRef="#ctx0" brushRef="#br0" timeOffset="55378.3229">6541 11710 0,'0'0'0,"-41"-40"32,122-40-17,-41 80 1,120 0-1,-39 160 1,-81-39 0,-80 79-1,-201-80 1,201-79 0,-40-1-1,80-80 1,120-41-1,40 41 1,-119 0 0,119 40-1,-40 40 17,121 0-32</inkml:trace>
  <inkml:trace contextRef="#ctx0" brushRef="#br0" timeOffset="55878.1731">9109 10146 0,'0'0'0,"-40"-40"0,-41 0 31,-79 40-15,39 40-1,81 0-15,-160 161 16,79 160-1,161-1 1,161-39 15,0-40-15,-41-161 0,-120-80-16</inkml:trace>
  <inkml:trace contextRef="#ctx0" brushRef="#br0" timeOffset="57218.1026">9951 10667 0,'0'-40'16,"0"80"-16,0-120 15,-40 80-15,0 0 16,0-40 0,0 40-1,0 0 1,40 40 62,40-40-62,-40 40-1,0 0 79,40-40-16,0 0-62,-40-40 109,0 0 156,-40 40-265,40-40 46,-40 40-46,0 0-1,0 0 1,-1 80 0,1-80-16,40 40 15,0 1-15,-40-41 0,40 40 16,0 0-16,0 0 0,0 0 0,0 0 0,0 0 15,0 0-15,40-40 0,-40 40 0,40-40 16,-40 40-16,81-40 16,-41 41-16,0-41 0,0 0 0,40 0 0,-40 0 15,1 40-15,-1-40 0,0 0 16,0 0-16</inkml:trace>
  <inkml:trace contextRef="#ctx0" brushRef="#br0" timeOffset="57508.147">10754 10627 0,'0'0'0,"40"0"31,-40 40-15,40 1 0,-40 79-16,-40 40 31,-161-120-16,121-40-15,0-80 32,80-120-17,200 119 1,-119 81 0,39 0-1</inkml:trace>
  <inkml:trace contextRef="#ctx0" brushRef="#br0" timeOffset="57768.1324">11115 10627 0,'0'0'15,"-40"0"17,40 40-32,-40-40 0,40 41 0,0-1 15,0 0 1,0 0-16,0 0 0,40 0 0,-40 0 15,40 0-15,0 0 0,-40 0 16,0 1 0,0-1-16,0 0 15,-40-40-15,40 40 16,-80-40-16,40 0 0,-41 0 0,41 0 16,0 0-16,0 0 15,0 0-15,0 0 0,0 0 0,-1 0 16</inkml:trace>
  <inkml:trace contextRef="#ctx0" brushRef="#br0" timeOffset="58208.0717">11918 10708 0,'0'0'0,"-41"40"16,1 0 0,-40 120-1,40-40 1,0 1 0,0-81-1,40-80 1,40 40-16,0-80 15,-40 39-15,40-39 16,40-40-16,41-81 31,-81 121-31,0 80 16,-40 40 0,80 201 15,-40 0-16,-40-161-15,40 40 32</inkml:trace>
  <inkml:trace contextRef="#ctx0" brushRef="#br0" timeOffset="58408.0949">11877 10667 0,'0'0'0,"0"-120"31,81 120-31,-41-40 0,0 0 0,161 0 32,79 0-17,-119 80 1,-1 80-1,-119-120-15</inkml:trace>
  <inkml:trace contextRef="#ctx0" brushRef="#br0" timeOffset="58628.0116">11797 11750 0,'-40'40'15,"80"-40"1,40-40-16,-39 40 16,-1 0-16,0 0 0,40-40 15,-40 40-15,0 0 0,41 0 0,-41 0 0,0 0 16,0 0-16,0 0 16,0 0-16,0 0 0,0 0 15,-40 40-15</inkml:trace>
  <inkml:trace contextRef="#ctx0" brushRef="#br0" timeOffset="58968.0117">11958 12111 0,'40'0'31,"0"-40"-31,40 40 0,-40 0 16,0 0-16,1 0 0,-1 0 15,0 40-15,-40 0 16,0 0-16,0 1 0,-40-1 16,0 0-1,40 0-15,-81 0 0,41 0 0,40 0 16,-40-40-16,40 40 0,-40-40 16,40 40-16,40-40 31,0 0-31,0 0 0,0 0 15,1 0-15,-1 0 0,0 0 0,0 0 0,0 0 16,0 0-16,0 0 0,0 0 16,1 0-16,-1 0 0,0 0 0,0 0 15,0 0-15,0 0 16,0 0-16</inkml:trace>
  <inkml:trace contextRef="#ctx0" brushRef="#br0" timeOffset="59277.9783">13803 11630 0,'-80'0'15,"160"0"-15,-240-40 16,200 40 0,40 0-1,-40 0-15,1 40 0,39-40 16,-40 0-16,40 0 0,-40 40 0,41-40 0,-1 0 16,-40 0-16,0 0 15,40 0-15,-40 0 0,1 0 0,-1 0 0,0 0 16</inkml:trace>
  <inkml:trace contextRef="#ctx0" brushRef="#br0" timeOffset="59497.9592">14205 11389 0,'-40'-40'15,"80"80"-15,-80-120 16,40 120-1,0 0-15,0 0 16,-41 1-16,41-1 0,0 40 16,-40-40-16,40 40 0,-40-40 0,40 40 0,0-39 15,0 39-15,-40-40 16,40 0-16,0 0 0,0 0 0,0 0 0,0 0 16,0 1-16,0-1 0,0 0 15</inkml:trace>
  <inkml:trace contextRef="#ctx0" brushRef="#br0" timeOffset="59908.0082">15128 11470 0,'-40'-81'15,"80"162"-15,-40-202 16,40 121-16,0 0 16,40 80-1,-80-39-15,40 159 16,-40-160-16,0 0 16,-200 121-1,160-161-15,-161 40 16,161 0-1,80-40 1,0 0 15,0 0-31,40 0 0,-39 40 0,79 0 32,40 40-17,-119-40 1,-1-40-16,0 0 0</inkml:trace>
  <inkml:trace contextRef="#ctx0" brushRef="#br0" timeOffset="60127.9437">16091 11550 0,'0'0'0,"0"-40"0,-40 40 16,-41 0-16,-39 0 15,-41 240 1,161-160-1,0 121 1,81-121 0,79-40-1,-80-40 17,-39-40-32</inkml:trace>
  <inkml:trace contextRef="#ctx0" brushRef="#br0" timeOffset="60327.9181">16492 11830 0,'80'0'0,"-160"0"0,200 0 32,-120 41-32,0-1 15,-80 80 1,-40-120 0,-81 40-1,81-80 1,120 0-1,120-80 1,-40 79-16,81 1 16</inkml:trace>
  <inkml:trace contextRef="#ctx0" brushRef="#br0" timeOffset="60578.2608">17174 11670 0,'-80'0'16,"0"0"-16,80 40 16,0 0-16,0 81 31,40-81-31,0 0 0,0 0 16,-40 0-16,40 40 15,-40-40-15,-80 0 16,40-40-16,-41 0 15,-79 0 1,120 0-16</inkml:trace>
  <inkml:trace contextRef="#ctx0" brushRef="#br0" timeOffset="60978.2375">17856 11630 0,'-40'80'32,"0"-80"-32,0 120 15,0 1 1,40-41 0,-40 40-1,-1-120-15,41 40 31,-40-40-31,40-80 16,81 0 0,79-121-1,-40 1 17,-79 160-32,-1 80 31,-40 120-16,0-79-15,0 119 32,0-39-17,40-121 1</inkml:trace>
  <inkml:trace contextRef="#ctx0" brushRef="#br0" timeOffset="61178.2258">17816 11670 0,'0'0'16,"0"-40"-16,40 0 16,40 0-16,121 0 31,40 40-16,-161 40-15</inkml:trace>
  <inkml:trace contextRef="#ctx0" brushRef="#br0" timeOffset="61458.2809">19140 12191 0,'0'-40'31,"40"40"-31,1 0 16,-1 0 0,80 40-16,161 1 31,-40-41-16,-161 0-15,40 0 32,-80 0-32</inkml:trace>
  <inkml:trace contextRef="#ctx0" brushRef="#br0" timeOffset="61688.2673">19863 12071 0,'0'0'15,"-81"-40"1,41 40-16,-40 0 31,80 40-31,-80 161 32,40 39-17,-1-160 1,41 81-1,-40-121-15,40 0 0</inkml:trace>
  <inkml:trace contextRef="#ctx0" brushRef="#br0" timeOffset="62308.2306">20705 12232 0,'0'-41'16,"0"82"-16,0-122 15,0 41-15,121 0 16,-41 0-1,80 40 1,1 80 15,-81 0-31,-80 1 32,-160 39-17,79-80 1,81 0-1,121 0 17,-81 81-17,-80-41 1,-81-40 0,-79 40-1,-1-80 1,161 0-1,120 0 1</inkml:trace>
  <inkml:trace contextRef="#ctx0" brushRef="#br0" timeOffset="62538.2173">22270 12352 0,'-160'0'16,"320"0"-16,-441 0 16,241 0-16,-161 80 15,121 40 1,120-80 0,121 41-1,40-1 1,-161-80-16</inkml:trace>
  <inkml:trace contextRef="#ctx0" brushRef="#br0" timeOffset="62778.131">22712 12472 0,'40'0'15,"-40"40"16,0 0-31,-40-40 16,40 40-16,-41-40 16,41 41-16,-40-41 0,0 0 0,0 0 15,0 0 1,40-41-16,0 1 0,40 0 16,40 0-1,-40 0-15,1 40 0,-1 0 16,0-40-16,0 40 0,0 0 0</inkml:trace>
  <inkml:trace contextRef="#ctx0" brushRef="#br0" timeOffset="63008.1907">23233 12432 0,'-40'0'32,"0"0"-32,0 0 15,40 80 1,-40-80-16,40 40 0,0 0 15,0 1-15,0-1 0,0 0 16,0 0-16,0 0 16,40 0-16,-40 0 0,0 0 15,-40-40 1,40 40-16,-40-40 0,-1 0 0,1 0 0,0 0 16,0 0-16,0-40 15,0 0-15</inkml:trace>
  <inkml:trace contextRef="#ctx0" brushRef="#br0" timeOffset="63428.0931">23996 11951 0,'0'-40'16,"0"80"-16,40-80 16,40 0-16,-40 40 0,40 0 31,-40 120-15,-40 0-1,-80-80-15,0 0 16,40 41-1,40-41 1,40 0 0,-40 40-1,-80 40 17,-81-80-17,81-40 1,0-40-1,80-40-15</inkml:trace>
  <inkml:trace contextRef="#ctx0" brushRef="#br0" timeOffset="63818.1033">24597 12272 0,'0'0'0,"-80"40"0,40 0 16,40 0-16,-40-40 15,40 40-15,-40-40 0,0 40 0,40 0 0,-40 0 16,40 0 0,-41-40-16,41 41 0,0-82 31,41 41-31,-41-80 0,40 80 0,-40-40 15,40 0-15,0 0 0,0 0 0,0 0 16,0 0-16,-40 0 16,40-1-16,-40 1 0,41 0 0,-1 0 15,-40 0-15,40 80 32,-40 0-17,0 40-15,0-39 16,40-1-16,-40 0 0,0 0 0,0 0 0,0 0 15,0 0-15,0 0 16,0 0-16,0 0 0,0 1 0</inkml:trace>
  <inkml:trace contextRef="#ctx0" brushRef="#br0" timeOffset="64028.0615">24718 12191 0,'-40'-40'16,"40"0"-16,0 0 15,40 0 1,201 0 0,-1 40-1,-159 0 1</inkml:trace>
  <inkml:trace contextRef="#ctx0" brushRef="#br0" timeOffset="64288.0814">23875 13194 0,'-80'-40'16,"160"80"-16,-120-80 16,120 0-1,201 40 1,-241 0-16,121 80 16,-81-80-16,40 0 15,41 40 1,-121-40-16,0 0 0</inkml:trace>
  <inkml:trace contextRef="#ctx0" brushRef="#br0" timeOffset="64558.1016">24397 13354 0,'0'41'16,"40"-41"-1,0 0 1,0 80-1,-40 0 1,-40-40 0,-40 40-1,80-40 1,160 1 15,-79-41-31,-41 0 0,160-41 16,-119 1-16,-41 0 15,0 40-15</inkml:trace>
  <inkml:trace contextRef="#ctx0" brushRef="#br0" timeOffset="64808.0887">26323 11991 0,'-40'0'16,"80"0"-16,0 40 15,0 0 1,-40 0-16,40 81 16,0-81-16,-40 40 0,0 160 15,0-159-15,-80 79 16,-201 241-1,-80-160 1,281-161-16</inkml:trace>
  <inkml:trace contextRef="#ctx0" brushRef="#br0" timeOffset="65867.9851">4775 13314 0,'-40'0'16,"0"-40"-1,40 0 1,40 0-1,40 40 1,0-40-16,-39 40 0,39 0 0,0-40 0,0 40 16,1 0-16,-1 0 15,0 0-15,-40 0 0,40 0 0,1-40 0,-1 40 16,-40 0-16,0 0 0,0 0 16,0 0-16,1 0 0</inkml:trace>
  <inkml:trace contextRef="#ctx0" brushRef="#br0" timeOffset="66097.9563">4976 13635 0,'-121'40'16,"242"-80"-16,-362 80 15,281-40 1,40 0-1,-40-40-15,1 40 16,39 0-16,-40 0 0,40 0 0,-40 0 0,41 0 16,-1 0-16,-40 0 0,40 0 15,-40 0-15,0 0 0,1 0 0,-1 0 0,0-40 16</inkml:trace>
  <inkml:trace contextRef="#ctx0" brushRef="#br0" timeOffset="66397.9252">6982 12833 0,'-40'-40'15,"80"80"-15,-120-80 0,40 0 16,40 80 15,0 0-15,0 0-16,0 0 15,0 41-15,0-41 0,-41 0 0,41 0 0,0 0 16,0 0-16,0 40 0,0-40 16,0 0-16,0 1 0,0-1 0,0 0 15,0 0 1,41 0-16</inkml:trace>
  <inkml:trace contextRef="#ctx0" brushRef="#br0" timeOffset="66647.9794">6460 13836 0,'-40'40'15,"80"-40"17,0 0-32,1 0 15,-1-40-15,0 40 0,0 0 0,40 0 0,-40-40 16,0 40-16,41 0 16,-41 0-16,40 0 0,-40 0 0,0 0 0,0 0 15,1 0-15,-1 0 0,0-40 16,0 40-16</inkml:trace>
  <inkml:trace contextRef="#ctx0" brushRef="#br0" timeOffset="67057.8821">6500 14277 0,'0'0'0,"-40"0"0,0 0 16,0 0-16,40-40 15,80 40-15,-40-40 16,1 40-16,-1 0 0,0 0 0,0 0 16,0 0-16,0 0 15,0 0-15,0 0 0,1 0 0,-1 40 16,0 0-16,-40 0 16,0 0-16,0 0 15,0 0-15,-40 0 16,0 1-16,40-1 0,-41-40 15,1 40-15,0-40 0,0 0 16,40-40 0,0 0 15,40 40-31,40 0 16,-39 0-16,-1 0 15,0 40-15,0-40 0,0 0 16,0 0-16,0 0 0,0 40 0,41-40 0,-41 0 15,40 0-15,-40 40 16,41-40-16,-41 0 0,40 0 0,0 0 0</inkml:trace>
  <inkml:trace contextRef="#ctx0" brushRef="#br0" timeOffset="67347.9405">8507 13435 0,'40'0'0,"-80"0"0,0-40 0,-41-1 15,1 41-15,-40 0 16,-1 121 15,121-81-31,-80 201 16,80-201-16,0 0 0,-40 120 15,40-80-15,120 81 16,-120-121-16,41-40 0,-1 40 16,200 40-1,-119-80 1,-81 0-16</inkml:trace>
  <inkml:trace contextRef="#ctx0" brushRef="#br0" timeOffset="67697.919">9550 13756 0,'0'-41'31,"-40"41"-31,0 0 0,0 0 16,0 41-16,-121 119 15,121-120-15,0 40 16,40-40-16,0 0 15,0 1-15,120-1 16,41-40 15,-121-81-31,0 41 0,40-40 32,-40 40-32,-40 0 0,0 0 0,0-161 31,-40 161-31,40 0 0,-80 40 15,40-40-15,-40 40 16,39 40 0,41 0-16</inkml:trace>
  <inkml:trace contextRef="#ctx0" brushRef="#br0" timeOffset="67937.9048">10312 14157 0,'41'0'31,"-1"0"-15,40 0-16,-40 0 16,40 0-16,-40 40 0,41-40 0,-41 0 0,40 0 15,-40 0-15,41 0 16,-41 0-16,0 0 0,0 0 0,0 0 0,0 0 15,0 0-15,-40-40 0,40 40 16,-40-41 0</inkml:trace>
  <inkml:trace contextRef="#ctx0" brushRef="#br0" timeOffset="68167.8909">10995 13876 0,'-81'0'16,"162"0"-16,-202 0 31,121 40-31,0 0 0,-40 0 16,40 0 0,0 0-16,-40 0 0,40 1 0,0-1 0,0 0 15,-40 0-15,40 0 0,0 0 16,0 0-16,-40 0 0,40 0 0,-40 1 15,40-1-15,-41 0 0</inkml:trace>
  <inkml:trace contextRef="#ctx0" brushRef="#br0" timeOffset="69497.7415">12399 13956 0,'0'40'15,"0"-80"48,0 0-48,0 0 1,0 0 0,-40 40 46,40 40-62,-40-40 16,0 0-16,0 40 0,-1 0 0,1 0 15,0 0-15,0 0 0,40 0 0,-40 1 0,40-1 16,0 0-16,-40 0 0,40 0 16,0 0-16,0 0 0,80 0 0,-80 0 0,80-40 15,-80 41-15,81-1 16,-41-40-16,0 40 0,0-40 0,0 0 0,40 0 16,-40 0-16,1 40 0,-1-40 15,40 0-15</inkml:trace>
  <inkml:trace contextRef="#ctx0" brushRef="#br0" timeOffset="70147.7788">12961 14157 0,'-40'0'15,"80"-41"32,40 41-31,-40 0 0,0 0-16,0 0 0,1 0 0,-1 0 15,0 0-15,0 0 0,-40 41 16,40-41-16,0 0 0,0 0 0</inkml:trace>
  <inkml:trace contextRef="#ctx0" brushRef="#br0" timeOffset="70537.6803">13884 14036 0,'0'-40'0,"0"80"0,40-80 16,0 40-16,0 0 15,0 0 1,0 120 0,0 1-1,-200-1 17,-1-80-17,121 0 1,0-40-16,0 0 15,120 0 1,-40 0 0,1 0-1,-1 0-15,0 0 16,0 0-16,0 0 0,0 40 16,0-40-16,0 0 0,1 0 15,-1 41-15,0-41 0,0 40 0,0 0 0,0-40 16,0 0-16,0 0 0,1 40 0,-1-40 0,-40 40 15,40-40-15</inkml:trace>
  <inkml:trace contextRef="#ctx0" brushRef="#br0" timeOffset="70807.7436">14726 14116 0,'0'-40'16,"0"80"-16,41-80 16,-1 40-16,0 0 15,0 40-15,0 41 16,0-81-16,-40 200 16,-40 41-1,0-201-15,0 0 16,0-40-16,-161 160 15,161-119-15,0-41 0,0 0 16,-41 40-16</inkml:trace>
  <inkml:trace contextRef="#ctx0" brushRef="#br0" timeOffset="71197.7205">16412 14598 0,'0'0'0,"-81"0"16,41 0-16,0-40 15,0 40-15,120 0 32,41 0-17,-41 0-15,40 40 16,-39-40-16,199 0 15,41 40 1,-200 0 0,-81-40-16,40 0 0</inkml:trace>
  <inkml:trace contextRef="#ctx0" brushRef="#br0" timeOffset="71457.706">17134 14437 0,'0'-40'15,"0"80"-15,-40-80 16,0 40-16,0 40 16,-41 41-1,-119 119 1,160-80-1,40-80-15,-41 41 0,1-41 0,40 120 32,0-120-32</inkml:trace>
  <inkml:trace contextRef="#ctx0" brushRef="#br0" timeOffset="73247.6014">18258 14397 0,'-41'0'62,"82"0"16,-41-40-46,40 40-32,0 0 0,0 0 15,-40-40 1,40 40-16,0 0 16,0 0-1,0 40 1,-40 0-1,41-40-15,-41 40 0,0 0 16,0 1-16,0-1 16,-41 0-16,1 0 15,0 0-15,-40 0 16,40 0-16,0-40 16,40 40-16,0-80 62,40 40-15,0 0-31,0 0-1,0 0 1,0 0-16,-40 40 31,40-40 360,-40 40-376,41-40-15,-41 40 16,40-40 15,-40 41-15,0-1 15,0 0-15,0 0-1,-40-40-15,40 40 0,0 0 0,-41-40 16,41 40-16,0 0 16,-40-40-16,0 0 0,40 40 0,-40-40 15,0 41-15,0-41 0,0 0 16,0 0-16,-1 0 0,1 40 15,0-40-15,0 0 0,0 0 16,0 0 0,40-40-16,-40-1 0,40 1 15,0 0 1,40 40-16,0-40 16,40 40-1</inkml:trace>
  <inkml:trace contextRef="#ctx0" brushRef="#br0" timeOffset="74377.4624">19542 14477 0,'-41'0'0,"41"-40"15,-40 40 1,40-40-16,-40 40 31,0 0-15,0 40-16,0-40 0,40 81 15,-40-41-15,0 0 0,-1 0 16,1 40-16,40-40 0,-40 40 0,40-40 0,0 41 16,0-41-16,0 0 15,0 40-15,0-40 0,40 0 0,-40 0 0,40 1 16,1-1-16,-1 0 16,0-40-16,0 0 0,0 0 0,0 0 0</inkml:trace>
  <inkml:trace contextRef="#ctx0" brushRef="#br0" timeOffset="74657.5188">20224 14838 0,'120'-40'16,"-240"80"-16,280-80 16,-120 40-16,-40 40 15,0 0-15,-40 41 16,0-41-16,-40 0 15,40 0-15,-121-40 16,41-40 15,80 0-31,80-81 32,-40 81-32,200-40 15,-159 40-15,-1 40 0,0 0 0,40 0 0</inkml:trace>
  <inkml:trace contextRef="#ctx0" brushRef="#br0" timeOffset="74877.4356">20946 14598 0,'40'0'0,"-80"0"0,80 80 0,-40-40 16,0 80-1,-40-39-15,0 39 16,40-80-16,-40 0 0,0 40 0,-81 81 31,81-121-31,0 0 0,0 0 0,-81 0 32,81-40-32</inkml:trace>
  <inkml:trace contextRef="#ctx0" brushRef="#br0" timeOffset="75177.4181">21668 14518 0,'0'0'15,"0"-41"1,121 122 15,-81-1-31,-40-40 0,0 201 32,0-161-32,-81 0 0,1 121 15,40-161-15,-80 40 0,80-40 0,-161 120 31,121-120-31</inkml:trace>
  <inkml:trace contextRef="#ctx0" brushRef="#br0" timeOffset="75407.476">22591 15280 0,'0'0'0,"40"-81"32,0 41-32,1 0 0,159 0 15,-160 0-15,0 40 0,121 0 31,-81 0-31</inkml:trace>
  <inkml:trace contextRef="#ctx0" brushRef="#br0" timeOffset="75587.4653">22752 15841 0,'-81'0'16,"162"0"-16,-202 0 15,202-40 1,-41 40-16,0-40 0,40 40 16,-40 0-16,40 0 0,-39 0 15,-1 0-15,40 0 0,-40 0 0</inkml:trace>
  <inkml:trace contextRef="#ctx0" brushRef="#br0" timeOffset="75957.4435">24758 15841 0,'-120'0'32,"240"0"-32,-240-80 15,200 40-15,0 40 0,81-40 31,-121 40-31,160 0 16,-160 0-16,1 0 0,-1 0 16,0 0-16</inkml:trace>
  <inkml:trace contextRef="#ctx0" brushRef="#br0" timeOffset="76207.4311">26082 15079 0,'-40'0'16,"80"0"-16,-80-40 0,0 0 15,0 40-15,0 80 0,0 40 31,-81 241-15,81-200 0,0-81-16,-40 80 0</inkml:trace>
  <inkml:trace contextRef="#ctx0" brushRef="#br0" timeOffset="101220.9376">2006 15079 0,'-40'0'16,"40"40"31,-40-40-47,40 40 15,-40-40 1,0 40-16,0-40 31,40 40-31,0 1 0,0-1 16,-40 0-16,40 0 0,0 0 15,0 40-15,-41-40 0,41 40 16,0 1-16,-40-1 0,40 0 0,0-40 0,0 40 16,-40 1-16,40-41 15,0 40-15,0-40 0,0 0 0,0 0 0,0 0 16,0 0-16,0 1 0,0-1 0,0 0 31,0-80-15,0-41-1,0 41-15,0 0 0,0 0 0,0-40 0,0 40 16,40-40-16,-40-1 0,40 41 16,-40-40-16,41 0 0,-41 0 0,0 40 0,40-41 15,-40 1-15,40 40 16,-40 0-16,40-40 0,-40 40 0,40 0 0,-40-1 16,40 41-16,-40-40 0,40 40 0,-40-40 0,40 40 15,1 0 1,-1 0-16,0 40 15,0 0 1,-40 1-16,0-1 0,0 0 0,0 0 16,0 40-16,0-40 0,-40 0 15,40 0-15,-40 0 0,40 1 0,-40-1 0,-1 0 16,1 0-16,40 0 0,-40-40 0,40 40 0,0 0 16,-40-40-16,40 40 15,40-40 16,0 0 1,-40 40-32,40-40 0,1 41 0,-1-1 15,0 0 1,-40 0-16,0 0 0,0 0 16,0 0-16,-80 0 0,39 0 0,1 0 15,0 1-15,0-1 16,0 0-16,0-40 0,0 40 0,0 0 0,-1-40 15,1 40-15,0-40 0,0 40 16,0-40-16,0 0 16,40-40-1,0 0-15,0 0 16</inkml:trace>
  <inkml:trace contextRef="#ctx0" brushRef="#br0" timeOffset="101580.9535">3210 15320 0,'0'0'15,"-40"0"-15,-40 0 16,40 0-16,-1 40 31,1 40-31,-40 120 16,40-119-16,0 159 16,40-119-1,40 79 1,0-120-1,121 1 1,-41-41 0,-80-40-16</inkml:trace>
  <inkml:trace contextRef="#ctx0" brushRef="#br0" timeOffset="101790.9781">3692 15681 0,'0'-41'16,"0"82"-1,0-1 1,0 0-16,0 0 0,0 0 0,0 0 16,0 0-16,0 0 0,0 0 15,0 1-15,0-1 0,-40-40 0,40 40 0,0 0 16,-41 0-16,1 0 15</inkml:trace>
  <inkml:trace contextRef="#ctx0" brushRef="#br0" timeOffset="102110.8858">4253 15560 0,'-120'40'15,"80"-40"-15,-80 81 16,-41 39 15,41 0-15,-1 1 0,41-81-1,40-40 1,160 0-1,-39 0 1,79 0 0,1 80 15,-41-80-31</inkml:trace>
  <inkml:trace contextRef="#ctx0" brushRef="#br0" timeOffset="102370.9483">4936 15520 0,'0'0'0,"-41"-40"16,41 80 15,41-40-16,-41 40-15,40 0 0,-40 0 0,0 1 0,0-1 16,0 0-16,0 0 0,0 0 16,0 0-16,0 40 0,-40-40 0,40 1 0,-41-1 15,1 0-15,0 0 16,0 0-16,0 0 0,0 0 0,0 0 0,-41 0 16,41-40-16,40 40 0,-40-40 0,0 0 0</inkml:trace>
  <inkml:trace contextRef="#ctx0" brushRef="#br0" timeOffset="102620.8751">5858 15921 0,'0'-40'31,"41"40"-31,-1-40 16,0 40 0,0 0-16,0 0 0,0 0 0,0-40 0,0 40 15,1 0-15,-1 0 0,0 0 16,0 0-16,0-40 0,0 40 0,0 0 16</inkml:trace>
  <inkml:trace contextRef="#ctx0" brushRef="#br0" timeOffset="102850.9165">5858 16322 0,'0'0'0,"-40"40"0,40 0 16,-40-40-16,40 41 15,80-41 1,-39 0-1,-1 0-15,120-81 32,-39 1-17,-1 40 1</inkml:trace>
  <inkml:trace contextRef="#ctx0" brushRef="#br0" timeOffset="103120.8294">7464 15560 0,'0'0'16,"-41"0"-16,1-40 16,40 80 15,0 0-31,0 41 15,0-41-15,0 0 0,40-40 0,-40 40 16,0 0-16,0 0 16,0 0-16,0 0 0,0 0 0,0 1 0,0-1 15,0 0-15,41 0 16,-41 0-16,0 0 0,0 0 0,0 0 16,0 0-16</inkml:trace>
  <inkml:trace contextRef="#ctx0" brushRef="#br0" timeOffset="103390.8183">7183 16844 0,'0'0'15,"-41"0"-15,1-40 31,201-1-15,-81 1 0,-40 0-16,201-40 15,-201 80-15,0-40 0,121 40 16,80 0 0,-201 0-16,0 0 0</inkml:trace>
  <inkml:trace contextRef="#ctx0" brushRef="#br0" timeOffset="103770.8006">7062 17405 0,'-40'0'0,"80"0"0,-120 40 16,40-40-16,120-40 15,0 40 1,-40-40-16,1 40 0,-1 0 15,0-40-15,0 40 0,0 0 0,0 0 16,0 0-16,-40 40 16,41-40-16,-41 40 0,0 0 0,0 0 15,-41 0-15,41 1 0,-80-1 16,80 0-16,-40 0 0,40 0 0,-40 0 0,0-40 16,0 40-16,40 0 0,-41-40 0,1 40 15,40-80 16,40 40-31,-40-40 0,41 40 16,-41-40-16,40 40 0,0 0 0,0 0 0,0-40 16,0 40-1,0 0-15,1 0 0,-1 0 0,0 0 0,0 0 16,0 0-16,0 0 0,0 0 16,0 0-16,1 0 0,-1 0 15,0 0-15,0-40 0,0 0 0,0 40 16</inkml:trace>
  <inkml:trace contextRef="#ctx0" brushRef="#br0" timeOffset="104890.7999">9028 15520 0,'-40'0'78,"0"0"-47,0 0 188,40 40-219,0 0 15,-40 0 1,0 1-16,40-1 0,-40 0 0,40 0 0,-40 40 16,40-40-16,-41 40 15,41 1-15,-40-41 0,40 40 0,-40 0 0,40-40 16,0 40-16,0-39 0,0-1 0,0 40 0,0-40 16,0 0-16,40 0 15,-40 0-15,40 0 0,1 1 0,39-41 16,-80 40-1,40-40-15,0 0 0,0 0 0,0 0 16,0 0-16,1 0 16,-41-40-16,40 40 0,-40-41 15,-40 41 17,40-40-17</inkml:trace>
  <inkml:trace contextRef="#ctx0" brushRef="#br0" timeOffset="105330.7722">9791 16162 0,'0'0'16,"0"-40"0,40 40 15,0 0-31,0 40 16,-40 0-16,40-40 0,-40 80 15,0 81 1,-120-41 15,0-80-15,-1 0-1,41-160 1,80-41 15,40 41-15,80 40-1,41 80 17,-41 0-32</inkml:trace>
  <inkml:trace contextRef="#ctx0" brushRef="#br0" timeOffset="106180.7487">10754 16202 0,'-40'0'15,"80"0"-15,-120 0 16,39 0 15,41 40-15,-40-40-1,80 0 376,1 0-375,-1 0-16,0 0 0,0 0 0,0 0 15,0 0-15,0 0 0,1 0 16,-1 0-16,0 0 0,0 0 0,0 0 16,0 0-16,0 0 0,0 0 0,1 0 15,-1 0-15,0 0 16,-80 0 15</inkml:trace>
  <inkml:trace contextRef="#ctx0" brushRef="#br0" timeOffset="106450.7333">10995 16082 0,'0'0'0,"0"-40"0,-40 40 16,40-41-16,-41 41 15,41-40-15,0 80 32,0 41-17,0-41-15,0 0 0,0 0 16,0 0-16,0 0 0,0 40 0,0-40 0,0 1 15,0-1-15,0 0 16,0 0-16,0 0 0,0 0 0,0 0 16,0 0-1</inkml:trace>
  <inkml:trace contextRef="#ctx0" brushRef="#br0" timeOffset="107110.6936">12239 15841 0,'-41'-40'16,"82"80"-16,-122-80 0,1 40 16,40 0-16,40 40 15,-40 40 1,40 0-16,80 161 31,-80-201-31,80 121 16,-80-1-1,-160-120 17,120-40-32,-41 0 15,81-40-15,-40 40 0,40-80 16,201-41 0,80 41 15,-121 40-16,1 0 1,-81 0 15,-80-40-15,0 120 15,0 0-31,-80 120 31,80 1-15,0-1 0,0-120 15</inkml:trace>
  <inkml:trace contextRef="#ctx0" brushRef="#br0" timeOffset="107270.7577">12720 16082 0,'-120'-40'15,"80"40"1,40-41-16,40 41 31</inkml:trace>
  <inkml:trace contextRef="#ctx0" brushRef="#br0" timeOffset="107610.6647">13041 16162 0,'0'0'16,"40"0"15,-40 40-15,0 40-1,-40 40 1,-40 1 15,120-161-15,40 0 0,81-41-1,-121 81 16,-40 121-15,-40-1 0,40-80 15,40 0-31</inkml:trace>
  <inkml:trace contextRef="#ctx0" brushRef="#br0" timeOffset="108130.6592">13723 16082 0,'0'-40'16,"0"-1"-1,0 1-15,80 0 32,-39 40-17,-41 80 1,-81 121 0,41-41 15,0-79-16,40-162 1,40 1 15,40-160-15,41 39 0,-81 81-1,-40 160 16,40 160-15,0 81 0,-40-80-1,0-161-15,40 40 32</inkml:trace>
  <inkml:trace contextRef="#ctx0" brushRef="#br0" timeOffset="108350.6966">13844 16042 0,'0'-81'31,"0"162"-31,80-242 16,-40 121-16,120 0 15,81 0 17,-80 80-17,-121 0-15</inkml:trace>
  <inkml:trace contextRef="#ctx0" brushRef="#br0" timeOffset="108630.6791">13683 16964 0,'-40'0'0,"80"0"0,-80 40 0,80-40 31,40 0-31,-40 0 0,41-40 16,-41 40-16,120-40 16,-120 40-16,81 0 15,-1 0 17</inkml:trace>
  <inkml:trace contextRef="#ctx0" brushRef="#br0" timeOffset="108990.66">13803 17325 0,'0'-40'0,"81"40"31,-41-40-31,80 40 16,-40 40-1,-80 80 17,-80-40-17,-40 1 1,120-41 0,40-40 15,40 0-16,81 0 1,-1 0 15,1-40-15,-121-1-16</inkml:trace>
  <inkml:trace contextRef="#ctx0" brushRef="#br0" timeOffset="109230.644">14887 16563 0,'-40'-40'16,"80"80"-16,-120-80 15,80 80 1,0 40-16,0 40 31,0 161-15,-40-80-1,40-121 1</inkml:trace>
  <inkml:trace contextRef="#ctx0" brushRef="#br0" timeOffset="109530.5537">15368 16603 0,'-40'0'15,"80"0"-15,-120 40 0,40-40 0,-40 0 16,-41 80 0,1 41 15,40-81-16,120 0 1,161 0 15,39 0-15,-79 0-16,-41 0 16,41 81-1,-41-81 1</inkml:trace>
  <inkml:trace contextRef="#ctx0" brushRef="#br0" timeOffset="110180.5384">16091 16723 0,'-40'0'15,"40"40"-15,40-40 47,0 0-31,0 0 0,0 0-16,0 0 0,40 0 0,-39 0 0,-1 0 15,40 0-15,-40 0 16,40 0-16,-40 0 0,41 0 0,-41 0 0,0 0 15,0 0-15,0 0 0,0 0 16,0 0-16,1 0 0</inkml:trace>
  <inkml:trace contextRef="#ctx0" brushRef="#br0" timeOffset="110430.5764">16532 16563 0,'-40'-40'15,"80"80"-15,-80-120 0,40 40 16,-40 40 0,40 40-1,0 80 1,0 121 0,0-41 15,-40-39-16</inkml:trace>
  <inkml:trace contextRef="#ctx0" brushRef="#br0" timeOffset="111004.8074">17094 16804 0,'-40'-81'32,"80"162"-32,-120-242 15,80 121 1,40 40-16,0 0 0,40 0 31,-40 40-31,40 121 16,-39-81-16,-41 120 15,0-160-15,-161 121 16,-40-121 15,161-40-15,161-80-1,79 40 17,1 40-17,-81 200 1,-80-200-16,41 80 16,-41-80-1</inkml:trace>
  <inkml:trace contextRef="#ctx0" brushRef="#br0" timeOffset="111574.8472">18298 16763 0,'-40'-40'16,"80"80"-16,-161-120 15,121 40-15,-40 40 16,0 0-1,0 40 1,40 0-16,0 81 16,0-81-16,40 0 0,40 40 15,41 80 17,-81-79-17,-201-1 1,-80-80 15,161-40-15,201-40-1,119-1 1,1 41 15,-201 0-31,41-40 16,-41 80-16,-40-40 0,40 40 15,-40-40-15,0 0 32,40 0-17,0 40 1,-40 40 0,0 120 15,-40 41-16,40-161 1,0 0-16,0 0 16</inkml:trace>
  <inkml:trace contextRef="#ctx0" brushRef="#br0" timeOffset="111754.8374">18739 16683 0,'-80'-120'16,"160"240"-16,-160-280 15,80 120-15,40 40 16,0 0 0,0 0-16</inkml:trace>
  <inkml:trace contextRef="#ctx0" brushRef="#br0" timeOffset="112084.7438">19381 16763 0,'0'41'16,"0"39"15,-40-40-31,0 120 16,0-120-16,0 0 15,40 1-15,0-1 32,80-121-17,161-79 1,-41 80 0,-120 120 15,-120 120-16,-80 1 1,120-121-16,-40 0 16,40 0-16,80-40 15</inkml:trace>
  <inkml:trace contextRef="#ctx0" brushRef="#br0" timeOffset="112634.7863">20424 16804 0,'0'0'16,"-40"0"-1,0 40 1,-40 80 15,0 0-15,-41 1-1,81-121 17,120-41-17,-80 1-15,121-120 16,-81 120-16,-40 0 0,120-81 16,-80 81 15,-40 80-16,0 161 1,0 40 0,0-121 15,0 0-15</inkml:trace>
  <inkml:trace contextRef="#ctx0" brushRef="#br0" timeOffset="112834.7739">20304 16924 0,'-40'-80'15,"80"160"-15,-80-200 0,120 39 16,121 1 15,-1 80-15,-39 40-16</inkml:trace>
  <inkml:trace contextRef="#ctx0" brushRef="#br0" timeOffset="113024.6895">21106 16924 0,'0'40'32,"0"0"-17,0 0-15,0 0 0,0 0 16,0 0-16,0 1 16,0-1-16,0 0 0,0 0 0,-40 0 0,40 0 15,0 0-15,-40-40 16,40 40-16</inkml:trace>
  <inkml:trace contextRef="#ctx0" brushRef="#br0" timeOffset="113394.6794">21829 16884 0,'-40'-40'15,"80"80"-15,-161-80 0,1 40 16,80 0-16,0 0 0,-41 80 16,-79 0-1,80 0 1,40-80 0,-1 40-1,41 0 32,41-40-47,-1 41 0,0-1 16,-40 0-16,40-40 0,0 40 0,0-40 15,0 40-15,0 0 16,1-40-16,-1 40 0,40-40 0,-40 40 0,0-40 16,40 40-16,-39-40 0,-1 0 15,0 41-15,0-41 0,0 0 0,0 0 0,0 40 16</inkml:trace>
  <inkml:trace contextRef="#ctx0" brushRef="#br0" timeOffset="114154.6976">22591 17445 0,'-80'-40'31,"40"40"-31,80 0 31,0 0-31,80-40 16,-79 40-16,199 0 31,-159 0-31,159 0 16,-79-40-1,-121 40-15</inkml:trace>
  <inkml:trace contextRef="#ctx0" brushRef="#br0" timeOffset="114394.6413">23113 17164 0,'-40'-40'16,"40"0"-16,0 0 0,0 0 15,0 80 16,0 40-15,0-40-16,0 41 16,-40 240-1,-41-121 1,81-80 15,0-80-31</inkml:trace>
  <inkml:trace contextRef="#ctx0" brushRef="#br0" timeOffset="114834.5878">23434 17164 0,'0'-40'16,"0"80"-16,40-200 15,0 120-15,40 0 16,121 0 0,-121 80 15,-40 120-15,-160 1-1,-41-41 16,161-40-15,41-40 0,79 0-1,-80 41 17,-120-1-17,0-80-15,-121 80 16,0-80 15,81-40-15,160 40-16</inkml:trace>
  <inkml:trace contextRef="#ctx0" brushRef="#br0" timeOffset="123804.4092">24838 16964 0,'0'-40'0,"-40"40"0,40-40 15,-40 40 1,0 0-16,0 0 16,0 0-16,-1 0 15,1 40-15,0 0 0,0 0 16,40 0-16,-40 0 15,40 0-15,0 0 0,0 1 0,0-1 16,0 0-16,0 0 0,40 0 0,-40 0 16,0 0-16,40 0 0,0 0 15,-40 1-15,40-41 0,-40 40 0,41 0 16,-41 0 0,0 0-16,-81 0 0,41 0 15,-40-40-15,40 40 0,0-40 16,0 0-16,-1 0 0,1 0 0,0 0 15,40-40 1,0 0-16,80 40 0,-80-40 16,81 0-16,-41 0 0,0 40 0,0-40 0,0 40 15,0-40-15,41 40 0,-41-41 16,0 41-16,0-40 0,0 40 0,0-40 0,0 40 16,0-40-16,1 40 15,-1 0-15,-40-40 0,40 40 0,0-40 0,0 0 16,0 0-1,0 40-15,-40-40 0,40 40 0,-40-41 16,0 122 15,0-41-31,0 0 0,0 0 16,0 0-16,-40 0 0,40 0 16,0 0-16,-40-40 0,40 41 0,0-1 0,0 0 15,0 0 1,0 0-16,0 0 15</inkml:trace>
  <inkml:trace contextRef="#ctx0" brushRef="#br0" timeOffset="123994.3439">25320 16924 0,'-161'-40'16,"322"80"-16,-402-160 31,241 79-31,40 41 16,0 0-16</inkml:trace>
  <inkml:trace contextRef="#ctx0" brushRef="#br0" timeOffset="124334.3091">25641 17044 0,'-40'40'0,"80"-80"0,-120 120 31,80-40-31,0 1 0,-41 79 31,41 0-15,0-80-1,41-40 1,-41-40-16,80 40 16,-80-40-16,40 40 15,40-40-15,-40 40 0,-40-40 0,40 40 0,1-40 16,-1 40-16,0 0 16,-40 40-1,40 0 1,-40 0-16,0 0 0,0 0 15,0 0-15,-40-40 0,40 41 16,0-1-16,-40 0 0,40 0 16,0 0-1</inkml:trace>
  <inkml:trace contextRef="#ctx0" brushRef="#br0" timeOffset="124834.3521">26764 16763 0,'0'-40'16,"0"80"-16,0-120 15,0 40-15,0 0 32,81 40-32,39 0 15,0 80 1,-120 0 0,-40 121-1,-160-81 16,200-80-31,-41 0 16,202 1 15,-121-1-31,40 80 32,-120-40-17,-40-40-15,-40 0 16,-1-40-1,-39-40 1,120-40 0,120 80-16</inkml:trace>
  <inkml:trace contextRef="#ctx0" brushRef="#br0" timeOffset="125204.329">27446 16884 0,'0'0'0,"0"40"16,-40-40 0,40 40-16,0 0 0,-40 0 15,40 0-15,-40 0 0,40 0 0,-40 1 0,40-1 16,-40 0-16,40 0 16,-40-40-16,40 40 0,0 0 0,0-80 46,40 0-30,0-40-16,0 40 0,0 40 0,-40-81 16,40 41-16,0 0 0,1 0 0,-1 40 0,0-40 15,-40 0-15,40 40 0,-40-40 16,40 40-16,-40 80 16,0-40-1,0 0-15,0 0 0,-40 0 0,40 0 16,0 41-16,-80-41 0,80 0 15,0 0-15,0 0 0,-40 0 0,40 0 0,0 0 16,-41 1-16,41-1 0,0 0 16</inkml:trace>
  <inkml:trace contextRef="#ctx0" brushRef="#br0" timeOffset="125434.3152">27206 16884 0,'-40'-80'15,"80"160"-15,-80-201 0,120 81 16,-80 0-16,80 40 0,121-80 16,120 40-1,-40 0 16,-81 40-15,-160 0-16</inkml:trace>
  <inkml:trace contextRef="#ctx0" brushRef="#br0" timeOffset="125724.2981">26564 18047 0,'0'0'16,"-40"0"-16,40 40 0,40-40 31,-40-40-31,80 40 0,-80-40 0,40 40 0,40-40 16,-40 40-16,1 0 0,39 0 15,-40-41-15,40 41 0,0-40 0,1 40 0,-1 0 16,0-40-16,-40 40 0,41 0 0,-41-40 0,40 40 16,-40 0-16,0 0 15,0 0-15,0 0 0</inkml:trace>
  <inkml:trace contextRef="#ctx0" brushRef="#br0" timeOffset="126054.2787">26965 18368 0,'-40'0'15,"80"0"-15,-40-40 16,80-1-16,-40 41 16,121 0-1,-81 81 16,-160 39-15,-81-40 0,121-40-1,80-40 1,41 0 0,79-40-1,-80 0 1,121-40-1,-81 0 1</inkml:trace>
  <inkml:trace contextRef="#ctx0" brushRef="#br0" timeOffset="126304.2643">28088 17445 0,'0'0'16,"-40"0"-16,0 40 31,40 0-31,-40 81 32,40 159-17,0-119 1,-40-1-1</inkml:trace>
  <inkml:trace contextRef="#ctx0" brushRef="#br0" timeOffset="126614.248">28771 17646 0,'-81'0'0,"-39"0"16,-81 80 0,-39 0-1,119-40 1,-39 40 0,120-39 15,200 39-16,121 0 1,-40-40 0,-161 0-1,40-40 1</inkml:trace>
  <inkml:trace contextRef="#ctx0" brushRef="#br0" timeOffset="126924.2282">29172 16723 0,'-40'0'0,"80"0"0,40-40 16,-40 40-16,41 121 31,-81-1-31,80 281 31,-160-120-31,-241 240 31,-201-80-31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30:57.4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3130 1443 0,'0'0'0,"-40"0"16,0 0-1,-1 0 1,41-40-16,0 80 47,0 40-32,0-39-15,0-1 0,0 40 0,0-40 0,0 40 16,0-40-16,0 0 0,0 41 16,0-41-16,0 0 0,0 0 0,0 0 0,0 0 15,0 0-15,0 0 16,0 0-16,0 1 0,0-1 0,41-40 31</inkml:trace>
  <inkml:trace contextRef="#ctx0" brushRef="#br0" timeOffset="369.8902">3692 1363 0,'-40'0'16,"40"40"-16,-41 0 15,1 0 1,-40 81-16,-40 39 15,79-120-15,-119 121 32,80-121-32,-1 0 15,81-80 1,0 0 0,41-41-1,39 41 1,-40 40-16,40 0 15,-40 0-15,81 0 16,39 80 0,-79-39-1,-41-41-15,120 80 16,-120-80-16,81 40 16,-81-40-16</inkml:trace>
  <inkml:trace contextRef="#ctx0" brushRef="#br0" timeOffset="609.9097">4454 1724 0,'-40'-40'16,"80"80"-16,-80-160 15,40 80 1,40 40-16,0-41 0,0 41 16,0 0-16,1-40 0,-1 40 15,0 0-15,40-40 0,-40 40 0,0 0 16,0 0-16,1 0 16,-1 0-16</inkml:trace>
  <inkml:trace contextRef="#ctx0" brushRef="#br0" timeOffset="829.9371">4735 2125 0,'-40'0'31,"80"0"-31,-120-40 16,160 0-16,-40 0 15,0 40-15,40 0 16,-39-40-16,119-1 16,-80 41-16</inkml:trace>
  <inkml:trace contextRef="#ctx0" brushRef="#br0" timeOffset="1110.0621">5578 1363 0,'0'-40'32,"0"80"-32,40-160 15,0 120-15,40 40 16,-40 321 15,-80-281-15,0 0-1,40 40 1,0-79-16,40-41 31,121-41-15,-121 41-16,0 0 0</inkml:trace>
  <inkml:trace contextRef="#ctx0" brushRef="#br0" timeOffset="1300.0084">6862 2045 0,'-81'0'15,"41"0"-15,0 40 16,0-40 15,40 40-15,-40-40-16,40 40 15,-40-40-15,40 40 0,-40 0 0,-1 0 16</inkml:trace>
  <inkml:trace contextRef="#ctx0" brushRef="#br0" timeOffset="1680.0302">8146 1002 0,'-40'40'15,"80"-80"-15,-121 80 0,41-40 16,40 40 0,0 40-16,0 161 31,0 40-16,0-81-15</inkml:trace>
  <inkml:trace contextRef="#ctx0" brushRef="#br0" timeOffset="1980.0122">8627 1162 0,'-40'0'15,"80"0"-15,-200 41 16,120 39-16,-121 80 16,1-39-1,39-1 1,201-120 0,-39-40-1,159 0 1,-39 40-1,39 40 1,-79 80 0,-81-120-1</inkml:trace>
  <inkml:trace contextRef="#ctx0" brushRef="#br0" timeOffset="2149.9366">9430 1604 0,'-81'-40'16,"162"80"-16,-162-121 0,41 81 0,40-40 16,81-40-1,-41 40-15,0 40 0,201-80 32,39 40-17,-119 80 1</inkml:trace>
  <inkml:trace contextRef="#ctx0" brushRef="#br0" timeOffset="2319.9945">9831 1804 0,'-40'40'0,"80"-80"0,-40 80 31,80-80-15,161-40-1,0 0 1,-201 80-16,120-80 16,-120 80-16</inkml:trace>
  <inkml:trace contextRef="#ctx0" brushRef="#br0" timeOffset="2609.9241">11155 1243 0,'0'0'15,"40"0"-15,0 0 16,1 0-1,-41 40 1,0 0-16,0 40 16,0-40-16,0 0 0,-41 0 0,41 1 15,-40-1-15,40 0 16,-40 0-16,40 0 0,0 0 0,0 0 16,0 0-16,40 0 15,41 0-15,-41-40 0,-40 41 16,40-41-16,0 40 15,-40 0-15,0 0 16,-80 0-16,40-40 0,-1 40 16,1 0-16,0-40 0,-40 40 15,40 0-15,-40-40 0,39 41 0,-39-1 0,40-40 16,0 40-16,-40 0 16</inkml:trace>
  <inkml:trace contextRef="#ctx0" brushRef="#br0" timeOffset="2819.8896">12560 2366 0,'-121'0'15,"121"-40"-15,-40 40 16,80 0 15,0 0-31,0 0 16</inkml:trace>
  <inkml:trace contextRef="#ctx0" brushRef="#br0" timeOffset="2999.9145">14365 2526 0,'0'0'0,"0"-40"32,161-40-17,200 0 1,0 39 0</inkml:trace>
  <inkml:trace contextRef="#ctx0" brushRef="#br0" timeOffset="3159.8692">17575 2446 0,'0'0'15,"40"-40"17,1 40-32,39-40 0,-40 40 0,40 0 15,-40 0-15,41-40 0,-1 40 16,0-41-16,0 41 0,1 0 0,-1 0 0,-40 0 15,40-40-15</inkml:trace>
  <inkml:trace contextRef="#ctx0" brushRef="#br0" timeOffset="3349.8587">22070 2887 0,'120'-40'16,"-240"80"-16,320-120 0,1-81 16,-121 121-16,0 0 15,-40 0-15,201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42:53.9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3290 4491 0,'-40'0'31,"0"0"47,0 0-78,0-40 16,40 80 15,0 0-31,0 41 0,-40-41 15,40 40-15,0 0 0,0 0 0,-40 0 0,40 41 16,0-41-16,0 0 0,0 0 16,0 1-16,0-1 0,0-40 0,0 40 0,0-40 15,0 0-15,0 0 16,0 1-16,0-1 0,40-40 0,-40 40 0</inkml:trace>
  <inkml:trace contextRef="#ctx0" brushRef="#br0" timeOffset="570.0745">3812 4772 0,'0'0'0,"0"-40"15,0 0 1,-40 40 109,0 40-110,0 0 1,0 0-16,-41 0 0,41 0 16,0 0-1,0 0-15,0 1 0,0-1 0,-1 0 0,1-40 16,0 40-16,0 0 0,0-40 16,0 40-16,0-40 0,40 40 0,-40-40 15,40-40 16,0 0-31,0 0 16,40 40 15,-40 40-15,40-40-16,-40 40 0,40 0 0,0 0 0,0-40 16,0 40-16,0 1 0,1-1 15,-1 0-15,0-40 0,0 40 0,0 0 0,0-40 16,0 40-16,1-40 15,-1 0-15,0 40 0,0-40 0,0 0 0,0 0 16</inkml:trace>
  <inkml:trace contextRef="#ctx0" brushRef="#br0" timeOffset="41137.9514">4735 2446 0,'0'-161'16,"0"322"-16,-40-482 15,0 241-15,-81-41 31,121 81-31,-120-80 16,80 80-16,40 0 16,-241-40-1,-80 80 1,-120 80 0,-41 40 15,121-80-16,281 0 1,320-80 15,1 0-31,-120-40 0,601 0 32,-281 40-32,282-41 15,-443 81-15,-39 0 0,762 0 16,81 41-1,-723-1 1,-80-40 0,-201 40-16,281 0 15,-321-40-15,-80 0 16,-201 40 0,161-40-16,-120 0 15,119 0-15,-280 0 16,161-40 15,440 0-15,121 40-1,322 40 1,-483 0-16,482 40 16,-521-80-16,-41 40 0,1-40 15,240 40 1,-281 0-1,-40-40-15,-80 0 32,0-40-32,0 40 15,40-40 1,200 40 0,322 0 15,200 121-16,81-1 1,200 0 15,40 41-15,-641-121 0,-202 0-16,643 40 15,-402 0-15,161-40 16,-401 0-16,682 1 15,-723-41-15,1 0 16,440 40 0,-79-40 15,-201 0-31,-120 0 16,-41 0-16,-80 0 0,282 0 31,-322 0-31,40 40 0,0-40 0,241 40 31,80 40-15,-160 0-1,0-40 1,-201-40-16,121 0 16,-121 0-16,0 0 0</inkml:trace>
  <inkml:trace contextRef="#ctx0" brushRef="#br0" timeOffset="42077.9706">5578 5213 0,'0'0'0,"-81"-40"31,81-40-15,201 0-1,-81 39 1,-80 41-16,201-40 15,-201 40-15,41 0 0,-1 0 16</inkml:trace>
  <inkml:trace contextRef="#ctx0" brushRef="#br0" timeOffset="42267.9587">5818 5574 0,'0'0'16,"-40"0"-16,40 40 15,-40-40-15,80 0 16,40 0 0,-39 0-16,199-40 31,-159 40-31,-1-40 0,0 40 0,0-40 0</inkml:trace>
  <inkml:trace contextRef="#ctx0" brushRef="#br0" timeOffset="42497.9467">7785 4531 0,'-81'0'0,"162"0"0,-242 40 15,121-40-15,40 41 0,0 119 31,-40 241-15,40-241 0,0-79-16,0 199 15,40-199-15,-40-41 0,80 80 16</inkml:trace>
  <inkml:trace contextRef="#ctx0" brushRef="#br0" timeOffset="42917.9215">8908 4612 0,'-40'0'16,"80"0"-16,-120-41 0,40 41 15,40 41 48,0-1-63,0-80 78,40 40-78,-40-41 15,40 41-15,-40-40 16,0 0 15,40 40 16,0 0-31</inkml:trace>
  <inkml:trace contextRef="#ctx0" brushRef="#br0" timeOffset="43197.8479">9069 6216 0,'-81'80'15,"41"-80"-15,0 40 16,0 0 0,40 0-16,-80 0 15,40 0-15,-81 41 16,-79-1-1,159-80-15</inkml:trace>
  <inkml:trace contextRef="#ctx0" brushRef="#br0" timeOffset="43567.8115">10032 4972 0,'0'-80'32,"0"160"-32,0-200 15,40 120-15,40 0 16,-80 40-16,40-40 0,40 161 15,-40-121-15,1 80 16,-41-40-16,0 161 16,-121 0 15,81-161-15,80-80-16,40 0 31,-39 0-31,39 0 0,0 0 0,201 0 15</inkml:trace>
  <inkml:trace contextRef="#ctx0" brushRef="#br0" timeOffset="43767.8751">11757 6216 0,'-120'40'15,"240"-80"-15,-280 80 0,-1 40 16,161-40-16,-40-40 0,40 40 16,-40 40-1,0-39 1,40-1-16</inkml:trace>
  <inkml:trace contextRef="#ctx0" brushRef="#br0" timeOffset="44327.7662">14686 4692 0,'-40'0'31,"0"0"-31,40 40 16,0 0-16,-40 0 0,40 40 15,-40-40-15,40 0 0,-40 41 16,40-41-16,0 40 0,-41 0 0,1-40 0,40 41 15,-40-41-15,40 40 16,-40-40-16,40 40 0,-40-40 0,40 0 0</inkml:trace>
  <inkml:trace contextRef="#ctx0" brushRef="#br0" timeOffset="44727.8167">14526 4732 0,'0'-80'16,"0"160"-16,-40-241 16,40 202-1,40-41-15,0 80 16,0-40-16,0 0 0,40 40 0,1-40 0,-41 40 16,40 1-16,0-41 0,1 40 0,-41 0 0,40-40 15,0 0-15,-40 41 16,0-81-16,1 40 0,-1 0 0,0-40 0,0 40 15,0-40-15,0 0 16,-40-40-16,0 0 16,0 0-16,40 0 15,-40-41-15,0 41 0,0-40 0,0 40 0,40-40 16,-40-1-16,0 41 0,41-40 16,-41 40-16,0-40 0,40 40 0,-40 0 0,40 0 15,-40-1-15,0 1 0,40 0 0,-40 0 0,0 0 16,40 40-16,-40-40 15,40 40-15,-40-40 0,40 40 16,-40 40-16,40 0 16,-40 40-16,0-40 15</inkml:trace>
  <inkml:trace contextRef="#ctx0" brushRef="#br0" timeOffset="45007.8015">14124 6376 0,'-40'0'16,"80"0"-16,-120 0 0,120 0 15,0 0-15,41-40 0,119 0 16,-119 0-16,280-40 15,-241 80-15,-40-40 0,41 40 16,280-81 0,-240 81 15</inkml:trace>
  <inkml:trace contextRef="#ctx0" brushRef="#br0" timeOffset="45329.3528">14526 6737 0,'-40'0'16,"80"0"-16,-40-40 15,0 0-15,40 40 16,0 0-16,161 0 16,-161 0-16,40 0 0,-40 40 15,40 80 1,-80-80-1,0 1-15,-200 159 16,160-160-16,-41-40 0,1 80 16,40-40-16,80-40 31,0-40-31,281-40 16,-120 0-1,-81 40 1,-39 0-16,240 0 15,-241 0-15,0 40 0,0-41 16,41 41-16</inkml:trace>
  <inkml:trace contextRef="#ctx0" brushRef="#br0" timeOffset="45527.9404">16693 6015 0,'-41'0'15,"82"0"-15,-82-40 16,82 0 0,199 0 15,202 0-15,-161-40-16</inkml:trace>
  <inkml:trace contextRef="#ctx0" brushRef="#br0" timeOffset="45717.9313">18057 5133 0,'0'0'0,"0"-80"16,0 40 0,-80 160-1,80-80-15,-81 241 31,41-201-31,0 0 0,0 161 16,0-161-16,0 80 16</inkml:trace>
  <inkml:trace contextRef="#ctx0" brushRef="#br0" timeOffset="46097.9075">19261 5574 0,'-81'-40'16,"162"80"-16,-242-120 16,121 80-16,40-80 15,161 40 1,-81 40-1,0 0-15,241 0 16,-241 40-16,1-40 0,119 80 16</inkml:trace>
  <inkml:trace contextRef="#ctx0" brushRef="#br0" timeOffset="46267.8268">19341 6256 0,'-161'0'16,"322"0"-16,-362 0 16,241 0-16,1 0 15,320 0 1,120 40 0</inkml:trace>
  <inkml:trace contextRef="#ctx0" brushRef="#br0" timeOffset="47107.7768">22952 5855 0,'0'-40'0,"0"0"16,-40 80 0,40 40-1,0-40 1,0 0-16,0 0 0,-40 0 0,40 0 0,0 1 15,-40-1-15,40 0 0,0 0 16,0 0-16,-40 0 0,40 0 0,0 0 0,0 0 16,0 0-16,0 1 15,0-1-15,0 0 0</inkml:trace>
  <inkml:trace contextRef="#ctx0" brushRef="#br0" timeOffset="47297.8387">23273 6777 0,'-40'0'16,"0"0"0,40 40-1,0 41 1,-40 39 0,0-40-1,40-40-15,-80 40 16</inkml:trace>
  <inkml:trace contextRef="#ctx0" brushRef="#br0" timeOffset="49207.6592">15007 5534 0,'0'0'0,"-40"0"94</inkml:trace>
  <inkml:trace contextRef="#ctx0" brushRef="#br0" timeOffset="49637.631">15208 5213 0,'0'40'16,"0"-80"15,-40 40-15,0 0 0</inkml:trace>
  <inkml:trace contextRef="#ctx0" brushRef="#br0" timeOffset="50947.5524">14566 7459 0,'0'0'0,"-40"0"16,40-40-1,40 0 17,-40 0-17,40 40-15,0 0 313,-40-40-157,40 40-125,-40-41-15,0 1-1,40 40-15,-40-40 32,41 40 61,-41-40-77,40 40-16,0 0 266,0 0-251,0 0 17,-40-40-17</inkml:trace>
  <inkml:trace contextRef="#ctx0" brushRef="#br0" timeOffset="54437.3528">1204 8301 0,'0'0'0,"0"40"109,0 0-109,0 1 0,0-1 16,0 0-16,0 0 0,0 0 0,0 0 16,0 0-16,0 0 15,0 0-15,0 0 0,0 1 0,0-1 16,-40 0-16,40 0 15,0 0-15,-40 0 0,-1 0 0</inkml:trace>
  <inkml:trace contextRef="#ctx0" brushRef="#br0" timeOffset="55027.319">1284 8341 0,'0'0'16,"0"-40"-16,0 0 0,0 0 0,120-80 31,1 39-15,-81 41-1,80 40 1,-80 161 0,-40-121-16,-40 120 31,0-120-31,40 41 0,-160 39 16,160-80-16,-121 40 15,121-40-15,40-40 47,1-40-47,-1 40 0,0-40 16,0 0-1,0 40-15,0 0 0,0 0 0,0 0 16,1 0-16,-1 0 0,0 40 0,-40 0 16,40 0-16,-40 0 15,0 1-15,-40-1 0,40 40 0,-80-40 16,39 0-16,1 0 15,0 40-15,0-39 0,0-1 0,0 0 0,-40-40 16,39 40-16,1-40 0,0 40 16,0-40-16,0 0 0,0 40 0,0-40 0,0 0 15,-1 0 1,1-40-16,40 0 0,-40 0 0,40 0 16,0 0-16,0-1 0,0 1 0,0 0 0,40-40 15,-40 40-15,81 0 0</inkml:trace>
  <inkml:trace contextRef="#ctx0" brushRef="#br0" timeOffset="55397.333">2969 7860 0,'-40'-40'16,"80"80"-16,-160-80 16,80 40-16,0 40 15,0 40-15,-41 0 16,41-39-16,0 39 0,-40 120 15,40-119-15,-41 199 16,81-200-16,0 1 0,81 79 31,79 41-15,-39-201-16,-41 0 0,120-40 16</inkml:trace>
  <inkml:trace contextRef="#ctx0" brushRef="#br0" timeOffset="55617.2474">3692 8422 0,'-81'-41'16,"41"82"-16,0-1 16,0 40-16,40-40 0,-80 120 31,80-120-31,0 1 0,0-1 0,-81 200 31,81-159-31,-40 39 31</inkml:trace>
  <inkml:trace contextRef="#ctx0" brushRef="#br0" timeOffset="55897.3041">4173 8261 0,'0'0'16,"0"40"-1,121 121 1,-81-121-16,-40 160 31,0-120-31,0-39 0,-81 119 16,-119 121-1,-1-161 1,121-120-16</inkml:trace>
  <inkml:trace contextRef="#ctx0" brushRef="#br0" timeOffset="56177.2879">5297 8702 0,'0'0'0,"-40"0"16,80-40 15,40 0-31,80 40 16,-79-40-16,-41 40 0,120 0 16,1 0-1,-121 0-15</inkml:trace>
  <inkml:trace contextRef="#ctx0" brushRef="#br0" timeOffset="56337.2069">5497 9304 0,'-120'80'15,"200"-80"1,-40 0-16,281-80 31,-240 40-31,159-40 16,-200 39-16</inkml:trace>
  <inkml:trace contextRef="#ctx0" brushRef="#br0" timeOffset="59437.0245">6661 7820 0,'0'0'0,"0"40"16,-40-40-16,0 0 16,0 0-1,40 40-15,-41-40 0,41 40 16,0 0-16,0 0 0,0 1 0,-40-1 0,40 0 16,0 40-16,0-40 0,-40 0 15,40 40-15,0-39 0,0 39 0,0-40 0,-40 0 16,40 0-16,0 40 15,0-40-15,0 0 0,-40 1 0</inkml:trace>
  <inkml:trace contextRef="#ctx0" brushRef="#br0" timeOffset="59697.0855">6179 9424 0,'-40'40'31,"80"-40"-31,-40-40 16,241-40 0,-161 80-16,121-80 15,-161 80-15,121 0 31,-41 0-31</inkml:trace>
  <inkml:trace contextRef="#ctx0" brushRef="#br0" timeOffset="60077.0628">6420 9865 0,'0'0'0,"-40"0"0,0 0 31,40-40-31,40 40 16,0 0-1,40 0-15,1 40 16,-1 81 15,-80 39-15,-120-80-1,-1 0 17,121-120-1,40 40-31,81-40 16,-41 0-16,161 0 31,-201 40-31,120 0 15,-120 0-15,81-40 16</inkml:trace>
  <inkml:trace contextRef="#ctx0" brushRef="#br0" timeOffset="60397.3182">8386 8542 0,'-80'-80'16,"160"160"-16,-200-160 0,0 40 15,80 40-15,-1 40 16,1 0-1,-80 281 1,80-121-16,0-120 0,40 201 31,40-201-31,80 121 16,-80-161-16,161 40 31,-121-80-31</inkml:trace>
  <inkml:trace contextRef="#ctx0" brushRef="#br0" timeOffset="63977.0371">9590 8863 0,'0'-40'15,"0"-1"1,0 1 15,-40 40-31,0 0 0,0 0 16,0 0-1,40 40-15,-40-40 0,40 41 0,-41-1 0,41 0 16,-40 0-16,40 0 0,0 0 0,0 0 0,0 0 16,0 0-16,0 1 15,0-1-15,40 0 0,-40 0 0,41 0 0,-41 0 16,40 0-16,0 0 15,-40 0-15,40-40 0,-40 40 0,0 1 16,-40-41 0,-40 40-16,39-40 0,1 0 15,0 0-15,0 0 0,40-81 16,0 41 0,0 0-16,40 0 0,0 40 0,0-40 0,1 40 15,-1-40-15,40 40 16,-40-40-16,40 0 0,-40 40 0,1-40 0,-1 40 15,40-40-15,-40 40 0,0-41 16,0 41-16,0-40 0,1 40 0,-1 0 0,0-40 16,0 40-1,-40-40-15,40 40 0,-120 40 32,80 0-17,0 0-15,-40 1 0,40-1 0,-40 40 0,-1-40 16,41 0-16,-40 0 15,40 0-15,0 0 0,0 0 0,0 1 16,0-1-16,0 0 16,0 0-16,40-40 15</inkml:trace>
  <inkml:trace contextRef="#ctx0" brushRef="#br0" timeOffset="64157.0999">10393 8823 0,'0'0'15,"-40"0"-15,-121-41 16,161 1-16,-40 40 0,40-40 16,80 40-1</inkml:trace>
  <inkml:trace contextRef="#ctx0" brushRef="#br0" timeOffset="64517.081">10834 9063 0,'0'0'0,"-40"0"16,-40 80 0,-1 81-1,41-1 1,40-39 15,-40-41-15,80-80-1,41-80 1,79-41 15,-120 121-31,0-40 16,1 120-1,-41 81 17,-81-41-17,1-40 1,80-40-16</inkml:trace>
  <inkml:trace contextRef="#ctx0" brushRef="#br0" timeOffset="64916.9854">11918 9103 0,'-41'0'16,"82"0"-16,-122 0 0,1 81 16,40-41-16,0 0 15,40 40-15,-40 80 31,0-79-15,40-41 0,0-80-1,40-41 1,-40 41-16,120-160 16,-120 160-16,120-121 15,-39 41 1,-81 240 15,0 161-15,0-241-16,0 161 15,0-161-15,0 80 16,0-80 15,40-40-31</inkml:trace>
  <inkml:trace contextRef="#ctx0" brushRef="#br0" timeOffset="65116.9707">11918 8943 0,'-81'-40'0,"162"80"0,-162-120 0,1-1 31,80 41-31,80 0 0,1 40 15,240 0 1,-41 40 15,-119 0-31</inkml:trace>
  <inkml:trace contextRef="#ctx0" brushRef="#br0" timeOffset="65356.9799">11597 10066 0,'-41'0'16,"82"0"-16,-122 0 0,41 0 15,120-40 1,-39 40-1,-1 0-15,40 0 0,-40 0 0,40 0 0,-40 0 16,1 0-16,39 0 16,-40 0-16,0 0 0,40 0 0,-40 0 15,1 0-15</inkml:trace>
  <inkml:trace contextRef="#ctx0" brushRef="#br0" timeOffset="65716.9595">11877 10347 0,'-40'40'16,"80"-80"-16,-120 80 0,160-40 15,-39-40 1,79 80 0,-40 80 15,-160 0-16,-121 1 1,81-81 15,160 0-15,161-40 0,-1-80-1,-79 40 16,-1-1-15,-80 1-16</inkml:trace>
  <inkml:trace contextRef="#ctx0" brushRef="#br0" timeOffset="67966.8289">13442 9745 0,'0'0'0,"-40"0"0,0 0 31,40-40-31,40 40 16,0 0 0,0 40-16,1-40 15,-1 0-15,0 0 0,0 0 0,40 0 0,-40 40 16,41-40-16,-41 0 15,40 0-15,-40 40 0,0-40 0,40 0 0,-39 0 16,-1 0-16,0 0 16,0 0-16</inkml:trace>
  <inkml:trace contextRef="#ctx0" brushRef="#br0" timeOffset="68226.7415">14044 9585 0,'0'0'16,"-40"0"-1,0-41-15,0 41 16,40 121 15,-40 119-15,0-39-1,-41-41 17,41-120-17</inkml:trace>
  <inkml:trace contextRef="#ctx0" brushRef="#br0" timeOffset="68586.7921">14807 9665 0,'0'0'0,"-40"-80"0,40-81 16,200 121 15,-39 120-15,-121-40-16,40 41 15,-80 159 1,-241-39 0,1-81-1,119-80 17,121 0-32,121-40 31,119 0-16,-119-40 1,119-40 0</inkml:trace>
  <inkml:trace contextRef="#ctx0" brushRef="#br0" timeOffset="69056.765">15890 9705 0,'0'-40'16,"0"80"-16,-120-80 15,80 40 1,40 40-16,-41-40 16,41 40-16,-40-40 0,40 40 0,0 0 0,0 0 15,0 0-15,0 1 0,0-1 0,0 0 0,0 0 16,0 0-16,0 0 16,0 0-16,0 0 0,-40-40 0,40 40 0,-40 0 15,0-40-15,0 41 16,0-41-16,0 0 0,-1 0 0,1 0 15,0 0-15,40-41 16,40 1-16,41 0 16,-1 0-1,-40 40-15,0-40 0,0 40 0,40-40 16,-39 0-16,-1 40 0,0-40 0,0 40 0,0-40 16,0 0-16,0 40 0,0-41 15,-40 1-15,41 40 0,-1-40 0,-40 0 0,40 40 16,-40-40-1,0 80 17,-40-40-32,40 40 0,0 0 0,0 0 0,-40-40 15,40 41-15,0-1 0,0 0 0,-41 0 0,41 0 16,0 0-16,-40 0 16,40 0-16,0 0 0,0 0 0,0 1 15,0-1-15,0 0 16,0 0-16,40-40 0,1 0 15</inkml:trace>
  <inkml:trace contextRef="#ctx0" brushRef="#br0" timeOffset="69246.714">16251 9424 0,'-40'-80'15,"80"160"-15,-120-240 32,80 120-32,40 40 15</inkml:trace>
  <inkml:trace contextRef="#ctx0" brushRef="#br0" timeOffset="69586.6703">16572 9825 0,'0'0'0,"-80"80"31,40 41-15,40-1 0,40-80-1,0-40 1,0 0-1,40-40 1,81 0 0,-121 0-1,-40 80 1,-40 80 0,-40 1 15,80-1-16,-40-80 1</inkml:trace>
  <inkml:trace contextRef="#ctx0" brushRef="#br0" timeOffset="69966.7119">17495 10066 0,'0'-80'16,"0"160"-16,-40-160 15,0 80-15,0 40 16,-81 120 0,81-40-1,0 41 1,40-121 0,0-120-1,0 0 1,201-121 15,-41-40-15,-39 161-1,-81 40-15,-40 120 16,40 1 0,-40 39-1,0 120 1,0-159-16,-40 79 15,40-120-15,-40 0 16,40 0 0</inkml:trace>
  <inkml:trace contextRef="#ctx0" brushRef="#br0" timeOffset="70166.7013">17816 9905 0,'0'0'0,"-80"-80"16,80 40-1,160 0 1,1 40-16,120 0 31,-201 0-31</inkml:trace>
  <inkml:trace contextRef="#ctx0" brushRef="#br0" timeOffset="70381.2954">18739 10387 0,'-80'0'16,"160"0"-16,-200-81 15,160 81-15,80-40 16,201 0-1,-120 40 1,160 0 0,-201 0-1,-119 0-15,-1 0 0,0 0 16</inkml:trace>
  <inkml:trace contextRef="#ctx0" brushRef="#br0" timeOffset="70591.2091">19301 10066 0,'-40'-40'15,"80"80"-15,-120-80 0,80 0 16,0 80 0,0 0-1,0 0-15,0 0 0,0 40 0,0-40 0,0 41 16,0-1-16,-81 0 15,81-40-15,-40 40 0,0 1 0,0-1 0,40 0 16,-40 0-16,0-40 0,40 40 16,-40 1-16,-1-41 0</inkml:trace>
  <inkml:trace contextRef="#ctx0" brushRef="#br0" timeOffset="72671.0891">20705 9585 0,'0'0'0,"-40"0"16,0 0 0,0-41-16,0 41 15,40-40-15,-40 40 0,120 0 16,0-40 0,-40 40-16,0 0 0,41 0 0,-41 0 15,40 0-15,-40 0 16,0 0-16,0 40 0,0-40 0,-40 40 0,41-40 15,-41 41-15,0-1 0,0 0 16,0 0-16,0 0 0,-41-40 0,41 40 16,-80 0-16,40 0 0,40 0 0,-40-40 0,0 41 15,0-1-15,40 0 16,-40-40-16,40 40 0,0 0 16,40-40-1,-40 40-15,80-40 0,-80 40 0,40 0 0,0 0 16,-40 0-1,40 1-15,-40-1 0,0 0 0,0 0 0,0 0 16,0 0-16,-40 0 0,-40 0 16,80 0-16,-40-40 0,0 0 0,0 0 15,-1 0-15,1 41 0,0-41 0,0 0 0,0 0 16,0 0 0,40-81-16,-40 81 0,40-40 0,0 0 0,0 0 15,0 0-15,0 0 16,40 0-16,-40 0 0</inkml:trace>
  <inkml:trace contextRef="#ctx0" brushRef="#br0" timeOffset="73171.0638">21628 9825 0,'-80'-40'15,"40"40"-15,-81 0 31,41 201-15,80 79 0,120-39-1,-120-201-15,81 80 32,-81-79-32,-81-41 15,-119 0 1,79-81 15,202-79-15,159-1-1,-159 161-15,200-80 16,-241 40-16,40 40 0,-40-40 16,40 0-1,81-40 1,-161 40-16,40 40 15,-40 40 17,-40-40-32,40 80 0,0-40 0,-40 0 0,40 0 15,0 0-15,-40 0 0,40 1 0,0-1 0,0 0 16,0 0-16,0 0 16,0 0-16,0 0 0,0 0 15</inkml:trace>
  <inkml:trace contextRef="#ctx0" brushRef="#br0" timeOffset="73341.124">22110 9504 0,'0'0'0,"-40"0"0,40-40 16,-41 0-16,41 0 15,41 40 1,39 0-16,80 0 16,-120 0-16,1 0 0</inkml:trace>
  <inkml:trace contextRef="#ctx0" brushRef="#br0" timeOffset="73681.0316">22792 9785 0,'-40'0'0,"80"0"0,-80 40 0,0 0 0,-1 41 31,-39 79-15,80 0-1,0-79 1,0-41-16,40-40 31,121-121-15,-121 81-16,120-40 15,-119 40-15,39 0 32,0 80-17,-80 40-15,0-40 16,-40 81 0,-40-1 15,40-40-31</inkml:trace>
  <inkml:trace contextRef="#ctx0" brushRef="#br0" timeOffset="74111.0058">23996 9745 0,'-41'-40'15,"82"80"-15,-82-120 0,41-41 16,41 81-16,39 40 16,0 0-16,81 40 15,-81 81 17,-80-41-17,-80 40 1,80-39 15,40-1-15,0 0-1,-40 0 1,-121 0 15,1-40-15,40-40-1,40 0-15,-41 0 32,122 0-17</inkml:trace>
  <inkml:trace contextRef="#ctx0" brushRef="#br0" timeOffset="74581.052">25239 9865 0,'-40'0'16,"0"0"-16,-40 40 15,-40 81 16,79-81-31,1 40 16,0 0 0,0-40-1,40-80 17,80-80-17,-40 80-15,1-40 16,39-1-16,40-119 31,-80 160-15,0 80-1,1 201 1,-41-81 0,0-80-1,-41 121 1,1-41-1,-40-120 1</inkml:trace>
  <inkml:trace contextRef="#ctx0" brushRef="#br0" timeOffset="74800.9702">25199 9745 0,'0'0'15,"-40"0"-15,-120-80 16,120 40-16,40 0 16,40 40-16,241-81 31,40 81-15,-81 40-1,-199-40-15</inkml:trace>
  <inkml:trace contextRef="#ctx0" brushRef="#br0" timeOffset="75061.0233">24918 10988 0,'-80'0'31,"160"0"-31,-160-40 16,160 40-1,-39-40-15,159 0 16,-160 40-16,0 0 0,81 0 31,-1 0-15,-80 40-1</inkml:trace>
  <inkml:trace contextRef="#ctx0" brushRef="#br0" timeOffset="75400.9338">25199 11309 0,'-40'0'0,"80"0"0,-120 0 0,80 40 31,40-40-31,0 0 15,0 40 1,41 81 0,-162-1 15,-159-40-15,119-40-1,161 0 16,121-40-31,-41-40 16,161 0 0,-80-40-1,-81 40 17,-80 0-32</inkml:trace>
  <inkml:trace contextRef="#ctx0" brushRef="#br0" timeOffset="75680.9878">26845 9665 0,'40'-40'32,"0"40"-32,120 40 15,121 281 1,-201 200 0,-441 81 15,-241-1-31</inkml:trace>
  <inkml:trace contextRef="#ctx0" brushRef="#br0" timeOffset="81250.9762">5176 11830 0,'0'0'0,"-40"0"32,40-40-1,40 40-31,0 0 0,1 0 15,-1-40 1,0 40-16,0 0 0,0 0 0,0 0 16,0 0-16,0-40 0,1 40 0,-1 0 0,0 0 15,0 0-15,0 0 16,0 0-16</inkml:trace>
  <inkml:trace contextRef="#ctx0" brushRef="#br0" timeOffset="81481.0429">5337 12272 0,'-121'80'15,"242"-160"-15,-282 160 0,121-40 32,80-40-32,41 0 15,-1 0 1,-40 0-16,120 0 31,121-120-15,-80 39-16</inkml:trace>
  <inkml:trace contextRef="#ctx0" brushRef="#br0" timeOffset="81741.0224">7102 11470 0,'-40'-41'15,"80"82"-15,-120-82 0,0 1 16,80 80 0,0 41-16,0-1 31,40 160-16,-40-39 1,0-41 0</inkml:trace>
  <inkml:trace contextRef="#ctx0" brushRef="#br0" timeOffset="81960.9744">6541 12673 0,'-81'0'0,"162"0"0,-122 0 15,162-40 17,120 40-17,-81 0 1,-80-41-16,121 1 31,-121 40-31</inkml:trace>
  <inkml:trace contextRef="#ctx0" brushRef="#br0" timeOffset="82340.9863">6701 13194 0,'-40'0'0,"80"0"0,-80 40 32,80-40-32,40 0 15,-40 0-15,121 0 16,-121 0-16,0 40 0,40 0 16,-80 161 15,-200-41-16,79-79 1,81-41 0,40-80 15,121-41-15,39 41-1,41 0 16,160 0-15,-200-40-16</inkml:trace>
  <inkml:trace contextRef="#ctx0" brushRef="#br0" timeOffset="82620.9692">8627 11550 0,'-241'-121'15,"482"242"-15,-522-242 0,121 81 16,120 80-16,0 41 16,40-41-1,-41 401 1,41 0-1,81-160 17,79-121-17,81-160-15</inkml:trace>
  <inkml:trace contextRef="#ctx0" brushRef="#br0" timeOffset="82900.8804">9269 11991 0,'0'0'16,"-40"-40"-16,40 0 15,-40 0-15,40 80 31,-40-40-31,40 80 16,-40 161 0,0-1-1,40-79 17,40-81-32</inkml:trace>
  <inkml:trace contextRef="#ctx0" brushRef="#br0" timeOffset="84050.8268">10834 12191 0,'-40'0'15,"0"0"1,40-40-16,0 0 16,40 40-16,0 0 15,0 0-15,41 0 16,-41 0-16,40 0 0,0 0 0,-40 0 0,41 0 16,-41 0-16,0 40 0,40-40 15,-40 0-15,0 0 0,0 0 0,1 40 0,-1-40 16,0 0-1</inkml:trace>
  <inkml:trace contextRef="#ctx0" brushRef="#br0" timeOffset="84330.8743">11396 11911 0,'0'0'0,"-40"-40"31,0 40-15,40 40-1,-40 160 1,40-120 0,-41 41-1,1 79 1,0-39-1,40-81 1</inkml:trace>
  <inkml:trace contextRef="#ctx0" brushRef="#br0" timeOffset="84720.8468">12640 11991 0,'-121'-40'16,"242"80"-16,-362-120 31,201 80-31,0 120 16,-40 81-1,120-41 16,0-120-31,80 0 16,81-40 0,-81-80-1,-160-80 17,-120-1-17,119 121 1,-39 40-16,0-40 31,120 40-15,0 0-16</inkml:trace>
  <inkml:trace contextRef="#ctx0" brushRef="#br0" timeOffset="85050.7597">13803 12472 0,'0'0'0,"-40"0"0,-40 0 15,120 0 1,40 0 0,-39-40-16,-1 40 0,0 0 0,0 0 0,40 0 15,-40 0-15,0 0 16,41 0-16,-41 0 0,0 0 0,40 0 0,-40 0 16,0 40-16,1-40 0,-1 0 15,0 0-15,0 0 31,-40-40-31</inkml:trace>
  <inkml:trace contextRef="#ctx0" brushRef="#br0" timeOffset="85390.9303">14165 12232 0,'0'0'0,"-41"0"31,1-41-31,40 82 31,0 39-15,0 0 0,0-40-16,0 0 0,0 0 0,0 0 15,0 0-15,0 1 0,0-1 0,0 0 0,0 0 16,0 0-16,0 0 0,0 0 16,0 0-16,0 0 0</inkml:trace>
  <inkml:trace contextRef="#ctx0" brushRef="#br0" timeOffset="93490.9421">15047 12191 0,'-40'0'0,"40"41"15,-40-41-15,0 0 32,40-41 46,40 41 16,-40-40-79,40 40-15,0 0 16,1 0-16,-1 0 0,0 0 15,0 0 1,0 0-16,0 0 0,-40 40 16,40-40-16,-40 41 0,0-1 0,0 0 15,0 0-15,0 0 16,-40 0-16,40 0 0,-80-40 0,80 40 0,-40 0 16,40 0-16,-40-40 15,0 41-15,-1-1 0,1-40 16,121 0 15,-41 0-15,0 0-16,0 0 0,0 0 15,0 0-15,0 0 0,-40 40 16,40-40-16,-40 40 16,0 0-16,0 0 0,0 0 0,0 0 15,-40 0-15,0 1 16,0-1-16,0-40 0,0 40 15,0 0-15,0-40 16,-1 0-16,1 40 0,0-40 0,0 0 0,0 0 16,0-40-16,40 0 15,0-40 1,80 39-16</inkml:trace>
  <inkml:trace contextRef="#ctx0" brushRef="#br0" timeOffset="93800.9138">15970 12111 0,'0'0'0,"-40"0"0,0 0 31,40 40-31,0 0 15,-40 201 1,0-40 0,80-81 15,80 0-15,121-80-1,0-40 1</inkml:trace>
  <inkml:trace contextRef="#ctx0" brushRef="#br0" timeOffset="93970.9255">16452 12633 0,'0'0'16,"-40"0"-16,80 0 31,40 0-31,-40-41 0,0 41 15,0 0-15,1 0 0,-1 0 16,0 0-16,0-40 0,0 40 0,0 0 16,-40-40-16,40 40 0,0 0 0</inkml:trace>
  <inkml:trace contextRef="#ctx0" brushRef="#br0" timeOffset="94200.9078">17656 12232 0,'0'0'0,"0"-41"0,-121 41 32,81 0-32,0 0 15,0 121 1,80 119 0,0-39 15,-40-41-16,0-120 1</inkml:trace>
  <inkml:trace contextRef="#ctx0" brushRef="#br0" timeOffset="94460.9489">17977 12191 0,'0'-40'16,"0"80"-16,80-120 15,-40 120-15,0 81 32,-40 159-17,0-240-15,-80 201 16,-41-121-1,1-39 1,0 39-16</inkml:trace>
  <inkml:trace contextRef="#ctx0" brushRef="#br0" timeOffset="94870.8726">19020 11991 0,'0'-40'16,"0"120"-1,40-80-15,-40 40 16,0 40-16,0-40 0,0 41 15,0-41-15,0 40 0,0 0 0,-40 0 0,40-40 16,-40 41-16,40-1 16,-40 0-16,0-40 0,-1 40 0,1-39 0,0-1 15,0 40-15,0-40 0,0 0 0,-40 0 0,39-40 16,1 40-16,0 0 0</inkml:trace>
  <inkml:trace contextRef="#ctx0" brushRef="#br0" timeOffset="95360.8964">19983 12713 0,'-80'0'15,"160"0"-15,-241-40 16,121 40-16,40-40 31,40 40-31,121 0 31,-41 0-31,121 0 32,-161 40-32,1-40 15</inkml:trace>
  <inkml:trace contextRef="#ctx0" brushRef="#br0" timeOffset="95520.8521">20063 13475 0,'0'0'0,"-40"40"0,-80 40 16,160-80 0,0-40-16,0 40 0,40 0 15,1-40-15,-1 40 16,0-40-16,0 40 0,1-40 0,-1 40 0,-40-40 16,40 40-16,0 0 0,-39 0 15,39-41-15</inkml:trace>
  <inkml:trace contextRef="#ctx0" brushRef="#br0" timeOffset="96300.7693">15007 13234 0,'40'0'78,"-40"-40"-62,41 40-16</inkml:trace>
  <inkml:trace contextRef="#ctx0" brushRef="#br0" timeOffset="96940.8053">8507 12753 0,'-40'0'0,"0"0"16,-1 0 0</inkml:trace>
  <inkml:trace contextRef="#ctx0" brushRef="#br0" timeOffset="99230.6169">21989 13034 0,'0'0'0,"0"40"0,-40-40 15,0 0-15,0 0 32,120 0-1,-80 40-31,40-40 0,0 40 0,1-40 15,-1 0-15,0 40 16,40-40-16,-40 0 0,0 0 0,41 0 0,-41 0 16,40 0-16,0-40 0,-40 40 0,0-40 0,41 40 15,-41-40-15</inkml:trace>
  <inkml:trace contextRef="#ctx0" brushRef="#br0" timeOffset="99490.6549">23313 12592 0,'-80'-80'15,"160"160"-15,-200-160 16,120 120-16,0 41 15,-40 199 1,40-119 0,40 160-16,0 120 31</inkml:trace>
  <inkml:trace contextRef="#ctx0" brushRef="#br0" timeOffset="102460.4942">1324 14919 0,'-40'0'0,"0"0"16,40 40 30,0 0-46,0 0 0,0 0 0,0 0 16,0 0-16,0 0 0,40 41 0,-40-41 0,0 0 16,0 40-16,0-40 0,0 0 15,0 40-15,0-40 0,0 1 0,0-1 0,0 0 16,0 0-16,0 0 16,0 0-16,-40-40 0,40 40 0,0-80 46,40-40-30,-40 40-16,40 0 0,-40-41 0,40 41 0,-40-40 16,40 0-16,1 0 0,-1 0 0,-40-1 0,40 1 15,-40 0-15,40 0 0,-40-1 16,40 1-16,-40 0 0,40 40 0,0 0 0,-40 0 16,40 0-16,1 40 15,-41-40-15,40 40 0,0 0 16,0-41-1,0 41-15,0 0 16,-40 41-16,40 39 16,-40-40-1,40 0-15,-40 0 0,0 0 0,41 0 16,-41 0-16,0 0 0,0 1 16,40-1-16,-40 40 0,0-40 0,0 0 0,40 0 15,-40 0-15,40 0 16,-40 1-16,0-1 0,40-40 0,-40 40 15,0 0-15,40-40 16,-40 40-16,40-40 0</inkml:trace>
  <inkml:trace contextRef="#ctx0" brushRef="#br0" timeOffset="102740.4777">1645 15440 0,'-80'-40'15,"160"80"-15,-240-160 32,160 80-32,0-1 15,40 1 1,80-40-1,161 0 1,-40 0 0,-41 40-1</inkml:trace>
  <inkml:trace contextRef="#ctx0" brushRef="#br0" timeOffset="103210.4513">2969 14397 0,'-40'-40'31,"0"40"-31,0 40 16,0-40-16,-81 80 15,81-39-15,0-1 31,40 0-31,-40 40 0,0-40 0,0 241 16,40-81 0,0 41-1,40-201-15,0 80 16,-40-80-16,80 81 16,41-41 15,-1-40-16,-40-80 1,-80 0-16</inkml:trace>
  <inkml:trace contextRef="#ctx0" brushRef="#br0" timeOffset="103500.3683">3250 14758 0,'0'-80'31,"0"160"-31,0-200 0,40 120 32,-40 40-1,0 0-31,0 0 0,0 0 0,0 40 15,0-39-15,0-1 0,0 40 16,0-40-16,0 0 0,0 40 0,0-40 0,0 1 16,0-1-16,0 0 0,-40 0 0,40 0 0,0 0 15,0 0 1</inkml:trace>
  <inkml:trace contextRef="#ctx0" brushRef="#br0" timeOffset="103930.4089">3250 14758 0,'0'0'16,"-40"0"0,80 80 15,81 1-31,-81-1 15,80 80 1,-40-80 0,-39-39-1,-1-1 1,0-40 15,-40-40-31,80-81 31,-80 41-31,40 40 0,-40-201 16,40 201-16,-40-160 31,40 119-15,-40 122 31,-80-41-47,80 80 15</inkml:trace>
  <inkml:trace contextRef="#ctx0" brushRef="#br0" timeOffset="104270.3916">3371 15801 0,'-41'80'16,"82"-160"-16,-122 160 0,121-80 16,1 0 15,39 0-31,-40-40 0,121-40 31,-121 40-31,40 0 16,-40-1-16,121 1 15,-121 40-15,-40-40 16,-40 120 15</inkml:trace>
  <inkml:trace contextRef="#ctx0" brushRef="#br0" timeOffset="104690.3656">3652 16082 0,'0'40'32,"0"-80"-32,40 80 31,0-40-31,0-40 15,0 40-15,0 0 16,-40 40-16,0 0 16,0 0-16,0 0 0,-40 0 15,40 0 1,-40 0-16,0 0 0,40 1 16,0-1-16,-40 0 15,80-80 32,0 40-47,-40-40 0,40 40 16,0 0-16,0 0 0,-40-41 15,40 41-15,1-40 0,-1 40 0,0 0 16,-40-40 0,40 40-16,0 0 0,0 0 31,0 0-31,-40-40 31</inkml:trace>
  <inkml:trace contextRef="#ctx0" brushRef="#br0" timeOffset="105090.2703">4695 14678 0,'0'0'15,"0"40"32,80-40-47,-80 40 0,40 0 16,-40 0-16,40 0 0,0 41 0,-40-41 0,41 0 15,-1 40-15,-40-40 16,40 40-16,-40-39 0,0 39 0,40-40 0,-40 40 16,0-40-16,0 40 0,0-40 15,0 41-15,-80-41 0,80 40 0,-40-40 0,40 40 16,-41-40-16,1 1 15,0-1-15,0 0 0,0 0 0,0 0 0,40 0 16,-40-40-16,0 40 0,-1-40 0,1 40 0</inkml:trace>
  <inkml:trace contextRef="#ctx0" brushRef="#br0" timeOffset="105530.3717">5939 15640 0,'-40'0'16,"80"0"-16,-80 41 0,80-82 31,0 41-31,0-40 0,0 40 16,0-40-16,40 40 0,-39-40 0,-1 40 0,40 0 15,-40-40-15,0 40 16,0 0-16,0 0 0,1 0 0,-1 0 0,0 0 16</inkml:trace>
  <inkml:trace contextRef="#ctx0" brushRef="#br0" timeOffset="105730.3147">6260 16042 0,'-40'0'16,"80"0"-16,-161 40 16,161-40 15,1-40-31,39 40 0,-40 0 15,0 0-15,0 0 16,0-41-16,0 41 0,1 0 0,-1 0 16,0 0-16,-40-40 0,40 40 0</inkml:trace>
  <inkml:trace contextRef="#ctx0" brushRef="#br0" timeOffset="106360.324">7464 15079 0,'0'40'15,"0"0"1,-41-40-16,41 40 16,0 41-1,0 39 1,41-40 0,-41-40-16,0 80 15,0-79-15,-41-1 0,41 0 31,0 0-31,-40-40 16,40-40 0,0-81-1,0 81-15,0-40 16,0 40-16,0-120 16,81-41 15,-81 161-31,80-40 31,0 40-15,-80 0-16,80 80 15,-40-40-15,1 120 16,-41-80-16,40 40 16,-40 1-16,40 119 15,0-120 1,-40-40-16,40 121 15,-40-121-15,0 0 0,0 0 16,0 0-16,0 0 31,40-40-31</inkml:trace>
  <inkml:trace contextRef="#ctx0" brushRef="#br0" timeOffset="106600.2534">7464 15681 0,'0'0'15,"-41"0"-15,1 0 16,0 0-16,40-41 16,40 41-1,0 0-15,41-40 16,-41 40-16,120 0 15,41-80 1,-81 40 0</inkml:trace>
  <inkml:trace contextRef="#ctx0" brushRef="#br0" timeOffset="107010.2518">8868 14598 0,'-80'0'15,"160"0"-15,-241 0 16,121 40-16,0 40 31,40-40-31,-120 201 16,120-161-16,-40 0 0,40 0 16,-40 81-16,40-81 0,40 281 31,-40-321-31,120 121 15,-120-121-15,80 40 16,-40-40-16,81 40 16,39-40-1,-120-40 1,1 0-16</inkml:trace>
  <inkml:trace contextRef="#ctx0" brushRef="#br0" timeOffset="108010.182">9991 14558 0,'-40'0'0,"0"0"16,0 0-1,40 40 1,-40-40-16,40 40 0,-40 0 0,0-40 16,40 40-16,-40-40 15,-1 40-15,1 0 0,40 0 0,-40-40 0,0 40 16,40 1-16,-40-41 0,40 40 16,-40-40-16,40 40 0,0 0 0,0 0 15,0 0 1,40-40-16,0 0 15,-40 40-15,80-40 16,-40 0-16,1 0 0,-1 0 0,0 0 0,0-40 16,40 40-16,-40 0 0,0-40 0,1 40 0,39-40 15,-40 40-15,0-40 16,0 40-16,0-40 0,0 40 0,1-40 0,-1 40 16,-40-41-16</inkml:trace>
  <inkml:trace contextRef="#ctx0" brushRef="#br0" timeOffset="108290.2118">9991 14798 0,'-40'0'0,"80"0"0,-80-40 0,-40 0 31,40 0-31,40 0 0,0 80 47,0 0-47,0 0 0,0 0 0,0 40 15,0-39-15,0-1 0,0 40 16,0-40-16,0 0 0,40 0 0,-40 40 0,0-39 16,0-1-16,0 0 15,0 0-15,0 0 0,0 0 0,0 0 16</inkml:trace>
  <inkml:trace contextRef="#ctx0" brushRef="#br0" timeOffset="108530.1971">9590 15881 0,'-40'0'15,"80"0"-15,-120 40 0,40-40 16,120 0-1,-40-40 1,0 40-16,0 0 0,1-40 0,-1 40 16,40 0-16,-40 0 0,0 0 0,0-40 0,0 40 15,1 0-15,-1 0 16,0 0-16,0-40 0,0 40 0,0 0 16,0 0-1,-40-40-15</inkml:trace>
  <inkml:trace contextRef="#ctx0" brushRef="#br0" timeOffset="108920.1747">9871 16162 0,'-40'40'0,"80"-80"0,-160 120 31,160-80-31,-40-40 15,241 40 1,-201 0 0,0 0-16,0 80 15,-40-40-15,-40 0 16,40 0-16,-80 41 16,39-81-16,-39 80 15,40-80 1,120 0-1,81-40 1,-121 40-16,40 0 16,-40-40-16,81 0 15,-1-1 17,-80 1-17,-40 0-15</inkml:trace>
  <inkml:trace contextRef="#ctx0" brushRef="#br0" timeOffset="109320.0967">10794 15119 0,'0'0'16,"-40"0"0,80 0 15,-40 40-31,40-40 0,0 40 15,0 0-15,41 121 16,-41-81 0,-40 0-16,40 121 15,-40-121-15,0-40 0,-80 121 16,80-81-16,-161 80 31,121-120-31,0 0 0,0 0 0,-161 41 31</inkml:trace>
  <inkml:trace contextRef="#ctx0" brushRef="#br0" timeOffset="109900.0447">12239 15360 0,'-41'0'0,"1"0"47,80 0 0,-40-40-47,41 40 15,-1 0-15,0 0 0,40-40 0,-40 40 0,0 0 16,0 0-16,41 0 0,-41-41 0,40 41 0,-40 0 16,0 0-16,0 0 15,1 0-15,-1-40 0,0 40 0,0 0 16,0 0-16,0 0 16,-40 81-1</inkml:trace>
  <inkml:trace contextRef="#ctx0" brushRef="#br0" timeOffset="110260.0265">12479 15801 0,'-120'40'31,"240"-80"-31,-320 120 16,160-80-1,80 0 1,0 0 0,40 40-1,0-40-15,-40 0 0,1 0 0,-1 0 16,40 0-16,-40 0 16,40 0-16,-40 0 0,41 0 0,-41 0 0,0 0 15,0 0-15,0 0 0,0 0 16,0 0-16,-120 0 62,40 0-46,0 0-16,0 0 0,0 0 0,0 0 16</inkml:trace>
  <inkml:trace contextRef="#ctx0" brushRef="#br0" timeOffset="118734.1065">14887 14919 0,'-40'-41'16,"40"1"-16,-40 40 31,40 40-31,0 1 16,0-1-16,0 0 15,-40 0-15,40 0 0,-41 40 0,41-40 0,0 0 16,0 1-16,-40-1 0,40 0 0,0 0 0,0 0 15,0 0-15,0 0 16,0 0-16,-40-40 0,40 40 0,0 0 16,0 1-16,-40-41 15,40 40-15</inkml:trace>
  <inkml:trace contextRef="#ctx0" brushRef="#br0" timeOffset="118974.1587">14165 16122 0,'0'40'0,"0"-80"0,-41 80 0,-39 0 31,120-40-15,0 0-1,1-40-15,39 40 0,-40 0 0,0 0 0,40-40 16,-40 40-16,41 0 0,-41 0 0,40-40 0,-40 40 15,0 0-15,1 0 0,-1 0 16,0 0-16,0 0 0,0 0 0,0 0 0,-40-40 16,40 40-16,0 0 15</inkml:trace>
  <inkml:trace contextRef="#ctx0" brushRef="#br0" timeOffset="119324.0648">14526 16643 0,'-161'80'31,"322"-160"-31,-402 160 0,161-40 0,40-40 0,-81 41 31,81-1-31,0-40 0,0 0 16,40 40-16,-40-40 0,120 40 47,-40-40-32,0 40-15,0-40 0,0 0 0,1 0 0,39 0 16,-40 0-16,40 0 16,-40 0-16,0 0 0,41 0 0,-41 0 0,40 0 15,-40 0-15,0 0 0,1-40 16,39 40-16,-40 0 0,-40-40 0,40 40 0,0 0 15,0 0-15,-40-40 0,0 0 0</inkml:trace>
  <inkml:trace contextRef="#ctx0" brushRef="#br0" timeOffset="119574.0526">14566 16603 0,'-121'-40'16,"81"40"-1,40 40 17,0 0-17,0 0-15,0 0 0,0 0 16,0 1-16,0-1 0,0 0 16,0 0-16,0 0 0,0 0 0,-40 0 0,40 0 15,0 0-15,-40-40 16,40 40-16,0 1 0,0-1 15</inkml:trace>
  <inkml:trace contextRef="#ctx0" brushRef="#br0" timeOffset="120944.4204">17696 15199 0,'0'0'0,"40"0"0,-40-40 15,40 40-15,-40-40 32,-40 0-1,0 40-16,0 0 1,-1 0-16,1 0 0,0 0 0,-40 0 0,0 0 16,-1 0-16,1 40 0,40-40 0,-80 0 0,80 40 15,-41-40-15,1 0 0,0 0 16,0 40-16,39-40 0,1 0 0,0 0 0,0 40 16,0-40-16,0 0 15,0 0-15,0 41 16,40-1-1,0 0-15,0 0 16,0 0-16,0 0 16,40 0-1,40 0-15,-40-40 0,0 40 0,0-40 16,41 0-16,-41 40 0,40-40 16,-40 0-16,40 41 0,-40-41 0,41 0 0,-41 0 15,40 0-15,-40 0 16,0 0-16,0 0 0,1 0 15,-122 0 1,81 40-16,-40-40 0,0 40 16,-40-40-16,40 80 0,0-80 0,-41 40 0,41 0 15,0-40-15,-40 40 16,40-40-16,0 40 0,-1-40 0,1 41 0,0-41 16,0 40-16,0-40 0,0 40 15,0-40-15,0 40 0,40 0 16,40-40 15,0 40-31,0-40 16,0 0-16,40 0 0,-40 0 15,1 0-15,39 0 0,-40 0 0,40 0 0,-40-40 16,41 40-16,-1 0 16,0-40-16,-40 40 0,40 0 0,-39 0 0,-1 0 15,0 0-15,0 0 0,0 0 16,0 0-16,0 0 15,-80 0 79,0 0-94,0 0 0,0 0 16,40 40-16,-40-40 0,0 0 15,-1 0 1</inkml:trace>
  <inkml:trace contextRef="#ctx0" brushRef="#br0" timeOffset="124614.1389">16091 16804 0,'-40'0'16,"40"-41"-16,0 1 15,0 0 1,40 40-16,0 0 0,0-40 15,0 40-15,0 0 0,0 40 16,0 0 0,-40 41-16,0-41 15,0 0-15,0 0 16,0 0-16,-40 0 0,40 0 0,-40-40 16,40 40-16,-40 0 15,40 0-15,40-80 31,0 0-31,0-40 16,1 80-16,-1-40 0,-40 0 0,40 40 16,0-40-16,0 0 15,0 40-15,-40-40 0,40 40 0,0 0 16,1 0 0,-1 0-16,-40 40 15,40 40 1,-40-40-16,0 0 0,0 0 15,0 0-15,0 0 0,-80 0 0,80 1 16,-41-1-16,41 0 16,-40-40-16,0 40 15</inkml:trace>
  <inkml:trace contextRef="#ctx0" brushRef="#br0" timeOffset="124844.1943">16973 16924 0,'0'-40'15,"41"40"1,79-40 0,0 40 15,-80-40-31,1 40 0,-1 0 15,0 0-15,0 0 16</inkml:trace>
  <inkml:trace contextRef="#ctx0" brushRef="#br0" timeOffset="125084.1087">17014 17164 0,'-41'41'16,"82"-82"-16,-41 82 15,40-41 1,80-41 0,41 41 15,-81-40-31,40 40 15,-80-40 1</inkml:trace>
  <inkml:trace contextRef="#ctx0" brushRef="#br0" timeOffset="125404.0813">18017 16884 0,'0'0'15,"-40"0"1,-1 0-16,1 0 15,0 40 1,-40 0 0,80 0-16,-40 40 15,40-40-15,40 0 32,0-40-17,0 0-15,81-40 31,-81 0-31,-40 0 0,0 0 16,0-40 0,0 40-16,-161 0 31,161 0-31,-40 40 0,0-41 31,40 1-31</inkml:trace>
  <inkml:trace contextRef="#ctx0" brushRef="#br0" timeOffset="126344.0261">17294 14598 0,'-40'0'16,"40"-40"-16,0 0 15,0-1-15,-40 41 32,40-40-32,80 40 140,-80-40-140,41 40 0,-1 0 0,0-40 16,0 40-16,0 0 16,0 0-16,0 0 0,0 0 15,-40 40 16,0 0-31,0 0 0,-40 1 16,40-1-16,0 0 16,-40-40-16,40 40 0,-40-40 0,40 40 0,-40-40 15,40 40 1,80-40 15,-40 0-15,0 0-16,1 0 15,-1 0 1,-40 40 0,0 0-1,0 0-15,-40-40 0,40 40 16,-41-40 0,-39 41-16,40-41 0,0 0 15,0 0-15,0 0 16,40 40-16,-40-40 0,-1 0 0,1 0 15,0 0-15,40 40 32</inkml:trace>
  <inkml:trace contextRef="#ctx0" brushRef="#br0" timeOffset="127353.9283">18659 15801 0,'0'0'16,"-40"0"0,80 0 62,0 0-78,0 0 15,0 0-15,0 0 16,0 0-16,1 0 0,-1 0 16,-40 40-1,40-40-15,-40 40 16,0 0-16,0 0 0,0 0 15,-40 1-15,0-1 16,40 0-16,-41 0 0,1-40 0,0 40 0,0-40 16,40 40-16,-40-40 15,0 40-15,0-40 16,40-40 15,40 40-15,0-40-16,-40 0 0,80 40 0,-80-40 15,40 40-15,0-40 0,-40 0 0,41 40 0,-1-41 16,0 41-16,-40-40 16,40 40-16,0 0 0,0-40 0,0 40 15,0 0-15,1 0 16,-1 0-16,0 0 0,-40-40 16,40 40-16,0 0 15,-40-40-15,0 0 16,-40 40 15,0 0-15,40 40-16,-40-40 15,0 40-15,-1 0 0,1-40 16,40 40-16,-40-40 16,40 40-16,-40-40 0,0 41 0,40-1 15,0 0-15,-40-40 0,40 40 16,0 0-16,0 0 0,0 0 15,40-40-15,-40 40 0,40-40 0,0 0 16,-40 40-16,80-40 16,-39 0-16,-1 0 0,0 0 0,0 0 15</inkml:trace>
  <inkml:trace contextRef="#ctx0" brushRef="#br0" timeOffset="127673.9499">19983 15640 0,'-40'0'16,"80"0"-16,-120 0 0,40 0 31,-1 0-31,1 41 0,0-1 0,-40 80 15,40 81 17,0-41-17,80-40 1,80 1 15,-80-121-31,0 0 16</inkml:trace>
  <inkml:trace contextRef="#ctx0" brushRef="#br0" timeOffset="128073.928">20264 16042 0,'-40'-41'15,"0"41"1,40 41-1,40-41-15,-40 40 16,40 80 0,-40-40 15,0-40-15,0-80-1,80 40 1,-80-40-16,120-40 15,-79 80-15,-1-40 0,0 0 16,0 40 0,-40 40-1,0 80 1,0-40 0,-40 0-1,0 1 1,0-81-1</inkml:trace>
  <inkml:trace contextRef="#ctx0" brushRef="#br0" timeOffset="128323.8581">20986 15921 0,'0'0'16,"0"40"15,40-40-31,0 40 16,-40 1-1,0-1-15,0 0 0,0 0 0,0 0 16,0 0-16,0 0 16,0 0-16,0 0 0,0 0 0,-40 1 0,-40-1 15,80 0-15,-40-40 0,0 0 0,40 40 16,-40-40-16,-1 0 0,1 40 15,0-40-15</inkml:trace>
  <inkml:trace contextRef="#ctx0" brushRef="#br0" timeOffset="128843.8822">22310 15681 0,'-40'0'15,"80"0"-15,-120 0 0,40 0 16,0 0-16,-81 40 16,81-40-16,0 0 15,0 40-15,0 80 16,40 41-1,40-1 1,0 0 15,121-39-15,-41-121 0,-40-40-1,-80-1 16,0 1 1</inkml:trace>
  <inkml:trace contextRef="#ctx0" brushRef="#br0" timeOffset="129163.7905">22912 16162 0,'0'0'0,"40"0"16,0 40 0,-40 0-1,-40 80 1,0-80-1,0 1-15,-161-41 16,161 0-16,0 0 0,-40 0 16,80-41-16,0-39 31,40 40-31,-40 0 0,161 0 31,-1 40-31</inkml:trace>
  <inkml:trace contextRef="#ctx0" brushRef="#br0" timeOffset="129483.7715">23514 16242 0,'-40'-40'0,"80"80"0,-120-120 0,40 80 15,40-40-15,-40 40 31,40 80-31,-41 40 32,41-80-32,0 41 0,0-41 0,0 40 31,0 40-15,0-80-1,0 0-15,-80 1 16,40-41-16,0 40 0,-40-40 15,-1 0 1,41-81 0,80-39-1</inkml:trace>
  <inkml:trace contextRef="#ctx0" brushRef="#br0" timeOffset="129943.7445">24116 16042 0,'0'0'16,"-40"-41"-16,40 1 15,0 80 1,0 41-1,40-41 1,-40 0-16,0 0 0,0 0 0,0 0 16,0 0-16,0 0 15,0 0-15,0 1 0,-40-1 16,40-80 15,40 40-31,-40-81 0,80 81 16,-40-40-16,0 0 0,1 40 15,-1-40-15,0 0 0,0 0 0,0 40 16,0 0 0,-40-40-16,40 40 0,-40 40 15,0 0-15,0 40 16,0-40-16,0 0 0,0 0 16,0 1-1,-40-1-15,40 0 0,-40-40 0,40 40 16,-40-40-1</inkml:trace>
  <inkml:trace contextRef="#ctx0" brushRef="#br0" timeOffset="130394.182">25320 16001 0,'-40'0'0,"80"0"0,-161 81 32,81-1-32,40-40 0,-40 0 0,0 40 15,40-40-15,-80 81 16,-1-1 15,81-80-15,41-80-1,-1 0 1,-40-40-16,160-81 16,-120 121-16,0-40 0,41-80 15,-41 119-15,0 1 16,-40 0-16,40 40 16,-40 40-1,0 81 1,0-81-16,0 120 15,0-80-15,0 81 16,0-1 15,0-80-15</inkml:trace>
  <inkml:trace contextRef="#ctx0" brushRef="#br0" timeOffset="130564.1027">25280 15841 0,'0'0'0,"-41"0"0,41-40 16,0 0-16,81 40 16,-41-40-16,0 0 0,40-1 0,1 41 0,-1-40 15,0 0-15,0 40 16,41-40-16,-41 40 0,0-40 0,41 40 0,-41 0 15,40-40-15,1 40 0,-1 0 0</inkml:trace>
  <inkml:trace contextRef="#ctx0" brushRef="#br0" timeOffset="143878.5707">26042 16362 0,'0'-40'16,"40"40"250,0 0-251,-40 40 1,40-40-16,1 0 16,-1 0-1,0 0-15,0 0 0,0 0 0,0 0 16,0 0-16,0 0 0,1 0 0,-1 0 15,0 0 1,0 0-16,0 0 0,0 0 16</inkml:trace>
  <inkml:trace contextRef="#ctx0" brushRef="#br0" timeOffset="144278.5486">26002 16844 0,'-40'40'16,"80"-80"-16,-40 80 31,40-40-16,0 0-15,40 0 32,41 0-17,-41 0 1,40-40 0,-39 0-1</inkml:trace>
  <inkml:trace contextRef="#ctx0" brushRef="#br0" timeOffset="144678.477">27246 16082 0,'0'0'16,"0"-40"-1,0 80 32,0 0-47,0 0 16,-40 0-16,40 0 15,0 0-15,-40 0 0,40 40 0,-41-39 0,41-1 16,0 0-16,-40 0 16,40 0-16,0 0 0,0 0 0,-40 0 15,40 0-15,0 1 0,-40-41 16,40 40-1</inkml:trace>
  <inkml:trace contextRef="#ctx0" brushRef="#br0" timeOffset="144948.437">26483 17285 0,'0'0'0,"-40"0"16,80 0-1,41 0-15,-41 0 16,0 0 0,0-40-16,0 40 0,0 0 0,0 0 0,1 0 15,39 0-15,-40 0 0,0 0 0,0-40 16,0 40-16,0 0 15,1 0-15</inkml:trace>
  <inkml:trace contextRef="#ctx0" brushRef="#br0" timeOffset="145378.8267">26724 17525 0,'-120'41'16,"240"-82"-16,-280 122 16,120-81-16,-41 40 15,1-40 1,0 0 0,80 40-16,-80-40 15,39 0-15,1 40 31,80-40 32,1 0-47,-1 40-1,0-40-15,0 0 0,0 0 16,0 40-16,0-40 15,0 0-15,1 0 0,-1 0 16,0 0-16,-40 40 0,40-40 0,0 0 31,0 0-31,-40-40 16</inkml:trace>
  <inkml:trace contextRef="#ctx0" brushRef="#br0" timeOffset="145658.8111">26403 17766 0,'-40'0'31,"40"-40"-15,0 80 15,0 0-16,0 0 1,0 0-16,0 0 16,-40-40-1,40 41-15,-40-41 0,40 40 0,-40-40 16,40 40-16,-40-40 16,40 40-16,-41-40 0,41 40 0,0 0 15</inkml:trace>
  <inkml:trace contextRef="#ctx0" brushRef="#br0" timeOffset="146318.7709">28008 16242 0,'-40'0'31,"0"0"-15,0 0-1,0 0-15,0 40 16,-1 40-16,1-80 0,40 40 0,-40 1 16,0-1-16,40 0 15,-40 0-15,40 0 0,0 0 0,-40 0 0,40 0 16,0 41-16,-40-41 0,40 0 16,0 0-16,-40 0 0,40 0 0,0 0 0,0 0 15,-41 0-15,41 0 0,0 1 0,0-1 0,0 0 16,0 0-16,0 0 15,41 0-15,-41 0 16,40-40-16,0 40 16,0-40-16,-40-40 109</inkml:trace>
  <inkml:trace contextRef="#ctx0" brushRef="#br0" timeOffset="146928.6636">28289 16523 0,'-40'0'32,"0"0"-17,0 0-15,0 0 0,-1 0 16,1 0-16,0 40 0,0 0 15,0 0 1,40 0-16,0 0 0,-40-40 0,40 40 16,0 1-16,0-1 0,0 0 15,0 0-15,0 0 0,0 0 16,40-40-16,0 40 16,0-40-16,0 0 15,0 0-15,1 0 16,-41-40-16,40 40 0,-40-40 15,40 40-15</inkml:trace>
  <inkml:trace contextRef="#ctx0" brushRef="#br0" timeOffset="147258.7181">28369 16683 0,'40'-80'16,"-80"160"-16,121-160 16,-41 80-1,0 0 1,0 80-1,-40 81 1,0-121 0,-40 40-1,0-40 1,-41 0 0,1-120-1,80-40 16,80-1-15,41 41 0,-41 80 15,-40 0-31</inkml:trace>
  <inkml:trace contextRef="#ctx0" brushRef="#br0" timeOffset="147678.6526">29212 16563 0,'0'0'0,"-40"0"16,0 0-1,0 0 1,0 40 0,-1 40-1,41-40-15,0 0 16,0 1-16,0-1 0,0 0 15,0 0-15,0 0 16,41-40-16,-41 40 0,40 0 16,-40 0-1,0 0 1,-40-40-16,-1 0 16,1 40-16,0-40 0,0 0 15,0 0-15,0 0 0,0 0 16,40-40-1,-41 40-15</inkml:trace>
  <inkml:trace contextRef="#ctx0" brushRef="#br0" timeOffset="148358.6536">29774 16563 0,'-40'0'15,"80"0"-15,-120 0 16,39 0 15,41 80-15,-40-40-16,40 0 15,-40 0-15,40 1 0,-40-1 0,0 0 0,40 0 16,-40-40-16,40 40 0,0 0 16,-40-40-16,40 40 0,-40 0 15,40-80 16,40 0-31,-40 0 0,40 0 16,-40 0-16,40 0 0,-40 0 16,40 40-16,0-41 0,-40 1 0,40 40 0,-40-40 15,40 0 1,-40 80 15,0 40-31,0-39 0,0-1 16,0 0-16,0 0 0,0 0 0,0 0 0,0 0 15,0 0-15,0 0 16,0 0-16,0 1 0,0-1 16</inkml:trace>
  <inkml:trace contextRef="#ctx0" brushRef="#br0" timeOffset="148608.6392">29694 16563 0,'0'0'16,"-41"0"-16,41-40 31,81 0-15,39 40-1,-40 0 1,81 0 0,-121 0-16</inkml:trace>
  <inkml:trace contextRef="#ctx0" brushRef="#br0" timeOffset="149218.6047">30295 17004 0,'0'0'0,"-40"0"62,40-40-15,40 40-16,-40 40-31,41-40 16,-1 0 0,0 0-16,0 0 15,0 0-15,0 0 0,0 0 0,0 0 16,1 0-1,-1 40-15,0-40 0,0 0 0,0 0 16,0 0 0,0 0-16</inkml:trace>
  <inkml:trace contextRef="#ctx0" brushRef="#br0" timeOffset="149498.517">30737 16844 0,'-40'0'0,"40"40"63,0 0-63,0 0 15,-40 0-15,40 0 0,0 0 0,0 0 16,-41-40-16,41 40 16,0 1-16,0-1 0,-40-40 0,40 40 0,0 0 15,0 0 1</inkml:trace>
  <inkml:trace contextRef="#ctx0" brushRef="#br0" timeOffset="150978.4836">31018 16763 0,'40'-40'47,"0"0"-31,0 40 0,0 0-1,0 0-15,-40 40 16,40 0-16,-40 1 0,0-1 0,0 0 15,0 0 1,-40 0-16,40 0 0,-40 0 0,40 0 0,-40 0 16,40 0-16,-40-40 0,40 41 15,-40-41-15,0 40 0,0 0 0,80-40 47,0 0-47,0 0 16,0 0-1,0 40-15,0 0 16,0-40 0,-40 40-16,41-40 0,-41 40 0,40-40 15,0 0-15</inkml:trace>
  <inkml:trace contextRef="#ctx0" brushRef="#br0" timeOffset="151258.4487">31820 16964 0,'-40'0'0,"80"0"0,-160 0 16,80 0-16,0 0 16,-41 40-1,41 40-15,40-40 0,-40 81 31,40-81-31,40 40 16,0-80-16,121 40 16,-121-40-16,0 0 31,-40-40-31,40 0 0</inkml:trace>
  <inkml:trace contextRef="#ctx0" brushRef="#br0" timeOffset="151478.4716">31981 17084 0,'-40'0'0,"80"-40"0,0 40 31,-80 40-31,80-40 16,-40 40-1,0 0-15,0 1 32,-40-1-17,0-40-15,-1 0 0,1-81 31,80 1-15,41 80 0,-41-40-16,0 40 0</inkml:trace>
  <inkml:trace contextRef="#ctx0" brushRef="#br0" timeOffset="151708.4036">32462 17004 0,'-80'0'0,"40"0"15,0 0-15,0 40 16,40 0 0,0 0-1,0 0-15,0 1 0,40-41 0,-40 40 16,0 0-16,40-40 0,-40 40 16,0 0-16,0 0 0,0 0 15,0 0-15,-40-40 16,0 0-1,-1 0-15,1 0 0,40-40 16,0 0 0</inkml:trace>
  <inkml:trace contextRef="#ctx0" brushRef="#br0" timeOffset="152298.37">32783 16964 0,'0'0'0,"-40"0"0,40-40 125,40 40-125,-40-40 16,40 40-16,1 0 15,-1 0 1,-40 40-16,0 0 31,40-40-31,-40 40 0,0 0 16,0 0 0,-80 0-16,80 0 0,-81-40 15,81 41-15,-40-41 0,0 40 16,0-40-1,40 40-15,0 0 32,40-40-17,0 40 1,0 0-16,0-40 0,-40 40 16,41-40-16,-41 40 15,40-40-15,0 0 16</inkml:trace>
  <inkml:trace contextRef="#ctx0" brushRef="#br0" timeOffset="152718.4005">33265 17084 0,'-40'0'15,"40"40"-15,-81 0 31,1 81-15,40-41 0,0 0 15,0-80-15,80 0 15,-40-40-31,40 40 0,-40-40 0,40 0 0,-40 0 15,40 40-15,-40-40 0,40 0 16,1-1-16,-41 1 16,40 40-1,-40 40 1,0 1 0,0 39-16,0-40 15,0 0-15,0 0 0,0 0 16,0 0-1,0 0-15,0 1 16</inkml:trace>
  <inkml:trace contextRef="#ctx0" brushRef="#br0" timeOffset="152928.3875">33185 17004 0,'0'0'15,"40"-40"1,80 0 0,0 80-1,-79-40-15</inkml:trace>
  <inkml:trace contextRef="#ctx0" brushRef="#br0" timeOffset="153438.3033">30055 18007 0,'0'0'16,"-40"0"-16,-1 0 15,41-40 17,41 40-17,-1 0 1,0 0-16,0 0 16,0 0-16,0 0 0,0 0 0,41 40 0,-41-40 15,40 0-15,-40 0 0,40 0 0,-40 0 0,1 0 16,39 0-16,-40 0 0,0 0 15,0 0-15</inkml:trace>
  <inkml:trace contextRef="#ctx0" brushRef="#br0" timeOffset="153708.3421">30376 17846 0,'-40'0'0,"80"0"0,-161-40 31,121 0-31,0 80 31,40 0-15,-40 0-16,0 0 16,0 1-16,0-1 0,0 0 15,0 0-15,0 0 0,-40 0 16,40 0 15</inkml:trace>
  <inkml:trace contextRef="#ctx0" brushRef="#br0" timeOffset="154098.2707">30496 17926 0,'0'0'0,"40"0"31,40 0-15,-39 0-16,79 0 15,-80 0-15,0 0 16,0 0 0,0 81-1,-80-41-15,0 0 31,0-40-31,40 40 32,80-40-17,-40 80 1,-40-40 0,-80 0-1,-80 1 1,120-41-1,-1 0-15,1 0 16,40-41-16,0 1 16,40 40-1</inkml:trace>
  <inkml:trace contextRef="#ctx0" brushRef="#br0" timeOffset="154378.3028">31459 18007 0,'-120'-40'15,"80"40"-15,-41 0 16,1 40 0,40 40-1,40-40-15,0 0 16,0 0-16,120 0 15,-80 0 1,1-40-16,39 41 16,-40-41-16,-40-41 15</inkml:trace>
  <inkml:trace contextRef="#ctx0" brushRef="#br0" timeOffset="154568.2373">31620 18047 0,'40'0'15,"-40"40"17,0 0-17,0 0 1,0 0-16,-40-40 16,-1 0-1,41-40 1,0 0-16,41 40 0,-1 0 15,-40-40-15,40 40 16</inkml:trace>
  <inkml:trace contextRef="#ctx0" brushRef="#br0" timeOffset="154828.2779">32141 18087 0,'-40'0'15,"0"0"-15,0 0 31,0 80-15,40 40 0,0-39 15,0-1-15,-40-40-16,-41-40 15,41 0-15,40 40 0,-40-40 16,-40 0-1,80-80-15</inkml:trace>
  <inkml:trace contextRef="#ctx0" brushRef="#br0" timeOffset="155278.2511">32422 18087 0,'40'0'16,"0"0"0,0 0-16,1 0 0,-1 0 15,0 0 1,-40 40-16,0 0 16,0 0-16,-40-40 15,0 40 1,-1-40-16,41 40 0,-40-40 0,0 0 15,40 41-15,0-1 32,0 0-1,40-40-31,-40 40 16,0 0-1,0 0 1,-40-40-16,0 0 15,-40 40-15,40-40 16,0 0-16,-1 0 16,1 0-16,0 0 0,0-40 15,0 40 1,0 0-16,40-40 16,0 0-1,80 40-15</inkml:trace>
  <inkml:trace contextRef="#ctx0" brushRef="#br0" timeOffset="155738.167">32823 18287 0,'0'41'31,"-40"-41"-31,0 40 16,0 0 0,40 0-16,-40-40 15,40 40 1,0 0-16,0-80 47,40 0-47,-40 0 15,40 40-15,-40-40 0,40 0 16,0-1-16,1 41 0,-41-40 16,40 40-16,0 0 15,-40 40 17,0 1-32,0-1 15,0 0-15,0 0 0,0 0 16,0 0-1,-40-40-15,40 40 0,0 0 16,0-80 31</inkml:trace>
  <inkml:trace contextRef="#ctx0" brushRef="#br0" timeOffset="155938.1554">32904 18167 0,'-40'0'16,"80"0"-16,-80-40 15,120 40-15,-40 0 32,0 0-32,80 0 15,-79 0-15,-1 0 0,0 0 16</inkml:trace>
  <inkml:trace contextRef="#ctx0" brushRef="#br0" timeOffset="157568.0608">29894 16844 0,'0'-40'0,"-40"40"47,40 40 16,-40-40-63,40 40 0,0 0 15,0 0-15,0 0 16,-40-40-16,40 40 0,-40-40 0,40 40 15,-40 0 1,40-80 15,40 40-15,0-40 0,-40 0-16,40 0 0,0 0 15,-40 0-15,40 40 16,-40-40-16,40 40 15,0 0 17,-40 40-32,41 0 15,-41 0 1,0 0-16,0 0 16,0 0-16,-41-40 0,41 40 15,0 0 1,-40-40-16,40 41 15,40-1 1</inkml:trace>
  <inkml:trace contextRef="#ctx0" brushRef="#br0" timeOffset="158767.991">33305 17405 0,'40'0'47,"0"0"-47,0 0 31,0 0 1,-40 40-17,0 0 1,0 0 0,0 1-16,0-82 62,0 1-46,41 40-1,-1-40-15,0 0 16,0 40 0,0 40 30,-40 0-46,0 0 16,0 1 0,40-1-16,-40 0 0,0 0 15,0 0 1,0 0-16,0 0 16,0 0-16</inkml:trace>
  <inkml:trace contextRef="#ctx0" brushRef="#br0" timeOffset="159617.9418">33144 18448 0,'0'-40'31,"41"40"-31,-1 0 47,-40 40-32,0 0-15,0 0 32,-40-40-32,40 40 0,40-40 78,-40-40-78,40 40 0,0 0 0,0 0 15,-40-40-15,40 40 16,0 0-16,-40 40 47,0 0-32,0 0 1,0 0 0</inkml:trace>
  <inkml:trace contextRef="#ctx0" brushRef="#br0" timeOffset="159937.9231">33746 18127 0,'0'0'15,"40"-40"1,1 120 15,-41 121-15,-41-1 0,-159 1-1,120-161 1,-1 0-16,-79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390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77.34628" units="1/cm"/>
          <inkml:channelProperty channel="Y" name="resolution" value="44.39306" units="1/cm"/>
          <inkml:channelProperty channel="T" name="resolution" value="1" units="1/dev"/>
        </inkml:channelProperties>
      </inkml:inkSource>
      <inkml:timestamp xml:id="ts0" timeString="2025-09-09T07:46:21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1124 1684 0,'40'0'16,"-40"-40"-16,-40 40 15,40-40 1,0 0-16,0-1 16,40 41-16,0-40 15,0 40 1,0 0-16,-40-40 0,40 40 0,0 0 16,0 0-1,-40 40-15,41 0 16,-41 1-16,0-1 15,0 0-15,40 0 0,-40 0 0,0 40 16,0-40-16,0 0 0,0 0 16,0 1-16,0-1 0,-40 0 0,40 0 15,0 0-15,-41 0 0,41 0 16,0-80 15,0 0-15,0 0-16,41 0 0,-41 0 0,40 0 0,-40-1 15,40-39-15,-40 40 16,40 0-16,-40 0 0,40 0 0,-40 0 0,40 0 16,-40 0-16,40 40 0,-40-41 0,40 1 0,1 0 15,-41 0 1,40 40-16,0-40 0,0 40 47,-40 40 359,0 0-390,0 0-1,0 0-15,0 1 16,0-1-16,-40 0 0,40 0 16,0 0-1,0 0-15,0 0 0,0 0 16,-40 0-16,40 0 15,0 1-15,0-1 16,0 0 0,0 0-16,0 0 15,40 0 1,0-40 0,0 0-16,-40 40 0,40-40 15,0 0 1,0 0-1,-40-40 1,41 40-16,-41-80 0,40 40 0</inkml:trace>
  <inkml:trace contextRef="#ctx0" brushRef="#br0" timeOffset="339.983">2367 1604 0,'-40'0'16,"0"0"-16,80 0 62,0 0-62,1 0 16,-1 0-16,0 0 0,0 0 15,0 0-15,0 0 16,0 0-16,0 0 0,1 0 0,-1 0 16,0-40-1,-40-1-15,40 41 16</inkml:trace>
  <inkml:trace contextRef="#ctx0" brushRef="#br0" timeOffset="610.0463">2528 1804 0,'-40'40'15,"80"-80"-15,-80 120 0,-40 1 16,39-81-1,41 40 1,41-40 0,-1 0-1,120-40 1,-39-1 15,-1-79-15,-40 80-1</inkml:trace>
  <inkml:trace contextRef="#ctx0" brushRef="#br0" timeOffset="1070.0119">3090 1403 0,'0'0'0,"0"-40"0,0 0 31,40 40-31,0 0 31,-40-40-31,40 40 0,0 0 0,0 0 16,0 0-16,1 0 0,-1 0 15,0 40 1,-40 0-16,0 0 0,0 0 16,0 0-16,0 0 15,0 1-15,-40-1 0,40 0 0,-40 0 16,40 0-16,-41 0 0,1-40 15,0 40-15,0 0 0,40 0 0,-40-40 0,0 40 16,0 1 0,0-41-16,40 40 15,40-40 17,-40-40-32,40 40 0,-40-41 15,40 41-15,0 0 16,0 0-16,0 0 15,0 0-15,1 0 16,-1 0-16,0 0 0,40 0 0,-40 41 0,0-41 16,1 0-16,-1 0 0,0 0 0,0 0 0,0 0 15,0 0-15,0 0 16,0 0-16,1 0 16,-41-41-16</inkml:trace>
  <inkml:trace contextRef="#ctx0" brushRef="#br0" timeOffset="2059.8996">2929 3769 0,'0'0'16,"0"40"-16,-40 1 31,40-1-15,-40 0-1,40 120 1,0 1 0,0-121 15,0-80 0,0-1-31,80-199 31,121-81-15,-41 40 0,-79 201-1,-1 80 17,0 201-17,-40-1 1,0 41 15,-40-41-15,0-79-1,0-81 1,41-40 0</inkml:trace>
  <inkml:trace contextRef="#ctx0" brushRef="#br0" timeOffset="2309.9532">3050 3890 0,'-41'0'0,"82"0"0,-122 0 0,1 0 31,120-40-16,40-1 1,-39 41-16,-1-40 0,40 40 0,0 0 16,-40-40-16,41 40 0,-41 0 0,40 0 0,-40 0 15,40-40-15,-39 40 0,-1 0 16,0 0-16,0-40 0,0 40 16</inkml:trace>
  <inkml:trace contextRef="#ctx0" brushRef="#br0" timeOffset="2649.9198">4735 2767 0,'-120'0'31,"79"40"-31,1-40 0,-80 120 16,-81 201-1,121 120 1,80-80 15,120-201-31,-79-79 16,119 39-1,-40-120 17,-79-40-32</inkml:trace>
  <inkml:trace contextRef="#ctx0" brushRef="#br0" timeOffset="3009.8267">5016 3448 0,'0'0'16,"80"-40"0,40 40 15,-39 121-15,-121 39-1,-81 1 16,1-81-15,120-40 0,80-80-1,81-40 17,-41 39-17,-40 41 1,0-40 15,1 0-31</inkml:trace>
  <inkml:trace contextRef="#ctx0" brushRef="#br0" timeOffset="3269.8834">5858 3088 0,'0'0'0,"-40"-41"32,80 41-17,1 161 1,39 160 0,-40 0 15,-160-41-16,-81-119 1,121-121 0</inkml:trace>
  <inkml:trace contextRef="#ctx0" brushRef="#br0" timeOffset="3510.0975">7062 3649 0,'-40'0'31,"80"0"-31,81-80 16,-81 40-16,321 0 31,-281-1-31,81 41 31,-81-40-31</inkml:trace>
  <inkml:trace contextRef="#ctx0" brushRef="#br0" timeOffset="3670.112">7423 4010 0,'0'0'0,"-40"40"16,40 0-16,0 0 15,40-40-15,41 0 16,-41 0-16,0 0 16,40 0-16,-40-40 0,41 40 0,-41-40 0,40 40 15,-40-40-15,40 40 0,1 0 0,-1-40 0,0 40 16,0-40-16</inkml:trace>
  <inkml:trace contextRef="#ctx0" brushRef="#br0" timeOffset="6809.9018">8868 2927 0,'0'-40'0,"-40"40"32,40-40-32,0 120 31,0-40-16,0 0 1,0 41-16,40-41 0,-40 40 0,0-40 0,0 40 16,0-40-16,0 40 0,0-39 0,0 39 0,0-40 15,0 40-15,0-40 0,-40 0 16,40 0-16,-40 41 0,40-41 0,-40 0 0</inkml:trace>
  <inkml:trace contextRef="#ctx0" brushRef="#br0" timeOffset="7019.8897">8868 4331 0,'-40'0'0,"80"0"0,-120 40 16,120-40 0,-40-40-1,80 40-15,-40 0 16,0-40-16,0 40 0,41 0 0,-41-40 0,40 40 15,-40 0-15,40 0 0,-39 0 16,-1 0-16,40 0 0,-40 0 0,0-41 0,0 41 16,41 0-16,-41 0 0,0 0 0</inkml:trace>
  <inkml:trace contextRef="#ctx0" brushRef="#br0" timeOffset="7329.9104">9349 4732 0,'0'0'16,"-40"40"-16,-40-40 0,40 40 0,0-40 15,-121 40 1,41 40 0,40-40-1,40 41 1,40-41-1,80 0 1,161-40 0,-1-40 15,1-40-15,-201 39-1,0 41-15</inkml:trace>
  <inkml:trace contextRef="#ctx0" brushRef="#br0" timeOffset="7549.9347">9349 4692 0,'0'0'0,"-40"0"16,40 40 0,-40 40-1,0 121 1,0 39 15,0-79-15,0-81-1</inkml:trace>
  <inkml:trace contextRef="#ctx0" brushRef="#br0" timeOffset="7869.9139">11235 3088 0,'0'0'16,"0"-41"-16,-80 1 0,40 40 0,0 0 15,-121 81 1,-79 159 0,39 201 15,121-40-15,80-160-1,80-121-15,121 81 31,80-161-31</inkml:trace>
  <inkml:trace contextRef="#ctx0" brushRef="#br0" timeOffset="10160.1463">12198 3609 0,'-40'0'16,"0"0"-1,0 0 1,0 0-16,40 40 0,-40-40 16,40 40-16,-40 0 0,0 0 15,-1 41-15,41-41 0,-40 0 0,40 0 16,0 40-16,-40-40 15,40 0-15,0 0 0,0 0 0,0 1 0,0-1 16,80 0-16,-39 0 16,-1-40-16,-40 40 0,40-40 15,0 0-15,0 0 0</inkml:trace>
  <inkml:trace contextRef="#ctx0" brushRef="#br0" timeOffset="10430.1632">12800 3850 0,'0'0'15,"40"-41"-15,1 41 16,-1 0-16,0 0 0,0 41 31,-40 159-15,-120-80 0,-81-39-1,0-81 16,161-81-15,161-119 0,159 39-1,-79 121 1,-161 0-16</inkml:trace>
  <inkml:trace contextRef="#ctx0" brushRef="#br0" timeOffset="10670.1673">13643 3609 0,'0'40'31,"0"-80"-31,-80 160 16,-1-120-16,81 40 0,-40 0 0,0 1 15,40 199 1,80-79 15,41-1-15,-161-120-1,-201 0 17,0-80-17,161-40-15</inkml:trace>
  <inkml:trace contextRef="#ctx0" brushRef="#br0" timeOffset="11030.1128">14245 3649 0,'0'-40'16,"0"80"-16,80-120 15,-40 80-15,40 120 31,-80 81-15,-120-1 0,0-39-1,80-121 1,40 0 0,80-40-1,120 0 1,-39 0 15,40-40-15,-161 40-16</inkml:trace>
  <inkml:trace contextRef="#ctx0" brushRef="#br0" timeOffset="11390.097">15368 3970 0,'0'0'16,"-40"40"-1,0 0 1,-40 40 0,-40 81-1,39-41 1,41-80 0,40-80-1,40 0 1,121-161-1,-41 1 1,-40 120 0,-39 120 15,-1 160-15,-40-160-16,40 121 15,-40-121-15,0 0 0,40 40 31,-40 0-15,40-80-16</inkml:trace>
  <inkml:trace contextRef="#ctx0" brushRef="#br0" timeOffset="11570.1373">15368 3809 0,'-40'0'31,"80"0"-31,1-40 16,-1 40-16,0-40 0,40 40 15,161 0 1,0 0 0</inkml:trace>
  <inkml:trace contextRef="#ctx0" brushRef="#br0" timeOffset="11810.0528">16331 4291 0,'-40'0'16,"80"0"-16,-40 0 31,81 0-31,119-40 15,81-1 1,-40 41 0,-81-40 15,-79 0-31</inkml:trace>
  <inkml:trace contextRef="#ctx0" brushRef="#br0" timeOffset="12050.1098">16973 3769 0,'-120'-40'32,"240"80"-32,-280-40 15,120 0-15,40 81 0,-40 39 16,0 161 15,-81-41-15,41 1-1,40-201-15</inkml:trace>
  <inkml:trace contextRef="#ctx0" brushRef="#br0" timeOffset="14930.2637">18177 3890 0,'0'0'0,"0"-40"15,40 40 1,1 0-16,-41-41 0,40 41 15,0 0 1,0 0-16,-40 81 0,40-81 0,-40 40 0,40 0 16,-40 0-16,40 40 15,-40-40-15,0 0 0,0 0 0,0 1 0,-40-1 16,40 40-16,-40-40 0,0 0 0,0 0 0,0-40 16,0 40-16,-1 0 15,1 1-15,0-41 0,80-41 31,41 41-31,-41-40 16,0 40-16,0-40 16,0 40-16,40 0 0,-40 0 0,1 0 0,-1-40 0,40 40 15,-40 0-15,0 0 0,0 0 0,0 0 16,1 0-16,39-40 0,-40 40 16</inkml:trace>
  <inkml:trace contextRef="#ctx0" brushRef="#br0" timeOffset="15410.2115">19742 4050 0,'0'0'0,"-40"0"0,-40 0 16,40 80-16,-81 0 16,41-39-1,0 119 1,80-40-1,120-80 1,-80-40 0,121 0-1,-41-120 1,-40-40 0,-39 39 15,-1 41-16,40 120 1,-40 40 15,-40 81-15,-80-81 0,-41-40-1,81-80 16,40 0-31,40 0 16,81-80 0,-1 79-1</inkml:trace>
  <inkml:trace contextRef="#ctx0" brushRef="#br0" timeOffset="15660.1951">20545 4130 0,'40'0'0,"0"0"15,-40-40 1,-40 40 15,40 40-31,-40 0 0,40 0 16,0 1-16,0-1 0,0 0 16,0 0-16,40 0 0,-40 0 15,40 0-15,-40 0 0,40 0 0,0 1 16,-40-1-16,0 0 15,0 0-15,0 0 0,-40-40 16,0 0 0,0 0-16,0-40 15,40 0-15</inkml:trace>
  <inkml:trace contextRef="#ctx0" brushRef="#br0" timeOffset="16180.1668">22029 4050 0,'-40'0'32,"-40"40"-17,40 0-15,0-40 16,0 40-16,-1-40 0,1 40 0,0 1 0,0-41 16,0 40-16,0 0 0,0-40 15,40 40-15,-40-40 0,40 40 0,-41-40 16,41 40-1,81-40-15,-41 0 16,0 0-16,0 0 0,0 0 16,40 0-16,-39 0 0,-1 40 0,40-40 0,-40 0 15,0 0-15,0 0 0,1 0 0,-1 0 0,0 0 16,0 0-16,0-40 16,0 40-16</inkml:trace>
  <inkml:trace contextRef="#ctx0" brushRef="#br0" timeOffset="16410.1539">22110 4090 0,'-81'-40'15,"162"80"-15,-202-80 16,81 40-16,0 80 16,0 0-1,40 1-15,-40 159 31,40 1-15,-40-41 0,40-159-16</inkml:trace>
  <inkml:trace contextRef="#ctx0" brushRef="#br0" timeOffset="16810.13">22832 4251 0,'0'0'16,"-40"0"-16,-40 80 15,80-40-15,-41 0 0,1 40 16,-40 81 15,80-41-15,0-160-1,40-40 17,81-121-17,-1 81 1,-120 80-16,40 40 16,-40 40-1,0 0 1,0 40-16,0 0 15,0 121 1,40-121 0,-40 0-1,40 0 1,0-80-16</inkml:trace>
  <inkml:trace contextRef="#ctx0" brushRef="#br0" timeOffset="16990.1893">22952 4411 0,'-40'-40'0,"80"80"0,-120-80 0,80 0 32,0 0-32,0 0 0,40 40 15,201-41 1,0 1-1</inkml:trace>
  <inkml:trace contextRef="#ctx0" brushRef="#br0" timeOffset="17250.1062">23996 4652 0,'-121'40'15,"121"-80"-15,40 0 16,41 40 0,-41-41-16,0 41 0,0 0 0,0 0 15,40 0-15,-40 0 0,1 0 16,39 0-16,-40 0 0,40 0 0,-40 0 0,0-40 15,1 40-15,-1 0 16,0 0-16,0 0 0,0 0 0</inkml:trace>
  <inkml:trace contextRef="#ctx0" brushRef="#br0" timeOffset="17490.1093">24477 4251 0,'0'0'0,"-40"0"16,-40 0 0,40 120-1,-41 121 17,41 79-17,0 1 1,40-160-1</inkml:trace>
  <inkml:trace contextRef="#ctx0" brushRef="#br0" timeOffset="19704.3356">25440 4451 0,'0'0'0,"0"-40"15,0 0 1,0 0 0,40 40-16,0-40 15,1 40-15,-1 0 16,0 0-16,0 0 15,0 0-15,0 40 0,0-40 0,0 40 16,1-40-16,-41 40 0,0 0 16,0 0-1,0 0-15,-41-40 0,41 40 0,-40 1 16,40-1 0,-40-40-16,40 40 0,0 0 15,40-40 1,0 40-16,41 0 0,-41 0 15,0-40-15,0 40 16,-40 0-16,0 0 0,0 1 16,-40-41-16,40 40 0,-40-40 0,0 40 15,0-40-15,-1 0 0,-39 40 16,40-40-16,0 0 0,0 0 0,0 0 16,0 0-16,-1 0 15,41-40-15</inkml:trace>
  <inkml:trace contextRef="#ctx0" brushRef="#br0" timeOffset="19974.3182">26644 4491 0,'0'0'16,"0"-40"-16,-40 40 0,0 0 0,0 0 15,-81 40 1,41 161 0,40-41 15,120-80-31,81 41 31,-1-81-15,-120-40-16</inkml:trace>
  <inkml:trace contextRef="#ctx0" brushRef="#br0" timeOffset="20214.2499">26965 4732 0,'80'-40'0,"-80"0"0,40 40 0,0-40 32,-40 80-17,0 0 1,0 40-1,-80 0 1,40-40 0,-40-80-1,80 0 1,-40 0-16,160-40 31,0 0-31</inkml:trace>
  <inkml:trace contextRef="#ctx0" brushRef="#br0" timeOffset="20474.292">27848 4531 0,'0'0'0,"-40"0"0,-1 0 15,1 40-15,0-40 16,0 121-1,40-1 1,80 40 0,-40 41 15,-120-81-15,-40-80-1,80-40 1</inkml:trace>
  <inkml:trace contextRef="#ctx0" brushRef="#br0" timeOffset="21724.1433">29052 4331 0,'0'0'0,"0"40"0,-41-40 16,41 40 78,-40-40 62,0 0-141,40 40-15,-40-40 16,0 40-16,0 0 0,40 0 0,-40 41 0,-1-41 16,41 0-16,-40 0 15,0 0-15,40 0 0,0 40 0,-40-40 0,40 1 16,0-1-16,0 40 0,0-40 16,0 0-16,0 0 0,40 0 0,0 0 15,0-40 1,-40 41-16,81-41 0,-41 0 0,0 0 15,0 0-15,0-41 16,0 41-16,-40-40 0,41 40 0,-41-40 0,40 40 16,-40-40-16,0 0 0,0 0 0,-40 0 15,-41 40 1,81-40-16,-40 40 0,0 0 0,0-40 0,0 40 16,0 0-16,-1 0 0,1 0 15,0 0-15,0 0 0,0 0 16,40 40-16</inkml:trace>
  <inkml:trace contextRef="#ctx0" brushRef="#br0" timeOffset="22234.1872">29734 4612 0,'0'0'0,"-121"40"31,81 0-31,-40 80 31,0 40-15,40 41 0,-1-121-1,41-120 17,81-120-17,119-81 1,-79 121 15,-121 160-15,0 0-1,0 160 1,0 81 15,0-120-15,40-121-1</inkml:trace>
  <inkml:trace contextRef="#ctx0" brushRef="#br0" timeOffset="22434.1766">29694 4652 0,'0'0'16,"-41"-40"-16,41-1 0,-40 41 0,40-40 15,121 0 1,160 0 0,80 40 15,-281 0-31</inkml:trace>
  <inkml:trace contextRef="#ctx0" brushRef="#br0" timeOffset="22784.0834">31098 3689 0,'40'0'15,"-80"0"-15,160 120 16,-80-79-16,-40-1 0,121 160 31,-41 81-31,-80-121 16,-80 322-1,-161-162 1,-200 1 0,320-281-16</inkml:trace>
  <inkml:trace contextRef="#ctx0" brushRef="#br0" timeOffset="24403.9878">8065 6777 0,'0'0'0,"-40"0"47,121 0-31,-41 0-1,0 0-15,0 0 16,40 0-16,0 0 0,-39 0 0,39 0 0,0 0 16,-40 0-16,40 0 0,-39 0 0,-1 0 0,40 0 15,-40 0-15</inkml:trace>
  <inkml:trace contextRef="#ctx0" brushRef="#br0" timeOffset="24634.0482">8386 7419 0,'-120'40'15,"240"-80"-15,-280 120 32,240-120-32,0 40 15,241-80 1,-40 40 15,-241 0-31</inkml:trace>
  <inkml:trace contextRef="#ctx0" brushRef="#br0" timeOffset="24913.9765">10072 6456 0,'0'-40'16,"-40"40"-16,-1 0 16,41 80-16,0 1 31,0 119-16,0 41 1,81-41 0,-81-39-1</inkml:trace>
  <inkml:trace contextRef="#ctx0" brushRef="#br0" timeOffset="25163.9438">9590 7860 0,'-80'40'16,"160"-80"-16,-200 120 16,160-80-1,0 0 1,40 0-16,-40 0 0,1 0 0,39-40 0,0 40 15,0 0-15,1-40 0,-41 40 16,40 0-16,0 0 0,-40-40 0,41 40 0,-41-40 16,0 40-16,40 0 0,-40 0 0,0 0 0,0 0 15,1 0-15,-1 0 16</inkml:trace>
  <inkml:trace contextRef="#ctx0" brushRef="#br0" timeOffset="25493.943">10433 8261 0,'-161'80'16,"322"-160"-16,-362 200 0,1-39 16,119-81-16,41 40 0,-80 0 31,-1 80-16,121-80 1,41-40 0,159 0 15,41-40-15,80 0-1,-80 40 16,-201 0-31</inkml:trace>
  <inkml:trace contextRef="#ctx0" brushRef="#br0" timeOffset="25733.9849">10433 8381 0,'0'-40'15,"0"80"-15,-40-80 0,-41 0 16,41 40-16,40 40 31,0 0-15,0 161-1,-40-1 1,40-159-16,-40 119 31,0-80-31,40-40 16</inkml:trace>
  <inkml:trace contextRef="#ctx0" brushRef="#br0" timeOffset="26193.8842">12479 6657 0,'0'0'16,"-40"0"0,0 0-1,40 40-15,-120 80 32,120-80-32,-40 1 0,-81 199 15,-39 201 1,160-80 15,80-120-15,161-81-1,-81-120 1,-39-40 0</inkml:trace>
  <inkml:trace contextRef="#ctx0" brushRef="#br0" timeOffset="27273.8955">13482 7299 0,'-40'0'94,"40"40"-94,0 0 16,-40 0-1,40 0-15,0 0 0,-40 0 0,40 40 0,0-39 16,-40 39-16,40 0 0,-40-40 0,40 40 0,-40 0 16,40-39-16,-40-1 0,-1 40 15,41-40-15</inkml:trace>
  <inkml:trace contextRef="#ctx0" brushRef="#br0" timeOffset="28273.769">14887 7619 0,'0'0'15,"-40"0"-15,40 41 16,-40-41 0,80 0 109,0 40-110,0-40-15,0 0 16,0 0-16,0 0 0,1 0 0,39 0 0,-40 0 16,0 0-16,0 40 0,0-40 15,0 0-15,1 0 0,-1 0 0,0 0 0,0 0 16,0 0-1,0 0-15</inkml:trace>
  <inkml:trace contextRef="#ctx0" brushRef="#br0" timeOffset="29223.733">15047 7379 0,'0'40'15,"0"0"95,0 0 374,0 0-468,0 0-16,0 0 0,0 1 0,0-1 0,0 0 15,0 0-15,0 0 16,0 0-16,0 0 0,0 0 0,0 0 16,0 0-16,0 1 15,-40-1-15,40 0 16,-40-40-16,40 40 15,-40-40-15</inkml:trace>
  <inkml:trace contextRef="#ctx0" brushRef="#br0" timeOffset="32003.6206">16251 7459 0,'0'0'0,"-40"0"32,80 0 61,0 0-77,0 0-16,1 0 16,-1 0-1,0 0-15,0 0 16,0 0 0,0 40-16,-40 0 15,0 0-15,0 0 16,0 1-16,0-1 0,0 0 0,-40 0 0,40 0 15,-40 0-15,40 0 0,-40 0 0,0 0 0,0 0 16,40 1-16,-41-41 0,1 40 16,40 0-16,-40-40 0,0 40 0,0-40 31,40-40-15,0 0-1,0 0-15,40 40 31,-40-41-31,40 41 0,0 0 0,0 0 16,1 0-16,-1 0 0,0 0 16,0 0-16,0 41 0,0-41 15,0 0-15,0 40 0,1-40 0,-1 0 0,0 0 16,0 40 0,0-40-16,0 0 0,-40 40 0,40-40 15,-40 40 1,40-40-16,-40-40 140,0 0-124</inkml:trace>
  <inkml:trace contextRef="#ctx0" brushRef="#br0" timeOffset="32613.5849">18699 7980 0,'0'0'0,"-40"0"15,-40 0 1,39 0 0,82 0 46,-1 0-62,0 0 0,0 0 0,0 0 16,0 0-16,40 0 0,-39 0 15,-1 0-15,40 0 0,-40 0 0,40 40 0,1-40 16,-41 0-16,40 0 0,0 41 0,-40-41 0,0 0 16,41 0-16,-41 0 15,0 0-15,0 40 0,0-40 0,0 0 16,-80 0 31,0 0-47,40-40 15,-40 40-15</inkml:trace>
  <inkml:trace contextRef="#ctx0" brushRef="#br0" timeOffset="33243.4783">19180 7780 0,'-40'0'16,"40"80"62,0-40-78,0 0 0,0 0 16,-40 0-16,40 1 0,0 39 15,0-40-15,-40 40 0,40-40 0,0 0 0,-40 0 16,40 41-16,0-41 15,0 0-15,0 0 0,0 0 0,0 0 16</inkml:trace>
  <inkml:trace contextRef="#ctx0" brushRef="#br0" timeOffset="33963.5214">20384 7820 0,'-40'0'15,"80"0"-15,-80-40 0,0 40 32,120-40-17,-40 40 1,121 0-1,-81 80 1,-40-80 0,-40 120-1,-80-40 1,40-39-16,0-1 31,0 0-15,80-40 15,-40 40-15,40-40-1,0 0-15,-40 40 0,40-40 0,0 0 16,-40 40 0,40-40-16,-40 40 0,0 0 15,40-40-15,-40 40 0,0 1 16,0-1-16,-40 0 0,0 0 15,-40 0-15,40-40 0,0 40 16,0-40 0,-1 0-16,1 0 0,0 40 0,0-40 0,0 0 15,0 0-15,0 0 0,0 0 16,-1 0-16,1 0 0,0 0 0,40-40 16,-40 40-1,40-40-15,0 0 0,0 0 16,80 0-16</inkml:trace>
  <inkml:trace contextRef="#ctx0" brushRef="#br0" timeOffset="34393.4238">21708 7459 0,'-40'0'16,"0"0"-1,40 40-15,40 80 16,81 161 15,-121 0-15,-41 0 0,-119-81 15,-41-120-16,41 1 1,120-81-16</inkml:trace>
  <inkml:trace contextRef="#ctx0" brushRef="#br0" timeOffset="34783.4739">23153 8061 0,'-40'0'15,"80"0"-15,-120 0 0,-1-41 16,81 1-16,41 40 31,39 0-31,-40 0 16,0 0-16,0 0 15,0 0-15,0 0 0,41 0 0,-41 0 0,40 0 16,-40 40-16,40-40 0,1 0 0,-41 0 0,40 0 16,-40 0-16,40 0 0,-39 0 15,-1 0-15,0 0 0,0 0 0</inkml:trace>
  <inkml:trace contextRef="#ctx0" brushRef="#br0" timeOffset="34993.3911">23313 8742 0,'41'-40'0,"-82"80"0,-39 41 15,40-81-15,120 40 16,-40-40 0,201 0-1,-80 0 1,39-81-1,-160 81-15</inkml:trace>
  <inkml:trace contextRef="#ctx0" brushRef="#br0" timeOffset="36843.2817">25480 7619 0,'-40'-40'0,"0"40"15,-40 0-15,40 0 0,-1 0 16,1 0-16,0 0 0,0 40 16,0 1-16,0-1 0,0 0 0,40 40 0,-40-40 15,-1 40-15,41-40 16,-40 41-16,40-41 0,0 40 0,-40-40 0,40 40 16,0-40-16,0 0 0,0 1 15,80-1-15,-80 0 0,41 0 0,-41 0 0,40 0 16,0-40-16,0 0 15,0 40-15,0-40 0,0 0 0,-40-40 16,40 0-16,-40-40 16,-80 80-1,80-80-15,-40 80 0,40-41 0,-40 41 0,-40-40 16,40 40 0,-1 0-16,41 40 15,0 1 1,41-1-16</inkml:trace>
  <inkml:trace contextRef="#ctx0" brushRef="#br0" timeOffset="37073.3411">24397 9304 0,'-40'0'16,"80"0"-16,0 0 15,40-40 1,41 40-16,-41 0 0,321-40 31,-321 40-31,121 0 16,-121 0-16,1 0 16,-1 0-16,40 0 0</inkml:trace>
  <inkml:trace contextRef="#ctx0" brushRef="#br0" timeOffset="37373.3235">25039 9665 0,'-241'80'16,"482"-160"-16,-602 200 15,280-120-15,-119 80 16,79-40-1,121 1 1,81-41 0,-41 40-16,40-40 15,-40 0-15,161 40 16,-41-40 0,-79 40-16,119-40 31,-39 0-16</inkml:trace>
  <inkml:trace contextRef="#ctx0" brushRef="#br0" timeOffset="37543.2602">25119 9825 0,'-80'0'15,"160"0"-15,-321-40 16,161 40-16,-40 120 15,80-79-15,-41 199 16,81-200-16,-40 40 0,40 121 31,-40-161-31,-40 161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53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3356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26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15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398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158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1250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1772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3756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47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00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30DD3-857D-4950-A75B-96B0D46DE9ED}" type="datetimeFigureOut">
              <a:rPr lang="en-IN" smtClean="0"/>
              <a:t>09-09-2025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06F34-5876-4804-9CAC-EBB2E675E5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92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customXml" Target="../ink/ink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emf"/><Relationship Id="rId4" Type="http://schemas.openxmlformats.org/officeDocument/2006/relationships/customXml" Target="../ink/ink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customXml" Target="../ink/ink1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customXml" Target="../ink/ink1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customXml" Target="../ink/ink2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2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customXml" Target="../ink/ink2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customXml" Target="../ink/ink2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customXml" Target="../ink/ink2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customXml" Target="../ink/ink2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customXml" Target="../ink/ink3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customXml" Target="../ink/ink3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customXml" Target="../ink/ink3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emf"/><Relationship Id="rId2" Type="http://schemas.openxmlformats.org/officeDocument/2006/relationships/customXml" Target="../ink/ink3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customXml" Target="../ink/ink3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3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customXml" Target="../ink/ink3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customXml" Target="../ink/ink3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customXml" Target="../ink/ink4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customXml" Target="../ink/ink4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customXml" Target="../ink/ink4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customXml" Target="../ink/ink4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customXml" Target="../ink/ink4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2" Type="http://schemas.openxmlformats.org/officeDocument/2006/relationships/customXml" Target="../ink/ink4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customXml" Target="../ink/ink4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customXml" Target="../ink/ink4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2" Type="http://schemas.openxmlformats.org/officeDocument/2006/relationships/customXml" Target="../ink/ink4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emf"/><Relationship Id="rId2" Type="http://schemas.openxmlformats.org/officeDocument/2006/relationships/customXml" Target="../ink/ink4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customXml" Target="../ink/ink5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emf"/><Relationship Id="rId2" Type="http://schemas.openxmlformats.org/officeDocument/2006/relationships/customXml" Target="../ink/ink5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emf"/><Relationship Id="rId2" Type="http://schemas.openxmlformats.org/officeDocument/2006/relationships/customXml" Target="../ink/ink5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emf"/><Relationship Id="rId2" Type="http://schemas.openxmlformats.org/officeDocument/2006/relationships/customXml" Target="../ink/ink5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customXml" Target="../ink/ink54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emf"/><Relationship Id="rId2" Type="http://schemas.openxmlformats.org/officeDocument/2006/relationships/customXml" Target="../ink/ink55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emf"/><Relationship Id="rId2" Type="http://schemas.openxmlformats.org/officeDocument/2006/relationships/customXml" Target="../ink/ink5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customXml" Target="../ink/ink5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emf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emf"/><Relationship Id="rId2" Type="http://schemas.openxmlformats.org/officeDocument/2006/relationships/customXml" Target="../ink/ink5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customXml" Target="../ink/ink6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2" Type="http://schemas.openxmlformats.org/officeDocument/2006/relationships/customXml" Target="../ink/ink6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emf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customXml" Target="../ink/ink6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emf"/><Relationship Id="rId4" Type="http://schemas.openxmlformats.org/officeDocument/2006/relationships/customXml" Target="../ink/ink65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customXml" Target="../ink/ink66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emf"/><Relationship Id="rId2" Type="http://schemas.openxmlformats.org/officeDocument/2006/relationships/customXml" Target="../ink/ink67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customXml" Target="../ink/ink6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emf"/><Relationship Id="rId2" Type="http://schemas.openxmlformats.org/officeDocument/2006/relationships/customXml" Target="../ink/ink6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emf"/><Relationship Id="rId2" Type="http://schemas.openxmlformats.org/officeDocument/2006/relationships/customXml" Target="../ink/ink7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customXml" Target="../ink/ink7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emf"/><Relationship Id="rId2" Type="http://schemas.openxmlformats.org/officeDocument/2006/relationships/customXml" Target="../ink/ink7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emf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customXml" Target="../ink/ink7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emf"/><Relationship Id="rId2" Type="http://schemas.openxmlformats.org/officeDocument/2006/relationships/customXml" Target="../ink/ink75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customXml" Target="../ink/ink76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emf"/><Relationship Id="rId2" Type="http://schemas.openxmlformats.org/officeDocument/2006/relationships/customXml" Target="../ink/ink77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customXml" Target="../ink/ink78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emf"/><Relationship Id="rId2" Type="http://schemas.openxmlformats.org/officeDocument/2006/relationships/customXml" Target="../ink/ink79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customXml" Target="../ink/ink80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emf"/><Relationship Id="rId2" Type="http://schemas.openxmlformats.org/officeDocument/2006/relationships/customXml" Target="../ink/ink81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emf"/><Relationship Id="rId2" Type="http://schemas.openxmlformats.org/officeDocument/2006/relationships/customXml" Target="../ink/ink82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customXml" Target="../ink/ink83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emf"/><Relationship Id="rId2" Type="http://schemas.openxmlformats.org/officeDocument/2006/relationships/customXml" Target="../ink/ink8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emf"/><Relationship Id="rId2" Type="http://schemas.openxmlformats.org/officeDocument/2006/relationships/customXml" Target="../ink/ink85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customXml" Target="../ink/ink86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7.emf"/><Relationship Id="rId4" Type="http://schemas.openxmlformats.org/officeDocument/2006/relationships/customXml" Target="../ink/ink88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emf"/><Relationship Id="rId2" Type="http://schemas.openxmlformats.org/officeDocument/2006/relationships/customXml" Target="../ink/ink8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5560" y="303120"/>
              <a:ext cx="11773440" cy="6554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00" y="293760"/>
                <a:ext cx="11792160" cy="657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9963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760" y="288720"/>
              <a:ext cx="12004560" cy="643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279360"/>
                <a:ext cx="12023280" cy="6458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3618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04640" y="317520"/>
              <a:ext cx="11094480" cy="6497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0" y="308160"/>
                <a:ext cx="11113200" cy="65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23905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08920" y="447480"/>
              <a:ext cx="8364240" cy="6309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560" y="438120"/>
                <a:ext cx="838296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3666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62240" y="331920"/>
              <a:ext cx="11455560" cy="66128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880" y="322560"/>
                <a:ext cx="11474280" cy="663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49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60240" y="360720"/>
              <a:ext cx="9057600" cy="6309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50880" y="351360"/>
                <a:ext cx="907632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85430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5720" y="418320"/>
              <a:ext cx="10993320" cy="6150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360" y="408960"/>
                <a:ext cx="11012040" cy="61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3211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6640" y="331920"/>
              <a:ext cx="9505440" cy="6121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280" y="322560"/>
                <a:ext cx="9524160" cy="614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4629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0040" y="360720"/>
              <a:ext cx="10632240" cy="643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0680" y="351360"/>
                <a:ext cx="10650960" cy="64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31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4520" y="115200"/>
              <a:ext cx="10704600" cy="6757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160" y="105840"/>
                <a:ext cx="10723320" cy="677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401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6640" y="490680"/>
              <a:ext cx="11484720" cy="6208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280" y="481320"/>
                <a:ext cx="11503440" cy="62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500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3480" y="606240"/>
              <a:ext cx="11729880" cy="59774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20" y="596880"/>
                <a:ext cx="11748600" cy="599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80642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87920" y="476280"/>
              <a:ext cx="11729880" cy="643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560" y="466920"/>
                <a:ext cx="11748600" cy="64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7685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3520" y="201960"/>
              <a:ext cx="11859840" cy="6208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192600"/>
                <a:ext cx="11878560" cy="622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03929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5560" y="115200"/>
              <a:ext cx="11542320" cy="68727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200" y="105840"/>
                <a:ext cx="11561040" cy="6891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319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3520" y="115200"/>
              <a:ext cx="11441160" cy="2209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105840"/>
                <a:ext cx="11459880" cy="22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491040" y="1515600"/>
              <a:ext cx="11687040" cy="55591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680" y="1506240"/>
                <a:ext cx="11705760" cy="5577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822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59920" y="505080"/>
              <a:ext cx="11657880" cy="6252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560" y="495720"/>
                <a:ext cx="11676600" cy="62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406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54440" y="418320"/>
              <a:ext cx="11152440" cy="6497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080" y="408960"/>
                <a:ext cx="11171160" cy="65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8974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1120" y="317520"/>
              <a:ext cx="11845800" cy="6121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0" y="308160"/>
                <a:ext cx="11864520" cy="614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44582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65720" y="317520"/>
              <a:ext cx="9837720" cy="58330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56360" y="308160"/>
                <a:ext cx="9856440" cy="585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533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960" y="707400"/>
              <a:ext cx="10906560" cy="5125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00" y="698040"/>
                <a:ext cx="10925280" cy="514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3820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05440" y="403920"/>
              <a:ext cx="11239200" cy="6295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6080" y="394560"/>
                <a:ext cx="11257920" cy="6314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670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78960" y="259560"/>
              <a:ext cx="10964520" cy="643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9600" y="250200"/>
                <a:ext cx="10983240" cy="64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8434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242360" y="230760"/>
              <a:ext cx="9649800" cy="6367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33000" y="221400"/>
                <a:ext cx="9668520" cy="63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2872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32280" y="461880"/>
              <a:ext cx="9649800" cy="60930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2920" y="452520"/>
                <a:ext cx="9668520" cy="611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826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52120" y="721800"/>
              <a:ext cx="10199160" cy="5891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760" y="712440"/>
                <a:ext cx="10217880" cy="590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3484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22160" y="129600"/>
              <a:ext cx="11470320" cy="6165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800" y="120240"/>
                <a:ext cx="11489040" cy="6184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0505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07760" y="331920"/>
              <a:ext cx="11051280" cy="5443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8400" y="322560"/>
                <a:ext cx="11070000" cy="546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28759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82440" y="259560"/>
              <a:ext cx="10531080" cy="6006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3080" y="250200"/>
                <a:ext cx="10549800" cy="6025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0728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5520" y="216360"/>
              <a:ext cx="11527920" cy="4577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60" y="207000"/>
                <a:ext cx="11546640" cy="459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073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16720" y="187560"/>
              <a:ext cx="10747800" cy="6237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360" y="178200"/>
                <a:ext cx="10766520" cy="625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8635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3480" y="230760"/>
              <a:ext cx="11224440" cy="6584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20" y="221400"/>
                <a:ext cx="11243160" cy="6602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76732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74320" y="173160"/>
              <a:ext cx="11715840" cy="6554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960" y="163800"/>
                <a:ext cx="11734560" cy="657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4996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76640" y="245160"/>
              <a:ext cx="11311200" cy="6656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7280" y="235800"/>
                <a:ext cx="11329920" cy="667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9012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22160" y="158760"/>
              <a:ext cx="11036880" cy="6035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800" y="149400"/>
                <a:ext cx="11055600" cy="6054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1922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1120" y="418320"/>
              <a:ext cx="11932200" cy="62665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0" y="408960"/>
                <a:ext cx="11950920" cy="628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919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400" y="259560"/>
              <a:ext cx="12091320" cy="6569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40" y="250200"/>
                <a:ext cx="12110040" cy="658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30510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3520" y="173160"/>
              <a:ext cx="11412000" cy="6699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163800"/>
                <a:ext cx="11430720" cy="6718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6411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31120" y="360720"/>
              <a:ext cx="11889000" cy="6194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0" y="351360"/>
                <a:ext cx="11907720" cy="62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59044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3400" y="-14760"/>
              <a:ext cx="11268000" cy="6353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040" y="-24120"/>
                <a:ext cx="11286720" cy="63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025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58760" y="129600"/>
              <a:ext cx="11889000" cy="5703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9400" y="120240"/>
                <a:ext cx="11907720" cy="572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22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646640" y="331920"/>
              <a:ext cx="9057960" cy="6049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37280" y="322560"/>
                <a:ext cx="9076680" cy="60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59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74320" y="303120"/>
              <a:ext cx="11715840" cy="61941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960" y="293760"/>
                <a:ext cx="11734560" cy="6212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72505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34600" y="418320"/>
              <a:ext cx="10617840" cy="6367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5240" y="408960"/>
                <a:ext cx="10636560" cy="6386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78006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04640" y="317520"/>
              <a:ext cx="11527560" cy="6396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0" y="308160"/>
                <a:ext cx="11546280" cy="6414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554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04640" y="173160"/>
              <a:ext cx="11542320" cy="6656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0" y="163800"/>
                <a:ext cx="11561040" cy="667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9413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6760" y="216360"/>
              <a:ext cx="11614320" cy="6555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00" y="207000"/>
                <a:ext cx="11633040" cy="65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264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5520" y="476280"/>
              <a:ext cx="11744640" cy="6410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60" y="466920"/>
                <a:ext cx="11763360" cy="64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84497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3520" y="303120"/>
              <a:ext cx="12235680" cy="643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293760"/>
                <a:ext cx="12254400" cy="64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38011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080080" y="288720"/>
              <a:ext cx="9072360" cy="3739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70720" y="279360"/>
                <a:ext cx="9091080" cy="3758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4234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07760" y="303120"/>
              <a:ext cx="11369160" cy="58618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8400" y="293760"/>
                <a:ext cx="11387880" cy="588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77116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74320" y="303120"/>
              <a:ext cx="11325600" cy="46926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960" y="293760"/>
                <a:ext cx="11344320" cy="4711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0349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08920" y="620640"/>
              <a:ext cx="10921320" cy="5659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9560" y="611280"/>
                <a:ext cx="10940040" cy="567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888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17880" y="216360"/>
              <a:ext cx="11469960" cy="6670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8520" y="207000"/>
                <a:ext cx="11488680" cy="668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1831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62240" y="403920"/>
              <a:ext cx="9837720" cy="6309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2880" y="394560"/>
                <a:ext cx="985644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6836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50160" y="736200"/>
              <a:ext cx="10892160" cy="54579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800" y="726840"/>
                <a:ext cx="10910880" cy="547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2917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63400" y="259560"/>
              <a:ext cx="11383560" cy="65552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4040" y="250200"/>
                <a:ext cx="11402280" cy="657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8385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36560" y="447480"/>
              <a:ext cx="11268000" cy="64684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7200" y="438120"/>
                <a:ext cx="11286720" cy="648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96174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650160" y="375120"/>
              <a:ext cx="11007720" cy="64252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0800" y="365760"/>
                <a:ext cx="11026440" cy="6444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6908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94520" y="259560"/>
              <a:ext cx="11080080" cy="65120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5160" y="250200"/>
                <a:ext cx="11098800" cy="65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706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95680" y="490680"/>
              <a:ext cx="9635400" cy="40428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320" y="481320"/>
                <a:ext cx="9654120" cy="4061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1291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722160" y="418320"/>
              <a:ext cx="11340360" cy="62809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2800" y="408960"/>
                <a:ext cx="11359080" cy="629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1863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108880" y="663840"/>
              <a:ext cx="982800" cy="332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099520" y="654480"/>
                <a:ext cx="1001520" cy="35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1531080" y="533880"/>
              <a:ext cx="10430280" cy="599220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1720" y="524520"/>
                <a:ext cx="10449000" cy="6010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5745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67680" y="331920"/>
              <a:ext cx="10863720" cy="57031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8320" y="322560"/>
                <a:ext cx="10882440" cy="572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069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329120" y="433080"/>
              <a:ext cx="9895320" cy="6309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19760" y="423720"/>
                <a:ext cx="9914040" cy="632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05243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224440" y="476280"/>
              <a:ext cx="9693360" cy="49813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5080" y="466920"/>
                <a:ext cx="9712080" cy="500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91994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141200" y="418320"/>
              <a:ext cx="10415520" cy="61365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31840" y="408960"/>
                <a:ext cx="10434240" cy="615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1056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91040" y="620640"/>
              <a:ext cx="10329120" cy="32634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1680" y="611280"/>
                <a:ext cx="10347840" cy="3282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8120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59920" y="490680"/>
              <a:ext cx="11542320" cy="6150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560" y="481320"/>
                <a:ext cx="11561040" cy="616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651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910080" y="375120"/>
              <a:ext cx="10719000" cy="5833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0720" y="365760"/>
                <a:ext cx="10737720" cy="585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3394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59920" y="360720"/>
              <a:ext cx="11585880" cy="6482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0560" y="351360"/>
                <a:ext cx="11604600" cy="65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1794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23320" y="317520"/>
              <a:ext cx="11195640" cy="61074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3960" y="308160"/>
                <a:ext cx="11214360" cy="612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991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61080" y="779400"/>
              <a:ext cx="9158760" cy="55735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720" y="770040"/>
                <a:ext cx="9177480" cy="559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607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95680" y="765000"/>
              <a:ext cx="10863360" cy="51400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6320" y="755640"/>
                <a:ext cx="10882080" cy="515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35854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45520" y="259560"/>
              <a:ext cx="11455560" cy="64976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6160" y="250200"/>
                <a:ext cx="11474280" cy="6516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1541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61080" y="259560"/>
              <a:ext cx="11138040" cy="25848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51720" y="250200"/>
                <a:ext cx="11156760" cy="260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1881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81280" y="360720"/>
              <a:ext cx="10964520" cy="6482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1920" y="351360"/>
                <a:ext cx="10983240" cy="6501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887800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40040" y="273960"/>
              <a:ext cx="10805760" cy="6338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30680" y="264600"/>
                <a:ext cx="10824480" cy="635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77855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03480" y="273960"/>
              <a:ext cx="10791000" cy="652644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4120" y="264600"/>
                <a:ext cx="10809720" cy="654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44026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44360" y="389520"/>
              <a:ext cx="11961360" cy="641088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5000" y="380160"/>
                <a:ext cx="11980080" cy="642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80699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389880" y="360720"/>
              <a:ext cx="11282400" cy="623772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0520" y="351360"/>
                <a:ext cx="11301120" cy="625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175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73520" y="259560"/>
              <a:ext cx="11383200" cy="664200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64160" y="250200"/>
                <a:ext cx="11401920" cy="666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3262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49000" y="548280"/>
              <a:ext cx="11050920" cy="60645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39640" y="538920"/>
                <a:ext cx="11069640" cy="608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664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289080" y="519480"/>
              <a:ext cx="11686680" cy="61797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9720" y="510120"/>
                <a:ext cx="11705400" cy="619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01507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1083240" y="360720"/>
              <a:ext cx="7165440" cy="6789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73880" y="351360"/>
                <a:ext cx="718416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/>
              <p14:cNvContentPartPr/>
              <p14:nvPr/>
            </p14:nvContentPartPr>
            <p14:xfrm>
              <a:off x="361080" y="548280"/>
              <a:ext cx="11817000" cy="6252120"/>
            </p14:xfrm>
          </p:contentPart>
        </mc:Choice>
        <mc:Fallback>
          <p:pic>
            <p:nvPicPr>
              <p:cNvPr id="5" name="Ink 4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1720" y="538920"/>
                <a:ext cx="11835720" cy="627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645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404640" y="461880"/>
              <a:ext cx="10920960" cy="3407760"/>
            </p14:xfrm>
          </p:contentPart>
        </mc:Choice>
        <mc:Fallback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5280" y="452520"/>
                <a:ext cx="10939680" cy="342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84693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0</Words>
  <Application>Microsoft Office PowerPoint</Application>
  <PresentationFormat>Widescreen</PresentationFormat>
  <Paragraphs>0</Paragraphs>
  <Slides>86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9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13</cp:revision>
  <dcterms:created xsi:type="dcterms:W3CDTF">2025-07-21T06:46:31Z</dcterms:created>
  <dcterms:modified xsi:type="dcterms:W3CDTF">2025-09-09T07:47:53Z</dcterms:modified>
</cp:coreProperties>
</file>