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2" autoAdjust="0"/>
    <p:restoredTop sz="94660"/>
  </p:normalViewPr>
  <p:slideViewPr>
    <p:cSldViewPr snapToGrid="0">
      <p:cViewPr varScale="1">
        <p:scale>
          <a:sx n="63" d="100"/>
          <a:sy n="63" d="100"/>
        </p:scale>
        <p:origin x="2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4T07:31:42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3932 1203 0,'-40'-41'31,"0"41"-31,0 0 16,40-40-16,-40 40 0,0 0 16,40-40-1,-40 40 17,40 40-32,-40 0 15,-1 1 1,41-1-16,-40-40 0,40 40 0,0 0 15,-40-40-15,40 40 0,0 0 0,-40-40 16,40 40-16,0 0 16,0 0-16,40-40 31,0 0-31,0 0 16,1-40-1,-1 40-15,0 0 0,-40-40 16,0 0-16,40 40 0,-40-40 15,40 40-15,-40-40 0,40 0 0,-40 0 16,40 0-16,-40-1 0,0 1 16,0 0-1,40 40-15,-40-40 0,0 0 0,0 0 16,0 0 0,-40 0-16,40 0 15,0 0 1,0-1-16,-40 1 15,40 80 48,0 1-63,0-1 16,0 0-1,0 0-15,0 0 0,0 0 16,0 0-1,0 0-15,0 0 0,0 0 0,0 1 0,0-1 16,0 0-16,0 0 0,0 0 0,0 0 16,-80 0-16,80 0 15,0 0-15,80-40 0,-40 0 16,0-40 0</inkml:trace>
  <inkml:trace contextRef="#ctx0" brushRef="#br0" timeOffset="229.974">4414 1042 0,'-40'0'15,"40"40"1,0 0-1,0 0 1,0 1-16,0-1 0,0 0 16,0 0-1,-40 0-15,40 0 0,-40 0 16</inkml:trace>
  <inkml:trace contextRef="#ctx0" brushRef="#br0" timeOffset="440.0375">4615 842 0,'0'0'0,"0"-40"0,-41 40 16,1-41-1,0 41-15</inkml:trace>
  <inkml:trace contextRef="#ctx0" brushRef="#br0" timeOffset="820.0152">5136 962 0,'-40'0'15,"0"0"1,40 40 0,-40 0-1,40 0-15,-40-40 16,40 40-16,0 0 0,-40-40 15,40 41-15,0-1 0,-41-40 0,41 40 0,0 0 16,0 0-16,0 0 16,41-40-1,-1 40-15,40-40 0,-40 0 16,-40 40 0,40-40-16,-40 40 15,0 1 1,-80-41-16,40 40 0,0-40 15,0 0-15,-1 40 0,1-40 0,0 0 16,0 0-16,0 0 16</inkml:trace>
  <inkml:trace contextRef="#ctx0" brushRef="#br0" timeOffset="1129.9217">5818 1042 0,'0'0'0,"-40"0"0,0 0 15,0 40 1,0-40-16,0 40 0,40 0 0,-40-40 15,40 41-15,-41-41 0,41 40 0,-40 0 0,40 0 16,0 0 0,0 0-16,0 0 0,0 0 15,40-40 1,-40 40-16,81 1 0,-41-41 16</inkml:trace>
  <inkml:trace contextRef="#ctx0" brushRef="#br0" timeOffset="1459.9778">5899 1162 0,'0'0'16,"0"-40"-1,200 40 1,-79 81-1,-81 39 17,-40 40-17,-81-79 1,1-81 15,80-121-15,80 1-1,41-41 1,39 81 0</inkml:trace>
  <inkml:trace contextRef="#ctx0" brushRef="#br0" timeOffset="1759.8882">6781 1283 0,'0'0'15,"-40"0"-15,40 40 16,40-40-16,0 0 16,41 0-16,39-40 31,-80-40-15,-120 80-1,0 40 16,-81 40-15,121 40 0,80 1-1,81-81 17,79-40-32</inkml:trace>
  <inkml:trace contextRef="#ctx0" brushRef="#br0" timeOffset="1979.947">7504 922 0,'-40'0'0,"80"0"0,-80 40 31,40 0-15,80 161-1,-80-1 1,-40 1 15,-41-121-31</inkml:trace>
  <inkml:trace contextRef="#ctx0" brushRef="#br0" timeOffset="2359.9251">7584 1564 0,'-40'0'31,"80"0"-31,-40 0 16,80-41-16,81 1 15,-1 0 16,-80 0-15,-39 0 0,-41 0-1,-81 40 17,1 40-17,-40 80 1,120-39-1,80-41 17,80-40-17,-39 0 1</inkml:trace>
  <inkml:trace contextRef="#ctx0" brushRef="#br0" timeOffset="2679.9061">9269 1082 0,'-40'-40'16,"80"80"-16,-120-120 15,40 80-15,0 0 16,40 80-16,-40 0 16,-1 81 15,41-1-15,0 1-1,-120-81 16,40-80-31</inkml:trace>
  <inkml:trace contextRef="#ctx0" brushRef="#br0" timeOffset="2919.8919">9550 1363 0,'0'40'47,"0"0"-47,0 0 15,0 0 1,0 1-16,0-1 0,-40 0 16,40 0-16,-40-40 15,40 40-15,-40-40 0,0 40 0</inkml:trace>
  <inkml:trace contextRef="#ctx0" brushRef="#br0" timeOffset="3079.8834">9470 1082 0,'0'-40'15,"0"80"-15,-40-120 16,40 40-16</inkml:trace>
  <inkml:trace contextRef="#ctx0" brushRef="#br0" timeOffset="3679.8506">10353 1363 0,'-41'0'0,"82"0"0,-122 0 0,41 0 32,40 40-32,0 0 15,0 0 1,40 41-1,41-81 17,-81-201-17,0 81 1,0 80 15,0 80-15,0 80-1,80 81 1,-80 39 15,-80 41-15,-81-81 0,121-119 15,-40-81-16,40-40 1,40-1-16,-41 1 16,41-120 15,81-1-15,39 41-1,0 0 1,-39 80-16</inkml:trace>
  <inkml:trace contextRef="#ctx0" brushRef="#br0" timeOffset="4039.8286">10995 1443 0,'-40'0'16,"80"0"-16,-80 40 15,40 41 17,0 79-17,0-40 1,-41-40 15,41-120-15,121-80-1,39 0 1,-120 80 15,1 80-15,-41 120 0,0-40 15</inkml:trace>
  <inkml:trace contextRef="#ctx0" brushRef="#br0" timeOffset="4579.7952">11998 1523 0,'0'0'0,"-121"41"16,81-41-16,-40 80 31,80 0-15,120-80-1,-79-40 17,79-80-17,-80 79 1,0 41-1,0 81 17,0 39-17,81-40 1,-1-160 15,41-80-15,-81-41-1,-80-80 1,0 121 15,-40 160-15,0 40 0,-41 281 15,81 40-16,81-121 1,-81-200-16,80 81 16</inkml:trace>
  <inkml:trace contextRef="#ctx0" brushRef="#br0" timeOffset="6549.6063">8587 7499 0,'0'40'31,"0"0"1,40-40-1,-40 40-31,40-40 15,0 41-15,1-41 0,-1 40 16,0-40-16,0 0 16,0 40-16,0-40 0,0 0 0,0 0 0,1 0 15,-1 0-15,40 40 16,-40-40-16,40 0 0,-40 0 0,41 0 0,-1 0 16,0 0-16,-40 0 0,41 0 15,-1 0-15,40 0 0,-40 0 0,1 0 0,-1 0 16,40 40-16,-39-40 0,-1 0 0,40 0 0,-40 0 15,1 0-15,39 0 16,-40 40-16,1-40 0,39 0 0,-40 0 0,1 0 16,39 0-16,-40 0 0,41 0 15,-41 0-15,40 0 0,-40 40 0,41-40 0,-1 0 16,-40 0-16,41 0 16,-41 0-16,40 40 0,-39-40 0,39 0 0,-40 0 15,41 0-15,-41 40 0,40-40 16,-39 0-16,-1 0 0,40 0 0,-40 40 0,1-40 15,-1 0-15,40 0 0,-39 0 0,-1 0 0,40 0 16,-40 0-16,41 41 16,-1-41-16,-40 0 0,41 0 0,-1 0 0,1 40 15,-1-40-15,0 0 0,1 0 16,39 0-16,-39 40 0,-1-40 0,0 0 0,-39 0 16,39 40-16,0-40 15,1 0-15,-1 0 0,1 40 0,-41-40 0,40 0 16,1 40-16,-41-40 0,40 0 0,-40 0 0,41 0 15,-41 0-15,0 0 0,41 0 16,-1 0-16,-40 40 0,41-40 0,-1 0 0,-40 0 16,41 0-16,-1 0 15,-40 0-15,41 0 0,-41 0 0,40 40 0,-39-40 16,-1 0-16,40 0 0,-39 0 16,39 0-16,-40 0 0,0 0 0,41 0 0,-41 0 15,0 0-15,1 0 16,39 0-16,-40 0 0,0 0 0,1 0 0,39 0 15,-40 0-15,1 0 0,-1 0 0,40 0 0,-40 0 16,1 0-16,-1 0 0,0 0 16,0 0-16,1 0 0,-1 0 0,0 0 0,0 0 15,1 0-15,-1 0 16,0 0-16,0 0 0,1 0 0,39 0 0,-80 0 16,40 0-16,1 0 0,-1 0 15,-40-40-15,40 40 0,-39 0 0,-1 0 0,40 0 16,-40 0-16,0-40 0,0 40 0,41 0 0,-41 0 15,0 0-15,40 0 16,0 0-16,-40 0 0,41 0 0,-1 0 0,0-40 16,0 40-16,1 0 0,-41 0 15,40 0-15,0 0 0,1 0 0,-1 0 0,-40 0 16,40 0-16,0 0 16,1 0-16,-1 0 0,0 0 0,0 0 0,1 0 15,-41 0-15,40 0 0,-40 0 16,40 0-16,-39 0 0,-1 0 0,0 0 0,40 0 15,-40 0-15,40-40 0,-39 40 0,39 0 0</inkml:trace>
  <inkml:trace contextRef="#ctx0" brushRef="#br0" timeOffset="8269.5808">15208 3489 0,'0'0'0,"0"40"63,40 0-32,-40 0-31,0 0 16,0 0-1,0 0-15,0 0 16,0 0-16,0 1 0,0-1 15,0 0 1,0 0-16,0 0 0,0 0 16,0 0-16,0 0 0,0 0 15,0 0-15,0 1 0,0-1 0,0 0 16,0 0-16,0 0 16,0 0-16,40 0 0,-40 0 0,0 0 15,0 1-15,0-1 0,0 0 16,0 0-16,0 0 0,0 0 0,-40 0 15,40 0-15,0 0 0,0 0 0,0 1 0,0 39 16,0-40-16,0 0 16,-40 0-16,40 0 0,0 0 0,0 41 0,-40-41 15,40 0-15,0 0 0,0 0 16,0 0-16,0 0 0,0 0 0,0 0 16,0 0-16,0 1 15,0-1-15,0 0 0,0 0 0,0 0 16,0 0-16,-40 0 0,40 0 0,0 0 15,0 1-15,-40-41 0,40 40 16,0 0-16,0 0 0,0 0 0,-41 0 16,41 0-1,0 0-15,0 0 0,-40-40 0,40 40 0,0 1 16,0-1-16,0 0 16,-40 0-16,40 0 0,0 0 15,0 0 1,0 0-16,0 0 0,-40 1 15,40-1-15,0 0 0,0 0 16,0 0-16,0 0 16,0 0-16,0 0 15,0 0 1,0 0-16,0 1 16,0-1-1,0 0-15,0 0 16,-40-40-1,40 40-15,0 0 16,0 0-16,0 0 16,-40 0-1,40 1-15,0-1 16,0 0 0,-40-40-16,40 40 15,0 0 16,0 0 16,0 0-31,-40 0-16,40 0 16,-41-40-1,41 40-15,0 1 16,-40-41 109</inkml:trace>
  <inkml:trace contextRef="#ctx0" brushRef="#br0" timeOffset="9069.5328">14445 8582 0,'-40'0'16,"40"-40"31,0 0-32,40 40 1,1 0-16,-1 0 15,0 0-15,0 0 16,0 0-16,0 0 16,0 0-16,-40 40 15,41-40 1,-41 40-16,0 0 16,0 0-16,0 0 15,-41-40-15,41 40 0,-80 0 16,80 1-16,-40-41 0,40 40 0,-40-40 15,40 40-15,-40-40 16,0 40-16,-1-40 16,1-40-1,40 0-15,-40 40 0,40-40 16,0-41 0,-40 81-16,40-40 0,0 0 0,0 0 15,0 0-15,0 0 0,0 0 16,40 40-16,-40-40 0,40 40 15,0 0 17</inkml:trace>
  <inkml:trace contextRef="#ctx0" brushRef="#br0" timeOffset="9839.4371">16452 8141 0,'-40'0'0,"0"0"15,-1 0-15,41 40 32,0 0-1,0 0-31,0 0 31,0 0-31,0 0 16,0-80 31,0 0-32,0 0-15,41 0 16,-41 0-16,0 0 16,0 80 15,0 0-16,-41 40-15,41-40 16,-40 0 0,40 1-16,0-1 0</inkml:trace>
  <inkml:trace contextRef="#ctx0" brushRef="#br0" timeOffset="10349.3865">16251 9143 0,'40'-80'16,"0"80"-16,-40-40 15,41 40 17,-82 40-17,1 40 1,40 41-1,0-1 17,0-80-32</inkml:trace>
  <inkml:trace contextRef="#ctx0" brushRef="#br0" timeOffset="10909.425">18418 8462 0,'0'0'0,"-40"0"141,40 40-141,0 0 15,0 40 1,-40-80-16,40 40 0,0 0 0,0 0 16,0 0-1</inkml:trace>
  <inkml:trace contextRef="#ctx0" brushRef="#br0" timeOffset="11379.3992">18057 9504 0,'0'0'16,"-40"-40"-16,0 0 31,120 0-15,40 0-1,1 40 1,-41 160 15,-80-39-15,-40-41 0,-40 0-1,39-40 1,1-40-1,161-40 17,39 0-17,1 0 1,-1-40 0</inkml:trace>
  <inkml:trace contextRef="#ctx0" brushRef="#br0" timeOffset="11889.3678">20344 8502 0,'0'-40'0,"-40"40"31,40-40-15,0 80 62,0 0-62,0 0-1,0 0 1,0 0-16,0 0 0,0 0 16,0 0-16,0 0 15</inkml:trace>
  <inkml:trace contextRef="#ctx0" brushRef="#br0" timeOffset="12379.3401">20344 9344 0,'-40'-40'32,"80"80"-32,-80-120 15,80 80 1,80 0 15,-39 0-15,-41 40-1,-80 80 1,-41-40 15,81-40-31,0 41 32,41-1-17,-1-40 1,-40 0-1,-40-40 17,-201 40-17,80-80 1,41-40 0</inkml:trace>
  <inkml:trace contextRef="#ctx0" brushRef="#br0" timeOffset="12929.3072">22270 8462 0,'0'0'0,"-40"0"16,40-40 15,0-1-31,0 1 31,0 0 1,0 0-1,0 80 0,0 0 0,0 0-15,-40 1-16,40-1 16,0 0-1,-40 0-15,40 0 0,0 0 0,0 0 16,0 0-16,-40-40 0,40 40 0,0 0 15,-40-40-15,40 41 16</inkml:trace>
  <inkml:trace contextRef="#ctx0" brushRef="#br0" timeOffset="13279.2861">22230 9264 0,'-40'0'15,"80"0"-15,-120 0 16,40 0-16,-41 0 31,-39 80-15,40 40-1,80-80 1,40-40 0,80 0-1,81 0 1,-121 0 0,81-40-1,-121 0 1</inkml:trace>
  <inkml:trace contextRef="#ctx0" brushRef="#br0" timeOffset="13479.2753">22270 9344 0,'-40'0'0,"40"40"0,-40-40 15,0 0-15,40 40 16,0 0-16,0 0 0,0 0 15,0 1 1,0-1-16,0 0 16,0 0-16,-40 0 15,0 0 1</inkml:trace>
  <inkml:trace contextRef="#ctx0" brushRef="#br0" timeOffset="13669.2634">23153 9585 0,'0'0'0,"0"-41"31,40 1-31,0 40 16,0 0-16,0 0 15</inkml:trace>
  <inkml:trace contextRef="#ctx0" brushRef="#br0" timeOffset="13859.2532">24156 9585 0,'-40'-41'15,"80"82"-15,0-122 16,0 41-16,161 0 16,-121 0-1,81 0 1</inkml:trace>
  <inkml:trace contextRef="#ctx0" brushRef="#br0" timeOffset="14019.2431">25119 9464 0,'40'0'31,"0"0"-31,41 0 16,-1 0 0,-80-40-16</inkml:trace>
  <inkml:trace contextRef="#ctx0" brushRef="#br0" timeOffset="15489.159">14767 7820 0,'0'0'0,"40"0"78,0 0-62,0 0-16,-40 40 62,0 0-46,-40 0-16,0 0 16,0-40-1,40 40-15,-41-40 16,82 0 15,-41-40-15,40 0-1,0 40-15,-80 0 47,0 40-31,40 0 0,-41-40-16,1 0 15,0 0-15,0 0 16,80 0 15,-40-40-31,40 40 0,0 0 16,-40-40-1,0 80 17,-40 0-17,0 1-15,0-1 16,0-40 15,40-40-31,0-1 16,0 1-16,40 40 0,-40-40 0,40 40 15,0 0 1,-40 40 15,0 0-15,-40-40-16,40 41 0,-40-41 0,40 40 15,-40-40 1,40-40 15,0-1-31,0 1 16,0 0 0,40 40-16</inkml:trace>
  <inkml:trace contextRef="#ctx0" brushRef="#br0" timeOffset="17058.9935">16372 6336 0,'0'40'109,"-41"-40"-93,41 40-16,-40-40 0,0 0 15,80 0 32,-80 0 47,40 40-78,0-80 15,40 40-16,0 0 17,-40 40-17,41-40-15,-41 40 16,0 1 0,0-1-16,0 0 15,-41-40-15,1 0 16,0 0-1,40-40-15,0 0 16,0-1 0,0 1-16,40 40 0,-40-40 15,40 0 1,-40 80 31,0 0-47,0 0 15,0 1 1,0-1 0,0 0-1,0 0-15,0 0 32,0 0-32,0 0 15,0 0 1,0 0-1,0 1-15,0-1 0,0 0 16,0 0 0,0 0-16,0 0 0,0 0 15,0 0-15,0 0 16,0 0-16,0 1 0,0-1 16,0 0-1,0 0-15,0 0 16,0 0-16,0 0 0,0 0 15,0 0-15,0 1 16,0-1-16,0 0 16,0 0-1,-40 0 1,40 0 0,0 0-1,-40 0 1,40 0-1,0 0 1,-40-40-16,40 41 16,-40-1-1,40 0 32,0 0-31,0 0 15,40-40 63,-40-40-79,40 40-15,-40-40 0,0 0 16</inkml:trace>
  <inkml:trace contextRef="#ctx0" brushRef="#br0" timeOffset="19198.9404">18699 5614 0,'-40'0'0,"40"40"93,-40-40-93,40 40 16,-40-40-16,-1 40 0,1-40 16,40 41-1,0-82 17,40 1-17,-40 0-15,41 40 0,-41-40 0,40 40 16,-40-40-1,40 40-15,-40 40 32,-40 0-1,0 0-31,-1 0 31,41-80 16,0 80-16,0 1-15,0-1 0,-40-40-16,40 40 15,0-80 16,0 0 1,0 80 15,0 0-32,0 0-15,0 0 0,0 0 16,0 0-16,0 0 0,0 0 0,0 1 15,0-1-15,-40-40 0,40 40 16,0 0-16,0 0 0,0 0 0,0 0 16,0 0-16,0 0 15,0 0-15,0 1 0,0-1 0,0 0 16,0 0-16,0 0 16,0 0-16,0 0 0,0 0 0,0 0 15,0 1-15,0-1 0,0 0 16,-40 0-16,40 0 15,0 0-15,-40 0 0,40 0 0,0 0 16,-40 0-16,40 1 16,-40-1-16,40 0 15,-40-40-15,40 40 16,0 0-16,-41 0 16,41 0-1,0 0-15,0 0 16,0 1-16,0-1 31,0 0 0,0 0 1,0 0-32,0 0 15,0 0 16,-40-40 1,40 40-32,0 0 31,0 0 0,0 1 16,0-1-16,0 0 16,0 0-16,0 0-15,0 0 31,0 0-16,0 0 32,0 0-16,-40-40 62,40 41-78,0-82 16</inkml:trace>
  <inkml:trace contextRef="#ctx0" brushRef="#br0" timeOffset="22268.7045">20585 4612 0,'0'0'0,"0"-41"79,0 1-48,0 121-16,0-41 17,0 0-32,0 0 15,0 0 1,-40-40-16,40-40 47,0 0-47,0 0 0,0 0 15,40-1 1,-40 1-16,40 40 0,0 0 31,-40 40 1,0 1-32,-40-41 15,40 40-15,-40-40 0,40 40 0,-40-40 16,0 0-1,-1 0 1,41-40 0,0 0-1,0-1 1,41 41 0,-41 41 15,0-1 0,-41-40-15,41 40 77,0 0-77,0 0 0,0 0-1,-40-40 1,40 40 15,0 0-15,0 0-1,0 0-15,-40-40 16,40 41-16,0-1 0,0 0 0,0 0 16,0 0-1,0 0-15,0 0 0,0 0 0,0 0 16,0 1-16,40-1 16,-40 0-16,0 0 0,0 0 0,0 0 15,0 0-15,0 0 0,0 0 0,0 0 16,0 1-16,0-1 15,0 0-15,0 0 0,0 0 0,0 0 16,0 0-16,0 0 16,-40 0-16,40 1 0,0-1 0,0 0 15,0 0 1,-40-40-16,40 40 0,0 0 0,0 0 16,0 0-16,0 0 15,-40-40-15,40 40 0,0 1 16,0-1-16,0 0 0,0 0 15,0 0-15,0 0 16,0 0-16,0 0 16,-40 0-16,40 1 15,0-1-15,0 0 16,-40-40-16,40 40 16,0 0-16,0 0 0,-40-40 0,40 40 15,0 0-15,0 0 0,0 0 16,-41 1-16,41-1 15,0 0-15,0 0 0,0 0 16,0 0 0,0 0-1,0 0 1,0 0 0,0 1-1,0-1 1,0 0 15,0 0-15,0 0-1,0 0 1,0 0 0,0 0-1,0 0 16,0 0-15,0 1 0,0-1-1,0 0 1,0 0 0,0 0 15,-40-40-31,40 40 31,0 0 0,0 0 32,40-40-63,1 0 31,-41 40-31,0 1 47,0-82 62,0 1-77,0 0-17,0 0-15</inkml:trace>
  <inkml:trace contextRef="#ctx0" brushRef="#br0" timeOffset="23938.589">22471 6456 0,'0'40'0,"40"-40"47,-80 0 0,40 41-47,-40-41 16,80 0 31,-40-41-32,40 41-15,-40 41 47,-40-41-31,40 40-16,-40-40 15,40-40 17,40-1-17,-40 1 1,0 80 15,0 1-15,0-1-16,0 0 0,0 0 15,-40 0-15,40 0 16,-40-40-16,40 40 16,0 0 46,0 0-62,0 1 16,0-1-1,40 0-15,-40 0 0,0 0 0,40 0 16,-40 0-16,0 0 16,40 0-16,-40 0 0,0 1 15,0-1 1,0 0-16,0 0 0,0 0 16,0 0-1,-40 0-15,40 0 16,0 0-16,0 1 0,0-1 15,0 0 1,0 0-16,0 0 16,0 0-1,0 0 1,0 0 0,0 0-16,0 0 15,0 1-15,0-1 16,0 0-1,0 0-15,0 0 32,-40-40-32,40 40 0,0 0 31,-40-40 16,40 40 15,0 0-30,-41 1-32,41-1 15,-40-40-15,40 40 16,-40-40-1,40 40-15,0-80 141,0-40-141</inkml:trace>
  <inkml:trace contextRef="#ctx0" brushRef="#br0" timeOffset="25448.5186">24116 7098 0,'0'-40'0,"40"0"0,-40 0 16,40 0-16,0 40 0,0 0 15,-40-40-15,41 40 0,-1 0 16,0 0-16,0 0 0,0 0 0,0 0 15,0 0 1,-40 40-16,40-40 0,1 0 16</inkml:trace>
  <inkml:trace contextRef="#ctx0" brushRef="#br0" timeOffset="25618.5667">25561 7379 0,'-81'-40'16,"162"80"-16,-162-120 15,322 39 1,-161 1-16,41 40 0</inkml:trace>
  <inkml:trace contextRef="#ctx0" brushRef="#br0" timeOffset="25768.5567">27607 7579 0,'-80'-80'16,"80"40"-16,0 0 0,0 0 15,40 40-15</inkml:trace>
  <inkml:trace contextRef="#ctx0" brushRef="#br0" timeOffset="26938.4124">14967 3408 0,'0'0'0,"40"0"16,0 0-16,1 0 15,-41-40-15,0 80 63,-41 0-48,1 1-15,0-41 16,40 40-16,-40-40 0,40 40 0,-40-40 16,40 40-16,-40-40 15,40 40-15,-40 0 0,40-80 47,40 40-47,-40-40 0,80 0 16,-40 40-16,-40-40 15,40 0-15,0-1 0,1 1 0,-1 0 0,0 40 16,0-40-16,0 0 16,0 0-16,-40 80 47,80 0-47,-80 0 0,41 0 15,-1 0-15,0 1 0,-40-1 16,40 0-16,0 40 0,0-40 0,0 0 0,-40 0 15,40 0-15,1 1 16,-41-1-16,40-40 0,-40 40 0</inkml:trace>
  <inkml:trace contextRef="#ctx0" brushRef="#br0" timeOffset="27998.3543">8146 4291 0,'-40'0'16,"80"0"-16,-121 0 16,81-40-16,0-1 0,0 1 15,0 0 1,41 0-16,79 0 15,-80 40-15,0-40 0,40 40 32,-39 0-32,-1 0 0,0 0 15,0 40-15,0 80 16,-40-80-16,0 1 0,0 79 16,-120 121 15,80-161-31,-41 0 31,121-120-31,41 0 31,159-201-15,-199 201-16,159-120 16,-200 119-16,40 1 0,0 0 15,41-80 1,-81 40-1,40 0 1,-40 39 0,-40 82 15,0-1-31,-81 120 16,41 0 15,80 41-16,80-81 1,41-39 15,79-41-15,-120-40-16</inkml:trace>
  <inkml:trace contextRef="#ctx0" brushRef="#br0" timeOffset="28308.4078">9911 3328 0,'0'0'0,"-80"-40"16,40 40-1,-81 160 1,1 81 15,40 40-15,80-161 0,120 41-1,-80-121-15,161 0 31,-41-40-31</inkml:trace>
  <inkml:trace contextRef="#ctx0" brushRef="#br0" timeOffset="28708.3847">10312 3689 0,'-40'0'16,"80"0"-16,-80-40 0,40 80 31,40-40-15,-40 40-16,0 0 15,41 0-15,-41 1 0,40-1 0,-40 0 16,0 0-16,0 0 16,0 0-16,0 0 15,0-80 1,0 0-1,40 40-15,-40-80 0,40 80 0,-40-40 16,40 40-16,-40-40 16,80 40-16,-80-41 0,40 41 0,-40-40 0,41 40 15,-1 0-15,0 0 16,0 0-16,0 40 16,0 1-16,-40-1 15,40-40-15,-40 40 16,0 0-16,0 0 0,41-40 0,-41 40 15,0 0-15,0 0 16,0 0 0</inkml:trace>
  <inkml:trace contextRef="#ctx0" brushRef="#br0" timeOffset="28948.3139">11235 3368 0,'0'-40'0,"0"0"0,0 80 47,41-40-47,-41 80 0,40-40 15,0 1-15,0-1 0,-40 0 16,40 40-16,-40 0 0,0-40 0,0 41 0,0-1 15,-40 0-15,40 0 16,-80-40-16,-1 40 0,1 1 0,-40-1 0,-1 0 16</inkml:trace>
  <inkml:trace contextRef="#ctx0" brushRef="#br0" timeOffset="30898.1869">24477 8221 0,'40'0'31,"-40"-40"-31,40 40 15,-40-40 1,-40 40 62,80 0-15,0 0-48,1 0-15,-1 0 0,0 0 16,0 0-16,40 0 0,-40 0 0,41 40 16,-1-40-16,0 0 0,40 0 0,-39 0 0,39 0 0,1 40 15,-1-40-15,40 40 16,-39-40-16,-1 0 0,1 40 0,39-40 0,-40 40 15,1 0-15,-1-40 16,1 41-16,-1-41 0,40 40 0,-39-40 0,-1 40 0,1-40 16,-1 0-16,0 40 15,1-40-15,-1 40 0,0-40 0,1 0 0,-1 0 16,1 40-16,-1-40 0,-40 0 16,41 40-16,-1-40 0,-40 0 0,41 0 15,-41 40-15,-40-40 0,40 0 0,-40 0 0,41 0 0,-41 0 16,0 0-16,0 0 15,0 0-15,0 0 0,-40-40 32,0 0 30,-40 40-62</inkml:trace>
  <inkml:trace contextRef="#ctx0" brushRef="#br0" timeOffset="31268.2344">29092 8422 0,'-81'0'15,"162"0"-15,-282-41 16,201 1-16,-40 40 16,80 0 15,-40 40-31,40-40 16,0 41-16,0-41 0,1 40 0,-1 0 0,0-40 15,0 40-15,0 0 0,0-40 16,0 0-16,0 40 0,1 0 0,-1-40 0,0 0 15,0 40-15,0-40 16,-40 40-16,40-40 0,-40 40 0,0 1 0,-40-1 16,40 0-1,-80 0-15,40 0 0,-41 0 0,41 0 0,-40 0 16,0 0-16,0-40 16,-1 41-16,1-1 0,0 0 0,-1-40 0,-39 40 0,40 0 15,0-40-15,-1 40 0</inkml:trace>
  <inkml:trace contextRef="#ctx0" brushRef="#br0" timeOffset="32728.1492">28249 10387 0,'-40'0'16,"40"-40"78,40 40-47,-40-41-32,40 41-15,0 0 16,0 0-16,0-40 0,1 40 16,-1 0-16,0 0 0,0-40 0,0 40 0,0 0 15,0 0-15,0 0 16,1 0-16,-41 40 15,0 0-15,0 1 16,0-1-16,0 0 0,0 0 0,-41 0 0,41 0 16,-40 0-16,40 0 15,-40 0-15,0 1 0,0-1 0,0-40 0,40 40 16,-40 0-16,0 0 16,-1 0-16,41-120 15,81 40 1,-41 0-1,0 0-15,0-1 0,0 41 0,0-40 0,0 0 16,1 0-16,-1 40 0,0-40 16,0 0-16,0 40 0,0 0 0,-40-40 0,40 40 15,1 0 1,-41 40 0,0 0-16,0 0 15,0 0-15,0 0 16,0 0-16,0 1 0,-41-1 0,41 0 15,0 0 1,0 0-16,0 0 0,0 0 0,0 0 16,0 0-16,41 0 15,-41 1-15,40-41 16</inkml:trace>
  <inkml:trace contextRef="#ctx0" brushRef="#br0" timeOffset="32988.1344">29413 10908 0,'-40'0'16,"80"0"-16,-80-40 16,40 0-16,160 40 15,41 0 1,80 0 15,-81 0-15,-79 0-1,-81 0 1</inkml:trace>
  <inkml:trace contextRef="#ctx0" brushRef="#br0" timeOffset="33358.0372">30416 10627 0,'0'0'0,"0"-40"0,-40 40 16,40-40-16,0 0 0,40 40 93,-40 40-93,40-40 0,-40 40 0,80-40 0,-80 40 16,40 0-16,0-40 16,1 41-16,-1-1 0,0-40 0,0 40 0,0 0 15,-40 0-15,40-40 0,0 40 0,-40 0 0,40-40 16,-40 40-16,0 0 15,-40-40-15,0 40 16,-40-40-16,40 0 16,-40 41-16,-1-41 0,1 40 0,0-40 0,0 0 15,-1 0-15,1 40 0,0-40 16,40 0-16,-41 0 0</inkml:trace>
  <inkml:trace contextRef="#ctx0" brushRef="#br0" timeOffset="35607.9808">3250 2245 0,'40'0'0,"0"0"110,1 0-110,-1 0 15,0 40-15,0-40 16,0 0-16,0 0 0,0 0 15,1 0 1,-1 0-16,0 0 0,0 0 16,0 0-16,0 0 15,0 0-15,0 0 0,1 0 16,-1 0-16,0 0 0,0 41 0,0-41 16,0 0-16,0 0 15,0 0-15,1 0 0,39 0 0,-40 0 0,0 0 16,0 0-16,40 0 0,-39 0 15,-1 0-15,0 0 0,0 0 0,0 0 0,0 0 16,0 0 0,0 0-16,1 0 0,-1 0 15,0 0-15,0 0 0,0 0 16,0 0-16,40 0 0,-39 0 0,39 0 0,-40 0 16,0 0-16,40 0 0,-40 0 0,41 0 0,-41 0 15,40 0-15,-40 0 16,0 0-16,0 0 0,1 0 0,-1 0 0,0 0 15,0 0-15,0 0 16,0 0-16,0 0 0,0 0 0,1 0 0,-1 0 16,0 0-16,40 0 15,-40 0-15,40 0 0,-39 0 0,-1 0 0,40 0 16,-40 0-16,40 0 0,-40 0 16,41 0-16,-41 0 0,0 0 0,40 0 0,-40-41 15,0 41-15,1 0 0,39 0 0,-40 0 0,0 0 16,0 0-16,0 0 15,1 0-15,-1 0 0,0 0 0,0 0 0,40 0 16,-40 0-16,0 0 0,1 0 16,-1 0-16,40 0 0,-40 0 0,0 0 0,40 0 15,-39 0-15,-1 0 16,40 0-16,-40 0 0,40 0 0,-40 0 0,41 0 16,-41 0-16,0 0 0,0 0 0,0 0 0,0 0 15,0 0-15,1 0 0,-1 0 16,0 0-16,0 0 0,0 0 0,0 0 15,0 0-15,41 0 16,-41 0-16,0 0 0,0 0 0,40 0 0,-40-40 16,0 40-16,41 0 0,-41 0 15,40 0-15,-40 0 0,0 0 0,41 0 0,-41 0 16,0 0-16,40 0 0,-40 0 0,0 0 0,0 0 16,1 0-16,-1 0 15,0 0-15,0 0 0,0 0 0,0 0 0,0 0 16,0 0-16,1 0 0,-1 0 15,0 0-15,0 0 0,40 0 0,-40 0 0,0 0 16,41 0-16,-41 0 16,0 0-16,0 0 0,0 0 0,0 0 0,1 0 15,-1 40-15,0-40 0,0 0 16,0 0-16,0 0 0,0 0 0,0 0 16,1 0-16,-1 0 0,0 0 0,0 0 0,0 0 15,40 0-15,-40 0 16,41 0-16,-41 0 0,40 0 0,-40 41 0,40-41 15,-39 0-15,-1 0 0,40 0 16,-40 0-16,0 0 0,0 0 0,0 0 0,1 0 16,-1 0-1,0 0-15,0 0 0,0 0 16,0 0-16,0 0 0,0 0 16,1 0-16,-1 0 0,0 0 0,0 0 15,0 0-15,0 0 0,0 0 16,0 0-1,1 0-15,-1 0 0,0 0 0,0 0 16,-80 0 31</inkml:trace>
  <inkml:trace contextRef="#ctx0" brushRef="#br0" timeOffset="61896.3882">4093 11630 0,'-40'0'16,"0"0"-16,0 0 15,40-40 1,0 0-1,0 0 32,0 0-31,0-1 15,40 41-31,-40-40 0,40 40 16,-40-40-16,40 40 0,-40-40 15,40 40-15,0-40 0,0 40 16,-40-40 0,40 40-16,1 0 0,-1 0 0,0 0 15,0 0-15,0 40 16,-40 0 0,0 0-16,40 0 0,-40 0 15,0 1-15,0 39 16,0-40-16,0 0 0,0 0 0,-40 0 0,40 40 15,-40-40-15,40 1 0,-40-1 16,40 0-16,-80 0 0,80 0 0,0 0 16,-41 0-16,1 0 0,40-80 62,81 0-46,-81 0-1,40 0-15,-40 0 0,40 40 0,-40-40 0,40 40 16,0-40-16,-40-1 0,40 1 16,0 0-16,0 0 0,1 0 15,-41 0-15,40 0 0,0 0 0,-40 0 16,40 40-16,-40-40 16,40-1-16,-40 1 0,0 0 0,40 40 15,-40-40-15,0 0 16,0 0-16,40 40 0,-40-40 31,-40 40-15,0 0-16,0 40 31,0-40-31,0 0 0,40 80 0,-40-80 16,-1 40-16,41 0 15,-40 0-15,40 1 0,-40-1 0,40 0 16,-40 0-16,40 0 0,0 0 15,0 0-15,0 0 0,0 0 0,0 0 0,0 1 16,0-1 0,40 0-16,-40 0 0,40-40 15,0 40-15,1-40 0,-1 40 16,0-40-16,0 0 16,0 0-16,0 0 0,0 0 15,0 0-15,-40-40 16</inkml:trace>
  <inkml:trace contextRef="#ctx0" brushRef="#br0" timeOffset="62526.3317">5618 11068 0,'0'-40'109,"0"80"-46,-40-40-63,40 41 0,0-1 15,-41 0 1,1 0-16,40 0 0,0 0 0,0 0 15,0 0-15,-40 41 0,40-41 16,0 0-16,0 0 0,0 0 0,0 0 0,0 0 16,0 40-16,40-40 0,0 1 0,-40-1 15,41 0-15,-1 0 16,0-40-16,-40 40 0,40-40 16,0 0-1,0 0-15,-40-40 0,40 40 0,-40-80 16</inkml:trace>
  <inkml:trace contextRef="#ctx0" brushRef="#br0" timeOffset="63066.3769">6019 11429 0,'-40'0'0,"40"-40"16,0 0 15,40 40-31,0 0 16,0 80 0,0-39-1,0-1-15,-40 0 0,0 0 16,41 0-16,-41 0 0,0 0 15,0 0-15,-41 0 0,41 0 16,0 1 0,-40-41-16,40-41 31,40 41-31,-40-40 0,0 0 16,41 0-16,-41 0 0,40 40 0,-40-40 0,0 0 15,40 0-15,0 0 16,0 40-16,0-40 0,0 40 15,-40-41-15,40 41 16,1 0-16,-1 0 16,-40 41-1,40-1 1,-40 0-16,0 0 0,0 0 0,0 0 16,0 0-16,0 0 0,0 0 15,-40 0-15,40 1 0,0-1 0,0 0 16,-40 0-1,40 0-15,0 0 16</inkml:trace>
  <inkml:trace contextRef="#ctx0" brushRef="#br0" timeOffset="63376.3572">7062 11269 0,'0'0'16,"40"0"15,-40 40-15,40 121-1,-40-1 1,-40 81 0,-80-81-1,80-80 1,-40-40-16</inkml:trace>
  <inkml:trace contextRef="#ctx0" brushRef="#br0" timeOffset="63956.3245">7704 11710 0,'0'0'0,"0"-40"32,0 0 15,40 40-32,41 0 1,-81-40-16,40 40 0,0 0 0,0-40 0,0 40 15,0-40-15,0 40 16,1 0-16,-1 0 0,0 0 0,0 0 0,0 0 16,0 0-16</inkml:trace>
  <inkml:trace contextRef="#ctx0" brushRef="#br0" timeOffset="64166.32">8025 11871 0,'-40'40'16,"80"-80"-16,-80 120 0,-40-40 16,40 0-16,80-40 15,40 0 1,81 0 0,120-80 15,-201 40-31,0 40 0</inkml:trace>
  <inkml:trace contextRef="#ctx0" brushRef="#br0" timeOffset="68425.9987">10353 11189 0,'40'0'0,"-40"40"375,-81-40-312,41 0 358,0 0-233,80 0 15,-80 0 31,80 0-109,-80 0 16,80 0-110,-40-40 16,0 0 31,0 80-46,0 0-32,40 0 0,-40 0 0,0 0 15,0 40-15,0-39 16,0 39-16,0-40 0,0 0 0,0 40 0,0-40 15,0 0-15,0 0 0,0 1 16,0-1-16,0 0 0,0 0 0,0 0 0,0 0 16,0-80 31,0 0-47,0 0 15,0 0-15,0 0 0,0-1 0,0 1 0,0 0 16,0-40-16,0 40 15,0-40-15,0 40 0,0 0 0,0-1 0,0 1 16,0 0-16,0 0 0,0 0 16,0 80-1,0 40 1,0-40 0,0 41-16,0-41 0,0 0 0,0 0 15,-40 0-15,40 40 0,0-40 16,0 0-16,-40 1 0,40-1 0,0 0 0,0 0 15,0 0-15,0 0 16</inkml:trace>
  <inkml:trace contextRef="#ctx0" brushRef="#br0" timeOffset="69476.0009">13482 11550 0,'0'0'0,"0"-40"16,0 0 0,0-1-1,41 1 1,-1 40 0,-40-40-16,40 0 15,-40 80 32,40 40-47,-40-39 0,40-1 16,-40 0-16,0 40 0,0-40 0,0 0 0,0 0 15,0 0 1,0 0-16,0 1 0,-40-1 16,40-80 15,0-1-16,40 1-15,-40 0 0,40 40 0,-40-40 16,40 0-16,0-40 0,1 40 0,-1 0 0,0 0 16,-40-1-16,40 1 0,0 0 15,0 0-15,0 40 0,0-40 0,1 40 16,-1 0 0,0 0-16,0 40 15,-40 40-15,0-40 16,0 1-16,0-1 0,0 0 0,0 0 0,-40 40 15,40-40-15,0 0 16,-40 0-16,40 0 0,-40 1 0,40-1 0,0 0 16,-41-40-16,41 40 0,0 0 0,0 0 15,0 0-15</inkml:trace>
  <inkml:trace contextRef="#ctx0" brushRef="#br0" timeOffset="71065.8359">13362 11309 0,'40'0'15,"-40"-40"1,40 40-16,0-40 15,-80 40 48,0 0-32,0 0-15,0 40-1,0-40-15,0 40 16,0-40-16,-1 40 0,1-40 0,0 40 0,0 0 16,0-40-16,0 41 0,0-1 15,0-40-15,-1 40 0,1 0 0,40 0 0,-40-40 16,0 40-16,40 0 16,-40-40-16,40 40 0,0 0 31,0-80 0,40 40-15,0-40-16,0 0 0,0 40 15,1 0-15,-1 0 16,0 0-16,0 0 16,0 0-1,-40 40-15,40-40 0,0 40 0,-40 0 16,40-40-16,-40 40 0,41 1 15,-1-41-15,-40 40 0,40-40 0,0 40 16,0-40-16,0 0 0</inkml:trace>
  <inkml:trace contextRef="#ctx0" brushRef="#br0" timeOffset="72575.8205">12158 11389 0,'-40'0'78,"40"-40"-31,-40 40-47,0-40 16,0 40-1,0 0 1,0 40-1,-1 0-15,41 0 0,-40 1 0,0-1 16,0 0-16,40 0 0,-40 0 0,40 0 16,0 0-16,0 0 15,0 0-15,0 0 0,0 1 16,0-1 0,40 0-16,0-40 15,0 0-15,0 0 16,1 0-16,-1 0 0,0 0 15,-40-40-15,40 40 16,0-40-16,0-1 0,-40 1 16,0 0-16,40 40 0,-40-40 0,0 0 0,0 0 15,0 0-15,0 0 16,0 0-16,0 0 0,-40-1 31,0 41-31,0-40 0,0 40 16,0 0-1,40 40 1,0 1-16,0-1 0,0 0 16</inkml:trace>
  <inkml:trace contextRef="#ctx0" brushRef="#br0" timeOffset="73455.7714">12760 12272 0,'-40'0'15,"40"-40"1,40 40 15,-80 0 32,80 0-63,40 0 15,1 0 1,-41 40-16,0-40 0,40 40 0,-40-40 16,41 0-16,-41 0 0,40 0 0,-40 0 0</inkml:trace>
  <inkml:trace contextRef="#ctx0" brushRef="#br0" timeOffset="74385.6652">15529 11309 0,'-40'0'31,"40"-40"0,-40 40 16,0 0-31,-1 40-16,1-40 16,0 0-16,40 40 0,-40-40 0,0 0 0,0 0 15,0 40-15,0 0 16,-1-40-16,1 41 0,0-1 0,0 0 15,0-40-15,0 40 0,0 0 16,0 0-16,-1-40 0,41 40 0,-40-40 16,80 0 15,1 0-15,-1 0-16,0 0 15,0-40-15,0 40 0,0 0 16,0 0-16,0 0 15,1 0-15,-1 0 16,0 0-16,-40 40 0,40-40 0,0 40 0,0-40 16,0 40-16,0 0 0,-40 1 15,41-41-15,-1 40 0,0-40 0,0 0 16,0 40-16,0-40 16,0 0-16,0 40 15</inkml:trace>
  <inkml:trace contextRef="#ctx0" brushRef="#br0" timeOffset="74855.6892">15128 12151 0,'-40'0'16,"80"0"-16,-121 40 15,122-40 48,-122 0 93,81-40-156,-40 40 47</inkml:trace>
  <inkml:trace contextRef="#ctx0" brushRef="#br0" timeOffset="75695.5733">16893 11229 0,'0'0'16,"40"-40"0,0 0-16,1 40 15,-41-40 1,-41 40 15,-79 40-15,-40 0-1,119 0 1,-39-40-16,0 0 31,120 0 32,-40 40-32,0 0-31,40 0 16,-40 0-16,0 0 0,0 1 0,0-1 15,0 0-15,0 0 16,0 0-16,0 0 0,-40 0 0,40 0 16,0 0-1,0 0-15,40-40 0,0 0 16,0 0-1,1 0-15,-1 0 0,-40-40 0,40 40 16,0 0-16,0-40 0,0 40 0,0 0 16,0 0-1,-40 40-15,0 0 16,0 1-16,0-1 16,0 0-16,-40 0 0,-40 0 15,40 0 1,0-40-16,0 40 0,-41-40 0,41 0 0,0 40 15,-40-40-15,40 0 0,-40 0 16,-1 40-16,1-40 0,40 0 0,-40 0 0,-1 0 16,41 41-16</inkml:trace>
  <inkml:trace contextRef="#ctx0" brushRef="#br0" timeOffset="76855.5699">9831 13475 0,'-40'0'0,"40"-40"31,0 0-31,40-1 16,-40 1-1,40 40-15,0-40 0,0 40 16,-40-40-16,40 40 15,1 0-15,-1 0 0,0 0 16,0 0-16,0 0 0,-40 40 16,40 0-1,-40 0-15,0 1 0,0-1 16,0 0-16,0 0 0,-40 0 16,40 0-16,-40 0 0,0-40 0,0 40 0,0 0 15,-1 1-15,41-1 16,-40-40-16,0 40 0,0-40 0,0 40 0,0 0 15,0-40 1,40-40 0,0 0-1,40 40 1,0-40-16,0 0 16,0 40-16,0 0 15,0 0-15,1 0 0,-1 0 0,0 0 16,-40 80-16,40-80 15,0 40-15,0 0 0,0 0 0,0 0 16,1 0-16,-41 0 0,40-40 0,0 40 16,-40 1-16,40-41 0,0 40 15,0-40-15,0 0 0,0 0 0,1 0 0,-1 0 16</inkml:trace>
  <inkml:trace contextRef="#ctx0" brushRef="#br0" timeOffset="77945.4302">14004 13475 0,'0'-40'16,"0"0"0,40 40-16,-40-41 15,40 41-15,0-40 0,-40 0 16,41 40-16,-41 40 47,0 41-47,0-41 15,40 0-15,-40 0 0,0 0 16,0 0-16,0 0 0,0 0 0,0 0 16,-40 1-16,40-1 15,0-80 17,0-1-17,40 41-15,-40-80 0,40 80 0,-40-40 16,80 0-16,-80 0 15,40 0-15,0 40 0,-40-40 0,40 40 0,1-40 16,-41-1-16,40 41 0,-40-40 16,40 40-1,-40 81-15,0-41 16,0 0 0,0 0-16,0 0 0,0 0 0,0 0 15,0 0-15,0 0 0,0 1 16,0-1-16,0 0 0,0 0 0,0 0 0,0 0 15,0 0-15,0 0 0,0 0 0,0 0 16</inkml:trace>
  <inkml:trace contextRef="#ctx0" brushRef="#br0" timeOffset="78965.3735">13763 13354 0,'0'0'0,"-80"0"94,40 41-78,0-1-16,0-40 0,0 40 15,-1-40-15,41 40 0,-40-40 16,0 40-16,0-40 0,0 0 0,40 40 0,-40-40 16,0 0-16,0 0 15,40 40-15,-41-40 0,82 0 78,-1 0-46,0 0-1,0 0-16,0 0-15,0 40 219,0-40-219,-40 40 16,40 1-16,-40-1 0,41-40 0,-1 40 0,-40 0 15,40-40-15,-40 40 0,40-40 0,-40 40 0,40 0 16,0 0 0,0-40-16,0 0 15</inkml:trace>
  <inkml:trace contextRef="#ctx0" brushRef="#br0" timeOffset="80085.382">13081 14036 0,'0'-40'15,"40"40"63</inkml:trace>
  <inkml:trace contextRef="#ctx0" brushRef="#br0" timeOffset="82845.144">12519 13314 0,'81'0'172,"-41"0"281,0 0-438,-40-40 1,40 40 62,-80 0 78,0 0 391,0 0-531,0 0 0,-1 0 62,1 0-63,40 40-15,-40-40 0,40 40 32,-40 1-32,40-1 15,0 0 1,-40 0-16,40 0 15,0 0-15,0 0 16,0 0 0,0 0 15,0 1-15,0-1-1,0 0-15,0 0 16,0 0-1,0 0 1,40-40-16,-40 40 31,40-40-31,0 0 16,0 0-16,1 0 16,-1 0-16,0 0 15,0 0 1,0-40-16,-40 0 15,0 0 17,0 0-32,0 0 31,-40 40-31,0 0 0,0 0 16,0 0-16,-1 0 15,1 0-15,0 0 0,0 40 16,40 0-1,-40-40-15,0 0 0,40 40 16,-40 0-16,40 0 0,0 0 16,0 0-1</inkml:trace>
  <inkml:trace contextRef="#ctx0" brushRef="#br0" timeOffset="84035.1141">15689 13274 0,'41'0'31,"-82"0"32,1 0-48,0 40-15,0-40 16,0 0-16,40 40 0,-40-40 16,0 41-16,0-41 0,40 40 0,-41-40 0,1 0 15,0 40-15,0-40 16,0 40-16,0-40 0,0 0 0,40 40 0,-40-40 16,-1 0-16,41 40 0,-40-40 15,0 0-15,80 0 47,0 0-47,1 0 16,-1 0-16,0 0 15,0 0 1,0 0 0,0 0-1,0 0 1,-40 40-16,40-40 0,-40 40 0,41-40 15,-41 40-15,40 1 0,-40-1 0,40 0 16,-40 0 0,0 0-16,40 0 0,-40 0 0,0 0 15,40-40-15,-40 40 16,40 0-16,0-40 0,0 41 31,1-41-31,-1 0 0,0 0 0,0 0 16,0 0-16,0 0 15</inkml:trace>
  <inkml:trace contextRef="#ctx0" brushRef="#br0" timeOffset="84455.0897">16452 13435 0,'0'0'16,"0"-40"-1,-40-1 1,40 82 31,0-1-31,0 0-16,0 0 0,0 0 0,-40 40 15,40-40-15,0 0 0,-41 1 16,41-1-16,0 0 0,0 0 0,0 0 15,0 0-15,-40 0 0,40 0 16,0 0 0</inkml:trace>
  <inkml:trace contextRef="#ctx0" brushRef="#br0" timeOffset="84875.1003">17134 13555 0,'0'-40'16,"0"80"-16,0-120 16,-40 80 15,40 40-31,-80 0 15,-1 80 17,81-80-32,0 1 0,0 39 31,81-80-31,-81 40 0,80-40 16,-40 0-16,40 0 15,-40 0-15,41-80 16,-1-41-1,-80 81 1,0 0-16,-80-40 16,39 40-16,-39 40 0,-161-40 15,121 40 1,-161 0 0</inkml:trace>
  <inkml:trace contextRef="#ctx0" brushRef="#br0" timeOffset="86405.011">10032 10708 0,'0'-41'16,"-41"41"15,41-40-15,-40 40 0,0 0-16,40 40 15,-40-40-15,40 41 16,-40-41-16,40 40 0,-40 0 0,0 0 0,40 0 15,-40 0-15,40 0 0,-41 0 0,41 0 0,-40 41 16,40-41-16,0 0 0,-40 40 16,40-40-16,0 0 0,0 40 0,0-39 0,0-1 15,-40 0-15,40 40 16,0-40-16,0 0 0,0 0 0,0 0 0,0 0 16,0 1-16,0-1 0,0 0 15,0 0-15,0 0 0,0 0 0,0 0 16,0 0-16,0 0 15,0 41-15,-40-41 0,40 0 0,-40 0 16,40 0-16,-40 0 0,0 0 0,-1 40 0,41-39 16,-40-41-16,40 40 0,-40 0 15,40 0-15,-40 0 0,40 0 32,0-120-17,0 40 1,0 0-16,0 0 0,40 40 0,-40-41 0,0 1 15,0 0-15,0 0 0,40 40 16,-40 40 31,0 0-47,0 0 0,0 1 16,0-1-16,0 0 15,0 0-15,-40 40 0,40-40 0,-40 40 0,40 1 16,-40-41-16,40 40 0,0 0 15,0 0-15,-40-40 0,40 41 0,0-1 0,0-40 16,-40 40-16,40-40 0,0 41 0,0-41 0,0 0 16,0 0-16,-40 0 15,40 0-15,0 0 0,0 0 0,0 0 0,0 0 16,-41-40-16,41 41 0,0-1 16,0 0-16,0 0 0,0 0 0,0 0 15,41 0-15,-41 0 16,40 0-16,-40 1 0,40-1 0,0 0 15,-40 0-15,40 0 0,-40 0 16,40 0-16,-40 0 0,0 0 16,40 0-16,-40 1 0,0-1 0,0 0 0,40-40 15,-40 40-15,0 0 16,0 0-16,41 0 16,-1-40-1,0 0-15,0 0 0,0 0 16,0 0-1,0-40-15,0 40 0,1 0 0,-41-40 0,40 40 16,0 0-16,-80 0 63,40 40-63,0 0 15,0 0 1</inkml:trace>
  <inkml:trace contextRef="#ctx0" brushRef="#br0" timeOffset="247615.5855">18739 16804 0,'-40'0'16,"0"0"-1,0 0 32,80 40 47,0-40-94,40 0 15,-80 40 1,40-40-16,0 0 0,1 0 0,-1 0 16,0 0-16,0 0 0,0 40 0,0-40 15,0 0-15,0 0 0,41 40 16,-41-40-16,40 0 0,-40 0 0,40 0 0,-39 0 16,39 0-16,-40 0 15,40 0-15,-40 0 0,0 0 0,41 0 0,-41 0 16,0 0-16,0 0 15,0 0-15,0-40 0,0 40 0,1 0 0,-1 0 16,0 0-16,0 0 0,40 0 0,-40 0 0,41 0 16,-1 0-16,-40 0 15,40 0-15,0 0 0,1 0 0,-1 0 0,0 0 16,0 0-16,1 0 0,-41 0 16,40 0-16,0 40 0,1-40 0,-41 0 0,40 0 15,-40 0-15,40 0 16,-40 0-16,1 0 0,39 0 0,-40 0 0,0 0 15,0 0-15,0 0 0,41 0 16,-41 0-16,40-40 0,0 40 0,-40 0 0,41 0 16,-1 0-16,0 0 0,-40 0 0,41 0 0,-1 0 15,-40 0-15,0 0 16,40 0-16,-40 0 0,1 0 0,-1 0 0,0 0 16,0 0-16,0 0 0,0 0 15,0 0-15,0 0 0,1 0 16,-1 0-16,0 0 15,0 0-15,0 0 0,0 0 0,40 0 0,-39 0 16,39 0-16,0 0 0,0 0 0,-40 0 0,41 0 16,-1 0-16,0 0 0,-40 0 15,41 0-15,-1 0 0,-40 0 0,40 0 0,-40 0 16,41 0-16,-41 0 16,0 0-16,40 0 0,-40 0 0,0 0 0,0 0 15,41 0-15,-41 0 0,0 0 16,40 40-16,-40-40 0,0 0 0,41 0 0,-41 0 15,0 0-15,40 0 16,-40 0-16,41 0 0,-41 0 0,40 0 0,0 0 16,1 0-16,-1 0 0,0 0 0,0 40 0,-40-40 15,41 0-15,-1 0 0,0 0 16,0 0-16,-39 0 0,39 0 0,0 0 0,-40 0 16,40 0-16,1 0 15,-41 0-15,40 0 0,-40 0 0,40 0 0,1 0 16,-41 0-16,40 0 0,0 0 15,-40 0-15,41 0 0,-1 0 0,40 0 0,-39 0 16,39 0-16,0 0 0,-39 0 0,39 0 0,40 0 16,-39 0-16,-41 0 15,40 40-15,1-40 0,-1 0 0,-39 0 0,-1 0 16,0 0-16,0 0 0,1 0 16,-41 0-16</inkml:trace>
  <inkml:trace contextRef="#ctx0" brushRef="#br0" timeOffset="249155.4968">23955 13314 0,'0'40'0,"41"-40"16,39-40 15,-40 40-15,-40 40 15,-40 1-15,0-1-1,40 40 1,0-40 0,0 80-1,0-39 1,0-1 0,0 40-1,0 0 16,-40-39-31,-1 39 16,41-80-16,-40 0 16,40 80-1,0 1 17,0-41-32,0 40 31,0 1-16,0-1 1,0-40 0,0 40 15,0-39-15,0 39-1,0-40 16,0 40-15,-40-39 0,40-1-1,0-40 17,-40 40-17,0 41 1,40-41 15,-40 0-15,0 0-1,40-40 1,0 40 0,-40 1-1,40-1 16,0-40-31,-41 80 16,41-39 0,-40-1-1,40-40-15,0 40 32,0 0-17,-40-80 1</inkml:trace>
  <inkml:trace contextRef="#ctx0" brushRef="#br0" timeOffset="249905.3762">24036 13314 0,'0'40'0,"-40"-40"31,40 41-31,-81-41 16,81 40-16,-40-40 0,40 40 0,-40-40 0,0 40 15,0 0-15,0 0 16,0-40 0,-1 0-16,1 0 31,40-40 0,0 0-31,0 0 0,40 40 16,-40-40-16,41 0 15,-1 40-15,-40-41 0,40 41 16,0 0-16,0-40 0,0 40 0,0 0 16,-40-40-16,40 40 0,1 0 15,-1 0-15,-40 40 0,40-40 16,-40 40-16,40-40 16,-40 81-16,40-81 0,0 40 0,-40 0 0,40-40 15,0 40-15,1 0 0,-41 0 16,40 0-16,0-40 0,-40 40 0,0 1 0</inkml:trace>
  <inkml:trace contextRef="#ctx0" brushRef="#br0" timeOffset="251225.2992">23434 17445 0,'-40'0'31,"0"0"0,-1 0-15,1 40-16,0 0 15,0 1 1,0-1-16,0 0 0,40 0 16,-40-40-16,40 40 15,0 0-15,0 0 0,0 0 16,0 0-16,40-40 15,-40 40-15,40-40 0,0 41 16,0-41-16,0 0 0,0 0 16,1-41-1,-1 1-15,0 40 0,-40-40 0,40 40 16,-40-40-16,0 0 0,40 0 16,-40 0-16,40 0 0,-40 0 15,-40 0 1,0 40-1,0 0-15,0-41 16,0 41-16,-1 0 16,1 41-16,40-1 15</inkml:trace>
  <inkml:trace contextRef="#ctx0" brushRef="#br0" timeOffset="252525.2978">28851 16964 0,'0'40'16,"40"-40"15,-80 0 16,0 0-31,40 40 62,40-40-16,0 0-46,0 0 0,0 0-1,0 0-15,1 0 16,-1 0-16,0 0 16,0 0-16,0 0 0,0 0 15,0 0-15,0 0 16,1 0-16,-1 0 0,0 0 0,0 0 15,0 0-15,0 0 0,40 0 0,1 0 16,-41 0-16,0 0 0,0 0 16,0 0-16,0 0 0,0 0 0,1 0 0,-1 0 15,40 0-15,-40 0 16,0 0-16,40 0 0,-39 0 0,39 0 0,-40 0 16,40 0-16,0 0 0,-39 0 15,39 0-15,0 0 0,-40 0 0,40 0 0,1 0 16,-41 0-16,0 0 15,0 0-15,0 0 0,0 0 0,0 40 0,1-40 16,-1 0-16,0 0 16,0 0-1,0 0-15,0 0 0,0 0 16,0 0-16,1 0 16,-1 0-16,0 40 0,0-40 0,0 0 0,0 0 15,0 0-15,0 0 0,1 0 16,-1 0-16,-80 0 78,40-40-47,-41 40-31</inkml:trace>
  <inkml:trace contextRef="#ctx0" brushRef="#br0" timeOffset="252895.2777">31620 16804 0,'-41'0'0,"1"0"0,40-41 15,0 82 48,0-1-47,0 0-1,40-40-15,1 40 16,-1-40-16,0 40 15,0-40-15,0 0 0,0 40 16,0-40-16,0 0 16,-40 40-16,0 0 15,-40-40 1,40 40-16,-40-40 16,0 40-16,0-40 0,0 0 0,40 41 15,-40-41-15,0 0 0,-1 0 16</inkml:trace>
  <inkml:trace contextRef="#ctx0" brushRef="#br0" timeOffset="254395.1889">19301 16924 0,'40'0'32,"-80"0"61,0 0-77,0 0-16,-1 0 16,41 40-16,-40-40 15,0 0-15,0 0 0,0 0 16,0 0 0,0 0-16,40-40 0,-40 40 15,-1-40 1,1 40-16,0 0 0,0 0 15,0-40-15,0 40 0,0 0 0,0 0 0,-1-40 16,1 40-16,0 0 16,0 0-16,0-41 0,0 41 0,0 0 0,0 0 15,-1-40-15,1 40 0,0 0 16,0 0-16,0 0 0,0 0 16,0 0-1,-1 0-15,1 0 31,0 0-31,0 0 16,0 0-16,0 0 0,0 0 0,0 0 16,-1 0-16,1 0 15,0 0-15,0 0 0,0 0 0,0 0 0,0 0 16,0 0-16,-1 0 0,1 0 16,0 0-16,0 0 0,0 0 15,0 0 1,0 0-16,0 0 15,-1 0-15,1 0 0,0-40 16,0 40-16,0 0 0,0 0 16,0 0-16,0 0 0,-1 0 15,1 0 1,0 40-16,0-40 0,0 0 0,0 40 16,0-40-16,0 0 0,-1 0 15,1 0-15,0 0 0,0 0 16,0 0-1,0 0-15,0 0 16,0 0-16,-1 0 16,1 0-1,0 0 17,40-40-1</inkml:trace>
  <inkml:trace contextRef="#ctx0" brushRef="#br0" timeOffset="254825.164">17094 16242 0,'-80'0'16,"39"0"-1,1 0 1,-80 40 0,80-40-16,-121 120 31,121-120-31,-40 0 0,-81 81 15,81-41-15,-40-40 0,80 40 0,0-40 16,-1 0-16,-79 40 16,80 0-16,80-40 62,-40 40-62,80-40 0,1 40 0,-41-40 16,40 40-16,0 1 15,41-1-15,-41 0 0,0-40 0,40 40 0,-39 0 16,-1 0-16,40-40 0,-39 40 0,-41 0 0,40 0 16,0-40-16,-40 40 0</inkml:trace>
  <inkml:trace contextRef="#ctx0" brushRef="#br0" timeOffset="256185.0843">14084 12111 0,'40'0'31,"-40"-40"-15,0 0-1</inkml:trace>
  <inkml:trace contextRef="#ctx0" brushRef="#br0" timeOffset="260114.8562">23474 16924 0,'-40'0'79,"40"-40"-17,0 0 79</inkml:trace>
  <inkml:trace contextRef="#ctx0" brushRef="#br0" timeOffset="261184.7916">24638 16844 0,'-41'0'0,"82"0"47,-1 0-47,-40-40 15,40 40-15,-80 40 47,40 0-31,-40-40 0,40 40-16,0 0 15,0 0 1,0 0-16,0 0 15,40 0-15</inkml:trace>
  <inkml:trace contextRef="#ctx0" brushRef="#br0" timeOffset="261524.7718">24557 17606 0,'40'0'46,"-40"40"1,0 0-31,0 0-16,0 0 16,0 0-1</inkml:trace>
  <inkml:trace contextRef="#ctx0" brushRef="#br0" timeOffset="262344.7255">25480 17004 0,'0'40'94,"0"0"-78,0 0 46,0 0-62,0 1 16,0-1-16,0 0 15,0 0-15</inkml:trace>
  <inkml:trace contextRef="#ctx0" brushRef="#br0" timeOffset="262794.6986">25400 17806 0,'40'0'31,"-40"-40"-15,80 40-16,-39 0 16,-1 0-16,0 0 15,0 0 1,-40 40-16,-40 0 15,40 0-15,-80-40 0,39 0 16,41 40-16,-40-40 16,40 41-16,40-41 31,1 0-15,-1 0-16,0 0 15,0 0-15,0 0 0,0 0 16,0 0-16,0 0 0,1-41 15,-1 41-15</inkml:trace>
  <inkml:trace contextRef="#ctx0" brushRef="#br0" timeOffset="263414.5877">26604 17084 0,'-40'0'0,"0"0"16,80 0 62,-40-40-47,0 0-15,0 0 31,0 80 46,0 0-93,0 0 16,0 0 0,0 0-16,0 1 0,0-1 15,-40 0-15,40 0 16,0 0-16</inkml:trace>
  <inkml:trace contextRef="#ctx0" brushRef="#br0" timeOffset="263924.6313">26564 17686 0,'40'0'32,"0"0"-32,-40-40 15,40 40-15,0 0 16,0 0-16,0 0 0,-40-40 15,41 40-15,-41 40 32,-41 0-32,1 0 15,0-40 1,40 40-16,0 0 16,0 0 15,40-40 0,-40 40-31,0 0 31,0 1-31,-40-41 0,0 0 16,40 40 0,-80-40-16,40 0 0,0 0 0,-1 40 15,1-40 1,0 0-16,40-40 15</inkml:trace>
  <inkml:trace contextRef="#ctx0" brushRef="#br0" timeOffset="264474.5264">27487 17245 0,'-41'0'16,"41"-40"15,41 40-15,-41-41-1,0 82 95,0-1-95,0 0 1,0 0-16,0 0 15,0 0-15,0 0 32,0 0-32,40-40 15,-40 40-15</inkml:trace>
  <inkml:trace contextRef="#ctx0" brushRef="#br0" timeOffset="264744.5839">27446 17926 0,'41'0'16,"-1"0"-1,40 0 1,0-40 0,0 40 15,-39 0-31</inkml:trace>
  <inkml:trace contextRef="#ctx0" brushRef="#br0" timeOffset="265234.5552">27767 18167 0,'0'-40'63</inkml:trace>
  <inkml:trace contextRef="#ctx0" brushRef="#br0" timeOffset="265724.5287">27727 17967 0,'0'-41'0,"-40"41"0,40-40 15,40 40 1,-40-40-1,-40 80 17,40 0-32,-40-40 15,40 41-15,0-1 16,-40 0-16,0-40 16,0 0-1,0 0 1,-1 0-16,82 0 62,-41 40-62,0 0 16,40-40 0,0 0-16,0 40 15,0-40 1,0 0-16,0 0 0,0 0 15,1 0-15,-1-40 0,0 40 16,0 0-16,-40-40 0,40 40 16,0 0-16,-40-40 0,40 40 0,0 0 15</inkml:trace>
  <inkml:trace contextRef="#ctx0" brushRef="#br0" timeOffset="265974.5129">27848 17926 0,'-40'0'16,"40"41"-16,-41-1 16,1 40 15,40 0-16,0 0 1,0-40 0</inkml:trace>
  <inkml:trace contextRef="#ctx0" brushRef="#br0" timeOffset="266484.4822">28811 17124 0,'0'0'0,"0"-40"16,0 80 31,-40-40-47,40 40 16,0 1-1,0-1 1,0 0-1,40-40 1,-40 40 0,0 0-16,0 0 15,0 0-15,0 0 16,0 0-16</inkml:trace>
  <inkml:trace contextRef="#ctx0" brushRef="#br0" timeOffset="267164.4458">28931 17926 0,'0'-40'47,"0"0"-15,-40 40-17,0 0 1,0 0-16,0 0 15,-1 0 1,1 0-16,0 0 16,0 0-1,40 40 32,0 0-31,0 1-1,0-1 1,0 0 0,0 0-1,40-40 1,0 0-16,0 0 31,1 0-31,-1 0 0,0 0 16,0 40-1,-40 0 1,0 0-16,-40-40 16,40 40-1,-40-40-15,0 40 0,-1-40 16,1 0-16,40 41 0,-40-41 16,0 0-16,0 0 0,40 40 15,-40-40-15,0 0 16,0 0-16,-1-40 0,1 40 15</inkml:trace>
  <inkml:trace contextRef="#ctx0" brushRef="#br0" timeOffset="267414.3526">28811 17846 0,'0'-40'0,"40"40"16,0 0-1,121-40 17,-121 40-32,0 0 15</inkml:trace>
  <inkml:trace contextRef="#ctx0" brushRef="#br0" timeOffset="287933.2308">23394 16844 0,'40'0'0</inkml:trace>
  <inkml:trace contextRef="#ctx0" brushRef="#br0" timeOffset="288363.1639">23715 15841 0,'0'-40'31,"40"40"-15,0 0 15</inkml:trace>
  <inkml:trace contextRef="#ctx0" brushRef="#br0" timeOffset="289513.1353">23835 15801 0,'0'-40'32,"0"0"155,40 40-171,-40-40-1,0-1 1,0 1 15,40 40-15,-40-40-16,40 40 16,-80 0 124,40 40-140,0 0 31,-40 1-15,40-1 0,-40 0 15,40 0-15,-40-40-1,40 40 1,0 0-1,-40 0 1,40 0-16,0 0 16,-40 1-1,40-1-15,-40-40 16,40 40-16,0 0 16,0 0-1,0 0-15,-41 0 16,41 0-1,0 0-15,-40-40 0,40 40 16,0 1 0,-40-41-16,40 40 0,-40-40 15,40 40-15,-40-40 16,40 40-16,0 0 16,0 0-1,0 0 1,0 0 15,0 0-31,0 1 31,0-1-15</inkml:trace>
  <inkml:trace contextRef="#ctx0" brushRef="#br0" timeOffset="289603.1038">23554 16844 0,'0'0'0</inkml:trace>
  <inkml:trace contextRef="#ctx0" brushRef="#br0" timeOffset="290633.0714">24878 15640 0,'-40'0'31,"0"0"0,0 0 0,40 41-15,0-1 0,0 0-1,0 0 16,0 0 1,-40 0-32,40 0 15,0 0 1,0 0-16,40 1 16,-40-1-16,0 0 31,0 0-31,0 0 15,0 0 1,0 0-16,0 0 16,40 0-1,-40 0 1,0 1 0,0-1-1,0 0 1,-40-40-1,40 40-15,0 0 32,0 0-32,-40-40 15,40 40 1,0 0 0,0 0-16,0 1 31,0-1-31,0 0 31,0 0-31,0 0 31</inkml:trace>
  <inkml:trace contextRef="#ctx0" brushRef="#br0" timeOffset="291902.9818">25601 15801 0,'0'-40'93,"0"0"-30,-40 40 15,40 40 188,0 0-251,0 0 1,0 0-16,0 0 0,0 0 15,0 0 1,0 1-16,0-1 0,0 0 16,0 0-16,0 0 15,0 0-15,0 0 16,0 0 0,0 0-16,0 0 15,0 1 1,0-1-1,0 0-15,0 0 16,40-40 0,-40 40 15,0 0-31,0 0 16,0 0-16,0 0 15,0 1 1,0-1-1,0 0 17,0 0-1</inkml:trace>
  <inkml:trace contextRef="#ctx0" brushRef="#br0" timeOffset="292972.9333">26483 15761 0,'0'-40'32,"0"80"108,0 0-124,0 0-1,0 0 1,0 0-16,0 0 16,0 0-1,0 1-15,0-1 0,0 0 16,0 0-16,0 0 16,0 0-1,0 0-15,0 0 0,-40-40 0,40 40 16,0 0-16,0 1 15,0-1-15,0 0 16,0 0 0,0 0-1,0 0 1,0 0-16,0 0 16,0 0-1,0 1 1,0-1 15,0 0 0,0 0-15,0 0-16,0 0 31,0-80 63</inkml:trace>
  <inkml:trace contextRef="#ctx0" brushRef="#br0" timeOffset="294282.7821">27366 15841 0,'0'-40'16,"-40"40"46,40-40-62,0 80 219,0 0-203,0 0-1,0 0-15,0 0 16,0 0 0,0 1-16,0-1 15,0 0 1,0 0-16,0 0 16,0 0-16,0 0 15,0 0 1,0 0-16,0 0 15,0 1 1,40-41-16,-40 40 0,0 0 16,0 0-1,0 0 32,0 0-16,0 0-15,40-40 0,-40 40-16,0 0 47,0 1-16,0-1-16,0 0 17,0 0-17,0 0 1,0 0 46,0 0-30,0 0-32,0 0 47,40-40-16,-40-40-31,41 40 0</inkml:trace>
  <inkml:trace contextRef="#ctx0" brushRef="#br0" timeOffset="296372.7369">29573 17004 0,'40'0'63,"0"0"-17,-40 40 64,0 0-110,0 0 15,0 0-15,-40-40 0,40 41 16,0-1 0,0 0-16,0-80 47,40 40-47,-40-40 0,41 40 15,-41-41 1,0 1-16,40 40 0,-40-40 0,40 0 15,-40 80 32,-40-40-31,40 40-16,0 0 16</inkml:trace>
  <inkml:trace contextRef="#ctx0" brushRef="#br0" timeOffset="296912.7049">29774 17886 0,'40'-40'0,"-40"0"15,0 0-15,40 40 16,-40-40-16,40 40 0,-40-40 16,0 80 30,-40-40-46,0 0 32,40 40-32,-40 0 0,0 0 15,40 0-15,0 0 16,-40-40-16,40 41 0,0-1 0,0 0 16,0 0-1,40-40-15,0 0 16,0 0-1,0 0-15,-40-40 16,40 40-16,-40-40 31,-40 40-31,0 0 16,0-40 0,40-1 30</inkml:trace>
  <inkml:trace contextRef="#ctx0" brushRef="#br0" timeOffset="297282.6819">30777 16964 0,'-40'0'0,"0"0"16,0 0-1,40 40-15,0 0 32,0 0-32,0 0 15,0 0 1,0 1 0,0-1-1,0 0 1,0 0-16</inkml:trace>
  <inkml:trace contextRef="#ctx0" brushRef="#br0" timeOffset="297812.6503">30376 17766 0,'40'0'32,"-40"-40"-1,0 0-31,40 40 16,0 0-1,0 0 16,0 0-15,0 0-16,1 0 16,-1 0-1,0 0 1,-80 0 46,40 40-30,-40-40-32,40 40 0,0 0 15,-41 0-15,41 0 16,-40 0-16,40 1 16,0-1-16,0 0 15,40-40 32</inkml:trace>
  <inkml:trace contextRef="#ctx0" brushRef="#br0" timeOffset="298062.5666">30536 18087 0,'0'-40'0,"0"0"16,0 0 15,40 40 31,0 0-46,1 0-16,-1 0 0</inkml:trace>
  <inkml:trace contextRef="#ctx0" brushRef="#br0" timeOffset="298682.5356">31379 17205 0,'0'-41'79,"0"1"-48,0 80 0,0 1 0,0-1-15,0 0-16,0 0 16,0 0-1,0 0-15,0 0 0,0 0 31,40-40-31,-40 40 0,40-40 16</inkml:trace>
  <inkml:trace contextRef="#ctx0" brushRef="#br0" timeOffset="299292.5658">31419 17886 0,'0'0'0,"-40"0"0,80 0 62,0 0-62,0 0 16,0 0 0,-40 40 15,-40-40-15,40 41-16,-40-41 0,0 40 15,40 0 1,0 0-16,0 0 15,0 0 1,40 0 0,0-40-1,0 0 1,0 0-16,-40-40 16,41 40-1,-41-40-15,0 0 16,0 0-16,-41 0 15,1 0 1,0 40 0,0-41-16,0 41 0,0 0 15,40-40 1,-40 40-16,80 0 16,0-40-1,0 40 1,0 0-16,0-40 0,0 40 15</inkml:trace>
  <inkml:trace contextRef="#ctx0" brushRef="#br0" timeOffset="300002.447">31820 17084 0,'-40'40'16,"80"-40"78,0 0-48,0 0-46,-40 40 16,81-40-16,-41 0 16,0 0-16,0 0 0,0 0 0,40 0 15,1 0-15,-41 0 0,40 0 16,0 0-16,1 0 0,-41 0 0,40 0 0,0 0 16,1 0-16,-1 41 0,-40-41 0,40 0 0,0 0 15,1 40-15,-41-40 16,40 0-16,0 0 0,-40 0 0,1 0 0,39 0 15,-40 0-15,0 0 0,0 0 16,0 0-16,0 0 0,1 0 0,-1 0 0,40 0 31,-120 0 32,0 0-48,0 0-15,-1 0 32,1 0-17,0 0 1</inkml:trace>
  <inkml:trace contextRef="#ctx0" brushRef="#br0" timeOffset="300572.4138">32382 17124 0,'0'-40'78,"0"80"1,0 0-79,0 1 15,0-1 1,0 0-16,0 0 0,0 0 15,0 0 1,0 0-16,0 0 16,40-40-16</inkml:trace>
  <inkml:trace contextRef="#ctx0" brushRef="#br0" timeOffset="301182.3781">32302 17846 0,'0'0'0,"0"-40"15,40 40 1,-40-40 15,0 0-31,-40 40 47,40 40-47,-40-40 0,40 40 16,-41-40-16,41 40 0,0 0 31,41-40-16,-1 0-15,0 0 16,0 0-16,0-40 16,-40 0 15,0 80 0,0 0-15,0 0-16,0 1 15,0-1 1,0 0-16,-40 0 0,40 0 16,-40 0-1,0-40-15,0 40 0,-1-40 0,1 0 16,40 40-16,-40-40 0,0 0 16,0 0-1,0 0-15,40-40 16,-40 40-16,40-40 15,80 40-15</inkml:trace>
  <inkml:trace contextRef="#ctx0" brushRef="#br0" timeOffset="301722.4221">33185 17325 0,'0'0'0,"0"-40"0,0 80 172,0 0-157,0 0-15,0 0 16,0 0 0,0 0-1,0 1 1,40-41-16</inkml:trace>
  <inkml:trace contextRef="#ctx0" brushRef="#br0" timeOffset="302082.3283">33024 18087 0,'0'0'0,"-40"0"15,40-40 1,0 80 47,0 0-63,0 0 0,0 0 31,0 0-31,0 0 0,0 1 15,0-1 1,40-40 0</inkml:trace>
  <inkml:trace contextRef="#ctx0" brushRef="#br0" timeOffset="302402.309">33425 18167 0,'-40'0'32,"0"0"-32,0 0 15,0 40 1,40 0 0,0 0-1,120-40 1,-40 0 15,-39 0-31,-41-80 31,-161 40-15,41 40-16,39 0 31</inkml:trace>
  <inkml:trace contextRef="#ctx0" brushRef="#br0" timeOffset="305062.1545">12519 14838 0,'0'-40'234,"41"40"-109,-1 0-109,0 0 15,-40 40-31,40-40 0,0 0 16,0 0-16,0 0 15,41 40-15,-41-40 0,40 0 16,-40 0-16,0 0 0,0 0 0,0 0 0,1 0 16,-1 0-16,0 0 15,0 0-15,0 0 0,0 0 0,0 0 0,0-40 0,1 40 16,-1 0-16,0 0 15,0 0-15,0 0 0,0 0 0,0 0 16,0 0 0,1 0-16,-1 0 0,0 0 0,0 0 0,0 0 15,0 0-15,40 0 0,-39 0 0,-1 0 0,0 0 16,0 0-16,0 0 0,0 0 16,0 0-16,0 0 0,1 0 0,-1 0 15,0 0-15,0 0 16,0 0-16,0 0 15,0 0-15,1 0 16,-1 0-16,0 0 0,40 0 0,-40 0 0,0 0 16,0-40-16,41 40 15,-41 0-15,0 0 0,0 0 0,0 0 0,0 0 0,0 0 16,1 40-16,-1-40 0,0 40 16,0-40-16,0 41 15,0-41-15,-40 40 16,40-40-1,0 0-15,1 0 16,-1 0-16,0 0 16,0 0-16,0 0 0,0 0 0,40 0 0,-39 0 15,-1 0-15,0 0 0,0 0 0,0 0 0,40 0 16,-40 0-16,1 0 16,-1 0-16,0 0 0,0 0 0,0 0 0,0 0 15,0 0-15,0 0 16,1 0-16,-1 0 15,0 0-15,-40 40 16,40-40-16,0 0 0,0 0 16,0 0-16,0 0 0,1 0 15,-1 0-15,0 0 0,0 0 0,0 0 0,0 0 16,40 0-16,-39 0 0,-1 0 0,0-40 0,0 40 16,0 0-1,0 0-15,0 0 0,-80 0 141,0 0-126,40 40 1,-40-40-16</inkml:trace>
  <inkml:trace contextRef="#ctx0" brushRef="#br0" timeOffset="313121.7109">30657 16884 0,'-41'40'16,"41"0"62,0-80 172,0 0-219,0 0 0,0 0-31,0-1 32,0 1-17,0 0 1,0 0 0,0 0-1,0 0 1,81 0-1,-81 0 1,40 40 15,-40-40-31,0-1 0,0 1 16,0 0-16,0 0 31,0 0-31,0 0 16,0 0-1,0 0-15,0 0 16,0 0 0,0-1-1,0 1-15,0 0 16,0 0 0,0 0-16,40 40 15,-40-40-15,40 40 16,-40-40-16,0 0 31,40 0-31,-40-1 16,0 1-1,0 0-15,40 0 16,-40 0-16,0 0 31,0 0-31,0 0 16,0 0-1,40 40-15,-40-40 32,0-1-17,0 1-15,0 0 32,0 0-1,0 0-16,0 0 1,-40 40 0,40-40-16,0 0 31,-40 40-15,40-40-1,0-1-15,0 1 31,-40 0-31,40 0 16,0 0 0,0 0 93,0 0-78,-40 40 110,80 0-16</inkml:trace>
  <inkml:trace contextRef="#ctx0" brushRef="#br0" timeOffset="317181.5181">31379 17004 0,'40'0'15,"-40"-40"17,0 0 218,0 0-250,0 0 31,0 0-16,0-1 1,0 1 0,0 0 15,0 0-31,0 0 16,0 0-1,0 0-15,40 40 16,-40-40-1,40 40-15,-40-40 0,0-1 32,0 1-1,0 0-15,0 0 15,0 0-31,0 0 15,40 40 1,-40-40-16,0 0 16,40 40-16,-40-40 31,0 0-15,0-1-1,41 1-15,-41 0 16,0 0-1,0 0 1,0 0 0,0 0-1,0 0 1,0 0 0,40 40-16,-40-41 0,0 1 31,0 0-31,40 40 15,-40-40-15,0 0 16,40 0 0,-40 0 15,0 0-15,0 0-1,0 0 16,0-1-31,0 1 32,-40 40-32,40-40 0,0 0 15,0 0 32,0 0-31,0 0-1,0 0 1,0 0 0,0-1 15,0 1-31,0 0 16,0 0-1,0 0-15,0 0 16,0 0-1,0 0 1,0 0 31,0 0 0,0 80 62,0 0-109,0 0 31,0 0-31,0 0 16,0 0-16</inkml:trace>
  <inkml:trace contextRef="#ctx0" brushRef="#br0" timeOffset="319131.4045">32422 17084 0,'40'0'94,"-40"40"-16,0-80 0,0 0-62,0 0 0,0 0-16,0 0 15,0 0 1,0 0-16,-40 40 0,40-40 0,0-1 16,0 1-16,0 0 15,0 0-15,0 0 0,0 0 16,0 0-1,0 0-15,40 0 0,-40-1 16,0 1-16,40 0 16,-40 0-16,0 0 0,0 0 15,0 0 1,0 0 0,0 0-16,0 0 31,0-1-31,0 1 15,40 0 1,-40 0-16,0 0 16,0 0-16,0 0 15,0 0 1,0 0-16,41 40 0,-41-41 16,0 1-1,0 0 1,0 0-16,0 0 15,0 0 1,0 0 0,0 0-16,0 0 15,0 0-15,40 40 16,-40-41-16,0 1 16,0 0-16,0 0 15,0 0 1,0 0 15,0 0-15,0 0-16,0 0 31,0-1-15,0 1-1,0 0 1,0 0-1,0 0 17,-40 40 124,40-40-125,-41 0-15,41 0 31,-40 40 78,0 40-110,0 0 1,0 0 0,0-40-1</inkml:trace>
  <inkml:trace contextRef="#ctx0" brushRef="#br0" timeOffset="322721.1944">24116 14397 0,'40'0'46,"0"0"-30</inkml:trace>
  <inkml:trace contextRef="#ctx0" brushRef="#br0" timeOffset="322941.1828">24557 14477 0,'81'0'16,"-41"0"-1,0 0-15,0 0 0,0 0 0,0 0 16,0 0-16,0 0 15,1 0-15,-1 0 0,0 0 16,0 0 0</inkml:trace>
  <inkml:trace contextRef="#ctx0" brushRef="#br0" timeOffset="323161.168">25721 14477 0,'-40'0'0,"80"0"16,0 0-1,40-40 1,1 40 15,-41 0-15,-40 40-16</inkml:trace>
  <inkml:trace contextRef="#ctx0" brushRef="#br0" timeOffset="323341.1576">26724 14437 0,'-40'0'16,"0"0"-16,80 0 31,0 0-15,0 0-16,0 0 0,1 0 15</inkml:trace>
  <inkml:trace contextRef="#ctx0" brushRef="#br0" timeOffset="323541.1477">27326 14598 0,'-40'-40'16,"40"0"-16,80 40 16,-40-41-16,0 41 15,1 0-15,119 0 16</inkml:trace>
  <inkml:trace contextRef="#ctx0" brushRef="#br0" timeOffset="323741.1347">28088 14598 0,'0'0'0,"201"0"16,-81 0-1,-39 0 1,-41 0 0,-40 40-1</inkml:trace>
  <inkml:trace contextRef="#ctx0" brushRef="#br0" timeOffset="324461.0924">28610 14638 0,'161'40'31,"-81"-40"-31,-321-40 0,763 80 31,-482-40-31,0 0 0,0 0 63,0 0-48,0 0-15,1 0 0,-1 40 16,40-40-16,-40 0 0,0 40 15,40-40-15,-39 0 0,-1 40 0,0-40 0,0 0 16,0 0 0,0 0 31,0 0-47,0 0 15,1 0 1,-1 0-16,0 0 0,0 0 0,0 0 0,-40 40 15,40-40-15,0 0 0,0 0 16,1 0 0,-1 0 46,0 0-62,0 0 16,0 0-1,0 0-15,0-40 32,0 40-17,1 0 17,-41-40-32,40 40 15,0 0 1,0-40-16,0 40 31,0 0-15,0 0 15,0 0 0,1 0-15</inkml:trace>
  <inkml:trace contextRef="#ctx0" brushRef="#br0" timeOffset="325381.041">22752 14357 0,'40'0'31,"-40"-40"-31,40 40 0,-40-40 16,80 40-16,-80-40 0,40 40 15,0 0-15,1 0 0,-1-40 0,0 40 16,0 0-16,0 0 15,0 0-15,0 0 16,-40 40 0,0 0-1,-40-40-15,40 40 0,0 0 0,-40-40 16,40 40-16,-40 0 16,0-40-16,40 40 0,-40 1 0,0-41 0,40 40 15,-41-40-15,1 40 16,80-40 15,-40 40-31,81-40 16,-41 0-16,0 0 0,40 0 0,-40 0 15,0 0-15,1 0 16,-1 0-16,0 0 0,0 0 0,0 0 0,0 0 16,0 0-1</inkml:trace>
  <inkml:trace contextRef="#ctx0" brushRef="#br0" timeOffset="326250.9124">23795 15640 0,'0'-40'16,"40"40"77,0 0-93,0 0 32,-40 40-32,40-40 0</inkml:trace>
  <inkml:trace contextRef="#ctx0" brushRef="#br0" timeOffset="326450.9036">24276 15721 0,'0'-40'16,"41"40"15,-1 0-16,0 0 1,0 0-16</inkml:trace>
  <inkml:trace contextRef="#ctx0" brushRef="#br0" timeOffset="326620.9657">24758 15681 0,'0'-41'16,"40"41"-1,-40-40 1,80 40-16,-40 0 0,1 0 0,-1 0 16</inkml:trace>
  <inkml:trace contextRef="#ctx0" brushRef="#br0" timeOffset="327050.8664">25079 15640 0,'0'-40'47,"40"40"-32,0 0 1,0 0-16,0 0 0,1 0 0,-1 0 16,40 0-16,-40 0 0,0 0 0,0 0 0,41 40 15,-41-40-15,0 0 16,0 0-16,-40 41 0,-40-41 31,80 0 16,0 0-16,0 40 1,0-40-17,1 0 1,-41 40-16,40-40 0,0 0 15,0 0-15,0 0 16</inkml:trace>
  <inkml:trace contextRef="#ctx0" brushRef="#br0" timeOffset="327370.9216">26122 15801 0,'40'0'63,"1"0"-48,-1 0-15,0 0 16,0 0-16,0 0 0,0 0 0,0 0 16,0 0-1,-40 40-15,41-40 0,-41 40 47,40-40-31,0 0-16,0 0 15,0 0 1,0 0-16,0 0 16,-40 40 15,40-40-31,1 0 16</inkml:trace>
  <inkml:trace contextRef="#ctx0" brushRef="#br0" timeOffset="327480.918">27045 15921 0</inkml:trace>
  <inkml:trace contextRef="#ctx0" brushRef="#br0" timeOffset="327760.8991">27607 15921 0</inkml:trace>
  <inkml:trace contextRef="#ctx0" brushRef="#br0" timeOffset="329030.7539">22792 15640 0,'0'0'0,"0"-40"47,40 0-47,0 40 15,0-40 1,-40 0 0,40 40-16,-40-40 15,40 40-15,-40-40 0,0 0 16,41 40-1,-41-40-15,0 0 0,40 40 0,-40-41 16,0 1 0,0 80 31,0 1-32,0-1 1,0 0-1,0 0-15,0 0 16,0 0 0,0 0-16,0 0 15,0 0 1,0 0-16,0 1 0,0-1 16,0 0-16,0 0 15,40 0-15,-40 0 31,0 0-15,0-80 31,-40 40-31,40-40-16,-40 40 15,-1 0 1,1 0-16,0 0 15,0 0 1,0 0 0,40 40 46,40-40-62,0 0 16,0 0-16,41-40 15,-41 40-15,0 0 16,0-40-16,0 40 0,0 0 0,0 0 16,0 0-1,1 0-15,-1 0 0,0 0 16,0 0 0,-80 0 15,0 0-31</inkml:trace>
  <inkml:trace contextRef="#ctx0" brushRef="#br0" timeOffset="409846.041">642 16884 0,'0'0'0,"0"-40"47,40 40 47,-40-40-78,0-1-16,40 41 0,0 0 15,1 0-15,-1 0 16,0 0 0,-40 41-16,40-41 0,0 80 15,-40-40-15,0 0 16,40 0-16,-40 0 0,0 0 0,0 0 15,0 0-15,0 1 16,0-1-16,-80 0 0,80 40 0,-40-40 0,40 0 16,-40 0-16,0 0 0,-1 1 0,41-1 15,-40-40-15,0 40 16,80-40 15,-40-40-31,81 0 16,-81-1-16,40 1 0,-40 0 15,40 40-15,0-40 0,-40 0 0,40 0 0,0 0 16,0 40-16,-40-40 0,40 0 0,1-1 0,-41 1 16,40 0-16,0 0 15,-40 0-15,40 40 0,-40-40 0,0 0 0,40 0 16,-40 0-16,40 0 16,0-1-16,-40 1 0,0 0 15,40 40-15,-40-40 16,0 0-16,-40 40 47,40 40-47,0 0 0,0 0 0,-40-40 15,0 40-15,40 1 16,-40-1-16,40 0 0,0 0 0,-40 0 0,0 0 16,40 0-16,0 0 15,0 0-15,-40-40 0,40 40 0,0 1 0,0-1 16,0 0-1,0 0-15,40 0 0,-40 0 16,40-40-16,0 40 0,0 0 16,0-40-16,-40 40 15,40-40-15</inkml:trace>
  <inkml:trace contextRef="#ctx0" brushRef="#br0" timeOffset="410126.0133">1926 16844 0,'-40'-40'31,"40"-1"-31,-40 41 0,40 41 31,0-1-15,-40-40-16,40 40 0,0 0 15,-40 0-15,40 0 0,-41 0 0,41 0 16,-40 0-16,40 0 0,0 1 0,0-1 16,0 0-1,0 0-15,0 0 0,0 0 0,0 0 16,0 0-16,40 0 16,-40 1-16</inkml:trace>
  <inkml:trace contextRef="#ctx0" brushRef="#br0" timeOffset="410555.9832">2127 17044 0,'0'0'31,"40"0"-15,40 40-1,0 81 1,-80-1 15,-40 0-15,40 1 0,0-162 15,40 41-16,41-120 1,-1 80 0,-40 40 15,0 40-15,-40 121-1,0-81 16,-40 0-31</inkml:trace>
  <inkml:trace contextRef="#ctx0" brushRef="#br0" timeOffset="410796.0054">2849 17164 0,'40'-40'31,"-80"80"-31,200-80 16,-119 40-16,39 40 15,-80 161 1,-80 40 15,-81-41-15,81-80-1</inkml:trace>
  <inkml:trace contextRef="#ctx0" brushRef="#br0" timeOffset="411095.9915">3531 17325 0,'-40'0'16,"40"-40"-1,80 40-15,41-40 31,79 0-15,1 40 0</inkml:trace>
  <inkml:trace contextRef="#ctx0" brushRef="#br0" timeOffset="411256.0178">3290 17726 0,'-40'40'16,"80"-80"-16,-80 120 0,201-80 15,-81 0-15,-40-40 0,201 0 16,0-40 0</inkml:trace>
  <inkml:trace contextRef="#ctx0" brushRef="#br0" timeOffset="413635.8781">6019 17245 0,'40'0'0,"0"0"109,0 0-78,-40-40 126,0-1-95,-40 41 110,0 0 94,0 0-251,0 0-15,0 41 16,40-1-16,-40-40 16,-1 40-16,41 0 15,-40-40-15,40 40 0,0 0 0,-40-40 16,40 40-16,-40 0 15,40 0-15,0 1 16,0-1-16,40-40 31,0 0-31,0 0 16,1 0 0,-1 0-16,0 0 31,0 0 78,0 0-93,-40-40 15,0-1 0,40 41-31,0-40 32,-40 0-17,0 0 1,0 0-16,0 0 15,0 0 1,0 0-16,-40 40 0,40-40 16,-40 40-16,40-41 0,-40 41 15,40-40-15,0 0 16,0 0-16,0 0 16,-40 40-1,40-40-15,-40 0 0,40 0 16,0 0-1,0 0-15,0-1 0,40 41 16,-40-40-16,40 40 0,-40-40 0,40 40 0,0 0 16,0 0-1,0 0-15,1 0 0,-1-40 16,0 40 0,0 40-16,-40 0 15</inkml:trace>
  <inkml:trace contextRef="#ctx0" brushRef="#br0" timeOffset="413955.7847">6741 16643 0,'0'0'0,"-40"0"0,0 0 16,40-40-16,-40 40 31,0 160-15,0 41 0,40 40 15,80-41-16,40-80 1,41-120 0</inkml:trace>
  <inkml:trace contextRef="#ctx0" brushRef="#br0" timeOffset="414375.8373">7022 16884 0,'0'0'16,"-40"-40"0,80 40-1,40 120 17,-40 40-17,-40-79 1,0-41 15,0-80-15,81-81-1,-41 41 1,40 40 15,0 80-15,-39 161-1,-1-81 1,-40 0 15,0-80-15,0 0-16</inkml:trace>
  <inkml:trace contextRef="#ctx0" brushRef="#br0" timeOffset="414575.7707">7744 17245 0,'-80'0'16,"80"-40"-16,40 40 15,121-41 16,-1 41-15,-120 0-16,1 0 0</inkml:trace>
  <inkml:trace contextRef="#ctx0" brushRef="#br0" timeOffset="415095.7193">8587 16763 0,'0'0'0,"-40"-40"16,160 0 15,81 40-15,-81 80 0,-80 41 15,-160 39-16,-40-80 1,160-40 0,80 41 15,80-1-15,-160 0-1,-120 0 16,-81-80-15,41 40 0,39-80-1</inkml:trace>
  <inkml:trace contextRef="#ctx0" brushRef="#br0" timeOffset="415555.7659">9430 16563 0,'0'0'16,"-40"0"-16,40-40 15,40 40-15,0 0 16,40 40-16,0 40 16,-40 121 15,-80 79-15,-120-39-1,39-81 16,41-119-31</inkml:trace>
  <inkml:trace contextRef="#ctx0" brushRef="#br0" timeOffset="415955.7425">10152 17004 0,'0'-40'31,"80"0"-15,0 0 0,81 40 15,-1-40-31,81 40 31,-160-40-31,39 40 16</inkml:trace>
  <inkml:trace contextRef="#ctx0" brushRef="#br0" timeOffset="416205.727">10433 16523 0,'0'0'16,"-40"-40"-1,80 40 17,40 40-32,0 160 31,-40-119-31,-40 159 31,-80 1-15,80-201-16</inkml:trace>
  <inkml:trace contextRef="#ctx0" brushRef="#br0" timeOffset="417145.6165">11717 16643 0,'-40'0'0,"0"0"125,40 40-125,-40-40 15,40 40-15,0 0 0,0 1 16,-41-1 0,41 0-16,0 0 0,0 0 15,0 0-15,0 0 16,0 0-16,41 0 0,-1 0 15,-40 1-15,40-41 16,0 40-16,0-40 0,0 0 16,-40 40-16,40-120 15,-40 39 1,0 1-16,0 0 0,0 0 16,-80 0-16,80 0 15,-40 0-15,40 0 0,-40 0 0,0 0 0,40-41 16,-40 41-16,-1 0 0,41 0 15,-40 0-15,40 0 0,0 0 0,0 0 0,-40-1 16,40 1-16,0 0 0,0 0 0,0 0 16,80 40-16,-39-40 15,-1 40-15,0 0 0,0 0 16,0 0-16,0 0 16,0 40-16,0-40 0,1 40 15,-1-40 1</inkml:trace>
  <inkml:trace contextRef="#ctx0" brushRef="#br0" timeOffset="417605.6479">12399 16162 0,'-40'0'63,"40"40"-32,-80-40-31,80 40 0,-40 0 0,40 0 0,-41 0 16,41 0-16,-40 1 0,40-1 15,0 0-15,0 40 0,0-40 0,0 0 0,0 0 16,40 0-16,-40 1 0,41-1 0,-1 0 0,-40 0 16,40-40-16,-40 40 15,40-40-15,0 40 0,0-40 0,0 0 16,0 0-16</inkml:trace>
  <inkml:trace contextRef="#ctx0" brushRef="#br0" timeOffset="418005.6252">12640 16402 0,'0'0'16,"40"0"0,0 41-1,80 39 1,-120 40-1,-40-40 1,0 1 0,40-122-1,40 1 1,0-40 0,41 0 15,-1 80-31,0-40 31,-40 80-15,-40 0-16,0 161 31,0-121-31,-40 0 31</inkml:trace>
  <inkml:trace contextRef="#ctx0" brushRef="#br0" timeOffset="418235.6105">13482 16603 0,'0'0'0,"0"-40"15,41 0 1,199 40 15,-119 0-31,39 0 16,-80 0 15</inkml:trace>
  <inkml:trace contextRef="#ctx0" brushRef="#br0" timeOffset="418455.5964">13643 16322 0,'-40'0'15,"80"0"-15,-80 40 16,40 0-16,40 1 16,80 79 15,-120 0-31,0 81 31,-40-81-15,0-80-16</inkml:trace>
  <inkml:trace contextRef="#ctx0" brushRef="#br0" timeOffset="418845.5403">14004 16362 0,'40'-40'0,"-80"80"0,160-80 0,-39 0 16,-41 40-16,160-40 16,-119 40-1,-81 120 1,-81 41 15,-79-1-15,120-80-16,0-39 31,160-1-15,-40-40-1,121 0 1,-40-81-1,-81 81 1,40-120 0,-80 80-16</inkml:trace>
  <inkml:trace contextRef="#ctx0" brushRef="#br0" timeOffset="419125.5601">15007 16042 0,'0'0'0,"40"0"31,81 0-15,-41 120-1,-80-80 1,40 201 0,-200-41-1,-1-39 1,-80-41 0</inkml:trace>
  <inkml:trace contextRef="#ctx0" brushRef="#br0" timeOffset="420145.4626">11958 18047 0,'-40'0'16,"80"-40"30,0 40-30,40 0-16,-40-40 16,0 40-16,41 0 15,-41 0-15,0 0 0,0 0 16,0 0-16,0 0 0,0 0 16,0 0-16,1 0 0,-1 0 0,0 0 0,0 0 15,0 0 1</inkml:trace>
  <inkml:trace contextRef="#ctx0" brushRef="#br0" timeOffset="420425.4812">12319 17766 0,'-40'0'16,"40"40"15,40 0-15,-40 0 0,0 0-16,0 1 0,0-1 15,0 0-15,0 0 0,0 0 16,0 0-16,0 0 0,0 0 15,0 0-15</inkml:trace>
  <inkml:trace contextRef="#ctx0" brushRef="#br0" timeOffset="420945.4181">13402 18087 0,'0'0'16,"-80"-40"0,0 0 15,40 40-31,-81 40 15,1 80 17,80-80-32,40 40 31,40-39-31,120 39 31,-39-80-15,-81-161-1,-40 81 1,-80-80 0,39 79-1,1-39 1,80 40 0,121 0 15,-41 80-31,41 40 15,-121-40-15</inkml:trace>
  <inkml:trace contextRef="#ctx0" brushRef="#br0" timeOffset="421305.3757">14084 17766 0,'0'0'0,"-40"0"0,40-40 15,-40 40-15,0 40 32,40 0-32,0 0 15,-40 0-15,40 0 16,-40 1-16,40-1 0,0 0 0,-40 0 16,40 0-16,0 0 15,0 0-15,0 0 0,-41 0 0,41 1 16,0-1-16,0 0 15,41 0-15,-41 0 0,80-40 0,-80 40 16,40-40-16</inkml:trace>
  <inkml:trace contextRef="#ctx0" brushRef="#br0" timeOffset="421765.403">14285 17886 0,'0'0'0,"0"-40"31,80 40-15,-80 40-1,80 81 1,-80-1-1,-40-120 1,40 40 0,0 0-1,0-80 1,40 0 0,1 0-16,-1 0 0,-40 0 15,40 40 1,0 0-16,0 0 15,0 40 1,-40 0-16,0 0 16,0 40-16,-40-40 15,40 0 1,-40 1-16,0-1 0,40 0 16,0 0-16,0 0 15</inkml:trace>
  <inkml:trace contextRef="#ctx0" brushRef="#br0" timeOffset="422055.3866">14887 18087 0,'40'0'0,"-80"0"0,80 0 47,0 0-47,0 0 16,0 0-16,1 0 0,-1 0 0,0 0 16,0 0-16,0 0 15,0 0-15,0 0 0,0 0 0,1 0 0,-1 0 16,0 0-16,0 0 15</inkml:trace>
  <inkml:trace contextRef="#ctx0" brushRef="#br0" timeOffset="422325.3051">15047 17846 0,'0'0'16,"-40"0"-16,40 40 31,81-40-31,-81 161 31,0-1-15,-41 1-1,41-121 1</inkml:trace>
  <inkml:trace contextRef="#ctx0" brushRef="#br0" timeOffset="422905.336">16091 17806 0,'0'0'16,"40"0"-16,-40-40 31,-40 40-15,0 0-1,-41 40 1,-39-40 0,80 0-16,0 40 15,-41-40 1,81 40 0,0 0 46,0 1-46,0-1-16,0 0 15,0 0 1,0 0-16,0 0 16,41-40-1,-41 40-15,40-40 0,0 0 0,0 0 16,-40 40-16,40-40 15,0 0-15,-40 40 16,0 1-16,0-1 16,-40-40-1,0 40-15,0-40 0,0 0 16,0 0-16,-1 0 16,1 0-16,-40 40 0,40-40 0,0 0 0,0 0 15,0 0-15,-1 0 0,1 0 16,0 0-16,0-80 0</inkml:trace>
  <inkml:trace contextRef="#ctx0" brushRef="#br0" timeOffset="423145.2868">16492 17886 0,'0'-40'16,"0"80"-16,80-80 0,-40 40 0,0 0 0,1 0 31,-1 40-31,-40 81 16,-40-121-16,-241 280 16,160-239-16,-240 159 15</inkml:trace>
  <inkml:trace contextRef="#ctx0" brushRef="#br0" timeOffset="444914.0019">10914 16402 0,'0'0'0,"-40"0"15,0 0 1,80 0 203,0 0-188,-40-40-31,41 40 141,-41-40-126,40 40-15,0 0 16,-40-40-16,40 40 15,0 0-15,0 0 32,-40-40-32,40 40 15,-40 40 32,0 0-31,0 0-16,-40-40 31,40 40-31,0 1 16,0-1-1,-40-40-15,40 40 16,0 0 0,0 0-1,-40-40 1,40 40-1,0 0-15,-40 0 0,40 0 16,-40 1 0,40-1-16,0 0 31,-40-40-31,80 0 94,0 0-47,0 0-32,0 40 1,-40 0-1,40 0-15,0 0 32,-40 0-17,0 0 1,0 0-16,0 1 31,0-1-31,0 0 16,0 0-16,0 0 0,-40 0 15,0 0 1,40 0-16,-40-40 0,40 40 0,-40-40 16,40 41-1,-40-41-15,0 0 0,40 40 16,-41-40-16,1 0 16,0 0-16,40-40 0,-40 40 15,0-41-15,0 41 0,40-40 0,-40 0 0,-1 40 16,1-40-16,0 0 15</inkml:trace>
  <inkml:trace contextRef="#ctx0" brushRef="#br0" timeOffset="447043.925">12560 17726 0,'0'-40'62,"40"40"-46,-40-40 156,40 40-172,-40-40 16,40 40-16,0 0 15,0 0-15,-40-40 16,40 40-16,0 0 0,1 0 15,-1 0 1,-40 40 0,0 0-1,0 0-15,0 0 0,0 0 16,-40-40 0,40 40-16,-41-40 0,41 40 15,-40 0-15,40 0 16,-40-40-16,40 41 15,0-1-15,0 0 0,-40-40 16,40 40 0,0 0-16,0 0 15,-40-40-15,40 40 16,0 0-16,0 0 16,-40-40-1,40 41-15,-40-41 16,0 40-16,-1-40 15,1 0 1,40 40-16,-40-40 31,80 0 63,0 0-78,1 0-1,-1 0 1,0 0-16,0 0 16,0 0-16,0 0 15,-40 40-15,40-40 0,-40 40 0,40 0 16,1-40-16,-1 40 0,-40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4T07:40:10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5257 2205 0,'0'-40'0,"-41"40"46,1 0-30,0-40-16,0 40 31,0 0 32,40 40-48,-40-40-15,0 40 16,0 0 0,-1 0-16,1 1 0,40-1 15,0 0-15,0 0 16,0 0-16,0 0 0,0 0 16,0 0-16,40 0 0,1-40 15,-41 40-15,40-40 16,0 0-16,0 41 0,0-41 0,0 0 15,0 0 1,-40-41-16,40 41 0,-40-40 0,41 40 0,-41-40 16,0 0-16,40 40 15,-40-40-15,0 0 0,0 0 0,0 0 16,-40 40-16,40-40 0,-41 0 0,41-1 0,-40 1 16,40 0-16,-80 0 15,80 0-15,-40 0 0,40 0 0,-40 0 16,40 0-16,-40-1 0,40 1 15,0 0-15,0 0 0,0 0 16,40 0-16,0 0 16,-40 0-16,80 0 0,-80 0 15,80 40-15,-39 0 0,-41-41 16,40 41-16,0 0 0,0-40 0,0 40 16,0 0-16,0 0 15</inkml:trace>
  <inkml:trace contextRef="#ctx0" brushRef="#br0" timeOffset="399.975">6541 1604 0,'-41'-40'16,"1"40"-16,0 0 16,0 0 15,-120 120-16,-41 80 1,81 1 15,79-1-15,162-79 0,79-81-1,-39-40 1</inkml:trace>
  <inkml:trace contextRef="#ctx0" brushRef="#br0" timeOffset="779.9543">6781 1884 0,'0'-40'15,"40"40"1,1 40-16,39 41 31,-40 79-15,-120-40-1,40-39 1,40-122 15,80-79-15,40 40-1,1 40 17,-81 120-17,-40 40 1,-81 1 0,41-41 15</inkml:trace>
  <inkml:trace contextRef="#ctx0" brushRef="#br0" timeOffset="999.9429">7624 1804 0,'40'-40'15,"-80"80"-15,160-80 31,-120 80-31,41 40 16,-41 121 0,-161-1 15,1-39-15,160-121-16</inkml:trace>
  <inkml:trace contextRef="#ctx0" brushRef="#br0" timeOffset="1259.8721">8386 2045 0,'0'0'0,"-80"-40"32,120 0-32,41 40 15,119-81 1,41 81 0,-161 0-1</inkml:trace>
  <inkml:trace contextRef="#ctx0" brushRef="#br0" timeOffset="1459.9135">8547 2486 0,'0'0'16,"-40"0"-16,0 0 15,80 0 1,40 0-1,161-120 1,40 80 0,-161 40-16</inkml:trace>
  <inkml:trace contextRef="#ctx0" brushRef="#br0" timeOffset="2839.7569">10192 1844 0,'0'40'0,"0"-80"47,40 40-31,-40-40-16,0 0 31,0 0-31,0 0 16,0 0-16,0 0 0,0 0 0,0-1 15,0 1-15,0 0 16,0 0-16,0 0 0,0 0 0,0 0 15,0 80 32,0 40-31,0-40-16,0 0 0,0 0 16,0 1-16,0-1 15,0 40-15,40-40 0,-40 0 0,0 0 0,40 0 16,-40 0-16,41 0 0,-41 1 15,0-1-15,0 0 0,0 0 0,40 0 16,-40 0-16,0 0 16,0 0-1,0-80 32,0 0-31,-40 40-1,-1 0 1,1 0-16,0 0 31,40 40-31,-40-40 0,0 0 16,40 40-16,-40-40 0,40 40 0,-40-40 16,0 41-16,-1-41 15,82 0 48,39-41-63,-40 41 15,40-40 1,-40 40-16,0 0 0,1 0 0,-1 0 16,0 0-16,0 0 0,0 0 0,0 0 15,0 0-15,0 0 16,1 0-16,-1 0 0,0 0 15,0 0 1,-40 40 15,-40-40-31</inkml:trace>
  <inkml:trace contextRef="#ctx0" brushRef="#br0" timeOffset="4149.7553">13482 1483 0,'-40'0'16,"80"0"46,-40 40-46,41-40-16,-41 41 0,40-1 0,0 0 16,-40 0-16,0 0 15,40 0-15,-40 0 0,0 0 0,0 0 0,0 0 16,0 1-1,0-1-15,-40-40 0,40-40 47,0-1-47,0 1 16,0 0-16,0 0 0,0 0 0,80 0 0,-80 0 16,40 40-16,-40-40 0,0 0 0,40 0 15,0 40 1,1 40-1,-1-40 1,-40 40-16,40 0 0,-40 0 16,40 0-1,-40 0-15,0 0 0,40 0 0,-40 0 16,0 1-16,0-1 0,0 0 16,0 0-1,0 0-15,40-40 31</inkml:trace>
  <inkml:trace contextRef="#ctx0" brushRef="#br0" timeOffset="4379.6667">14405 1844 0,'0'0'16,"-40"0"-16,0-40 31,120 40-15,161-80-1,-120 80 1,79-40 0,-160 40-16</inkml:trace>
  <inkml:trace contextRef="#ctx0" brushRef="#br0" timeOffset="4579.7304">14486 2085 0,'0'0'0,"-41"0"16,41 40-1,161-120 1,120 40 15,-80 0-15,-81 40-1</inkml:trace>
  <inkml:trace contextRef="#ctx0" brushRef="#br0" timeOffset="4999.7068">16171 1483 0,'-40'0'31,"80"0"-31,-80-40 0,0 40 16,0 0-16,-1 0 15,1 0 1,-40 80 15,40 1-15,40 79-1,40-80 1,80-80 15,1-80-15,-81-40-1,-80-1 17,-40 41-17,39 80 1,-79 40 0,0 0-16</inkml:trace>
  <inkml:trace contextRef="#ctx0" brushRef="#br0" timeOffset="8499.5007">10393 3168 0,'40'0'0,"-120"0"125,39 0-109,1 0-1,0 0 1,40 40-16,-40-40 16,40 40-16,-40-40 0,40 40 0,-40 0 15,0 0-15,40 0 16,0 0-16,0 1 0,0-1 15,0 0-15,0 0 16,40-40-16,-40 40 0,40 0 16,0-40-16,0 40 15,0-40-15,0 0 0,1 0 16,-41-80-16,40 80 0,0-40 0,-40 0 0,40 40 16,-40-40-16,40 0 15,-40-1-15,40 1 0,-40 0 0,0 0 0,0 0 16,0 0-16,0 0 0,0 0 15,0 0-15,0 0 0,-40-1 16,40 1 0,-40 40-16,0 0 0,40-40 0,-40 40 15,0 0 1,-1 0-16,41 40 0,-40-40 0,40 40 16,-40 1-16,40-1 0,0 0 15</inkml:trace>
  <inkml:trace contextRef="#ctx0" brushRef="#br0" timeOffset="9529.4411">13402 3168 0,'-40'0'0,"40"-40"15,-40 40-15,0 0 16,0 0-16,0 0 31,-1 0-31,41 40 0,-40-40 0,40 40 0,-40-40 16,40 40-1,-40 0-15,40 0 0,0 0 16,0 0-16,0 0 0,40-40 16,-40 41-1,40-41-15,0 0 0,1 0 16,-1 0-1,-40-41-15,40 41 0,-40-40 0,0 0 16,0 0-16,0 0 16,0 0-16,0 0 0,0 0 0,0 0 15,-40 0-15,40-1 16,-40 1-16,-1 0 0,1 0 16,40 80 15,0 0-16</inkml:trace>
  <inkml:trace contextRef="#ctx0" brushRef="#br0" timeOffset="9779.429">13803 2967 0,'0'0'16,"0"-40"-1,-40 40 17,0 40-32,40 121 31,-40 39-15,0 1-1,40-161 1,-40 40-16</inkml:trace>
  <inkml:trace contextRef="#ctx0" brushRef="#br0" timeOffset="10269.3974">13683 3328 0,'-40'0'15,"80"0"-15,-80-40 16,80 40-1,80-80 1,1 0 0,-81 40-1,-40-1-15,40-39 16,-40 40-16,0 0 16,0 80 30,0 40-46,-40-40 16,40 1-16,0-1 0,-40 0 0,40 0 16,0 40-16,0-40 15,0 0-15,0 0 0,0 0 0,-40 1 16,40-1-16,40-80 31,0 40-15,-40-41-1,80 41-15,-80-40 0,40 40 0,-40-40 16,40 40-16,1 0 16,-41 40-1,0 0-15,40 1 16,-40-1-16,0 0 16,0 0-16,0 0 15,0 0 1,-40-40-16</inkml:trace>
  <inkml:trace contextRef="#ctx0" brushRef="#br0" timeOffset="10609.3026">14526 3368 0,'0'0'0,"0"-40"31,40 40-15,-40-40-16,80 40 16,-80-40-16,0 0 15,-40 40 1,0 0 0,0 0-16,0 40 15,-1 0 1,1-40-16,40 40 0,-40-40 0,40 40 15,-40 0-15,40 0 16,0 1-16,0-1 0,40 0 16,-40 0-1,40-40-15,-40 40 0,40-40 0,1 0 16,-1 40-16,0-40 0</inkml:trace>
  <inkml:trace contextRef="#ctx0" brushRef="#br0" timeOffset="10929.3609">14967 3248 0,'0'0'15,"0"40"17,0 0-17,0 0 1,0 0-16,0 0 0,0 1 0,0-1 15,0 0-15,0 0 16,-40-40-16,40 40 0,-40-40 16,40-40 15,0-40-15,40 40-1,-40-1-15,40 1 0,0 0 16,0 0-16,1 0 15,-1 40-15,-40-40 0,40 40 16,0 0 0</inkml:trace>
  <inkml:trace contextRef="#ctx0" brushRef="#br0" timeOffset="11359.3345">15409 3168 0,'-41'40'31,"1"0"-16,0 0 1,40 0-16,0 0 0,-40 0 0,40 0 16,0 1-1,0-1-15,40 0 16,0-40-16,0 0 16,1 0-16,-1-40 15,0 0-15,-40-1 16,40 41-16,-40-40 15,40 0-15,-40 80 47,0 0-47,0 1 32,40-41-17,0 0-15,0-41 16,-40 1-16,41 40 0,-41-40 15,40 0 1,-40 0-16,0 0 0,0 0 16,0 0-16,-40 40 15,40-40-15,-41 40 0,41-40 0,-80 40 0,40 0 16</inkml:trace>
  <inkml:trace contextRef="#ctx0" brushRef="#br0" timeOffset="11569.2688">16010 3168 0,'0'40'16,"-40"-40"0,40 80-1,0-40 1,-40 80-1,0 1 1,0-41 0</inkml:trace>
  <inkml:trace contextRef="#ctx0" brushRef="#br0" timeOffset="12249.2824">16372 2967 0,'-41'0'0,"1"0"31,40 40-31,0 0 16,0 1-1,0-1-15,0 0 0,0 0 0,0 0 16,0 0-16,0 0 16,0 0-16,0 0 0,0 0 0,0 1 0,0-1 15,0 0-15,0 0 0,0 0 16,-40-40 0,40 40-16,-40-40 0,0 0 31,40-40-31,0 0 0,0 0 15,40 0-15,-40 0 0,40 40 16,-40-41-16,40 41 0,0-40 0,1 40 0,-41-40 16,40 40-16,0-40 15,0 0-15,0 40 0,0-40 0,0 0 16,0 40-16,1-40 0,-1 0 16,-40 0-16,40 40 15,-40-41-15,0 82 31,-40-1-15,40 0 0,0 0-16,0 0 0,0 0 15,0 0-15,40-40 16,-40 40-16,80-40 16,-40 40-16,0-40 0,0 0 15</inkml:trace>
  <inkml:trace contextRef="#ctx0" brushRef="#br0" timeOffset="15489.0352">4855 5734 0,'0'-40'0,"-40"40"94,0 0-94,0 0 31,0 0-31,0 40 0,0 1 16,-1-1 0,41 0-16,-40 0 0,40 0 0,-40 0 15,40 0-15,0 0 0,0 0 16,0 1-16,0-1 16,40-40-16,-40 40 0,40-40 0,1 40 15,-1-40-15,0 0 16,0 0-16,0 0 0,0 0 15,0-40-15,0 0 16,1 0-16,-41-1 0,40 41 16,-40-40-16,0 0 0,0 0 15,0 0-15,0 0 0,0 0 0,0 0 0,0 0 16,-40-1-16,40 1 0,-41-40 0,41 40 0,-40 0 16,40 0-16,-40-40 15,0 40-15,40-1 0,-40 1 0,40 0 0,-40 0 16,40 0-16,0 0 15,0 0-15,0 0 0,0 0 0,0-1 16,40 1 0,0 40-16,-40-40 0,40 40 0,0 0 15,0 0-15,1 0 16,-41 40-16,0 41 16,40-81-16,-40 40 0</inkml:trace>
  <inkml:trace contextRef="#ctx0" brushRef="#br0" timeOffset="15789.0176">5858 5053 0,'0'-40'16,"-40"-1"-16,0 41 15,0 41 17,-80 119-17,39 81 1,81-161 0,0-40-16,41 160 15,-1-159-15,-40-1 0,80 40 16,-40-40-16,80 0 31</inkml:trace>
  <inkml:trace contextRef="#ctx0" brushRef="#br0" timeOffset="16149.054">6300 5253 0,'0'-40'16,"0"80"-16,0-120 15,0 120 1,0 0 0,40 81-1,0-81-15,-40 80 0,0-80 0,0 40 32,0-40-17,40-80 1,40-40-1,-39 40-15,119-80 16,-120 80-16,40 40 31,-39 40-15,-41 40-16,0 0 16,-41-40-16,-39 121 15,80-121-15,-40 0 0,40 40 31</inkml:trace>
  <inkml:trace contextRef="#ctx0" brushRef="#br0" timeOffset="16338.9682">7383 5574 0,'-40'40'31,"80"-40"0,41 0-31,-41 0 16,0 0-16,0-40 0,0 40 15,0 0-15,0 0 0,-40-40 0,40 40 16,1 0-16</inkml:trace>
  <inkml:trace contextRef="#ctx0" brushRef="#br0" timeOffset="16609.0298">7704 5293 0,'-40'0'0,"80"0"0,-120 0 16,80-40 0,-40 40-1,40 40 1,0 81-1,0 39 1,0-120-16,-40 121 31,40-121-31,-40 0 0,40 80 16,0-80-16,0 0 0</inkml:trace>
  <inkml:trace contextRef="#ctx0" brushRef="#br0" timeOffset="16979.0076">8146 5454 0,'-40'-40'15,"40"0"-15,40-1 16,0 41-16,0 0 15,0 81 1,0-1 0,-40-40-16,0 0 15,0 0-15,-120 121 16,80-121-16,0 0 0,-1 0 16,41-80 15,41 40-31,-41-40 15,40 40-15,0 0 0,0 0 0,0 0 0,0-40 16,0 40-16,0 0 16,1 0-16,-1 0 0,0 0 15,0 0-15,0 0 0,0 0 16,0 0 0</inkml:trace>
  <inkml:trace contextRef="#ctx0" brushRef="#br0" timeOffset="17228.991">9028 5173 0,'-40'0'0,"80"0"0,-80-40 31,80 120-31,1-40 16,-1 40-1,-40-39-15,40 159 16,-40-120-16,0-40 0,-40 121 16,40-81-16,-40-40 0,40 0 15,-81 40-15,41-39 0,0 79 16</inkml:trace>
  <inkml:trace contextRef="#ctx0" brushRef="#br0" timeOffset="17448.9789">9791 5614 0,'0'-40'16,"40"40"-16,40-40 31,-40 0-31,121 0 16,-121 40-16,0 0 0,0 0 15,40 0 1,-39 0 0,-1 40-16</inkml:trace>
  <inkml:trace contextRef="#ctx0" brushRef="#br0" timeOffset="17638.908">10112 6095 0,'-80'0'16,"80"-40"-16,40 40 31,-40-40-31,240 40 16,-199 0-16,39-40 0,-40 40 0,161-40 31,-81 40-31</inkml:trace>
  <inkml:trace contextRef="#ctx0" brushRef="#br0" timeOffset="18428.9208">11436 5534 0,'0'0'0,"40"-40"47,0 40-31,0-40-16,1 40 16,-41-40-1,40 0-15,-40-1 16,0 1-16,40 40 15,-40-40-15,0 0 0,0 0 16,0 0 0,0 0-16,40 40 0,-40-40 15,0 80 48,0 0-63,-40 0 15,40 0 1,0 0-16,-40 0 0,40 0 0,0 1 0,0-1 16,0 0-16,-40 0 15,40 0-15,0 0 0,0 0 0,0 0 0,0 0 16,0 0-16,0 1 0,0-1 0,0 0 16,0 0-16,0 0 15,0 0-15,0 0 16,0 0-1,0 0-15,-41-40 16,1 0 0,0 0-16,0 0 0,0 0 15,0 0-15,0 0 0,0 0 32,-1 0-32,82 0 31,-1 0-16,0 0-15,0 0 16,0 0-16,0 0 0,40 0 0,-39 0 0,-1-40 16,0 40-16,0 0 0,0 0 15,0-40-15,0 40 0,0 0 0,1 0 16,-1 0-16,-80 0 47,-1 0-32,1 0-15,0 0 0,0 0 16,0 0 0,40-40-16</inkml:trace>
  <inkml:trace contextRef="#ctx0" brushRef="#br0" timeOffset="19238.817">15128 5414 0,'-40'-40'0,"-1"40"16,41-41-1,81 41 1,-41 0 0,-40-40-16,40 40 0,0 0 15,0 81-15,0-41 0,-40 0 0,40 0 16,-40 0-16,41 0 0,-41 0 16,0 0-16,0 0 0,0 0 0,0 1 0,0-1 15,-41 0 1,41 0-16,-40-40 0,40 40 0,0-120 31,40 80-31,-40-40 16,41 0-16,-41-1 15,40 1-15,0-40 0,-40 40 0,40 0 0,0 0 16,-40 0-16,40 40 0,0-40 0,-40 0 0,40 40 16,-40-41-16,41 41 0,-1 0 15,0 0 1,-40 41-1,0 39-15,40-80 0,-40 40 0,0 0 16,0 0-16,0 0 0,0 0 16,0 0-16,0 0 0,0 1 0,40-1 0,-40 0 15,0 0-15,0 0 16,40-40-16,0 0 16</inkml:trace>
  <inkml:trace contextRef="#ctx0" brushRef="#br0" timeOffset="19428.8646">16452 5614 0,'-40'0'16,"40"-40"-16,0 0 31,40 40-31,0 0 16,40 0-16,-40 0 15,0 0-15,1-40 0,-1 40 0,0 0 16,0 0 0</inkml:trace>
  <inkml:trace contextRef="#ctx0" brushRef="#br0" timeOffset="19638.7916">16492 5935 0,'-40'40'16,"120"-40"0,-40-40-1,40 40-15,201-120 16,-80 80 15,-161-1-31</inkml:trace>
  <inkml:trace contextRef="#ctx0" brushRef="#br0" timeOffset="19828.7758">17615 5734 0,'-80'0'15,"80"-40"1,40 0-16,81 40 31,-81-40-31,120 0 16,-120 40-16,1 0 0,-1-40 0</inkml:trace>
  <inkml:trace contextRef="#ctx0" brushRef="#br0" timeOffset="20308.8124">18338 5173 0,'40'0'16,"-40"-40"-16,40 40 0,40 0 15,1-40 1,-41 40-16,0 120 16,-40-80-16,0 0 15,-80 121 1,-1-1 15,41-160-15,80 0-1,161 0 1,80-80 15,-40 80-15,-81 0-1,-120 0 1,-80 0 47,0 0-1,0 0-46</inkml:trace>
  <inkml:trace contextRef="#ctx0" brushRef="#br0" timeOffset="21658.7333">6942 6416 0,'0'0'0,"-40"0"32</inkml:trace>
  <inkml:trace contextRef="#ctx0" brushRef="#br0" timeOffset="23098.5739">23273 5013 0,'0'-41'15,"0"1"1,40 40 31,1 0-32,-41 40 1,0 1-16,40-1 0,-40 0 0,0 0 16,40 0-16,-40 0 0,0 0 0,0 0 0,0 0 15,0 1-15,-40-1 16,0 0-16,-1 0 16,41-80 15,41-40-31,-41 39 15,40 1-15,-40 0 0,80-40 0,-40 40 0,-40 0 16,40-40-16,0 39 16,0 1-16,1 0 0,-1 40 0,0-40 0,0 40 15,0 0-15,0 0 32,-40 40-32,0 0 0,0 0 15,0 1-15,0-1 16,0 0-16,40 0 0,-40 0 0,0 0 0,0 0 15,0 40-15,0-39 0,0-1 16,0 0-16,-40 0 0,40 0 0,0 0 0,-40 0 16,40 0-16,0 0 0,0 0 0,0 1 15</inkml:trace>
  <inkml:trace contextRef="#ctx0" brushRef="#br0" timeOffset="23268.6383">24156 5454 0,'0'0'16,"40"0"-16,-40-40 16,0 0-16,40 40 15,161-81 1,-41 81 0,-119 0-1,-1 0-15,0 0 16</inkml:trace>
  <inkml:trace contextRef="#ctx0" brushRef="#br0" timeOffset="23528.6259">24477 5173 0,'0'0'0,"-40"-40"15,0 0 1,40 120-1,0-40 1,40 0 0,-40 40-1,40-39-15,-40 119 16,0-120-16,0 40 16,40 0-1,0-39 1</inkml:trace>
  <inkml:trace contextRef="#ctx0" brushRef="#br0" timeOffset="23868.6024">24798 5374 0,'0'-81'15,"0"162"-15,0-202 0,40 121 0,-40-40 0,40 0 31,81 40-15,-81 0-16,0 0 16,0 0-16,0 120 15,-40 1 1,-120-1 0,80-40 15,40-40-31,40-80 31,0 40-31,0 0 16,80 40 15,-79-40-31,79 40 16</inkml:trace>
  <inkml:trace contextRef="#ctx0" brushRef="#br0" timeOffset="24048.5393">25841 5374 0,'0'0'0,"0"-41"16,81-39 0,-41 40-16,80 0 31,-80 0-31,41 40 15,-41 0-15,0-40 0</inkml:trace>
  <inkml:trace contextRef="#ctx0" brushRef="#br0" timeOffset="24238.5074">25962 5654 0,'-40'0'15,"80"0"-15,-80-40 16,80 40-16,40-40 0,0 0 16,-40 40-16,41 0 0,-41 0 15,160-80 1</inkml:trace>
  <inkml:trace contextRef="#ctx0" brushRef="#br0" timeOffset="24538.4895">27166 5093 0,'-81'40'31,"41"-40"-31,-40 80 16,80 40-1,160-79 16,1-1-15,-41-161 0,-80 1-1,-160 0 17,-40 80-17,-1 120 1,121 0-16</inkml:trace>
  <inkml:trace contextRef="#ctx0" brushRef="#br0" timeOffset="25548.5049">23193 6817 0,'0'0'0,"0"-40"15,0 0 1,0 0 0,40 40-16,0-80 15,0 40 1,81 40 0,-41 80 15,-40 80-16,-80 41 1,-40-161 0,40 40-1,40-120 1,40-80 0,80-41-1,41 41 16,-81 80-15,-40 40 0,0 40-1,-40 0-15,40 121 32,-40-1-17,0-40 1,81-80 15</inkml:trace>
  <inkml:trace contextRef="#ctx0" brushRef="#br0" timeOffset="25748.4935">24236 6777 0,'0'0'15,"40"-40"17,41 0-32,-41 40 0,80-40 15,-80 0-15,0 40 0,1 0 32</inkml:trace>
  <inkml:trace contextRef="#ctx0" brushRef="#br0" timeOffset="25928.4852">24437 6938 0,'-40'0'16,"80"0"-16,-120 0 0,160 0 31,-80-40-31,40 40 0,0 0 0,121-41 31,-1 41-15,-120 0-16</inkml:trace>
  <inkml:trace contextRef="#ctx0" brushRef="#br0" timeOffset="26128.4174">25360 6777 0,'0'0'0,"-80"0"0,160-40 16,40 40 15,1 0-31,39-40 31,-120 0-31</inkml:trace>
  <inkml:trace contextRef="#ctx0" brushRef="#br0" timeOffset="26418.3801">25962 6496 0,'40'0'0,"0"0"16,0 0-16,0-40 15,0 40-15,1 0 16,-1 0-16,0 40 0,-40 1 15,0-1 1,0 0-16,-40-40 0,40 40 0,-40 0 16,-1 0-16,1-40 0,40 40 15,40-40 17,1 0-17,-1 0-15,0 0 0,0 0 0,0 0 0,40 0 16,-40 0-16,1-40 0,39 40 15,-40 0-15,40 0 0,-40 0 0,41-40 16,-41 0-16</inkml:trace>
  <inkml:trace contextRef="#ctx0" brushRef="#br0" timeOffset="29028.3046">11155 5173 0,'0'0'0,"40"0"0,-40-40 16,-40 80 78,40 0-94,-80-40 0,80 40 0,-40 0 15,40 0-15,-40 1 0,40-1 16,-40 0-16,40 40 0,0-40 0,0 0 0,0 40 16,0-40-16,0 41 15,0-41-15,40 40 0,-40-40 0,40 40 0,-40-40 16,40 41-16,-40-41 0,0 0 15,0 0-15,0 40 0,0-40 0,0 0 0,0 41 16,-40-41-16,40 0 16,-80 0-16,80 40 0,-41-40 0,1 0 0,0 0 15,0 1-15,0-1 0,40 0 0,-40-40 16,40-40 0,0 0-1,40-1 1,-40 1-16,40 40 0,-40-40 15,40 40 1,0 0-16,0 40 16,1 41-16,-41-41 0,0 0 0,40 0 15,-40 40-15,0-40 0,40 40 16,-40 1-16,0-41 0,0 40 0,0 0 16,0-40-16,0 40 0,0 1 15,0-1-15,40-40 0,-40 40 0,0 0 0,0-40 16,40 1-16,-40 39 15,40-40-15,-40 0 0,40-40 0,-40 40 0,40-40 16,-40 40-16,41-40 0,-1 40 16,0-40-16,0 0 0,0 40 0,0-40 15,0 41-15,0-41 16,1 0 0,-41 40-16,0-80 31,40 40-31</inkml:trace>
  <inkml:trace contextRef="#ctx0" brushRef="#br0" timeOffset="29408.281">12158 7579 0,'0'0'16,"0"-40"0,-40 40-16,0 0 15,40 40-15,0 81 32,-40-1-32,40 0 15,40 41 1,80-81 15,41-160-15,-81-121-1,-80-39 1,-160 159 15,-41 121-15,41 161-1</inkml:trace>
  <inkml:trace contextRef="#ctx0" brushRef="#br0" timeOffset="32008.1264">4655 9625 0,'-40'0'31,"-1"0"-15,1 0 15,40 40-15,0 0-16,-40-40 16,40 40-16,0 0 0,-40-40 0,40 40 0,0 0 15,0 0-15,0 1 16,-40-41-16,40 40 0,0 0 0,0 0 0,0 0 15,40 0-15,0 0 16,0-40-16,0 0 16,1 0-16,-1 0 0,0-40 15,0 0 1,-40 0-16,40 0 0,-40 0 16,0 0-16,0-1 15,0 1-15,0 0 0,0-40 0,0 40 0,0 0 16,0 0-16,0 0 15,0-1-15,0 1 0,0-40 0,-40 80 0,40-40 16,0 0-16,0 0 0,0 0 0,0 0 16,0 0-16,0-1 15,40 1-15,0 40 0,-40-40 16,40 40-16,0 0 16,1 0-16,-41 40 0,40 0 15,-40 41 1</inkml:trace>
  <inkml:trace contextRef="#ctx0" brushRef="#br0" timeOffset="32308.1095">5537 9023 0,'-40'-40'31,"80"80"-31,-120-80 16,40 40-16,40 40 0,-40 40 16,0-40-16,0 161 15,0 80 17,40-41-17,120 1 1,-40-161 15,0-80-31</inkml:trace>
  <inkml:trace contextRef="#ctx0" brushRef="#br0" timeOffset="32648.0891">5939 9304 0,'0'-40'15,"0"80"-15,-40-80 0,40 80 16,0 0-16,40 40 16,-40 0-1,40 81 1,-40-1 0,0-200 15,120-80-16,41-41 1,-41 41 0,-40 160 15,-80 201-15,-40-41-1,-40-39 1</inkml:trace>
  <inkml:trace contextRef="#ctx0" brushRef="#br0" timeOffset="35947.8985">7263 9865 0,'0'-40'31,"0"0"16,0 0-31,40 40-1,0 0 1,0-40 0,0 40-1,1-40-15,-1 40 0,0-40 16,0 40-16,0 0 15,-40-40-15,40 40 0,0 0 16,0 0-16,1 0 16</inkml:trace>
  <inkml:trace contextRef="#ctx0" brushRef="#br0" timeOffset="36237.8066">7624 9344 0,'0'0'0,"-40"0"0,40-40 0,-40 40 0,40-40 15,0 0 1,-40 40-16,40 40 31,0 0-15,0 0-1,0 0-15,-40 0 0,40 0 16,0 0-16,0 0 0,0 1 0,0-1 0,0 0 16,0 0-16,0 0 15,0 0-15,0 0 0,0 0 16,0 0-16</inkml:trace>
  <inkml:trace contextRef="#ctx0" brushRef="#br0" timeOffset="36947.8374">8427 9184 0,'0'0'0,"0"-41"31,-41 41 1,1 0-17,40 41 1,-40-41-16,0 40 0,0-40 15,0 40 1,0-40-16,0 40 0,-1-40 16,41 40 109,0 0-110,0 0-15,0 0 0,0 0 0,0 0 16,0 1-16,0-1 16,0 0-16,0 0 0,0 0 15,0 0 1,41-40-1,-1 0 1,0 0-16,0 0 0,0 0 16,-40 40-1,40-40-15,-40 40 16,0 0-16,0 1 0,-40-1 16,-40 0-16,80 0 15,-40-40-15,40 40 0,0 0 0,-81-40 0,81 40 16,-40-40-16,40 40 15,-40-40-15,40 40 0,-40-40 0,0 0 16,0 0-16,40-40 16,0 0-16,0 0 15</inkml:trace>
  <inkml:trace contextRef="#ctx0" brushRef="#br0" timeOffset="37187.8241">8707 9224 0,'0'0'0,"41"0"0,-1 0 31,-40 40-31,40 40 16,-40 161-1,-40-1 16,-41-79-15,-39-41 0,120-80-16</inkml:trace>
  <inkml:trace contextRef="#ctx0" brushRef="#br0" timeOffset="37397.8107">9069 9825 0,'0'-40'0,"80"40"0,40-120 31,-80 80-31,121 0 31,-121 40-31</inkml:trace>
  <inkml:trace contextRef="#ctx0" brushRef="#br0" timeOffset="37587.7255">9510 10066 0,'0'0'16,"0"-40"-16,160-40 31,41-1-15,-161 81-16,81 0 15</inkml:trace>
  <inkml:trace contextRef="#ctx0" brushRef="#br0" timeOffset="38547.7441">11717 8782 0,'0'0'16,"-40"-40"-16,0 40 0,0 0 0,-1 0 16,41 40-1,-80 81 1,40-41-1,0 201 1,40-201-16,0 161 16,0-121-1,40 80 1,-120-39 0,-41-81 15,41-40-16,80-120 1,0 40 0,80-80-1,41 120 1,-41 40 15,-40 120-15,40 0-1,-39-39 1,-41-41-16,40 80 31,0-39-31,0-1 32,40-40-17,0-120 1,1-40-1,-41 80-15</inkml:trace>
  <inkml:trace contextRef="#ctx0" brushRef="#br0" timeOffset="39277.7021">12600 9304 0,'-40'0'0,"80"0"0,-80 40 15,80-40 1,0 0-1,-40-40 1,40 40-16,-40-40 0,0 0 0,40 0 16,0-1-16,-40 1 0,0 0 15,0 0-15,0 0 16,0 0-16,-40 0 0,40 0 16,0 80 15,0 0-16,0 0-15,0 0 0,0 0 16,0 0-16,0 0 0,0 1 0,0-1 0,0 0 16,0 0-16,0 0 0,0 0 15,0 0-15,0 0 0,0 0 0,0 0 0,0 1 16,0-1-16,40 0 16,-40 0-16,0 0 0,0 0 15,0 0-15,0 0 16,0 0-1,-40-40 1,0 0 0,0 0-16,0 0 15,40 41 1,-40-41-16,-1 0 16,1 0 15,80 0 0,1 0-31,39-41 16,-40 41-1,0 0-15,0 0 0,-40-40 0,40 40 0,0-40 16,1 40-16,-1-40 16,0 40-1</inkml:trace>
  <inkml:trace contextRef="#ctx0" brushRef="#br0" timeOffset="40107.6531">14847 9023 0,'-40'-40'0,"80"80"0,-80-120 31,80 40-31,0 40 15,80 0 1,-39 40 0,-1 80-16,-80-40 15,-40 161 1,0-161 0,-1 0-1,41-120 16,41-80-15,79-40 0,0 39-1,-39 121 17,-41 81-17,0 119 1,-40-120-1,0 81 1,0-81 0,80-40 15,-40-40-31</inkml:trace>
  <inkml:trace contextRef="#ctx0" brushRef="#br0" timeOffset="40317.6421">16331 9344 0,'-40'0'15,"80"0"-15,-240-40 16,200 0-16,0 0 16,40 40-1,40 0 1,41 0 15,-1 0-15,0 0-16</inkml:trace>
  <inkml:trace contextRef="#ctx0" brushRef="#br0" timeOffset="40537.5527">16492 9504 0,'-120'40'16,"240"-80"-16,-240 121 0,79-81 31,82 0-31,-1-41 16,160 1 0,-79 40-1,-41-40 1,-40 40-16</inkml:trace>
  <inkml:trace contextRef="#ctx0" brushRef="#br0" timeOffset="40737.5465">17415 9384 0,'0'0'0,"-40"0"15,0 0-15,40-40 16,160 0 0,41 0-1,-121 0 1,0 40 0</inkml:trace>
  <inkml:trace contextRef="#ctx0" brushRef="#br0" timeOffset="41477.5738">19020 8742 0,'0'0'0,"0"-40"16,0 0-16,-40 40 31,40-40-15,-40 40 0,-41 0-1,41 0 1,-80 80-1,-81-80 1,121 40 0,80 0-1,40-40 63,-40 41-78,40-1 16,-40 0-16,40 0 0,-40 0 16,0 0-16,0 0 15,41 0-15,-41 0 0,0 1 0,0-1 16,0 0-16,40-40 16,0 0-16,-40 40 15,40-40-15,0 0 16,0 0-16,0-40 15,0 40-15,-40-40 0,41 40 16,-41-40 0,40 40-16,-40 40 31,0 0-15,0 0-16,0 0 15,0 0-15,0 0 0,0 0 16,-40 0-1,40 0-15,-41-40 0,41 41 0,-80-41 16,80 40-16,-40-40 0,0 40 0,0-40 0,0 0 16,0 40-16,-1-40 0,1 0 15,0 0-15,0 0 0,-40 0 0,40 0 0,-41 40 16,1-40-16,0 0 16</inkml:trace>
  <inkml:trace contextRef="#ctx0" brushRef="#br0" timeOffset="44277.4088">8908 17365 0,'0'-40'0,"0"0"31,0 0 1,40 40 14,0 0-46,0 0 16,1 0-16,-1 0 16,0 0-16,0 0 0,0 0 0,0 0 15,0 0-15,0 0 0,1 0 16,-1 0-16,0 0 0,0 0 0,0 0 0,0 0 16,0 0-16,0 0 15,1 0-15,-1 0 0,0 0 0,0 0 0,40 0 16,-40 0-16,41 0 0,-1 0 15,0 0-15,0 0 0,-40 0 0,41 0 0,39 0 16,-40 0-16,1 0 0,39 0 0,-40 0 0,1 0 16,39 0-16,-40 0 15,41 0-15,-41 0 0,0 0 0,40-40 0,-39 40 16,-1 0-16,0 0 0,0 0 16,1 0-16,-1 0 0,0 0 0,0 0 0,1 0 15,-41 0-15,40 0 16,0 0-16,1 0 0,-41 0 0,40 0 0,0 0 15,0 0-15,1 0 0,-1 0 0,0 0 0,0 0 16,41 0-16,-41 0 0,0 0 16,41 0-16,-41 0 0,40 0 0,1 0 0,-41 0 15,40 0-15,-39-41 16,39 41-16,-40 0 0,41 0 0,-41 0 0,0 0 16,41 0-16,-41-40 0,0 40 15,40 0-15,-39 0 0,39 0 0,-40 0 0,1 0 16,39 0-16,-40 0 15,0-40-15,1 40 0,39 0 0,-40 0 0,1 0 16,39 0-16,-40 0 0,0 0 0,1 0 0,39 0 16,-80 0-16,40 0 0,1 0 15,-1 0-15,0 0 0,0 0 0,1-40 0,-1 40 16,0 0-16,0 0 16,1 0-16,-1 0 0,40 0 0,-39-40 0,-1 40 15,40 0-15,-40 0 0,1 0 16,-1 0-16,0 0 0,1 0 0,-1 0 0,-40 0 15,40 0-15,0 0 0,1 0 0,-41 0 0,40 0 16,-40 0-16,40 0 16,-39 0-16,39 0 0,-40-40 0,40 40 0,0 0 15,1 0-15,-1 0 0,-40 0 16,80 0-16,-39 0 0,-1-40 0,0 40 0,0 0 16,1 0-16,-1 0 15,0 0-15,0 0 0,1 0 0,-1 0 0,0 0 16,0 0-16,41 0 0,-41 0 15,0-40-15,1 40 0,-1 0 0,0 0 0,0-40 16,1 40-16,-1-40 0,0 40 0,0 0 0,1 0 16,-1-41-16,0 41 15,0 0-15,1-40 0,-1 40 0,40 0 0,-39 0 16,-1-40-16,40 40 0,-40 0 16,1 0-16,39 0 0,-40 0 0,41 0 0,-41 0 15,0-40-15,41 40 16,-41 0-16,0 0 0,0 0 0,1 0 0,-1 0 15,0 0-15</inkml:trace>
  <inkml:trace contextRef="#ctx0" brushRef="#br0" timeOffset="46107.2693">16572 12994 0,'0'40'15,"0"0"95,0 0-110,0 0 15,0 0 1,0 0-16,0 0 16,0 0-16,-40 0 15,40 1 1,0-1-16,0 0 0,0 0 0,0 0 16,0 0-16,0 0 0,0 0 15,0 0-15,0 1 0,0-1 0,0 0 16,0 0-16,0 0 15,0 0-15,0 0 0,0 0 0,-40 0 16,40 0-16,0 1 0,0-1 0,-40 0 16,40 0-16,0 0 0,0 0 15,0 0-15,0 0 0,0 0 0,0 1 16,0-1 0,-40 0-16,40 0 0,0 0 0,0 0 15,0 0-15,0 0 16,0 0-16,0 0 0,0 1 0,0-1 0,0 0 15,0 0-15,0 0 0,0 0 0,0 0 16,0 0 0,0 0-16,0 1 0,0-1 0,0 0 15,0 0-15,0 0 0,0 0 16,0 0-16,0 0 0,0 0 0,0 0 16,0 1-1,0-1-15,0 0 0,0 0 16,-40 0-16,40 0 15,0 0-15,0 0 16,0 0-16,0 1 16,0-1-1,0 0 1,0 0-16,0 0 16,0 0-16,0 0 15,0 0 1,0 0-16,0 0 15,0 1-15,0-1 16,0 0 0,0 0-1,0 0 1,0 0 0,0 0-1,0 0-15,-41-40 16,41 40-16,0 1 15,0-1-15,0 0 16,0 0 0,0 0-16,0 0 15,0 0-15,0 0 32,0 0-32,0 0 15,0 1 1,0-1-1,-40 0 1,40 0 0,-40-40 15,0 0-15</inkml:trace>
  <inkml:trace contextRef="#ctx0" brushRef="#br0" timeOffset="52776.9152">21267 1844 0,'40'0'15,"-40"-40"16,-40 40-31,0 0 32,0 0-17,0 0-15,-1 0 0,41 40 16,-40-40 0,40 40-16,-40-40 0,40 40 0,-40 1 0,40-1 15,-40-40-15,40 40 16,0 0-16,0 0 0,0 0 0,40 0 15,0 0-15,0 0 16,0-40 0,1 41-16,-1-41 15,0 0 1,0-41 0,-40 1-1,0 0-15,0 0 0,0 0 16,40 0-16,-40 0 0,0 0 0,0 0 15,0-1-15,0 1 0,0 0 16,0-40-16,0 40 0,0 0 0,0 0 0,0 0 16,0 0-1,40-1-15,-40 1 0,40 0 0,0 0 16,1 40-16,-41-40 0,40 40 16,0 0-16,-40-40 0,40 40 0,0 0 31,0 0-31</inkml:trace>
  <inkml:trace contextRef="#ctx0" brushRef="#br0" timeOffset="53116.8922">22310 1203 0,'-80'0'31,"40"0"-31,0 40 32,40 0-32,-40 80 31,40 81-16,0-1 1,40-39 0,40-81 15,-40-40-31</inkml:trace>
  <inkml:trace contextRef="#ctx0" brushRef="#br0" timeOffset="53476.8721">22551 1644 0,'0'-40'16,"0"80"-16,0-120 15,0 120 17,0 0-17,40-40-15,-40 40 16,0 0-16,0 0 0,0 0 15,0 0-15,0 0 0,40-40 32,-40-40-17,40 0 1,1 0-16,-41 0 0,40 0 16,0 40-16,0-40 15,0 40-15,-40 40 16,0 0-1,0 0 1,0 0-16,0 0 0,0 0 16,0 0-16,0 1 15,0-1-15</inkml:trace>
  <inkml:trace contextRef="#ctx0" brushRef="#br0" timeOffset="53666.8611">23193 1924 0,'-40'0'16,"80"0"-16,-40-40 31,40 40-31,40-40 16,-39 40-16,39-40 0,-40 40 0,40-40 15</inkml:trace>
  <inkml:trace contextRef="#ctx0" brushRef="#br0" timeOffset="54036.7638">23795 1403 0,'-40'0'16,"80"0"-16,-80-40 15,80 40-15,40 0 16,41 0 0,-81 0-16,0 40 15,-40 0-15,0 40 16,-161 81 15,81-41-15,120 0-1,40-79 1,-39 39 15,-41-40-31,-41 40 32,-39-80-32,-80 80 15,120-80-15,-1 0 0,-39 0 16</inkml:trace>
  <inkml:trace contextRef="#ctx0" brushRef="#br0" timeOffset="54256.826">24276 1443 0,'0'0'0,"81"0"16,39 40 15,-80 0-31,0 1 0,-40 79 31,0 40-15,-40-120-16,-40 81 16,40-81-16,0-40 0,40 80 15</inkml:trace>
  <inkml:trace contextRef="#ctx0" brushRef="#br0" timeOffset="54446.8148">24798 1844 0,'0'-40'15,"0"0"-15,120-80 16,-39 80-16,-41 0 0,201-1 31,-201 1-31,0 40 0,0 0 0,40 0 16</inkml:trace>
  <inkml:trace contextRef="#ctx0" brushRef="#br0" timeOffset="54616.8045">25079 1965 0,'-80'40'32,"120"-40"-32,40 0 15,0-40 1,-40 40-16,121-41 31,-121 1-31</inkml:trace>
  <inkml:trace contextRef="#ctx0" brushRef="#br0" timeOffset="55466.6851">26804 922 0,'-40'0'31,"0"0"-31,0 0 16,0 0-1,0 0-15,40 40 0,-40-40 0,40 40 16,-40 0-16,40 0 0,-41 0 0,41 0 0,0 1 15,-40-1-15,40 0 0,0 0 16,0 0-16,0 0 0,0 0 0,0 0 0,40 0 16,-40 1-16,0-1 15,0 0-15,0 0 0,0 0 0,0 40 0,0-40 16,0 0-16,-40 0 16,40 1-16,-40-1 0,0 0 0,0-40 15,0 40-15,0-40 16,40 40-16,40-80 31,0 40-15,0 0-16,-40-40 0,40 40 0,-40 40 31,40-40-31,-40 80 0,0-40 0,40 0 16,-40 41-16,0-41 15,0 0-15,41 0 0,-41 0 0,0 0 0,0 0 16,40 40-16,-40-40 0,0 1 0,0-1 0,40-40 15,-40 40-15,0 0 16,40-40-16,-40 40 0,40 0 0,0 0 16,0-40-1,0 0-15,1 0 0,-1 0 0</inkml:trace>
  <inkml:trace contextRef="#ctx0" brushRef="#br0" timeOffset="56266.6362">27567 1162 0,'0'81'16,"40"-81"-16,0 0 15,0 0 1,0 0-16,-40-40 15,40-41 1,-40 41 0,0 0-16,0 0 0,0 0 15,41 40 1,-41-40-16,40 0 0,-40 0 31,0 120-15,0-40-1,0 0-15,0 0 16,0 0-16,0 0 0,0 0 0,0 41 0,0-41 16,40 0-16,-40 40 0,0-40 15,40 0-15,-40 41 0,0-41 0,0 0 0,0 0 16,0 0-16,0 0 16,0 0-16,0 0 0,0 0 0,0 0 15,-40-40 16,0 0 1,0 0-32,-1 0 15,1 0-15,80 0 47,1 0-31,-1 0-16,0 0 0,0 0 0,40-40 15,-40 40-15,41 0 0,-41 0 16,0-40-16,40 40 0,-40 0 0,0 0 0,0-40 16,-80 40 31,0 0-32,0 0 1</inkml:trace>
  <inkml:trace contextRef="#ctx0" brushRef="#br0" timeOffset="56926.6701">30215 1082 0,'-40'0'32,"80"0"-32,-80-40 0,40 0 15,120 40 1,-39 0 15,-41 40-15,-40 80-1,0-79-15,-40 79 16,40-80-16,0 0 0,-40 40 31,40 1-15,0-162 0,0 1 15,40 40-31,80-120 15,-80 119-15,40-79 16,-39 80 0,-41 120 15,0 0-31,0 81 31,80 39-15,-40-79-1,40-41 1</inkml:trace>
  <inkml:trace contextRef="#ctx0" brushRef="#br0" timeOffset="57126.6614">31058 1363 0,'0'0'15,"0"-40"-15,0 0 16,120-40 0,-40 39-1,121 1 1,-161 40-16,40-40 16,-39 40-16,-1 0 15</inkml:trace>
  <inkml:trace contextRef="#ctx0" brushRef="#br0" timeOffset="57296.6486">31499 1363 0,'0'0'16,"-40"40"-16,0-40 16,80 0 15,0 0-31,0-40 0,0 40 15,1 0-15,-1 0 0,0-40 0,0 40 16</inkml:trace>
  <inkml:trace contextRef="#ctx0" brushRef="#br0" timeOffset="57746.6219">31981 761 0,'0'0'0,"40"-80"31,80 80-15,-80 40 0,0 41-1,1-81-15,-41 120 16,-81-80-16,41-40 15,0 80 1,0 0 0,40-40 15,120 1-15,-80-1-1,41 0 1,-41 0-16,-40 0 0,0 0 15,0 0 1,-201 40 0,-80-39-1,41-1 17,119-40-32</inkml:trace>
  <inkml:trace contextRef="#ctx0" brushRef="#br0" timeOffset="59306.4586">28730 922 0,'41'0'16,"-1"0"-1,0 0-15,0 0 16,0 0 0,-40-40-16,0 80 46,0 0-46,0 0 0,-40 0 16,40 0-16</inkml:trace>
  <inkml:trace contextRef="#ctx0" brushRef="#br0" timeOffset="59466.5222">28771 1804 0,'0'40'16,"0"-80"-16,0 120 0,0 1 31,0-41-31,0 0 16,-41 40-1</inkml:trace>
  <inkml:trace contextRef="#ctx0" brushRef="#br0" timeOffset="62746.2561">19060 16844 0,'0'40'62,"0"0"16,0 0-78,0 0 0,0 0 16,0 0-1,0 0-15,0 0 0,0 1 16,0-1-16,0 0 16,0-80 31,0-41-32,0 41-15,0 0 16,0 0-16,0 0 0,0 0 15,0 80 32,0 0-31,0 0-16,0 0 16,0 0-16,0 1 0,0-1 0,0 0 15,-40-40-15</inkml:trace>
  <inkml:trace contextRef="#ctx0" brushRef="#br0" timeOffset="63366.2196">19100 17926 0,'-40'0'0,"40"-40"16,-40 40-16,40-40 15,0 0 1,40 40-1,-40-40-15,40 40 0,0 0 16,-40-40-16,40 40 0,1 0 16,-1 0-16,0 0 31,-40 40-31,0 0 16,0 0-16,0 0 15,-80-40-15,80 40 0,0 1 0,-81-1 16,81 0-16,-40-40 0,40 40 15,-40-40-15,40 40 32,40-40-17,-40 40-15,40-40 16,0 0 0,-40 40-16,41-40 15,-41 40 1,0 0-16,0 1 15,-41-41-15,41 40 16,-80-40 0,40 0-16,0 0 0,0 0 15,0 0-15,0-40 16,-1 40-16,1-41 0,0 41 16,40-40-16,-40 40 15</inkml:trace>
  <inkml:trace contextRef="#ctx0" brushRef="#br0" timeOffset="64436.1554">17776 17044 0,'0'0'0,"0"-40"47,40 40-31,-40 40 124,0 0-124,0 0-16,0 0 15,0 1 1</inkml:trace>
  <inkml:trace contextRef="#ctx0" brushRef="#br0" timeOffset="65906.0726">17254 17205 0,'0'0'0,"0"-41"47,0 1-31,0 0 15,-40 40 16,0 0-32,0 0 1,40 40 15,-40-40-15,40-40 62,0 0-47,-40 40-15,0 0-16,40 40 187,0 0-171,0 0-16,0 1 0,0-1 16,0 0-1,0 0-15,0 0 0,0 0 16,0 0-16,0 0 0,0 0 15,0 1-15</inkml:trace>
  <inkml:trace contextRef="#ctx0" brushRef="#br0" timeOffset="68705.9074">15368 17205 0,'0'40'16,"0"-80"374,0-1-358,0 1 61,0 0-46,0 0-15,0 0-17,41 40 32,-41 40 31,0 0-78,0 0 16,0 0-16,0 1 0,0-1 15,0 0 1,0 0-16,0 0 16</inkml:trace>
  <inkml:trace contextRef="#ctx0" brushRef="#br0" timeOffset="69605.8562">14445 17285 0,'0'-40'79,"0"0"-64,0-1 110,-40 41-125,40 41 156,0-1-140,0 0-16,0 0 16,0 0-16,0 0 0,0 0 15,0 0 1,0 0-16</inkml:trace>
  <inkml:trace contextRef="#ctx0" brushRef="#br0" timeOffset="70155.8961">13723 18087 0,'0'0'0,"40"-40"32,0 40-17,-40-40 1,0 0-1,41 40 17,-1 0-1,0 0-31,40 0 31,81 0-15,-121 0-16</inkml:trace>
  <inkml:trace contextRef="#ctx0" brushRef="#br0" timeOffset="70485.8019">14285 17846 0,'40'0'16,"-40"-40"-1,40 40-15,0-40 0,0 40 16,1-40 0,-1 40-16,0 0 0,0 0 15,-40 40-15,0 40 16,0-40-16,0 0 0,-40 1 16,40-1-16,0 0 15,-40 0-15,40 0 0,-40-40 0,40 40 0,-41 0 16,41 0-16,41-40 31,-1 0-31,-40-40 0,40 40 0,0 0 16,0 0-1,0 0-15,-40-40 0,40 40 16,1 0 0</inkml:trace>
  <inkml:trace contextRef="#ctx0" brushRef="#br0" timeOffset="71565.812">13041 17365 0,'0'0'16,"0"-40"125,0 0-79,40 40-46,0 0 15,0 0 0,1 0-31,-1 0 16,-40-40 78,0 0-63,0 80 47,0 0-62,0 0-1,-40-40-15,40 40 0,-41-40 16,41 40-16,0-80 47,41-40-32,-41 40-15,0 0 32,0 80-1,0 0-16,0 0-15,0 0 16,0 0 0,0 0-16</inkml:trace>
  <inkml:trace contextRef="#ctx0" brushRef="#br0" timeOffset="74145.6644">12439 18127 0,'0'40'375,"-40"-40"-360,80 0 376,0-40-32,0 40-343,1 0-16,-1 0 16,0 0 15</inkml:trace>
  <inkml:trace contextRef="#ctx0" brushRef="#br0" timeOffset="74895.6198">12881 17926 0,'0'0'0,"0"-40"47,40 40-47,-40-40 16,40 40-16,0 0 0,-40-40 15,40 40 1,0 0-1,-40 40 1,0 0 0,0 0-16,0 1 15,-40-41-15,40 40 0,0 0 16,0 0 0,0 0-1,40-40 1,0 0-16,0 0 15,1 0-15,-1 0 32,-40 40-1,-40-40-31,40 40 0,-81-40 0,41 40 0,0 0 16,0-40-16,0 41 0,-40-41 0,-1 40 15,41-40 1,0 0-16,0 40 0,0-40 0,0 0 0</inkml:trace>
  <inkml:trace contextRef="#ctx0" brushRef="#br0" timeOffset="75715.5207">12198 17245 0,'0'80'203,"0"-40"-171,0 0-17,0-80 32,0 0-47,41 0 16,-41 0-1,0 0-15,0-1 0,0 1 0,0 0 16,0 0 0,-41 40-16,41 40 78,-40-40-78,40 40 0,0 0 15,0 1 1,0-1-16,-40-40 16,40 40-16,0 0 15,-40-40-15,40 40 16</inkml:trace>
  <inkml:trace contextRef="#ctx0" brushRef="#br0" timeOffset="76115.5466">11597 17886 0,'-41'0'16,"82"-40"78,-1 40-63,0 0-31,0 0 0,0 0 16,0 0-16,0-40 0</inkml:trace>
  <inkml:trace contextRef="#ctx0" brushRef="#br0" timeOffset="76435.5298">12118 17646 0,'0'0'0,"40"0"15,-40 40 1,-80 0-1,0 40 17,80-40-32,0 0 31,40-40-31,0 0 16,0 0-16,0-40 15,0 40 1,-40-40-16,41 40 15,-41-40 1</inkml:trace>
  <inkml:trace contextRef="#ctx0" brushRef="#br0" timeOffset="76625.5181">12239 17766 0,'-41'0'0,"1"0"0,40-40 15,-40 40 1,40 80 31,0-40-32,0 0 1,-40 0-16,40 1 0,0-1 16,0 0-16,0 0 0,0 0 0,-40 0 15</inkml:trace>
  <inkml:trace contextRef="#ctx0" brushRef="#br0" timeOffset="77145.4886">10955 17245 0,'0'40'141,"0"0"-126,0 0 1,0 0-16,0 0 0,0 0 16,0 0-16,40-40 0,-40 41 0,0-1 15,0 0 1</inkml:trace>
  <inkml:trace contextRef="#ctx0" brushRef="#br0" timeOffset="77455.4695">10473 18127 0,'0'0'0,"-40"0"0,80-40 31,40 0-15,-80 0-16,40 40 15,0 0-15,-40-40 0,41 40 16,-1-41-16,0 41 16,0 0-1,0 0-15</inkml:trace>
  <inkml:trace contextRef="#ctx0" brushRef="#br0" timeOffset="77875.3924">11195 17846 0,'0'0'15,"40"-40"1,-40 0 0,-40 40-1,0 0 1,-40 40 15,40 0-15,0 40-1,80-80 17,80 41-17,-80-41-15,41 120 31,-41-40-15,-80 40 0,-121-39 15,81-162-15</inkml:trace>
  <inkml:trace contextRef="#ctx0" brushRef="#br0" timeOffset="77975.4394">11115 17686 0,'0'0'0,"0"-40"0,40 40 0,0-40 0,41 0 31,-1-1-15,-40 41-16,0-40 16,0 40-16</inkml:trace>
  <inkml:trace contextRef="#ctx0" brushRef="#br0" timeOffset="89274.7061">19020 16924 0,'0'40'0,"0"-80"188,0 0-157,0 0-31,40 40 0,-40-40 0,0-1 15,40 1 1,-40 0-16,0 0 16,0 0-16,0 0 15,0 0-15,0 0 16,40 0-16,-40-1 31,0 1-31,0 0 16,0 0-1,0 0-15,0 0 16,0 0 0,0 0-16,0 0 15,0 0 1,0-1 0,0 1-16,0 0 31,0 0-31,0 0 15,0 0 1,0 0-16,0 0 16,0 0-1,0-1 1,0 1 15,0 0-31,0 0 31,0 0-31,0 0 32,0 0-17,0 0 17,0 0-17,0 0 1,0-1-1,0 1 17,0 0-1,0 80 250,0 0-281,0 1 31,0-1-15,0 0 0,0 0-16,0 0 15,0 0 1,0 0-16,0 0 16,40-40-16,-40 40 0,0 0 15,0 1-15,41-1 16,-41 0-16,0 0 15,0 0 1,0 0-16,0 0 16,0 0-1,0 0-15,0 1 16,0-1-16,0 0 31,-41-40-15,-39-40-1</inkml:trace>
  <inkml:trace contextRef="#ctx0" brushRef="#br0" timeOffset="103303.9584">13202 17285 0,'0'0'0,"0"40"156,0-80-15,0 0-78,0 0-32,0-1 0,0 1-15,0 0-1,0 0 1,0 0-16,0 0 47,0 0-16,0 0 0,0 0-15,0 0 0,0-1 15,0 1 0,0 0 16,-41 40-47,41-40 16,0 0-1,0 0 16,0 0 1,0 0 15,0 0-32,0-1 1,0 1 15,0 0 0,0 0-15,0 0 31,0 0-32,0 0 17,0 0 46,41 0-63,-41 0 17,0-1-17,0 1 17,0 0-17,0 0 16,0 0-15,0 0 0,0 0-1,0 0 17,0 0-17,40 40-15,-40-41 16,0 1 15,0 0-15,0 0-1,0 0-15,0 0 16,0 0-16,0 0 16,0 0-1,0 0 1,0-1-1,0 1 1,0 0 0,0 0-16,0 0 15,0 0 1,0 0 0,0 0-1,0 0 1,0-1-16,0 1 15,0 0 1,0 0-16,0 0 16,0 0-1,-40 40-15,40-40 0,0 0 16,0 0 15,0 0-31,0-1 31,-41 41-31,41-40 0,0 0 32,0 0-17,0 0-15,41 0 32,-41 0-17,0 0 1,0 0 15,0-1-15,0 1-1,0 0 1,40 40 15,-40-40-31,0 0 31,0 0 1,0 0-17,0 0 1,0 0 0,40 0-1,-40-1 16,0 1-15,0 0 15,0 0 1,0 0-17,0 0 16,0 0-15,0 0 15,0 0 32,-40 40 15,0 0 31,80 0-15,-40 40-63,0 0-31,0 0 16,0 0-16,-40-40 16,40 40-16,0 0 0,-41 0 15,1-40-15,40 40 16,0 1-1,-40-41-15,40-41 32,0 1-17,-40 40-15,40-40 0,0 0 0,0 0 16,0 0 0,0 0-16,0 0 0,40 40 15,-40-40-15,40 40 16,-40-41-16,40 41 31,1 0-15,-41 41-16,40-41 15,-40 40-15,0 0 16,0 0-16,-40-40 31,40 40-31,-41-40 16,41-40 15,0 0-15,0 0-16,0 0 15,41 40-15,39 0 0,-80-41 0,40 41 16,0 0-16,0 0 16,0 0-16,-40 41 0,0-1 31,0 0-31,0 0 0,-40 0 15,0 0-15,0-40 16,40 40-16,-40-40 0,0 0 16,40-40-1,0 0 1,0 0-16,0 0 0,0 0 16,40 40-16,-40-40 0,0-1 15,40 41 1,0 0-1,0 0-15,-40 41 16,40-41 0</inkml:trace>
  <inkml:trace contextRef="#ctx0" brushRef="#br0" timeOffset="104293.8308">13643 12432 0,'-40'-40'46,"80"40"17,0 0-32,0 0-15,-40 40 15,0 0-31,0 0 16,-40 0-16,40 0 15,-40-40-15,0 41 0,0-41 32,80 0 77,0 0-93,0 0-1,0 0 1,0 0-1,-40 40 17,0 0-17,0 0-15,0 0 16,0 0-16,-40-40 0,40 40 16,0 0-16,0 0 0,0 1 15,-40-41 1,40 40-16,-40-40 31,0 0-15,-40 0-1,39 0-15,1 0 0,0 0 16,0-40-16,0 40 0,0-41 0,0 41 16,0 0-1,80 0 16,0 0-31,-40 41 0,40-41 16</inkml:trace>
  <inkml:trace contextRef="#ctx0" brushRef="#br0" timeOffset="104693.804">13362 12512 0,'0'-40'32,"0"0"-1,40 0-16,0 40 1,0 0-16,81-40 31</inkml:trace>
  <inkml:trace contextRef="#ctx0" brushRef="#br0" timeOffset="117843.0329">10834 17245 0,'-40'0'15,"80"0"32,0 0 141,-40-40-173,0-1 1,0 1-16,0 0 16,0 0-16,0 0 0,40 40 15,-40-40-15,0 0 16,0 0-16,0 0 0,0 0 16,0-1-1,0 1-15,0 0 16,0 0-16,0 0 15,0 0-15,0 0 32,0 0-32,0 0 15,0-1-15,-40 41 0,40-40 16,0 0-16,0 0 16,0 0-16,-40 40 0,40-40 15,0 0 1,0 0-16,0 0 15,0 0 1,0-1 0,0 1-16,0 0 31,0 0-31,0 0 31,0 0-31,0 0 16,0 0-1,0 0 1,0-1 15,0 1 16,0 0-31,0 0 15,0 0 0,0 0-15,0 0 15,0 0-31,0 0 16,0 0-1,40 40 282,-40 40-281,0 0 31,-40-40-16,0 0 0,40-40-15,0 0-16,0-1 0,40 41 31,-40-40-31,40 40 16,0 0-16,-40 40 15,0 1 1,0-1-16,-40-40 16,40 40-1,-40-40-15,0 40 0,0-40 16,40-40 0,0 0 15,40 0-31,0-1 0,0 41 31,0 0-31,1 0 16,-41 41-1,-81-41 1,41 40-16,0-40 16,0 40-16,0-40 15,40-40 16,40 40-31,-40-40 16,40-1-16,0 1 0,0 40 16,0-40-1</inkml:trace>
  <inkml:trace contextRef="#ctx0" brushRef="#br0" timeOffset="118333.0074">10152 14197 0,'40'0'32,"-40"-40"-17,40-1-15,0 41 16,-40-40-16,40 40 16,1 0-16,-41-40 0,40 40 0,0 0 0,0-40 15,0 40 1,0 0-16,0 0 0,0 0 15,-40 40-15,41-40 16,-41 40-16,0 41 0,0-41 16,-41 0-16,41 0 0,-80 0 0,80 0 0,-40 0 15,0 0-15,0 0 16,0-40-16,0 41 0,40-1 0,-41-40 16,82 0-1,-1-40 1,0-1-1,0 41-15,0-40 0,40 40 0,-40 0 16,41 0-16,-41-40 0,40 40 0,-40-40 0,0 40 16,41 0-16,-41 0 0,0-40 15,0 40-15,0 0 0,0 0 0</inkml:trace>
  <inkml:trace contextRef="#ctx0" brushRef="#br0" timeOffset="119242.9513">18980 14197 0,'0'-40'15,"0"-1"1,0 82 46,0-1-46,0 0-16,0 0 0,0 0 16,0 0-1,0 0-15,0 0 16,0-80 15,0 0-15,0 0-16,0 0 0,0 0 15,0 0 1,0 0-16,0 80 16,0 0-1,-40-40 1,40 80-16,0-40 0,0 0 0,0 0 16,0 0-16,0 1 0,0-1 15</inkml:trace>
  <inkml:trace contextRef="#ctx0" brushRef="#br0" timeOffset="121132.9163">16773 13435 0,'-40'0'47,"0"0"0,40-40-32,-41 40-15,41-41 16,-40 41-16,0 0 31,40 41-31,-40-41 16</inkml:trace>
  <inkml:trace contextRef="#ctx0" brushRef="#br0" timeOffset="122002.8085">16492 13354 0,'0'0'0,"0"-40"62,0 0-15,0 0-31,0 0-1,0 0 1,40 0 0,-40 0-16,0 0 0,0 0 15,0-1-15,40 1 0,-40 0 16,0 0-16,0 0 0,0 0 0,0 0 0,0 0 15,0 0 1,0-1-16,0 1 0,0 0 16,0 0-16,0 0 0,40 0 15,-40 0 1,0 0-16,0 0 16,40 0-1,-40-1-15,0 1 16,0 0-1,0 0-15,0 0 16,0 80 125,-40-40-141,40 40 0,0 0 15,-40-40-15,0 40 16,0 1-16,0-1 0,0 0 16,0 0-16,-1-40 0,41 40 15,-40-40-15,40 40 0,-40-40 0,40 40 16,0-80 15,40 40-31,-40-40 0,40 40 0,-40-40 16,41 0-16,-41 0 0,40 40 15,-40-40-15,40-1 0,0 41 0,-40-40 0,40 40 16,0-40-16,-40 0 16,40 40-16,-40-40 0,40 40 15,-40 40 48,0 0-48,41 0-15,-41 0 0,40-40 16,-40 41-16,0-1 0,0 0 0,40 0 16,-40 0-16,40 0 15,-40 0-15</inkml:trace>
  <inkml:trace contextRef="#ctx0" brushRef="#br0" timeOffset="122972.8079">16251 17846 0,'0'40'94,"-40"-40"-94,40 40 0,-80-40 15,80 41-15,-40-1 0,0-40 0,40 40 0,-41 0 16,1-40-16,40 40 15,-40 0-15,40 0 0,0 0 0,0 0 16,0 1-16,40-41 0,-40 40 0,40-40 16,41 0-16,-81 40 15,40-40-15,0 0 0,0 0 0,0 0 16,-40-40-16,40 40 16,-40-40-16,40 40 0,-40-41 0,0 1 0,41 40 15,-41-40-15,0 0 0,0 0 16,0 0-16,-81 40 0,81-40 0,-40 0 15,0 0 1,0 40-16,40-41 0,-40 41 0,0 0 16,0 0-16,-1 41 15,41-1 1</inkml:trace>
  <inkml:trace contextRef="#ctx0" brushRef="#br0" timeOffset="124192.7372">22712 18007 0,'0'0'0,"-41"0"0,1 0 16,0-40 0,0 40-16,40-41 15,0 1 1,80 0-16,-40 40 15,1 0 1,-1 0-16,0 0 0,0 40 16,0-40-16,-40 40 0,0 1 0,40-1 0,-40 0 15,0 0-15,0 0 16,0 0-16,0 0 0,-40 0 0,40 0 16,-40-40-1,0 0-15,40-40 31,0 0-31,80 0 0,-40 0 16,-40 0-16,40 0 0,0 40 0,-40-40 16,41 40-16,-1-40 15,0 40-15,-40-41 0,40 41 16,0 41 0,-40-1-16,0 40 15,40-80-15,-40 40 16,0 0-16,0 0 0,40-40 0,-40 40 15,0 0 1,0 1-16</inkml:trace>
  <inkml:trace contextRef="#ctx0" brushRef="#br0" timeOffset="124422.6517">23795 18087 0,'0'0'0,"-40"0"16,-40 0-16,80-40 16,40 40-1,160 0 17,-119 0-32,119-40 15,-160 40-15,0 0 0,41-40 16,-41 40-16,0-41 15,0 1 1,-40 0-16</inkml:trace>
  <inkml:trace contextRef="#ctx0" brushRef="#br0" timeOffset="124792.7017">24557 17646 0,'0'0'0,"-40"0"16,0 0-1,80 0 1,40 0 0,-39 0-1,-1 0-15,80 0 16,-80 0-16,0 0 0,0 0 16,1 0-1,-41 40 1,0 0-1,-41 0 1,-79 0 0,40 40 15,40-80-31,0 81 16,-1-41-16,1-40 15,0 80 1,0-80-1,0 0-15</inkml:trace>
  <inkml:trace contextRef="#ctx0" brushRef="#br0" timeOffset="126452.5333">17495 12392 0,'0'40'0,"40"-40"15,0 40 95,0-40-110,-40 40 0,0 0 15,0 0 1,0 1-16,-40-1 0,40 0 16,-40-40-16,40 40 0,-40-40 0,0 40 0,40 0 15,-40 0 1,0-40-16,40-40 31,0 0-31,40 0 0,-40 0 16,80 0-16,-80 0 15,40-1-15,0 1 0,0 0 0,-40 0 0,41 40 16,-1-40-16,-40 0 0,40 40 0,-40-40 0,40 40 16,-40-40-16,0 0 15,40 40-15,-80 0 485,40 40-485,-40-40 15,40 40-15,-40-40 0,40 40 0,-40 0 0,40 0 16,-41-40 0,41 40-16,0 0 0,0 0 15,0 1 1,41-41-16,-41 40 0,80-40 15,-40 40-15,0-40 16,0 0-16,0 0 0,0 0 0,1 0 16,-1 0-16,-40-40 0,40 40 0</inkml:trace>
  <inkml:trace contextRef="#ctx0" brushRef="#br0" timeOffset="126672.592">18137 12232 0,'-40'0'16,"40"80"47,0-40-63,0 0 0,0 0 15,0 0 1,0 0-16,0 0 0,0 0 15,40-40-15,-40 41 16,40-41-16</inkml:trace>
  <inkml:trace contextRef="#ctx0" brushRef="#br0" timeOffset="127062.5692">18418 12232 0,'-40'0'0,"80"0"0,-80 40 16,40 0 0,40 0-1,-40 0-15,0 80 32,0-80-32,0 0 15,0 1 1,40-82 15,40-39-15,-39 0-1,-1 40 1,-40 120 15,0 0-15,0 1-1</inkml:trace>
  <inkml:trace contextRef="#ctx0" brushRef="#br0" timeOffset="127322.5553">18819 12232 0,'0'0'16,"0"-41"-16,40 41 16,1 0-16,-1 0 0,40 0 31,40 161-15,-120-81-1,-40 80 1,-120 1-1,-1-41 1,121-120-16</inkml:trace>
  <inkml:trace contextRef="#ctx0" brushRef="#br0" timeOffset="128002.5139">17254 12392 0,'0'40'32,"40"-40"14,1 0-30,-1 0 0,0 0-16,0 0 0,0 0 15,-40 40 17,0 0-17</inkml:trace>
  <inkml:trace contextRef="#ctx0" brushRef="#br0" timeOffset="128922.4598">17656 12031 0,'0'40'16,"0"-80"-16,0 40 31,0-40 1,0 0-32,0 0 0,0 0 15,40-1-15,-40 1 16,40 0-16,-40 0 0,0 0 15,40 0-15,-40 0 0,0 0 0,0 0 16,0 0 0,0-1-16,0 1 15,0 0 142,-40 40-111,0 0-30,40 40 0,-40-40-16,40 40 0,-41-40 0,41 41 0,-40-41 15,0 0-15,40 40 16,-40-40-16,40 40 0,-40-40 0,0 40 16,0-40-1,80-40 16,-40 0-15,40 40-16,-40-40 0,40 40 0,0-41 16,0 1-16,0 0 15,1 40-15,-41-40 0,40 40 16,0 0 0,0 0-1,0 40 1,0 40-16,0-80 0,-40 41 15,40-1-15,-40 0 0,41 0 0,-41 0 0,40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4T07:43:02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6019 3168 0,'-40'-40'0,"0"0"0,40-1 15,-40 1 1,40 0-16,-41 40 0,41-40 0,0 0 16,0 0-1,41 40 1,-1-40-1,0 40 1,0 0-16,0 0 0,0 0 0,0-40 0,0 40 16,1 0-16,39 0 0,-40 0 15,0 0-15,0 0 0,0 0 0,41 0 0,-41 40 16,0-40-16,0 40 0,0-40 0,0 40 0,-40 0 16,40 0-16,0-40 15,-40 40-15,0 41 0,41-41 0,-41 0 0,0 0 16,0 0-16,0 0 0,-41 0 15,41 40-15,-80-40 0,80 1 0,-40-1 0,40 0 16,-40-40-16,0 40 16,0 0-16,0 0 0,-1-40 15,41-40 1,0-40-16,0 40 0,81 0 16,-81-1-16,40 1 0,0-40 0,0 40 0,-40 0 15,40-40-15,0 40 16,0-41-16,1 41 0,-1 0 0,-40 0 0,40 0 15,-40 0-15,40 40 0,-40-40 16,40 40-16,-40-40 0,0 0 16,0-1-1,40 41-15,-80 0 47,40 41-47,-40-41 16,40 80-16,-40-80 15,0 40-15,40 0 0,-40 0 0,40 40 0,0-40 16,-41 1-16,41-1 0,0 0 16,0 0-16,0 0 0,0 0 0,0 0 15,41 0-15,-1 0 16,40 0-16,-40 1 16,0-41-16,0 0 0,-40 40 0,40-40 0,1 0 15,-1 0-15</inkml:trace>
  <inkml:trace contextRef="#ctx0" brushRef="#br0" timeOffset="270.0529">7785 2727 0,'-81'0'31,"162"0"-31,-242 40 16,121-40-16,40 80 16,0 80 15,80 41-15,0-121-16,-39 0 15,39 0 1</inkml:trace>
  <inkml:trace contextRef="#ctx0" brushRef="#br0" timeOffset="670.0295">8226 2887 0,'0'-40'16,"40"40"-1,0 0-15,-40 80 32,80-40-32,-80 0 15,41 81 1,-41-81 0,0-80 15,120-81-16,0 41 1,-80 40-16,41 0 31,-1 40-15,-80 80-16,40 0 16,-120 121-1,40-81 1,40-40-1,-40-40-15</inkml:trace>
  <inkml:trace contextRef="#ctx0" brushRef="#br0" timeOffset="870.018">9269 2927 0,'40'-40'16,"-80"80"-16,161-120 31,-121 120-31,80 80 16,-80 81-1,-40-41 1,0-80-16,-41 121 16</inkml:trace>
  <inkml:trace contextRef="#ctx0" brushRef="#br0" timeOffset="1070.0065">9951 3328 0,'-40'-40'0,"80"80"0,-80-120 0,201-40 31,-121 80-31,0-1 0,120 1 15,-39 0 1,-81 40-16,0 0 0</inkml:trace>
  <inkml:trace contextRef="#ctx0" brushRef="#br0" timeOffset="1239.9856">10072 3689 0,'0'0'16,"80"0"-16,121-80 16,-161 40-16,200-81 31,41 41-15,-240 80-16</inkml:trace>
  <inkml:trace contextRef="#ctx0" brushRef="#br0" timeOffset="2089.9467">12560 2606 0,'0'0'0,"0"-40"16,0 0 0,0 80 46,0 0-62,0 40 16,0-39-1,0-1-15,0 0 0,0 0 0,40-40 0,-40 40 16,0 0-16,40-40 0,-40 40 0,40 0 0,0 0 16,0-40-1,0 0-15,0 0 0,1 0 0,-41-40 16,40 40-16,0-40 15,0 0-15,0 0 0,-40 0 16,40 40-16,-40-40 0,0 0 16,40 40-16,-40-40 0,0-1 0,0 1 15,0 0 1,0 80 31,0 0-47,0 1 0,0-1 15,0 0 1,0 0-16,0 0 0,0 0 0,0 0 16,40 0-16,-40 0 15,41 1-15,-41-1 0,40 0 0,-40 0 16</inkml:trace>
  <inkml:trace contextRef="#ctx0" brushRef="#br0" timeOffset="2359.9309">13924 2566 0,'-80'-40'16,"160"80"-16,-201-80 0,81 40 0,40 40 31,-40-40-31,40 161 31,121-1-15,-41 0-1,0-79 1</inkml:trace>
  <inkml:trace contextRef="#ctx0" brushRef="#br0" timeOffset="2739.9086">14405 2566 0,'0'-40'31,"0"80"-31,0-40 16,0 40-16,81 40 15,-1 41 1,-80-1 15,-40-80-15,40-80-1,80-80 1,-40-1 15,0 121-15,-40 41-1,81-1-15,-41 120 32,-40-120-32,0 121 31,0-121-31,0 0 0</inkml:trace>
  <inkml:trace contextRef="#ctx0" brushRef="#br0" timeOffset="2979.8244">15409 2566 0,'0'0'0,"-41"-40"16,162 120-1,-81-40 1,80 41-1,-120-1-15,40 120 32,-80-119-32,-40-1 0,-80 120 31,119-160-31</inkml:trace>
  <inkml:trace contextRef="#ctx0" brushRef="#br0" timeOffset="3319.875">17134 2967 0,'-80'-40'16,"160"80"-16,-200-120 0,200 80 15,0-40 1,241 40-1,-201 0 1,41-40-16,-41 40 16</inkml:trace>
  <inkml:trace contextRef="#ctx0" brushRef="#br0" timeOffset="3819.8464">18859 2526 0,'0'-40'16,"0"80"-16,41-80 15,-41 80 1,40-40-16,-40 40 0,40 0 0,-40 0 16,0 0-16,40-40 0,-40 41 15,40-1-15,0 0 0,-40 0 16,40-40-16,0 0 0,1 0 16,-1 0-1,0 0-15,0-40 16,0 0-16,-40 0 15,0-1-15,40 1 0,-40 0 0,0 0 16,0 0 0,40 0-16,-40 0 0,0 0 15,0 0 1,0 80 0,0 0-1,0 0-15,0 0 16,0 0-16,0 0 0,40 0 15,-40 0-15,0 1 0,0-1 16,0 0-16,41-40 0,-1 40 0,-40 0 0,40 0 16,-40 0-16,40 0 15</inkml:trace>
  <inkml:trace contextRef="#ctx0" brushRef="#br0" timeOffset="4089.8292">20304 2406 0,'0'0'0,"-40"-40"16,0 80-1,40 0 1,0 0-16,0 0 0,-40 0 15,40 0-15,0 0 16,0 0-16,0 1 0,0-1 0,40 0 0,-40 0 16,40 0-16,-40 0 0,80-40 15,-80 40-15,40 0 0,0 0 0,-40 1 16</inkml:trace>
  <inkml:trace contextRef="#ctx0" brushRef="#br0" timeOffset="4459.8083">20785 2486 0,'0'0'16,"0"40"0,41-40-16,79 160 31,-80-39-16,-40-161 32,40 40-47,0-81 0,0 41 16,-40 0-16,0 0 0,41 40 0,-41-40 16,0 0-1,0 80 1,0 0-1,0 0-15,0 0 0,80 0 0,-80 1 0,0-1 16,0 0-16,0 0 16,0 0-16,-40-40 0,40 40 0,0 0 0,-40 0 15,40 0 1</inkml:trace>
  <inkml:trace contextRef="#ctx0" brushRef="#br0" timeOffset="4669.7957">21668 2847 0,'-80'-80'16,"160"160"-16,-160-200 0,120 120 0,121-41 31,120 41-15,-201 0-1,120 0-15</inkml:trace>
  <inkml:trace contextRef="#ctx0" brushRef="#br0" timeOffset="5309.7591">23354 2366 0,'-41'0'0,"82"0"0,-82-40 31,82 40-31,39 0 16,-40-41 0,-80 41-1,0 0 1,-121 0-1,-39 41 17,159-1-32,1 0 0,80-40 109,-40 40-109,0 0 16,0 0-1,0 0-15,0 0 16,41 0-16,-41 0 16,0 1-1,40-1 1,0-40-1,-40 40-15,40-40 16,-40 40 0,40-40-16,-40 40 15,40-40-15,-40 40 16,0 0-16,0 0 16,-40-40-16,40 40 0,-80-40 0,40 41 15,0-41 1,-1 0-16,1 0 0,0 0 0,0 0 0,0 0 15,0 0-15,0 0 16,0-41-16,40 1 0,-41 40 16</inkml:trace>
  <inkml:trace contextRef="#ctx0" brushRef="#br0" timeOffset="35407.9922">24236 2285 0,'40'0'16,"-40"-40"15,-80 40-31,40 0 31,0 0 63,0 0-79,0 0-15,0 0 16,-1 0-16,1 0 31,0 0-15,80 0 203,0 0-204,1 0 17,-1 0-1,-40 40-31,40 1 31,-40-1-31,0 0 16,0 0-16,0 0 0,0 0 15,40 0-15,-40 0 16,0 0-16,0 0 0,0 1 0,0-1 0,0 0 16,0 0-16,0 0 15,0 0-15,0 0 0,0 0 0,-40 0 0,40 1 16,0 39-16,0-40 0,0 0 15,0 0-15,0 0 0,0 0 0</inkml:trace>
  <inkml:trace contextRef="#ctx0" brushRef="#br0" timeOffset="38597.7556">2006 6136 0,'0'0'0,"-40"0"32,40-41-1,0 82 47,-40-41-78,0 40 16,-40 0-1,40 0-15,40 0 0,-41-40 16,41 40-16,0 0 15,0 0-15,0 0 0,0 0 16,0 1-16,41-1 0,-41 0 0,40 0 16,0-40-16,-40 40 0,40-40 15,0 40-15,0-40 0,0 40 0,0-40 0,1 0 16,-1 0-16,0 0 16,-40 40-16,40-40 0,0 0 0,0 0 0,0 0 15,0 0-15,1 0 16,-1-40-16,0 40 0,-40-40 0,40 40 0,0-40 15,-40 0-15,40 0 16,-40 0-16,40 0 0,-40-1 0,40 1 16,-40 0-16,0 0 0,0 0 15,41 0 1,-41 0-16,0 0 16,-81 40 62,81 40-63,0 0 1,0 0-16,0 0 16,0 0-16,-40 0 0,40 0 15,0 1-15,0-1 16,0 0-16,0 0 0,0 0 0,-40 0 0,40 0 15,0 0-15,0 0 0,0 1 16,80-41-16,-80 40 0,40-40 0,-40 40 0,41-40 16,-1 0-16,-40 40 0,40-40 0,0 0 0,0 0 15,0-40 1,0 40-16,0-40 0,1 40 0,-41-40 0</inkml:trace>
  <inkml:trace contextRef="#ctx0" brushRef="#br0" timeOffset="38937.7919">3411 6176 0,'0'0'0,"-40"0"16,40-40-1,0 80 17,0 0-17,0 0 1,0 0-16,0 0 0,0 0 0,0 0 16,0 0-1,0 0-15,0 1 0,0-1 0,0 0 0,0 0 16,40 0-16,-40 0 15,40 0-15,0-40 16,0 0-16,0 0 16</inkml:trace>
  <inkml:trace contextRef="#ctx0" brushRef="#br0" timeOffset="39357.7676">3852 6376 0,'0'0'16,"-40"-40"-16,80 40 47,0 0-47,0 40 15,1 0-15,-41 0 0,0 0 16,40 1-1,-40-1-15,0 0 0,0 0 0,0 0 16,-40 0-16,40-80 31,40 40-31,-40-80 0,40 80 16,0-40-16,0 0 16,0-1-16,0 1 0,0 0 0,1 40 15,-1-40-15,0 40 16,0 0-16,-40 40 15,0 0 1,0 0-16,0 1 0,0-1 0,0 0 16,0 0-16,-40-40 0,40 40 0,0 0 0,-40 0 15,0 0-15,40 0 16,0 1-16,-41-41 0,41 40 0</inkml:trace>
  <inkml:trace contextRef="#ctx0" brushRef="#br0" timeOffset="39627.7596">5016 6256 0,'0'0'15,"-40"-40"1,120 80 15,0 80-15,-80 121-1,-160 40 1,39-121 0,-39 0-1</inkml:trace>
  <inkml:trace contextRef="#ctx0" brushRef="#br0" timeOffset="39867.7382">5899 6496 0,'40'0'31,"-40"-40"-15,40 40-16,0 0 0,0 0 0,0-40 0,0 40 15,0 0-15,1 0 0,-1 0 16,0 0-16,0 0 0,0 0 0,0-40 0,0 40 16,0 0-1</inkml:trace>
  <inkml:trace contextRef="#ctx0" brushRef="#br0" timeOffset="40067.7263">6099 7138 0,'0'0'0,"-120"40"16,-1 0-1,242-80 1,39-40-1,201-40 1,-160 40 0</inkml:trace>
  <inkml:trace contextRef="#ctx0" brushRef="#br0" timeOffset="40717.6889">8065 5614 0,'-120'0'31,"240"0"-31,-320-40 15,160 40-15,0 40 16,-41 201 0,81-81-1,0 121 1,0-40 15,0-161-31,-120 201 31,0-161-31,39 0 16,121-160 15,1-40-15,-1 40 0,40-40-1,0 120 1,-80 120-1,40 121 1,0 0 0,-40-161-1,41 201 1,-1-81 15,40-119-31,80 39 31,1-80-15,-81-80-16,81 0 31,-121-40-31</inkml:trace>
  <inkml:trace contextRef="#ctx0" brushRef="#br0" timeOffset="41067.6684">8988 5654 0,'0'-40'0,"0"80"31,0 0-31,40 0 0,-40 1 15,41-1-15,-41 0 0,0 40 0,0-40 0,40 0 16,-40 0-16,0 41 0,0-41 16,0 0-16,0 0 0</inkml:trace>
  <inkml:trace contextRef="#ctx0" brushRef="#br0" timeOffset="41927.6172">12399 5734 0,'-40'0'0,"40"-80"0,0 40 31,120-80-15,81 80-1,-81 120 1,-80 161 0,-80-1-1,-80-79 17,80-121-17,200-161 1,41-79-1,-41 80 17,-79 79-17,-81 82 1,40 159 0,-40 1-1,0-161 1,0 40-1,80-120 1</inkml:trace>
  <inkml:trace contextRef="#ctx0" brushRef="#br0" timeOffset="42137.6052">13844 5775 0,'0'0'0,"-81"0"15,162-41 17,-1 41-32,-40 0 15,201-40 1,-41 0 15,-79 0-31</inkml:trace>
  <inkml:trace contextRef="#ctx0" brushRef="#br0" timeOffset="42337.5938">13884 6136 0,'0'0'0,"-40"40"15,80-40 1,80-40-1,0-1-15,-79 1 0,280-80 32,-281 120-32,0-40 0,80 0 15</inkml:trace>
  <inkml:trace contextRef="#ctx0" brushRef="#br0" timeOffset="42647.5784">15770 5494 0,'-121'0'31,"242"0"-31,-362 40 16,201-40-16,0 40 0,-81 40 16,121 0-1,-40 1 1,201-1-1,-121-80 1,0 0-16,80-120 16,-120 79-16,0-79 31,-40 80-31,-40 0 16,-161 40-1,41 120 1</inkml:trace>
  <inkml:trace contextRef="#ctx0" brushRef="#br0" timeOffset="43747.5108">13924 5333 0,'0'0'0,"0"-40"47,0 0-31,0 0-1,40 80 63,40 0-78,0 41 16,-39-81 0,-1 40-16,0 0 0,40 0 0,-40-40 0,0 40 15,0 0-15</inkml:trace>
  <inkml:trace contextRef="#ctx0" brushRef="#br0" timeOffset="44707.4556">10874 5734 0,'81'41'94,"-81"-1"-94,0 0 15</inkml:trace>
  <inkml:trace contextRef="#ctx0" brushRef="#br0" timeOffset="44877.445">11035 6537 0,'0'80'16,"0"-160"-16,0 200 0,-40 0 16,40-80-16,-40 121 31,-121 119-15,81-239-16</inkml:trace>
  <inkml:trace contextRef="#ctx0" brushRef="#br0" timeOffset="46877.2891">19341 5895 0,'-40'0'0,"40"-40"32,40 40-32,0-40 15,-40 80 16,0 0-15,-40-40-16,0 40 16,40 0-16,0 0 15,0 0 1,0 0-16,0 1 0,0-1 16,80 0-16,-80 0 15,80-40-15,-40 40 16,1-40-16,-1 0 15,0 0-15,0 0 0,0 0 0,0-40 16,0 40-16,0-40 0,1 0 16,-41 0-16,0-1 0,40 41 15,-40-40-15,0 0 0,0 0 0,40 0 16,-40 0-16,0 0 16,0 0-16,0 0 0,0-1 15,0 82 16,0-1-31,0 0 16,0 0 0,0 0-16,0 0 0,0 0 0,0 0 0,0 0 15,0 1-15,0-1 16,0 0-16,0 0 0,0 0 0,0 0 16,0 0-1,40-40-15,-40 40 0</inkml:trace>
  <inkml:trace contextRef="#ctx0" brushRef="#br0" timeOffset="47207.3083">20826 5614 0,'-41'-40'16,"41"0"-16,-40 40 16,40 40 15,-40-40-31,40 40 0,0 0 16,-40-40-16,40 40 0,0 0 15,0 1-15,-40-1 0,40 0 0,0 40 0,0-40 16,0 0-16,0 40 15,0-39-15,0-1 0,0 0 0,0 40 0,0-40 16,0 0-16,0 0 0,0 0 0,40 0 16,0-40-1,0 0-15</inkml:trace>
  <inkml:trace contextRef="#ctx0" brushRef="#br0" timeOffset="47597.2849">21106 5815 0,'-40'0'31,"40"40"-31,0 0 16,40-40-1,1 80-15,-1-40 16,-40 81-1,0-81 1,0 0-16,80-40 31,-80-40-15,0 0-16,80-41 16,-40 81-16,0 0 31,-40 40-31,0 41 15,-40 39 17,40-40-32,-80 0 31,40-80-31,40 40 0,-40-40 0</inkml:trace>
  <inkml:trace contextRef="#ctx0" brushRef="#br0" timeOffset="47917.2036">22029 6256 0,'-40'0'16,"80"0"-16,-120 0 15,120 0 17,41 0-17,-41 0-15,0 0 0,0 0 0,0 0 16,0 0-16,0 0 0,0-40 15,1 0-15,-1 40 0,-40-40 0,40 40 16</inkml:trace>
  <inkml:trace contextRef="#ctx0" brushRef="#br0" timeOffset="48667.2286">23554 5694 0,'0'-40'16,"0"0"15,-40 40-31,0 0 32,0 0-17,-40 0-15,39 0 16,1 40-1,40 0 126,0 0-141,0 1 16,0-1-1,0 0-15,0 0 0,0 0 0,0 0 16,0 0 0,0 0-16,0 0 0,40 1 31,1-41-31,-1 0 15,0 0-15,0 0 0,0 0 16,0 0-16,-40 40 16,40-40-16,-40 40 0,0 0 31,0 0-31,-40-40 0,40 40 0,-80-40 16,40 40-16,0-40 0,0 40 15,-1-40-15,1 40 0,0-40 0,-40 0 16,40 0-1,0 0-15,0 0 0,-1 0 0,1-40 16</inkml:trace>
  <inkml:trace contextRef="#ctx0" brushRef="#br0" timeOffset="48937.2081">23955 5574 0,'0'0'16,"81"0"15,-41 40-31,-40 0 0,40 81 31,0-81-31,-40 40 0,0-40 0,-40 161 31,0-121-31,-40-40 0,39 40 16,1-80-16,-120 80 0</inkml:trace>
  <inkml:trace contextRef="#ctx0" brushRef="#br0" timeOffset="49187.196">24678 6015 0,'0'0'0,"0"-40"16,40 0 0,40 40-1,0-40-15,-40 40 0,41 0 16,-41-40-16,120 40 15,-120 0 1,1 0-16</inkml:trace>
  <inkml:trace contextRef="#ctx0" brushRef="#br0" timeOffset="49357.1834">24517 6537 0,'0'0'15,"40"0"17,41 0-32,159-81 15,-159 41-15,39-40 16,-40 40-16</inkml:trace>
  <inkml:trace contextRef="#ctx0" brushRef="#br0" timeOffset="50197.0582">26524 4732 0,'0'-40'0,"0"0"15,-41 40-15,41-40 0,-40 40 0,0 0 16,0 0 0,0 0-16,0 0 15,40 40 1,0 0-16,0 0 0,0 0 0,0 40 16,0-40-16,40 40 15,-40-39-15,0 39 0,40 0 0,-40 0 0,0 0 16,0 1-16,0-1 0,0 0 15,0 0-15,0 0 0,-40 1 0,40-1 0,-40-40 16,-40 40-16,39-40 0,1 41 0,0-41 0,-40 0 16,40 0-16,-40 0 15,39 0-15,1-40 0,0 40 0,40 0 16,-40-40-16,40-40 16,80 40-1,-40-40 1,1 40-16,-1 0 0,0 0 15,0 0-15,-40 40 16,40-40-16,-40 80 16,40-40-16,-40 1 0,40-1 0,-40 0 0,40 0 15,-40 0-15,41 40 16,-41-40-16,40 0 0,0 1 0,-40 39 0,40-40 16,-40 0-16,40 0 0,-40 0 15,40 0-15,-40 0 0,0 0 0,40 1 0,-40-1 16,40-40-1,-40 40-15,41-40 0,-1 0 16,0 0-16,0-40 0,0 40 16,0-40-16,-40-1 0,40 1 15</inkml:trace>
  <inkml:trace contextRef="#ctx0" brushRef="#br0" timeOffset="51027.0857">26885 5173 0,'-40'0'16,"40"40"-16,0-80 31,40 40-15,-40-40-16,40 40 0,40-80 31,-80 40-31,40-1 0,0-39 15,-40 40-15,0-80 16,0 80-16,0 0 16,0 80 31,0 0-32,0 0-15,0 0 0,0 0 0,0 0 16,0 40-16,0-39 15,0-1-15,0 0 0,0 40 0,0-40 0,0 40 16,0-40-16,0 41 0,-40-41 0,40 0 0,0 40 16,0-40-16,-40 0 0,40 0 15,0 0-15,0 1 0,0-1 0,0 0 0,0 0 16,-40-40 0,40 40-16,-40-40 46,0 0-30,0 0 0,-1 0-16,1 0 15,80 0 32,1 0-47,-1 0 16,0 0-16,0 0 0,0 0 0,0 0 15,0 0-15,0 0 0,1 0 16,-1-40-16,0 40 0,0 0 0,0 0 16,0 0-1,-80 0 17,40-40-1,-40 0-16</inkml:trace>
  <inkml:trace contextRef="#ctx0" brushRef="#br0" timeOffset="51937.0327">29413 5213 0,'0'0'0,"-40"0"0,-1 0 15,1 0 1,80 0 62,1 0-78,-1 0 16,0 0-16,0 0 0,0 0 15,0 0-15,0 0 0,0 0 16,1-40-16,-1 40 0,0 0 16</inkml:trace>
  <inkml:trace contextRef="#ctx0" brushRef="#br0" timeOffset="52696.9889">29573 5173 0,'-40'0'0,"80"0"109,-40 40-109,40-40 16,-40 40-16,0 0 15,0 0-15,40-40 0,-40 41 16,0-1-16,0 0 0,0 0 15,0 0-15,0 0 16,0-80 47,0 0-63,41 0 15,-41 0-15,40 0 16,-40-1-16,40 1 0,0 0 15,-40 0-15,40 0 0,0 0 16,0 40-16,0 0 16,1-40-16,-1 40 0,0 0 15,0 0 1,-40 40-16,40 0 16,-40 0-16,0 0 15,0 0-15,0 0 0,0 1 0,0-1 0,0 0 16,0 0-16,0 0 0,0 0 0,0 0 15,0 0 1,0 0-16,0 0 16</inkml:trace>
  <inkml:trace contextRef="#ctx0" brushRef="#br0" timeOffset="52906.9753">30456 5534 0,'-80'-40'31,"160"80"-31,-80-80 16,40 40-1,121 0 1,-121 0-16,80 0 15,-80 0-15</inkml:trace>
  <inkml:trace contextRef="#ctx0" brushRef="#br0" timeOffset="53696.8574">31499 4852 0,'-40'-40'31,"0"40"-31,0 0 31,0 0-31,40 40 16,-40-40-16,40 40 15,0 0 173,0 0-157,0 1-31,0-1 16,0 0-1,0 0 1,0 0-16,0 0 0,0 0 16,0 0-16,0 0 15,0 1-15,0-1 0,0 0 0,0 0 0,0 0 16,0 0-16,0 0 16,40-40 15,0 0-16,0 0-15,-40-40 0,40 40 0,0 0 0,0 0 16,0 0-16,1 0 16,-41 40-1,0 0 1,0 40-16,0-39 0,-41-1 16,1 0-1,-40 0-15,40-40 0,40 40 0,-40-40 16,0 0-16,-41 0 0,41 0 0,0 0 0,0 0 15,-40 0-15,40 0 16,0 0-16,-41 0 0,41 0 0,0 0 16,40-40-16,-40 40 0</inkml:trace>
  <inkml:trace contextRef="#ctx0" brushRef="#br0" timeOffset="54166.902">31740 4892 0,'0'0'16,"0"40"-1,40 0 1,0-40-16,-40 81 0,121-41 31,-81 0-31,40 40 16,-40-80-16,-40 40 0,40-40 16,0 0 15,-80 0 31,40 40-46,-40-40-16,40 40 0,-40 1 0,0-1 16,0 0-16,40 0 15,-40 0-15,-1 0 0,1 0 16,0 0-16,40 0 15,-40-40 1</inkml:trace>
  <inkml:trace contextRef="#ctx0" brushRef="#br0" timeOffset="54436.8858">32302 5574 0,'0'0'32,"-40"0"-17,-1 80 1,1-40-16,-40 41 31,80-41-31,-40 0 0,40 0 0,-80 80 16,-1-80 15</inkml:trace>
  <inkml:trace contextRef="#ctx0" brushRef="#br0" timeOffset="54816.7936">32783 4892 0,'-40'0'16,"80"0"-16,-120 0 0,40 0 16,40 40-16,-40 0 15,40 1-15,0-1 0,0 0 16,0 0-16,0 0 0,0 0 0,0 0 15,40 0-15,-40 0 16,0 1-16,40-41 0,0 40 16,0-40-16,0 0 15,1 0-15,-41-40 16,40-1 0,-40 1-16,0 0 0,0 0 0,0 0 15,0 0-15,0 0 0,0 0 16,-40 0-16,-1-1 0,41 1 0,-80 0 15,40 40-15,0 0 16,0 0 0,0 0-16,-1 40 0,1 41 0</inkml:trace>
  <inkml:trace contextRef="#ctx0" brushRef="#br0" timeOffset="55656.8159">29332 6617 0,'0'0'0,"0"-40"15,41 40 1,39-81 0,0 81 15,0 41-15,1 79-1,-81 0 1,0-40 15,-41-39-15,41-82-1,0-39 1,41 40 0,-1 0-16,40-40 31,-40 80-31,-40-40 15,40 40-15,0 0 16,-40 40-16,40-40 16,1 120-1,-41 0 1,0-39 15,0-41-15</inkml:trace>
  <inkml:trace contextRef="#ctx0" brushRef="#br0" timeOffset="56176.7105">30657 6617 0,'-41'0'16,"82"0"-16,-41 0 62,40 0-62,-40 40 16,40-40-16,0 0 15,0 0-15,0 40 0,0-40 0,0 40 16,1-40-16,-1 0 16,0 0-16,-80 0 46,0 40-14,-1-40-32,41 40 0,-40-40 15,0 40-15,0 1 16,0-1-16,0-40 0,0 40 0,40 0 16,-40-40-16,-1 40 0,41 0 15,-40-40-15,40 40 0,-40-40 0,40 40 0,0 0 16,-40-40-16</inkml:trace>
  <inkml:trace contextRef="#ctx0" brushRef="#br0" timeOffset="56406.7714">31058 7098 0,'-40'0'0,"0"0"32,40 40-17,-41-40-15,1 80 16,0-40-16,0 41 31,0-41-31,-40 40 16</inkml:trace>
  <inkml:trace contextRef="#ctx0" brushRef="#br0" timeOffset="57146.6693">31900 6537 0,'-40'0'16,"0"0"30,0 0-30,40 40-16,-40-40 31,0 0-31,0 0 16,0 0 0,-1 0-16,1 0 15,0 0 1,40 40-1,0 0 95,0 0-95,0 0 1,0 0-16,0 0 16,0 0-1,0 1-15,0-1 16,40-40 0,-40 40-16,40-40 15,1 0 1,-41 40-16,40-40 0,0 0 0,0 0 15,0 40-15,0-40 0,-40 40 16,40-40-16,0 40 16,-40 0-16,0 0 0,0 0 15,-40 1 1,0-41-16,40 40 0,-80-40 16,40 0-16,0 0 0,-41 0 15,41 0-15,-40 0 0,40 0 0,-40 0 0,40 0 16,-1 0-16,-39 0 0,40-40 0</inkml:trace>
  <inkml:trace contextRef="#ctx0" brushRef="#br0" timeOffset="64486.2998">14646 9504 0,'0'0'0,"-40"0"0,0-40 16,40 0 15,0 80 47,0 0-62,0 0-16,0 1 0,0-1 15,80-40-15,-80 40 0,0 0 0,0 0 16,0 0-16,40 0 15,-40 0-15,0 0 0,0 1 0,0-1 16,0 0-16,0 0 16,0 0-16,0 0 0,0 0 0,0 0 0,0 0 15,0 0-15,0 1 0,0 39 16,0-40-16,0 0 0,0 0 0,0 0 0,0 0 16,0 0-16,0 1 15,0 39-15,40-40 0,-40 0 0,0 40 0,41-40 16,-41 0-16,0 0 0,0 41 0,0-41 0,0 0 15,0 0-15,0 0 0,0 0 16,0 0-16,0 0 0,0 1 0,-41-1 0,41 0 16,0 0-16,0 0 15,0 0-15,-40 0 0,40 0 0,0 0 0,0 0 16,-40 1-16,40-1 0,0 40 16,0-40-16,0 0 0,-40 0 0,40 0 0,0 0 15,0 1-15,0-1 0,-40 0 0,40 40 0,0-40 16,0 0-16,0 0 15,0 0-15,0 0 0,0 1 0,0-1 0,0 40 16,-40-40-16,40 0 0,0 40 16,0-40-16,0 41 0,0-1 0,0-40 0,0 40 15,0 0-15,0-40 16,0 41-16,0-1 0,0-40 0,0 40 0,0 0 16,0-39-16,0 39 0,0 0 15,0 0-15,0 0 0,-40 1 0,40-1 0,0 0 16,-41 0-16,41 0 0,0 1 0,0-1 0,-40 0 15,40 0-15,0 0 16,-40 1-16,40-1 0,0 40 0,0-40 0,-40 1 16,40-1-16,0 0 0,0 40 15,-40-39-15,40-1 0,-40 0 0,40 0 0,-40 41 16,40-41-16,-40 0 16,-1 0-16,1 0 0,40-40 0,-40 41 0</inkml:trace>
  <inkml:trace contextRef="#ctx0" brushRef="#br0" timeOffset="65616.1603">11637 12191 0,'-40'0'16,"80"0"31,-40-40-47,40 40 15,40 0-15,-40 0 16,0 0 0,0 0-16,1 0 0,-1 0 0,0 0 15,0 0-15,0 0 0,40 0 16,-40 0-16,41 0 0,-1 0 0,0 0 0,0 0 16,1 0-16,-1-40 15,40 40-15,-39 0 0,39 0 0,-40 0 0,41 0 16,-41 0-16,40 0 0,-40 0 0,1 0 0,-1 0 15,0 40-15,0-40 0,41 0 16,-41 0-16,0 0 0,41 0 0,-41 0 0,40 0 16,1 0-16,-1 0 15,-40 0-15,41 0 0,-1 0 0,1 0 0,-41 0 16,40 0-16,1 0 0,-41 0 16,40 0-16,-40 0 0,41 0 0,-41 0 0,40 0 15,-39 0-15,39 0 0,-40 0 0,41 0 0,-41 0 16,40 0-16,-39 0 15,39 0-15,0 0 0,-39 0 0,39-40 0,0 40 16,1 0-16,-41-40 0,40 40 16,-39 0-16,39 0 0,-40 0 0,0 0 0,1 0 15,39 0-15,-40 0 16,-39 0-16,39 0 0,0 0 0,0 0 0,1 0 16,-41 0-16,40 0 0,0 0 15,-40 0-15,41 0 0,-41 0 0,40 0 0,0 0 16,0 0-16,1 0 0,-41 0 0,40 0 0,0 0 15,1 0-15,-1 0 16,40 0-16,-40 0 0,1 0 0,-1-40 0,0 40 16,0 0-16,-39 0 0,79 0 15,-40 0-15,0 0 0,1 0 0,-41-40 0,80 40 16,-40 0-16,1 0 16,-41 0-16,40 0 0,0 0 0,1 0 0,-1 0 15,-40 0-15,40 0 0,0 0 0,1 0 0,-1 0 16,0 0-16,-40 0 0,41 0 15,-1 0-15,0 0 0,-40 0 0,41 0 0,-41 0 16,40 0-16,-40 0 16,40 0-16,-40 0 0,41 0 0,-41 0 0,40 0 15,-40 0-15,0 0 0,0 0 16,41 0-16,-41 0 0,0 0 0,0 0 0,0 0 16,40 0-16,-39 0 15,-1 0-15</inkml:trace>
  <inkml:trace contextRef="#ctx0" brushRef="#br0" timeOffset="67046.0906">14606 10948 0,'0'-40'16,"40"40"-1,-40-40 1,40 40 0,0 0-16,-40-40 78,0 0-47,0 0 32,41 40-17,-41 40 17,0 40-63,0-40 0,0 0 16,0 0-16,0 0 0,0 0 15,0 1-15,0 39 0,-41-40 0,41 0 0,0 0 16,0 0-16,0 0 0,0 0 0,-40 1 0,40-1 15,0 0-15,0 40 16,0-40-16,-40 0 0,40 0 0,0 0 0,0 0 16,-40 1-16,40-1 0,0 0 15,0 0-15,0 0 0,0 0 0,-40 0 0,40 0 16,0 0-16,0 1 16,0-1-16,0 0 0,0 0 0,0 0 0,-40 0 15,40 0-15,0 0 0,0 0 0,0 0 16,0 1-1,40-41-15,0 0 0,0-41 16</inkml:trace>
  <inkml:trace contextRef="#ctx0" brushRef="#br0" timeOffset="67696.0385">15970 10788 0,'0'-40'0,"-40"40"16,40-40 15,0-1-16,40 41 1,-40 41 93,-40-41-109,40 40 0,0 0 0,0 40 16,0-40-16,-40 0 16,40 0-16,0 40 0,0 1 0,0-41 0,0 40 15,0 0-15,0-40 0,0 41 16,0-41-16,0 40 0,0-40 0,0 40 0,40-40 16,-40 0-16,0 41 15,0-41-15,40 0 0,-40 0 0,0 0 0,0 0 16,40 0-16,-40 0 0,0 0 0,0 1 0,0-1 15,0 0-15,41 0 16,-41 0-16,0 0 0,0 0 16</inkml:trace>
  <inkml:trace contextRef="#ctx0" brushRef="#br0" timeOffset="68226.0795">17575 10988 0,'-40'0'16,"40"-40"-1,0 0 1,0 80 62,-40 0-62,40 0-16,0 0 15,0 1-15,0-1 0,-40 0 0,40 40 0,0-40 16,0 40-16,0 1 0,0-41 0,0 40 0,0 0 15,0 0-15,0 0 0,0-39 16,0 39-16,0 0 0,0 0 0,40-40 0,-40 41 16,0-41-16,0 0 15,0 0-15,0 0 0,0 0 0,0 0 16,40-40-16</inkml:trace>
  <inkml:trace contextRef="#ctx0" brushRef="#br0" timeOffset="68775.976">18940 10828 0,'0'-40'15,"40"40"-15,-40 80 125,0-40-109,0 0-16,0 0 0,0 0 0,0 0 16,40 1-16,-40 39 15,0-40-15,0 40 0,0-40 0,0 40 0,0-39 16,0 39-16,0 0 0,0-40 16,0 0-16,0 40 0,0-40 0,0 41 0,0-41 15,0 0-15,0 0 0,0 0 0,0 0 16,0 0-1</inkml:trace>
  <inkml:trace contextRef="#ctx0" brushRef="#br0" timeOffset="69245.9613">20505 11068 0,'0'-40'16,"0"0"0,0 80 62,0 0-78,0 41 0,0-41 15,0 0-15,40 0 0,-40 0 16,0 40-16,0-40 0,0 41 0,0-1 0,0-40 16,0 40-16,0 0 15,0-40-15,0 41 0,0-41 0,0 40 0,0-40 16,0 0-16,0 0 0,0 0 16,0 1-16,0-1 0,-40 0 0</inkml:trace>
  <inkml:trace contextRef="#ctx0" brushRef="#br0" timeOffset="69745.934">22110 11068 0,'0'41'78,"0"39"-63,0-40 1,0 0-16,0 0 0,0 0 0,0 0 0,0 0 16,0 1-16,0-1 15,0 40-15,0-40 0,0 0 0,0 0 0,0 0 16,0 0-16,0 0 0,0 1 16,0-1-16,-40 0 0,40 0 15</inkml:trace>
  <inkml:trace contextRef="#ctx0" brushRef="#br0" timeOffset="70105.9703">23233 11149 0,'0'0'16,"0"-40"0,-40 40-1,40 80-15,0 40 31,0 121-15,0-81 0,-80 81-1,80-161 1,-121 121-16</inkml:trace>
  <inkml:trace contextRef="#ctx0" brushRef="#br0" timeOffset="70365.9549">24236 11670 0,'-40'0'16,"120"0"15,-39-40-31,-1 40 0,0 0 16,0 0-16,0-40 0,0 40 15,0 0-15</inkml:trace>
  <inkml:trace contextRef="#ctx0" brushRef="#br0" timeOffset="70725.9362">26403 11550 0,'0'0'0,"0"-40"47,40 40-47,-40-40 16,0-1 0</inkml:trace>
  <inkml:trace contextRef="#ctx0" brushRef="#br0" timeOffset="73015.7993">12720 15159 0,'0'0'0,"-40"40"0,0-40 0,0 0 16,0 0-16,-1 0 78,82 0 31,-1 0-93,0 0-16,0 0 0,0 0 0,0 0 0,0 0 16,0 0-16,41 0 0,-41 0 15,0 0-15,40 0 0,-40 0 0,0 0 0,41 0 16,-41 0-16,40 0 0,-40 0 0,40 0 0,-39 40 15,39-40-15,-40 0 16,40 0-16,-40 0 0,41 0 0,-1 41 0,0-41 16,0 0-16,1 0 0,-1 0 15,0 0-15,0 40 0,1-40 0,-1 0 0,0 0 16,0 0-16,41 0 16,-41 40-16,40-40 0,-39 0 0,39 0 0,0 0 15,-39 0-15,-1 40 0,40-40 0,-39 0 0,-1 0 16,0 0-16,0 0 0,1 0 15,-1 40-15,0-40 0,40 0 0,-39 0 0,-1 0 16,0 0-16,0 0 16,1 40-16,39-40 0,-40 0 0,1 0 0,-1 0 15,40 0-15,-40 0 0,1 0 16,39 0-16,-40 0 0,1 0 0,39 0 0,-40 40 16,0-40-16,41 0 15,-41 0-15,0 0 0,41 0 0,-41 0 0,0 0 16,1 0-16,39 0 0,-40 0 0,0 40 0,1-40 15,-1 0-15,40 0 0,-39 0 16,39 0-16,-40 0 0,41 40 0,-41-40 0,40 0 16,-40 0-16,41 0 15,-41 0-15,40 0 0,1 0 0,-41 40 0,40-40 16,-39 0-16,39 0 0,0 0 16,-39 0-16,-1 0 0,40 0 0,-39 41 0,39-41 15,-40 0-15,0 0 0,1 0 0,39 0 0,-40 0 16,1 0-16,-1 0 15,0 0-15,-40 0 0,41 0 0,-1 0 0,0 0 16,-40 0-16,40 0 0,1 0 16,-41 0-16,40 0 0,0 0 0,-40 0 0,41 0 15,-1 0-15,0 0 16,0 0-16,1 0 0,-1 0 0,0 0 0,0 0 16,1 0-16,39 40 0,-40-40 15,1 0-15,-1 0 0,0 0 0,0 0 0,1 0 16,-1 0-16,0 0 0,-40 0 0,40 0 0,1 0 15,-41 40-15,40-40 16,0 0-16,-40 0 0,41 0 0,-41 0 0,40 0 16,-40 0-16,0 0 0,0 0 15,1 0-15,-1 40 0,0-40 0,0 0 0,0 0 32,-80-40-17,-40 40-15,40-40 16,-1 40-16</inkml:trace>
  <inkml:trace contextRef="#ctx0" brushRef="#br0" timeOffset="75295.6665">20224 14317 0,'0'-40'156,"40"40"-140,-40-40 31,0 80 62,0 0-109,40-40 0,-40 40 16,0 0-16,0 0 0,0 0 0,0 1 15,0-1 1,40 0-16,-40 0 0,0 0 0,0 0 15,0 0-15,40 0 0,-40 0 16,0 0-16,0 1 0,0-1 0,0 0 16,0 0-16,0 0 15,0 0-15,0 0 0,0 0 0,0 0 0,-40 1 16,40-1-16,0 0 0,-40 0 16,40 0-16,0 0 0,0 0 15,0 0-15,0 0 16,40 0-1,0-40 1</inkml:trace>
  <inkml:trace contextRef="#ctx0" brushRef="#br0" timeOffset="76045.5487">22110 14558 0,'0'0'0,"0"-40"32,0-1-17,40 41 1,-40 41 46,0-1-46,0 0-16,0 0 0,0 0 16,0 0-16,0 0 0,0 0 15,0 0-15,0 0 0,-40 41 0,40-41 0,0 0 16,0 40-16,0-40 16,-40 0-16,40 41 0,0-41 0,0 40 0,0-40 15,-41 0-15,41 0 0,0 0 0,0 0 0,0 0 16,0 1-16,0-1 0,0 0 15,41 0-15,-41 0 0,40-40 16</inkml:trace>
  <inkml:trace contextRef="#ctx0" brushRef="#br0" timeOffset="76595.5154">23313 14678 0,'0'0'16,"0"-40"0,0 0-16,0 80 109,0 0-93,0 0-16,0 0 0,0 40 0,0-40 0,0 1 15,0 39-15,0-40 0,0 40 0,0 0 0,0-40 16,0 41-16,0-41 0,0 40 15,0-40-15,0 0 0,0 40 0,0-40 0,0 1 16,-40-1-16,40 0 16,0 0-16,0 0 0,-40 0 15,40 0-15,0 0 16</inkml:trace>
  <inkml:trace contextRef="#ctx0" brushRef="#br0" timeOffset="76905.5724">24597 15320 0,'0'0'0,"-40"0"15,80 0 17,1 0-32,-1 0 15,0 0 1,40 0-16</inkml:trace>
  <inkml:trace contextRef="#ctx0" brushRef="#br0" timeOffset="77055.5644">25480 15360 0,'-40'0'16,"80"0"-16,-80-40 15,120 0 1,41 40 0</inkml:trace>
  <inkml:trace contextRef="#ctx0" brushRef="#br0" timeOffset="77225.5567">26885 15400 0,'0'-40'16,"80"40"-1,-80-40-15,40 40 0,0 0 0,40 0 16,-39 0-16,-1 0 0,40 0 16</inkml:trace>
  <inkml:trace contextRef="#ctx0" brushRef="#br0" timeOffset="77955.5112">24397 11189 0,'0'0'16,"-40"0"-16,40-40 31,40 40 0,-40 40-31,40-40 0,0 0 16,0 0-16,0 40 0,0-40 15,1 40-15,-1-40 0,0 40 0</inkml:trace>
  <inkml:trace contextRef="#ctx0" brushRef="#br0" timeOffset="78135.5005">25681 11550 0,'0'0'0,"40"0"31,121-40-15,-41 40-16,-80 0 0,0 0 0</inkml:trace>
  <inkml:trace contextRef="#ctx0" brushRef="#br0" timeOffset="78285.4953">26885 11710 0,'0'0'16,"40"0"-1,0 0-15,0 0 16,0-40-1</inkml:trace>
  <inkml:trace contextRef="#ctx0" brushRef="#br0" timeOffset="80125.3108">14686 9705 0,'-40'0'15,"40"-40"126,40 40-141,-40-40 16,0 0-16,0-1 0,0 1 15,40 0-15,-40 0 0,0 0 0,0 0 0,0 0 16,0 0-16,0 0 0,0-41 15,41 41-15,-41 0 0,0-40 0,0 40 0,40 0 16,-40-40-16,0 39 16,40 41-16,-40-40 0,40 0 0,-40 0 0,0 0 15,0 0-15,0 0 16,40 0-16,-40 0 0,40 0 0,-40-1 16,0 1-16,40 0 0,-40 0 15,0 0 1,0 0-16,0 80 109,0 0-78,-40-40 1,40 40-17,-40-40 1,0 0-16,0 40 16,0-40-16,40 40 0,-40-40 0,-1 41 0,1-1 15,0 0-15,0 0 16,40 0-16,-40 0 0,0-40 0,40 40 15,-40-40-15,40 40 16,-41-40-16,41 40 0,0-80 31,41 40-31,-41-40 0,40 40 0,-40-80 16,40 40-16,0 0 16,-40 0-16,40 0 0,-40-1 0,40 41 15,0-40-15,1 0 0,-1 40 0,0 0 0,-40-40 16,40 40-16,0 0 0,0 0 15,0 0-15,0 0 16,1 0 0,-41 40-16,40-40 0,0 0 0,0 40 15,0 0-15,0 1 16,-40-1-16,40 0 0,-40 0 0,0 0 16,0 0-16,0 0 0,0 0 0,0 0 15,-40 0-15</inkml:trace>
  <inkml:trace contextRef="#ctx0" brushRef="#br0" timeOffset="81225.2669">13603 10507 0,'0'40'16,"0"-80"62,40 40-62,-40-40-16,0 0 0,40 40 15,-40-40-15,0 0 16,40-1-16,-40 1 0,0 0 16,40 0-16,-40 0 15,0 0-15,0 0 0,40 40 32,-40 40 14,0 0-46,0 0 16,0 0-16,0 0 16,0 0-16,0 1 15,0-1-15,0 0 16,0 0-16,0 0 16,0 0-16,0 0 0,0 0 15,-40-40 63,0 0-62,0 0 0,0 0-16,0 0 15,0 0 1,40 40-16,-40-40 15,80 0 32,-40-40-47,40 40 0,0 0 16,0 0-16,0-40 0,0 40 0,0 0 16,1 0-16,-1-40 0,0 40 0,0 0 15,0 0-15,0 0 16,0 0-16,-80 0 62,0 0-46</inkml:trace>
  <inkml:trace contextRef="#ctx0" brushRef="#br0" timeOffset="82295.1997">14526 13395 0,'0'0'0,"-40"0"15,-1 0 1,41 40 62,0 0-62,0 0-1,0 0 1,-40-40-16,0 40 15,0 0-15,0 0 0,0 0 16,0 1 0,0-1-16,-1 0 15,82-40 1,-41-40 0,80 40-16,-80-40 0,40 40 0,0-41 0,0 41 15,-40-40-15,40 0 16,0 40-16,-40-40 0,41 40 0,-1-40 0,0 0 15,0 40 32,0 0-31,-40 40 0,40-40-16,-40 40 0,40 0 15,-40 0-15,0 0 0,41-40 0,-41 41 16,40-41-1,-40 40-15,40-40 0,0 40 0,0-40 16,0 0-16</inkml:trace>
  <inkml:trace contextRef="#ctx0" brushRef="#br0" timeOffset="83245.2017">13242 13675 0,'-40'0'15,"80"0"32,-40-40-47,40 0 16,0 40-1,-40-40-15,40 40 0,-40-40 0,40 0 16,-40 0 0,0 0-16,40 40 0,-40-41 15,0 1-15,0 0 16,0 80 31,0 0-32,0 1 1,0-1-16,0 0 0,0 0 16,0 0-16,-40-40 0,40 40 0,0 0 0,0 0 15,0 0-15,0 1 16,0-1-16,0 0 0,0 0 15,-40-40 1,40 40-16,0 0 16,-40-40 46,0 0-62,0 0 16,0 0-1,-1 0-15,41 40 0,-40-40 0,0 0 32,40 40-32,-40-40 0,40 40 0,-40-40 15,80 0 17,-40-40-32,40 40 15,0 0 1,0 0-16,1-40 0,-1 40 0,0 0 15,0 0-15,0-40 0,0 40 16,0 0-16,0 0 0,1 0 0,-1 0 16,0 0-1</inkml:trace>
  <inkml:trace contextRef="#ctx0" brushRef="#br0" timeOffset="84265.1423">15850 8422 0,'-40'0'31,"80"0"-31,-160 0 16,120-41-16,-41 41 0,41 41 62,0-1-62,0 0 31,0 0-31,41-40 0,-41 40 16,40-40-16,0 40 0,-40 0 16,40-40-1,0 0-15,0 0 16,0 0-1,-40-40-15,40 40 0,1 0 0,-41-40 0,0 0 16,40 40-16,-40-40 16,0 0-16,0 0 0,0-1 15,0 1 1,0 0-16,-40 40 47,40 40-16,0 0-31,0 1 16,0-1-1,0 0-15,40 0 0,-40 0 16,40 0-16,-40 0 0,0 0 16,40-40-16,-40 40 0,40 0 31</inkml:trace>
  <inkml:trace contextRef="#ctx0" brushRef="#br0" timeOffset="84525.1266">16532 8261 0,'0'0'0,"-40"0"15,0 0 1,0 0 0,0 80-1,40-40-15,40 81 16,-40-81-16,40-40 16,40 120-1,-40-80 1</inkml:trace>
  <inkml:trace contextRef="#ctx0" brushRef="#br0" timeOffset="84955.1018">16773 8301 0,'0'0'16,"0"40"15,40 0-31,-40 1 16,40 79-1,-40-80 1,0 0-16,-40 0 16,40-80-1,0 0 16,40 40-31,-40-40 0,40 40 0,-40-40 16,0 0-16,40 40 0,0 0 16,-40-40-16,41 40 0,-1 40 47,-40 0-47,0 0 15,40 0-15,-40 0 16,0 0-16,0 0 15,0 0-15,0 0 16,0 1 0,40-41-1</inkml:trace>
  <inkml:trace contextRef="#ctx0" brushRef="#br0" timeOffset="85185.0882">17575 8261 0,'0'40'31,"40"-40"-15,1 40-16,-1 41 15,40 79 1,-241 121 15,41-81-31</inkml:trace>
  <inkml:trace contextRef="#ctx0" brushRef="#br0" timeOffset="86095.0346">15328 13074 0,'0'0'0,"-40"0"16,40 40 46,0 0-62,40 0 16,-40 0-16,0 0 0,40-40 15,-40 40 1,0 0-16,41-40 16,-1 0-16,0 0 15,0 0 1,-40-40-16,40 40 0,-40-40 0,40 0 0,-40 0 15,40 40-15,-40-40 16,0 0-16,0 0 0,40 40 0,-40-40 0,0 0 16,41 40-16,-41-41 15,0 1-15,0 80 47,0 1-31,-41-41-16,41 40 0,0 0 15,0 0-15,0 0 0,0 0 0,0 0 16,-40-40-16,40 40 16,0 0-16,0 0 0,0 1 0,0-1 15,0 0 1,0 0-16,40-40 0</inkml:trace>
  <inkml:trace contextRef="#ctx0" brushRef="#br0" timeOffset="86374.9834">16251 13154 0,'-40'-40'31,"40"80"-15,-40-40-1,40 40-15,0 0 0,0 0 16,-40 0-16,40 0 16,0 1-16,0-1 0,0 0 0,40 0 15,-40 0 1,40-40-16,-40 40 0,40-40 16,0 0-16,0 0 15</inkml:trace>
  <inkml:trace contextRef="#ctx0" brushRef="#br0" timeOffset="86754.9965">16532 13114 0,'0'0'16,"40"40"15,-40 0-15,0 0-1,80 121 1,-160-41 0,40-80 15,120-80-15,1-40-1,-1-41 1,-40 121 15,-40 81-15,-40 39-1,40-80 1,0 0-16,-40-40 31</inkml:trace>
  <inkml:trace contextRef="#ctx0" brushRef="#br0" timeOffset="86934.9886">17214 13515 0,'-40'0'16,"40"-40"-16,0 0 31,161 0-16,-41 40 1,-80 0 0</inkml:trace>
  <inkml:trace contextRef="#ctx0" brushRef="#br0" timeOffset="87464.8943">17977 13234 0,'0'0'0,"0"-40"31,-41 40-31,1 0 16,0 0-16,0 0 31,40 40-31,-40-40 15,0 40-15,0-40 47,40 40-31,0 0-16,0 1 31,0-1-31,0 0 16,0 0-1,0 0 1,40-40 0,-40 40-16,40-40 15,0 0 1,-40 40-16,0 0 0,40-40 0,-40 40 16,0 1-16,0-1 15,-40-40 1,40 40-16,-40-40 0,0 0 15,-40 40 1,39-40-16,1 0 0,0 0 0,0 0 16,0 0-16,40-40 0,-40 40 15,0 0-15,40-40 0,-40 40 0,40-40 0</inkml:trace>
  <inkml:trace contextRef="#ctx0" brushRef="#br0" timeOffset="87744.8797">18177 13274 0,'0'80'16,"0"-160"-16,40 241 31,1-121-31,-41 120 16,-121 41-1,-80-81 1,81-40-16</inkml:trace>
  <inkml:trace contextRef="#ctx0" brushRef="#br0" timeOffset="96404.3932">11436 10948 0,'0'0'0,"-40"0"0,0 0 31,40-40-15,0 0 0,-40 40-1,40-40-15,-40 40 16,40-40-1,-41 40-15,1 0 0,0 0 16,0 0-16,0 0 16,0 0-16,0 0 0,40 40 15,-40-40-15,40 40 0,-41-40 0,41 40 32,0 0-17,0 0 1,0 0-16,0 0 15,0 1-15,0-1 16,0 0-16,0 0 0,0 0 0,0 0 16,0 0-16,0 0 15,0 0-15,-40 1 0,40-1 0,0 0 0,0 0 16,0 0-16,0 0 0,0 0 0,0 0 0,0 0 16,0 0-16,0 1 0,0-1 15,0 0-15,0 0 0,0 0 0,-40 40 0,40-40 16,0 0-16,0 1 15,0-1-15,0 0 0,0 0 0,0 0 0,0 40 16,0-40-16,0 0 0,0 0 16,0 1-16,0 39 0,0-40 0,0 0 0,0 40 15,0-40-15,0 0 0,0 41 0,0-41 0,0 0 16,0 40-16,0-40 16,0 0-16,0 40 0,0-39 0,0-1 0,0 0 15,0 40-15,0-40 0,0 0 16,0 0-16,0 0 0,0 1 0,-40-1 15,40 0-15,0 0 16,0 0-16,0 0 0,0 0 16,-40-40-16,40 40 0,0 0 15,-40-40-15,40 40 0,0 1 16,0-1-16,80-40 47,-40 0-32,0 0-15,0 0 0,1 0 16,-1 0-16,0 0 16,0 0-16,0 0 0,0 0 0,0 0 0,0 0 15,1 0-15,-1 0 0,0 0 16,0 0 0,-40-40-1,-40-1 16</inkml:trace>
  <inkml:trace contextRef="#ctx0" brushRef="#br0" timeOffset="98174.329">1244 10748 0,'0'40'15,"0"-80"-15,0 120 63,0-40-48,0 0 1,80 0-16,-80 0 16,0 0 77,0 0-61,0 1-32,40-1 31,-40 0-31,0 0 15,0 0 1,0 0-16,0 0 0,0 0 0,0 0 16,0 1-16,0-1 0,0 0 15,40 0-15,-40 0 0,0 40 0,0-40 0,0 0 16,0 0-16,0 1 0,0-1 0,41 0 0,-41 0 16,40 0-16,-40 0 15,0 0-15,0 0 0,40 0 0,-40 1 16,0-1-16,0 0 0,0 0 15,0 0-15,0 0 0,0 0 0,0 0 16,40 0-16,-40 0 16,0 1-16,0 39 0,0-40 0,0 0 0,0 0 15,0 0-15,0 40 0,0-39 0,0-1 0,0 0 16,0 0-16,0 40 0,0-40 16,0 0-16,0 0 0,40 0 0,-40 1 0,0-1 15,0 0-15,0 0 16,0 0-16,40 0 0,-40 0 0,0 0 15,0 0-15,0 1 0,0-1 16,0 0-16,0 0 0,0 0 16,0 0-16,0 0 15,0 0-15,0 0 0,0 0 0,0 1 16,0-1-16,0 0 0,0 0 0,0 0 16,0 0-16,0 0 0,0 0 15,0 0-15,0 1 0,0-1 0,0 0 16,0 0-16,0 0 15,0 0-15,0 0 0,0 0 0,0 0 0,0 0 16,0 1-16,0-1 0,0 0 16,0 0-16,0 0 0,0 0 0,0 0 15,0 0-15,0 0 0,0 1 0,0-1 16,0 0 0,0 0-16,0 0 15,0 0 1,0 0-16,-40 0 15,0-40 1</inkml:trace>
  <inkml:trace contextRef="#ctx0" brushRef="#br0" timeOffset="99614.2447">522 14076 0,'0'0'0,"-40"40"31,-1-40-31,1 0 16,0 0 0,40-40-16,-40 40 78,40 40-78,-40-40 15,80 0 64,0 0-64,0 0-15,0 0 16,1 0-1,-1 0-15,0 0 0,40 0 0,-40 0 16,0-40-16,0 40 16,41 0-16,-41 0 0,0 0 0,40-40 0,-40 40 15,0 0-15,41 0 0,-41 0 0,0-40 0,40 40 16,-40 0-16,0 0 0,1 0 16,-1 0-16,0 0 0,0 0 15,0 0 1,0 0-16,0 0 0,0 0 0,1 0 15,-1 0-15,0 0 0,0 0 16,0 0-16,0 0 0,40 0 0,-39 0 0,-1 0 16,0 0-16,0 0 15,0 0-15,0 0 0,0 0 0,0 0 0,1 0 16,-1 0-16,0 0 0,0 0 16,0-40-16,0 40 0,0 0 15,0 0-15,1 0 0,-1 0 0,0 0 0,0-40 16,0 40-16,0 0 15,40 0-15,-39 0 0,-1 0 0,40 0 0,-40 0 16,40 0-16,-40 0 0,1 0 16,39 0-16,-40 0 0,40 0 0,-40 0 0,1 0 15,-1 0-15,0 0 0,0-40 0,0 40 16,0 0 0,0 0-16,0 0 0,1 0 0,-1 0 15,0 0-15,0 0 0,0 0 16,0 0-16,0 0 0,41 0 0,-41 0 0,0 0 15,0 0-15,0 0 16,0 0-16,0-40 0,0 40 0,1 0 0,-1 0 16,0 0-16,0 0 0,0 0 15,0 0-15,0 0 0,0 0 0,1 0 16,-1 0-16,0 0 0,0 0 0,0 0 16,0 0-1,0 0-15,0 0 0,1 0 0,-1 0 16,0 0-16,0 0 0,0 0 15,0 0-15,40 0 0,-39 0 0,-1 0 16,0 0-16,0 0 16,0 0-16,0 0 0,0 0 0,0 0 0,1 0 15,-1 0-15,0 0 0,0 0 0,0 0 0,40 0 16,-40 0-16,1 0 0,39 0 16,-40-40-16,0 40 0,0 0 0,40 0 0,-39 0 15,-1 0-15,0 0 16,0 0-16,0 0 0,40 0 0,-40 0 0,1 0 15,-1 0-15,0 0 16,0 0-16,0 0 0,0 0 16,0 0 15,-80 0 63,0 0-79,0 0 1,0 0 0,0 0-16,0 0 0</inkml:trace>
  <inkml:trace contextRef="#ctx0" brushRef="#br0" timeOffset="107293.7381">20464 16082 0,'0'40'0,"41"-40"31,-41-40-16,0 0 1,40 40-16,-40-41 16,-40 41 46,-1 0-62,1 0 0,0 0 16,0 0-1,0 0-15,0 0 0,0 0 32,40-40 15,0 0 15,-40 40-62,40 40 63,0 0-48,0 1-15,0-1 0,0 0 16,-41 0-16,41 0 15,0 0-15,0 0 0,0 0 16,0 0-16,0 0 16,0 1-16,0-1 0,0 0 15,0 0-15,41-40 47,-1 0-31,0 0-16,0 0 15,0 0 1,0 40-16,0 0 0,-40 0 16,40 0-16,-40 0 15,0 1-15,0-1 16,-40-40-16,40 40 0,-40-40 0,-40 40 16,80 0-16,-40-40 15,0 0-15,0 40 0,-1-40 0,1 0 16,0 40-16,0-40 0,0 0 15,0 0-15,40-40 16</inkml:trace>
  <inkml:trace contextRef="#ctx0" brushRef="#br0" timeOffset="108043.7541">22712 16443 0,'40'0'46,"0"0"-30</inkml:trace>
  <inkml:trace contextRef="#ctx0" brushRef="#br0" timeOffset="108233.7412">24236 16483 0,'0'0'16,"81"0"-1,-1 0 1,201 0-16</inkml:trace>
  <inkml:trace contextRef="#ctx0" brushRef="#br0" timeOffset="108423.7296">26363 16523 0,'0'0'0,"-80"-40"32,0-41-17,39 41 1,1 40-1,-40 40-15</inkml:trace>
  <inkml:trace contextRef="#ctx0" brushRef="#br0" timeOffset="146781.4181">1525 12673 0,'0'40'94,"-40"-40"-47,40-40 62,0 0-93,0 80 124,40-80-46,0 40-63,-80 0 63,80 0 0,-80 0-32,40-41 16,0 1-46,0 80-1,40-40-15,-40 41-16,0-1 15,-80-40-15,80 40 16,0-80 15,0 0-15,0-1-1,40 41-15,-40-40 16,40 40 0,0 0-1,0 0 1,-40 40-16,0 1 15,0-1-15,-40-40 16,40 40-16,-40-40 0,40 40 16,0-80 15,0 0-15,40 40-16,-40-40 15,0-1-15,0 1 16,40 40-16,-40 40 62,-40-40-62,40 41 16,-40-41 0,40 40-16,-40-40 15,40-40 32,0-1-16,0 82 32,0-1 109,0 0-157,0 0 1,0 0-16,0 0 16,0 0-16,0 0 15,0 0-15,0 1 0,0-1 16,0 0-16,0 0 15,0 0 1,0 0-16,0 0 16,0 0-1,0 0-15,0 0 32,40 1-32,-40-1 15,0 0 1,0 0-16,0 0 15,0 0 1,0 0 0,0 0-1,0 0 1,0 1-16,0-1 31,0 0-31,0 0 16,40-40 15,-40 40-15,0 0 15,0 0 0,0 0-15,0 0-1,0 0 17,0-80 46</inkml:trace>
  <inkml:trace contextRef="#ctx0" brushRef="#br0" timeOffset="148771.3702">2648 12592 0,'0'41'0,"40"-41"31,1 0-15,-41-41-1,-41 41 110,41 41-109,-40-41-16,40-41 47,40 41-32,-40-40-15,0 80 47,0 1-31,0-82 46,0 1-62,41 40 16,-41-40 0,40 40-1,-40 40 17,0 0-17,0 1 1,-40-41-16,40-41 62,0 1-62,40 40 16,-40-40 0,40 40-16,-40 40 31,0 0-16,0 1-15,-40-41 16,40-41 31,0 1-16,0 0-31,0 0 16,40 40-16,-40 40 94,0 0-32,0 0-15,0 1-31,0-1-1,0 0-15,0 0 16,0 0-16,0 0 15,0 0 1,0 0-16,0 0 0,0 1 16,0-1-16,0 0 15,0 0-15,0 0 32,0 0-32,0 0 15,0 0-15,0 0 16,0 0-1,0 1 1,0-1 0,0 0-16,0 0 15,0 0-15,0 0 16,0 0 0,0 0-1,0 0 1,0 1-1,0-1 1,0 0 15,0 0-15,0 0 0,0 0-1,-40-40-15,40 40 16,0 0-1,0-80 79</inkml:trace>
  <inkml:trace contextRef="#ctx0" brushRef="#br0" timeOffset="150371.2771">4173 12312 0,'0'40'15,"0"0"142,-40-40-126,40-40 16,0 0-47,40 40 15,-40-40 1,40 40-16,-40 40 31,0 0-31,0 0 16,0 0-16,0 0 0,-40-40 15,40 40-15,-40-40 16,0 0-16,40-40 31,40 0-15,-40 0 0,0 0-1,40 40-15,0 0 16,-40 40-1,0 0 1,0 0-16,-40-40 16,40 40-16,-40-40 15,0 0 1,40-40 15,0 0-15,0 0-16,0 0 31,0 80 0,0 0-15,0 0 0,0 0-16,0 0 15,0 0 1,0 1-1,0-1 1,0 0 0,0 0-16,0 0 0,0 0 15,0 0-15,0 0 16,0 0-16,40 1 16,-40-1-1,40-40-15,-40 40 0,0 0 16,0 0-16,0 0 15,0 0-15,0 0 16,0 0-16,0 0 16,0 1-1,0-1-15,40-40 16,-40 40 0,0 0-1,0 0 1,0 0-1,0 0 1,-40-40-16,40 40 16,0 0-16,0 1 31,-40-41-31,40 40 16,0 0 15,0 0 31,-40-40-46,40 40 0,-40-40-16,40 40 0</inkml:trace>
  <inkml:trace contextRef="#ctx0" brushRef="#br0" timeOffset="151881.1888">5417 12312 0,'0'-40'16,"40"40"-16,0 0 47,0 0-16,-40 40 16,-40-40-31,0 0-1,80 0 79,-80 0-63,0 0 1,40-40-17,0 0 1,40 40-1,0 0 1,-40 40 15,0 0-15,0 0-16,-40-40 16,40 40-1,0-80 32,0 0-31,40 40-1,0 0 17,-40 40-32,0 0 15,0 0-15,0 0 0,0 0 16,0 0-16,0 0 15,0 1-15,0-1 0,-40 0 16,40 0-16,0 0 16,0 0-16,0 0 0,0 0 15,0 0-15,0 1 16,0-1-16,0 0 0,0 0 16,0 0-16,0 0 15,0 0-15,0 0 16,0 0-16,0 0 15,0 1 1,0-1-16,0 0 16,0 0-1,0 0 1,0 0 0,0 0-16,-40-40 15,40 40-15,0 0 31,0 1-15,-40-41 0,40 40-16,0 0 31,0 0 0</inkml:trace>
  <inkml:trace contextRef="#ctx0" brushRef="#br0" timeOffset="153101.0605">1485 15039 0,'0'-40'0,"0"0"16,0 0 0,40 40 15,-40-41-31,-40 41 78,0 41-78,-1-1 16,1 0-1,40 0-15,-40-40 0,40 40 0,0 0 16,0 0 0,-40 0-16,40 0 15,80-40-15,-80 41 0,40-41 16,1 0-16,-1 0 15,0 0-15,0 0 0,0 0 0,-40-41 16,40 41-16,0-40 16,0 0-16,1 40 0,-1-40 15,-40 0-15,0 0 16,0 0-16,0 0 0,-40 40 16,40-40-16,-41 40 15,41-41-15,-40 41 0,40-40 0,-80 40 0,80-40 16,-40 40-16,0-40 0,0 40 31,40 40 0,40 0-31,0-40 16,-40 40 0</inkml:trace>
  <inkml:trace contextRef="#ctx0" brushRef="#br0" timeOffset="153461.0989">2648 14718 0,'0'-40'15,"0"80"-15,0-120 16,0 120 62,0 0-62,0 0-16,0 0 15,0 0-15,0 41 0,0-41 0,0 0 16,0 0-16,0 0 16,0 0-16,0 0 0,-40 0 15,40 0-15,0 1 16</inkml:trace>
  <inkml:trace contextRef="#ctx0" brushRef="#br0" timeOffset="154071.0617">4253 14718 0,'-40'0'0,"40"-40"31,0 0-31,40 40 16,1-40-16,-1 40 31,0 0-15,-40 80-1,0-40 1,0 0-16,-40 0 16,40 0-16,-40 0 0,40 1 0,-41-41 0,41 40 15,-40 0-15,40 0 0,-40-40 0,40 40 0,-40-40 16,40 40-16,-40-40 15,40-40 17,40 40-32,-40-40 15,40 40-15,0 0 16,0-40-16,1 40 16,-1 0-1,0 0-15,0 0 0,0 40 16,0 0-16,0-40 0,0 0 15,1 40-15,-1-40 16,0 0-16,0 0 0,0 0 16,0 0-1</inkml:trace>
  <inkml:trace contextRef="#ctx0" brushRef="#br0" timeOffset="154731.0216">5537 14558 0,'0'-40'16,"0"-1"15,41 41 0,-1-40-31,0 40 16,-40 40 15,0 1-15,40-41-16,-40 40 0,0 0 0,0 0 16,0 0-1,-40-40-15,40 40 0,-40 0 0,0 0 16,-1-40-1,41 40-15,81-40 32,-81-40-17,40 40-15,0 0 16,0 0-16,0 0 16,0 0-16,-40 40 15,40-40-15,-40 40 0,0 1 16,0-1-1,0 0-15,-40-40 0,40 40 0,-40-40 16,40 40-16,-40 0 0,0-40 16,0 40-16,0-40 0,0 0 0,40 40 15,-41-40-15,1 0 16,0 0-16,0 0 0,0 0 0,-40-40 0,40 40 16,-1-80-16,1 80 0</inkml:trace>
  <inkml:trace contextRef="#ctx0" brushRef="#br0" timeOffset="156130.941">1003 10708 0,'0'-41'31,"0"1"32,40 40-1,0 0 1,1 0-48,-41 40 17,-41 1-32,41-1 15,0 0-15,0 0 0,-40 0 0,40 0 0,0 40 16,-40-80-16,40 40 0,0 0 15,-40 1-15,40-1 0,0-80 47,40-1-47,-40 1 16,0 0-16,40 0 0,-40 0 0,0 0 0,0 0 16,40 0-16,-40 0 15,0 0-15,41-1 0,-41 1 16,40 0-16,0 40 15,-40-40 1,40 40-16,0 0 0,0 0 16,0 40-1,0 0-15,1-40 0,-1 40 16,0-40-16,0 41 16,-40-1-16,40-40 0,0 40 0,-40 0 0,0 0 15,40 0-15,0 40 0</inkml:trace>
  <inkml:trace contextRef="#ctx0" brushRef="#br0" timeOffset="157250.8744">6862 13515 0,'40'-40'31,"-80"40"32,-1-40-32,82 40 78,-1 0-93,-40 40-16,40-40 0,0 0 0,0 40 0,0 0 15,0-40-15,-40 40 16,40 0-16,1-40 0,-41 40 0,40-40 0,-40 40 16,40-40-16,0 41 15,0-41-15,0 0 16,-40 40 0,40-40-16,-80 0 62,0 0-62,0 0 16,0 0-16,40 40 0,-40-40 0,0 40 15,-1-40-15,41 40 16,-40 0-16,0-40 0,0 40 0,0 0 0,0 0 16,40 0-16,-40 1 0,0-1 0,-1 0 0,1 0 15,0 0-15</inkml:trace>
  <inkml:trace contextRef="#ctx0" brushRef="#br0" timeOffset="159590.6642">6661 13836 0,'40'0'31,"-40"-40"110,-40 0-110,0-1-16,40 1 1,0 0 0,-40 40-16,40-40 15,0 0 1,0 0 0,0 0-16,40 40 0,-40-40 31,0 0-31,40 40 15,-40-41-15,0 1 16,0 0-16,0 0 31,0 0-31,0 0 16,0 0 0,0 0-16,0 0 15,0 0-15,0-1 16,0 1-1,0 0 1,0 0 0,0 0-16,0 0 31,0 0-31,0 0 16,0 0-1,0-1 16,40 41-31,-40-40 16,0 0 0,0 0-1,0 0 17,-40 40-32,40-40 15,0 0-15,0 80 203,40 0-203,-40 0 16,0 0-16</inkml:trace>
  <inkml:trace contextRef="#ctx0" brushRef="#br0" timeOffset="160360.6204">7022 14598 0,'0'-40'16,"-40"40"62,0 0-78,0 0 0,0 0 16,-1 40-1,1 0-15,0 0 16,0-40-16,40 40 0,-40-40 16,0 40-16,40 0 0,-40-40 15,0 40-15,-1-40 31,41 40-31,-40-40 32,80 0-1,1 0-31,-1 0 16,0 0-16,0-40 0,0 40 15,0 0-15,0 0 16,0-40-16,1 40 0,-1 0 0,0 0 15,0 0-15,-40-40 16,40 40-16,0 0 0,0 0 0,-40-40 0,40 40 16,1 0-16,-1 0 15,0 0 1</inkml:trace>
  <inkml:trace contextRef="#ctx0" brushRef="#br0" timeOffset="160580.6047">7022 14598 0,'0'0'16,"-40"-40"0,40 120-1,0-40 1,0 0-16,-40 161 15,0-161-15,40 0 0,-40 120 16,-1-39 0,1-1-1</inkml:trace>
  <inkml:trace contextRef="#ctx0" brushRef="#br0" timeOffset="161020.6546">6942 13916 0,'40'0'0,"0"0"15,-40-40-15,40 40 16,0-40-16</inkml:trace>
  <inkml:trace contextRef="#ctx0" brushRef="#br0" timeOffset="162430.5715">1766 12552 0,'-41'0'16,"82"0"-1,-41-40-15,40 40 16,0 0-16,-40-40 0,80 40 16</inkml:trace>
  <inkml:trace contextRef="#ctx0" brushRef="#br0" timeOffset="162630.5598">2408 12472 0,'0'0'0,"40"-40"16,40 0-1,0 0 17,-40 40-32,0 0 15</inkml:trace>
  <inkml:trace contextRef="#ctx0" brushRef="#br0" timeOffset="162770.5546">2969 12352 0,'40'0'0,"-40"-40"16,41 40-1,-1-40-15</inkml:trace>
  <inkml:trace contextRef="#ctx0" brushRef="#br0" timeOffset="162940.4673">3692 12312 0,'40'0'62,"0"0"-62,0 0 16,0 0-16,0 0 0,0 0 16,1 0-16,39 0 0</inkml:trace>
  <inkml:trace contextRef="#ctx0" brushRef="#br0" timeOffset="163090.4575">4494 12352 0,'0'0'15,"40"0"-15,41-40 16,-41 40-16,0-40 31,40 40-31</inkml:trace>
  <inkml:trace contextRef="#ctx0" brushRef="#br0" timeOffset="163250.5254">5257 12312 0,'40'0'0,"0"0"0,40-40 31,40 0-15,-39 40-16</inkml:trace>
  <inkml:trace contextRef="#ctx0" brushRef="#br0" timeOffset="163570.4313">6139 12312 0,'40'0'16,"-80"0"-16,121 0 0,39 0 15,-80 0-15,0-40 0,81 40 16,39-40-1,-80 40-15,41 0 32,-41 0-17,-40 0 1,-40 40 93,-40-40-109</inkml:trace>
  <inkml:trace contextRef="#ctx0" brushRef="#br0" timeOffset="164820.3594">522 12592 0,'40'0'0,"-40"-40"15,0 0 16,40 40-15,0-40 0,0 40 15,0-40-15,0-40-1,-40-40 1,0 39 15,-40 81-15,40 40 46,0 1-46,0-1-1,0 0-15,0 0 0,0 0 16,0 0-16,0 0 16,0 0-16,0 0 0,0 0 0,0 1 15,0-1 1,0 0-16,0 0 0,0 0 16,0 0-16,-40-40 93,40 40-77,-40-40 0,0 0-16,40 40 0,-40-40 15,0 0-15,40 40 16,-40-40-16,-1 0 15,41 41-15,-40-41 32,80 0-17,-40-41 1,41 41-16,-1-40 0,0 40 16,0 0-16,0-40 0,0 40 15,0-40 1,0 40-16,1 0 0,-41-40 0,40 40 0,0 0 15,-40-40-15,40 40 16,0 0-16,0 0 16,-40 40-1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14T07:46:05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5337 3047 0,'-40'0'31,"40"-40"-16,-40 40 1,40-40 172,0 0-173,40 40-15,40-40 16,-40 40-16,0 0 0,0 0 15,0 0-15,1 0 0,-1 0 16,0 40-16,0 0 0,0 0 16,-40 0-16,40-40 15,-40 41-15,0-1 0,40 0 0,-40 0 0,0 0 16,0 0-16,0 40 0,0-40 0,0 0 0,-40 1 16,40-1-16,-40 0 0,40 40 15,-80-40-15,40 0 0,40 0 0,-81 0 16,41 1-1,40-82 17,0 1-32,40 0 0,-40 0 0,81 0 15,-41-40-15,-40 40 0,40 0 0,0-41 0,0 41 16,0-40-16,0 40 16,1-40-16,-1 40 0,0 0 0,0-41 0,0 41 15,0 0-15,0 40 0,0-40 16,1 0-16,-41 0 0,40 40 0,-40-40 15,0 0-15,0-1 16,0 1 0,-40 40-1,-1 0-15,1 0 0,0 0 16,0 40-16,0 1 0,0-41 0,0 80 16,0-40-1,40 0-15,0 0 0,0 0 0,-41 0 0,41 0 16,0 41-16,0-41 0,0 40 15,0-40-15,0 0 0,0 40 0,41-40 0,-41 1 16,40-1-16,-40 0 16,40 0-16,0 0 0,0 0 0,0-40 0,-40 40 15,40-40-15,-40 40 0,40-40 0,1 0 16</inkml:trace>
  <inkml:trace contextRef="#ctx0" brushRef="#br0" timeOffset="289.9838">7102 2526 0,'0'0'16,"-40"-40"-1,40 0 1,0 120-1,0 0 1,0 0-16,0 121 16,0-161-16,0 0 0,0 0 15,80 161 1,41-41 0</inkml:trace>
  <inkml:trace contextRef="#ctx0" brushRef="#br0" timeOffset="649.961">7624 2767 0,'0'-81'16,"0"162"-16,0-202 16,40 161-1,0 1 16,81 119-15,-121-120 0,0 0-16,0 40 15,0-39-15,0-82 16,0 1 0,40 40-16,-40-80 0,40 80 0,-40-40 0,40 0 15,0 40 1,-40-40-16,40 40 0,0 0 31,-40 40-31,0 0 0,0 0 16,0 0-1,0 0-15,0 0 0,0 1 0,0-1 16,0 0-16,0 0 0,0 0 0,-40-40 16,40 40-16,-40-40 15</inkml:trace>
  <inkml:trace contextRef="#ctx0" brushRef="#br0" timeOffset="869.9496">8507 2486 0,'0'0'32,"0"40"-17,40 40 1,80 121-1,-120-81 1,0-80-16,0 81 0,0-81 0,-80 160 31,-40-39-31</inkml:trace>
  <inkml:trace contextRef="#ctx0" brushRef="#br0" timeOffset="1069.8785">9109 2967 0,'0'-40'15,"0"80"-15,80-160 16,-40 120-16,0 0 0,81-40 16,-81 0-16,40 40 15,-40 0-15,80 40 16,-79-40-16</inkml:trace>
  <inkml:trace contextRef="#ctx0" brushRef="#br0" timeOffset="1239.9283">9470 3489 0,'0'0'15,"80"-41"16,-80 1-31,241-40 16,-161 80-16,-40-40 0,201 0 16,-121 40-16,41 0 15,-81 0-15,0 0 0</inkml:trace>
  <inkml:trace contextRef="#ctx0" brushRef="#br0" timeOffset="1979.8821">13282 2486 0,'0'-40'16,"-40"0"0,0 40-1,40 80 1,-41-40-1,41 40-15,0-40 0,0 0 0,-40 1 0,40 39 16,0-40-16,0 40 0,0-40 16,0 0-16,81 41 0,-81-41 0,40 0 0,-40 0 15,40 0-15,0-40 0,0 40 0,0 0 16,0-40-16,0 0 16,1 0-16,-1-80 0,0 0 15,-40 40-15,40 0 0,-40-1 16,40-39-16,-40 40 0,0-40 0,40 40 0,-40 0 15,0 0-15,0-1 16,0-39-16,0 40 0,0 0 16,0 80 15,0 0-31,0 0 0,0 0 16,0 1-16,0 39 15,0-40-15,0 40 0,0-40 0,0 40 0,0-39 16,0 39-16,40 0 0,-40-40 15,40 0-15,-40 40 0,0-40 0,0 1 0,41-41 16,-41 40-16,40 0 16,0-40-16,0 0 0,0-40 15</inkml:trace>
  <inkml:trace contextRef="#ctx0" brushRef="#br0" timeOffset="2229.8679">14606 2406 0,'0'0'16,"-40"0"-1,0 0 1,40 120 0,0-80-16,0 201 15,0-161-15,0-40 0,40 121 31,-40-81-31,40 120 16,-40-160-16,40-40 0,0 81 16,0-41-16,1-40 0</inkml:trace>
  <inkml:trace contextRef="#ctx0" brushRef="#br0" timeOffset="2499.854">15409 2847 0,'40'0'46,"0"0"-30,0 0 0,0 0-16,0 0 0,0 0 0,0 0 15,1 0-15,-1 0 0,0 0 0,0-40 0,0 40 16,-40-40-16</inkml:trace>
  <inkml:trace contextRef="#ctx0" brushRef="#br0" timeOffset="2899.8295">16372 2526 0,'-41'0'15,"41"40"17,41-40-32,-41 40 15,40 0-15,-40 0 0,80 1 0,-80-1 0,0 0 16,0 0-16,40 0 15,-40 0-15,0 0 0,0 0 0,0 0 16,0 1-16,0-1 16,0-80-1,0-41-15,40 41 16,-40 0 0,40 0-16,-40 0 0,0 0 0,40 40 15,1-40-15,-1 40 16,-40 40 15,0 0-31,40 0 0,-40 0 16,0 0-16,0 0 15,0 0-15,0 1 0,0-1 0,0 0 0,0 0 16,0 0-16,0 0 0,0 0 16,0 0-1</inkml:trace>
  <inkml:trace contextRef="#ctx0" brushRef="#br0" timeOffset="3089.8175">17375 3047 0,'0'-40'0,"0"0"32,40 0-17,0 40-15,40 0 16,-40 0-16,0-40 0,41 40 0,-41 0 0,0 0 15,0 0-15,0 0 0,0 0 16,0 0-16,1 0 0</inkml:trace>
  <inkml:trace contextRef="#ctx0" brushRef="#br0" timeOffset="3349.7268">18980 2526 0,'-80'40'16,"160"-80"-16,-160 120 47,80 0-32,40-39-15,-40-1 0,0 0 16,0 0-16,0 0 0,0 0 0,0 0 0,0 40 15,0-39-15,0-1 16,0 0-16,0 0 0,0 0 0,0 0 0,0 0 16,0 0-16</inkml:trace>
  <inkml:trace contextRef="#ctx0" brushRef="#br0" timeOffset="3599.7893">19622 2366 0,'0'-40'15,"40"40"-15,40 0 16,-40 0-16,0 0 16,1 40-16,39-40 0,-40 80 0,0-40 0,0 0 15,40 40-15,-39 0 16,-1-39-16,0 39 0,-40 0 0,40 0 0,-40 0 15,0 41-15,0-41 0,0 0 16,-80 0-16,40 1 0,-41-1 0,1-40 0,40 40 16,-40-40-16,-41 0 15,41 0-15</inkml:trace>
  <inkml:trace contextRef="#ctx0" brushRef="#br0" timeOffset="5449.6077">22070 3007 0,'-41'0'15,"82"0"657,-1 0-656,40 0 0,-40 0-16,0 0 0,40 0 0,-39 0 15,-1 0-15,40 0 0,-40 0 16,0 0-16,0 0 0,41 0 0,-41 0 0,0 0 15,0 0-15,0 0 16,0 0-16,0 0 0,0 0 0,1 0 16,-1 0-16,-80 0 62,-1 0-46</inkml:trace>
  <inkml:trace contextRef="#ctx0" brushRef="#br0" timeOffset="5739.6622">22671 2686 0,'0'0'16,"0"-40"-1,0 80 17,0 1-17,0-1-15,0 0 0,0 0 0,0 40 0,0-40 16,0 40-16,0-39 15,0 39-15,0 0 0,0 0 0,0-40 0,0 40 16,0 1-16,-40-41 0,40 0 16,0 0-16,0 0 0,0 0 0,0 0 0,0 0 15,0 1-15</inkml:trace>
  <inkml:trace contextRef="#ctx0" brushRef="#br0" timeOffset="6509.6172">23915 2646 0,'40'0'15,"-40"-40"1,0 80 78,0 0-79,0 1-15,0-1 0,0 0 16,0 0-1,0 0-15,0 0 0,41-40 0,-41 40 0,0 0 16,40 0-16,-40 1 0,0-1 16,0 0-16,40 0 0,0-40 0,-40 40 0,40-40 15,-40 40-15,40-40 0,0 0 0,0 0 16,1 0 0,-41-40-16,40 40 0,0-40 0,0 0 15,-40 0-15,40 40 16,-40-40-16,0-1 0,40 1 0,-40 0 0,0 0 15,40 0-15,-40 0 16,0 0-16,40 0 0,-40 0 0,0-1 0,0 1 16,41 40-16,-41-40 0,0 0 15,-41 40 17,41 40-17,0 0-15,-40 0 0,40 1 0,0-1 16,0 0-16,0 0 0,0 0 15,-40 0-15,40 0 0,0 0 0,0 41 0,0-41 16,0 0-16,0 0 16,40 0-16,-40 0 0,0 0 0,40 0 0,1 0 15,-41 0-15,40-40 0,-40 41 16,40-41-16,0 0 16,0 0-16</inkml:trace>
  <inkml:trace contextRef="#ctx0" brushRef="#br0" timeOffset="7219.5009">25721 2165 0,'-40'0'94,"0"0"-78,0 0-16,0 0 15,40 40-15,-41-40 16,41 40-16,0 0 0,-40 1 0,0-1 16,40 0-16,-40 0 0,0 0 15,40 40-15,0-40 0,-40 40 0,40-39 0,0 39 16,0-40-16,0 40 15,40-40-15,-40 40 0,40-39 0,-40 39 0,80-40 16,-80 0-16,40 0 0,1 0 16,-1 0-16,0-40 0,0 40 0</inkml:trace>
  <inkml:trace contextRef="#ctx0" brushRef="#br0" timeOffset="8569.425">26243 2606 0,'40'0'0,"-40"-40"78,40 0-62,0 40-16,0 0 15,-40-40-15,40 40 0,0 0 16,1 0 0,-1 0-16,-40 40 0,40-40 0,-40 40 15,40-40-15,-40 80 0,0-40 16,40 1-16,-40-1 0,0 0 0,0 0 15,0 0 1,0 0-16,0 0 0,-40-40 0,40 40 16,0 0-16,-40-40 0,40-40 31,40 0-15,0 0-1,-40 0-15,40 0 0,-40 0 0,40 0 0,0 0 16,1-1-16,-1 1 15,0 40-15,0 0 16,-40 40 0,0 1-1,0-1-15,40-40 0,-40 40 0,0 0 16,0 0-16,0 0 16,0 0-16,0 0 0,40-40 0,-40 40 0,0 1 15,0-1-15,0 0 16,0 0-16,0 0 0,0 0 15,0 0-15</inkml:trace>
  <inkml:trace contextRef="#ctx0" brushRef="#br0" timeOffset="8789.4839">27607 3128 0,'-40'0'16,"80"0"-16,-120-81 15,120 81 1,-40-40 0,160 40-1,41 0 1,0-40 0,-81 0-1</inkml:trace>
  <inkml:trace contextRef="#ctx0" brushRef="#br0" timeOffset="8999.474">28851 2646 0,'-40'0'16,"80"0"-16,-120 0 0,80 40 47,0 41-32,0-41-15,-41 0 0,41 0 0,0 0 16,0 0-16,0 40 16,0-39-16,0-1 0,0 0 0,0 0 0,0 40 15,0-40-15,0 0 0,41-40 0,-41 40 16</inkml:trace>
  <inkml:trace contextRef="#ctx0" brushRef="#br0" timeOffset="9269.3998">29774 2245 0,'40'0'15,"0"0"-15,40 40 31,-40 1-31,81 119 16,-121-120-16,40 40 0,-40 121 16,0-121-16,-120 80 15,79-39-15,-280 240 16,201-281-16</inkml:trace>
  <inkml:trace contextRef="#ctx0" brushRef="#br0" timeOffset="10349.3935">20264 5694 0,'40'0'140,"40"0"-140,-40 0 0,41 0 0,-41 0 16,40 0-16,-40 0 15,40 0-15,1 0 0,-1-40 0,-40 40 0,40 0 16,-40 0-16,41 0 0,-41-40 16,0 40-16,40 0 0,-40 0 0,0-40 0,0 40 15,1 0-15,-1 0 0,-80 0 47,-1 0-31,1 0-1,40 40 1,-40-40-16,0 0 16,0 0-16</inkml:trace>
  <inkml:trace contextRef="#ctx0" brushRef="#br0" timeOffset="13609.1274">23354 5374 0,'-41'0'15,"41"-41"1,0 82 46,-40-41 610,0 0-625,-40 0-31,40 0-16,0 40 15,0-40-15,40 40 0,-41-40 0,41 40 16,-40-40-16,40 40 0,-40-40 16,40 40-16,-40 0 0,40 0 0,-40-40 15,40 40-15,0 0 0,0 1 16,0-1-16,0 0 0,0 0 0,0 0 15,0 0-15,0 0 16,40-40-16,-40 40 0,40 0 16,0-40-16,0 0 0,-40 41 0,41-41 15,-1 0-15,0 0 16,0-81-16,0 81 0,0 0 16,0-80-16,-40 40 15,40 0-15,1 0 0,-41 0 16,0 0-16,0-1 0,0-39 15,0 40-15,0 0 0,0-40 0,0 40 16,-41-40-16,41 39 0,0-39 16,-40 40-16,40 0 0,0 0 0,0 0 0,0 0 15,0 0-15,0-1 0,0 1 0,0 0 0,0 0 16,0 0 0,0 0-16,0 0 0,40 40 0,-40-40 0,41 40 0,-1-40 15,0 0-15,0 40 16,0 0-16,0 0 0,0 0 15,0 40 1,-40 0-16,41 0 16,-41 0-16,0 0 0,0 0 0,0 0 15</inkml:trace>
  <inkml:trace contextRef="#ctx0" brushRef="#br0" timeOffset="14429.0811">24758 4732 0,'0'-40'16,"0"0"31,-40 40-32,0 0 16,0 40 1,-1 40-32,41-40 15,-40 0-15,0 0 0,0 0 0,0 41 0,40-1 16,-40 0-16,0-40 0,40 40 16,-40 1-16,40-1 0,0-40 0,0 40 0,-41-40 15,41 40-15,0-40 16,0 1-16,0-1 0,41 0 0,-41 0 0,40 0 15,-40 0-15,40 0 0,0 0 16,-40 0-16,40-40 0,0 0 16,-40 41-16,40-41 0,0 0 0,1 0 15,-41-41 17,40 41-17,-40-40-15,0 0 31</inkml:trace>
  <inkml:trace contextRef="#ctx0" brushRef="#br0" timeOffset="15009.0456">25119 5133 0,'0'-40'16,"0"0"-1,40 40-15,0 0 16,0 0-1,-40 40-15,41-40 16,-1 40-16,-40 0 16,0 0-16,0 0 0,0 0 0,0 0 0,0 1 15,0-1-15,0 40 0,0-40 0,0 0 0,0 0 16,-40-40-16,40 40 0,0 0 16,0 0-16,-41-40 0,41-40 46,41 40-46,-41-40 0,40 0 16,0-40-16,-40 40 0,40 0 0,-40 0 16,40 0-16,0-1 0,-40 1 0,40 0 0,1 0 15,-41 0-15,40 0 16,0 0-16,0 40 16,-40 40-1,40-40-15,-40 40 16,0 0-16,0 0 15,0 0-15,40 0 0,-40 1 0,0-1 0,0 0 16,0 0-16,0 0 0,0 0 16,0 0-16,-40 0 0,40 0 0,0 0 0,-40-40 15,40 41-15,0-1 0,0 0 16</inkml:trace>
  <inkml:trace contextRef="#ctx0" brushRef="#br0" timeOffset="15629.0117">26363 5534 0,'-40'0'16,"0"0"46,0 0-46,0 0 15,80 0 31,0 0-46,0 0-16,0 0 0,0 0 16,0 0-16,0 0 0,1 0 0,-1-40 0,0 40 15,0 0-15,0 0 0,0 0 0,0 0 0,0 0 16,-40-40 0,41 40-16,-82 0 46,1 0-30,0 0-16,0 0 16,0 0-1</inkml:trace>
  <inkml:trace contextRef="#ctx0" brushRef="#br0" timeOffset="18818.8411">26604 5293 0,'-40'0'15,"40"-40"32,0 0 31,0 0-62,-40 40-1,40-40 1,0 0-16,-41 40 16,41-40-16,0 80 125,0 0-110,0 0-15,0 0 0,0 0 0,0 0 0,0 41 16,0-41-16,-40 40 0,40-40 16,0 40-16,0 0 0,0-40 0,0 1 0,0 39 15,0-40-15,0 0 16,0 0-16,0 0 0,0 0 0,0 0 15</inkml:trace>
  <inkml:trace contextRef="#ctx0" brushRef="#br0" timeOffset="20668.714">27366 5173 0,'0'-40'47,"80"40"-15,-80 40 30,0 40-62,0 0 16,0-39-16,0-1 0,0 40 0,0-40 0,0 40 15,0-40-15,0 0 0,0 41 16,0-41-16,-40 0 0,40 0 0,0 0 0,0 0 16,0 0-16,0 0 15,0 0-15,-40 1 0</inkml:trace>
  <inkml:trace contextRef="#ctx0" brushRef="#br0" timeOffset="20998.77">27808 5053 0,'0'0'0,"0"-40"16,0-1-16,40 41 31,-40 41-15,40-41-16,-40 40 0,80 0 15,-80 40-15,40-40 0,0 0 0,0 0 0,1 41 16,-1-1-16,-40-40 15,40 40-15,0 0 0,-40-40 0,0 41 0,0-1 16,0 0-16,0-40 0,-80 40 0,80-40 0,-40 41 16,-1-41-16,1 40 0,0-40 15,0 0-15,-40 0 0,40 0 0,-41 0 0,41 1 16,0-1-16</inkml:trace>
  <inkml:trace contextRef="#ctx0" brushRef="#br0" timeOffset="22138.7043">29172 5614 0,'-40'40'15,"0"-40"-15,0 0 16,80 0 109,40 0-125,-40 0 16,0 0-16,0 0 0,0 0 0,1 0 15,-1 0-15,0 0 0,0 0 16,0 0-16,0 0 0,0 0 16</inkml:trace>
  <inkml:trace contextRef="#ctx0" brushRef="#br0" timeOffset="22678.673">30255 5213 0,'0'-40'16,"0"80"-16,-40-80 15,0 40 17,0 40-17,0 0-15,0-40 0,40 40 16,-40-40-16,40 40 15,-41 1-15,41-1 0,0 0 0,0 0 16,0 0-16,0 0 0,41-40 0,-41 40 0,40 0 16,0 0-1,0-40-15,0 0 0,0 0 16,-40-40 0,40 40-16,-40-40 15,0 0-15,0 0 16,0 0-16,0 0 0,0 0 0,0 0 0,0-1 15,0 1-15,0 0 16,0-40-16,0 40 0,0-40 0,0 40 0,0-1 16,0 1-16,0 0 0,0 0 0,0 0 0,0 0 15,0 0-15,0 0 16,0 0-16,0 0 16,40 40 15,1 0-31,-41 40 15,40-40-15</inkml:trace>
  <inkml:trace contextRef="#ctx0" brushRef="#br0" timeOffset="22978.6551">30937 4732 0,'0'-40'31,"0"80"-31,0-120 16,-40 80-16,0 0 15,-40 80 1,-81 160 15,121 41-15,80-40-1,1-121 1,79-80 0</inkml:trace>
  <inkml:trace contextRef="#ctx0" brushRef="#br0" timeOffset="23358.6335">31258 4972 0,'0'-80'16,"0"160"-16,0-120 31,0 80-15,0 1-16,0-1 0,0 0 16,0 0-16,0 0 15,0 0-15,0 0 0,0 0 0,0 0 16,0 1-16,0-1 15,41-80 17,-1-1-17,0 1-15,0 40 0,-40-40 16,0 0-16,40 40 16,0 0-1,-40 40 1,0 0-16,0 0 0,0 1 0,40-1 15,-40 0 1,0 0-16,0 0 0,-40 0 16,40 0-16,-40-40 15</inkml:trace>
  <inkml:trace contextRef="#ctx0" brushRef="#br0" timeOffset="23558.6205">31740 5333 0,'0'0'0,"0"-40"31,0 0-15,160-40 0,-79 80 15,-41 0-31</inkml:trace>
  <inkml:trace contextRef="#ctx0" brushRef="#br0" timeOffset="23748.6094">32181 4932 0,'-40'-40'0,"40"80"47,0 41-47,0-41 15,0 0-15,0 0 0,0 0 0,0 0 16,0 0-16,0 0 0,0 0 0,0 1 16,0-1-16,0 0 15,0 0-15,0 0 16</inkml:trace>
  <inkml:trace contextRef="#ctx0" brushRef="#br0" timeOffset="23998.5955">32663 4812 0,'0'0'0,"-40"-40"16,80 40-1,0 120 16,0 201-15,-241 40 0,41-241-1,80-80-15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333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7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47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90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28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86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3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9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4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79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1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8B8EB-0C21-4201-8D1C-36FF4F373C8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93A8E-E180-45D8-83E3-2EC0F1FA3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25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31120" y="259560"/>
              <a:ext cx="11990160" cy="64396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0" y="250200"/>
                <a:ext cx="12008880" cy="64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975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89040" y="245160"/>
              <a:ext cx="10054440" cy="6382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9680" y="235800"/>
                <a:ext cx="10073160" cy="64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82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1160" y="808200"/>
              <a:ext cx="11744640" cy="5328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00" y="798840"/>
                <a:ext cx="11763360" cy="534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13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92520" y="779400"/>
              <a:ext cx="9895320" cy="15886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3160" y="770040"/>
                <a:ext cx="9914040" cy="160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041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2025-07-14T07:55:29Z</dcterms:created>
  <dcterms:modified xsi:type="dcterms:W3CDTF">2025-07-14T07:56:40Z</dcterms:modified>
</cp:coreProperties>
</file>