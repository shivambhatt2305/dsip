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3" r:id="rId2"/>
    <p:sldId id="324" r:id="rId3"/>
    <p:sldId id="325" r:id="rId4"/>
    <p:sldId id="326" r:id="rId5"/>
    <p:sldId id="327" r:id="rId6"/>
    <p:sldId id="328" r:id="rId7"/>
    <p:sldId id="329" r:id="rId8"/>
    <p:sldId id="330" r:id="rId9"/>
    <p:sldId id="331" r:id="rId10"/>
    <p:sldId id="332" r:id="rId11"/>
    <p:sldId id="333" r:id="rId12"/>
    <p:sldId id="334" r:id="rId13"/>
    <p:sldId id="335" r:id="rId14"/>
    <p:sldId id="336" r:id="rId15"/>
    <p:sldId id="337" r:id="rId16"/>
    <p:sldId id="338" r:id="rId17"/>
    <p:sldId id="339" r:id="rId18"/>
    <p:sldId id="340" r:id="rId19"/>
    <p:sldId id="341" r:id="rId20"/>
    <p:sldId id="342" r:id="rId21"/>
    <p:sldId id="343" r:id="rId22"/>
    <p:sldId id="344" r:id="rId23"/>
    <p:sldId id="345" r:id="rId24"/>
    <p:sldId id="346" r:id="rId25"/>
    <p:sldId id="347" r:id="rId26"/>
    <p:sldId id="348" r:id="rId27"/>
    <p:sldId id="349" r:id="rId28"/>
    <p:sldId id="350" r:id="rId29"/>
    <p:sldId id="351" r:id="rId30"/>
    <p:sldId id="352" r:id="rId31"/>
    <p:sldId id="353" r:id="rId32"/>
    <p:sldId id="354" r:id="rId33"/>
    <p:sldId id="355" r:id="rId34"/>
    <p:sldId id="356" r:id="rId35"/>
    <p:sldId id="357" r:id="rId36"/>
    <p:sldId id="358" r:id="rId37"/>
    <p:sldId id="359" r:id="rId38"/>
    <p:sldId id="315" r:id="rId39"/>
    <p:sldId id="316" r:id="rId40"/>
    <p:sldId id="317" r:id="rId41"/>
    <p:sldId id="360" r:id="rId42"/>
    <p:sldId id="361" r:id="rId43"/>
    <p:sldId id="362" r:id="rId44"/>
    <p:sldId id="363" r:id="rId45"/>
    <p:sldId id="364" r:id="rId46"/>
    <p:sldId id="365" r:id="rId47"/>
    <p:sldId id="366" r:id="rId48"/>
    <p:sldId id="318" r:id="rId49"/>
    <p:sldId id="319" r:id="rId50"/>
    <p:sldId id="320" r:id="rId51"/>
    <p:sldId id="321" r:id="rId52"/>
    <p:sldId id="322" r:id="rId53"/>
    <p:sldId id="280" r:id="rId54"/>
    <p:sldId id="281" r:id="rId55"/>
    <p:sldId id="282" r:id="rId56"/>
    <p:sldId id="283" r:id="rId57"/>
    <p:sldId id="284" r:id="rId58"/>
    <p:sldId id="285" r:id="rId59"/>
    <p:sldId id="286" r:id="rId60"/>
    <p:sldId id="287" r:id="rId61"/>
    <p:sldId id="299" r:id="rId62"/>
    <p:sldId id="300" r:id="rId63"/>
    <p:sldId id="301" r:id="rId64"/>
    <p:sldId id="302" r:id="rId65"/>
    <p:sldId id="303" r:id="rId66"/>
    <p:sldId id="304" r:id="rId67"/>
    <p:sldId id="305" r:id="rId68"/>
    <p:sldId id="306" r:id="rId69"/>
    <p:sldId id="307" r:id="rId70"/>
    <p:sldId id="308" r:id="rId71"/>
    <p:sldId id="309" r:id="rId72"/>
    <p:sldId id="310" r:id="rId73"/>
    <p:sldId id="288" r:id="rId74"/>
    <p:sldId id="289" r:id="rId75"/>
    <p:sldId id="311" r:id="rId76"/>
    <p:sldId id="312" r:id="rId77"/>
    <p:sldId id="290" r:id="rId78"/>
    <p:sldId id="313" r:id="rId79"/>
    <p:sldId id="291" r:id="rId80"/>
    <p:sldId id="292" r:id="rId81"/>
    <p:sldId id="293" r:id="rId82"/>
    <p:sldId id="294" r:id="rId83"/>
    <p:sldId id="295" r:id="rId84"/>
    <p:sldId id="296" r:id="rId85"/>
    <p:sldId id="297" r:id="rId86"/>
    <p:sldId id="298" r:id="rId87"/>
    <p:sldId id="257" r:id="rId88"/>
    <p:sldId id="258" r:id="rId89"/>
    <p:sldId id="259" r:id="rId90"/>
    <p:sldId id="260" r:id="rId91"/>
    <p:sldId id="261" r:id="rId92"/>
    <p:sldId id="262" r:id="rId93"/>
    <p:sldId id="263" r:id="rId94"/>
    <p:sldId id="264" r:id="rId95"/>
    <p:sldId id="265" r:id="rId96"/>
    <p:sldId id="266" r:id="rId97"/>
    <p:sldId id="267" r:id="rId98"/>
    <p:sldId id="268" r:id="rId99"/>
    <p:sldId id="269" r:id="rId100"/>
    <p:sldId id="270" r:id="rId101"/>
    <p:sldId id="271" r:id="rId102"/>
    <p:sldId id="272" r:id="rId103"/>
    <p:sldId id="273" r:id="rId104"/>
    <p:sldId id="274" r:id="rId105"/>
    <p:sldId id="372" r:id="rId106"/>
    <p:sldId id="369" r:id="rId107"/>
    <p:sldId id="275" r:id="rId108"/>
    <p:sldId id="370" r:id="rId109"/>
    <p:sldId id="371" r:id="rId110"/>
    <p:sldId id="276" r:id="rId111"/>
    <p:sldId id="277" r:id="rId112"/>
    <p:sldId id="278" r:id="rId113"/>
    <p:sldId id="279" r:id="rId114"/>
    <p:sldId id="373" r:id="rId115"/>
    <p:sldId id="374" r:id="rId116"/>
    <p:sldId id="375" r:id="rId117"/>
    <p:sldId id="376" r:id="rId1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A7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2"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17T16:40:24.507"/>
    </inkml:context>
    <inkml:brush xml:id="br0">
      <inkml:brushProperty name="width" value="0.05292" units="cm"/>
      <inkml:brushProperty name="height" value="0.05292" units="cm"/>
      <inkml:brushProperty name="color" value="#FF0000"/>
    </inkml:brush>
  </inkml:definitions>
  <inkml:trace contextRef="#ctx0" brushRef="#br0">2195 1724 0,'39'-39'0,"0"39"31,1-39-15,-40 78 140,-40-39-109,40 39 438,0 0-454,0 1 0,0-1-31,0 0 31,-39-39-31,39 39 16,0 0 15,0 1-15,0-1-16,0 0 15,0 0-15,0 0 0,0 1 16,0-1 0,0 0-16,0 0 0,0 0 15,0 0 1,0 1-16,0-1 31,0 0-15,-39-39-16,39 39 15,0 0 1,0 1-16,0-1 0,0 0 16,0 0-16,0 0 15,0 1-15,-39-40 16,39 39-16,0 0 16,0 0-16,0 0 31,0 1-16,0-1 17,0 0-32,-79-39 15,79 39 1,0 0 0,0-78 421,0 0 344</inkml:trace>
  <inkml:trace contextRef="#ctx0" brushRef="#br0" timeOffset="11990.77">2117 3135 0,'0'-39'46,"39"39"251,0 0-297,0 0 0,0 0 16,1-39-16,38 39 16,-39 0-16,40 0 0,-1-39 0,-39 39 0,0 0 15,40 0-15,-40 0 0,0-40 16,0 40-16,0 0 0,1 0 0,-1 0 15,0 0-15,0 0 16,0 0 0</inkml:trace>
  <inkml:trace contextRef="#ctx0" brushRef="#br0" timeOffset="12440.94">3567 2469 0,'0'-39'0,"-39"39"0,-1-40 16,40 80 62,0-1-78,0 0 0,0 0 0,0 0 15,0 1-15,0-1 16,0 0-16,0 39 0,0-38 0,0-1 0,0 0 16,0 0-16,0 40 0,0-40 0,0 0 0,0 0 15,0 0-15,0 1 0,0-1 16,0 0-16,40-39 0,-40 39 0</inkml:trace>
  <inkml:trace contextRef="#ctx0" brushRef="#br0" timeOffset="12670.92">3684 1920 0,'0'0'0,"-39"0"0,39-39 0,-39 39 15,39-39-15,-39 0 16,0 39-16,39 39 16</inkml:trace>
  <inkml:trace contextRef="#ctx0" brushRef="#br0" timeOffset="13180.89">4155 2547 0,'-39'0'0,"78"0"0,-118 0 16,79-39 0,40 78 31,-40 40-32,39-79-15,-39 39 0,39 0 16,0 0-16,-39 0 0,39-39 0,-39 40 15,0-1-15,40 0 16,-1-39-16,-39 39 0,0 0 0,39-39 16,-39 40-16,0-119 31,39 40-31,-39 0 0,39 0 16,-39-1-16,79 1 15,-79 0-15,39 39 0,0-39 0,-39 0 0,39 39 16,1-40-16,-1 40 15,0 40 1,-39 38 0,39-78-16,-39 39 0,39-39 0,-39 39 15,0 1-15,40-1 0,-40 0 16,0 0-16,39 0 0,-39 1 0,0-1 0,39 0 16,-39 0-16,39 0 0,-39 1 0,39-1 15,1-39-15,-40 39 0</inkml:trace>
  <inkml:trace contextRef="#ctx0" brushRef="#br0" timeOffset="13520.87">5762 2900 0,'78'-39'15,"40"-40"16,-40 40-31,118-78 16,-157 117-16,-39-40 0,40 40 16,-1-39-16,-39 0 0,0 0 31,-39 39-31,-40 0 16,40 0-16,0 39 0,0-39 0,-1 39 15,1 0-15,0-39 0,0 40 16,0-1-16,39 0 0,-39 0 0,39 0 0,-40 1 15,40-1 1,0 0-16,0 0 0,0 0 0,40 1 0,-40-1 16,39-39-16,-39 39 0,78 0 15,-39 0-15,0-39 0,-39 40 0,40-40 16,-1 0-16,0 0 0</inkml:trace>
  <inkml:trace contextRef="#ctx0" brushRef="#br0" timeOffset="14000.93">7447 2469 0,'0'0'0,"0"-39"0,-39-1 16,-39 1-1,78 0-15,-196 78 31,157-39-31,-40 79 16,1-40-16,-40 118 16,118-118-16,-39 0 0,39 0 15,0 0-15,39 40 16,-39-40-16,118 0 16,-79-39-16,0 0 0,157-78 31,-157 78-31,79-157 15,-79 157-15,-39-39 0,0 0 16,0-1-16,39-77 16,-78 117 15,39 39-15,0 0-1,0 40 1,0-40-16,0 0 0,39 0 0,-39 0 0,40 40 31,-40-40-31,78 39 16,-39-38-16,0-40 0</inkml:trace>
  <inkml:trace contextRef="#ctx0" brushRef="#br0" timeOffset="14350.84">8075 2586 0,'-40'0'16,"80"0"-16,-119-39 16,79 0-16,79 39 15,-40 0 1,118 157 0,-40-40 15,-38 1-16,-79-40 1,0-156 15,0 39-15,0 0-16,0-1 0,0 1 0,0 0 0,78 0 16,-39 0-16,0-40 15,1 40-15,195-118 16,-196 118-16,39 0 0,-38 0 15,38 0-15,-39 39 0,39-40 0,118 1 32,-156 39-32</inkml:trace>
  <inkml:trace contextRef="#ctx0" brushRef="#br0" timeOffset="15100.8">12269 1567 0,'0'0'0,"-39"0"0,39-39 15,-40 39 1,40 39-16,-39 1 16,0-1-16,0 0 15,0 0-15,-1 0 0,1 40 0,0-40 0,0 0 16,0 40-16,39-40 0,-40 39 0,1-39 0,39 1 16,0 38-16,-39-39 15,39 0-15,0 0 0,0 1 0,0-1 0,39 39 16,-39-39-16,39 1 0,1-1 15,-1 0-15,0 0 0,0 0 0,0-39 16,40 0-16,-40 0 16,0 0-16</inkml:trace>
  <inkml:trace contextRef="#ctx0" brushRef="#br0" timeOffset="15460.83">12935 2155 0,'-39'0'16,"39"-39"-16,39 39 16,39 39-1,-38-39-15,-1 157 16,0-118-16,-39 0 16,0 40-1,0-40-15,-39 39 16,39-38-16,-39-40 0,39 39 15,-40-39-15,-77 39 16,38-39 0,40 0-16,0 0 0,0 0 0,0-39 0,-1 0 15,1-1 1,39 1-16,-39-39 16,78 39-16,79-1 31,-40 1-31,40 0 15</inkml:trace>
  <inkml:trace contextRef="#ctx0" brushRef="#br0" timeOffset="15870.87">13523 2116 0,'0'39'15,"0"1"1,39 38-1,40 39 17,-40 40-17,0-39 1,-39-79 0,0-78 15,0 0-31,0-1 15,0 1-15,0 0 0,39 39 16,-39-39-16,39 0 0,1-1 0,-1 40 16,0-39-16,0 39 15,-39-39-15,39 39 0,1 0 0,-1 0 0,0-39 16,0 39-16,0 0 16,1 0-1,-40 78-15,0-39 0,0 1 16,39-1-16,-39 0 15,39 0-15,-39 0 0,0 1 0,39-40 16,-39 39-16,39 0 0,-39 0 16,40-39-16,-40 39 0,39-39 0,0 0 0,0 0 15</inkml:trace>
  <inkml:trace contextRef="#ctx0" brushRef="#br0" timeOffset="16300.95">15091 2234 0,'-39'0'0,"39"-39"16,39 39 15,-39 39-31,39 0 0,0 0 16,-39 0-16,40 0 15,-40 1-15,39-1 0,-39 0 0,39 0 16,-39 0-16,39 1 16,-39-1-16,39 0 0,-39 0 0,40-39 15,-40 39-15,0 1 16,39-40-16,0 0 16,-39-40-1,39 1 1,-39 0-16,39 0 0,-39 0 0,0-1 15,39 1-15,-39 0 16,40 0-16,-40 0 0,39-1 0,-39 1 16,0 0-1,39 39-15,-39-39 0,39 39 0,-39-39 16,39 39-16,1-39 16,-1 39-1</inkml:trace>
  <inkml:trace contextRef="#ctx0" brushRef="#br0" timeOffset="16611">16306 2234 0,'0'0'16,"39"39"-16,0-39 16,-39 39-16,40-39 0,-1 39 0,0-39 15,-39 39-15,39 40 16,0-40-16,-39 0 15,0 0 1,0 1-16,-39-1 0,0-39 16,0 39-1,-118 0 1,79-117 0,38-1-16,40-38 15,0 78-15,0-1 16,0 1-16,0 0 15,40 0-15,-40 0 16,156 0 0</inkml:trace>
  <inkml:trace contextRef="#ctx0" brushRef="#br0" timeOffset="16891">16972 1881 0,'-78'0'31,"78"39"1,0 0-17,0 1-15,0-1 0,0 0 0,0 0 16,0 0-16,0 40 15,0-40-15,39 0 0,-39 0 0,0 0 0,39 1 16,-39 38-16,0-39 0,40 0 16,-40 1-16,0-1 0,0 0 0,39 0 0,-39 0 15,0 1-15,39-40 16,-39 39-16</inkml:trace>
  <inkml:trace contextRef="#ctx0" brushRef="#br0" timeOffset="17280.89">17600 2195 0,'-40'0'15,"80"0"-15,-80-40 0,40 80 47,0-1-47,0 0 0,0 0 16,0 0-16,40-39 0,-40 39 15,39 1-15,0-40 0,-39 39 0,39-39 0,0 39 16,1-39-16,-1 0 16,0 0-16,0 0 0,0 0 0,1-39 15,-1 39-15,0-39 16,0-1-16,-39 1 16,39 39-16,-39-39 0,0 78 46,0 0-46,0 1 16,0-1-16,0 0 0,40 0 16,-1 0-1,0-39-15,0 0 0,0 0 0,1 0 16,38 40-16,-39-40 0,40 0 0,-40 0 0,39 0 16,-39-79-16</inkml:trace>
  <inkml:trace contextRef="#ctx0" brushRef="#br0" timeOffset="17530.88">18932 1920 0,'-39'0'16,"78"0"-16,-78-39 15,39 78 1,0 40-1,0-40-15,0 0 16,0 0-16,0 40 0,0-40 0,0 39 0,0 0 16,39-38-16,-39 38 0,0-39 15,39 40-15,-39-40 0,40 0 0,-40 0 0,0 0 16,39-39-16,0 40 0,0-1 0,0-39 16</inkml:trace>
  <inkml:trace contextRef="#ctx0" brushRef="#br0" timeOffset="17881.1">18932 2390 0,'0'0'16,"-39"0"-16,39-39 0,157 39 16,117-39 15,-39 0-16,-195 39-15,77-39 16,-78 39-16,1 0 0,-1 0 0,78-79 31,1 40-15,-118 78 15,0 1-31,0-1 16,0 0-16,0 0 15,0 0-15,39 0 0,-39 1 16,0-1-16,39 0 0,-39 0 16,40 0-16,-40 1 0,0-1 0,39 0 15,-39 0-15,39 0 16</inkml:trace>
  <inkml:trace contextRef="#ctx0" brushRef="#br0" timeOffset="18071.18">20226 1999 0,'-118'-79'16,"236"158"-16,-275-197 0,157 40 16,0 38-16,39 40 15,40 40 16</inkml:trace>
  <inkml:trace contextRef="#ctx0" brushRef="#br0" timeOffset="18451.14">21088 2155 0,'-78'40'15,"156"-80"-15,-235 80 16,118-1-16,-39 0 31,39 118-15,39-118-16,0 0 0,78 0 31,-78 0-31,39-39 0,0 0 0,1 0 0,-1 0 16,39 0-1,-39-39-15,1 0 16,-40 0-16,0-40 16,0 40-1,-40 0-15,1 0 16,0 0-16,0 39 0,0 0 16,-1 39 15</inkml:trace>
  <inkml:trace contextRef="#ctx0" brushRef="#br0" timeOffset="18821.05">21637 2155 0,'0'0'16,"39"0"-16,-39 40 31,0-1-31,39 39 31,-39-39-31,40 40 16,-40-40-16,39 0 16,0-39 15,-39-39-15,39 39-16,0 0 0,0-39 0,1 39 0,-1-40 15,0 40-15,0-39 0,0 39 16,1 0-16,-1 0 0,-39-39 0,39 39 0,0 0 15,0 0-15,1 0 16,-1 0-16,-39 78 0,39-78 16,-39 40-16,39-1 15,-39 0-15,0 0 0,0 0 0,39 1 0,-39-1 16,0 0-16,0 0 0,40 0 0,-40 1 0,0-1 16,39 0-16,-39 0 15,39 0-15,0 1 0,0-1 0,1-39 0,-1 39 16,0-39-16,0 0 0,40 0 15</inkml:trace>
  <inkml:trace contextRef="#ctx0" brushRef="#br0" timeOffset="21511.04">980 4507 0,'39'0'16,"-39"39"0,39-39-1,-39 40 1,39-40 78,1 39-63,-1-39-15,0 0-1,0 0-15,0 0 0,1 0 0,38 0 16,-39 0-16,0 0 0,40 0 15,-40 0-15,39 0 0,-38 0 0,38 0 0,0 0 16,1 0-16,-1-39 16,1 39-16,38 0 0,-38 0 0,38-40 0,1 40 15,-1 0-15,1 0 0,-1-39 16,1 39-16,-40-39 0,40 39 0,0 0 0,-1-39 16,1 39-16,-40 0 0,40 0 0,-1-39 0,1 39 15,0 0-15,38 0 16,-38 0-16,0 0 0,38-40 0,-38 40 0,0 0 15,-1 0-15,1 0 0,-1 0 16,1 0-16,0 0 0,38 0 0,-38 0 0,0-39 16,38 39-16,-38 0 15,39 0-15,-1 0 0,1 0 0,-39 0 0,78-39 16,-79 39-16,40 0 0,0 0 0,0 0 0,0 0 16,-1 0-16,1 0 0,39-39 15,-39 39-15,0 0 0,0 0 0,-1 0 0,1 0 16,0 0-16,0 0 15,-1 0-15,-38-39 0,0 39 0,-1 0 0,40 0 16,-79 0-16,40 0 0,0 0 16,-40-40-16,40 40 0,-1 0 0,-38 0 0,38 0 15,-38 0-15,38 0 16,1 0-16,-40 0 0,40 0 0,-1 0 0,-38 0 16,38 0-16,-38 0 0,-1 0 0,40 0 0,-40-39 15,40 39-15,-40 0 0,1 0 16,-1 0-16,0 0 0,1 0 0,-40 0 0,39 0 15,-39 0-15,40 0 16,-1 0-16,1 0 0,-1 0 0,0 0 0,1 0 16,-1 0-16,1 0 0,-1-39 15,0 39-15,-38 0 0,38 0 0,0 0 0,-38 0 16,38 0-16,-39 0 0,40 0 0,-40 0 0,39 0 16,-39 0-16,40 0 15,-40 0-15,0 0 0,0 0 0,1 0 0,38 0 16,-39 0-16,0 0 0,40 0 15,-40 0-15,39 0 0,-38 0 0,-1 0 0,39 0 16,-39 0-16,1 0 16,38 0-16,-39 0 0,40 0 0,-1 0 0,-39 0 15,40 0-15,-1 0 0,0 0 16,-38 0-16,38 0 0,0 0 0,1 39 0,-40-39 16,39 0-16,1 0 0,-40 0 0,39 0 0,1 0 15,-40 39-15,39-39 16,1 0-16,-40 0 0,39 0 0,1 0 0,-40 0 15,39 40-15,1-40 0,-1 0 16,-39 0-16,40 0 0,-1 0 0,0 39 0,1-39 16,-1 0-16,1 0 15,38 0-15,-38 0 0,-1 0 0,0 0 0,1 0 16,-1 0-16,1 39 0,-40-39 0,39 0 0,1 0 16,-40 0-16,39 0 0,-39 0 15,40 0-15,-40 0 0,39 0 0,1 0 0,-1 0 16,-39 0-16,40 0 15,-1 0-15,0 0 0,-38 0 0,38 0 0,0 0 16,1 0-16,-40 0 0,39 0 16,-38 0-16,38 0 0,0 0 0,-38 0 0,38 0 15,-39 0-15,40 0 16,-1 0-16,-39 0 0,40 0 0,-40 0 0,0 0 16,39 39-16,-38-39 0,-1 0 0,0 0 0,39 0 15,-38 0-15,-1 0 0,0 0 16,39 0-16,-38 0 0,-1 0 0,0 0 0,0 0 15,0 0-15,1 0 16,38 0-16,-39 0 0,0 0 0,1 0 0,38 0 0,-39 0 16,0 0-16,1 0 15,-1 0-15,39 0 0,-39 0 0,1 0 0,-1 0 16,39 0-16,-39 0 0,40 0 0,-40 0 0,0 0 16,40 0-16,-40 0 15,0 0-15,0 0 0,0 0 0,1-39 16,-1 39-16,0 0 15,0 0-15,0 0 0,0 0 16,1 0-16,-1 0 16,0 0-16,0 0 0,0 0 15,1 0-15,-40 39 0,39-39 16,0 0-16,0 0 0,0 0 16,1 0-16,-1 0 0,0 0 15,0 0 1,0 0-16,1 0 0,-1 0 15,0-39-15,0 39 0,0 0 16,1 0-16,-1 0 0,0 0 0,0 0 16,0 0-1,1 0 1,-1 0 15,0 0-31,0 0 31,0 0-31</inkml:trace>
  <inkml:trace contextRef="#ctx0" brushRef="#br0" timeOffset="28179.21">2665 6506 0,'0'0'0,"0"-39"0,-39 39 15,39-39 188,39 39-203,1-39 16,-1 39-16,0 0 0,-39-40 16,39 40-16,0-39 0,0 39 0,1-39 0,-1 39 15,0 0-15,0 0 16,0 0-16,1 0 0,-1 0 0,0 0 0,0 0 16,0 0-1,1 0-15,-1 0 0,-39 39 0,39-39 0,-39 39 16,39 1-16,-39-1 0,0 0 15,0 0-15,0 40 0,39-40 0,-39 0 0,0 39 16,0-38-16,0 38 0,-78-39 0,78 40 0,-39-40 16,39 0-16,-39 39 15,-1-38-15,1-1 0,39 0 0,-39 0 16,0-39-16,39 39 16,-39-39-16,-1 0 0,40 40 15,-39-40 1,39-40 15,39 1-15,1-39-16,-1 39 0,0-1 15,0 1-15,-39 0 16,39 0-16,1 0 0,-1-1 0,-39 1 0,39 0 16,0 39-16,0-39 15,-39 0-15,40-1 0,-1 40 0,-39-39 0,39 0 0,0 0 16,0 39-1,1-39-15,-1-1 0,0 40 0,0-39 16,0 39-16,1-39 0,-1 39 0,-39-39 0,39 39 16,0-39-16,0 39 15,-39-40-15,0 80 94,-39-40-78,39 39-16,-39 0 0,39 0 15,-39 0 1,0-39-16,-1 40 0,40-1 0,-39-39 0,0 39 0,39 0 16,-39 0-16,0 1 15,39-1-15,-40 0 0,40 0 0,0 0 16,-39 1-16,39-1 0,0 0 15,0 0-15,0 0 0,-39 1 0,39-1 16,0 0-16,0 0 16,78 0-16,-38 1 15,-1-1-15,0-39 0,-39 39 16,39-39-16,0 0 0,1 39 16,-1-39-16,0 0 0,0 0 15,0 0-15,1-78 16,-1 78-16</inkml:trace>
  <inkml:trace contextRef="#ctx0" brushRef="#br0" timeOffset="28559.18">4704 6193 0,'0'0'0,"-40"0"0,1 0 31,39 39-15,-39-39-16,39 39 0,-39 0 0,0 0 15,39 1-15,-40-1 16,1 0-16,39 0 0,-39 0 0,39 1 0,0-1 16,0 39-16,0 1 0,0-1 0,0-39 15,39 40-15,-39-40 0,39 0 16,-39 0-16,40 40 0,38-40 0,-78 0 16,39 0-16,0-39 15,1 39-15,-1-39 0,0 0 0,0 0 0,0 0 16</inkml:trace>
  <inkml:trace contextRef="#ctx0" brushRef="#br0" timeOffset="29069.16">5174 6545 0,'-39'-78'16,"78"156"-16,-78-234 31,78 156-31,0 0 0,0 0 16,40 0-16,38 117 31,-77-78-31,-1 1 0,0-1 0,-39 0 0,39 0 16,-39 40-1,0-40-15,39 0 0,-39 0 0,0 40 16,0-40-16,0 0 0,-39 0 15,39 0-15,-39-39 16,39-39 15,39-78-31,0 38 16,-39 40-16,118-157 16,-79 157-16,0 0 0,1 39 15,38-40 1,-78 1-16,39 39 0,0 0 0,0 0 31,1 0-15,-1 39-16,39 79 15,-78-79-15,39-39 0,-39 39 16,40 1-16,-40-1 0,0 39 0,0-39 0,0 1 16,0-1-16,0 0 0,0 0 15,0 0-15,0 1 16</inkml:trace>
  <inkml:trace contextRef="#ctx0" brushRef="#br0" timeOffset="29359.2">6703 6389 0,'-40'0'0,"40"-40"31,118 40-15,-79 79-16,118 117 31,-118 39-15,-39-157-16,0 40 15,0-40-15,0-38 0,0 38 0,-39-39 0,39 0 16,0 1-16,-39 38 15,39-39-15,-39-39 16</inkml:trace>
  <inkml:trace contextRef="#ctx0" brushRef="#br0" timeOffset="31679.83">8231 6232 0,'-39'0'16,"0"0"-16,39 39 47,0 0-31,-39 0-16,39 1 0,0-1 0,0 0 15,-39 0-15,39 0 16,0 40-16,0-40 0,0 0 0,0 40 15,0-40-15,0 0 0,0 0 16,0 40-16,0-40 0,0 0 0,0 0 16,0 0-16,0 1 0,39-40 0,0 0 47,0-40-32,-39 1-15,79 39 0,-40-39 16,0 0-16,0 0 0,0-1 15,40 1-15,-40 0 0,39 0 0,-38 0 0,38-1 16,0 1-16,-38 0 0,-1 39 0,39 0 0,-39-39 16,1 39-16,-1 0 0,0 0 15,0 0-15,0-39 0,0 39 0,1 0 16,-1 0 0,-39-40-16,39 40 0,0 0 15,-39-39 1,39 39-16,-78 0 78,0 0-62,39 39-16,-39-39 15,0 0-15,-1 0 0,1 0 16,0 0-16,0 40 15,0-40-15,-40 0 0,40 0 0,0 39 0,-39-39 16,-1 0-16,40 0 0,-39 0 0,-1 0 0,1 0 16,39 0-16,-40 0 0,40 0 15,0 0-15,0 0 0,-1 0 0,1 0 0,0 0 16,0-39 0,0 39 62,-1 0-63,1 0 1,0 0 15,0 0-15,0 0-16,-1 0 15,1 0-15,0 0 16,0 0 156,0 0-156,-1 0-1,1 0-15,39 39 16,39-39 124,1 0-124,-1 0 0,0 0-1,-39 39 1,39-39-16,-39 39 16,39-39-16,-39 39 0,40-39 15,-1 0-15,-39 40 0,39-40 0,0 39 16,0-39-16,1 0 15,-1 0-15,0 0 0,0 0 0,-39 39 16,39-39-16,1 0 16,-1 0-16,-39 39 0,39-39 15,0 39-15,0-39 16,-39 40-16,40-40 16,-40 39-16,39-39 0,0 39 15,0-39-15,0 39 16,1-39-16,-1 0 0,-39 39 15,39-39-15,0 0 16,0 40-16,1-40 16,-1 0-16,-39 39 0,39-39 15,0 0 1,0 0-16,1 0 0,-1 0 31,-39 39 47,0-78 32,0 0-110,-39-1 15,-1 1 1,40 0-16,0 0 16,-39 39-16,39-39 0,-39-1 15,39 1-15,-39 0 0,39 0 16,-39 39-16,39-39 15,-40 39-15,40-40 0,-39 1 0,0 0 16,39 0-16,-39 39 16,39-39-16,-39 39 0,39-40 0,-40 40 0,40-39 15,-39 39-15,39-39 0,-39 39 0,0-39 16,0 0 0,-1 39-1,1 0 16,39-40 16,-39 40-31,0-39-16,39 0 0,-39 39 16,39-39 15,0 78 63,0 0-94,0 0 15</inkml:trace>
  <inkml:trace contextRef="#ctx0" brushRef="#br0" timeOffset="33020.01">10309 6624 0,'0'0'0,"-39"0"15,78 0 95,0 0-95,0 0-15,0 0 0,1 0 31,-1-39-31,0 39 0,0-40 16,0 1-16,1 39 16,-40-39-16,0 0 0,0 0 0,0-1 15,0 1-15,0 0 16,-40 39 0,40-39-16,-39 39 0,0 0 15,0-39-15,0 39 31,39 39 32,-40 0-47,40 0-16,0 0 15,0 1-15,0-1 0,0 0 0,0 0 16,-39 0-16,39 1 15,0-1-15,0 0 0,0 0 0,0 0 0,0 1 16,0-1-16,0 0 16,0 0-16,0 0 0,0 1 0,0-1 0,0 0 15,0 0-15,0 0 0,0 1 0,0-1 16,0 0-16,0 0 16,0 0-16,0 1 15,0-80 48,0 1-63,0 0 0,0 0 15,0 0-15,39-1 16,-39 1-16,0 0 0,40 0 0,-40 0 16,0-1-16,78 1 0,-39 0 15,0 0-15,1 39 0,-1-39 16,0 39-16,0 0 15,0 0-15,1 0 0,-40-40 0,39 40 16,0 0-16,0 0 16,0 0-16,1 79 0,-1-79 15,-39 39-15,39 0 0,-39 0 16,0 1-16,39-40 16,-39 39-16,0 0 0,0 0 0,39 0 15,-39 1-15,0-1 16,40 0-16,-40 0 0,39-39 15,-39 39 1,39-39-16,0 40 16,0-40-16,1 0 0,-1 0 15,0 0 1,0 0-16</inkml:trace>
  <inkml:trace contextRef="#ctx0" brushRef="#br0" timeOffset="33359.98">11720 6349 0,'0'0'15,"-39"0"1,39 157 0,-39-157-16,-1 157 31,40-79-31,0 40 16,0-79-16,40 79 15,-40-79-15,39 0 16,-39 0-16,39 1 15,0-1-15,0-39 0,1 39 0,-1-39 16,39 0-16</inkml:trace>
  <inkml:trace contextRef="#ctx0" brushRef="#br0" timeOffset="33920.06">12073 6585 0,'-39'-40'31,"78"80"-31,-78-119 16,78 79-16,-39-39 0,39 39 15,0 0 1,0 0-16,1 39 0,-40 0 0,39-39 16,39 118-1,-39-118-15,40 157 16,-40-118-16,-39 79 15,0-79-15,0 0 16,0 0 0,0 0-16,0-78 47,0 0-32,0 0 1,0 0-16,0-1 0,0 1 0,0 0 0,39 0 15,-39 0-15,39-1 16,0 1-16,1 39 0,-40-39 16,39 39-16,0 0 15,0 0 1,0 0-16,1 0 0,-1 0 16,0 0-1,0 0-15,-39 39 16,39-39-1,-39 39-15,0 1 0,0-1 16,0 0-16,0 0 0,0 0 16,40 1-16,-40-1 0,0 0 0,0 0 0,0 0 15,0 1-15,0-1 0,0 0 16,0 0 0,39-39-16,-39 39 0,78-39 15</inkml:trace>
  <inkml:trace contextRef="#ctx0" brushRef="#br0" timeOffset="34250.11">13484 6428 0,'0'-39'0,"39"39"0,0 0 31,0 39-15,40 118-1,-40-118-15,0 196 16,0-157-16,-39 1 0,0-1 15,0 1-15,0-40 16,0 39-16,-39 197 16,0-236-16,39 39 0,-78-39 15,38 1-15,40-1 0,-39-39 0</inkml:trace>
  <inkml:trace contextRef="#ctx0" brushRef="#br0" timeOffset="35230.19">2705 10426 0,'-40'0'15,"80"-39"64,-1 39-79,0 0 0,0-39 0,0 39 0,40-40 15,-40 40-15,39 0 16,1 0-16,-40 0 0,39-39 0,1 39 0,-1 0 15,-39 0-15,40-39 0,-40 39 16,0 0-16,0 0 0,0 0 0,1-39 0,-1 39 16</inkml:trace>
  <inkml:trace contextRef="#ctx0" brushRef="#br0" timeOffset="35530.18">3175 11053 0,'0'0'0,"0"39"0,-39-39 16,-1 0-16,1 0 16,39 40-16,-39-40 0,0 0 15,78 0 32,0 0-47,0-40 0,1 40 16,-1 0-16,0 0 0,39 0 15,1 0-15,-40 0 0,39 0 0,-38 0 0,38-39 16,0 39-16,-38 0 0,38 0 0,0-39 0,1 39 16,-1 0-16</inkml:trace>
  <inkml:trace contextRef="#ctx0" brushRef="#br0" timeOffset="37158.9">7761 9250 0,'0'-39'15,"0"78"-15,39-117 16,-39 38-16,0 1 31,-39 39 16,39 39-47,-78-39 0,38 0 0,1 0 0,0 0 16,0 40-16,0-40 0,-1 39 15,1-39-15,-39 0 0,39 39 0,-1-39 0,1 39 16,-39-39-16,39 39 15,-40-39-15,40 40 0,-39-40 0,-1 39 0,40-39 16,-39 39-16,-1-39 0,1 39 0,-1-39 0,1 39 16,39 1-16,-40-40 0,40 39 15,0-39-15,-39 39 0,38-39 0,1 39 0,-39 0 16,39-39-16,0 40 16,-1-40-16,-38 39 0,78 0 0,-39-39 0,0 0 15,-1 39-15,1-39 0,0 39 16,0-39-16,39 40 0,-39-40 15,78 0 64,0 0-64,-39 39-15,39-39 16,0 39-16,1-39 15,-1 0-15,0 0 0,0 39 0,0-39 0,40 39 16,-40-39-16,39 0 0,-39 0 0,1 40 0,38-40 16,0 0-16,1 0 15,-1 0-15,1 0 0,-1 39 0,0-39 0,1 0 16,-1 0-16,1 0 0,-40 39 16,39-39-16,-39 0 0,1 0 0,-1 0 0,-39 39 15,39-39-15,0 0 16,-39 39-16,39-39 0,-39 40 15,0-1 17,0 0-1,-39-39-31,39 39 0,-39-39 16,0 0-16,39 39 0,-39-39 15,-1 40-15,1-1 0,0-39 0,0 39 0,0 0 16,-1 0-16,1 1 15,0-40-15,-39 39 0,38 0 0,-38 0 0,-40 40 16,79-40-16,-39 0 0,39-39 0,-40 39 16,40 0-16,0 1 0,0-40 15,-40 39-15,40 0 0,0-39 0,0 39 0,0 0 16,-40-39-16,40 40 16,39-1-16,-39-39 0,0 39 0,-1 0 15,1 0 1,0-39-16,78 0 140,40 0-140,-40 0 16,0 0-16,0 0 0,0 0 0,1 0 0,38 0 16,0 0-16,-39 0 15,40 0-15,38 0 0,-38 0 0,38 0 0,-38 0 16,38 0-16,1-39 0,0 39 16,-1 0-16,1 0 0,-40 0 0,40-39 0,-40 39 15,40 0-15,-40 0 16,40 0-16,-40 0 0,1 0 0,-1 0 0,0 0 15,1 0-15,-40 0 0,39-39 16,1 39-16,-40 0 0,39 0 0,1 0 0,-40 0 16,0 0-16,40 0 0,-40 0 0,0 0 0,0 0 15,0 0 1,-39-39 15,-39 39 79</inkml:trace>
  <inkml:trace contextRef="#ctx0" brushRef="#br0" timeOffset="38578.94">6781 12621 0,'-39'-39'16,"78"78"-16,-78-196 15,39 118-15,0 0 0,78-40 16,40 40 15,-79 39-31,0 0 0,0 0 0,40-39 16,-40 39-16,79 0 15</inkml:trace>
  <inkml:trace contextRef="#ctx0" brushRef="#br0" timeOffset="38798.91">6938 12974 0,'-79'39'16,"158"-78"-16,-118 78 47,78-39-47,0-39 15,0 39-15,0 0 16,1 0-16,-1-39 0,39 39 0,-39 0 0,1-40 16,-1 40-16,39-39 15,-39 39-15,40-39 0,-40 39 0</inkml:trace>
  <inkml:trace contextRef="#ctx0" brushRef="#br0" timeOffset="39018.9">7996 12543 0,'-39'0'0,"78"0"0,-117 0 0,39 0 15,39-40 1,0 1-16,39 39 31,78 0-15,-77-39-16,195 39 15,-196 0-15,0 0 0,0 0 16,40 0-16,-40 0 0,0 0 0</inkml:trace>
  <inkml:trace contextRef="#ctx0" brushRef="#br0" timeOffset="39689.18">8898 12425 0,'-39'0'31,"39"-39"-16,39 39 220,0 0-220</inkml:trace>
  <inkml:trace contextRef="#ctx0" brushRef="#br0" timeOffset="49393.75">5644 12347 0,'0'39'110,"0"0"-95,0 0-15,0 0 16,0 1-16,0-1 0,0 0 0,0 0 0,0 0 15,0 40-15,0-40 0,0 0 0,0 0 0,0 1 16,0-1-16,0 0 0,0 0 16,0 0-16,0 1 0,0-1 0,0 0 15,0 0-15,-39 0 16,39 1-16</inkml:trace>
  <inkml:trace contextRef="#ctx0" brushRef="#br0" timeOffset="49903.75">6232 12660 0,'0'-39'16,"0"0"-16,-39 0 0,39-1 15,0 80 17,0-1-32,-39 39 15,0-39-15,39 1 16,-40-1-16,1 0 0,0 0 0,0 0 0,0 1 16,0-40-16,-1 39 15,1 0-15,39 0 0,-39-39 0,0 39 0,0-39 16,-1 0-16,40 40 0,-39-40 15,39-40 17,0 1-17,0 0 1,39 39 46,1 39-62,-40 0 16,39-39-16,0 0 16,0 40-16,0-1 0,1-39 0,-1 39 15,0 0-15,0-39 16,0 39-16,0 1 0,1-40 0,-1 39 0,0-39 16,0 39-16,0-39 0</inkml:trace>
  <inkml:trace contextRef="#ctx0" brushRef="#br0" timeOffset="51214.33">9172 12347 0,'39'0'109,"-39"39"-109,39-39 0,1 0 16,-1 39-16,0-39 0,0 39 0,0-39 15,1 0-15,-1 0 16,0 39-16,0-39 0,0 0 0,1 0 15,-1 0-15,0 0 0,0 0 16,0-39-16,1 39 0,-40-39 16,0 0-16,0 0 0,0-1 15,-40 1 1,1 0-16,0 0 0,0 39 16,0 0-1,39-39-15,-40 39 16,1 78-1,0-78-15,39 39 16,-39-39-16,39 39 0,-39 1 0,-1-1 16,40 0-16,-39 0 0,39 0 15,-39 1-15,39-1 0,-39 0 0,39 0 0,-39-39 16,39 39-16,-40 1 16,40-1-16,-39 0 0,0 0 15,39 0 1,-39-39-16,0-39 31,0 0-15,-1 0-16,1 39 0,39-39 15,-39-1-15,39 1 16,-39 39-16,39-39 0,0 0 0,-39 39 16,39-39-1,0-1-15,78 40 0,-78-39 16,39 0-16,0 39 15,1 0-15,-1 0 0,0 0 0,0-39 16</inkml:trace>
  <inkml:trace contextRef="#ctx0" brushRef="#br0" timeOffset="52574.39">6546 8662 0,'39'0'16,"0"0"-16,0 0 0,1 0 0,-1 0 15,0 0-15,39 0 16,-38-39-16,-1 39 0,0 0 0,0 0 0,0 0 16,1-39-1,-1 39-15,-39-39 0,39 39 0,0 0 16,-39-40-1,0 1-15,0 0 16,0 0-16,-39 0 16,0 39-1,0 0 1,-1 0 0,40 39-16,-39-39 0,0 0 0,0 39 15,0 0 1,-1 0-16,1-39 0,0 40 15,0-40-15,0 39 16,39 0-16,-40 0 0,1 0 0,0 0 0,0 1 16,0-1-16,-1 0 0,1 0 0,0 0 0,0 1 15,0-1 1,39 0-16,-40-39 0,40 39 0,-39-39 0,39 39 16,-39-39-16,0 0 15,39-78 16,0 39-15,0 0-16,0-1 0,39 1 16,-39 0-16,39 0 15,-39 0-15,79 39 0,-40-40 0,0 1 16,0 39-16,0 0 16,1-39-16,-1 39 0,0 0 0,0 0 15,0 0-15,1 0 0,-1 0 16,0 0-16,0 39 0,0-39 0,1 0 15</inkml:trace>
  <inkml:trace contextRef="#ctx0" brushRef="#br0" timeOffset="55976.16">9329 9877 0,'-39'0'0,"39"-39"0,0 0 32,39 39-32,0-39 15,0 39 1,0 0-16,1 0 0,-1 0 0,0 0 0,0 0 16,0 0-16,1 0 0,-1 39 0,0 0 15,0 0 1,-39 0-16,39-39 0,-39 40 15,0-1-15,0 0 16,0 0-16,0 0 0,0 1 0,0-1 16,-39 0-16,39 0 15,-39 0-15,39 1 0,-78-1 0,78 0 0,-40-39 16,1 39-16,0 0 0,0-39 0,39 40 0,-39-40 16,39 39-16,-40-39 0,40-39 31,40 39-16,-40-40-15,39 40 0,0-39 0,39 0 0,-38 0 16,-1-40-16,39 40 0,-39 0 16,40 0-16,-40 0 0,39-1 0,-38-38 0,-1 39 15,39 0-15,-39 39 16,1-40-16,-1 1 0,0 0 0,0 39 16,-39-39-16,0 0 0,39 39 31,-39 39 0,-39-39-31,-39 0 0,78 39 16,-39 0-16,-1 0 0,-38-39 15,39 40-15,0-1 0,39 0 0,-40 0 0,1 40 16,0-40-16,39 0 0,0 0 0,0 0 16,0 1-16,0-1 15,39-39-15,0 39 0,1-39 16,-1 0-16,0 0 15,0 0-15,0 0 0,1 0 0,-1 0 0,0 0 16,0-39-16,0 39 16,-39-39-16</inkml:trace>
  <inkml:trace contextRef="#ctx0" brushRef="#br0" timeOffset="56286.2">11132 9603 0,'-78'-39'15,"156"78"-15,-196-78 16,79 78-16,0 39 31,0-39-31,-79 157 16,79-117-16,39-40 0,-39 39 15,39 40-15,0-79 0,39 157 32,0-196-32,-39 39 0,39 1 0,1-40 0,-40 39 15,78-39-15,40 39 16,-79-39-16,0-78 0,39 78 16,-38-40-16</inkml:trace>
  <inkml:trace contextRef="#ctx0" brushRef="#br0" timeOffset="56526.17">11681 9838 0,'0'0'16,"0"-39"-16,-39 0 16,39-1-16,-40 40 15,40 40 16,0 156-15,0-157-16,40 157 16,-40-157-16,0 0 0,0 0 15,0 1-15,0-1 0,39 0 16,-39 0-16,39 0 16,-39 1-16</inkml:trace>
  <inkml:trace contextRef="#ctx0" brushRef="#br0" timeOffset="56896.11">12269 9760 0,'0'0'0,"-39"0"31,-1 39-15,1-39-16,0 78 15,0-78-15,0 0 0,39 39 16,-40 1-16,1-40 16,0 39-16,-39 0 15,38-39-15,80 39 78,-1-39-78,0 0 16,0 0-16,0 39 0,1-39 16,-1 40-16,0-40 0,0 0 15,40 0-15,-40 39 0,39-39 0,-39 39 0,0-39 16,40 0-16,-40 39 0,0-39 0</inkml:trace>
  <inkml:trace contextRef="#ctx0" brushRef="#br0" timeOffset="57246.11">12661 9603 0,'-40'-39'16,"80"78"-16,38-157 15,-39 118-15,40 0 16,38 157 15,-78-118-31,40 196 16,-79-156-16,0-40 0,39 39 15,-39 1-15,0-40 0,-157 314 32,118-275-32,-118 118 15,118-157-15</inkml:trace>
  <inkml:trace contextRef="#ctx0" brushRef="#br0" timeOffset="57986.1">14189 9916 0,'0'0'0,"40"40"31,-1-119-15,0 79-16,39-117 15,-38 77-15,-40 1 0,39 0 16,0-39-16,-39 38 0,0 1 0,39 0 0,-39-39 31,-39 38-15,0 40-1,39 40-15,-79 77 16,40-78-16,39 79 31,0-79-31,0 118 16,0-118-16,39 0 0,-39 40 15,0-40-15,40 0 0,-40 118 16,0-118-16,0 0 0,-40 197 31,40-158-15,-39-78-16,39-39 16,79-40 15,-40 40-31,78-196 15,-77 196-15,-1 0 0,0-1 16,0 1-16,-39 0 0,118-39 16,-79 78-16,0 0 15,0 0-15,40 0 16,-40 39-16,0 0 0,0 0 16,-39 0-16,79 118 15,-79-118-15,39 1 0,-39-1 16,39 0-16,-39 0 0,79 0 15,-40 1-15,0-40 0,0 0 16,-39 39-16,118-39 16</inkml:trace>
  <inkml:trace contextRef="#ctx0" brushRef="#br0" timeOffset="58246.02">16228 9720 0,'-40'-39'0,"80"78"0,-119-78 15,40 39 1,39 39-16,-78 79 31,78-79-31,-40 157 16,40-157-16,0 40 0,0-40 15,79 157 1,-40-118 0,0-78-16,79 118 15,-79-118-15,0 0 0</inkml:trace>
  <inkml:trace contextRef="#ctx0" brushRef="#br0" timeOffset="58686">16620 9916 0,'0'-39'0,"0"0"31,0 0-31,39 39 0,0 0 16,0 39 0,40 118-1,-79-118-15,39 118 31,-39-118-31,0 0 0,0 0 0,0 1 0,-39-40 32,39 39-32,0-118 15,0 40 1,39 0-16,0 0 0,0 0 0,0-40 16,1 40-16,-1 0 0,39 0 0,-39-1 0,1 40 15,-1-39-15,39 0 16,-39 39-16,1 0 0,-1-39 0,0 39 15,0 0-15,-39 39 16,39-39-16,-39 39 0,0 40 16,0-40-16,40-39 15,-40 39-15,0 0 0,0 0 0,0 1 0,0-1 16,0 0-16,0 0 0,39 0 0,-39 1 16,39-1-16,-39 0 0,39-39 15,0 0-15,-39 39 0,40-39 0,-1 0 0,0 0 16,0 0-16</inkml:trace>
  <inkml:trace contextRef="#ctx0" brushRef="#br0" timeOffset="58885.98">18070 10348 0,'0'0'0,"0"-40"31,39 40-31,-39-39 0,39 0 15,1 39-15,-1 0 16,0 0-16,0-39 0,40 39 0,-40-39 0,0 39 16,39 0-16,1 0 0,-40 0 15,39-40-15,-39 40 0,40 0 0,-40 0 0,39-39 16,-38 39-16</inkml:trace>
  <inkml:trace contextRef="#ctx0" brushRef="#br0" timeOffset="59166.28">19363 9877 0,'-39'0'16,"78"0"-16,-78-39 0,39 78 46,0 0-46,0 1 16,0-1-16,0 0 0,0 0 0,0 40 16,0-40-16,0 0 15,-39 39-15,39-38 0,0 38 0,0 0 0,0-38 16,39 38-16,-39-39 0,39 40 0,-39-40 0,40 0 16,-40 0-16,78-39 0,-78 39 15</inkml:trace>
  <inkml:trace contextRef="#ctx0" brushRef="#br0" timeOffset="59836.25">20187 9838 0,'0'-39'16,"0"78"-16,-40-78 0,40 0 15,-39 78 1,0 0 0,39 0-16,-39 0 15,0 1-15,-1-1 0,1 0 0,0 0 16,-39 0-16,38 1 0,1-40 0,0 39 0,0-39 16,0 39-16,-1-39 15,1 0-15,0 0 0,0 0 16,39-39-1,0 0-15,-39 78 141,39 0-110,-40-39-31,80 0 78,-40-39-62,39 39-16,0 0 16,0 0-16,0 0 0,1 0 15,-1 78-15,0-78 16,0 0-16,40 0 0,-40 79 0,39-79 0,-39 39 16,1-39-16,38 39 0,-39-39 0,0 39 0,40-39 15,-40 0-15,0 39 0,0-39 16,40 40-16,-40-40 0,0 39 0,40-39 0,-40 39 15,0-39-15,39 0 16,1 0-16,-40 0 0</inkml:trace>
  <inkml:trace contextRef="#ctx0" brushRef="#br0" timeOffset="60176.23">20971 9603 0,'0'0'0,"0"-39"0,39 78 47,0 0-47,-39 0 0,39 0 0,0 1 16,1 38-16,-1-39 15,0 40-15,0-1 0,0 0 0,-39 1 0,0-1 16,0 1-16,0 38 0,0-38 0,-39 38 0,0-38 16,0 38-16,-40 1 0,1-40 15,-40 40-15,1-40 0,-40-39 0,0 40 0</inkml:trace>
</inkml:ink>
</file>

<file path=ppt/ink/ink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17T16:42:15.963"/>
    </inkml:context>
    <inkml:brush xml:id="br0">
      <inkml:brushProperty name="width" value="0.05292" units="cm"/>
      <inkml:brushProperty name="height" value="0.05292" units="cm"/>
      <inkml:brushProperty name="color" value="#FF0000"/>
    </inkml:brush>
  </inkml:definitions>
  <inkml:trace contextRef="#ctx0" brushRef="#br0">1960 1763 0,'0'0'0,"39"0"250,-39-39-234,0 0-1,39 39 1,0 0-16,-39-39 15,40 39 1,-1 0-16,0 0 16,0 0-1,0 39-15,-39 0 16,0 0-16,40-39 0,-40 40 0,39-1 16,-39 0-16,0 0 15,0 0-15,39 1 0,-39-1 0,0 0 0,0 0 16,0 0-16,0 1 15,0-1-15,0 0 0,-39 0 0,39 0 0,0 0 16,-39 1-16,-1-1 16,40 0-16,-39-39 0,39 39 0,-39-39 15,39 39-15,-39-39 16,39 40-16,-39-40 0,39-40 47,39 40-32,-39-39 1,39 0-16,-39 0 0,39 39 0,-39-39 16,39-1-16,1 1 15,-40 0-15,39 0 0,0 0 16,-39 0-16,39-1 0,-39 1 0,39 0 0,1 0 16,-40 0-16,0-1 15,39 1-15,0 0 0,-39 0 0,39 0 16,-39-1-16,39 40 15,-39-39-15,40 0 0,-1 0 0,-39 0 16,39-1-16,0 1 16,-39 0-16,0 0 31,-39 78-15,39 0-1,0 0-15,-39 1 16,0-40-16,-1 39 0,40 0 0,-39 0 0,39 0 15,-39 1-15,39-1 16,-39 0-16,39 0 0,0 0 0,0 1 0,-39-1 16,39 0-16,0 0 15,0 0-15,0 1 0,0-1 16,0 0-16,0 0 0,39-39 16,-39 39-1,39-39-15,0 39 0,0-39 0,1 0 16,-1 0-16,0 0 15,0 0-15,0 0 0</inkml:trace>
  <inkml:trace contextRef="#ctx0" brushRef="#br0" timeOffset="350.04">3606 1332 0,'-118'0'16,"79"0"-16,39 39 16,-39-39-1,39 40-15,-39 38 16,39-39-16,0 0 0,0 1 15,0-1-15,0 0 0,-39 0 0,39 0 0,0 1 16,0 38-16,0-39 0,0 0 16,0 1-16,0 116 15,0-116-15,0-1 0,39 0 16,-39 0-16,39 0 0,0 0 16,-39 1-16,79-40 15</inkml:trace>
  <inkml:trace contextRef="#ctx0" brushRef="#br0" timeOffset="879.95">3763 1803 0,'0'0'0,"0"-40"0,0 1 16,0 0-1,39 0 1,39 78 0,1 79 15,-79-79-31,39 118 16,0-118-16,-39 0 0,79 118 31,-79-79-31,0 0 31,0-117 0,0 0-31,0 0 0,39 0 16,-39 0-16,0-1 0,39 1 0,0-39 16,-39 39-16,39-1 15,-39 1-15,40 0 0,-1 0 0,-39 0 0,117-40 31,-77 79-31,-1 0 32,39 39-17,-39-39-15,40 157 16,-79-118-16,0 1 0,39-1 16,-39 0-16,0 0 0,39 79 31,-39-79-31,0 0 15</inkml:trace>
  <inkml:trace contextRef="#ctx0" brushRef="#br0" timeOffset="1129.99">5135 1646 0,'39'0'31,"-39"-39"-31,39 39 0,0 0 0,1 0 32,38 117-17,-78-38 1,0-1-16,0 79 16,0-79-16,0-39 0,0 1 0,-39 38 15,39-39-15,0 0 0,-39 40 16,39-40-16</inkml:trace>
  <inkml:trace contextRef="#ctx0" brushRef="#br0" timeOffset="1349.99">6154 1881 0,'0'-78'32,"0"156"-32,0-196 0,117 40 15,-77 39-15,-1 39 16,39-39-16,40 39 16,-1 39 15,-77-39-31</inkml:trace>
  <inkml:trace contextRef="#ctx0" brushRef="#br0" timeOffset="1559.89">6546 2430 0,'-39'0'0,"78"0"31,-39-40-15,39 40-16,39-39 16,-38 0-16,-1 39 0,78-39 31,-77 39-31,38 0 0,-39-39 0,40 0 0,-40 39 0</inkml:trace>
  <inkml:trace contextRef="#ctx0" brushRef="#br0" timeOffset="2259.87">8310 548 0,'-39'0'16,"78"0"-16,-118 0 0,40-39 15,0 39-15,0 0 16,39 39 0,0 0-16,-39 1 0,39 116 31,0-116-31,0-1 0,0 0 0,0 0 0,0 0 0,0 1 15,0 77 1,0 158 0,0-197-16,0-39 15,0 40-15,0-40 0,-40 0 0,40 0 0,0 0 0,0 1 16,-39-1-16,39 0 0,-39 0 0,0 0 16,0-39-1,-40 0 1,40-78-1,0 39 1,39 0 0,39 39 15,0 0-31,40 0 16,-40 39-16,0-39 0,-39 39 0,39-39 0,-39 39 15,79 40 1,-40-79-16,0 39 0,-39 0 0,39 0 0,0-39 15,1 79 1,-40-40-16,39 0 0,-39 0 0,39 0 0,0-39 16,-39 39-16,118 79 15,-79-79-15,-39 0 0,39 1 16,-39-1-16,39 0 0,1 39 16,-1-78-16,-39 40 0,39-40 15,0 39-15,40 0 31,38-78-31</inkml:trace>
  <inkml:trace contextRef="#ctx0" brushRef="#br0" timeOffset="2709.83">9407 1175 0,'0'0'0,"0"40"47,0-1-47,39-39 15,-39 39-15,0 0 16,0 0-16,0 1 0,40 38 0,-40-39 0,0 40 16,0-40-16,0 39 15,0 1-15,0-40 0,0 39 0,0-39 0,39 40 16,-39-40-16,0 39 0,0-38 0,0-1 0,39 0 16,-39 0-16,39 0 0,-39 0 15</inkml:trace>
  <inkml:trace contextRef="#ctx0" brushRef="#br0" timeOffset="3159.89">11132 2195 0,'0'39'78,"0"0"-78,0 0 0,0 0 15,0 0-15,-78 1 0,78-1 16,-40 0-16,1 0 0,0 0 0,0 1 16,0-1-1,-1-39-15</inkml:trace>
  <inkml:trace contextRef="#ctx0" brushRef="#br0" timeOffset="3629.86">12386 1332 0,'-156'0'31,"312"0"-31,-352 0 0,157 0 0,0 39 16,39 1-16,-39-1 15,39 39 1,0-39-16,0 157 16,0-156-16,39-1 0,-39 0 15,78 39-15,-38-38 0,155 38 31,-155-39-31,-1-39 0,78 0 16,-77 0-16,77-78 16,-117 39-16,0-1 0,0 1 15,0 0-15,0 0 16,0 0-16,0-1 0,-39 1 0,-79-157 16,-38 79 15,116 77-31,1 1 31</inkml:trace>
  <inkml:trace contextRef="#ctx0" brushRef="#br0" timeOffset="3859.85">13601 1881 0,'79'39'16,"-158"-78"-16,197 117 0,-79-78 16,-39 40-16,39-40 15,-39 39-15,0 0 16,0 118 0,-78-79-16,-79 40 31,157-79-31,-78-39 0</inkml:trace>
  <inkml:trace contextRef="#ctx0" brushRef="#br0" timeOffset="4539.72">14973 1215 0,'0'0'16,"-39"0"-1,39 39 17,0 0-17,0 0-15,0 0 16,0 1-16,0-1 0,0 0 15,39 0-15,-39 0 0,40 40 0,-40-40 0,39 0 16,-39 0-16,0 40 16,39-40-16,0 0 0,-39 0 0,39 1 0,-39-1 15,40-39-15</inkml:trace>
  <inkml:trace contextRef="#ctx0" brushRef="#br0" timeOffset="5049.69">16228 1763 0,'0'0'0,"0"40"0,39-1 31,-39 0-31,0 0 0,0 0 16,0 1-16,0-1 0,-39 0 15,39 0-15,0 0 0,-40-39 0,40 40 16,-39-1-16,0 0 16,0-39-16,0 39 0,-1-39 0,1 0 15,0 0-15,0 0 0</inkml:trace>
  <inkml:trace contextRef="#ctx0" brushRef="#br0" timeOffset="5519.69">17600 1332 0,'0'-39'16,"0"78"-16,-40-78 15,1 39-15,39 39 0,-39-39 16,39 39-16,-39-39 0,0 79 16,-1-40-16,40 0 15,-39 0 1,39 118 0,0-118-16,79 40 31,77-40-16,-116-39-15,38 0 16,-39 0-16,0-39 0,40 0 16,-40-118-1,-39 78 1,-78 40-16,-40-39 16,79 39-16,-40-1 0,40 40 15,0-39-15,-157-39 16,118 39-1,117 39 17</inkml:trace>
  <inkml:trace contextRef="#ctx0" brushRef="#br0" timeOffset="6189.62">18462 627 0,'-39'-40'15,"78"80"-15,-78-119 16,78 79-1,0 0-15,79 79 32,-118-40-32,78 0 0,-78 0 0,39 79 31,0 39-15,-39-79-16,0-39 0,0 79 31,0-79-31,0 0 0,0 0 0,0 1 31,157-40-15,39 0-1,-78 0 1,-40-79 0,-78 40-1,-39 39 1,-39 0-1,-1 118 17,40-40-32,0-39 0,0 118 31,39-118-31,0 0 0,0 1 0,-40-1 0,40 0 0,0 0 16,0 0-16,-39 1 0,39-1 0,0 0 15,0 0-15,0 40 16,0-40-16,0 0 0,-39-39 0,39 78 15,0-39 1,-78 1 0,38-1-16,-155-39 15,155 39-15,1-39 0,0 0 16,0 0-16,0 0 0,-1 0 0</inkml:trace>
  <inkml:trace contextRef="#ctx0" brushRef="#br0" timeOffset="8135.32">2195 4194 0,'-39'0'0,"39"39"16,39-39 77,-39-39-77,39-1 0,0 1-16,-39 0 0,40 0 0,-40 0 15,39-1-15,-39 1 0,39 0 0,-39 0 0,0 0 16,0-1-16,0 1 15,39 0-15,-39 0 0,0 0 0,0-1 16,0 1 0,-39 39-16,0 0 31,39 39-15,0 1-1,-39-40-15,39 39 0,-40 0 16,40 39-16,-39-38 0,0-1 0,39 0 0,-39 39 15,39-38-15,0-1 16,0 39-16,0-39 0,0 1 0,0 38 0,39-39 16,-39 0-16,39 40 0,-39-40 15,39 0-15,-39 40 0,40-40 0,-40 0 0,39 39 16,-39-38-16,39-1 16,-39 39-16,0-39 0,0 40 0,0-40 0,0 0 15,0 0-15,0 1 0,0-1 0,-39-39 0,39 39 16,-39-39-1,39-39 1,0 0 0,0-1-16,0 1 0,0 0 0,0 0 15,0-40-15,0 40 0,0 0 16,0-39-16,0 38 0,39-38 0,-39 39 0,0 0 16,39-1-16,-39 1 0,39 39 0,-39-39 15,39 39-15,1 0 16,-40 39 15,39-39-31,-39 39 0,0 1 0,39-40 0,-39 39 16,39 0-1,-39 0-15,0 0 0,39 1 0,1-1 16,-40 0-16,0 0 0,39 0 16,-39 1-16,0-1 0,39-39 0,-39 39 15,39-39-15,0 0 31,0 0-31,1 0 0,-1-39 0,0 39 0,0-39 16</inkml:trace>
  <inkml:trace contextRef="#ctx0" brushRef="#br0" timeOffset="8445.39">3606 4194 0,'0'-40'16,"0"80"-16,-39-80 15,0 40-15,-1 0 0,1 0 32,39 40-32,0-1 15,0 118 16,39 78-15,1 0 0,77 0 15,-78-196-31,118 1 16,-118-40-16,1-40 0</inkml:trace>
  <inkml:trace contextRef="#ctx0" brushRef="#br0" timeOffset="8875.36">4155 4311 0,'0'0'15,"-39"-39"-15,78 39 32,0 0-17,79 39-15,-79-39 0,157 118 31,-157-79-31,0 118 16,0-79 0,-39-117 31,0 0-47,0 0 0,40-1 15,-40 1-15,39 0 0,-39 0 16,39 0-16,0 39 0,0-40 0,-39 1 0,40 39 15,-1-39 1,0 39-16,0 0 0,0 0 16,1 0-1,-1 39-15,-39 0 0,39-39 0,-39 40 16,39-1-16,-39 0 16,0 0-16,39 0 0,-39 1 0,0-1 15,0 0-15,0 0 0,0 0 0,0 1 0,0-1 16,0 0-16,0 0 15</inkml:trace>
  <inkml:trace contextRef="#ctx0" brushRef="#br0" timeOffset="9105.26">5605 4194 0,'0'0'0,"0"-40"0,39 40 31,-39 40-15,40-40-16,-40 78 0,39-78 0,-39 39 16,39 0-16,-39 1 15,0-1-15,0 39 0,39-39 0,-39 1 0,0-1 16,0 39-16,0-39 0,0 1 16,0-1-16,0 39 0,0-39 0,0 1 0,0 38 15,-39-78-15,39 39 0,0 0 0,0 1 0</inkml:trace>
  <inkml:trace contextRef="#ctx0" brushRef="#br0" timeOffset="9335.26">6624 4468 0,'0'-39'0,"0"78"0,39-78 0,-39 0 16,0-1-16,40 40 0,-40-39 16,39 39-16,0 0 0,0-39 15,0 39-15,40-39 0,-1 39 16,-39 0-16,118 0 16,-118 0-16,1 0 0,-1 0 15,0 0-15</inkml:trace>
  <inkml:trace contextRef="#ctx0" brushRef="#br0" timeOffset="9555.31">7134 5095 0,'-39'39'16,"39"-78"-16,78-39 31,79-40-16,0 79 1,-118 39-16,78-39 31,-77 0-31,-1 39 0</inkml:trace>
  <inkml:trace contextRef="#ctx0" brushRef="#br0" timeOffset="10205.2">9211 3449 0,'0'0'0,"-39"0"0,0 0 16,0 0-16,39 39 47,0 0-47,0 0 0,0 1 15,-39-1-15,39 0 0,0 0 0,0 0 0,-40 40 16,40-40-16,0 0 0,0 0 0,0 40 0,0-40 16,0 0-16,0 0 15,0 40-15,0-40 0,0 0 0,0 0 0,0 1 16,0-1-16,0 0 0,0 0 15,-39 0-15,0 1 0,0-1 0,0-39 16,-1 39-16,1-39 16,0 0-16,0 39 0,0-39 0,-1 0 0,1 0 15,0 0 1,39-39-16,0 0 0,-39 39 16,39-39-16,39 39 15,0 0 1,0-40-16,1 40 0,-1 0 15,0 0-15,0 0 16,0 0-16,1 0 0,-1 0 0,0 79 0,0-79 16,0 0-16,1 39 15,-1 0-15,0 0 0,-39 1 0,39-40 0,-39 39 16,39 39-16,0-39 0,-39 1 0,0-1 0,0 0 16,40 39-16,-40-38 0,0-1 15,0 0-15,0 0 0,39-39 0,-39 39 0,0 1 16,0-1-16,39 0 15,0 0-15,-39 0 16,39-39-16,-39 39 0,40 1 16,-1-40-16,-39 39 0,39-39 0,-39 39 0,39-39 15,0 39 1,1-39-16,-1 0 0,0 0 16,0 0-16,0 0 0,1-39 0</inkml:trace>
  <inkml:trace contextRef="#ctx0" brushRef="#br0" timeOffset="12406.1">10466 3919 0,'0'39'125,"0"1"-109,0-1-16,0 0 0,39 0 0,-39 0 15,0 1-15,0-1 0,39 0 0,-39 0 0,0 0 16,0 1-16,0-1 0,39 0 15,-39 0-15,0 0 0,0 1 0,39-1 0,-39 0 16,0 0 0,40-39-16,-40 39 0</inkml:trace>
  <inkml:trace contextRef="#ctx0" brushRef="#br0" timeOffset="12656.09">11485 4742 0,'0'0'16,"0"79"-1,0-40-15,0 0 0,39 0 16,-39 1-16,0 77 15,0-78-15,-39 79 32,39-79-32,-39-39 0,39 39 0,-40-39 0,1 0 0</inkml:trace>
  <inkml:trace contextRef="#ctx0" brushRef="#br0" timeOffset="13156.06">13170 3762 0,'-117'0'16,"234"0"-16,-313 0 0,157 0 16,0 0-16,0 40 0,-1-1 15,40 0-15,-39 0 16,39 0-16,0 1 0,0 38 0,0-39 0,-39 0 16,39 1-16,0-1 15,0 0-15,0 0 0,78 0 0,-78 1 0,79-1 16,-40 0-16,0 0 0,40-39 0,-40 39 0,39-39 15,-39 0-15,1 0 0,38 40 16,-39-40-16,0 0 0,1 0 0,-1 0 0,-39-79 16,39 79-16,0-39 15,-39 0-15,39 0 0,-39-1 0,0 1 16,0 0-16,0 0 0,0 0 16,0-40-16,-39 40 0,39 0 0,-78 0 0,39-1 15,-1 1-15,1 39 0,0-39 0,0 0 0,0 39 16,-1 0-16,1-39 15,0 39-15,0 0 0,0 0 0,-1 0 16,1 0-16,0 39 16,39 0-16</inkml:trace>
  <inkml:trace contextRef="#ctx0" brushRef="#br0" timeOffset="13406.04">14581 4350 0,'40'0'0,"-40"40"16,-40-80-16,80 119 16,-40-1-1,0-39-15,0 1 0,-40 77 31,1-78-31,-39 40 16,39-40-16,-79 39 16,79-78-16</inkml:trace>
  <inkml:trace contextRef="#ctx0" brushRef="#br0" timeOffset="14276">15287 4076 0,'0'39'32,"0"-78"-32,0 0 15,39-79 1,-39-39 15,0 118-31,-39-78 16,0 77-16,39 1 0,-39 0 15,39 78 17,0 0-17,0 1-15,39 116 32,-39-116-32,0-1 0,0 0 0,0 0 0,0 0 15,39 1-15,-39-1 0,39 78 16,-39-77-16,0-1 15,0 39-15,39 79 16,-39-118-16,40 0 0,-40 1 16,0-1-16,0 0 0,39 0 0,-39 0 31,0 1-31,0-1 16,0-78 15,-39 39-31,-1 0 15,-38 0 1,39 0-16,0 0 0,-40 0 16,40 0-16,0 0 15,0 0-15,-1 0 0,1 0 0,0 0 16,78 0 15,0 0-15,1 0-1,-1 0-15,0 0 0,0 0 0,0 0 0,1 0 16,-1-40-16,0 40 0,0 0 16,0 0-16,1 0 0,38 0 0,-39 0 0,0 0 15,0 0-15,1 0 16,-1 0-16,0 0 0,0 0 16,-39-39 62</inkml:trace>
  <inkml:trace contextRef="#ctx0" brushRef="#br0" timeOffset="15175.94">16228 3449 0,'-40'0'15,"80"0"-15,-1 0 31,0 0-31,0 0 0,0 0 16,1 0-16,-1 0 16,0 0-16,0 0 0,-39 39 15,39-39-15,1 0 16,-40 39-16,39 0 0,-39 1 0,39-1 16,-39 0-16,0 0 15,0 0-15,0 1 0,0-1 0,0 0 0,0 0 16,0 0-16,-39 1 0,39-1 0,0 0 0,0 0 15,0 0 1,0 1-16,0-1 0,39-39 16,0 39-16,40-39 15,-40 0-15,39 0 0,-39 0 16,1 0-16,38 0 16,-39 0-16,0-39 0,1 39 0,-1 0 0,0-39 15,0 39-15,0 0 0,-39-40 16,-39 40-1,0 0 17,39 40-17,-39-1-15,39 0 16,-39 0-16,39 0 16,0 1-1,-40-40-15,40 39 0,0 0 0,0 0 0,0 0 16,0 1-16,0-1 0,0 0 0,0 0 0,0 0 15,0 1-15,0-1 0,0 0 16,0 0-16,0 40 0,0-40 0,0 0 0,0 0 16,0 0-16,0 1 15,0-1-15,0 0 0,0 0 0,0 0 0,0 1 16,0-1-16,0 0 16,0 0-16,-39 0 0,0 0 15,0-39 1,39 40-1,-39-40-15,-1 0 32,1 39-17,0-39 1,0 0-16,0 0 0</inkml:trace>
  <inkml:trace contextRef="#ctx0" brushRef="#br0" timeOffset="20187.86">19599 979 0,'0'0'0,"-40"0"0,40-39 15</inkml:trace>
  <inkml:trace contextRef="#ctx0" brushRef="#br0" timeOffset="20557.75">19599 2312 0,'0'0'0,"0"39"16,0 0 30,-40 1-30,40-1-16,-39 0 0,0 0 0,0 0 16,0 1-16,-1-1 0,1 0 15,0 0-15,0 0 0,0-39 0,-1 40 0,1-1 16</inkml:trace>
  <inkml:trace contextRef="#ctx0" brushRef="#br0" timeOffset="22248.82">20657 1254 0,'0'-39'46,"0"78"95,0 0-141,-39 0 0,39 0 16,-39 1-16,39 38 0,0-39 0,-40 40 0,40-40 15,0 0-15,0 39 0,-39-38 16,39 38-16,0-39 0,0 0 0,-39 1 0,39-1 16,0 0-16,0 0 15,0 0-15,0 1 0,0-1 16,39-39-1</inkml:trace>
  <inkml:trace contextRef="#ctx0" brushRef="#br0" timeOffset="22659.1">20539 1450 0,'40'0'94,"-40"39"-79,39-39-15,-39 39 0,39 0 0,0 1 0,0-1 16,-39 0 0,40 0-16,-1-39 0,-39 39 0,39-39 0,0 40 0,0-1 15,1-39 1,-40 39-16,39-39 0,0 39 0,0-39 15,0 0 1,1 0-16,-1 0 0,0 39 16,0-39-16</inkml:trace>
  <inkml:trace contextRef="#ctx0" brushRef="#br0" timeOffset="22969.04">21206 1332 0,'0'0'15,"-39"-39"-15,39 78 63,0 0-63,0 1 15,0-1-15,0 0 16,0 0-16,0 0 0,0 1 0,0-1 0,0 0 16,0 0-16,0 0 0,0 1 15,0-1-15,0 0 0,0 0 16,0 0-16,0 1 0,0-1 0,0 0 16,39-39-1,-39 39-15</inkml:trace>
  <inkml:trace contextRef="#ctx0" brushRef="#br0" timeOffset="23209.12">21872 1920 0,'-39'0'15,"78"0"-15,-78 39 31,39 1-15,0-1-16,-39 0 0,39 0 16,0 0-1,-39 1-15,39-1 0,-40 0 0,40 0 16,0 0-16,0 0 16</inkml:trace>
  <inkml:trace contextRef="#ctx0" brushRef="#br0" timeOffset="23549.02">22029 1646 0,'0'39'15,"39"-39"32,0 0-31,-39-39-1,39 39-15,1 0 0,-1-39 0,0 39 0,0 0 0,40 0 16,-40-40-16,0 40 16,0 0-16,0 0 0,1 0 0,-1 0 0,0 0 15,0 0-15</inkml:trace>
  <inkml:trace contextRef="#ctx0" brushRef="#br0" timeOffset="23779.01">22146 2155 0,'-39'0'16,"78"0"-16,1 0 16,-1 0-16,39-39 15,-39 39-15,1-39 16,-1 39-16,39 0 0,-39 0 15,1 0-15,-1 0 0,0 0 0,0 0 0,0 0 16,40 0-16,-40 0 16,0 0-16</inkml:trace>
  <inkml:trace contextRef="#ctx0" brushRef="#br0" timeOffset="24419.1">23793 1175 0,'0'40'78,"0"-1"-78,-39-39 0,39 39 16,-40-39-16,40 39 0,-39 0 15,39 1-15,-39-40 0,0 39 0,39 0 0,-39 0 16,-1 0-16,1-39 15,0 40-15,39-1 0,-39 0 0,0-39 0,39 39 16,-40 0-16,1 1 16,118-40 31,-40 0-47,39 0 15,-39 0-15,1 0 0,-1 0 16,0 0-16,0 0 0,40 0 0,-1 0 0,-39 0 15,40 0-15,-40 0 16,39 0-16,-39 0 0,40 0 0,-40 0 0,0 0 16,0 0-16,1 0 0,-1 0 15,0 0-15,-39-40 0</inkml:trace>
  <inkml:trace contextRef="#ctx0" brushRef="#br0" timeOffset="24719.05">23871 1332 0,'-39'0'16,"39"-39"-16,0 78 46,0 40-46,0-40 16,-39 0-16,39 0 0,0 0 0,-39 40 16,39-40-16,0 0 15,-40 0-15,40 1 0,0-1 0,0 0 0,-39 0 16,39 40-16,0-40 0,0 0 0,0 0 0,0 0 16,0 1-16,0-1 15,39 0-15,-39 0 0</inkml:trace>
  <inkml:trace contextRef="#ctx0" brushRef="#br0" timeOffset="26129.01">18658 3762 0,'0'-39'16,"0"0"0,0 78 62,0 0-63</inkml:trace>
  <inkml:trace contextRef="#ctx0" brushRef="#br0" timeOffset="26364.88">18893 4429 0,'0'39'15,"0"-78"-15,0 117 0,0-39 16,-39 1-16,39-1 0,0 0 16,-39 39-1,39-38-15,-79 156 16,79-157-16,-117 78 31,117-77-31,-118 77 16,79-78-16,0-39 0</inkml:trace>
  <inkml:trace contextRef="#ctx0" brushRef="#br0" timeOffset="26824.86">19638 3958 0,'0'-39'0,"0"0"16,0 0-1,0 78 32,0 0-31,0 0-16,0 1 15,0-1-15,0 0 16,0 0-16,0 0 0,0 1 0,0-1 0,0 0 16,0 0-1,0 0-15,0 1 0,0-1 0,0 0 16,-39 0-16,-1-39 0,1 0 16</inkml:trace>
  <inkml:trace contextRef="#ctx0" brushRef="#br0" timeOffset="27134.84">19677 4037 0,'-39'0'0,"78"0"0,-78-39 15,39-1-15,0 1 16,39 39-1,-39 39 1,39-39 0,-39 40-16,39-40 0,-39 39 15,40-39-15,-1 39 0,0 0 0,0-39 16,0 39-16,1-39 0,-1 40 0,0-40 0,0 39 16,0-39-16,1 39 15,-1-39-15,0 0 0,0 39 0,0-39 16,1 0-1,-1 0-15,0 0 0,-39-39 16</inkml:trace>
  <inkml:trace contextRef="#ctx0" brushRef="#br0" timeOffset="27412.5">20343 3762 0,'0'-78'15,"0"156"-15,-39-156 0,39 39 16,0 78 15,0 0-15,0 0-16,0 1 0,0-1 16,0 0-1,0 0-15,0 0 0,0 1 0,0-1 0,0 0 16,0 0-16,0 0 0,0 1 15,0-1-15,39 0 0,-39 0 0,0 0 0,40-39 16,-40 40-16,39-40 0,-39 39 0,0 0 0,39-39 16,0 0-1</inkml:trace>
  <inkml:trace contextRef="#ctx0" brushRef="#br0" timeOffset="28622.44">20618 4350 0,'0'40'62,"0"-80"1,39 40-48,-39-39-15,39 39 0,0 0 16,1 0 15,-1 0-15,-39 39-1,39 1-15,-39-1 0,0 0 16,0 0 0,39-39-16,-39 39 0,0 1 0,0-1 15,-78 0-15,39 0 16,-1 0-16,1 1 16,0-40-1,39 39-15,-39-39 0,0 0 16,39-39 15,0-1-15,0 1-1,39 39 32,0 0-31,0 0-16,0 0 15,1 0-15,-1 39 16,0-39-16,-39 40 16,39-40-16,0 39 0,1 0 0,-40 0 15,39 0 1,-39 1-16,39-40 0,-39 39 16,0 0-16,39-39 15,0 0 1,1 0-1,-1-39-15,0 39 0,0-39 0</inkml:trace>
  <inkml:trace contextRef="#ctx0" brushRef="#br0" timeOffset="29102.56">21559 4037 0,'0'0'0,"0"39"16,-40-39-16,80 0 78,-1 0-78,0 0 0,0 0 15,0 0 1,1 0-16,-1 0 0,0 0 0,0 0 16,0 0-1,0 0-15,1 0 0</inkml:trace>
  <inkml:trace contextRef="#ctx0" brushRef="#br0" timeOffset="29382.6">21637 4390 0,'-39'0'0,"39"39"0,-39-39 16,117-39-16,-196 78 0,158-39 31,-1 0-15,78 0 15,-77 0-31,116 0 16,-117 0-16,40 0 0,-40 0 15,0 0-15,0 0 0,40 0 0</inkml:trace>
  <inkml:trace contextRef="#ctx0" brushRef="#br0" timeOffset="31463">22578 3841 0,'0'0'0,"-40"0"0,40-39 15,0-1 1,40 40 15,-40-39-15,39 39-16,0 0 15,-39-39-15,39 39 0,0-39 16,1 39 15,-1 0 47,0 0-78,0 0 16,-39 39-16,79-39 0,-40 0 16,0 0-16,-39 39 0,39-39 15,-39 39 1,39 1-16,-39-1 0,0 0 16,0 0-1,0 0-15,-78 1 16,78-1-1,-39-39-15,39 39 0,-39-39 16,78 0 125,0 0-110,0 0-31,0 39 0,1-39 16,-40 39-1,39 1-15,-39-1 0,0 0 16,39-39-16,-39 39 15,0 0-15,39-39 0,-39 40 16,0-1-16,0 0 16,-39-39-16,39 39 15,-39-39-15,39 39 0,-39-39 0,-1 40 16,1-40 0,0 39-16,0-39 0,0 0 0,-1 39 15,1-39 1,0 0-16,0 0 15,39-39 454</inkml:trace>
  <inkml:trace contextRef="#ctx0" brushRef="#br0" timeOffset="34103.83">2038 7251 0,'39'0'47,"-39"-39"-15,40 39-17,38 0 1,-39-39-16,0 39 0,1 0 0,38 0 0,-39 0 15,0 0-15,1 0 16,-1 0-16,0 39 0,0-39 0,-39 39 0,39 0 16,-39 0-16,40 1 0,-40-1 0,0 0 0,0 0 15,0 0-15,0 1 0,-40-1 16,40 0-16,-39 0 0,0 0 0,0 1 0,0-1 16,-40 0-16,79 0 0,-39 0 0,0-39 15,0 40-15,-1-40 16,40 39-16,-39-39 15,78-39 17,-39-1-32,40 40 15,-40-39-15,39 39 0,0-39 0,0 0 16,0 39-16,1-39 0,-40-1 16,39 40-16,0-39 0,-39 0 0,39 39 0,0-39 15,-39 0-15,40-1 16,-1 40-16,-39-39 0,39 0 0,0 0 15,-39 0-15,39-1 16,-39 1-16,39 39 0,-39-39 16,40 0-16,-80 39 140,40 39-124,-39-39-16,39 39 16,-39-39-16,0 39 0,39 1 0,-39-40 15,39 39-15,-39 0 0,-1 0 16,40 0-16,-39 1 0,39-1 0,0 0 15,-39-39-15,39 39 16,0 0-16,0 1 0,0-1 0,0 0 16,0 0-16,39-39 0,0 39 15,1 1 1,-1-40-16,-39 39 0,39-39 0,0 0 0,0 39 16,0-39-1,1 0-15,-1 0 0,0 0 0,0 0 16,0-39-16</inkml:trace>
  <inkml:trace contextRef="#ctx0" brushRef="#br0" timeOffset="34463.83">3567 7055 0,'0'0'0,"-39"0"0,-1 0 31,40 39-15,-39-39-1,0 118 1,39-79-16,-78 79 15,78-79-15,0 0 0,0 0 16,-40 0-16,40 1 16,0 77-1,0-78-15,79 40 16,-1-79-16,-78 39 0,39-39 16,-39 39-16,40-39 0,-1 0 0</inkml:trace>
  <inkml:trace contextRef="#ctx0" brushRef="#br0" timeOffset="34963.85">3802 7447 0,'0'-78'16,"0"156"-16,0-196 0,0 79 15,39 39-15,-39-39 16,39 39-16,-39 39 15,40 0 1,-1 1 0,39 116-1,-78-38 1,0 0 0,0-79-1,-39-39 1,39-39 15,0-1-31,0 1 16,0 0-16,0-39 15,78 78-15,-78-40 0,40 40 16,-1-39-16,0 0 0,0 39 16,-39-39-16,39 39 0,1 0 15,-1 39 16,0 0-31,0 79 32,-39-79-32,0 79 15,0-79-15,0 0 16,0 0-16</inkml:trace>
  <inkml:trace contextRef="#ctx0" brushRef="#br0" timeOffset="35263.85">4821 7290 0,'39'0'16,"-39"-39"-1,40 39 1,-1 39 0,39 157-1,1-39 1,-79-79 0,0-38-16,-40 116 15,1-156-15,39 40 0,-78-1 16,78 0-16,-39 0 0,-1-39 0,1 39 0,0 1 15,-39-40 1</inkml:trace>
  <inkml:trace contextRef="#ctx0" brushRef="#br0" timeOffset="36908.26">6115 7133 0,'0'0'0,"-40"0"16,40 40 62,0-1-78,0 0 0,0 0 16,0 0-16,0 1 0,-39 38 15,39-39-15,0 0 0,0 1 0,0 38 0,0-39 16,0 0-16,-39 1 0,39-1 0,0 0 0,0 0 15,0 0-15,0 1 16,0-1-16,0-78 63,0-1-63,39 40 15,-39-39-15,39 0 0,1 0 0,-1 0 16,0 39-16,0-40 15,-39 1-15,39 0 0,40 0 0,-40 39 0,0-39 16,40-1-16,-40 1 0,39 0 0,-39 39 0,1-39 16,38 0-16,-39-1 0,0 1 15,1 39-15,-1-39 0,0 0 0,0 39 0,-39-39 16,39-1-16,1 1 16,-40 0-16,0 78 46,-40 0-30,40 1 0,-39-40-16,0 0 15,39 39-15,-39-39 16,0 0-16,-1 39 0,1-39 0,-39 0 0,39 39 16,-40-39-16,40 39 15,-39-39-15,38 0 0,1 40 0,-39-40 0,39 39 16,-40-39-16,40 39 0,0-39 15,0 0-15,-1 0 0,1 39 0,0-39 0,0 0 16,0 0-16,0 0 16,-1 0-1,1 0-15,0 0 16,39 39 0,-39-39-16,0 0 15,-1 0 1,80 0 31,-1 0-32,0 0-15,0 0 16,0 0-16,1 0 0,-40 40 0,39-40 16,0 39-16,0-39 0,0 0 15,0 0-15,1 39 0,-1-39 0,0 39 0,0-39 16,40 39-16,-40-39 15,0 0-15,0 0 0,40 0 0,-40 0 0,39 0 16,-39 0-16,40 0 0,-40 0 0,0 0 0,40 0 16,-40 0-16,0 0 0,0 0 15,0 0-15,-78 0 78,0 0-62,39-39 0,-39 39-16,0-39 0,-1 39 15,1-39-15,0 0 16,0 39-16,0-40 0,-1 40 16,1 0-16,0-39 15,0 39-15,0-39 0,-1 39 0,1-39 0,0 39 16,0-39-16,-40 39 0,79-40 15,-39 1-15,0 39 0,0-39 0,0 39 0,-1-39 16,1 0-16,0 39 0,39-40 31,-39 40-31,39-39 16,0 78 78,-39-39-94</inkml:trace>
  <inkml:trace contextRef="#ctx0" brushRef="#br0" timeOffset="37838.19">7683 7408 0,'-40'0'16,"80"0"-16,-119 0 15,118 0 16,-39-39-31,40 39 0,-40-40 16,39 1-16,0 0 0,-39 0 16,0 0-1,0-1-15,0 1 0,0 0 16,0 0-16,0 0 0,0-1 16,0 1-16,0 0 15,0 0 1,0 78 15,0 0-31,-39-39 0,39 39 0,0 1 16,-39-1-16,39 0 0,0 0 0,0 0 15,0 1 1,0-1-16,0 0 0,0 0 0,0 0 0,0 1 16,0-1-16,39 0 0,-39 0 15,0 0-15,39 1 0,-39-1 0,0 0 0,0 0 16,0 0-16,39 1 15,-39-1-15,0 0 0,0 0 16,0 0-16,0 1 0,0-1 16,-39-39-16,39-39 47,39 39-32,-39-40-15,0 1 0,39 0 16,-39 0-16,40 39 0,-40-39 0,39-1 0,-39 1 15,0 0-15,39 39 16,-39-39-16,39 39 0,-39-39 0,39 39 0,1-40 16,-1 40-16,0 0 15,0 0 1,0 40-16,-39-1 31,40-39-31,-40 39 0,0 0 16,0 0-16,39 1 15,-39-1-15,0 0 0,0 0 16,39-39-16,-39 39 0,0 1 0,39-40 16,-39 39-1,39-39-15,1 0 0,-1 0 0,0 0 16,0 0-16,0 0 16,1 0-16,-1-39 0,0 39 0,0-40 0,0 40 15</inkml:trace>
  <inkml:trace contextRef="#ctx0" brushRef="#br0" timeOffset="38128.15">8976 7055 0,'0'0'0,"-39"0"0,0 0 31,0 0-31,39 39 16,0 0-16,-40 1 16,40-1-16,0 39 15,0-39-15,0 1 0,0-1 0,0 0 0,0 0 16,0 0-16,0 1 16,0-1-16,0 0 0,0 0 0,40 0 15,-40 1-15,39-40 16,-39 39-16,39-39 0,0 0 0,-39 39 15,39-39-15,1 0 16,-1-39-16</inkml:trace>
  <inkml:trace contextRef="#ctx0" brushRef="#br0" timeOffset="38573.28">9290 7212 0,'0'0'16,"-40"0"-1,80 0 1,-1 39 0,0 0-1,0-39-15,0 118 16,1-79-16,-40 79 31,0-79-31,0 0 0,0 0 31,0-117-15,0 39-16,0-1 16,0 1-16,39 0 0,-39 0 15,39 0-15,-39-1 0,39 1 0,0 0 0,1 0 16,-1 39 0,0 0-16,0 0 15,-39 39 1,0 0-16,39 0 0,-39 1 0,0-1 15,40 0-15,-40 0 16,0 0-16,0 1 0,0-1 0,0 0 16,0 0-16,39 0 0,-39 1 0,0-1 15,0 0 1</inkml:trace>
  <inkml:trace contextRef="#ctx0" brushRef="#br0" timeOffset="38813.36">10191 7290 0,'0'0'32,"39"0"-32,40 0 31,-1 157-16,-39-79 1,-39-38-16,79 77 16,-79-78-16,0 1 0,0 38 15,-39-78-15,-79 78 16,118-38-16,-39-40 0</inkml:trace>
  <inkml:trace contextRef="#ctx0" brushRef="#br0" timeOffset="40480.33">17521 7173 0,'0'-40'0,"0"80"94,0-1-94,0 0 0,0 0 15,0 0-15,0 1 0,0-1 0,0 0 16,0 0-16,0 40 15,0-40-15,0 0 0,0 0 0,0 0 16,0 1-16,0-1 0,0 0 16,0 0-16,-39-39 0,39 39 15,0 1 1,-39-40 0,78 0 46,0 0-46,0 0-1,1 0-15,-1 0 0,0 0 16,0 0 0,0 0-16,1 0 0,-1 0 0,0 0 15,0 39-15,0-39 0,1 0 0,-1 0 16</inkml:trace>
  <inkml:trace contextRef="#ctx0" brushRef="#br0" timeOffset="40850.61">18266 7761 0,'-39'39'15,"78"-39"1,0 0-1,-39-39-15,39 39 16,-39-40-16,40 40 0,-1 0 16,-39-39-16,39 0 0,-39 0 15,0 0-15,0-1 32,-39 40-32,0 0 15,-1 40-15,1-40 16,39 39-16,-39-39 15,39 39-15,-39 0 0,39 0 0,-39 1 16,39-1 0,-40 0-16,40 0 0,0 0 0,0 1 15,0-1 1,40 0-16,-1 0 0,0-39 16,0 0-16,0 0 0,1 39 15,-1-39-15,0 0 0,0 0 16</inkml:trace>
  <inkml:trace contextRef="#ctx0" brushRef="#br0" timeOffset="41240.68">18697 7525 0,'-39'0'0,"39"40"31,0-1-31,0 0 15,39-39-15,-39 39 0,0 0 0,39-39 16,-39 40-16,39-40 16,-39 39-16,0 0 0,0 0 15,40-39 17,-40-39-32,0 0 15,39 39-15,-39-39 16,0-1-16,0 1 0,39 39 0,0 0 31,-39 39 0,0 1-31,0-1 16,0 0-16,0 0 0,0 0 16,0 1-16,0-1 0,0 0 0,0 0 15,0 0-15,0 1 16</inkml:trace>
  <inkml:trace contextRef="#ctx0" brushRef="#br0" timeOffset="41780.64">19599 7643 0,'-40'0'31,"80"0"-31,-119 0 0,40 0 0,39 39 0,-78 0 31,38 1-31,40-1 0,-39-39 31,78-39 1,-39-1-32,40 40 0,-40-39 15,39 39-15,-39-39 16,0 78-1,0 0 1,0 1 0,0-1-16,0 0 0,0 39 15,0-38-15,0-1 0,0 78 16,0 119 0,0-158-1,-39 0-15,-40 79 16,40-118-16,39 0 0,-39-39 15,-79 118 1,1-118 15,77 0-15,1-39 0,0-79-1,78-38 1,-39 116-16,118-38 15,-118 39-15,39-40 0,118-77 16,-40-1 0</inkml:trace>
  <inkml:trace contextRef="#ctx0" brushRef="#br0" timeOffset="42040.55">20108 7290 0,'0'0'15,"-39"0"1,39 39 0,0 1-16,-39-1 0,39 0 0,-39 0 15,39 0-15,0 1 0,0-1 0,-40 0 0,40 0 16,0 40-16,0-40 0,-39 0 15,39 0-15,0 0 0,0 1 0,0-1 0,0 0 16,0 0-16,0 0 16,0 1-16,0-1 0</inkml:trace>
  <inkml:trace contextRef="#ctx0" brushRef="#br0" timeOffset="42520.57">19873 7878 0,'-78'0'16,"156"0"-16,-156-39 15,274-39 17,-157 38-32,118-38 15,-118 39-15,0 0 0,39-79 31,-78 40-15,0 117 15,0 39-15,0-39-16,0 1 0,0 116 16,0-116-16,0-1 15,0 118 1,40-118 15,-1-39-15,-39-39-1,78-40 1,-39 79 0,1 0-1,38 196 1,40 0-1,-118-157-15,78 79 32,-39-79-32</inkml:trace>
  <inkml:trace contextRef="#ctx0" brushRef="#br0" timeOffset="43340.67">16776 8897 0,'0'-39'16,"0"0"-1,0 0-15,0 78 31,0 0-15,0 0-16,0 0 16,0 1-16,0 38 0,-39-39 0,39 0 0,-39 40 15,39-40-15,0 39 0,0-38 16,0-1-16,0 39 0,0-39 0,0 1 0,0-1 16,0 0-16,0 0 0</inkml:trace>
  <inkml:trace contextRef="#ctx0" brushRef="#br0" timeOffset="43610.65">16816 8819 0,'0'0'16,"39"0"-1,78 78 17,-77-39-32,-1 1 0,39-1 0,-39 0 0,40 0 15,-40 0-15,39-39 0,118 79 16,0-1 0,-156-78-16,-1 0 15,0 0-15,0-78 16</inkml:trace>
  <inkml:trace contextRef="#ctx0" brushRef="#br0" timeOffset="43810.64">17952 8623 0,'0'0'16,"-39"0"0,39 78-1,-39 79 1,0-118-16,0 236 15,39-236-15,0 39 0,0-39 16,0 197 0,0-158-1</inkml:trace>
  <inkml:trace contextRef="#ctx0" brushRef="#br0" timeOffset="43980.57">18188 9446 0,'-40'39'31,"40"0"-31,0 1 16,-39-1 0,39 0-16,0 0 0,-39 0 0,39 1 0,0-1 15,0 0-15,0 0 16</inkml:trace>
  <inkml:trace contextRef="#ctx0" brushRef="#br0" timeOffset="44230.63">18697 9328 0,'39'0'16,"-78"0"-16,196 0 15,-118 0-15,0 0 16,157 0 0,-78 0-1,-79 0-15,157 0 16,-157-39-16</inkml:trace>
  <inkml:trace contextRef="#ctx0" brushRef="#br0" timeOffset="44510.6">19207 8897 0,'0'0'15,"0"-39"-15,-40 39 16,40 39 15,0 40-31,-39 156 32,-39 0-17,39-39 1,39-118-1,0-38-15</inkml:trace>
  <inkml:trace contextRef="#ctx0" brushRef="#br0" timeOffset="44770.58">20030 9054 0,'0'0'16,"0"39"-1,0 0 17,-39 1-32,39 116 15,0-116-15,0-1 0,0 0 0,0 0 0,0 0 16,-40 79-1,40-79-15,-39-39 16</inkml:trace>
  <inkml:trace contextRef="#ctx0" brushRef="#br0" timeOffset="45010.57">20069 9211 0,'0'0'0,"-39"0"0,39-39 16,39 39-1,0 39 1,-39 0-16,118 79 16,-79-79-16,0 0 0,0 0 15,1 0-15,-40 1 0,196 77 31,-157-78-31,118-39 0</inkml:trace>
  <inkml:trace contextRef="#ctx0" brushRef="#br0" timeOffset="45230.56">20892 9093 0,'-39'-39'16,"78"78"-16,-78-117 0,0 78 15,39 39 1,-39 79 15,-1 78-15,40-118 0,0-39-16,-39 118 15,39-118-15,0 0 0</inkml:trace>
  <inkml:trace contextRef="#ctx0" brushRef="#br0" timeOffset="45609.78">20892 9681 0,'0'-39'0,"0"78"0,39-78 0,1 0 31,-40 0-31,39 39 0,0-40 0,0 40 31,-39 79-31,39 38 31,-39-77-31,-39 77 16,39-78-16,-39 1 0,0-1 0,-40 39 31,40-39-15,39-78-1,39 0 1,40 39 0,38-39 15,-77 39-31,38 0 0,-39 0 0,118 0 16,-79 0-1,-38 0-15,116 0 16</inkml:trace>
  <inkml:trace contextRef="#ctx0" brushRef="#br0" timeOffset="45839.74">22146 9446 0,'-78'0'16,"156"0"-16,-195 0 0,78 0 15,-1 0-15,119 0 32,-40 0-32,0 0 0,0 0 15,1 0-15,38 0 16,-39 0-16,0 0 0,40 0 0,-40 0 0,0 0 16,0 0-16,1-39 0,-1 39 0,0 0 0,0 0 15,0-39-15</inkml:trace>
  <inkml:trace contextRef="#ctx0" brushRef="#br0" timeOffset="46089.7">23048 8819 0,'0'-39'0,"0"78"0,0-39 31,0 78-31,0-39 16,-39 1-16,39-1 16,0 39-16,0-39 0,0 40 0,0-40 0,0 39 15,0 1-15,0-40 0,0 39 16,0 1-16,0-40 0,0 39 0,0-38 0,0 38 16,39-39-16,-39 0 0,0 40 0,0-40 0,0 0 15</inkml:trace>
  <inkml:trace contextRef="#ctx0" brushRef="#br0" timeOffset="47155.75">17874 10230 0,'0'0'0,"-39"0"16,0 0-1,-1 0 1,1 39-16,0-39 0,0 0 0,0 39 0,-1-39 15,1 40-15,-39-40 0,39 39 16,-1 0-16,1-39 0,0 39 0,0 0 0,0-39 16,-1 40-16,40-1 15,-39-39-15,39 39 0,0 0 0,0 0 32,39-39-32,1 0 0,-1 0 15,0 0-15,0 0 0,40 0 0,-40 0 16,39-39-16,1 39 15,-1-39-15,0 39 0,1-39 0,-1 39 0,1-39 16,-40 39-16,39 0 0,1 0 16,-40 0-16,0 0 0,0 0 0</inkml:trace>
  <inkml:trace contextRef="#ctx0" brushRef="#br0" timeOffset="47425.81">18109 10269 0,'0'-39'15,"0"78"-15,-39-78 32,39 78-32,-39 40 15,39-40-15,-79 196 16,40-196-16,39 40 15,-39-1-15,0 40 0,39-40 0,0 0 16,-39-38-16,39 77 16,0-78-16,0 1 0,78-1 15</inkml:trace>
  <inkml:trace contextRef="#ctx0" brushRef="#br0" timeOffset="47625.73">18736 10975 0,'-39'0'15,"39"-39"-15,0-1 16,39 1 0,40 39-16,-1 0 0,-39-39 0,40 39 15,77 0-15,119 0 31,-236 0-31,0 0 0,0 0 0</inkml:trace>
  <inkml:trace contextRef="#ctx0" brushRef="#br0" timeOffset="47845.8">19285 10465 0,'-39'0'15,"78"0"-15,-117 0 16,78 39-16,-79 40 16,1 234-1,-1 1 17,79-236-32,-39-38 0,39 116 15</inkml:trace>
  <inkml:trace contextRef="#ctx0" brushRef="#br0" timeOffset="48275.75">19716 10779 0,'0'-79'15,"0"158"-15,39-197 0,-39 79 0,40 0 16,-1 0-16,0-1 0,0 40 0,0 0 15,1-39 1,-1 39-16,78 0 16,-77 0-16,-40 79 0,39-79 15,-39 39-15,0 0 0,0 118 32,-39-118-32,39 0 0,-118 79 15,79-79-15,39 0 31,39 40-15,118-1 0,0 0 15,-157 1-15,-196-1-1,78-78 1,79 0-16,-196 39 15,195-39-15,1 0 0,0-39 16,-39-39-16</inkml:trace>
  <inkml:trace contextRef="#ctx0" brushRef="#br0" timeOffset="48485.68">21010 11092 0,'0'-39'15,"39"39"-15,0 0 16,0 0-16,1-39 0,-1 39 0,0 0 0,39 0 16,-38 0-16,38 0 0,-39-39 0,0 39 0,1 0 15,-1 0-15,0 0 16,0 0-16,0 0 0</inkml:trace>
  <inkml:trace contextRef="#ctx0" brushRef="#br0" timeOffset="48765.66">22342 10504 0,'0'-39'16,"-39"39"0,39 79-1,-39-79-15,39 78 16,0-39-16,0 0 0,-39 1 0,39-1 0,0 157 16,0-157-16,0 39 0,0-38 15,0 38-15,0-39 16,0 40-16,0-40 0,0 0 0,0 0 0,0 40 15,0-40-15</inkml:trace>
  <inkml:trace contextRef="#ctx0" brushRef="#br0" timeOffset="52796.44">18227 12347 0,'-39'0'109,"-1"0"-109,1 0 16,0 0-1,0 39-15,0-39 16,-1 39-16,1 0 0,0 0 15,0 1-15,0-1 16,-1 0-16,40 0 0,-39-39 0,39 39 0,0 1 16,-39-1-16,39 0 15,-39 0-15,39 0 0,0 1 0,-39-1 16,39 0-16,0 0 0,0 0 16,0 1-16,0-1 0,39 0 15,-39 0-15,39-39 0,0 39 16,0-39-16,1 0 15,-1 0-15,0 0 0,0 0 16,0-39-16,1 39 16,-40-39-16,39 39 0,0-39 0,-39 0 15,39 39-15,-39-40 16,0 1-16,39 39 0,-39-39 0,0 0 16,0 0-1,-78 39-15,39 0 16,0 0-16,-1 78 0,-38-78 15,39 39-15,0-39 16,-40 39-16,40 1 0,0-1 0,0-39 0,-40 39 16,40 0-16,0-39 0,0 39 15,-1-39-15,1 0 0</inkml:trace>
  <inkml:trace contextRef="#ctx0" brushRef="#br0" timeOffset="53496.4">15600 12739 0,'0'0'16,"0"-40"-16,40 40 47,-1 0-47,0 0 0,0 0 16,0 0-16,1 0 15,-1 0-15,39 0 0,-39 0 0,1 0 0,38 0 16,-39 0-16,40 0 0,-40 0 0,0 0 0,0 0 15,40 0-15,-40-78 0</inkml:trace>
  <inkml:trace contextRef="#ctx0" brushRef="#br0" timeOffset="53706.45">16071 13248 0,'-39'0'0,"78"0"0,-118 39 16,40-39 0,78 0-1,40 0 1,274 0 0,-118-78-16</inkml:trace>
  <inkml:trace contextRef="#ctx0" brushRef="#br0" timeOffset="68159.92">12269 7604 0,'-39'0'47,"-1"0"-16,1 0 32,0 0-48,0 39 1,0-39-16,-1 0 0,1 0 15,39 39 1,-39-39 0,39 0-16,39 0 78,-39-39-47,39 39-15,1 0-16,-40-39 0,39 39 0,0-39 15,0 39-15,0 0 0,-39-40 0,40 40 16,-1-39-16,0 39 0,0 0 16,0-39-16,0 39 0,1 0 0,-40-39 0,39 39 15,0-39 1,0 39-16,-39-40 0,39 40 0,1 0 15,-1 0-15,0 0 16,0-39-16,0 39 0,1 0 0,-1 0 16,0 0-16,0 0 15,0-39-15,1 39 0,-1 0 0,0 0 16,0 0-16,0 0 0,1 0 0,-1-39 0,0 39 16,0 0-16,0 0 15,1 0-15,-1 0 0,0 0 0,0 0 0,0-39 16,1 39-16,-1 0 15,0 0-15,39 0 0,-38-40 0,-1 40 16,0 0-16,0 0 0,0 0 16,1 0-16,-1-39 0,39 39 0,-39 0 15,1 0-15,-1 0 16,0 0-16,0 0 0,0 0 0,1 0 16,-1 39-16,0-39 0,0 0 15,0 0-15,1 0 16,-1 0-16,0 0 0,0 0 15,0 0-15,1 0 0,38 0 0,-39 0 16,0 0-16,1 0 0,-1 0 0,0 0 0,0 0 16,0 0-16,1 0 0,-1 0 15,0 0-15,0 0 0,0 0 0,1 0 0,-1 0 16,0 0-16,0 0 16,0 0-16,0 40 0,1-40 0,-1 0 0,-39 39 15,39-39-15,0 0 0,0 0 0,-39 39 16,40 0-16,-1-39 15,0 39-15,0-39 0,0 0 0,1 0 16,-1 40 0,0-40-16,0 0 0,0 0 0,1 0 15,-1 0-15,0 0 0,0 0 16,0 0-16,1 0 16</inkml:trace>
  <inkml:trace contextRef="#ctx0" brushRef="#br0" timeOffset="68779.89">16032 6937 0,'0'40'0,"-40"-40"16,80-40-16,-119 80 31,118-40 47,1 0-78,-40 39 16,39-39 0,0 0-16,0 39 0,0-39 0,1 0 15,-1 39-15,0-39 0,0 39 16,0-39-16,1 0 0,-1 40 0,0-40 0,0 0 16,0 39-16,1-39 0,-1 0 0,0 0 0,-39 39 15,39-39-15,0 0 16,-39 39-1,-39-39 32,39 39-47,-39-39 0,39 40 0,-39-40 16,0 39-16,-1 0 0,1-39 16,39 39-16,-39-39 0,0 39 15,0 1-15,-1-1 16,1-39-1,39 39-15,-39 0 0,0-39 16,39 39-16,-39-39 0,-1 40 16,1-1-16</inkml:trace>
</inkml:ink>
</file>

<file path=ppt/ink/ink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17T16:44:03.431"/>
    </inkml:context>
    <inkml:brush xml:id="br0">
      <inkml:brushProperty name="width" value="0.05292" units="cm"/>
      <inkml:brushProperty name="height" value="0.05292" units="cm"/>
      <inkml:brushProperty name="color" value="#FF0000"/>
    </inkml:brush>
  </inkml:definitions>
  <inkml:trace contextRef="#ctx0" brushRef="#br0">823 2743 0,'0'-39'109,"39"39"-109,0 0 16,1-39-16,-1 0 15,0-1-15,0 1 16,0 39-16,-39-39 16,40 39-16,-1-39 0,0 39 0,0 0 15,0-39-15,1 39 0,-1 0 16,0 0-16,0 0 0,0 0 0,1 39 16,-1-39-16,-39 39 0,39 0 0,-39 0 15,39 40 1,-39-40-16,0 0 0,0 40 0,0-40 0,0 39 15,-39 1-15,39-1 0,-78 0 16,78-38-16,-40 38 0,1 0 0,39-38 0,-39-1 16,0 0-16,39 0 15,-39-39-15,39 39 0,-40-39 0,40-39 32,79-39-32,-79 39 0,39-1 15,-39 1-15,39-39 0,0 39 0,1-1 0,-1-38 16,0 39-16,0-40 15,0 40-15,1 0 0,-1 0 0,0 0 0,0-40 16,0 40-16,-39 0 16,40 0-16,-40-1 0,0 1 0,39 39 15,-39-39-15,0 0 16,0 0-16,-39 39 31,39 39-15,0 0-1,-40 0-15,1 0 16,39 1-16,-39-1 0,39 0 0,-39 0 0,39 0 16,-39 1-16,39-1 0,0 0 0,0 0 0,0 0 15,0 1-15,0-1 16,78 0-16,-78 0 0,39 0 0,0 1 16,-39-1-16,40-39 15,-1 39-15,0-39 0</inkml:trace>
  <inkml:trace contextRef="#ctx0" brushRef="#br0" timeOffset="310.33">2509 2508 0,'0'-39'16,"0"78"-16,0-117 15,-40 38-15,1 80 16,39-1 0,-39 0-16,39 0 15,0 0-15,-39 1 0,39-1 0,-39 0 16,39 0-16,0 0 0,0 40 0,0-40 0,0 0 16,0 40-16,0-40 15,0 39-15,0-39 0,0 40 0,39-40 0,-39 39 16,39-38-16,-39-1 0,39 0 15,0 0-15,-39 0 0,40 1 0,-1-1 16,0 0 0</inkml:trace>
  <inkml:trace contextRef="#ctx0" brushRef="#br0" timeOffset="730.23">2626 2822 0,'0'-79'31,"0"158"-31,0-197 0,79 79 16,-40 39-16,78 39 31,-78 0-31,1 79 16,-1-79-16,0 118 15,-39-118-15,39 39 0,-39-38 16,0-1-1,0 39 1,0-117 0,79-157-1,-40 157-15,-39 0 16,39-40-16,0 40 0,-39 0 16,39 0-16,1 39 0,-1-40 0,0 1 15,0 39 1,0 39-1,-39 79 1,40-79-16,-40 196 16,0-195-16,0 38 0,0-39 0,0 40 0,0-40 15,0 0-15,0 0 16,0 0-16</inkml:trace>
  <inkml:trace contextRef="#ctx0" brushRef="#br0" timeOffset="974.74">3998 2469 0,'0'39'16,"0"79"0,78 195 15,-78 40-16,-78-157 1,39-78-16,0 38 31,39-116-31</inkml:trace>
  <inkml:trace contextRef="#ctx0" brushRef="#br0" timeOffset="2184.59">4860 2508 0,'40'-39'16,"-80"78"-16,80-39 31,-40 78-31,0 40 16,0 156-1,0-234-15,-40 156 31,40-157-31,0 0 0,0 0 0,0-78 16,40-79 15,38 40-31,-39 39 0,157-79 32,-117 79-32,-40 39 0,39 0 0,-39 0 0,40-39 15,-40 39-15,157 0 16,-157 0-16,0 0 0,1 0 15,155 39 1,-155-39 0,-1 0-16,-78-39 31,39 0-15,-40 39-16,1-40 15,0 40-15,0-39 0,-39 39 0,38 0 16,-38 0-16,0-39 15,38 39-15,-38 0 0,0-39 0,-1 39 0,1 0 16,-1-39-16,1 39 0,0 0 0,-1-40 0,1 40 16,-1 0-16,40-39 0,-39 39 15,39 0-15,-1-39 0,1 39 0,39-39 0,-39 39 16,0-39 0,39-1-16,39 40 62,0 0-62,0 40 16,1-40-1,-1 39 1,0 0-16,-39 0 125,0 0-109,39 1-16,-39-1 15,39 0 1,-39 0-16,40 0 0,-40 1 0,39-1 15,-39 0-15,39 0 0,-39 0 16,39 1-16,0-1 0,-39 0 0,40 0 0,-1 0 16,0 1-16,0-40 0,0 39 0,1-39 15,-1 0-15,0 39 16,0-39-16,0 0 0,1 0 0,-1 0 0,0 0 16,39 0-16,-38 0 15,-1 0-15,0 0 0,0 0 0,-78 0 63,39-39-48,-39 39-15,39-39 0,-39-1 16,39 1 0,0 0-16,-40 39 0,40-39 0,0 0 0,-39 39 15,39-40-15,-39 1 0,39 0 16,-39 0-16,0 0 0,39-1 0,-40 1 0,1 0 15,0 0-15,0 0 16,0-1-16,-1 1 0,1 0 0,39 0 0,-39 39 16,0-39-16,0-1 0,39 1 0,-40 39 0,40-39 15,0 0-15,-39 39 0,39-39 16,0 0-16,-39 39 0,39-40 16,0 80 46,0-1-62</inkml:trace>
  <inkml:trace contextRef="#ctx0" brushRef="#br0" timeOffset="3084.53">7016 3135 0,'0'0'0,"0"-39"15,39 0 1,40 0 0,-40-40-1,-39 40-15,39-79 31,-39 79-31,0 0 0,0 0 0,0 0 0,-78-79 16,-1 0 15,79 79-31,-39 0 16,39 78 15,0 0-31,0 1 16,0 38-16,0-39 0,0 0 0,0 40 0,0-40 15,39 39-15,-39 1 0,40-1 16,-40 1-16,0-40 0,0 39 0,39 1 0,-39-1 16,39 0-16,0-38 0,-39 38 0,0-39 0,0 0 15,39 1-15,-39-1 16,0-118 31,0 40-47,0 0 15,40 0-15,-40-40 0,39 40 0,-39-39 0,39 39 16,0-40-16,-39 40 0,39 0 0,1 0 0,-40-1 16,39 40-16,0 0 15,-39-39-15,39 39 0,0 0 16,1 0 0,-40 39-16,39-39 0,-39 40 0,0-1 15,39 0-15,-39 0 16,39 0-16,-39 1 0,39-1 0,-39 39 0,40-39 0,-40 1 15,39 38-15,-39-39 16,39 0-16,-39 1 0,0-1 0,0 0 0,39-39 16,-39 39-16,0 0 0,39-39 0,1 0 15,-1-39 1</inkml:trace>
  <inkml:trace contextRef="#ctx0" brushRef="#br0" timeOffset="3324.59">8349 2704 0,'0'-39'16,"0"78"-16,-39-78 0,39 0 15,-39 39-15,39 39 32,-40 196-17,1-117 1,39-79-16,0 196 15,0-196-15,79 40 0,-79 38 16,78-78-16,-39 1 16,0-1-16,40-39 0</inkml:trace>
  <inkml:trace contextRef="#ctx0" brushRef="#br0" timeOffset="3714.57">8741 2861 0,'0'0'16,"39"0"-1,-39 39-15,157 118 32,-157-118-32,0 0 0,0 0 0,0 1 15,0 38-15,0-39 16,0 0-16,-39 1 15,39-1-15,0-78 16,0-40 0,39 40-16,-39-39 15,39 38-15,0-38 16,1 78 0,-40 78-1,0 40 16,39-79-31,-39 79 0,0-79 0,0 118 16,0 0 15,-39-118-31</inkml:trace>
  <inkml:trace contextRef="#ctx0" brushRef="#br0" timeOffset="3944.48">9642 2626 0,'0'39'31,"40"0"-31,-1 79 16,0-79-16,39 157 15,-78-118-15,0-39 0,0 40 16,0-40-16,0 79 15,0-1-15,-78 118 16,39-156 0</inkml:trace>
  <inkml:trace contextRef="#ctx0" brushRef="#br0" timeOffset="4104.52">10152 3253 0,'0'0'0,"-39"-39"0,39-1 16,0 1-16,0 0 0,0 0 0,39 0 0,157-118 31,78 78-31</inkml:trace>
  <inkml:trace contextRef="#ctx0" brushRef="#br0" timeOffset="4364.46">10426 3762 0,'-39'40'0,"78"-80"0,-39 40 31,79-39-15,-40 39-16,0-39 0,0 39 0,40-39 16,-40 39-16,39-39 0,-38 39 15,38-40-15</inkml:trace>
  <inkml:trace contextRef="#ctx0" brushRef="#br0" timeOffset="5364.4">13013 1959 0,'0'0'0,"-39"0"0,39-39 0,-39 39 15,0-39-15,0 39 16,-1 0-1,1 0-15,0 0 0,0 0 16,0 78-16,-40-78 0,1 40 0,-1-40 16,1 39-16,0 0 0,-1-39 0,1 39 0,39 0 15,-40 1-15,1-1 0,39-39 16,0 39-16,-1 0 0,1-39 0,0 39 0,0 0 16,39 1-16,-39-40 15,39 39-15,-40 0 0,40 0 16,0 0-1,40 1-15,38-1 0,-39-39 16,40 0-16,-40 39 0,39-39 0,1 0 16,-1 0-16,0 0 15,1-39-15,-1 39 0,40 0 0,-40-39 0,0 39 0,40 0 16,-40-40-16,-38 40 16,38 0-16,-39 0 0,40 0 0,-40 0 15,-39 40 1,-39-1-16,39 0 15,-79 0-15,40 0 0,0 1 16,-40 38-16,40-39 0,-39 40 0,39-40 0,-1 39 16,-38 1-16,39-40 0,0 39 0,-1-39 0,1 40 15,0-40-15,0 0 0,0 0 16,0 1-16,-1-1 0,40 0 0,-39 0 16,0 0-16,39 1 0,-39-40 15,39 39-15,-39-39 0,39 39 0,0 0 31,39-39-15,0 0 0,0 0-16,0 0 15,40 0-15,-40 0 0,39-39 0,1 39 0,-1-39 16,0 39-16,1-39 0,-1-1 16,40 40-16,-40-39 0,40 39 0,-1-39 15,-38 39-15,-1-39 0,40 39 16,-40 0-16,1-39 0,-40 39 0,39 0 0,-39 0 15,1 0-15,-1 0 16,-118 0 0,79 39-16,-39-39 15,39 39-15,-39-39 0,39 39 16,-39-39-16,0 0 16</inkml:trace>
  <inkml:trace contextRef="#ctx0" brushRef="#br0" timeOffset="5724.55">12034 4625 0,'0'39'47,"0"0"-47,0 0 16,0 1-16,0-1 15,39 0-15,-39 0 0,0 40 0,0-40 0,0 39 0,0-39 16,0 1-16,0 38 0,0-39 0,0 0 0,-39 1 16,39-1-16,0 0 15,0 0-15,0 0 0,-40-39 0,40 39 0</inkml:trace>
  <inkml:trace contextRef="#ctx0" brushRef="#br0" timeOffset="6644.96">12621 4546 0,'-39'0'16,"78"0"-16,-78-39 0,0 39 0,39-39 16,-39 117 30,0-38-30,-1-1-16,1 0 31,78-39 1,-39-39-1,40 39-16,-40 39 204,-40 0-203,40 0-1,-39-39-15,39 40 16,-39-40-16,0 39 0,0-39 16,39 39-16,-39-39 0,-1 0 15,40 39-15,0-78 172,40 39-156,-80 0 46,80 0-15</inkml:trace>
  <inkml:trace contextRef="#ctx0" brushRef="#br0" timeOffset="6795.02">12190 4821 0,'0'-39'32,"-39"39"30</inkml:trace>
  <inkml:trace contextRef="#ctx0" brushRef="#br0" timeOffset="7135.29">12543 4742 0,'-39'0'0</inkml:trace>
  <inkml:trace contextRef="#ctx0" brushRef="#br0" timeOffset="7855.33">12504 4703 0,'0'-39'0,"0"78"93,-39-39-30,39 39-63,-40-39 0,40 40 0,0-1 16,0 0-1,-39-39-15,39 39 0,0 0 31,-39-39-31,0 0 0,39 40 0,0-1 16,-39-39 0,39 39-16,0 0 0,-39-39 15,39 39-15,-40-39 16,40 40 0,-39-40-16,39-40 140,39 40-109,1 0 48,-40 40-64,39-40 1,-39 39-16,39-39 0,-39 39 15,39-39-15,0 0 16,-39 39-16,39 0 0,-39 1 16,40-40-16,-40 39 0,39-39 15,-39 39-15,39 0 16,0-39 0,0 0-16</inkml:trace>
  <inkml:trace contextRef="#ctx0" brushRef="#br0" timeOffset="8125.38">12700 4978 0,'0'0'0,"-39"0"0,39-79 15,39 40-15,39 0 16,1 39-16,38-39 16,-78-1-16,1 40 0,-1 0 15,39 0-15,79-39 16,-79 39 0,-38 0-16,-1 0 0</inkml:trace>
  <inkml:trace contextRef="#ctx0" brushRef="#br0" timeOffset="8355.29">13092 5487 0,'-39'39'32,"78"-78"-32,-118 78 15,158-39-15,-40-39 16,39 0 15,40 0-15,-79 39-16,79-39 15,-79 39-15,0-40 0,0 40 16,1 0-16</inkml:trace>
  <inkml:trace contextRef="#ctx0" brushRef="#br0" timeOffset="8635.28">14072 4938 0,'-39'0'15,"39"-39"1,39 39 0,0 0-1,-39-39 1,39 39-16,0 0 0,1 0 16,-1 0-1,0 0-15,0 0 0,0 0 0,1 0 0,-1 0 16,0 0-16</inkml:trace>
  <inkml:trace contextRef="#ctx0" brushRef="#br0" timeOffset="9175.34">15209 4703 0,'39'0'31,"39"0"-31,79-39 31,-118 39-31,79-78 16,-79 78-16,-39-40 0,39-38 31,-39 39-31,-78-40 16,78 40-16,-40 39 0,1-39 15,0 39-15,-39 0 32,39 0-32,-79 78 15,118-38-15,-39-1 0,0-39 0,-1 78 16,1-39-16,-39 118 16,78-118-16,-39 1 0,-1-1 15,1 39 1,0 1-1,0-40 1,39-157 0,0 79-16,0-79 31,0 79-31,78 39 0,-78-39 0,39-39 16,1 78-16,38-79 15,-39 79-15,0-39 16,1 39-1,-1 0-15,39 0 16</inkml:trace>
  <inkml:trace contextRef="#ctx0" brushRef="#br0" timeOffset="10225.36">11524 1763 0,'39'-39'15,"0"39"1,-39-39-16,40 39 15,-1-39 1,0 39-16,39 0 16,-38 0-16,-1 0 0,0 0 0,0-39 0,0 39 15,1 0-15,116-79 16,-116 40-16,-1 39 0,0-39 16,0 0-16,0-1 15,0 1-15,-39-118 16,0 79-16,-39 39 0,39 0 15,-39-1-15,0 1 0,39 0 0,-157 0 32,118 39-32,-79 78 15,79-78-15,0 39 0,0 1 0,-79 234 32,79-156-32,0-79 0,0 157 31,39-157-31,-40-39 0,40 39 0,-39 0 0,0 1 31,0-80 16,39 1-31,0 0-1,0 0-15,0 0 16,0-1-16,0 1 15,39 0-15,-39 0 0,0 0 0,39 39 0,-39-40 16,39 1-16,1 0 16,-40 0-16,39 39 0,-39-39 15,39 39-15,0 0 0,-39-40 0,39 40 16,1 0 0,-1 0-16</inkml:trace>
  <inkml:trace contextRef="#ctx0" brushRef="#br0" timeOffset="11165.23">13876 2430 0,'0'-40'16,"39"40"-16,0-39 15,40 0 1,-40 0-16,118 39 16,-118 0-16,0 0 0,0 39 0,0 0 0,1 79 31,-40 156-15,-157 79-1,118-235 1,-1-79-16,-38 39 15,117-78 17,-39-78-32,39 39 0,1-40 0,-1 40 0,0-39 15,39-1-15,-38 40 0,38-39 0,0-1 0,1 40 16,-40-39-16,39 38 16,1 1-16,-40 0 0,39 0 0,-38 0 0,-1-1 15,0 40-15,0-39 0,-39 0 16,39 39-16,-39-39 0,-78 39 31,39 0-31,0 0 0,-40 0 16,40 0-16,0 0 0,0 0 0,-1 39 0,1 0 15,0 0-15,0 1 0,0-1 16,-1 0-16,1 0 0,39 0 0,-39 40 0,39-40 16,0 0-16,0 0 15,0 1-15,0-1 0,0 0 0,39 0 0,-39 0 16,39 1-16,1-1 0,-1 0 15,39 0-15,1-39 0,-40 39 0,39-39 0,1 0 16,-1 0-16</inkml:trace>
  <inkml:trace contextRef="#ctx0" brushRef="#br0" timeOffset="11445.21">16032 2116 0,'-40'-39'15,"1"39"1,39 78-16,0-38 16,0-1-16,-39-39 15,39 39-15,0 0 0,0 39 0,0-38 0,0-1 16,0 0-16,0 39 15,0-38-15,0-1 0,0 0 0,39 39 0,-39-38 16,39-1-16,-39 0 0,40 0 16,-1 0-16,-39 1 0,39-40 0,0 39 0,0-39 15</inkml:trace>
  <inkml:trace contextRef="#ctx0" brushRef="#br0" timeOffset="11695.19">16620 2390 0,'0'0'0,"-40"0"15,1 0 1,39 40 0,0 156-1,118 39 16,-40-78-31,1-40 32,-40-78-32</inkml:trace>
  <inkml:trace contextRef="#ctx0" brushRef="#br0" timeOffset="12085.17">17521 2273 0,'-39'-39'16,"78"78"-16,-117-78 15,39 117 1,-1-78-16,-38 78 16,39-38-16,-40-40 0,79 39 15,-78 0-15,39 0 16,0 0-16,-40 1 15,40-40-15,78 0 79,0 39-64,1-39 1,-1 0-16,0 0 0,0 39 0,0-39 0,1 0 15,-1 0-15,39 0 16,-39 39-16,40-39 0,-40 0 0,39 0 0,-38 39 16,38-39-16,-39 0 0,40 40 0,-40-40 0,0 0 15,0 0-15,0 0 0,1 39 16,-1-39-16</inkml:trace>
  <inkml:trace contextRef="#ctx0" brushRef="#br0" timeOffset="12375.24">17913 2038 0,'0'0'0,"79"-39"31,156 156-16,-118 118 1,-77-117 0,-1-40-16,-39 157 15,0-156-15,0-40 0,-39 39 16,39 1-16,-79-40 0,40 39 0,-79 40 16,-38 0-1</inkml:trace>
  <inkml:trace contextRef="#ctx0" brushRef="#br0" timeOffset="13134.89">19363 2704 0,'0'0'31,"79"-78"-15,-40-1-16,0-38 16,-39 77-16,0 1 15,0-39-15,0 39 0,-78-118 32,78 118-32,-39 39 0,39-39 0,-40-1 15,40 80 16,0-1-31,0 39 16,0-39-16,0 1 0,0-1 0,0 0 16,40 0-16,-40 0 0,39 0 0,-39 40 0,39-40 15,-39 39-15,39-38 16,-39 38-16,0-39 0,0 40 0,39-40 0,-39 39 16,0-39-16,40 40 0,-40-40 15,0 0-15,0 0 0,0 1 0,0-1 0,0 0 16,0-78 15,0 0-15,0-1-16,0-38 0,39 39 0,-39-40 15,0 40-15,0 0 0,78 0 0,-78 0 0,39-1 16,1 1-16,-1 0 16,0 39-16,0 0 0,-39-39 0,39 39 15,1 0-15,-1 0 16,-39-39-16,39 39 0,0 0 0,0 0 15,1 0 1,-40 78-16,39-78 0,-39 39 16,39-39-16,-39 39 0,0 1 0,39-1 15,-39 0-15,0 0 16,0 0-16,39 1 0,-39-1 0,0 0 0,40 0 16,-40 0-16,0 1 15,39-1-15,0 0 0,0-39 0,0 39 16,1-39-16</inkml:trace>
  <inkml:trace contextRef="#ctx0" brushRef="#br0" timeOffset="13434.87">21088 2038 0,'-78'78'15,"156"-156"-15,-195 235 0,77-118 16,1 39-16,0-39 0,39 0 0,0 1 16,-39 38-16,39-39 15,0 0-15,0 1 0,0-1 0,0 0 0,0 0 16,0 0-16,0 1 0,0-1 15,39 0-15,-39 0 0,78 0 0,-78 1 0,40-40 16,-1 39-16,0-39 16,0 0-16,0 0 0,1 0 0</inkml:trace>
  <inkml:trace contextRef="#ctx0" brushRef="#br0" timeOffset="13854.93">21402 2508 0,'0'-39'0,"0"78"0,-39-78 0,39 0 16,78-1-16,0 40 15,-78 79 1,40 117 15,-1-39-15,-78-1-1,39-116 17,39-119-32,39 1 15,118-79 17,-157 118-32,118-79 15,-118 118-15,-39-39 0,39 39 16,-39 39-1,40 79 1,-40-40 0,0 197-1,0-40 1,39-118 0</inkml:trace>
  <inkml:trace contextRef="#ctx0" brushRef="#br0" timeOffset="14044.83">22695 3096 0,'-39'0'16,"78"0"-16,-78-39 0,78-40 16,40 79-16,-40-39 0,118 0 31,39 0-16,0-40 1</inkml:trace>
  <inkml:trace contextRef="#ctx0" brushRef="#br0" timeOffset="14244.83">23558 2351 0,'0'0'0,"-40"0"15,40 39 16,0 40-31,-39 78 32,39 39-17,0-79-15,0 79 32,0-157-32,79 40 0</inkml:trace>
  <inkml:trace contextRef="#ctx0" brushRef="#br0" timeOffset="14644.8">24185 2547 0,'0'-117'31,"0"234"-31,0-274 16,-39 197-1,-40-1-15,1 39 32,39-78-32,-40 79 0,40-40 0,0-39 0,-79 78 15,1-39 17,77-39-32,80 0 31,-1 0-16,0 0 1,0 0-16,0 0 16,1 0-16,-1 0 0,0 0 15,0 0-15,0 40 16,1-40-16,-1 39 0,0-39 0,0 39 0,40-39 16,-40 39-16,0-39 15,39 39-15,-38-39 0,-1 0 0,0 40 0,0-40 16,0 0-16,1 0 0</inkml:trace>
  <inkml:trace contextRef="#ctx0" brushRef="#br0" timeOffset="14944.77">24420 1999 0,'39'0'15,"-78"0"-15,117 0 0,-78 39 0,79 39 16,-40-39-16,0 1 0,-39-1 16,39 39-16,-39-39 15,40 0-15,-40 40 0,39-1 0,-39 79 16,0-79-16,-79 275 15,40-235-15,0-1 0,-235 197 32,156-236-32</inkml:trace>
  <inkml:trace contextRef="#ctx0" brushRef="#br0" timeOffset="16594.74">2587 8113 0,'0'-39'63,"39"0"-32,0 39-15,1-39-16,38 39 0,-39-39 0,0 39 0,40-40 15,-1 40-15,-39-39 0,40 0 16,-1 39-16,0-39 0,-38 39 0</inkml:trace>
  <inkml:trace contextRef="#ctx0" brushRef="#br0" timeOffset="16834.73">2900 8858 0,'0'0'0,"0"39"16,40-78 0,-1 39-16,0-39 0,39 0 0,1-1 0,-1 1 15,40 0-15,-1 0 16,1-39-16,0 38 0</inkml:trace>
  <inkml:trace contextRef="#ctx0" brushRef="#br0" timeOffset="25809.36">7839 7133 0,'0'0'0,"0"-39"32,-39 39-32,39-39 31,0 0 16,-39 39-32,0 0 17,0 0 61,-1 0-61,1 0-32,0 0 15,0 0 1,0 0-1,-1 0-15,1 0 16,0 0-16,0 0 0,0 0 16,-1 0-16,1 0 0,0 39 15,0-39-15,0 0 16,-1 0-16,1 0 0,0 39 0,0-39 0,0 0 16,-1 0-16,1 39 0,0-39 15,0 0-15,0 0 0,-40 40 0,40-40 0,0 0 16,0 0-16,-1 39 15,1-39-15,0 0 0,0 39 0,0-39 16,-1 0-16,1 0 0,0 39 16,0-39-1,0 39-15,-1-39 16,1 0 0,39 40-16,-39-40 15,0 0 1,39 39-16,39-39 109,0 0-93,0 0-1,-39 39-15,40-39 0,-1 0 0,0 39 16,0-39-16,0 0 0,1 0 0,38 0 0,-39 0 16,40 0-16,-40 0 15,0 0-15,0 0 0,40 0 0,-40 0 0,0 0 16,0 0-16,0 0 16,1 0-16,-1 0 0,0 0 15,-39 39 1,0 1-16,0-1 31,39-39-15,-39 39-16,39-39 15,1 0 1,-1 0 0,0 0-1,-39 39-15,39-39 0,0 0 16,1 0-1,-80 0 32,40 39-47,-39-39 0,0 0 16,0 40 0,0-40-16,-1 0 0,1 39 0,0-39 0,-39 39 15,38-39-15,1 0 0,0 39 16,0-39-16,0 39 0,-1-39 0,1 0 0,-39 40 15,39-40-15,-1 39 16,1-39-16,0 0 0,0 39 0,0-39 0,-1 0 16,1 39-16,0-39 0,39 39 0,-39-39 15,39 40-15,0-1 16,-39-39-16,39 39 0,-40 0 16,40 0-1,-39-39-15,39 40 0,-39-40 16,39 39-16,0 0 15,-39-39-15,0 0 16,39 39-16,-39-39 16,39-39 93,39 39-109,0 0 0,0 0 16,0 0-16,0 0 15,1 0 1,-1 0-16,0 0 0,0 0 16,40 0-16,-40 0 0,0 0 15,39 0-15,1-39 0,-1 39 0,-39 0 0,40 0 16,-1 0-16,-39 0 15,40 0-15,-1 0 0,-39 0 0,40 0 0,-40 0 16,0 0-16,0 0 0,1 0 0,-1 0 0,0 0 16,0 0-16,0 0 0,1 0 15,-1-39-15,0 39 0,39 0 0,-38 0 0,-1 0 16,39 0-16,-39 0 16,1 0-16,38 0 0,-39-40 0,0 40 0,1 0 15,-1-39-15,0 39 0,0 0 16,0 0-16,1 0 0,-1 0 0,-39-39 15,39 39 1,-78 0 93,0 0-93,-1 0-16,1 0 16</inkml:trace>
  <inkml:trace contextRef="#ctx0" brushRef="#br0" timeOffset="26479.31">6154 9054 0,'0'-39'16,"-39"39"-16,39 78 78,0-39-62,0 1-16,0-1 0,0 0 0,0 39 15,0-38-15,0-1 0,0 39 16,0-39-16,0 40 0,0-40 0,0 39 0,0-38 16,0-1-16,0 0 0,0 0 0,0 0 0,39 1 15,-39-1-15,0 0 16,0 0-16,0 0 0</inkml:trace>
  <inkml:trace contextRef="#ctx0" brushRef="#br0" timeOffset="27049.27">6703 9289 0,'-118'-39'16,"236"78"-16,-314-78 15,196 0-15,-79 39 16,40 0 0,0 39-16,0 39 31,-79 118-15,0-39-1,118-118-15,-39 1 16,0-40-16,39 39 15,0-78 17,39 39-17,-39-40-15,39 40 0,-39-39 0,40 39 16,-40-39-16,39 39 16,-39-39-16,0 78 62,39-39-62,-39 39 0,39-39 16,0 39-16,1-39 0,-1 40 0,0-1 15,0-39 1,0 39-16,-39 0 0,40-39 0,-1 39 0,0-39 16,0 40-16,0-1 15,1-39-15,-1 39 0,0 0 0,0-39 16,0 0-16,-39 39 15,40-39-15,-1 0 0,0 0 0,0 0 16,0 0-16,1 0 0,-1 0 0</inkml:trace>
  <inkml:trace contextRef="#ctx0" brushRef="#br0" timeOffset="27369.25">7212 9720 0,'0'0'16,"-39"0"-16,0-39 15,78 0 1,0 0-1,40 39-15,38-79 16,-38 79 0,38 0-1,-38 0 17</inkml:trace>
  <inkml:trace contextRef="#ctx0" brushRef="#br0" timeOffset="27599.24">7447 9916 0,'0'0'0,"-39"0"0,0 0 31,78 0 16,0 0-47,1 0 16,-1 0-16,0 0 0,39 0 15,-38 0-15,-1-39 0,39 39 0,-39 0 0,40-39 16,-40 39-16,0 0 16,0 0-16,1-39 0</inkml:trace>
  <inkml:trace contextRef="#ctx0" brushRef="#br0" timeOffset="30099.18">8898 9015 0,'0'-39'0,"-39"39"15,-1 0 251,1 0-47,0 0-157,0 0-46,39 39 15,-39-39-31,-1 0 31,40 39-15,-39-39-16,39 39 0,-39-39 31,39 39-31,0 1 0,-39-40 16,39 39-16,-39-39 16,39 39-16,0 0 31,0 0-16,0 1 1,0-1 0,0 0 15,0 0-15,0 0-1,39-39-15,-39 40 47,0-1-16,0 0-15,39-39 31,-39 39-47,0 0 31,39-39-15,0 0-16,1 0 47,-1 0-16,0 0-31,0 0 15,0 0 1,1 0-16,-1-39 16,0 39-1,0 0-15,-39-39 63,39 39-48,-39-39-15,0 0 16,40 39 0,-40-40-1,0 1 32,0 0-31,0 0-1,0 0-15,0-1 16,0 1 47,0 0-17,-40 39-46,40-39 32,-39 0-17,0 39 17,0 0 77,39-40-15,-39 40-32,-1 0-15</inkml:trace>
  <inkml:trace contextRef="#ctx0" brushRef="#br0" timeOffset="31223.89">8702 9015 0,'39'0'219,"0"0"-203,0 0-16,1 39 15,-1-39-15,0 0 16,0 39 0,0-39-16,-39 39 0,40-39 0,-40 40 15,39-1-15,-39 0 0,39-39 16,-39 39-16,39 0 16</inkml:trace>
  <inkml:trace contextRef="#ctx0" brushRef="#br0" timeOffset="89923.52">6781 6193 0,'0'-40'0,"-39"40"15,0 0 17,39-39 108,0 0-124,0 0-16,78 39 31,-78-39-31,39 39 0,-39-40 16,39 40-1,1 0-15,-40-39 32,39 39-32,0 0 31,-39 39 31,0 1-46,0-1 0,0 0-1,0 0-15,0 0 16,0 1-16,0-1 15,0 0 1,0 0 0,0 0-1,39-39 126,-39-39-125,39 39-1,1 0 1,-1 0 15,-39 39-15,39-39-16,-39 40 15,0-1-15,39 0 0,-39 0 16,0 0 0,0 1-16,0-1 15,0 0 1,0 0-16,-39-39 0,39 39 0,0 1 15,-39-40-15,39 39 16,0 0 0,-39-39-16,39 39 15,-40-39-15,1 0 16,0 0-16,39 39 0,-39-39 16,0 0-1,-1 0-15,1 0 0,0 0 16,0 0-16,0 0 0,-1 0 15,1 0-15,0 0 16,0 0-16,0 0 0,39 40 0</inkml:trace>
  <inkml:trace contextRef="#ctx0" brushRef="#br0" timeOffset="91514.33">9172 7290 0,'-39'0'32,"39"-39"-17,0 0 32,39 39 0,0-39-47,0-1 16,1 1-1,-1 39-15,0 0 16,0 0 0,-39 39-16,39-39 0,-39 40 15,40-1-15,-40 0 0,39 0 16,-39 0-16,39 1 0,-39-1 0,0 0 15,0 0-15,0 0 0,0 1 16,0-1-16,0 39 0,0-39 0,0 1 0,0-1 16,-39 0-16,39 0 0,-39 0 0,-1 1 15,40-1 1,-39-39-16,39-39 16,-39-1-1,39 1-15,0 0 0,0 0 0,0 0 16,0-1-16,0 1 15,0-39-15,0 39 0,0-1 0,0 1 16,0 0-16,0 0 0,39 0 0,-39-1 16,39 1-1,-39 0-15,40 39 0,-40-39 16,39 39-16,-39-39 16,39 39-16,-39-40 0,39 40 0,0-39 15,1 0-15,-1 0 16,0 0-16,0-1 15,-39 1 17,-39 39-1,39 39-31,-39 1 16,0-1-16,39 0 15,-40-39-15,1 39 0,39 0 0,0 1 0,-39-1 16,39 0-16,0 0 15,0 0-15,-39 1 0,39-1 0,0 0 16,0 0-16,0 0 0,0 1 16,78-40-16,-78 39 0,39-39 15,40 39-15,-40-39 16,0 0-16,0 0 16,1 0-16,-1 0 0,0 0 0,0 0 0,0 0 15,1-39-15,-1 39 0,0-39 16,0 39-16,0-40 0</inkml:trace>
  <inkml:trace contextRef="#ctx0" brushRef="#br0" timeOffset="91874.3">10426 6741 0,'0'-39'15,"0"78"1,0 1-16,0-1 15,0 39-15,0-39 16,0 1-16,0 38 0,0-39 0,0 0 0,0 40 16,0-40-16,0 0 0,40 0 0,-40 1 0,39-1 15,-39 0-15,0 0 0,0 0 16,39 1-16,-39-1 0,0 0 0,0 0 16,0 0-1</inkml:trace>
  <inkml:trace contextRef="#ctx0" brushRef="#br0" timeOffset="92624.76">11210 6624 0,'0'0'0,"0"39"78,0 0-62,0 40-16,0-40 0,0 0 16,0 39-16,0-38 0,0-1 0,0 39 0,40-39 15,-40 40-15,0-40 0,39 39 16,-39-38-16,0-1 0,0 0 0,39 0 0,-39 0 16,0 1-16,0-1 15,39-39-15,-39 39 0</inkml:trace>
  <inkml:trace contextRef="#ctx0" brushRef="#br0" timeOffset="93404.73">11720 6781 0,'-39'-40'16,"78"80"-16,-78-119 0,0 79 31,39 39-15,0 1 31,0-1 46,-40 0-61,1 0-32,0 0 15,39 1 1,-39-40-16,39 39 0,-39 0 0,39 0 15,-40-39 1,40 39-16,-39-39 0,39 40 16,-39-40 46,0 0-62,0 0 16,-1 0-1,80 0 32,-1 0 16,0 0-48,0 39 1,-39 0-16,39-39 0,1 39 16,-40 0-16,39-39 0,-39 40 0,39-40 15,-39 39-15,39 0 16,0-39-16,-39 39 0,40-39 0,-40 39 0,39-39 16,-39 40-16,39-40 15,-39 39-15,39-39 0,0 0 31,-39-39-31</inkml:trace>
  <inkml:trace contextRef="#ctx0" brushRef="#br0" timeOffset="93934.9">11955 6545 0,'0'0'0,"0"-39"31,39 39-15,1 0-16,-1 0 16,0 0-16,0 0 0,0 0 0,1 39 0,-1-39 15,39 0-15,-39 40 16,0-40-16,1 78 0,-1-39 0,0 0 0,-39 1 16,39-1-16,0 0 0,-39 39 15,40-38-15,-40-1 0,0 39 0,0-39 0,0 1 16,0-1-16,0 0 15,-40 0-15,40 0 0,0 1 0,-39-1 0,39 0 16,0 0-16,-39-39 0,39 39 0</inkml:trace>
  <inkml:trace contextRef="#ctx0" brushRef="#br0" timeOffset="94573.92">13562 6977 0,'0'0'0,"0"-40"16,0-38 0,0 39-1,0-79 1,0-39-1,-39 40 1,0 78 0,39 78 31,0 0-47,0 0 15,0 0-15,0 1 0,0-1 16,0 39-16,0-39 0,0 40 0,39-40 0,-39 0 15,0 40-15,39-1 0,-39-39 0,0 0 0,0 40 16,0-40-16,0 0 16,39 0-16,-39 1 0,0-1 0,0 0 15,0 0-15,0-78 47,0 0-47,0 0 16,0-1-16,0 1 0,0 0 15,40 0-15,-40 0 0,0-1 0,39 40 16,-39-39-16,0 0 0,39 39 0,0-39 16,0 39-1,-39-39-15,40 39 0,-1 0 0,0 0 16,0 0 0,0 0-16,-39 39 0,0 0 15,40 39 1,-40-38-16,0-1 0,0 0 15,0 0-15,0 0 0,0 1 16,0-1 0,39-39-16</inkml:trace>
  <inkml:trace contextRef="#ctx0" brushRef="#br0" timeOffset="94872.69">14699 6428 0,'0'0'0,"0"-39"0,-78-1 32,38 40-32,1 40 31,0-40-31,0 235 15,39-157-15,-39-39 0,39 40 0,0-40 0,0 196 32,39-117-32,-39-79 0,78 79 31,-39-79-31,1-39 0,-40 39 16,39-39-16,0-78 15</inkml:trace>
  <inkml:trace contextRef="#ctx0" brushRef="#br0" timeOffset="95272.73">14895 6702 0,'0'0'0,"0"-39"16,0 0-16,0 0 16,39 39-1,0 0-15,79 39 31,-118 39-31,118 40 16,-118-40-16,0-39 0,0 1 16,0 77-1,-40-38 1,40-158 15,0 40-31,0-79 0,0 79 0,40-118 16,-1 118-1,39 0 1,-39 117 15,1 1-31,-1 78 32,0-1-17,0-77-15,0-79 0,40 39 16</inkml:trace>
  <inkml:trace contextRef="#ctx0" brushRef="#br0" timeOffset="95492.67">16032 6937 0,'-40'-39'16,"80"78"-16,-80-156 15,80 117-15,-1-39 16,39-1-16,79 1 31,-157 0-31,39 39 0,79-39 32,-79 39-32</inkml:trace>
  <inkml:trace contextRef="#ctx0" brushRef="#br0" timeOffset="96052.71">16737 6310 0,'0'39'109,"0"1"-93,0-1-16,0 0 0,0 0 16,0 40-16,0-40 0,0 0 0,0 39 0,0-38 15,0-1-15,0 39 0,0-39 0,0 1 0,0-1 16,0 0-16,0 0 15,0 0-15,0 1 0,0-1 16,-39-39 0</inkml:trace>
  <inkml:trace contextRef="#ctx0" brushRef="#br0" timeOffset="96452.68">17208 6271 0,'-40'0'16,"1"0"-16,0 0 31,0 39-15,0 0-16,-1 40 16,1-40-16,0 0 15,0 0-15,-40 40 31,79-40-15,40-39 47,-1 0-48,0 0-15,0 0 16,0 39-16,1 0 0,-1-39 0,-39 40 15,39-1-15,0-39 0,0 39 16,1-39-16,-1 39 0,0-39 16,0 0-1,0 0-15,-39-39 0</inkml:trace>
  <inkml:trace contextRef="#ctx0" brushRef="#br0" timeOffset="96702.66">17521 6153 0,'0'-78'16,"0"156"-16,39-117 31,1 78-31,-1 40 16,39 195-1,-39-78 1,-195 157 0,116-275-16,-156 118 15,118-117-15</inkml:trace>
  <inkml:trace contextRef="#ctx0" brushRef="#br0" timeOffset="111344.21">2626 10818 0,'0'0'0,"-39"0"0,39-39 78,39 39-46,0 0 30,1 0-46,-1-39-16,0 39 0,39 0 0,-39 0 0,1-40 15,-1 40-15,39 0 0,-39 0 16,1 0-16,38-39 0,-39 39 0,0 0 0</inkml:trace>
  <inkml:trace contextRef="#ctx0" brushRef="#br0" timeOffset="111654.25">2744 11484 0,'-39'0'15,"78"0"-15,0 0 16,0 0 0,0 0-16,118-39 15,-118 39-15,0 0 0,1 0 16,77-39-1</inkml:trace>
  <inkml:trace contextRef="#ctx0" brushRef="#br0" timeOffset="113194.49">4312 11014 0,'-40'0'16,"80"-39"31,-1 39-31,0 0-1,-39-39-15,39 39 16,0 0-1,1 0-15,-1 0 16,0 0-16,0 0 0,0 0 16,-39 39-16,40-39 15,-40 78-15,0-39 0,0 1 0,0-1 16,0 0-16,0 0 16,-40 0-16,40 1 0,-39-1 0,39 0 0,-39 0 0,0 0 15,0-39-15,39 40 16,-40-40-16,40 39 0,-39-39 0,0 0 15,39 39 1,-39-39-16,39-39 16,78 39-16,-78-79 15,39 79-15,1 0 16,-40-39-16,39 0 0,0 39 0,0-39 0,-39 0 16,39 39-16,-39-40 0,40 40 15,-40-39-15,39 39 0,-39-39 0,39 39 16,-39-39-16,39 0 15,-39-1-15,39 1 0,-39 0 16,40 0-16,-40 0 0,39-1 16,-39 1-16,39 39 0,-39-39 15,39 39-15,-39-39 0,39 39 32,-39-39-32,0 78 125,-39-39 125,39 39-172,-39 0-63,0-39 1,39 39-16,0 1 16,-39-40-16,-1 39 15,1 0 1,39 0-16,-39-39 15,39 39-15,0 1 16,0-1-16,-39-39 0,39 39 16,0 0-16,0 0 0,0 1 15,-39-40-15,39 39 16,0 0-16,0 0 0,0 0 0,0 1 16,0-1-1,0 0-15,39-39 0,-39 39 0,0 0 16,39-39-16,-39 40 15,39-40-15,-39 39 0,39-39 16,1 0-16,-1 0 0,0 0 0,0 0 16,0 0-16,1 0 15</inkml:trace>
  <inkml:trace contextRef="#ctx0" brushRef="#br0" timeOffset="113664.55">5840 10779 0,'-39'0'15,"78"0"-15,-117 0 16,78-39-16,-39 39 15,39 39 1,-39-39 0,39 39-16,0 0 0,-40 0 0,40 1 0,0-1 15,-39 0-15,39 0 0,-39 40 16,39-40-16,0 39 0,0-39 0,0 1 16,0-1-16,0 39 0,0-39 15,0 1-15,0-1 0,39-39 0,-39 39 0,0 0 16,39-39-16,-39 39 0,40-39 15,-40 40-15,39-40 0,0 0 0,0 0 16,0 0-16</inkml:trace>
  <inkml:trace contextRef="#ctx0" brushRef="#br0" timeOffset="114654.67">6938 10936 0,'-39'0'16,"-1"0"0,1 0-16,0 0 0,0 0 15,0 0 1,39 39 15,-40-39-31,40 39 0,0 0 16,-39-39-16,39 39 0,-39 1 15,39-1 1,-39 0-16,39 0 0,-39 0 0,39 1 16,0-1-16,0 0 0,0 0 15,0 0-15,0 1 0,39-40 16,-39 39-1,39-39-15,0 39 16,0-39-16,1 0 16,-1 0-16,0 0 15,0 0-15,-39-39 0,39 39 0,1-39 16,-1-1 0,-39 1-16,39 39 0,-39-39 0,0 0 15,0 0-15,0-1 16,0 1-16,0 0 0,0 0 15,0 0-15,-39-1 16,39 1 0,-39 39-16,39-39 0,-40 39 31,1 0-31,0 0 16,0 0-1,0 0-15,-1 39 16,40 0-1</inkml:trace>
  <inkml:trace contextRef="#ctx0" brushRef="#br0" timeOffset="115033.14">7291 10779 0,'0'-39'0,"0"-1"47,0 80 0,39 38-47,0-39 15,0-39-15,-39 39 0,39-39 16,1 40-16,-40-1 0,39 0 0,0 0 16,-39 0-16,39 1 15,-39-1-15,0 0 0,0 39 0,0-38 0,0-1 16,0 0-16,0 0 0,-39 0 16,39 1-16,0-1 0,-39 0 0,39 0 0,-39-39 15,39 39-15,0 1 16,-40-40-16,40 39 0,-39-39 15</inkml:trace>
  <inkml:trace contextRef="#ctx0" brushRef="#br0" timeOffset="115933.27">8231 11053 0,'0'39'0,"0"-78"31,0 0 16,-39 39-47,39-39 0,0 0 15,0-1 1,0 1-16,0 0 31,-39 39-31,39-39 0,-39 39 16,39-39-1,0 78 48,0 0-47,0 0-16,0 0 0,0 1 15,0-1 1,0 0-16,0 0 0,0 0 0,-39 1 0,39-1 15,0 0-15,0 0 0,0 0 0,0 1 16,0-1-16,0 0 0,0 0 16,0 0-16,0 1 0,0-1 31,0 0-31,0-78 62,0 0-46,0-1-16,39 1 16,-39 0-16,0 0 15,39 39-15,-39-39 0,39 39 0,-39-40 0,39 40 16,-39-39-16,40 39 16,-40-39-16,39 39 0,-39-39 0,39 39 15,0 0-15,0 0 16,1 39 15,-40 0-15,0 0-16,0 1 0,0-1 15,0 0-15,0 0 16,0 0-16,0 1 0,0-1 16,39 0-1,-39 0-15,39 0 0,-39 1 16,39-40-16,0 0 31,1 0-31</inkml:trace>
  <inkml:trace contextRef="#ctx0" brushRef="#br0" timeOffset="116523.15">9446 10504 0,'0'0'0,"-39"-39"16,0 39 15,39 39-15,-39 40 0,39-40-16,-39 79 15,39-79-15,0 0 0,0 0 16,-40 0-16,40 1 0,0-1 0,0 39 15,-39 1-15,39-40 16,0 118 0,0-118-16,39 78 15,1-77-15,-40-1 16,39 0 0,0 0-16,0-39 0,-39 39 0,39-39 15,40 0 1,-40 0-16,0 0 0</inkml:trace>
  <inkml:trace contextRef="#ctx0" brushRef="#br0" timeOffset="117253.14">9799 10779 0,'0'-39'15,"0"78"-15,0-118 16,39 79-1,1 40-15,-1 38 32,0 0-17,0 1 1,0 38 0,-39 1-1,40-40 1,-40-38-1,-40-40 1,40-40 15,0-38-15,0-40 0,40 1 15,38-1-16,-39 79-15,79 0 32,-40 0-17,-39 39-15,1 0 16,-1 39 0,39 39-1,-39 40 1,-39-79-1,0 39 1,0-38-16,40-1 31,-40 0-31,0 0 0,39-39 0,-39 39 0,0 1 32,39-40-32,-39 39 0,39-39 15</inkml:trace>
  <inkml:trace contextRef="#ctx0" brushRef="#br0" timeOffset="117803.16">10936 10504 0,'0'-39'31,"39"39"-31,0 0 16,1 0-1,-1 0-15,0 0 16,0 0-16,0 0 15,-39 39 1,40-39-16,-1 40 0,0-40 0,0 39 16,0 0-16,1 0 15,-1 0-15,0 1 0,-39-1 16,39 0 0,-39 0-16,0 0 0,39 1 0,-39-1 15,0 0-15,0 0 0,0 0 16,0 1-16,0-1 0,-39 0 0,39 0 15,-39-39-15,39 39 0,-39 1 0,0-40 0,-1 39 16,1 0 0,0-39-16</inkml:trace>
  <inkml:trace contextRef="#ctx0" brushRef="#br0" timeOffset="119003.18">12112 10975 0,'-39'0'0,"0"0"31,39-39 63,39 39-79,39 0-15,-39-40 16,1 40-16,-1 0 0,0-39 15,0 39-15,0 0 0,0 0 16,1-39-16,38 39 0,-39 0 0,0 0 0,40-39 16,-40 39-16,0 0 15,0 0-15,1-39 0,38 39 0,-39 0 0,0 0 16,1 0 0,-1 0-16</inkml:trace>
  <inkml:trace contextRef="#ctx0" brushRef="#br0" timeOffset="119513.09">12308 10661 0,'0'-39'0,"-39"0"0,39 0 15,0 78 95,0 0-95,0 0 1,0 0-16,0 1 0,0-1 0,0 0 16,0 0-16,0 0 15,0 1-15,0-1 0,0 0 0,0 0 0,39 0 16,-39 1-16,0-1 0,39 0 16,-39 0-16,0 0 0,0 1 0,39-1 0,-39 0 15,39 0-15,-39 0 16,40-39-16</inkml:trace>
  <inkml:trace contextRef="#ctx0" brushRef="#br0" timeOffset="120363.07">13288 10465 0,'-39'0'0,"78"-39"31,39 0-31,-39 0 16,1 39-1,-1 0-15,0 0 0,0 0 16,0 0-16,1 39 0,-1 0 15,-39 0-15,39 0 0,-39 1 16,39-1-16,-39 0 0,39 39 0,-39-38 16,0-1-16,0 0 15,0 0-15,0 0 0,0 40 0,0-40 0,0 0 16,0 0-16,0 1 16,0-1-16,0-78 46,0-1-46,0 1 0,40 39 16,-40-39-16,39 39 0,-39-39 16,39 39-16,-39-39 0,39 39 0,-39-40 0,39 1 15,1 0 1,-40 0-16,39 39 0,-39-39 0,39 39 0,-39-40 16,39 1-16,-39 0 0,39 39 15,-39-39-15,0 0 0,40 39 0,-40-40 0,0 1 16,39 0-16,-39 0 15,0 0 1,-39 39 15,-1 0-15,40 39-16,-39 0 16,0 0-16,0 0 15,39 1 1,-39-1-16,39 0 0,0 0 15,0 0-15,-40-39 0,40 40 0,0-1 0,0 0 16,0 0 0,0 0-16,40-39 15,-40 40-15,39-40 0,0 0 16,-39 39-16,39-39 0,0 0 0,1 0 16,-1 0-1</inkml:trace>
  <inkml:trace contextRef="#ctx0" brushRef="#br0" timeOffset="120733.1">14699 10230 0,'0'0'16,"-39"0"-1,39 39 17,0 0-17,0 40-15,-39-40 0,39 0 16,0 0-16,0 1 0,-40-40 0,40 39 15,0 0-15,0 0 16,0 0-16,40 1 0,-40-1 0,39 0 0,-39 0 16,39 0-16,0 1 0,0-1 15,1 0-15,-40 0 0,39-39 0,0 39 0,0-39 16,-39 40-16,39-40 16,1 0-16</inkml:trace>
  <inkml:trace contextRef="#ctx0" brushRef="#br0" timeOffset="121053.02">15130 10348 0,'0'0'16,"0"39"0,-39 39-1,39-39-15,0 1 16,0-1-16,0 78 16,78 40 15,-38-118-31,-40 1 0,0 38 15,39-78-15,-39 39 16</inkml:trace>
  <inkml:trace contextRef="#ctx0" brushRef="#br0" timeOffset="121472.98">15640 10269 0,'39'0'0,"-78"0"0,78-39 32,-39 78 15,39 0-32,0 1-15,-39-1 0,39 0 16,1 0-16,-40 0 0,39-39 0,-39 40 15,0-1-15,0 0 0,0 0 16,0 40-16,0-40 0,0 0 0,0 0 0,0 0 16,0 1-16,-39-40 15,39 39-15,0 0 0,-40-39 0,40 39 0,0 0 16,0 1 0</inkml:trace>
  <inkml:trace contextRef="#ctx0" brushRef="#br0" timeOffset="122432.92">16580 10583 0,'0'0'0,"40"-39"0,-40-1 16,39 1 0,-39 0 15,0 0-16,0 0-15,0-1 0,0 1 0,0 0 32,-79 0-17,79 78 63,0 0-62,0 0-16,0 1 0,0-1 16,0 0-16,-39 0 15,39 0-15,0 1 0,-39-1 16,39 0-16,0 0 0,0 0 16,0 1-16,0-1 0,0 0 0,0 0 15,0 0-15,0 1 0,0-1 0,0 0 16,0 0-1,0 0-15,0 1 0,0-1 16,0 0 0,0 0-1,0-78 32,0 0-31,39 39-16,-39-39 0,0-1 0,39 40 0,-39-39 15,40 0 1,-1 0-16,0 39 0,-39-39 16,39 39-16,-39-40 0,39 40 15,-39-39-15,40 0 0,-1 39 16,-39-39 0,39 39-16,0 0 0,0 0 15,1 0-15,-1 0 31,-39 39-31,39 0 16,-39 0 0,39 1-16,-39-1 0,0 0 15,0 0 1,0 0-16,0 1 0,0-1 16,0 0-1,0 0-15,0 0 0,39-39 16,1 40-1,-1-40-15,0 0 16,0 0-16,0 0 0,1 0 16</inkml:trace>
  <inkml:trace contextRef="#ctx0" brushRef="#br0" timeOffset="122952.9">18031 10112 0,'0'-39'16,"-39"39"-16,-1 39 62,40 1-46,-39-40-16,39 39 0,-39 0 0,39 0 15,0 0-15,-39 1 0,0-40 16,39 39-16,0 0 0,-40 0 0,40 0 0,0 1 16,0-1-16,-39 0 15,39 0-15,0 0 0,0 1 0,0-1 16,0 0-16,0 0 0,39 0 0,-39 1 15,40-1-15,-40 0 16,39 0-16,0-39 0,0 39 16,0-39-1,1 0-15,-1 0 0,0 0 0</inkml:trace>
  <inkml:trace contextRef="#ctx0" brushRef="#br0" timeOffset="123650.77">18227 10269 0,'0'0'16,"39"0"-16,0 0 31,-39 39-31,79 1 32,-79-1-32,39 0 0,-39 39 15,0-38-15,0-1 0,0 0 16,0 0-16,0 0 15,0 1-15,0 38 32,-39-39-32,-1-39 31,40-39-15,0-39-1,0 38-15,40-77 16,-40 78-16,0-1 15,0 1 1,39 39-16,0-39 16,-39 0-16,39 39 0,0 0 15,-39-39 1,40 39 0,-1 0-1,-39 39-15,39-39 0,-39 39 16,39-39-1,-39 39-15,0 0 0,0 1 16,0-1-16,0 0 16,0 0-16,0 0 0,0 1 15,0-1-15,0 0 16,0 0-16,0 0 0,0 1 16,0-1-16,0 0 15,39-39 1,0 0-1</inkml:trace>
  <inkml:trace contextRef="#ctx0" brushRef="#br0" timeOffset="123920.7">18893 10622 0,'0'-39'16,"0"0"-16,0-1 16,39 40-1,0 0 1,40 0 0,-40 0-16,118 0 31,39 0-16,-79-39 1</inkml:trace>
  <inkml:trace contextRef="#ctx0" brushRef="#br0" timeOffset="124351.05">19716 10230 0,'0'0'0,"0"39"125,0 0-110,0 1-15,0-1 0,0 0 16,0 0-16,0 0 15,0 1-15,0-1 0,0 0 16,0 0-16,0 0 0,0 1 16,0-1-16,0 0 0,39-39 0,-39 39 0,0 0 15,40 1-15,-40-1 0,39-39 16</inkml:trace>
  <inkml:trace contextRef="#ctx0" brushRef="#br0" timeOffset="125091.19">19951 9995 0,'40'0'141,"-40"39"-125,39-39-16,0 0 15,-39 39-15,39-39 16,0 39-16,1-39 15,-40 40-15,39-40 16,-39 39-16,39-39 0,0 39 0,0 0 16,1-39-1,-40 39-15,0 1 0,0-1 0,39-39 16,-39 39-16,0 0 0,0 0 0,0 1 16,0-1-16,0 0 15,0 0-15,-79 0 0,79 1 0,0-1 0,0 0 16,0 0-16,0 0 0,-39 1 15,39-1-15,-39 0 0,39 0 0,0 0 0,-39-39 16,39 40-16,0-1 16,0 0-16,-39-39 0,39 39 15,39-39 1</inkml:trace>
  <inkml:trace contextRef="#ctx0" brushRef="#br0" timeOffset="127041.42">7604 13209 0,'39'0'156,"1"0"-109,38 0-31,-39-39-16,0 39 15,40 0-15,-40 0 0,39-39 0,1 39 0,-1 0 16,1 0-16,-1 0 0,-39-40 15,40 40-15,-1 0 0,0 0 0,-38 0 0,38 0 16,-39 0-16</inkml:trace>
  <inkml:trace contextRef="#ctx0" brushRef="#br0" timeOffset="127571.39">8427 12817 0,'0'0'0,"0"39"93,0 0-93,40 1 16,-40-1-16,0 0 0,0 0 0,0 0 0,0 1 16,0-1-16,0 0 15,0 0-15,39 0 0,-39 1 0,0-1 16,0 0-16,0 0 0,39-39 15,-39 39-15,0 1 0,39-40 0,-39 39 16,39-39 0</inkml:trace>
  <inkml:trace contextRef="#ctx0" brushRef="#br0" timeOffset="128331.34">9603 12778 0,'39'-39'16,"1"-1"-16,-1 1 16,39 39-16,1-39 15,-40 39-15,39 118 16,-39-79-16,-39 0 15,40 79 1,-1 78 0,-78 0-1,-40-118 1,1-39 0,39-39-16,-40 0 15,79-39 1,0 0-1,39 0-15,118-79 32,0 40-17,-118 38 1,0 1-16,40-39 16,-40 39-16,-39-1 0,39 40 0,-39-39 0,39 0 15,-39 0 1,40-40-1,-40 119 32,-79-1-47,79 0 16,-39-39-16,39 39 0,-39 0 0,39 1 16,-39-1-16,39 0 15,0 0-15,0 0 0,0 1 16,0-1-16,0 0 15,0 0-15,0 0 0,39 1 0,-39-1 16,39 0 0,0 0-16,0-39 0,1 39 15,-1-39 1,0 0-16</inkml:trace>
  <inkml:trace contextRef="#ctx0" brushRef="#br0" timeOffset="128651.32">10936 12543 0,'-39'0'15,"0"0"1,39 39-1,-40-39-15,40 39 0,0 0 0,-39 40 32,39 38-17,0-38 1,39-79-16,-39 117 16,0-78-16,40 1 0,-40-1 0,78 0 31,-39-39-31</inkml:trace>
  <inkml:trace contextRef="#ctx0" brushRef="#br0" timeOffset="129090.34">11093 12778 0,'0'0'0,"0"-39"16,78 39-1,1-40 17,-1 119-17,-39 78 1,-39-79 0,0 0-1,0-38-15,-78-1 16,78 0-1,0-78 17,0 0-17,39 39 1,-39-40 0,39 40-1,0 0 1,1 0-1,-1 0-15,0 0 0,0 40 0,0-40 0,1 0 16,-1 0-16,0 39 0,0-39 16,0 0-16,1 0 0,-1 0 0,0 0 15,0 0-15,0 0 16</inkml:trace>
  <inkml:trace contextRef="#ctx0" brushRef="#br0" timeOffset="129420.4">11916 12503 0,'0'0'0,"39"0"31,0 0-31,-39 40 16,0-1 0,79 78-1,-1 40 1,-78-78 0,0-40-16,-39 157 15,39-157-15,-39-39 0,39 39 16,-39 0-16,39 1 0,-40-40 0,40 39 0,-39-39 15,39 39-15</inkml:trace>
  <inkml:trace contextRef="#ctx0" brushRef="#br0" timeOffset="130220.36">12896 12856 0,'-39'0'15,"78"0"-15,-78-39 0,39 0 16,0 0-16,0-1 15,0-38 1,-40 78-16,1-157 16,0 157-16,39-39 15,0 0-15,-39 0 16,39 78 46,-39-39-62,39 39 0,0 0 0,0 0 16,0 1 0,0-1-16,0 0 0,0 0 0,0 0 0,0 1 15,0-1-15,0 0 0,0 0 0,0 0 16,0 1-16,0-1 0,39 0 16,-39 0-16,39 0 0,-39 1 0,0-1 15,0 0 1,0 0-16,0 0 15,0-78 32,0 0-31,0 0-16,39 0 0,-39-1 16,39 1-1,-39 0-15,40 39 0,-40-39 0,39 39 16,-39-39-16,39 39 15,0 0-15,-39-40 0,39 40 0,1-39 0,-1 39 16,0 0 0,-39-39-16,39 39 0,0 39 15,-39 0 1,0 1 0,0-1-16,40-39 0,-40 39 15,0 0-15,0 0 16,0 1-16,0-1 0,39-39 15,-39 39-15,0 0 16,0 0-16,39 1 16,-39-1-16,39-39 15,0 0-15,1 0 16,-1 0-16</inkml:trace>
  <inkml:trace contextRef="#ctx0" brushRef="#br0" timeOffset="130700.31">13993 12347 0,'-39'0'15,"0"0"-15,0 39 16,0-39-1,39 39 1,-40 0 0,1 79-1,39-79-15,0 118 16,0-118-16,39 39 16,-39-38-16,40-1 15,-1 0-15,0-39 0,-39 39 16,39 0-16,0 1 15,1-1-15,-1 0 16,0-39-16,0 0 16,0 0-16</inkml:trace>
  <inkml:trace contextRef="#ctx0" brushRef="#br0" timeOffset="131340.2">14307 12543 0,'0'0'16,"0"-40"15,39 40-16,-39 40-15,79-1 16,-40 0-16,0-39 0,-39 39 16,39 0-16,0 40 15,1-79-15,-40 117 16,0-77-16,0 38 31,0-39-31,-40-39 31,40-39 1,0 0-32,0 0 15,0-1-15,0-77 16,0 78-16,40-1 16,-1-38-1,0 39 1,0 0-1,0 39-15,40 0 16,-40 0-16,0 0 16,0 0-16,1 0 0,38 78 31,-78-39-31,39 40 16,0 38-1,-39-78-15,0 40 31,0-40-31,0 0 16,0 0-16,0 1 16,0-1-16,0 0 15,40-39 1</inkml:trace>
  <inkml:trace contextRef="#ctx0" brushRef="#br0" timeOffset="131600.19">15600 12974 0,'-39'-39'16,"78"78"-16,-78-118 15,78 40 16,1 39-15,-1 0 0,0 0-16,0 0 0,0 0 15,1 0-15,-40-39 0,39 39 0,0 0 0,0 0 16,0 0-16,1 0 16,-1-39-16</inkml:trace>
  <inkml:trace contextRef="#ctx0" brushRef="#br0" timeOffset="132060.16">16267 12621 0,'0'0'0,"0"-39"0,0 0 0,39-1 16,-39 1-1,39 0-15,0 39 16,1 0-16,-1 0 15,-39 39-15,39 0 16,-39 1 0,0-1-16,39 0 0,-39 0 0,0 0 15,0 1-15,0-1 0,39-39 0,-39 39 0,0 0 16,0 0-16,0 1 0,0-1 16,0 0-16,-78-39 0,78 39 0,0 0 15,-39-39 1,39 40-16,-39-40 15,39-40 17,0 1-32,39 39 15,0 0 1,-39-39-16,39 39 16,0 0-16,1 0 15,-1 0-15,0 0 0,0 0 0,0-39 16,1 39-16,-1 0 15,0 0-15,0 0 0,0 0 0,1 0 16,-1 0-16,0 0 0,0 0 16,0-39-16</inkml:trace>
  <inkml:trace contextRef="#ctx0" brushRef="#br0" timeOffset="132480.22">17090 12307 0,'39'0'32,"0"0"-17,1 0 17,-1 0-32,-39 40 0,39-40 0,0 39 0,-39 0 15,39 0-15,1-39 16,-40 39-16,39 1 0,-39-1 0,0 0 0,0 0 15,39 0-15,-39 40 0,0-40 16,0 0-16,0 0 0,0 1 0,0-1 16,-39 0-16,39 0 0,-39 0 0,-1-39 15,40 40 1,-39-40-16,0 39 0,0-39 16</inkml:trace>
  <inkml:trace contextRef="#ctx0" brushRef="#br0" timeOffset="132860.11">18109 12817 0,'-39'0'0,"78"0"62,0 0-62,1-39 16,-1 39-16,0 0 15,0 0-15,0 0 0,1-39 16,-1 39-16,0 0 16,0 0-16,0 0 0,40-40 0,-40 40 0,39 0 15,-39-39-15,1 39 0,-1 0 0,0 0 0,0-39 16,0 39-16,1 0 0,-1-39 16,0 39-16</inkml:trace>
  <inkml:trace contextRef="#ctx0" brushRef="#br0" timeOffset="133170.18">18423 12347 0,'0'0'16,"0"39"31,0 0-47,0 0 15,0 0-15,0 1 0,0-1 0,0 0 16,0 0-16,0 0 16,0 1-16,0-1 0,39 0 0,-39 0 0,0 0 15,39 1-15,-39-1 0,0 0 16,0 0-16,39 0 0,-39 1 0,0-1 15,0 0 1,0 0-16</inkml:trace>
  <inkml:trace contextRef="#ctx0" brushRef="#br0" timeOffset="134100.03">19050 12464 0,'0'-39'15,"39"39"1,0 0-16,-39-39 0,39 39 0,1 0 16,-1 0-16,0 0 15,0 0 1,0 0-16,1 0 0,-1 0 16,0 0-16,0 39 15,0 0-15,-39 0 0,40-39 16,-40 40-16,0-1 15,0 0-15,0 0 0,0 0 16,0 1-16,0-1 16,0 0-16,0 0 0,-40 0 0,40 1 15,-78-40-15,78 39 0,-39 0 0,39 0 0,-39-39 16,39 39-16,-40-39 16,40 40-16,-39-40 0,0 0 0,0 0 15,39-40 1,39 40 15,-39-39-31,39 0 0,0 0 0,-39 0 16,40-1-16,-1 1 0,0 0 15,-39 0-15,39 39 16,-39-39-16,39 39 0,-39-40 0,40 1 0,-1 0 16,-39 0-1,39 39-15,-39-39 0,39 39 0,-39-40 0,39 40 16,-39-39-16,40 39 0,-40-39 15,39 39-15,-39-39 32,-39 39-1,39-39-31,-40 39 31,1 0-15,0 0-1,0 0 1,39 39-16,-39-39 0,39 39 16,-40-39-16,1 39 15,39 0-15,-39 1 16,0-40-16,39 39 0,-39 0 16,39 0-16,0 0 15,0 1-15,0-1 0,0 0 16,0 0-1,0 0-15,39-39 0,-39 40 0,39-1 16,0-39-16,0 39 16,1-39-16,-1 0 0,0 0 0,0 0 15,0 0-15,1 0 0,-1 0 16</inkml:trace>
  <inkml:trace contextRef="#ctx0" brushRef="#br0" timeOffset="134520.07">20069 12151 0,'-39'0'16,"78"0"-16,-78-40 0,39 80 31,0 38-15,0 0-1,0 79 1,0 0 0,0-79-1,0-38-15,39 38 16,-39-39-16,39-39 31,0 0-31,40 0 16</inkml:trace>
  <inkml:trace contextRef="#ctx0" brushRef="#br0" timeOffset="135059.97">20187 12582 0,'-40'-118'31,"80"236"-31,-80-314 15,119 196-15,-79-39 16,39 39-16,0 0 16,0 0 15,40 39-15,-79 0-16,78 0 15,-78 0-15,0 1 16,0-1-1,0 0-15,0 0 0,-39 0 0,39 1 16,-39-1 0,39 0-16,0 0 15,-39-39-15,39-39 32,39 39-32,0-39 0,0 0 15,0 39 1,1 0-16,-1 0 0,-39-40 15,39 40-15,0 0 16,-39 40-16,0-1 16,0 0-16,39 0 0,-39 0 15,0 1 1,0-1-16,0 0 0,0 0 16,-39-39-16,39 39 0,-39-39 15,39 40-15,-78-40 0,78 39 0,-40-39 0,1 0 16,0 0-16,0 39 15,0-39-15,-1 0 0,1 0 0,0 0 16,0-39 0,39 0-16</inkml:trace>
  <inkml:trace contextRef="#ctx0" brushRef="#br0" timeOffset="135459.91">21010 12268 0,'-39'0'15,"78"0"17,0 0-17,0 0-15,-39 39 16,0 1-16,39-1 16,-39 0-16,40 0 0,-40 0 0,0 1 0,39-1 15,-39 0-15,0 0 16,0 0-16,0 1 0,0-1 0,0 0 0,0 0 15,-39 0-15,39 1 16,-40-1-16,1 0 0,0 0 16,39 0-16,-39-39 0</inkml:trace>
  <inkml:trace contextRef="#ctx0" brushRef="#br0" timeOffset="136188.07">21715 12739 0,'0'0'0,"0"-40"15,40 40-15,-1 0 0,-39-39 16,39 39-16,-39-39 0,39 39 0,-39-39 15,0 0-15,0-1 0,0 1 0,0 0 16,-39 0-16,39 0 16,0-1-16,-39 40 0,39-39 0,0 0 15,0 0 1,-39 39-16,39 39 47,0 0-32,0 0 1,0 1-16,0-1 16,0 0-16,0 0 0,0 0 15,0 1-15,0-1 0,0 0 0,0 0 0,0 0 16,0 1-16,0-1 16,0 0-16,0 0 0,0 0 0,0 1 0,0-1 15,0 0-15,0 0 16,0 0-16,-40-39 0,40 40 0,-39-1 15,39-118 32,39 40-47,-39 0 16,40 39-16,-40-39 0,0 0 0,0-1 16,39 40-16,0-39 15,0 0-15,-39 0 0,39 39 16,0 0-16,-39-39 0,40 39 15,-1 0 1,0 0 0,-39 39-16,39 0 15,-39 0-15,0 0 0,0 1 16,39-40-16,-39 39 16,0 0-16,0 0 0,0 0 15,0 1 1,0-1-16,0 0 31,40-39-15,-1 0-16</inkml:trace>
  <inkml:trace contextRef="#ctx0" brushRef="#br0" timeOffset="136538.04">22578 12347 0,'-40'-79'15,"1"79"1,39 39-16,-39-39 15,39 79 1,0-40-16,-39 79 16,39-79-16,0 0 0,0 0 15,39 118 1,39 0 15,-78-118-31,40 0 16,-1-39-16</inkml:trace>
  <inkml:trace contextRef="#ctx0" brushRef="#br0" timeOffset="137068.01">22695 12503 0,'0'-39'15,"0"0"-15,79 0 16,-1 0 0,-274-197-1,431 472-15,-274-354 16,78 236-16,-156-118 0,234 0 0,-156-40 0,78 119 16,0-79-16,-39 39 0,40 0 15,-80 0-15,80 1 0,-1-1 0,-39-39 16,0 78-16,0-39 0,39 1 15,-39-1-15,0 0 16,0 0-16,-39-39 0,39 39 16,-39-78-16,78 78 0,-39 1 15,-39-40-15,78 0 0,-353 0 0,628 0 16,-471 0-16,314 0 16,-432 0-16,550 0 0,-314 0 0,78-40 0,-39 1 15,39 39-15,-39-39 16,-39 39-16,117-39 0,-78 0 0,0 39 0,-117-40 15,234 40-15,-117-39 0,39 39 0,-39-39 0,40 39 16,-119 0 0,158-39-16,-79 78 31,0 0-15,39-39-16,-78 39 15,78 1-15,-78-40 0,117 39 0,-156-39 0,156 39 16,-78 0-16,0-39 0,-39 39 0,78-39 0,-117 40 15,156-1-15,-196-39 0,236 39 16,-118 0-16,-78-39 0,156 0 0,-156 0 0,156 39 0,-117-39 16,78 40-16,-78-40 15,117 0-15</inkml:trace>
  <inkml:trace contextRef="#ctx0" brushRef="#br0" timeOffset="137368">23754 12817 0,'0'0'15,"-79"0"-15,197 0 16,-157 0-1,78 0 1,0 0-16,-117 0 16,195 0-16,-78 0 15,1-39-15,-119 39 0,197 0 0,-79 0 16,-39 0 0,78 0-16,-38 0 0,-40 0 0,78-39 0</inkml:trace>
  <inkml:trace contextRef="#ctx0" brushRef="#br0" timeOffset="138048.03">24342 12503 0,'-40'0'31,"40"-39"-31,0 0 16,40 39 0,-1-39-1,0 39-15,39 0 16,-38 0-16,-1 0 15,0 0 1,-39 117 0,0-77-16,-39-1 31,39 0-31,-39 0 0,39 0 0,-40-39 0,40 40 16,-39-1-16,0 0 15,39 0-15,-78 0 16,-40-39 15,196 0-31,1 0 31,-1 0-15,-39 0 0,40 40-1,-118-40-15,117 0 0,-39 78 31,-78-39-31,78-39 0,-78 39 0,78-39 0,-39 40 16,-39-40-16,78 39 16,-117 39-1,-79-39 1,-78-39 15,78 0-15,118-39-1</inkml:trace>
  <inkml:trace contextRef="#ctx0" brushRef="#br0" timeOffset="138437.93">24812 12229 0,'39'0'31,"0"0"-31,-39 39 16,40 0-1,-40 79 1,-79-118-16,158 118 16,-79-79-16,0 0 0,0 39 0,0 1 15,-79 195 1,-78 1-1,40-158 1,78-78-16,-40 1 0</inkml:trace>
  <inkml:trace contextRef="#ctx0" brushRef="#br0" timeOffset="149935.51">2744 14189 0,'-39'0'0</inkml:trace>
  <inkml:trace contextRef="#ctx0" brushRef="#br0" timeOffset="150255.57">2705 14189 0,'39'0'235,"0"0"-235,0 0 15,0 0-15,0 0 0,1 0 0,-1 0 16,0 0-16,0 0 16,0 0-16,1 0 0,-1-39 0,0 39 15,0 0-15,0 0 16</inkml:trace>
  <inkml:trace contextRef="#ctx0" brushRef="#br0" timeOffset="150675.72">2665 14738 0,'-39'0'16,"39"-39"15,39 39-15,1 0-1,-1 0-15,0-40 0,0 40 16,0 0-16,0 0 0,40 0 15,-40-39-15,0 39 0,0 0 0,1 0 0,38 0 16,-39 0-16,0 0 16,40 0-16,-40-39 0</inkml:trace>
  <inkml:trace contextRef="#ctx0" brushRef="#br0" timeOffset="163749.25">4194 14738 0,'-39'0'16,"39"39"-16,-39-39 0,39-39 203,0 0-187,39 39-1,0-40-15,-39 1 0,78 39 16,-78-39-16,40 0 0,-40 0 0,0-1 16,39 1-16,-39 0 0,0 0 15,39 0-15,-39-1 0,0 1 32,0 0-32,0 0 15,-39 39-15,39-39 16,-39 39-16,-1 0 31,40 39 63,0 0-94,0 0 15,0 0-15,0 1 0,0-1 0,0 0 16,0 39-16,0-38 0,0-1 0,0 0 16,0 0-16,0 40 15,0-40-15,0 0 0,0 39 0,0-38 0,0-1 16,0 0-16,0 0 0,0 0 16,0 0-16,0 1 0,0-1 0,0 0 15,0 0-15,0 0 16,0 1-16,0-1 15,0 0-15,0 0 32,-39-39-32,39-39 47,0 0-32,0 0-15,39 39 0,-39-40 0,0 1 16,40 0-16,-1 0 15,-39 0-15,39-1 0,0 1 0,-39 0 16,39 39-16,-39-39 0,40 39 0,-1-39 0,0 39 16,-39-39-16,0 78 47,0 0-32,0 0 1,78-39-16,-78 39 0,0 0 0,0 1 15,0-1-15,40-39 0,-40 39 0,0 0 0,0 0 16,39 1-16,-39-1 16,0 0-16,0 0 0,0 0 15,39-39 1,0 40-16,0-40 16,1 0-1,-1 0-15</inkml:trace>
  <inkml:trace contextRef="#ctx0" brushRef="#br0" timeOffset="164259.18">5605 13993 0,'-39'39'31,"0"-39"-31,39 39 32,0 1-32,0-1 15,0 0-15,0 0 16,0 0-16,0 1 0,0-1 0,0 0 0,0 0 15,0 0-15,0 40 0,0-40 0,-39 0 0,39 0 16,0 40-16,0-40 16,0 0-16,0 0 0,0 1 0,0-1 0,0 0 15,0 0-15,39 0 16,-39 0-16,39-39 0,-39 40 0,39-40 0,-39 39 16,39-39-16,1 0 15,-1 0-15,0 0 16</inkml:trace>
  <inkml:trace contextRef="#ctx0" brushRef="#br0" timeOffset="164895.07">5997 14542 0,'0'0'15,"-39"0"-15,39-39 32,39 39-17,39-40 1,-38 40-16,-1 0 15,0 40-15,0-1 16,0 0-16,-39 0 0,40 79 31,-40-79-31,0 0 0,0 0 0,0 40 32,-79-1-17,79-117 1,0 0-1,0-40 1,0 40-16,157-118 31,-157 118-31,39 39 0,0 0 0,-39-39 0,40 39 16,-1-39 0,0 39-16,-39-39 0,39 39 0,-39 39 46,0 0-46,0 0 16,0 0-16,0 1 0,0-1 16,0 0-16,0 0 0,0 0 15,0 1-15,0-1 16,0 0-16,0 0 0,0 0 16,0 0-1,39-39 1</inkml:trace>
  <inkml:trace contextRef="#ctx0" brushRef="#br0" timeOffset="165313.87">7251 14307 0,'0'-40'15,"40"40"16,-1 0-31,0 0 16,-39 40-16,0-1 16,39-39-16,-39 39 15,0 0-15,39 0 0,-39 1 0,40-1 16,-40 0-16,0 39 16,39 1-16,-39-40 0,0 0 0,0 0 15,0 1-15,0 38 0,0-39 16,0 39-16,-39-38 0,39 38 0,-40-39 0,40 0 15,-39 1-15,39-1 0,-39 0 0,39 0 0,-39 0 16,0-39 0,39 40-16</inkml:trace>
  <inkml:trace contextRef="#ctx0" brushRef="#br0" timeOffset="165893.91">8310 14855 0,'-39'0'16,"78"0"-16,-39 0 140,39 0-124,0-39-16,0 39 16,40 0-16,-40 0 0,0 0 0,40 0 0,-40-39 15,39 39-15,-39 0 0,40 0 16,-40 0-16,39-39 0,-38 39 0,38 0 0,-39 0 16,0-39-16,0 39 15,1 0-15,-1 0 0,0 0 0,0 0 16</inkml:trace>
  <inkml:trace contextRef="#ctx0" brushRef="#br0" timeOffset="166390.43">8819 14385 0,'0'-39'15,"0"78"-15,-39-78 16,0 39 0,39 39-1,0 0 1,0 0-1,0 1-15,0-1 16,0 0 0,0 0-16,0 0 0,0 1 0,0-1 15,0 0-15,0 0 0,0 0 0,0 1 0,0-1 0,0 0 16,0 0-16,0 0 16,0 0-16,39 1 0,-39-1 15,0 0-15,39-39 0,-39 39 16,40-39-16</inkml:trace>
  <inkml:trace contextRef="#ctx0" brushRef="#br0" timeOffset="167600.54">10113 14855 0,'0'0'0,"0"40"15,-39-40 1,78-40 15,0 40-15,-39-39-16,39 39 16,-39-39-1,39 39-15,-39-39 0,40 0 16,-40-1-1,0 1-15,0 0 0,39 0 0,-39 0 16,0-1-16,0 1 16,0 0-16,0 0 0,0 0 0,-79 39 15,79-40-15,-39 40 0,39-39 16,-39 39-16,0 0 16,0 39 15,39 1-31,0-1 15,0 0-15,0 0 16,0 0-16,0 1 0,0-1 0,0 0 16,39 0-16,-39 0 15,0 1-15,0-1 0,0 0 0,39 0 16,-39 0-16,39-39 0,-39 40 0,0-1 0,39 0 16,-39 0-16,0 0 15,0 0-15,0 1 0,0-1 16,0 0-1,0 0 1,-39-39 0,39-39 15,0 0-15,0 0-16,0-1 0,79 1 0,-79 0 15,39 0-15,-39 0 16,39 0-16,-39-1 0,39 1 0,0 0 15,1 0-15,-40 0 16,39-1-16,0 40 0,-39-39 16,39 39-16,0 0 15,1 0 1,-1 0 0,-39 39-1,39-39-15,-39 79 0,0-40 16,39-39-16,-39 39 15,0 0-15,39 1 0,-39-1 0,0 0 16,40 0 0,-40 0-16,39-39 0,0 0 15,0 0 1,0 0 0</inkml:trace>
  <inkml:trace contextRef="#ctx0" brushRef="#br0" timeOffset="168020.44">11681 14150 0,'-39'0'0,"78"0"0,-118 0 32,40 39-17,0 0-15,0 40 16,39-40-16,-39 0 0,-1 0 15,40 40-15,-39-40 16,39 0-16,0 0 0,0 0 0,0 1 0,0-1 16,0 0-16,0 0 0,0 0 0,0 1 0,39-40 15,-39 39-15,40 0 0,-40 0 16,39 0-16,0-39 0,-39 39 0,39 1 0,0-40 16,1 39-16,-1-39 15,0 39-15,0-39 0,0 0 16,1 0-1,-1 0-15</inkml:trace>
  <inkml:trace contextRef="#ctx0" brushRef="#br0" timeOffset="168540.44">11877 14581 0,'0'-78'15,"0"156"-15,0-196 0,39 79 16,0 0-16,40 39 16,-1-39-1,-39 156 1,-39-77 0,0-1-16,0 118 15,0-118-15,0 39 31,0-39-31,39 1 0,-39-1 0,0 0 0,0 0 32,0 0-32,0-117 15,79 39 17,-79 0-32,156-118 15,-156 118-15,40 39 16,-1-79-1,0 79-15,-39-39 16,39 39-16,-39 39 31,0 0-15,0 1-16,0-1 0,0 0 0,0 0 16,0 0-1,0 1-15,0-1 0,0 0 0,39 0 16,-39 0-1,40-39-15,-40 39 0,39-39 0,0 0 16</inkml:trace>
  <inkml:trace contextRef="#ctx0" brushRef="#br0" timeOffset="168780.47">13092 14973 0,'0'-39'16,"39"39"0,39-79-1,-38 40-15,-1 39 16,0 0 0,0 0-16,40-39 15,-40 39-15,0 0 16,0 0-1,0 0-15,1-39 0,-1 39 0</inkml:trace>
  <inkml:trace contextRef="#ctx0" brushRef="#br0" timeOffset="169320.34">14111 14463 0,'0'-78'16,"0"156"-16,39-195 15,-39 78-15,39 39 16,1 0-16,-1 0 16,78 0-1,-38 39 16,-40 0-31,0 0 0,0-39 0,-39 39 16,0 1-16,40 38 16,-40-39-16,-79 79 15,40-79-15,39 0 0,-39-39 16,-40 79 0,40-79-16,-78 78 15,77-78-15,1 0 16,39 39-1,39-78 17,1 39-17,-40-39-15,39 39 0,0 0 16,0 0-16,0 0 0,1 0 0,-1-39 16,0 39-16,0 0 0,0 0 15,1 0-15,-1 0 0,0 0 0,0 0 0,0-40 16,1 40-16,-1 0 15,0 0-15,0 0 0,0 0 0,1-39 16,-1 39 0</inkml:trace>
  <inkml:trace contextRef="#ctx0" brushRef="#br0" timeOffset="169690.37">15287 14228 0,'0'-39'0,"0"0"31,39 39-15,0 0-1,1 39-15,-1-39 0,0 39 16,0-39 0,0 39-16,0 1 0,1-1 15,-1 0-15,-39 0 0,0 0 0,0 1 16,0-1 0,0 0-16,0 0 0,0 0 0,0 1 15,-39-1-15,39 0 0,0 0 16,0 0-16,-40 1 0,40-1 0,-39-39 0,0 39 15,39 0-15,-39 0 16,0-39-16,39 39 0,-39 1 0,-1-1 16,1 0-16</inkml:trace>
  <inkml:trace contextRef="#ctx0" brushRef="#br0" timeOffset="181625.31">627 14150 0,'0'-39'16</inkml:trace>
  <inkml:trace contextRef="#ctx0" brushRef="#br0" timeOffset="182735.24">470 14189 0,'0'-39'0,"0"0"0,0-1 15,39 40 1,-39-39-16,0 0 0,40 39 16,-40-39-1,0 78 110,0 0-109,-40 0-16,40 1 15,0-1 1,0 0 0,0 0-16,0 0 15,40-39-15,-40 40 0,39-40 16,0 39-16,0-39 0,0 39 0,1-39 0,-40 39 16,39-39-16,0 39 15,0-39-15,0 0 0,1 0 16,-40 40-1,0-119 1,0 40 0,39 39-16,-39-39 0,0 0 0,0-1 15,0 1-15,0 0 0,0 0 16,0 0-16,0-1 16,-39 40-16,39-39 0,-40 39 31,40-39-31,-39 39 15,39 39 17,0 0-17,0 1 1,0-1-16,0 0 0,0 0 16,0 0-16,0 1 0,0-1 15,0 0-15,0 0 0,0 40 0,0-40 0,0 39 16,0 1-16,0-40 15,0 39-15,-39 1 0,39-1 0,0 0 0,0-39 16,0 40-16,0-1 0,0-39 16,0 40-16,0-40 0,0 0 0,0 40 0,-39-40 15,39 0-15,0 39 0,0-38 0,-39-1 0,39 39 16,0-39-16,-40 1 16,40-1-16,-39 0 0,39 0 0,0 0 0,-39 1 15,39-1-15,-39-39 16,39 39-16,-39-39 15,-1 0 1,40-39 0,-39 0-16,0-1 0,0 1 15,0 0 1,-1 0-16,1 0 0,39-1 16,-39 1-16,39 0 15,0 0-15,0 0 0,0-1 0,0 1 16,0 0-16,0 0 0,0 0 15,0-1-15,0 1 0,0 0 0,78 0 16,-38 0 0,-1-1-16,0 40 0,0-39 0,0 0 15,1 39-15,-1 0 0,0-39 0,0 39 0,0 0 16,1-39-16,-1 39 0,0 0 16,-39-40-16</inkml:trace>
  <inkml:trace contextRef="#ctx0" brushRef="#br0" timeOffset="183605.55">1176 14267 0,'-39'0'0,"39"40"0,39-40 187,0 0-124,0 0-63,0 0 15,-39-40-15,40 40 16,-1-39-16,-39 0 16,0 0-1,0 78 79,-39 0-78,39 0-16,0 1 15,0-1-15,0 0 0,0 0 0,0 0 16,0 1-16,0-1 16,0 39-16,0-39 0,0 1 0,0-1 0,0 0 15,0 39-15,-40-38 0,40-1 16,0 0-16,0 0 0,0 0 0,0 0 0,0 1 15,0-1-15,0 0 16,0 0-16,40-39 0,-40 39 0,39 1 16,0-40-1,-39 39-15,39-39 0,0 0 16,1 0-16,-1 0 0,0 0 0</inkml:trace>
  <inkml:trace contextRef="#ctx0" brushRef="#br0" timeOffset="184335.51">1568 14816 0,'-39'0'0,"-1"-39"16,40 0-1,0 0 1,40 39-16,38 0 62,-78 39-62,39-39 16,-39 39 0,39-39-16,-39 39 0,40 0 0,-40 1 15,0-1-15,39-39 0,-39 39 0,0 0 16,0 0 0,0 0-16,39-39 31,-39-39 16,0 0-32,0 0-15,0 0 0,0 0 16,0-1-16,0 1 0,0 0 16,0 0-1,0 0-15,39 39 16,-39-40-1,0 80 32,0-1-31,0 0-16,39 0 16,-39 0-16,0 1 0,0-1 15,40-39-15,-40 39 16,0 0-16,39-39 0,-39 39 0,39-39 15,-39 39-15,0 1 16,39-40-16,-39 39 0,0 0 31</inkml:trace>
  <inkml:trace contextRef="#ctx0" brushRef="#br0" timeOffset="184795.49">2077 14228 0,'0'-39'0,"0"0"31,79 78 32,-40 0-48,0 0-15,0 1 0,1-1 16,-1 0-16,0 39 16,0-38-16,-39-1 0,39 39 0,1-39 0,-40 40 15,39-1-15,-39 1 16,39-40-16,-39 39 0,0 0 0,0 1 0,0-1 15,0-39-15,0 40 0,0-1 16,-39 1-16,0-1 0,-1 0 0</inkml:trace>
  <inkml:trace contextRef="#ctx0" brushRef="#br0" timeOffset="188090.62">1176 17168 0,'-39'0'0,"-1"0"63,40-39-32,-39 39-31,39-39 31,0 78 47,0 0-62,39 0-16,-39 0 16,40 1-16,-1-1 0,-39 0 15,39-39-15,-39 39 16,0 0-16,39 1 0,-39-1 0,0 0 15,0 0-15,0 0 0,0 1 16,0-1-16,0 0 0,-39 0 0,39 0 16,-39-39-1,39 40-15,-39-1 0,39 0 16,0-78 15,0 0-15,0-1-1,0 1-15,0 0 0,0 0 0,0 0 16,39-1-16,-39 1 16,0 0-16,0 0 0,0 0 0,39-1 15,-39 1-15,0 0 0,0 0 0,39 0 16,0-1 0,-39 1-16,40 0 0,-40 0 15,39 0-15,0-1 16,-39 1-16,0 78 62,0 1-62,0-1 16,39 0-16,-39 0 0,39 0 16,-39 1-1,40-1-15,-40 0 0,0 0 0,39 0 16,-39 1-16,39-1 15,-39 0-15,0 0 0,0 0 0,0 1 16,0-1-16,0 0 16,0 0-16,0 0 0,0 1 15,0-1-15,39-39 0,-39 39 16</inkml:trace>
  <inkml:trace contextRef="#ctx0" brushRef="#br0" timeOffset="188470.58">2195 17403 0,'-39'0'16,"39"-39"-16,39 39 16,0-39 15,40 0-16,-40 39-15,78-40 16,-77 40-16,-1 0 0,0 0 16,196-39-1,-117 0 1</inkml:trace>
  <inkml:trace contextRef="#ctx0" brushRef="#br0" timeOffset="188840.54">2665 17795 0,'-78'39'16,"156"-78"-16,-117 78 93,78-78-93,1 39 16,-1 0-16,0-39 0,0 39 16,39-39-16,-38 39 0,38 0 0,0 0 0,-38-39 15,-1 39-15,39-40 0,-39 40 0,1 0 0,38-39 16,-39 39-16</inkml:trace>
  <inkml:trace contextRef="#ctx0" brushRef="#br0" timeOffset="190030.55">4821 16776 0,'-78'0'31,"156"0"-31,-156-39 47,39 39-16,39 39 32,-79-39-47,79 39-16,-39 0 0,0 1 15,0-1 1,-1-39-16,40 39 0,-39 0 0,39 0 15,-39 1-15,39-1 16,0 0-16,-39 0 0,39 0 16,0 1-1,0-1-15,0 0 0,39 0 0,-39 0 16,78 1-16,-38-1 0,-1 0 16,0-39-1,0 39-15,0-39 0,1 0 0,-1 0 16,0 0-16,0 0 15,0 0-15,1 0 0,-1 0 0,0 0 16,-39-39 0,0 0-16,39 39 15,-39-39-15,0-1 0,0 1 0,39 0 16,-39 0 0,0 0-16,0-1 0,40 40 0,-40-39 0,0 0 15,0 0-15,0 0 0,0-1 16,0 1-16,-40 0 0,40 0 15,-39 39-15,39-39 0,-39-1 16,0 1-16,0 39 0,-1-39 16,1 39-16,39-39 0,-39 39 0,0 0 15,39 39 32,0 0-47,-39-39 0,39 39 16,-40 1-1,40-1-15</inkml:trace>
  <inkml:trace contextRef="#ctx0" brushRef="#br0" timeOffset="190460.53">5997 17246 0,'-39'0'16,"78"0"46,-39 40-46,0-1-16,0 0 0,0 0 0,0 0 15,0 1-15,0-1 16,-39 0-16,39 0 0,-39 0 0,39 1 16,-39-40-16,39 39 0,-40-39 0,1 39 0,0-39 31</inkml:trace>
  <inkml:trace contextRef="#ctx0" brushRef="#br0" timeOffset="190880.5">6703 16658 0,'-40'-39'0,"40"78"78,0 1-78,0-1 16,0 0-16,40 0 0,-40 0 0,0 1 0,39-1 15,-39 0-15,39 0 0,-39 0 0,0 1 0,0-1 16,39 0-16,-39 0 16,0 0-16,0 1 0,0-1 0,0 0 0,0 0 15</inkml:trace>
  <inkml:trace contextRef="#ctx0" brushRef="#br0" timeOffset="191220.39">7722 17364 0,'0'0'0,"0"39"46,-39 0-30,39 1-16,-40-1 0,40 0 0,-39-39 16,0 39-16,0 0 0,0 1 15,39-1 1,-40-39-16,1 0 0</inkml:trace>
  <inkml:trace contextRef="#ctx0" brushRef="#br0" timeOffset="191690.37">7996 16776 0,'0'-39'0,"0"78"0,39-117 0,-39 38 15,40 40-15,-1-39 0,-39 0 16,39 39-16,0-39 0,0 39 0,1 0 16,-1 39-1,0 39 1,-39-38-16,39-1 16,0 0-16,-39 0 0,0 0 15,0 1-15,40-1 16,-40 0-16,-118 118 15,79-118-15,-40 39 32,40-78-32,-39 79 15,117-79 17,-39-39-32,39 39 0,0 0 0,1 0 15,-1 0-15,0 0 16,0 0-16,0 0 0,40 0 0,-40 0 0,0 0 15,0 0-15,1 0 0,-1 0 16,0 0-16,0 0 0,0 0 0,1 0 0,-1 0 16,0 0-16,0 0 0</inkml:trace>
  <inkml:trace contextRef="#ctx0" brushRef="#br0" timeOffset="192000.44">9799 17207 0,'0'0'16,"0"-39"0,0 0 15,39 39-31,1 0 31,-1 0-31</inkml:trace>
  <inkml:trace contextRef="#ctx0" brushRef="#br0" timeOffset="192200.41">10426 17168 0,'0'0'16,"0"-39"-1,0 0 1,0-1 0,79 40-16</inkml:trace>
  <inkml:trace contextRef="#ctx0" brushRef="#br0" timeOffset="192390.4">11093 17050 0,'-39'0'15,"78"0"-15,-118 0 0,40-39 32,39 0-17</inkml:trace>
  <inkml:trace contextRef="#ctx0" brushRef="#br0" timeOffset="192550.4">11406 17011 0,'0'-39'31,"40"39"-15</inkml:trace>
  <inkml:trace contextRef="#ctx0" brushRef="#br0" timeOffset="192730.33">11798 17011 0,'-39'0'16,"0"0"-16,0 0 16,0 0-16,39-39 15,39 39 1</inkml:trace>
  <inkml:trace contextRef="#ctx0" brushRef="#br0" timeOffset="193450.3">13092 16502 0,'-39'0'16,"-1"0"15,40 39 125,40 0-156,-40 0 16,0 0-16,39 1 0,-39-1 16,0 0-16,39 0 0,-39 0 15,0 1-15,0-1 16,0 0-16,0 0 0,0 0 0,0 1 0,39-40 15,-39 39-15,0 0 0,0 0 16,0 0-16,0 1 0,0-1 16,0 0-16</inkml:trace>
  <inkml:trace contextRef="#ctx0" brushRef="#br0" timeOffset="194040.34">13013 16502 0,'40'0'47,"-1"0"-31,0 0 0,0 0-16,0 0 15,1 39 1,-40 0-16,39 0 0,-39 0 15,39-39 1,-39 40-16,39-40 0,-39 39 0,39-39 0,-39 39 16,40-39-16,-40 39 0,39-39 0,-39 39 0,39-39 15,-39 40-15,39-40 0,0 39 16,1 0-16,-1-39 16,-39 39-16,39-39 0,-39 39 15,39-39-15,0 40 0,1-40 16,-1 0-1,0 0-15,0 0 16</inkml:trace>
  <inkml:trace contextRef="#ctx0" brushRef="#br0" timeOffset="194390.31">13876 16423 0,'0'-39'16,"0"78"30,0 0-30,0 1-16,0-1 0,0 0 16,0 0-16,0 0 0,0 1 15,0-1-15,0 0 0,39 0 0,-39 0 16,0 1-16,39-1 16,-39 0-16,39 0 0,-39 0 15,40 1-15,-1-1 16,0 0-16</inkml:trace>
  <inkml:trace contextRef="#ctx0" brushRef="#br0" timeOffset="194700.37">14503 17090 0,'0'39'31,"0"0"-15,0 0-1,0 0 1,0 1-16,0-1 15,0 0 1,0 0-16,0 0 16,39-39-16,-39 40 0,0-1 15</inkml:trace>
  <inkml:trace contextRef="#ctx0" brushRef="#br0" timeOffset="195050.22">14817 16894 0,'0'-40'16,"0"80"-16,78-80 15,-39 1-15,0 39 0,1 0 16,77 0 0,1-39-1,-79 0 1,118 0-1</inkml:trace>
  <inkml:trace contextRef="#ctx0" brushRef="#br0" timeOffset="195438.52">15248 16423 0,'0'39'78,"0"40"-78,0-40 16,0 0-16,0 0 16,0 1-16,0-1 0,0 0 0,0 0 0,0 0 15,0 1-15,0-1 16,0 0-16,0 0 0,0 0 0,0 1 0,39-1 15,-39 0-15,39-39 0,-39 39 16,39-39 0,1 0-16,-1 0 0</inkml:trace>
  <inkml:trace contextRef="#ctx0" brushRef="#br0" timeOffset="195858.49">15992 16502 0,'0'-40'31,"0"80"16,0-1-47,0 0 16,0 0-16,0 0 0,0 1 0,40-1 0,-40 0 15,39 0-15,-39 0 0,0 1 16,0-1-16,39 0 0,-39 0 0,0 0 16,0 1-16,0-1 15,0 0-15,0 0 16,39-39 0</inkml:trace>
  <inkml:trace contextRef="#ctx0" brushRef="#br0" timeOffset="196198.5">15914 16658 0,'0'-39'16,"0"78"-16,0-117 0,78 0 15,-78 38-15,0 1 16,40 39-16,-1 39 31,-39 1-31,39-40 32,0 39-32,0 39 0,1-39 0,38 40 31,40 38-16,-1-38-15,1-40 32,-79-39-17</inkml:trace>
  <inkml:trace contextRef="#ctx0" brushRef="#br0" timeOffset="196448.46">16580 16423 0,'-39'-39'31,"78"78"-31,-78-39 32,39 39-32,39 1 15,-39-1 1,40 0-16,-40 0 0,0 0 0,39 1 15,-39-1-15,39-39 0,-39 39 0,0 0 0,0 0 16,39-39-16,-39 40 0,0-1 16,39 0-16,-39 0 0</inkml:trace>
  <inkml:trace contextRef="#ctx0" brushRef="#br0" timeOffset="197008.43">16855 17129 0,'-39'0'16,"78"0"-16,-78-39 15,78 39-15,-39-40 0,39 40 16,-39-39-16,39 39 16,0-39-16,1 39 15,-40-39 1,39 39-16,0 0 0,0 0 15,0 0-15,-39 39 0,40-39 16,-40 39 0,0 0-16,0 1 0,0-1 15,0 0 1,-40 0-16,40 0 0,-39 1 0,0-1 16,0-39-1,39 39-15,-39-39 16,78 0 15,0 0-15,0-39-1,0 39-15,1 0 0,-1 0 16,0-39-16,0 39 0,0 0 16,1 0-16,-1 0 0,0-40 0,0 40 15,0 0-15,1 0 16,-1 0-16,-78 0 47,39-39 15</inkml:trace>
  <inkml:trace contextRef="#ctx0" brushRef="#br0" timeOffset="197858.47">17913 16698 0,'-39'0'62,"0"0"-46,0 0 0,-1 0-1,40 39-15,-39-39 16,39 39-1,39-39 17,1-39-17,-1 39 1,0 0-16,0 0 0,0 0 0,1-39 0,-1 39 16,0 0-16,0 0 15,0 0-15,1 0 0,-1 0 0,0 0 0,0 0 16,0 0-16,1-40 0,-1 40 15,-78 0 17,-1 0-17,1 0 1</inkml:trace>
  <inkml:trace contextRef="#ctx0" brushRef="#br0" timeOffset="198998.6">18697 16306 0,'0'-40'0,"0"1"31,-39 39 16,39 39 140,0 1-156,0-1-15,0 0 0,0-78 109,0 0-110,0 78 126,0 0-125,0 0-16,-39-39 0,39 39 0,0 1 15,0-1 1,0 0-16,0 0 15,0 0-15,0 1 0,0-1 0,0 0 16,0 0-16,0 0 0,0 1 16,0-1-16,0 0 0,0 0 15,0 0 1,0 1-16</inkml:trace>
  <inkml:trace contextRef="#ctx0" brushRef="#br0" timeOffset="200828.79">12661 16384 0,'0'0'0,"0"-39"31,-40 39 16,1 0-16,0 39-31,0 0 16,39 0-16,-39-39 16,39 40-16,-40-40 0,40 39 0,-39 0 15,0 0-15,39 0 16,0 1-16,0-1 0,-39 0 0,39 0 0,0 0 16,0 1-16,0-1 15,0 0-15,0 0 0,0 0 0,0 1 0,0-1 16,39 0-16,-39 0 15,39 0-15,-39 1 0,39-40 0,1 39 0,-40 0 16,39 0-16,0 0 0,0 1 0,0-1 0,1 0 16,38 0-16,-39-39 15,40 39-15,-1 1 0,-39-1 0,40 0 0</inkml:trace>
  <inkml:trace contextRef="#ctx0" brushRef="#br0" timeOffset="201818.7">19050 16149 0,'0'-39'32,"-39"39"30,39 39-46,0 0-1,0 0-15,39-39 16,-39 39 0,0 1-16,39-40 0,-39 39 0,0 0 15,39 0-15,-39 0 16,39-39-16,-39 40 0,0-1 0,0 0 0,40 0 16,-40 0-16,0 1 15,39 38-15,-39-39 0,0 0 0,0 1 0,0-1 16,0 0-16,0 0 0,0 0 15,0 1-15,0-1 0,-39 0 0,39 0 0,0 0 16,-79 1-16,79-1 0,-39-39 0,39 39 16,-39-39-16,39 39 15,-39-39-15</inkml:trace>
  <inkml:trace contextRef="#ctx0" brushRef="#br0" timeOffset="202248.68">20030 17011 0,'-39'0'0,"78"0"62,0 0-46,0-39-16,0 39 15,1 0-15,-1 0 16,0 0-16,0-39 0,0 39 0,1 0 0,-1 0 0,0 0 16,0-39-16,0 39 15,1-40-15,-1 40 0</inkml:trace>
  <inkml:trace contextRef="#ctx0" brushRef="#br0" timeOffset="202939.13">21049 16306 0,'0'-40'0,"39"40"15,-78 0 16,39-39-31,0 78 141,0 40-78,-39-79-63,39 78 0,0-39 15,-39 1 1,39-1-16,0 0 0,-40 0 0,40 40 0,0-40 15,0 0-15,0 0 0,0 0 0,0 1 0,0 38 16,0-39-16,40 0 0,-40 1 16,78-1-16</inkml:trace>
  <inkml:trace contextRef="#ctx0" brushRef="#br0" timeOffset="212071.43">313 16462 0,'0'-39'15,"0"78"32,40-39 109,-1 40-156,0-40 16,0 39 0,0-39-16,1 0 0,-1 0 15,0 0-15,0 0 16,0 0-16,1 0 0,-1 0 0,0 0 16,0 0-16,0-39 0,1 39 0,-1 0 15,0-40-15,0 40 16,0 0-16,40-39 0,-40 39 0,0-39 0,0 39 15,1 0-15,-1-39 16,0 39-16,39-39 0,-38 39 0,-1 0 0,0-40 16,0 40-16,0 0 0,1 0 15,-1 0-15,0 0 0,0 0 0,0 0 16,1 0-16,-1 0 16,0 0-1,0 0-15,0 0 0,1 0 16,-1 0-16,0 0 0,0 0 15,0 0-15,1 0 0,-1-39 0,0 39 16,0 0 0,0 0-16,1 0 0,-1 0 0,0 0 0,0 0 15,0 0-15,1 0 16,-1 0-16,0 0 0,0 0 16,0 0-16,0 0 0,1 0 15,-1 0 1,39 0-16,-39 0 0,40 0 0,-40-39 0,39 39 15,1 0-15,-40 0 0,39 0 16,-38 0-16,38 0 0,-39 0 0,40 0 0,-40-39 16,0 39-16,0 0 15,0 0-15,1 0 0,-1 0 0,0 0 16,0 0-16,0 0 0,1 0 0,-1 0 16,39 0-16,-39 0 15,1 0-15,-1 0 0,0 0 0,0-39 0,0 39 16,1 0-16,-1 0 15,0 0-15,0 0 0,0 0 0,1 0 0,-1 0 16,0 0-16,0 0 0,0 0 16,1 0-16,-1 0 0,0 0 15,0 0 1,0 0-16,1 0 0,-1 0 0,0 0 16,0 0-16,0 0 0,1 0 0,38 0 0,-39-40 15,40 40-15,-40 0 0,39 0 16,-39-39-16,40 39 0,-1 0 0,-39 0 0,1 0 15,38 0-15,-39 0 16,0 0-16,0 0 0,1-39 0,-1 39 0,0 0 16,39 0-16,-38 0 15,-1 0-15,39 0 0,-39-39 0,1 39 0,-1 0 16,39 0-16,-39 0 0,40 0 0,-40-39 0,0 39 16,40 0-16,-40 0 15,39 0-15,-39-40 0,1 40 0,-1 0 0,39 0 16,-39 0-16,1 0 0,-1 0 15,0 0-15,39 0 0,-38-39 0,-1 39 0,0 0 16,39 0-16,-38 0 16,-1 0-16,39 0 0,-39 0 0,1 0 0,38 0 15,-39-39-15,0 39 0,40 0 16,-40 0-16,0 0 0,40 0 0,-40-39 0,0 39 16,39 0-16,-38 0 0,38 0 0,-39 0 0,40 0 15,-40-39-15,39 39 16,-39 0-16,40 0 0,-40 0 0,0 0 0,40 0 15,-40 0-15,0 0 0,0 0 16,39-40-16,-38 40 0,38 0 0,-39 0 0,0 0 16,40 0-16,-40-39 15,0 39-15,40 0 0,-40 0 0,0 0 0,0 0 16,40 0-16,-40-39 0,0 39 0,0 0 0,40 0 16,-40 0-16,39 0 0,-39 0 15,40 0-15,-1 0 0,-39 0 0,40-39 0,-1 39 16,1 0-16,-40 0 15,39 0-15,1 0 0,-1-39 0,0 39 0,1 0 16,-1 0-16,1 0 0,-1 0 16,-39 0-16,40-40 0,-40 40 0,39 0 0,-39 0 15,1 0-15,38 0 16,-39 0-16,0 0 0,1 0 0,-1 0 0,0 0 16,0 0-16,0 0 0,40 0 0,-40 0 0,0 0 15,40 0-15,-40 0 0,39 0 16,-39 0-16,0 0 0,40 0 0,-40-39 0,0 39 15,40 0-15,-40 0 16,0 0-16,0 0 0,0 0 0,1 0 0,-1 0 16,0 0-16,0 0 15,0 0-15,1 0 0,-40-39 0,39 39 0,0 0 16,0 0-16,0 0 0,1 0 0,-1 0 16,0 0-16,0 0 15,0 0-15,40 0 0,-40 0 0,0 0 0,0 0 16,1 0-16,-1-39 0,39 39 15,-39 0-15,1 0 0,-1 0 0,0 0 16,0 0-16,0 0 16,1 0-16,-1 0 0,0 0 15,0 0-15,40 0 0,-40-39 16,0 39-16,0 0 0,40 0 0,-40 0 0,39 0 16,-39 0-16,1 0 0,38 0 0,-39-40 0,0 40 15,1 0-15,-1 0 16,0 0-16,0 0 0,0 0 0,1 0 0,-1 0 15,0 0-15,0-39 16,0 39 15,1 0-31,-1 0 16,0 0-16,0 0 31,0 0 0,1 0-15,-1 0 0,0 0-1,0 0 1,0 0-16,0 0 16,1 0-16,-1 0 15,0 0-15,0 0 16,0 0-16,1 0 0,-1-39 15,0 39 1,0 0-16,0 0 31,1 0-15,-1 0-16,0 0 16,0 0-1,0 0 1,1 0-1,-1 0-15,0 0 16,0 0 0,-39-39 31,0 0-16,0-1-16,39 40 1,-39-39-16,0 0 16,0 0-1,0 0-15,-39 0 16,39-1-16,0 1 16,0 0-16,0 0 15,0 0-15,0-1 16,0 1-1,0 0-15,39 39 16,-39-39-16,0 0 16,40 39-16,-1 0 31,-39-40-31,0 1 16,0 0-1,39 39-15,0 0 16,-39-39 15,39 39-31,1 0 109,-1 0-109,0 0 16,0 0 0,0 0-16,1 0 0,-1 0 15,0 0-15,0 0 0,0 0 16,1 0-16,-1 0 0,0 0 0,0 0 16,0 0-16,1 0 0,-1 0 0,0 0 0,0 0 15,0 0-15,1 0 16,-1 0-16,39 39 0,-39-39 0,1 0 0,-1 0 15,0 0-15,0 0 0,0 0 16,1 0-16,-1 0 0,0 0 0,0 0 16,0 0-1,1 0-15,-1 0 0,0 0 16,0 0-16,0 0 0,1 0 0,-1 0 16,0 0-16,0 0 15,0 0-15,1 0 0,-1 0 0,0 0 0,0 0 16,0 0-16,40 0 15,-40 0-15,0 0 0,39 0 0,-38 0 0,-1 0 16,0 0-16,0 0 0,0 0 16,1 0-16,-1 0 0,0 0 0,0 0 15,-39-39-15,39 39 16,1 0-16,38 0 0,-39 0 0,0 0 0,1 0 16,38 0-16,-39 0 0,40 0 0,-40 0 0,0 0 15,39 0-15,-38 0 0,38 0 16,-39 0-16,0 0 0,40 0 0,-40 0 0,39 0 15,1 0-15,-40 0 16,39 0-16,1 0 0,-1 0 0,-39 0 0,40 0 16,-1 0-16,1 0 0,-40 0 15,39 0-15,1 0 0,-40 0 0,39 0 0,-39 0 16,1-39-16,38 39 0,-39 0 0,40 0 0,-40 0 16,39 0-16,-39 0 15,40 0-15,-40 0 0,39 0 0,-38 0 0,-1 0 16,39 0-16,-39 0 0,0 0 15,1 0-15,38 0 0,-39 0 0,0 0 0,1 0 16,38 0-16,-39 0 16,40 0-16,-40 0 0,39 0 0,-39 0 0,1 39 15,38-39-15,-39 0 0,0 0 16,40 0-16,-40 0 0,0 0 0,0 0 0,1 0 16,-1 0-16,0 0 0,0 0 0,0 0 15,1 0 1,-1 0-16,0 0 0,0 0 0,0 0 15,40 0-15,-40 0 0,0 0 16,0 0-16,1 0 0,-40-39 0,39 39 0,0 0 16,0 0-16,0 0 15,1 0-15,-1 0 0,0 0 0,0 0 0,0 0 16,1 0-16,-1 0 0,0 0 0,0 0 0,0 0 16,1 0-16,-1 0 15,0 0-15,0-40 0,0 40 0,1 0 16,-1 0-1,0-39-15,0 39 0,0 0 16,1 0-16,-1 0 0,0 0 16,39 0-16,-38 0 0,-1 0 0,0 0 0,0 0 15,0 0-15,1 0 16,-1 0-16,0 0 16,0 0 15,0 0 0,0 0 32,1 0-48,-1 0-15,0 0 31,0 0-15,-39-39 0,0 78-16,39-39 0,-39 0 15</inkml:trace>
  <inkml:trace contextRef="#ctx0" brushRef="#br0" timeOffset="213431.54">17600 14777 0,'0'-39'16,"-40"39"171,40 39-187,-39 0 16,39 0 0,-39-39-16,39 40 0,0-1 0,-39 0 15,39 0 1,0 0-16,0 0 0,-39 1 0,39-1 16,0 0-16,0 0 0,0 0 0,0 1 15,-40-1-15,40 0 16,0 0-16,0 0 0,0 1 0,-39-40 15,39 39-15,0 0 16,0 0 0</inkml:trace>
  <inkml:trace contextRef="#ctx0" brushRef="#br0" timeOffset="213981.59">17678 14934 0,'-39'-39'16,"39"-1"15,-39 40-31,-1 0 32,40-39-17,40 39 48,-1 0-48,-39 39 1,39 1 0,-39-1-16,39 0 0,-39 0 15,39 0-15,1 0 16,-1 1-16,-39-1 0,39-39 15,0 39-15,-39 0 16,39-39-16,-39 39 0,40 1 0,-40-1 16,39-39-16,-39 39 15,39-39-15,-39 39 16,39-39 0</inkml:trace>
  <inkml:trace contextRef="#ctx0" brushRef="#br0" timeOffset="214361.57">18384 14777 0,'-40'0'16,"40"39"31,-39-39-31,39 79-1,-39-40-15,39 0 0,0 0 0,-39 0 16,39 0-16,0 1 15,-39-1-15,39 0 0,0 0 0,0 0 16,0 1 0,0-1-16,0 0 0,39 0 15,0-39 1,0 39-16,0-39 16</inkml:trace>
  <inkml:trace contextRef="#ctx0" brushRef="#br0" timeOffset="214721.46">18775 15130 0,'0'0'16,"40"0"-1,-1 0 1,-39-40-16,78 40 31,-39-39-31,1 39 0,38 0 16,-39 0-16,40 0 15,-40 0 1</inkml:trace>
  <inkml:trace contextRef="#ctx0" brushRef="#br0" timeOffset="-214515.29">18893 15482 0,'39'0'46,"0"0"-14,1 0-32,-1 0 15,0 0-15,0 0 16,0 0-16,1 0 0,-1 0 0,0 0 0,0 0 16,0-39-16</inkml:trace>
  <inkml:trace contextRef="#ctx0" brushRef="#br0" timeOffset="-214115.22">19912 14777 0,'0'-39'16,"0"78"-16,-39-117 31,39 117 0,0 0-31,0 0 0,0 0 16,0 1-16,0-1 0,0 0 16,0 0-16,0 0 0,0 0 0,0 1 15,0-1-15,0 0 16,0 0-16,0 0 0,0 1 0,0-1 16,0 0-16,0 0 0,39-39 31</inkml:trace>
  <inkml:trace contextRef="#ctx0" brushRef="#br0" timeOffset="-213795.33">19834 14895 0,'0'-40'15,"0"80"-15,39-80 0,0 1 16,0 0-16,1 39 16,-1 0 15,-39 39-31,0 0 16,39-39-16,0 40 15,0-1 1,1-39-16,-1 0 0,0 39 0,0-39 15,0 0-15,1 0 16,-40 39-16,39-39 0,0 0 16,0 0-1</inkml:trace>
  <inkml:trace contextRef="#ctx0" brushRef="#br0" timeOffset="-213525.35">20461 14816 0,'0'-39'32,"0"78"-32,-78-78 0,117 0 15,-39 0-15,0 78 32,39 39-17,-39-39-15,39 1 16,-39-1-16,0 0 0,0 0 0,39 0 0,-39 0 15,40 1-15,-40-1 16,0 0-16,0 0 0,39 0 0,-39 1 16,0-1-16,0 0 15,0 0-15,39-39 0,-39 39 0,39-39 16,-78 0-16</inkml:trace>
  <inkml:trace contextRef="#ctx0" brushRef="#br0" timeOffset="-213275.36">21049 15286 0,'0'-39'16,"0"78"-16,0-117 15,0 117 16,0 40-31,-39-40 16,39 0-16,0 0 0,0 0 16,0 1-1,0-1-15,0 0 0,39 0 16</inkml:trace>
  <inkml:trace contextRef="#ctx0" brushRef="#br0" timeOffset="-212985.36">21559 15051 0,'39'0'15,"-78"0"-15,117 0 0,-39 0 16,40 0-16,-40 0 0,0 0 0,0 0 16,0 0-16,40 0 0,-40 0 15,0 0-15,0 0 0,0 0 0,-117 0 16,196 0-16,-118-39 0,39 78 0,0-39 0,0 0 16,-39-39-1,39 39-15</inkml:trace>
  <inkml:trace contextRef="#ctx0" brushRef="#br0" timeOffset="-212725.38">22029 14895 0,'-79'0'16,"158"0"-1,-158-40-15,79 1 16,40 78-16,-80-39 15,80 0-15,-119-39 16,158 78-16,-79 1 16,0-80-16,0 119 0,0 38 15,0-78-15,-40 1 16,40-1-16,0 0 0,0 39 16,0-38-1,0-1-15,40 39 16,-40-39-16,39-39 0,-39 40 15</inkml:trace>
  <inkml:trace contextRef="#ctx0" brushRef="#br0" timeOffset="-212395.4">22774 14895 0,'-79'-40'16,"158"119"0,-119-79-1,80 39-15,-40 0 0,39 39 31,-39-38-31,-39-80 0,78 119 0,-78-79 0,39 39 0,0 39 32,-40-78-32,40 40 0,0-1 15,-39 0 1,39-39-16</inkml:trace>
  <inkml:trace contextRef="#ctx0" brushRef="#br0" timeOffset="-212135.33">22617 14855 0,'0'-39'0,"0"78"0,0-117 0,78 0 31,-117 38-31,117 80 0,-38-80 16,77 197-1,-156-157-15,117 157 32,-38-118-32,-40-39 0,39 78 0,39 40 31,-39-118-31,-39 39 0,40-39 0,-1-39 16</inkml:trace>
  <inkml:trace contextRef="#ctx0" brushRef="#br0" timeOffset="-211895.42">23205 14738 0,'-79'0'16,"79"-39"-16,0 78 31,0 0-16,0 0-15,0 0 0,0 1 16,0-1-16,0 0 16,0 0-16,0 0 0,0 0 0,40 1 15,-40-1-15,39 0 16,-39 0-16,39-39 0,-39 39 16,39-39-16</inkml:trace>
  <inkml:trace contextRef="#ctx0" brushRef="#br0" timeOffset="-211525.45">23440 15247 0,'0'0'0,"0"-39"16,39 0 15,0 39-31,40-39 16,-40 39-1,-39 39-15,0 0 16,0 0 0,-39 0-16,-40 40 15,79-40-15,-39-39 0,39 39 16,-39 0-16,0-39 16,39-39 15,39 39-31,0 0 15,40 0 1,-40-39-16,0 39 0,0 0 16,0 0-16,1 0 15,-1 0-15,0 0 16</inkml:trace>
  <inkml:trace contextRef="#ctx0" brushRef="#br0" timeOffset="-211275.46">23950 15130 0,'-40'-40'15,"40"1"1,40 39-16,77 0 31,-78 0-31,1 0 16,-1 0-16,0 0 15,0 0-15,-78 0 0,157 0 16</inkml:trace>
  <inkml:trace contextRef="#ctx0" brushRef="#br0" timeOffset="-211065.47">24498 14738 0,'-39'0'15,"78"0"-15,-117-39 0,117-1 16,-39 80 15,0-40-31,-39 78 0,39-39 16,0 0-16,0 1 0,0-1 0,-39 39 0,39-39 15,0 40-15,0-1 16,0 0-16,0-38 0,0 38 0,0 0 0,39-38 16</inkml:trace>
  <inkml:trace contextRef="#ctx0" brushRef="#br0" timeOffset="-197014.12">2665 18422 0,'0'-39'62,"40"39"126,-1 0-188,0 0 15,0 0-15,0 0 16,0 0-16,1-39 0,-1 39 0,0-39 0,0 39 16,0 0-16,1-40 15,-1 40-15,0-39 0,0 39 0,0-39 0,1 39 16,-1 0-16,-39-39 0,39 39 16,0 0-16,0-39 0</inkml:trace>
  <inkml:trace contextRef="#ctx0" brushRef="#br0" timeOffset="-196563.79">2822 18697 0,'0'0'16,"-39"0"-16,39 39 0,39-39 109,0 0-93,40 0-1,-40 0-15,0 0 0,0 0 0,0 0 0,1 0 16,-1-39-16,39 39 0,-39 0 0,1-40 0,-1 40 15,0 0-15,0 0 0,40-39 16,-40 39-16,0-39 0,0 39 0,0 0 16</inkml:trace>
  <inkml:trace contextRef="#ctx0" brushRef="#br0" timeOffset="-195043.89">5684 18187 0,'-40'0'15,"1"0"1,0 0 15,0 0 0,0 0 1,-1 0-1,40 39 16,-39-39 15,0 0-15,0 0-31,39 39-1,-39-39-15,-1 0 16,1 0 0,0 0-16,0 40 0,0-40 15,-1 0 1,1 0-16,39 39 16,-39-39 15,39 39-16,0 0 1,0 0-16,0 1 0,-39-40 16,39 39-16,0 0 15,0 0-15,0 0 0,0 1 16,39-1 0,-39 0-16,39-39 0,0 39 15,-39 0 1,40 1-1,-1-1 1,0 0 0,0-39-16,0 0 15,-39 39-15,40-39 16,-1 0-16,0 0 0,0 0 16,0 0-1,1 0-15,-1 0 0,0-39 16,0 39-1,-39-39 1,39 39-16,-39-39 0,0-1 16,40 40-16,-40-39 15,0 0-15,39 0 0,0 0 16,-39-1 0,39 1-16,-39 0 15,0 0 1,0 0-1,-39 39-15,0-40 32,39 1-32,-39 39 0,39-39 15,-40 39 1,40-39-16,-39 39 0,39-39 31,-39 39-31,0 0 16,39-40 31,39 40-32,-39-39-15,39 39 0</inkml:trace>
  <inkml:trace contextRef="#ctx0" brushRef="#br0" timeOffset="-194673.89">6585 18422 0,'0'39'47,"39"-39"-31,0 40 0,-39-1-16,40-39 15,-40 39-15,0 0 0,0 0 16,0 1-16,0-1 15,-79 0-15,79 0 0,-39-39 0,39 39 16,-39-39-16,39 40 16,-39-40-16,39 39 0</inkml:trace>
  <inkml:trace contextRef="#ctx0" brushRef="#br0" timeOffset="-194163.85">7330 18109 0,'0'0'0,"-39"0"16,-1 0 0,80 39 46,-40 39-62,39-39 0,-39 1 16,0-1-16,0 0 0,0 0 15,0 0-15,0 1 0,39-40 0,-39 39 0,0 0 16,0 0-16,39 0 16,-39 1-16,39-40 0,-39 39 15</inkml:trace>
  <inkml:trace contextRef="#ctx0" brushRef="#br0" timeOffset="-193673.97">8192 18501 0,'0'39'0,"39"-39"0,-39 39 78,0 0-78,0 0 0,0 1 16,0-1-16,0 0 15,-39 0-15,39 0 0,-39 1 16,0-1 0,0 0-16,-1 0 0,1-39 15</inkml:trace>
  <inkml:trace contextRef="#ctx0" brushRef="#br0" timeOffset="-193053.92">8623 18265 0,'-39'-39'16,"78"78"-16,-78-117 15,39 39-15,39 39 16,79-39-1,-79 39-15,40 0 16,-40 0-16,0 0 0,118 39 16,-118-39-16,118 39 15,-118 39-15,0-78 0,0 79 32,-39-40-32,39 0 0,-39 40 15,-78-40-15,39 0 16,0 0-16,-1 0 15,1-39-15,39 40 0,-39-40 16,0 0 0,0 0-16,39-40 31,0 1-15,39 39-1,0 0-15,0 0 0,0 0 16,1 0-16,-1-39 0,0 39 0,0 0 0,0 0 15,1 0-15,-1 0 0,0 0 16,0 0-16,0 0 0,1-39 0,-1 39 0,0 0 16,0 0-1</inkml:trace>
  <inkml:trace contextRef="#ctx0" brushRef="#br0" timeOffset="-192744.02">10387 18540 0,'0'39'0,"0"-78"0,-39 78 31,78-39 1,0-39-32,1 39 0,-1 0 15,0 0-15,-39-39 0</inkml:trace>
  <inkml:trace contextRef="#ctx0" brushRef="#br0" timeOffset="-192553.95">11014 18540 0,'-39'0'0,"39"-39"16,0-1-1,79 1 1</inkml:trace>
  <inkml:trace contextRef="#ctx0" brushRef="#br0" timeOffset="-192373.98">11602 18461 0,'-78'0'31,"39"0"-31,39-39 0,0 0 16,78 0-1</inkml:trace>
  <inkml:trace contextRef="#ctx0" brushRef="#br0" timeOffset="-192163.83">11877 18422 0,'0'0'16,"-39"0"-1,-1-78 1,80-1 0</inkml:trace>
  <inkml:trace contextRef="#ctx0" brushRef="#br0" timeOffset="-190333.67">12700 18030 0,'-39'0'0,"-1"0"15,80 0 126,-1 0-110,-39-39-31,39 39 16,-78 0 218,0 0-234,-1 0 16,-38 0-1,39 0-15,0 0 0,-1 0 16,1 0-16,0 0 16,0 0-16,39 39 31,-39-39-31,39 40 125,0-1-94,39-39-15,-39 39-1,39-39-15,-39 39 0,39-39 16,-39 39 0,0 0-16,39 1 15,-39-1 1,0 0-16,0 0 0,0 0 15,40-39 64,-40-39-64,39 39-15,-39-39 16,39 39-16,0 0 0,-39-39 15,39 39-15,1 0 16,-1-39-16,0 39 16,0 0-1,-39 39 1,39-39 0,-39 39-16,0 0 0,40-39 15,-40 39-15,0 1 0,0-1 16,39-39-16,-39 39 15,0 0-15,0 0 0,0 1 16,-39-1 0,-1-39-16,40 39 0,-39-39 0,39 39 15,-39-39-15,0 0 16,0 0-16,39 39 0,-40-39 0,1 0 16,0 40-16,0-40 15,0 0-15,-1 0 16,1 0-16,0 0 0,0 0 0,0-40 0,0 40 15,-1-78-15,-38 78 16</inkml:trace>
  <inkml:trace contextRef="#ctx0" brushRef="#br0" timeOffset="-184174.08">5448 1724 0,'0'-78'46,"118"352"-46,-236-470 0,118 157 94,40 78-78,-1-39-1,-39 39 1,39-39-16,-39 40 16,39-40-16,0 39 31,-39 0-15,40 0-16,-40 0 0,39-39 0,-39 40 15,39-1-15,-39 0 0,39-39 0,-39 39 0,0 0 16,39-39-16,-39 40 0,0-1 15,0 0-15,0 0 0,-39 0 32,0-39-32,0 39 0,0-39 15</inkml:trace>
</inkml:ink>
</file>

<file path=ppt/ink/ink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17T16:48:07.064"/>
    </inkml:context>
    <inkml:brush xml:id="br0">
      <inkml:brushProperty name="width" value="0.05292" units="cm"/>
      <inkml:brushProperty name="height" value="0.05292" units="cm"/>
      <inkml:brushProperty name="color" value="#FF0000"/>
    </inkml:brush>
  </inkml:definitions>
  <inkml:trace contextRef="#ctx0" brushRef="#br0">2352 2195 0,'0'0'0,"-39"0"0,-1 0 16,1 0-16,0-40 0,0 40 16,39-39-1,0 0-15,0 0 0,39 39 0,-39-39 16,39 39 0,-39-40-16,39 40 15,-39-39-15,40 39 0,-1-39 16,0 39-1,0-39-15,0 39 0,1 0 0,-1 0 0,0 0 16,0 0 0,0 0-16,1 39 0,-1-39 0,0 39 0,-39 0 15,39 1-15,0 38 0,-39-39 16,39 0-16,-39 40 0,0-40 0,0 39 0,0-39 16,0 1-16,0 38 15,0-39-15,-39 0 0,39 40 0,-39-40 0,0 0 16,39 0-16,-39 1 15,39-80 1,0 1-16,39 0 0,-39 0 16,39-40-16,-39 40 15,39-39-15,0 39 0,1-40 0,-1 40 0,-39-39 16,39 39-16,0-1 0,0 1 16,-39 0-16,40 39 0,-1-39 0,-39 0 0,39 39 15,0-40-15,0 1 0,1 39 16,-40-39-1,39 39-15,0 78 16,-39-38 0,39-1-16,-39 0 0,0 0 0,0 0 0,39 1 15,-39-1-15,0 0 16,0 0-16,0 0 0,0 0 0,0 1 0,0-1 16,0 0-16,40 0 0,-40 0 15,0 1-15,39-1 0</inkml:trace>
  <inkml:trace contextRef="#ctx0" brushRef="#br0" timeOffset="239.98">4194 2273 0,'0'-39'0,"-39"39"0,39-39 0,0-1 16,0 1-16,0 0 16,39 39-16,-39-39 0,39 39 15,-39-39-15,39 39 16,1-40-16,-1 40 0,0-39 16,0 39-16,0 0 15,1-39-15,-1 39 0</inkml:trace>
  <inkml:trace contextRef="#ctx0" brushRef="#br0" timeOffset="460.03">4508 2547 0,'-79'0'15,"158"0"-15,-119 0 16,119 0-16,-1-78 15,-39 78-15,40-39 16,-40-1-16,0 40 16,0-39-16,118-39 31</inkml:trace>
  <inkml:trace contextRef="#ctx0" brushRef="#br0" timeOffset="799.95">5527 1842 0,'0'0'0,"-39"0"16,-1-39 0,1 39-1,-39 117 1,-40 40-1,118-118 1,0 0-16,0 79 16,0-79-16,39-39 0,-39 39 15,118 40 1,-40-1 15,-38-78-15,-40-39-16,39-79 31,-39 79-31,0 0 0</inkml:trace>
  <inkml:trace contextRef="#ctx0" brushRef="#br0" timeOffset="3966.37">5566 1999 0,'-39'0'0,"0"0"15,39-40 17,39 40-17,-39-39-15,0 0 63,39 39-48,-39-39 1,0 78 93,0 0-77,39 0-32,-39 1 0,39-40 0,-39 39 15,40 0-15,-40 0 16,0 0-16,39-39 0,-39 40 0,39-40 16,-39 39-16,0 0 0,0 0 15,0 0-15,0 0 0,0 1 16,-39-40-1,39 39-15,-39 0 0,-1 0 16,1 0-16,0 1 0,0-1 16,39 0-16,-39-39 15,39 39-15,-40-39 0,40 39 0</inkml:trace>
  <inkml:trace contextRef="#ctx0" brushRef="#br0" timeOffset="4426.39">6428 1607 0,'0'0'15,"-39"0"-15,0 0 0</inkml:trace>
  <inkml:trace contextRef="#ctx0" brushRef="#br0" timeOffset="4646.38">6663 2508 0,'0'0'0,"0"39"16,0 0-16,40-39 0,-40 40 0,0-1 15,0 0-15,0 0 16,0 0-16,0 1 0,-40-1 16,40 0-16,-78 0 15,39 0-15,0 1 0,-1-1 0,1 0 0,0-39 16,0 39-16,0 0 0,-1 1 15,1-1-15,0-39 0,0 39 0</inkml:trace>
  <inkml:trace contextRef="#ctx0" brushRef="#br0" timeOffset="5496.46">7251 1724 0,'0'-39'16,"0"0"0,0 78 30,0 0-46,0 0 0,0 1 16,0-1-16,0 0 16,0 0-16,0 0 0,0 1 0,40-1 15,-40 0 1,39-39-16,0 39 0,0-39 16,0 0-1,1 0-15,-40-39 0,39 39 0,-39-78 16,39 78-16,-39-40 0,0 1 15,39 0-15,-39 0 0,0 0 0,0-1 16,39 40-16,-39-39 0,0 0 16,0 0-16,0 78 47,0 0-32,0 0-15,-39 1 0,39-1 0,0 0 0,0 0 16,0 0-16,0 1 0,0-1 0,0 0 15,0 39-15,0-38 0,0-1 0,0 39 0,0-39 16,39 0-16,-39 40 0,0-40 16,0 39-16,0-38 0,0-1 0,0 39 0,0-39 15,0 40-15,0-40 16,0 39-16,0-38 0,-39 38 0,39-39 0,-39 0 16,39 1-16,-78-1 0,78 0 15,-40 0-15,1-39 0,39 39 0,-39-39 16,0-39-1,39-39-15,-39 39 16,39-1-16,0 1 0,0 0 0,-40-39 0,40 38 16,0 1-16,0 0 0,0 0 15,0 0-15,0-1 0,40 1 0,-40 0 0,78 0 16,-78 0 0,39 39-16,-39-40 0,39 1 0,1 0 15,-1 0-15,0 0 16</inkml:trace>
  <inkml:trace contextRef="#ctx0" brushRef="#br0" timeOffset="5796.44">8231 1646 0,'-78'-39'31,"156"78"-31,-156-118 0,39 79 0,39-39 0,-39 39 16,-1 0-16,1 39 0,-39 40 31,39-1-31,-1-39 0,1 157 32,0-156-32,39 38 0,0-39 0,0 0 0,0 1 15,78 116 1,40 1-1,-40-118-15,-38 0 0,38-39 16</inkml:trace>
  <inkml:trace contextRef="#ctx0" brushRef="#br0" timeOffset="6106.36">8741 1999 0,'0'0'0,"-39"0"0,39-40 16,39 40-16,0 0 31,0 0-31,-39 40 0,0-1 0,0 39 32,-78 1-17,-40-1 1,1-39-1,38-78 17,79-39-17,40 38 1,-40 1-16,117-39 16,-78 78-16,-39-39 0,40 39 15,-40-40-15</inkml:trace>
  <inkml:trace contextRef="#ctx0" brushRef="#br0" timeOffset="6376.4">9055 1646 0,'0'0'15,"39"0"1,39 78-1,-39-39-15,40 79 32,-79-79-32,0 0 0,39 79 15,-39-79-15,0 40 16,-79-1-16,79-39 0,-117 79 16,78-40-1,39-39-15,-39 40 0</inkml:trace>
  <inkml:trace contextRef="#ctx0" brushRef="#br0" timeOffset="6596.39">10191 1803 0,'0'-40'15,"0"80"-15,0-119 0,79 40 16,-40 0-16,0 0 0,0-1 16,0 40-16,-39-39 0,79 0 31,-40 39-31,0 0 0</inkml:trace>
  <inkml:trace contextRef="#ctx0" brushRef="#br0" timeOffset="6766.31">10426 2351 0,'0'39'32,"0"-78"-32,40 78 0,-40-117 0,78 78 0,-39-39 0,0 39 15,40-39-15,-40 39 16,196-118-1</inkml:trace>
  <inkml:trace contextRef="#ctx0" brushRef="#br0" timeOffset="11758.37">11955 1685 0,'0'39'0,"39"-39"32,1 0-17,-1 0 1,0 0-16,0-39 16,0 39-16,1-39 15,-1 0-15,-39-1 16,0 1-16,39 39 0,-39-39 0,0 0 15,0 0-15,39 39 16,-39-40-16,0 1 0,0 0 0,0 0 16,0 0-16,0-1 15,-39 40-15,0 0 16,39-39-16,-39 39 16,39 79-1,-40-40-15,40 0 16,-39-39-16,39 39 0,-39 40 15,39-40-15,0 0 0,0 0 0,0 0 0,-39 40 16,39-40-16,0 0 16,0 0-16,0 1 0,0-1 0,39 0 0,-39 0 15,0 0-15,39 1 0,-39-1 16,0 0-16,39-39 0,-39 39 0,0 0 0,0 1 16,0-1-16,0 0 31,0-78 0,0 0-31,0-1 16,0 1-1,0 0-15,0 0 0,0 0 0,40-1 16,-40 1-16,0 0 0,39 39 0,-39-39 0,39 0 16,0-1-16,0 1 15,0 0-15,1 0 16,-40 78 15,0 0-31,0 0 16,0 1-16,0-1 0,39 0 0,-39 0 0,0 0 15,0 1-15,0-1 0,39 0 0,-39 0 16,0 0 0,0 1-16,39-40 0,-39 39 15,39-39 1</inkml:trace>
  <inkml:trace contextRef="#ctx0" brushRef="#br0" timeOffset="12028.39">13249 1567 0,'-40'-117'15,"40"78"-15,0-1 16,-78 1-1,39 118 17,39-40-32,-39 0 0,-1 118 31,40-118-31,0 39 0,0-38 0,0-1 0,0 0 16,0 0-16,40 40 0,-1-40 0,-39 0 15,117 0 1,-77 0-16,-1-39 0</inkml:trace>
  <inkml:trace contextRef="#ctx0" brushRef="#br0" timeOffset="12338.35">13719 1607 0,'0'0'0,"39"0"31,0 0-15,1 78 0,-1 79 15,-39-118-31,-39 39 16,-40-78 15,1-39-16,78 0-15,-39 0 16,39 0-16,0-40 16,39-38-1,-39 77-15</inkml:trace>
  <inkml:trace contextRef="#ctx0" brushRef="#br0" timeOffset="12578.38">14229 1450 0,'0'39'16,"0"-78"-16,78 117 16,-78-39-16,78 79 31,-78-79-31,0 0 0,0 118 31,0-118-31,-39 1 0,39-1 0,-39 39 16,0-39-16,39 1 15,0-1-15,-39-39 0,-1 39 16</inkml:trace>
  <inkml:trace contextRef="#ctx0" brushRef="#br0" timeOffset="12798.34">14973 1842 0,'0'0'0,"40"0"16,116-79 0,-77 79-16,156-78 31,-196 78-31,0 0 0,0-39 0,1 39 0,-40-39 31,0-1-31</inkml:trace>
  <inkml:trace contextRef="#ctx0" brushRef="#br0" timeOffset="13048.33">15287 1411 0,'-39'0'16,"78"0"-16,-39 0 15,0 39-15,39-39 16,-39 235 0,0-157-1,0-38-15,0 77 16,0-78-16,0 1 0,0 38 0,0 40 31,0-79-31,39-39 0</inkml:trace>
  <inkml:trace contextRef="#ctx0" brushRef="#br0" timeOffset="13628.22">16267 1763 0,'0'-39'16,"78"-39"0,1-40-1,-40-78 17,-39 157-32,0 0 0,0-40 31,0 40-31,-39 0 0,39 78 31,0 0-31,0 1 16,0-1-16,-40 0 15,40 0-15,0 40 0,0-40 0,0 0 0,0 0 16,0 0-16,0 1 0,0-1 0,0 39 0,40-39 16,-40 1-16,0-1 15,39 0-15,-39 0 0,0 0 0,0 1 0,0-1 16,0 0-16,0 0 15,0 0-15,-39-39 16,39 40 0,0-80-1,39-38-15,0 39 16,0 0-16,-39-1 16,39 1-16,-39 0 0,40 0 0,-1 39 0,0-39 15,-39-1-15,39 40 16,0-39-16,1 39 15,-1 0 1,-39 39-16,39-39 16,-39 40-16,0 38 15,0-39-15,0 0 0,0 1 16,0-1-16,0 0 0,-39 0 0,39 0 0,0 1 16,0-1-16,0 0 15,0 0-15,39-39 0,0 39 0,40-39 16</inkml:trace>
  <inkml:trace contextRef="#ctx0" brushRef="#br0" timeOffset="13888.22">17600 1332 0,'0'0'0,"-40"0"15,40 39 1,-39 40 0,39 156-1,0-157 1,0-38-16,39 116 16,1-116-16,-40-1 0,39 0 15,0 0-15,0 0 0,0-39 16</inkml:trace>
  <inkml:trace contextRef="#ctx0" brushRef="#br0" timeOffset="14058.27">18188 1920 0,'-40'0'16,"80"0"15,-1-39-31,0 0 15,0 0 1,0 39-16,1-40 0,-1 1 16,0 39-16,-39-39 15,39 39-15</inkml:trace>
  <inkml:trace contextRef="#ctx0" brushRef="#br0" timeOffset="14398.26">18971 1371 0,'-39'0'32,"78"0"-32,1 0 15,-40 40 1,0-1 0,0 0-16,0 0 0,0 0 15,0 1-15,0-1 16,0 0-16,0 0 0,0 0 0,-40-39 0,40 40 15,0-1 1,0 0-16,79-39 31,-79-39-31,39 39 0,39-39 16,-38 39-16,-1 0 0,0 0 0,0-40 0,0 40 16,1-39-16,-1 39 15,0-39-15,0 39 0,0 0 0,1-39 0,-1 39 16,0 0-16,0 0 0,0 0 15,-39-39-15,40 39 0,-40-40 0</inkml:trace>
  <inkml:trace contextRef="#ctx0" brushRef="#br0" timeOffset="14688.17">19951 1019 0,'40'-40'16,"-80"80"-16,119-80 15,-40 40 1,0 0-16,0 40 0,1-1 16,-1 0-16,0 0 0,-39 0 15,39 40-15,0-40 0,1 39 0,-40-38 0,39 38 16,0-39-16,-39 40 15,39-40-15,-39 39 0,0-39 0,0 40 0,0-1 16,0-39-16,-78 40 0,39-40 16,-1 0-16,-38 40 0,-40-40 0,40 0 0,-40 0 15</inkml:trace>
  <inkml:trace contextRef="#ctx0" brushRef="#br0" timeOffset="15898.14">10426 3998 0,'0'0'15,"40"0"48,-1 0-47,0 0-16,0-40 15,0 40-15,1-39 0,38 39 0,-39 0 16,0 0-16,1 0 0,-1-39 15,0 39-15,39 0 0</inkml:trace>
  <inkml:trace contextRef="#ctx0" brushRef="#br0" timeOffset="16118.07">10662 4664 0,'0'39'16,"0"-78"-16,-40 78 0,80-39 16,38-39-16,-39 39 15,0-39-15,118 0 16,-118-1-16,79-38 16,-79 78-16</inkml:trace>
  <inkml:trace contextRef="#ctx0" brushRef="#br0" timeOffset="17998.37">12347 4115 0,'39'0'32,"0"0"-17,-39-39 48,0 0-63,0 0 15,0-1 1,0 1-16,0 0 0,0 0 16,0 0-16,-39-1 15,39 1-15,0 0 16,0 78 46,0 0-30,0 1-32,0-1 0,0 0 15,0 0-15,0 0 0,0 1 0,0-1 16,0 0-16,39 0 0,-39 0 16,0 1-16,0-1 0,0 0 0,0 0 0,0 0 15,0 1-15,0-1 16,0 0-16,0 0 0,0 0 0,0 1 15,0-1-15,0 0 16,0 0-16,0 0 0,-39-39 94,39-39-79,-39 39-15,0 0 16,0 0 0,0 0-16,-1 0 15,1 39-15,39 1 16,-39-40-16,0 0 47,39 39-32,39-39 17,0 0-17,0 0-15,1 0 0,-1 0 0,0 0 16,0-39-16,39 39 0,-38 0 0,-1-40 0,39 40 16,-39 0-16,1 0 15,-1 0-15,0 0 0,0 0 0,0 0 0,1 0 16,-1 0-16,0 0 15,0 0 1,-39-39 78</inkml:trace>
  <inkml:trace contextRef="#ctx0" brushRef="#br0" timeOffset="25423.48">2038 6232 0,'0'0'0,"39"0"78,-39-39-47,0-1 0,0 1-15,79 39-16,-40 0 16,-39-39-16,0 0 15,39 39-15,0 0 31,-39-39-31,40 39 0,-1 0 32,0 39-32,-39 0 15,39-39-15,-39 39 16,39-39-16,-39 39 0,40 1 0,-40-1 16,39 0-16,-39 0 0,0 0 15,0 1 1,-39-40-16,39 39 15,-40-39 1,40-39 31,0-1-47,0 1 0,0 0 16,0 0-16,0 0 15,40-1-15,-40 1 16,0 0-1,39 39-15,-39-39 0,39 39 16,0 39 31,0-39-47,1 78 0,-1-38 16,-39-1-16,39 0 0,-39 0 0,39 0 15,-39 1-15,0-1 0,0 0 16,39 0-16,-39 0 0,0 1 0,0-1 15,0 0-15,39 0 16,-39 0-16,0 1 0,0-1 0,40-39 16</inkml:trace>
  <inkml:trace contextRef="#ctx0" brushRef="#br0" timeOffset="25633.47">3214 6310 0,'39'-78'16,"-78"156"-16,157-235 31,-79 118-31,0 0 16,0 39-16,0 0 15,1 0-15,-1 0 16</inkml:trace>
  <inkml:trace contextRef="#ctx0" brushRef="#br0" timeOffset="25863.43">3567 6585 0,'-79'0'31,"79"-40"-31,0 1 32,40 0-32,-1 0 0,39 39 15,-39-39-15,1 39 16,-40-40-16,78 40 0,-39 0 0,0-39 0,1 39 16,-1 0-16,-39-39 0,39 39 0,0 0 15,0-39-15,1 39 0</inkml:trace>
  <inkml:trace contextRef="#ctx0" brushRef="#br0" timeOffset="26103.41">4429 5683 0,'-39'-39'15,"39"0"-15,0 78 31,0 0-31,0 39 16,0-38 0,0-1-16,39 0 0,-39 0 0,39 0 0,-39 1 15,0-1-15,40 0 0,-40 0 16,39 40-16,-39-40 0,39 0 0,0 0 0,-39 0 16,39 1-16,-39-1 0,40-39 0,-40 39 0</inkml:trace>
  <inkml:trace contextRef="#ctx0" brushRef="#br0" timeOffset="26903.36">6389 5683 0,'-78'0'16,"38"0"0,40-39-16,0 78 46,0 0-46</inkml:trace>
  <inkml:trace contextRef="#ctx0" brushRef="#br0" timeOffset="27123.34">6585 6349 0,'0'0'15,"0"40"-15,-39-40 0,39 39 32,0 0-32,-39 0 15,-40 118 1,-78 39 0,79-39-1</inkml:trace>
  <inkml:trace contextRef="#ctx0" brushRef="#br0" timeOffset="27803.31">7800 5801 0,'-117'0'16,"234"0"-16,-274 0 16,157 39-1,0 0-15,40 0 16,-40 0-16,39-39 0,-39 40 15,39-40-15,-39 39 16,39-39-16,0 0 31,1 0-31,-40-39 0,39-1 16,0 1-16,-39 0 16,0 0-16,39 39 15,-39-39-15,0 78 47,0 39-31,39-39-16,-39 1 0,0-1 15,40 0-15,-40 0 0,39 40 16,-39-40-16,0 0 0,0 0 0,39 40 0,-39-40 16,0 0-16,39 0 0,-39 40 0,0-40 0,0 0 15,0 39-15,0-38 16,0 38-16,0-39 0,-39 0 0,39 1 0,-39-1 15,39 0-15,0 0 0,-39-39 16,39 39-16,0 1 0,-40-40 31,40-79-31,-39 79 16,39-39-16,-39 0 0,39 0 0,-39-1 16,39 1-16,0 0 15,0 0-15,-39 0 0,39-1 0,0 1 16,0 0-1,0 0-15,78 0 32,-39 39-32,-39-40 0</inkml:trace>
  <inkml:trace contextRef="#ctx0" brushRef="#br0" timeOffset="28093.36">8702 5801 0,'-39'-40'15,"78"80"-15,-118-80 0,40 40 16,0 0 0,0 79-1,0-1-15,-1-39 0,40 118 31,0-118-31,0 1 0,0-1 0,40 39 16,-40-39-16,78 40 16,-78-40-16,39 0 0,0-39 15,1 0-15,-1 39 0,78-39 16</inkml:trace>
  <inkml:trace contextRef="#ctx0" brushRef="#br0" timeOffset="28273.31">9172 6075 0,'-39'0'15,"39"39"17,0 0-32,0 1 15,0-1-15,0 0 0,0 0 16,0 0-16,39-39 15,-39 40-15,39-1 0</inkml:trace>
  <inkml:trace contextRef="#ctx0" brushRef="#br0" timeOffset="28543.26">9603 5918 0,'-39'0'0,"78"0"0,-78 39 31,78 1-15,40 116 0,-40-116-16,39 116 15,-78-116-15,0-1 0,0 0 16,0 39-1,0-38-15,-78 77 16,39-78-16,-1 1 0,1-40 16,0 39-16</inkml:trace>
  <inkml:trace contextRef="#ctx0" brushRef="#br0" timeOffset="28793.33">10701 6232 0,'39'0'16,"0"0"-1,0 0-15,79-39 31,-40 39-31,-38-40 0,116 40 32,-116-39-32</inkml:trace>
  <inkml:trace contextRef="#ctx0" brushRef="#br0" timeOffset="29003.23">11289 6545 0,'-39'40'16,"78"-80"-16,-118 80 15,119-40-15,38 0 16,79-40 0,-79 40-16,157-39 15,-156 39-15,-40 0 0,0-39 0</inkml:trace>
  <inkml:trace contextRef="#ctx0" brushRef="#br0" timeOffset="29863.27">12974 6271 0,'0'0'16,"39"0"-16,1 0 16,-1-39-1,-39-79 1,39 79-1,-39 0-15,0-40 16,0 40-16,0 0 0,0 0 16,0 0-16,-39-1 15,39 1-15,-79-39 16,79 117 15,0 0-15,0 40-1,0-40-15,0 157 16,0-118-16,40 79 16,-1-39-1,-39 38 1,0-116 0,0-1-16,0 0 15,0 0 1,0-78-1,0 0 1,0 0-16,39-1 16,-39 1-16,39 39 15,-39-39-15,39 0 0,-39 0 0,40 39 16,-40-40-16,39 40 0,-39-39 0,39 39 0,0-39 16,0 39-1,1 0-15,-1 0 0,0 0 31,0 0-31,0 0 0,-39 39 16,40-39-16,-40 39 16,0 1-16,0-1 0,0 0 15,0 0-15,39-39 0,-39 39 0,0 1 0,0-1 16</inkml:trace>
  <inkml:trace contextRef="#ctx0" brushRef="#br0" timeOffset="30143.16">14150 5801 0,'0'0'0,"-78"0"0,39-40 16,-1 40-1,1 40-15,39 77 32,-39 79-17,39-157-15,39 1 0,-39-1 0,79 157 32,-40-196-32,-39 39 0,39 0 0,0 0 15,0 1-15,79-40 16,-79 0-16,0 0 0</inkml:trace>
  <inkml:trace contextRef="#ctx0" brushRef="#br0" timeOffset="30383.15">14895 5997 0,'-39'0'16,"0"0"-16,-1 0 15,1 39 17,39 78-17,0-77-15,39 38 0,1-39 0,-40 0 16,39 1-16,-39 38 16,39-39-16,-39 0 0,0 1 0,39 38 15,0 0 1</inkml:trace>
  <inkml:trace contextRef="#ctx0" brushRef="#br0" timeOffset="30683.16">15444 5918 0,'0'0'0,"-79"0"32,79 39 15,40-39-47,-40 40 0,0-1 0,39-39 15,-39 39-15,39 0 16,-39 0-16,39 1 0,-39-1 0,0 0 0,39 0 15,-39 0-15,0 1 16,0-1-16,0 0 0,0 0 0,0 0 0,-39 1 16,-39-1-1,39-39-15</inkml:trace>
  <inkml:trace contextRef="#ctx0" brushRef="#br0" timeOffset="31113.1">16972 6232 0,'0'0'16,"-39"0"-16,39-39 15,0-1 16,39 40-31,1 0 32,-1 0-32,0 0 0,39 0 0,-38 0 0,-1-39 15,39 39-15,-39-39 0,40 39 0,-40-39 0,39 39 16,-38 0-16,38 0 0,-39-39 16,0 39-16,1 0 0,-1 0 0,0-40 0,0 40 15</inkml:trace>
  <inkml:trace contextRef="#ctx0" brushRef="#br0" timeOffset="31383.1">17404 5801 0,'0'0'16,"0"39"31,0 0-32,0 0-15,39 0 0,-39 1 0,0-1 16,0 0-16,0 0 16,39 0-16,-39 1 0,39-1 0,-39 0 0,39 0 15,-39 40-15,0-40 0,40 0 16,-40 0-16,0 0 0</inkml:trace>
  <inkml:trace contextRef="#ctx0" brushRef="#br0" timeOffset="32183.2">18580 6036 0,'0'0'15,"39"0"1,0-39 15,39 39-31,1-40 16,-40 1-16,0-39 15,0 78-15,-39-118 16,0 79-16,0 0 16,0 0-1,0-1-15,-39 1 16,39 0-16,0 78 31,0 0-31,0 1 16,0-1-16,0 0 0,0 0 0,0 0 15,0 1-15,0-1 0,0 0 0,0 0 16,0 0-16,0 1 16,0-1-16,0 0 0,0 0 0,0 0 0,0 1 15,0-1-15,0 0 0,0 0 16,0 0-16,0 1 0,0-1 0,0 0 15,39 0 1,-39 0-16,39-39 16,-39-39 15,0 0-15,0 0-1,0 0-15,0-1 16,0 1-16,40 39 0,-1-39 15,0 39-15,0 0 16,-39-39-16,39 39 16,1 0-16,-40-39 0,39 39 0,0 0 15,0 0-15,0 0 0,1 0 16,-1 39-16,0-39 16,-39 39-16,39-39 0,0 39 0,-39 0 0,0 1 15,40-1-15,-40 0 16,39 0-16,-39 0 0,0 1 0,0-1 15,0 0-15,39 0 0,-39 0 16,0 1-16,0-1 0,39-39 0,-39 39 16,39-39-1,1 0-15</inkml:trace>
  <inkml:trace contextRef="#ctx0" brushRef="#br0" timeOffset="33824.05">20618 5565 0,'39'-39'16,"-39"78"77,-39 1-77,39-1-16,0 0 16,-39 0-16,39 40 0,-40-40 0,40 0 15,0 0-15,0 0 0,0 1 0,0-1 0,0 0 16,0 0-16,0 0 0,0 1 15,0-1-15,0 0 0,0 0 0,0 0 0,40 1 16,-40-1 0,39 0-16,-39 0 0,0 0 0,39-39 15,0 40-15,0-40 0,1 0 16,-1 0-16</inkml:trace>
  <inkml:trace contextRef="#ctx0" brushRef="#br0" timeOffset="39244.08">21167 6193 0,'0'39'0,"39"-39"203,0-39-203,0 39 16,0 0-16,1 0 0,-1-40 15,0 40-15,39 0 0,-38 0 0,-1 0 16,0 0-16,0-39 16,0 39-16,1 0 0,-1 0 0,0 0 0,0 0 15,0 0-15</inkml:trace>
  <inkml:trace contextRef="#ctx0" brushRef="#br0" timeOffset="40104.01">22068 5879 0,'-39'39'0,"39"0"94,0-78 140,39 39-218,-39-39 0,0 0 15,0 0-15,0-1 15,39 40-16,-39-39 1,0 78 62,0 1-62,39-40-16,-39 39 15,0 0-15,0 0 0,40 0 0,-40 1 16,0-1-16,0 0 0,0 0 16,39 0-16,-39 1 0,0-1 0,0 0 15,0 0-15,0 0 16,0 1-16,0-1 0,0 0 16,0 0-16,39-39 0</inkml:trace>
  <inkml:trace contextRef="#ctx0" brushRef="#br0" timeOffset="40624.06">22774 5565 0,'-40'-39'0,"1"39"0,39-39 16,39 78 62,1 0-62,-40 1-16,78-40 0,-78 39 0,39 0 15,0 0-15,1 0 16,-1 40-16,-39-40 0,39 0 0,-39 0 0,0 40 16,0-1-16,-78-39 0,38 40 0,-38-1 0,0 1 15,-40-1-15,0 0 0,1 1 16,-1-1-16</inkml:trace>
  <inkml:trace contextRef="#ctx0" brushRef="#br0" timeOffset="42589.38">10975 8309 0,'0'0'0,"0"40"0,39-40 125,1 0-94,-40-40-31,39 40 15,0-39-15,0 39 16,0 0-16,1-39 0,-1 39 0,0-39 0,0 39 16,0 0-1,1 0-15,-1 0 0,0 0 0,0 0 0,0 0 16,1 0-16</inkml:trace>
  <inkml:trace contextRef="#ctx0" brushRef="#br0" timeOffset="43720.15">11250 8662 0,'-40'0'0,"40"39"16,-39-39-16,0 0 31,78 0 501,0 0-501,1 0-16,-1 0 1,-39-39 0,39 39-16,0 0 0,0 0 15,1 0-15,-1-39 0,0 39 16,0-39-16,40 39 0,-40 0 0,0 0 0,39-39 16,-38 39-16</inkml:trace>
  <inkml:trace contextRef="#ctx0" brushRef="#br0" timeOffset="47652.58">13562 7917 0,'-39'0'343,"39"40"-93,-39-40 297,0 0-515,-1 0-1,1 0-31,0 0 47,39 39-32,-39-39 1,0 0 15,39 39-31,-40-39 31,1 0-31,39 39 16,-39-39-16,0 39 16,0-39-1,39 40-15,-40-40 16,40 39 0,0 0-1,0 0 1,0 0-1,0 1 1,0-1-16,0 0 16,0 0-16,0 0 0,0 1 15,0-1 1,0 0 15,0 0-15,0 0 31,40-39-32,-40 39-15,39-39 16,-39 40 31,39-40-47,0 0 47,0 0-32,-39-40 1,40 40-16,-1 0 0,-39-39 0,39 39 16,0 0-16,0-39 15,1 39-15,-1 0 31,-39-39 16,39 39-47,-39-39 0,39 0 16,-39-1 0,39 40-16,-39-39 15,0 0 1,0 0-16,0 0 0,0-1 31,0 1-31,0 0 16,0 0-1,-39 39 1,39-39-16,0-1 16,-39 40-1,39-39-15,-39 39 0,39-39 0,-39 39 16,39-39-1,-40 39-15,1 0 16,0 0 0,0 0 62,0 0-47</inkml:trace>
  <inkml:trace contextRef="#ctx0" brushRef="#br0" timeOffset="48182.47">14150 8192 0,'0'0'15,"39"0"64,1 0-64,38 0 1,-39 0-16,0 0 0,1 0 0,-1-39 15,39 39-15,-39 0 0,1-40 0,-1 40 16,0 0-16,0 0 0,0-39 0,1 39 16,-1 0-16,0 0 0</inkml:trace>
  <inkml:trace contextRef="#ctx0" brushRef="#br0" timeOffset="48552.45">14621 7996 0,'-40'0'0,"1"0"16,0 0-16,39 39 93,39-39-77,-39 39-16,0 0 16,0 1-1,39-1-15,-39 0 0,0 0 16,0 0-16,40 1 0,-40-1 15,0 0-15,39 0 0,-39 0 0,0 1 16,0-1-16,0 0 16,0 0-16,0 0 0</inkml:trace>
  <inkml:trace contextRef="#ctx0" brushRef="#br0" timeOffset="49142.4">15679 7839 0,'0'0'0,"-79"0"15,40 39 1,0 0 0,39 1-16,-39-1 31,39 0-31,0 0 0,0 0 15,0 1-15,39 38 16,-39-39-16,39-39 0,-39 39 16,39-39-16,1 40 0,-1-1 15,78-39 1,-38-39 15,-40-1-31,0-77 31,0 117-31,-39-118 16,0 79-16,0 0 0,0 0 16,-39-1-16,0-38 15,0 78-15,39-39 0,-39 39 0,-40-39 32,40 39-32,0 0 0,0 0 15,-1 0-15,-38 39 16,78 0-16,-39-39 0</inkml:trace>
  <inkml:trace contextRef="#ctx0" brushRef="#br0" timeOffset="49412.39">16737 7878 0,'39'-39'32,"1"0"-32,38 39 0,-39-39 0,0 39 15,1 0-15,-1 0 0,39-40 16,-39 40-16,40-39 0,-40 39 0,39 0 0,-38-39 15,-1 39-15,39 0 16,-39 0-16,1-39 0,-1 39 0,0 0 0</inkml:trace>
  <inkml:trace contextRef="#ctx0" brushRef="#br0" timeOffset="49662.41">17012 8231 0,'39'0'31,"0"0"-15,-39-39-16,39 39 0,0 0 15,40 0 1,-40-39-16,0 39 0,0 0 0,1 0 0,38 0 15,-39 0-15,0-40 0,40 40 16,-40 0-16,0-39 0</inkml:trace>
  <inkml:trace contextRef="#ctx0" brushRef="#br0" timeOffset="50232.34">18893 7565 0,'0'0'15,"0"-40"1,-78 40 0,38 0-16,1 0 15,0 0-15,0 40 0,0-1 16,0 0 15,39 0-31,39 40 16,-39-40-16,39 39 31,0-78-31,0 0 0,-39 39 0,39-39 16,-39 40-16,79-40 15,-79 39-15,39-39 0,0 0 16,0 0-1,79-39 1,-79-1-16,40-38 16,-79 39-1,39 0-15,-118-40 32,79 40-32,-39-79 15,0 79-15,-39 0 16,38 39-16,-77-39 31,78 39-31,-1 0 0,1 0 0,-39 0 0,-79 39 16,118-39-1,0 78 1,0-38 0</inkml:trace>
  <inkml:trace contextRef="#ctx0" brushRef="#br0" timeOffset="50832.3">5762 11053 0,'-78'-78'16,"156"156"-16,-196-195 0,1-40 16,117 118-16,-39-1 15,-1-156-15</inkml:trace>
  <inkml:trace contextRef="#ctx0" brushRef="#br0" timeOffset="52532.2">2077 9250 0,'0'-39'31,"40"0"78,-1 39-109,-39-40 0,39 1 16,0 0-16,0 0 15,1 39-15,-40-39 0,39-1 0,0 40 16,0-39 0,0 39-1,-39 39-15,40-39 16,-40 40-16,39-1 0,-39 0 16,39 0-16,-39 0 0,39 1 0,0-1 0,-39 39 15,40-39-15,-40 1 16,39-1-16,-39 39 0,39-39 0,-39 1 0,0-1 15,39 0-15,-39 0 0,0 0 16,0 1-16,0-1 0,0 0 16,0 0-1,-39-78 32,0 0-47,0 0 0,39-1 16,0 1-16,-40 0 15,40 0-15,-39 39 0,39-39 0,0-1 0,0 1 16,0 0-16,0 0 16,0 0-16,39 39 0,-39-40 0,40 1 15,-40 0-15,78 39 0,-78-39 0,39 39 0,0-39 16,-39-1-16,39 40 16,1 0-16,-40-39 0,39 39 0,0 0 15,-39-39 1,39 39-16,0 39 15,1-39 1,-40 39-16,39-39 0,-39 40 0,39-1 16,0 0-16,-39 0 0,39 0 15,-39 1-15,0-1 16,40-39-16,-40 39 0,39 0 0,-39 0 0,39 1 16,-39-1-1,39 0-15,-39 0 0,39-39 0,-39 39 16,40 1-16,-1-1 15,-39 0-15,39-39 16</inkml:trace>
  <inkml:trace contextRef="#ctx0" brushRef="#br0" timeOffset="52782.18">3763 9603 0,'0'-39'16,"0"-1"-16,0 1 0,0 0 15,39 0 1,39-40 15,-38 40-31,38 0 0,-39 0 0,40 39 0,38-79 31,-38 40-31</inkml:trace>
  <inkml:trace contextRef="#ctx0" brushRef="#br0" timeOffset="53002.21">3880 9916 0,'0'0'0,"0"40"0,-39-40 16,118-40-1,-40 1-15,0 0 16,0 39-16,0-39 0,1 0 0,38 39 16,-39-40-16,40 40 15,-1-39-15,-39 0 0,40 39 0,-1-39 0,-39 39 16,40-39-16</inkml:trace>
  <inkml:trace contextRef="#ctx0" brushRef="#br0" timeOffset="53532.14">5017 8976 0,'-39'0'0,"39"-40"15,39 40 1,0 0 0,1 0-16,-1 0 0,0 0 15,0 0-15,0 0 0,40 0 0,-40 0 0,0 0 16,0 40-16,1-40 15,-1 39-15,0-39 0,0 39 0,0 0 0,-39 0 16,0 1-16,40-1 0,-40 0 16,0 0-16,0 40 0,0-40 0,-40 0 0,40 39 15,-78-38-15,39-1 0,0 0 0,-1 0 0,1 0 16,0 1 0,0-40-16,0 0 0,39 39 0,-40-39 0,1 0 15,39-39 1,0-1-16,0 1 0,0 0 15,0 0-15,0 0 16,39-1-16,1 1 0,-1 0 16,0 39-16,0 0 0,0 0 15,1 0 1,-1 0-16,0 39 0,0-39 0,0 39 0,1-39 16,-1 40-16,0-40 15,0 39-15,0-39 0,1 39 0,-1-39 0,0 0 16,0 39-16,0-39 0,0 39 15,1-39-15,-1 0 0,0 0 0,0 40 0,0-40 16</inkml:trace>
  <inkml:trace contextRef="#ctx0" brushRef="#br0" timeOffset="53792.16">6585 8819 0,'-78'-39'0,"156"78"0,-196-118 0,79 79 31,39 40-15,39-40-16,-39 39 16</inkml:trace>
  <inkml:trace contextRef="#ctx0" brushRef="#br0" timeOffset="54032.15">7330 9760 0,'0'39'16,"0"-78"-16,0 117 0,-39-39 16,-40 0-1,79 1-15,-78 77 31,39-117-31,-1 118 16,40-79-16</inkml:trace>
  <inkml:trace contextRef="#ctx0" brushRef="#br0" timeOffset="54962.1">8506 9328 0,'-39'0'0,"-1"0"15,119 0-15,-158 40 16,79-1-16,40-39 16,-40 39-16,39 0 0,39 0 15,79 79 1,78-40 15,-156-78-31,-40 0 0,39 0 31,-39-39-31,0 0 0,-39 0 16,0-40 0,-39-77-1,-39 38 1,78 157 31,39-39-47,-39 39 15,39 1-15,-39-1 16,39 0-16,-39 0 0,0 0 0,40 1 0,-40-1 16,0 0-16,39 0 0,-39 0 0,0 1 0,0-1 15,0 0-15,0 0 16,0 0-16,0 1 0,0-1 0,0 0 16,0 0-16,0 0 0,-39 1 15,39-1-15,0 0 0,0 0 0,-40 0 0,40 1 16,-39-1-16,0 0 15,39 0-15,-39 0 0,0-39 0,39 40 0,-39-1 16,-1 39-16,40-39 0,-39-39 0,0 40 0,0-1 16,0 0-16,-1 0 0,1-39 15,0 39-15,0-39 0,0 0 0,39 40 0,-40-40 16,1 0 0,39-40-16,0 1 15,0 0-15,0 0 0,0 0 16,0-1-16,0-38 0,39 39 0,-39 0 0,40-1 15,-40 1-15,39 0 16,0 0-16,0 39 0,0-39 0,-39-1 0,40 1 16,-1 39-16,0-39 0,0 0 0,0 0 15,1 39-15,-40-40 0,39 40 16,-39-39-16</inkml:trace>
  <inkml:trace contextRef="#ctx0" brushRef="#br0" timeOffset="55252.43">9760 9603 0,'-39'0'0,"78"0"0,-117 0 0,38 0 31,1 39-31,39 0 0,0 0 16,0 1-16,0-1 15,0 0-15,39 0 16,1 0-16,-40 1 0,78-1 0,-78 0 16,39-39-16,0 39 0,1 0 15,-1-39-15,0 40 0,0-40 16</inkml:trace>
  <inkml:trace contextRef="#ctx0" brushRef="#br0" timeOffset="55692.4">10270 9760 0,'-40'0'15,"80"0"-15,-80-40 0,40 80 47,40-40-31,-1 39-16,0 0 16,-39 0-1,39-39-15,-39 39 0,0 1 0,0-1 16,0 0-16,0 0 15,0 0-15,0 1 32,-39-40-32,0 0 0,78-40 47,0 1-32,0 39 1,-39-39-16,40 39 15,-1 0 1,0 0-16,-39-39 0,39 39 0,0 0 0,1 0 16,-1 0-16,0 0 0,0 0 0,0-39 0,1 39 15,-1 0-15</inkml:trace>
  <inkml:trace contextRef="#ctx0" brushRef="#br0" timeOffset="56012.4">11093 9603 0,'0'0'0,"39"0"46,0 0-30,0 0-16,-39 39 0,40-39 16,-1 39-16,0-39 0,0 39 0,0 1 15,-39-1-15,40-39 16,-40 39-16,39-39 0,-39 39 0,0 0 0,0 1 16,0-1-16,0 0 15,0 0-15,0 40 0,-39-40 0,39 0 0,-79 0 16,79 0-16,-39 40 0,0-79 15,-40 39-15</inkml:trace>
  <inkml:trace contextRef="#ctx0" brushRef="#br0" timeOffset="56272.43">12190 9877 0,'0'-39'16,"0"0"-16,40 0 31,-1 39-31,0-40 0,78 1 31,-77 0-31,-1 39 0,0-39 0,0 39 31,0 0-31</inkml:trace>
  <inkml:trace contextRef="#ctx0" brushRef="#br0" timeOffset="56492.44">12151 10308 0,'0'0'15,"-39"0"1,117-78 0,-38 39 15,38 39-31,79-39 31,-40-1-31,-78 40 0</inkml:trace>
  <inkml:trace contextRef="#ctx0" brushRef="#br0" timeOffset="57192.47">13562 9877 0,'-39'0'0,"39"-39"31,-39 39-15,39-39-16,0 0 15,0-1-15,0 1 16,-79-39 15,79 39-31,-78-1 31,78 80 1,39-40-17,-39 39-15,0 0 0,0 0 16,39-39-16,-39 39 16,0 1-16,0-1 0,0 0 0,0 0 0,40 0 15,-40 1-15,0-1 0,0 0 16,0 0-16,0 0 0,0 1 0,0-1 0,0 0 15,0 0-15,0 0 16,0 1-16,0-1 0,0 0 16,0-78 46,0 0-62,0-1 0,0 1 16,39 0-16,-39 0 15,0 0-15,39 39 0,-39-40 0,0 1 0,0 0 16,39 39-16,0-39 16,1 39-16,-40-39 0,39 39 0,0-40 0,0 40 15,0-39-15,1 39 0,-1 0 16,0 0-16,0 0 16,-39 39-16,39-39 15,-39 79 1,40-40-16,-40 0 0,0 0 15,0 1-15,39-40 0,-39 39 16,0 0-16,39-39 0,-39 39 0,0 0 16</inkml:trace>
  <inkml:trace contextRef="#ctx0" brushRef="#br0" timeOffset="57502.61">14895 9407 0,'-39'0'0,"0"0"0,-1 0 15,1 0-15,0 39 16,39 39-1,-39-78-15,39 40 16,0-1-16,0 39 0,0-39 0,0 1 0,0-1 16,0 0-16,0 0 0,0 0 0,39 1 0,-39-1 15,0 0-15,39 0 0,-39 0 16,39-39-16,-39 40 0,79-1 0,-40-39 0,0 0 16,-39 39-16,39-39 15,1 0-15,-1 0 0,0 0 0</inkml:trace>
  <inkml:trace contextRef="#ctx0" brushRef="#br0" timeOffset="57892.59">15365 9642 0,'40'-39'0,"-40"0"0,39-1 15,78 1 1,-78 39 0,1 0-16,-1 39 15,-39 1-15,0-1 0,39-39 16,-39 39-16,0 118 16,-39-118-1,39 0-15,-118 118 16,79-157-16,39 39 0,-39-39 15,0 39-15,0-39 0,39 40 0,-40-40 16,80-40 15,-1 1-31,39 39 16,-39-39 0,0 39-16,1-39 0,-1 39 0,0 0 15,0 0-15,0 0 16,1 0-16,-40-39 0,39 39 15</inkml:trace>
  <inkml:trace contextRef="#ctx0" brushRef="#br0" timeOffset="58182.56">16306 9564 0,'0'0'0,"0"-40"0,39 40 16,0 0-16,1 0 15,-1 0-15,0 0 16,-39 40-16,39 38 16,0-39-16,-39 0 0,40 1 15,-40-1 1,39 0-16,-39 0 0,0 0 0,0 1 15,0-1-15,0 0 0,0 0 16,0 0-16,0 1 0,-39-40 0,39 39 0,-40 0 16,40 0-16,-78-39 0</inkml:trace>
  <inkml:trace contextRef="#ctx0" brushRef="#br0" timeOffset="58432.57">17168 10034 0,'40'0'0,"-1"-39"16,0 39-16,-39-39 16,39 39-16,0 0 0,118-40 15,78-38 1,-39 39 15,-117 39-31,-40-39 0,118-1 16,-118 40-16</inkml:trace>
  <inkml:trace contextRef="#ctx0" brushRef="#br0" timeOffset="58682.54">17639 9485 0,'39'0'47,"-39"39"-47,39-39 0,0 79 15,-39-40-15,0 0 16,0 0-16,40 1 0,-40-1 0,39 0 0,-39 39 15,0-38-15,39-1 0,-39 0 16,0 0-16,0 0 0,0 1 0,0-1 0,0 0 16,0 0-16,39 0 0</inkml:trace>
  <inkml:trace contextRef="#ctx0" brushRef="#br0" timeOffset="59372.5">18775 9956 0,'118'-40'16,"-79"40"0,79-117-1,-118 78 1,0-1-16,0-77 15,0 78-15,0-1 16,0-38-16,0 39 0,0 0 16,-79 39 31,79 39-32,0 0-15,0 0 0,-39-39 16,39 39-16,0 1 15,0-1-15,0 0 0,0 0 0,0 0 16,0 1-16,0 38 16,0-39-16,0 0 0,0 1 0,0-1 0,0 0 15,0 0-15,0 0 0,0 1 0,0-1 0,0 0 16,0 0-16,0 0 16,0 1-16,0-1 0,-39 0 15,0-39 1,39-39 15,0 0-31,39-1 16,-39 1-16,39 0 0,0 0 15,-39 0 1,40-1-16,-1 1 0,0 0 0,0 39 0,-39-39 16,79 0-16,-40 39 0,-39-40 15,39 40-15,0 0 0,0-39 0,1 39 0,-1 0 31,-39 39-31,0 1 16,39-1 0,-39 0-16,0 0 0,39 0 0,-39 1 15,39-1-15,-39 0 0,0 0 0,40 0 16,-40 1-16,39-40 16,-39 39-16,39 0 0,0-39 15,-39 39-15,39-39 0</inkml:trace>
  <inkml:trace contextRef="#ctx0" brushRef="#br0" timeOffset="59712.57">20265 9289 0,'-39'39'32,"78"-78"-32,-78 118 0,-40-40 15,79 0-15,0 0 16,0 0-16,0 157 15,118 40 1,-79-119 0,0-78-16,40 118 15,-40-157-15,-39 39 0,39-39 16,0 40-16,1-40 0,-1 0 0</inkml:trace>
  <inkml:trace contextRef="#ctx0" brushRef="#br0" timeOffset="61302.95">21363 9524 0,'0'-39'16,"0"0"15,-40 39 63,40 39-78,-39-39-16,39 39 15,0 1-15,-39-1 16,0-39-16,39 39 0,-39-39 0,39 39 0,-40 0 15,40 1 1,-39-40-16,39 39 0,0 0 16,0 0-1,0 0-15,39-39 16,-39 40-16,0-1 0,0 0 16,40-39-1,-40 39-15,39-39 0,0 0 16,0 0-1,0 0-15,1 0 16,-40-39 0,39 39-16,-39-39 15,39 0-15,-39-1 0,0 1 16,39 39 0,-39-39-16,0 0 0,39 39 15,-39-39-15,0-1 16,0 1-16,40 39 15,-40-39-15,0 0 16,0 0-16,0-1 0,0 1 31,-40 39-31,40-39 0,-39 39 0,0 0 16,39-39-16,-39 39 0,0 0 31,39 39 16,-40-39-47,40 39 16</inkml:trace>
  <inkml:trace contextRef="#ctx0" brushRef="#br0" timeOffset="61702.91">21990 9172 0,'-40'0'16,"80"0"-16,-40 0 31,0 39-15,39 0-16,0 0 16,-39 0-16,39-39 0,-39 40 0,39-1 15,-39 0-15,40 0 16,-40 0-16,39 1 0,0-1 0,-39 0 0,0 0 15,39 40-15,-39-40 0,0 0 16,0 0-16,0 0 0,0 1 0,-39-1 0,39 0 16,-78 39-16,38-38 15,1-1-15,-39 0 0,39 0 0,-40 0 0,1 1 16</inkml:trace>
  <inkml:trace contextRef="#ctx0" brushRef="#br0" timeOffset="62552.87">11994 11876 0,'0'39'31,"0"-78"-31,40 39 16,-1 0-16,0-39 31,0 39-31,0 0 0,1-39 0,-1 39 16,39 0-1,-39-39-15,0 39 0,1 0 0,-1 0 16,0 0-16,39-39 16</inkml:trace>
  <inkml:trace contextRef="#ctx0" brushRef="#br0" timeOffset="62762.85">12269 12347 0,'-39'39'16,"78"-78"-16,-118 78 0,158-39 31,-40 0-31,118-39 31,-118 39-31,196-79 16,-157 79-16,-38-39 0,38 39 15</inkml:trace>
  <inkml:trace contextRef="#ctx0" brushRef="#br0" timeOffset="66624.12">14111 11759 0,'-39'0'16,"78"0"31,0 0-31,-39 39 312,0 0-328,0 0 0,39-39 15,-39 39-15,0 1 16,0-1-16,40 0 0,-40 0 0,0 40 0,39-40 16,-39 0-16,39 0 0,-39 0 0,39 1 0,-39-1 15,39 0-15,-39 0 16,0 0-16</inkml:trace>
  <inkml:trace contextRef="#ctx0" brushRef="#br0" timeOffset="67334.07">15169 12151 0,'-39'0'16,"39"39"-1,39-39 95,1 0-95,-1 0-15,0 0 0,0 0 0,0 0 0,1-39 16,38 39-16,-39 0 0,0-40 15,40 40-15,-40-39 0,39 39 0,-39 0 0,40 0 16,-40-39-16,0 39 16,0 0-16,40 0 0,-40 0 0,0-39 0,0 39 15,1 0 1</inkml:trace>
  <inkml:trace contextRef="#ctx0" brushRef="#br0" timeOffset="67754.03">15718 11837 0,'0'0'0,"-39"0"15,39 39 63,0 40-62,0-40 0,0 0-16,0 0 0,39 0 15,-39 1-15,0-1 0,0 0 0,39-39 16,-39 39-16,0 0 16,39 1-16,-39-1 0,0 0 15,0 0-15,0 0 0,0 1 0</inkml:trace>
  <inkml:trace contextRef="#ctx0" brushRef="#br0" timeOffset="68424.2">16894 11641 0,'0'0'0,"0"-39"15,-39 39 48,39 39-32,39-39-15,-39 39-16,0 1 0,0-1 15,0 0-15,0 39 16,0-39-16,0 40 0,0-40 0,0 39 0,0-38 15,0 38-15,39-39 0,-39 40 16,0-1-16,39-39 0,-39 40 0,40-40 0,-40 39 16,0-39-16</inkml:trace>
  <inkml:trace contextRef="#ctx0" brushRef="#br0" timeOffset="69014.14">18070 12111 0,'0'0'15,"39"0"32,0-39-47,1 39 16,-1 0-16,0-39 16,0 39-16,0 0 0,1 0 0,-1 0 0,39-39 15,-39 39-15,40 0 0,-40 0 0,39 0 0,-39-39 16,40 39-16,-40 0 15,0 0-15</inkml:trace>
  <inkml:trace contextRef="#ctx0" brushRef="#br0" timeOffset="69314.13">18188 12621 0,'-40'0'0,"80"0"0,-80 39 16,80-39 0,-1 0-1,39 0-15,-39 0 0,1 0 16,-1-39-16,0 39 0,0-39 15,0 39-15,40-39 0,-40 39 0,39 0 0,-39 0 16,1-40-16,38 40 16,-39-39-16,40 39 0,-40-39 0,0 39 0,0 0 15,40-39-15,-40 39 0</inkml:trace>
  <inkml:trace contextRef="#ctx0" brushRef="#br0" timeOffset="70114.07">19599 11720 0,'0'0'0,"0"-40"0,39 1 31,0 39-31,0-39 16,40 39 0,-40 0-16,118-39 15,-79 39-15,-39-39 0,0 39 16,197 0 0,-80 78-1,-156 157 1,-117-39 15,-40 39-15,0-117-1,79-118 17,39 0-17,39-39 1,78 39-1,40-40 17,78-38-17,-79 78 1,-78-39-16,236 0 16,-197 39-16,-39-40 0,40 40 0,-40 0 0,196-39 31,40 0-16,-79 39 1,-157 0 0,0 0-16,0 0 15,-78 0 142,0 0-142</inkml:trace>
  <inkml:trace contextRef="#ctx0" brushRef="#br0" timeOffset="79121.87">2273 12817 0,'-39'0'0,"0"0"15,0 0 1,78 0 109,-39-39-110,0 0 1,39 39 0,-39 39 46,0 0-62,0 0 0,39-39 16,-39 39-16,40 40 15,-40-40-15,39 0 0,-39 40 0,39-40 0,-39 39 16,39-39-16,-39 40 0,0-40 0,0 0 0,0 0 16,0 1-16,0-1 0,0 0 15,0 0-15,0 0 0,0 1 0,0-1 16,0 0 0,0-78 15,0 0-31,0-1 15,0 1 1,-39 0-16,39 0 0,0 0 0,0-1 0,0 1 16,0 0-16,0 0 0,0-40 0,0 40 0,0 0 15,39 0-15,-39 0 0,39-1 16,-39 1-16,40 39 0,-40-39 0,39 39 0,0 0 16,0 0-1,0 0-15,1 39 16,-1 0-16,0 1 15,0-1-15,-39 0 16,39-39-16,-39 39 0,0 0 0,0 1 0,39-40 16,-39 39-16,0 0 15,0 0-15,0 0 0,0 1 0,0-1 16,40-39-16,-40 39 0,0 0 16,0 0-16,0 1 0,39-1 15,0-39 1</inkml:trace>
  <inkml:trace contextRef="#ctx0" brushRef="#br0" timeOffset="79351.83">3214 13523 0,'-39'0'0,"39"-40"15,78 1 1,-39 0-16,1 0 0,-1 0 16,0 39-16,0-40 0,0 40 15,-39-39-15,40 39 0,-1-39 0,0 39 0,0-39 16,0 0 0,1 39-16,-1-40 0,0 40 0</inkml:trace>
  <inkml:trace contextRef="#ctx0" brushRef="#br0" timeOffset="79571.81">3959 13679 0,'-79'40'16,"158"-80"-16,-158 119 0,40-79 0,39-39 47,0-1-32,39 40-15,-39-39 0,40 39 16,-40-39-16,39 39 0,0-39 0,0 39 16,0-39-1,1 39-15,-1 0 0</inkml:trace>
  <inkml:trace contextRef="#ctx0" brushRef="#br0" timeOffset="80141.83">4625 12935 0,'0'-40'0,"0"1"16,39 0-1,79-39 1,39-1 0,-118 79-1,0 0-15,40 39 16,-40 1-16,-39-1 16,39 78-1,-39 40 1,-78-39 15,38-79-31,1 0 16,78-39 15,1 0-31,-1 0 16,0 0-1,0 0-15,0 0 0,1 0 16,-1 0-1,-39 39-15,0 1 0,0-1 16,0 0-16,0 0 0,0 0 16,0 1-16,-39-1 15,39 0-15,-40-39 0,40 39 0,-39 0 16,0-39-16,39 40 0,-39-40 16,0 39-16,-1 0 0,1-39 0,0 39 15,0-39 1,0 0-16,-1-39 15</inkml:trace>
  <inkml:trace contextRef="#ctx0" brushRef="#br0" timeOffset="80561.84">6115 12778 0,'0'-39'15,"0"-1"16</inkml:trace>
  <inkml:trace contextRef="#ctx0" brushRef="#br0" timeOffset="80811.77">6585 13915 0,'0'39'0,"39"0"16,-78-117-16,78 234 31,0-156-31,-39 40 0,0-1 0,0 0 16,0 0-16,0 40 15,0-40-15,0 0 0,-117 196 16,78-156-16,-79 77 16</inkml:trace>
  <inkml:trace contextRef="#ctx0" brushRef="#br0" timeOffset="81671.7">7643 13013 0,'-39'0'0,"39"39"78,0 0-62,0 1-16,39-1 0,-39 0 15,40 0-15,-40 0 0,0 1 0,39-1 0,0 0 16,-39 0-16,39 0 16,0-39-16,-39 40 0,40-40 0,-1 0 0,0 39 15,0-39 1,0 0-16,1 0 0,-40-39 0,39 39 0,0-79 15,-39 40 1,39 0-16,-39 0 0,0-1 0,0-38 0,0 39 16,0 0-16,-39-1 0,39 1 0,0 0 0,-39 0 15,0 0 1,39 78 15,0 0-31,0 39 16,39-38-16,-39-1 0,0 0 15,39 0-15,-39 0 0,39 1 0,-39 38 0,0-39 16,0 0-16,0 40 0,0-40 0,0 0 0,0 0 16,0 40-16,0-40 15,0 0-15,-39 0 0,39 1 0,-39-1 0,39 0 16,0 0-16,0 0 0,0 1 16,-39-1-16,-1 0 0,1 0 0,0-39 15,0 39-15,39 1 16,-39-40-16,-1 0 0,40 39 0,-39-39 0,0 0 15,39 39-15,-39-39 0,0 0 16,-1 0-16,40 39 0,-39-39 0,0 0 0,0 0 16</inkml:trace>
  <inkml:trace contextRef="#ctx0" brushRef="#br0" timeOffset="82011.66">8937 12817 0,'-39'0'0,"78"0"0,-117 39 0,78 0 15,0 1 1,0-1-16,0 0 0,0 0 16,0 0-16,39 1 0,-39-1 0,0 0 0,39 0 15,-39 40-15,0-40 0,0 0 16,39 0-16,-39 0 0,39 1 0,-39-1 0,40 0 16,-40 0-16,39 0 15,0 1-15,-39-1 0,39-39 0,0 39 0,0-39 16,1 0-16</inkml:trace>
  <inkml:trace contextRef="#ctx0" brushRef="#br0" timeOffset="82451.65">9486 13366 0,'0'-39'15,"0"78"-15,0-118 16,117 40 0,40 39-1,-79 39 1,-38 40 15,-80 38-15,40-77-16,-78-1 15,78 0-15,-39 0 16,78-39 0,0 39-1,40-39-15,-40 0 16,0 0-16,0 0 16,-39 40-16,0-1 15,0 0 1,0 0-16,-39-39 0,39 39 0,-39 1 0,0-1 15,-1 0-15,1-39 16,39 39-16,-39 0 0,0 1 0,0-1 0,-1-39 16,1 39-16,0 0 0,0-39 0,0 0 15,-1 0-15</inkml:trace>
  <inkml:trace contextRef="#ctx0" brushRef="#br0" timeOffset="82742.13">10113 13248 0,'0'-39'0,"0"78"0,39-117 31,0 78-31,0 0 15,40 78 1,-40 1 0,0-40-16,0 118 15,-39-118-15,0 0 0,0 0 16,0 0-16,0 1 0,0 77 16,-39 1-1</inkml:trace>
  <inkml:trace contextRef="#ctx0" brushRef="#br0" timeOffset="83002.09">11014 13836 0,'-39'0'16,"39"-39"-16,39 39 16,-39-39-16,118 39 15,-118-39-15,39 39 0,79-40 16,39 1 15,-40 0-31</inkml:trace>
  <inkml:trace contextRef="#ctx0" brushRef="#br0" timeOffset="83222.08">11171 14307 0,'0'0'0,"0"-40"15,79 40 1,-1-39 0,0 39-16,79-78 15,-118 78-15,1 0 0,-1 0 16,0-39-16,39 39 0</inkml:trace>
  <inkml:trace contextRef="#ctx0" brushRef="#br0" timeOffset="84271.96">12896 13679 0,'0'40'0,"39"-40"47,-39-40-31,39 40-16,-39-39 15,39 39-15,1 0 16,-1-39-16,0 39 16,-39-39-16,39 39 15,-39-39-15,0-1 0,39 1 16,-39 0-1,0 0-15,0 0 0,0-1 16,-78 40-16,78-39 0,-39 39 0,39-39 16,-39 39-1,-1 0 1,40 39 0,-39-39-1,39 39-15,0 1 16,0-1-16,0 0 0,0 0 15,0 0 1,0 1-16,0-1 0,0 0 16,0 0-16,0 0 0,0 1 0,0-1 0,0 0 15,0 0-15,0 0 0,0 1 16,0-1-16,0 0 0,0 0 0,0 0 16,0 1-16,0-1 15,0 0-15,0 0 0,0-78 47,0 0-31,0 0-1,0-1-15,0 1 0,0 0 0,0 0 16,0 0-16,0-1 16,79 40-16,-79-39 0,39 0 15,0 39 1,0 0 15,-39 39-31,39-39 0,-39 39 16,40-39-16,-40 40 0,39-1 0,0 0 15,0 0 1,-39 0-16,39-39 0,-39 40 0,40-40 0,-40 39 16,39 0-16,-39 0 15,39-39-15,-39 39 16,39-39-1</inkml:trace>
  <inkml:trace contextRef="#ctx0" brushRef="#br0" timeOffset="84562.02">13837 13523 0,'0'0'0,"-40"-40"0,1 40 0,39-39 16,-39 39-1,39 39 1,0 40-16,-39-79 0,39 39 0,0 0 16,0 0-16,-39 1 15,39 38-15,0 0 0,0-38 0,78-1 16,-78 0-16,0 0 15,0 0-15,39 1 0,-39-1 0,79 0 0,-40 0 16,0 0-16,0-39 16,0 0-1</inkml:trace>
  <inkml:trace contextRef="#ctx0" brushRef="#br0" timeOffset="85041.99">14268 13797 0,'0'-78'15,"39"78"-15,-39-40 0,39 40 16,0-39-16,1 39 0,-1-39 0,39 0 16,-39 39-16,118-39 15,-78 78 16,-40 118-15,-39-79 0,-39-39-1,39 0-15,-40 1 0,40-1 0,-39 0 32,0-39-17,117 0 1,-38 0-1,38 0-15,40 0 16,-118 39-16,39-39 0,-39 39 16,39 1-1,-78 77 1,-118 1 15,-39-1-15,118-77-1,38-1-15,1-78 16</inkml:trace>
  <inkml:trace contextRef="#ctx0" brushRef="#br0" timeOffset="85361.95">15444 13523 0,'0'-40'16,"39"40"-16,0 0 16,0 0-1,0 40-15,40 156 31,-1-40-15,-39 40 0,-39-117-1,-39-1-15,-118 79 32,118-118-32</inkml:trace>
  <inkml:trace contextRef="#ctx0" brushRef="#br0" timeOffset="85641.95">16580 14111 0,'0'-40'15,"0"80"-15,40-80 16,-1 1 0,0 39-1,196-39 1,0 39 0,-39-39 15,-39 0-16</inkml:trace>
  <inkml:trace contextRef="#ctx0" brushRef="#br0" timeOffset="85901.9">16894 13679 0,'0'0'15,"0"40"17,0 38-17,0 0-15,0 158 32,0-40-17,0-40 1,39-38 15</inkml:trace>
  <inkml:trace contextRef="#ctx0" brushRef="#br0" timeOffset="86921.88">17835 13993 0,'0'0'16,"0"39"-16,39-39 31,0 0-31,40 0 32,-40-78-17,0-40 1,-39 40 15,39 39-31,-39-1 0,0 1 16,0 0-1,0 78 63,0 40-62,0-40-16,0 0 0,0 0 0,0 0 16,0 1-1,0-1-15,0 0 0,0 0 0,0 0 16,0 1-16,0-1 0,0 0 16,-39 0-16,39 0 0,0 1 0,-39-40 15,39 39-15,0 0 16,-39-39-16,39 39 0,0 0 0,-40 1 15,40-80 32,0 1-31,40 0-16,-40 0 0,39 0 16,-39-1-16,39 1 0,-39 0 15,39 0-15,0 0 0,1-1 0,-1 1 16,0 0-1,0 0-15,0 39 0,1 0 16,-40-39-16,0 78 16,0 0-1,0 0-15,39 0 0,-39 1 32,0-1-32,0 0 0,0 0 15,39 0-15,-39 1 16,0-1-16,39-39 0,-39 39 0,0 0 15,0 0 1,39-39-16,-39 40 0</inkml:trace>
  <inkml:trace contextRef="#ctx0" brushRef="#br0" timeOffset="87261.84">19285 13562 0,'0'-39'16,"0"78"-16,0-118 15,-39 79 1,39 79-16,-39-79 0,-40 78 15,40-78-15,39 39 16,-39 1-16,-40 38 0,79-39 0,-39 0 16,39 1-16,0 116 15,0-116-15,39-1 0,-39 0 16,40 0-16,-1 0 0,78 1 31,-77-1-31,38 0 0,-39-39 0,0 0 16,1 0-16</inkml:trace>
  <inkml:trace contextRef="#ctx0" brushRef="#br0" timeOffset="87589.13">19873 13758 0,'0'0'0,"0"39"47,-39-39-47,39 39 16,0 0-16,0 1 0,-39-1 0,39 0 15,0 0-15,0 0 0,-40 1 0,40-1 0,0 0 16,0 0-16,0 0 0,0 1 16,0-1-16,0 0 0,0 0 15,40-39 1,-40 39-16</inkml:trace>
  <inkml:trace contextRef="#ctx0" brushRef="#br0" timeOffset="87915.65">20539 13640 0,'40'-39'15,"-1"39"17,0 39-32,0 0 0,0 1 15,-39-1-15,0 0 16,40 0-16,-40 0 16,0 1-16,0-1 0,0 0 0,0 0 0,0 40 15,0-40-15,0 0 0,-40 0 0,40 0 0,-39 1 16,0-1-16,0 0 0,0 0 0,-40 0 0,40 1 15,0-1-15,-40-39 16,1 39-16,39 0 0,-40-39 0</inkml:trace>
  <inkml:trace contextRef="#ctx0" brushRef="#br0" timeOffset="88903.34">11054 15247 0,'39'-39'93,"0"39"-77,0-39-16,0 39 16,1-39-16,-1 39 0,0 0 0,0-40 0,0 40 15,40 0-15,-40-39 0,39 39 16,-38-39-16,38 39 0,-39 0 0,0-39 0,1 39 15,-1 0-15,0 0 16,0 0-16</inkml:trace>
  <inkml:trace contextRef="#ctx0" brushRef="#br0" timeOffset="89133.39">11250 15639 0,'0'0'16,"-40"0"-16,40 39 16,-39-39-16,78 0 15,40 0 1,-40-39-16,0 39 16,118-39-1,-79 39-15,118-39 16</inkml:trace>
  <inkml:trace contextRef="#ctx0" brushRef="#br0" timeOffset="91274.03">14072 15130 0,'-39'0'15,"-1"0"1,1 0-1,0 0 1,0 0 0,0 0-16,-1 39 0,1-39 15,0 0-15,0 0 16,39 39-16,-39-39 0,39 39 62,-79 0-46,79 1 0,-39-1-1,0-39-15,39 39 0,0 0 16,0 0-16,0 1 16,0-1-1,39-39-15,-39 39 0,39-39 16,-39 39-1,39-39-15,1 0 16,-1 0 0,0 0-1,0 0-15,0 0 16,1 0-16,-1-39 0,0 39 16,0 0-1,-39-39-15,0 0 16,39 39-16,-39-40 15,0 1 1,40 0 0,-40 0-1,39 39-15,-39-39 16,0-1 0,0 1-1,-39 39 16,39-39-31,-40 39 16,40-39-16,-39 39 16,0 0-16,39-39 0,-39 39 15,0 0 1,39 39 109,0 0-47,39 0 63,0-39-110</inkml:trace>
  <inkml:trace contextRef="#ctx0" brushRef="#br0" timeOffset="91834.08">15326 15522 0,'-39'0'16,"78"0"77,0 0-93,1 0 16,-1 0 0,0 0-16,0 0 0,0 0 0,0 0 0,40 0 15,-40 0-15,0-40 0,0 40 0,1 0 0,38 0 16,-39 0-16,0 0 0,1-39 15,-1 39-15,0 0 0,0 0 0,0 0 16,1 0 0,-80 0 15</inkml:trace>
  <inkml:trace contextRef="#ctx0" brushRef="#br0" timeOffset="92223.99">15679 15169 0,'0'0'0,"-39"0"16,39 39 46,0 0-46,0 0-16,0 1 0,0-1 15,0 0 1,0 0-16,0 0 0,0 1 0,0-1 0,-40 0 16,40 0-16,0 0 0,0 1 15,0-1-15,0 0 0,0 0 0,0 0 16,0 1-16,40-1 16</inkml:trace>
  <inkml:trace contextRef="#ctx0" brushRef="#br0" timeOffset="95174.9">16894 15404 0,'39'0'46,"-78"0"79,0 0-109,0 0-16,39 39 16,-40-39-1,1 0-15,39 39 0,0 1 16,-39-40 0,39 39-16,-39 0 15,39 0-15,0 0 16,0 1-1,-39-40-15,39 39 0,0 0 16,0 0 0,0 0-16,0 1 15,39-40 1,-39 39-16,39-39 0,0 0 16,0 0 15,1 0-31,-1 0 15,-39-39-15,39-1 16,0 40-16,0-39 16,-39 0-1,40 39-15,-1-39 0,-39 0 16,0-1 0,0 1-1,0 0 1,-39 39-16,39-39 15,-40 39-15,40-39 0,0-1 16,-39 40 0,39-39-16,-39 39 15,0 0 1,0 0-16,-1 0 16,40-39-1,40 39 32,-40 39-31,39-39-16</inkml:trace>
  <inkml:trace contextRef="#ctx0" brushRef="#br0" timeOffset="95483.21">17913 15561 0,'39'0'0,"-78"0"0,118 0 0,-40-39 31,0 39-31,0 0 0,0 0 0,-39-40 0,40 40 0,-1 0 15,0 0 1,-39-39-16,39 39 0,0 0 16,1 0-1,-40 39 17</inkml:trace>
  <inkml:trace contextRef="#ctx0" brushRef="#br0" timeOffset="95763.2">17992 15953 0,'-40'39'16,"80"-78"-16,-119 78 0,79 0 0,39-39 46,1 0-30,-1 0-16,0 0 0,0 0 16,0 0-16,1 0 15,-1 0-15,0-39 0,0 39 0,0 0 0,40-39 16,-40 39-16,0 0 0,40-39 0,-40 39 0,0-40 16,39 40-16,-39 0 0,1-39 15,-1 0-15,0 39 0,0 0 0,0 0 16,1-39-1</inkml:trace>
  <inkml:trace contextRef="#ctx0" brushRef="#br0" timeOffset="96463.15">19716 15326 0,'-39'0'0,"78"0"0,-78 39 62,0-39-46,0 0 0,-1 39-16,1-39 15,0 39-15,0-39 0,39 39 0,-39-39 16,39 40-16,-40-1 16,40 0-16,0 0 15,0 0 1,0 1-16,0-1 15,0 0 1,40-39-16,-1 0 0,-39 39 16,39-39-16,0 0 15,0 0-15,1 0 0,-1 0 0,0 0 16,0 0-16,0 0 0,1 0 0,-1 0 16,0 0-16,0 0 15,-39-39-15,39 39 16,-39-39-1,40 0-15,-40-1 16,0 1 0,0 0-16,0 0 0,0 0 15,0-1-15,0 1 0,0 0 0,0 0 16,-40 39 0,40-39-16,-39 39 0,39-40 15,-39 40-15,0 0 16,0 0-16,-1 0 15,1 0 1,0 0-16,39 40 0,-39-40 16,0 0-16,-1 0 15,1 39-15,0-39 16,39 39-16</inkml:trace>
  <inkml:trace contextRef="#ctx0" brushRef="#br0" timeOffset="98417.74">1881 15522 0,'0'-40'16,"0"1"15,40 39 63,-1 39-63,-39 1-31,39-40 0,0 39 16,0 0-1,1 0-15,-40 0 0,39 1 0,0-1 0,-39 0 16,39 0-16,-39 0 0,39 1 0,-39-1 0,0 0 16,40 39-16,-40-38 0,0 38 15,0-39-15,0 0 0,0 40 0,0-40 0,-79 0 16,79 0-16,-39 1 15,39-1-15,0 0 0,-39-39 16,39-39 0,0-40-1,39 40-15,-39 0 0,0 0 0,39-40 0,-39 40 16,39 0-16,-39 0 16,0-40-16,0 40 0,40 0 0,-1 0 0,-39 0 15,39-1-15,-39 1 16,0 0-16,39 39 0,-39-39 15,39 39 1,-39-39-16,40 39 0,-1 0 16,0 0-1,0 0-15,-39 39 16,39-39-16,-39 39 0,40 0 0,-40 0 16,39 40-1,-39-40-15,0 0 0,39 0 0,-39 1 0,0-1 16,39 0-16,-39 0 0,0 0 15,0 1-15,39-1 0,-39 0 0,0 0 16,0 0 0</inkml:trace>
  <inkml:trace contextRef="#ctx0" brushRef="#br0" timeOffset="98627.79">3057 16306 0,'39'0'16,"-39"-40"-16,40 40 15,77-117 1,40 38 0,-79 40-1,-38 0-15,156 0 16,-157 0-16</inkml:trace>
  <inkml:trace contextRef="#ctx0" brushRef="#br0" timeOffset="98877.76">3645 16423 0,'-78'79'0,"156"-158"0,-195 158 31,156-79-31,0-40 16,118 1-1,-40 39 1,-77 0-16,38-39 0,0 39 0,118-39 31,-78 0-31</inkml:trace>
  <inkml:trace contextRef="#ctx0" brushRef="#br0" timeOffset="99247.68">5527 15561 0,'39'0'15,"-78"0"-15,78 39 16,-117 0 0,78 0-16,-79 1 0,40-1 0,-157 157 31,78-79-15,118-77-1,40-1 16,38-39-15,40 0 0,117-39-1,39-40 17,-195 40-32,-1 0 0,39 0 31,-77-1-31,-1 1 0</inkml:trace>
  <inkml:trace contextRef="#ctx0" brushRef="#br0" timeOffset="99527.72">5801 15639 0,'-39'0'0,"78"0"0,-78 39 32,39 1-32,39-1 15,40 118 1,-1 39 0,39-40 15,-77-77-31,-1-40 0,0 79 15</inkml:trace>
  <inkml:trace contextRef="#ctx0" brushRef="#br0" timeOffset="99747.65">6859 15600 0,'0'0'0,"-39"0"0,0 0 16,0-39 0</inkml:trace>
  <inkml:trace contextRef="#ctx0" brushRef="#br0" timeOffset="99997.68">7212 16619 0,'-78'118'15,"156"-236"-15,-235 353 32,157-195-32,-78 116 15,-40 1 1,79 0 0,0-79 15</inkml:trace>
  <inkml:trace contextRef="#ctx0" brushRef="#br0" timeOffset="100577.66">8114 16110 0,'0'0'16,"39"0"0,0 0 15,0 78-31,79 0 31,-40-38-15,-38-40-16,-1 0 31,-39-79-15,-39 40-1,-1-39 1,1 78-1,0 117 17,39-38-32,0-40 0,0 39 15,0-39-15,0 1 0,0 116 16,0-77-16,0-40 16,0 118-16,-39 39 31,0-79-31,-1-77 0,-77 77 31,78-78-31,-40 1 16,40-1-16,0-39 0,0 0 0,-1 0 15</inkml:trace>
  <inkml:trace contextRef="#ctx0" brushRef="#br0" timeOffset="100937.62">9407 15953 0,'-39'0'0,"78"0"0,-78 39 16,39 0-1,0 0 1,-39 1-16,39 116 16,0-77-16,-39-40 0,39 0 15,0 157 1,0-157-16,117 157 15,-78-156-15,1-1 16,-1 0-16,0 0 16,0 0-16,0-39 0</inkml:trace>
  <inkml:trace contextRef="#ctx0" brushRef="#br0" timeOffset="101257.64">10387 16266 0,'0'40'31,"-39"-40"-31,0 39 0,0 0 16,-1 0-16,1 0 0,0-39 15,39 40-15,-39-1 0,0-39 0,39 39 0,-40-39 16,40 39-16,-39-39 15,39 39-15,39-39 32,40 0-32,-40 0 0,0 0 0,0 0 15,1-39-15,-1 39 0,0 0 0,0 0 16,0 0-16,1-39 16,-1 39-16,0 0 0,-39-39 0,39 39 0,0 0 15,1 0 1</inkml:trace>
  <inkml:trace contextRef="#ctx0" brushRef="#br0" timeOffset="101527.63">10387 16306 0,'0'39'62,"0"39"-62,0-39 0,0 1 16,39-1-16,-39 0 0,0 0 16,40 0-16,-40 1 0,0-1 0,39 0 0,-39 0 15,39 0 1,-39 1-16,0-1 0,0 0 0,39-39 15,-39 39-15,0 0 16</inkml:trace>
  <inkml:trace contextRef="#ctx0" brushRef="#br0" timeOffset="101877.52">11171 16188 0,'0'39'31,"39"0"-31,1 1 15,-1-40-15,0 39 16,0-39-16,0 39 0,-39 0 0,40-39 0,-40 39 16,0 1-16,39-1 0,-39 0 0,0 0 0,0 0 15,0 1-15,0-1 0,0 0 16,0 0-16,0 40 0,-39-40 0,39 0 16,-40 0-16,40 0 0,-78 1 15,39-1-15,0-39 0,-1 39 0,40 0 0,-39-39 16,0 39-16</inkml:trace>
  <inkml:trace contextRef="#ctx0" brushRef="#br0" timeOffset="102167.5">12151 16894 0,'-39'0'16,"39"39"-16,39-39 31,79-39-15,-79 39-16,118-40 15,-118 40-15,0 0 16,0 0-16,-39-39 0,39 39 16,1 0-16</inkml:trace>
  <inkml:trace contextRef="#ctx0" brushRef="#br0" timeOffset="102377.57">12425 17286 0,'-39'39'16,"78"-39"15,1 0-15,-1 0-16,0 0 15,0 0-15,0 0 0,1 0 16,-1 0-16</inkml:trace>
  <inkml:trace contextRef="#ctx0" brushRef="#br0" timeOffset="103337.61">14150 16933 0,'0'39'0,"39"-39"16,-39-39-16,40 39 0,-40-39 15,39 39-15,-39-40 0,39 40 16,-39-39-16,39 39 0,-39-39 0,0 0 16,39 0-1,-39-1-15,0 1 0,0 0 16,0 0-1,0 0-15,-39 39 16,39-40-16,-39 40 16,39-39-16,-39 39 15,0 0-15,39 39 32,0 40-17,0-40-15,39 0 16,-39 0-16,0 1 0,39-1 0,-39 0 15,39 0-15,-39 0 0,0 1 16,0-1-16,39 0 0,-39 0 0,40 0 16,-40 1-16,0-1 0,0 0 0,0 0 0,0 0 15,0 1-15,0-1 0,-40 0 16,40 0-16,-39 0 0,39 1 31,0-119-15,39 79-1,-39-39-15,40 39 0,-40-39 0,39 0 0,0-1 16,0 1-16,-39 0 16,39 0-16,1 0 0,-1-1 0,0 1 0,0 0 15,0 0-15,1 0 0,-1 39 16,0 0-16,-39-40 16,39 40-16,-39 79 15,0-40 1,0 0-16,0 0 0,0 1 15,0-1-15,-39 0 16,39 0-16,0 0 0,0 1 0,0-1 16,0 0-16,0 0 0,0 0 15,39-39-15,0 0 16,1 0-16,-1 0 0</inkml:trace>
  <inkml:trace contextRef="#ctx0" brushRef="#br0" timeOffset="103627.6">15522 16580 0,'0'39'31,"-39"-39"-31,39 79 15,0-40-15,-39-39 0,39 39 16,-39 0-16,39 0 0,0 40 0,-40-40 0,40 0 16,0 0-16,-39 1 0,39-1 0,0 0 0,0 0 15,0 0-15,0 1 16,0-1-16,39-39 0,-39 39 0,40-39 16,-40 39-16,78-39 0,-39 0 15,0 0-15,0 0 0,40 0 0,-40 0 16</inkml:trace>
  <inkml:trace contextRef="#ctx0" brushRef="#br0" timeOffset="104007.64">16384 16698 0,'0'39'16,"-39"0"0,-39 39 15,39-38-31,-1-1 16,1 0-16,39 0 15,-39-39 1,39 39-1,0 1 1,78-40-16,1 0 16,-40 0-16,0 0 0,0 0 15,1 0-15,77 0 16,79-40 0,-157 40-1,-39-39-15,40 39 16</inkml:trace>
  <inkml:trace contextRef="#ctx0" brushRef="#br0" timeOffset="104307.55">16776 16658 0,'-39'0'16,"0"0"0,39 40-16,-39-1 15,39 0-15,0 0 16,0 0 0,0 1-16,0-1 0,0 0 15,0 0 1,0 0-16,0 1 0,39-1 0,-39 0 0,0 0 15,0 0 1,0 1-16,39-1 0,0 0 16,-39 0-16</inkml:trace>
  <inkml:trace contextRef="#ctx0" brushRef="#br0" timeOffset="104727.39">17364 16658 0,'40'0'16,"-1"0"-16,39 0 31,-39 40-31,40 77 31,-1 40-15,-78-118-16,39 79 15,-39-79-15,0 0 0,0 40 32,-78-40-32,0 0 15,38 0-15,1-39 16,-78 79 0</inkml:trace>
  <inkml:trace contextRef="#ctx0" brushRef="#br0" timeOffset="105037.43">18188 17090 0,'0'0'16,"78"0"-1,0 0-15,118-79 16,-156 79-16,38 0 16,0-39 15,1 39-16</inkml:trace>
  <inkml:trace contextRef="#ctx0" brushRef="#br0" timeOffset="105367.38">18462 16776 0,'0'39'32,"0"0"-1,0 1-16,0-1-15,0 0 16,-39 0-16,39 0 0,0 1 16,-39-1-16,39 0 0,0 0 0,0 0 15,0 1-15,0-1 16,0 0-16,0 0 0,0 0 16,39 1-1</inkml:trace>
  <inkml:trace contextRef="#ctx0" brushRef="#br0" timeOffset="106397.47">19481 17090 0,'-39'0'0,"78"0"0,-39 0 15,78-40 17,-38 40-17,-1 0 1,-39-39-16,39 0 31,-39 0-31,39 0 16,-39-1-16,0 1 0,39 0 0,-39 0 0,0 0 15,0-1 1,0 1-16,0-39 16,-39 78-1,39 39 48,0 0-63,0 0 15,0 1-15,0-1 16,0 0 0,0 0-16,0 0 0,0 1 0,0-1 15,0 0-15,0 0 16,0 0-16,0 1 0,39-1 0,-39 0 15,0 0 1,40 0-16,-40 1 0,0-1 16,0 0-1,0-78 63,0 0-78,39-1 16,-39 1 0,39 39-16,-39-39 0,39 39 0,-39-39 0,39 39 15,1-39-15,-1 39 0,0-40 0,0 1 16,0 39-16,1 0 0,-40-39 16,39 39-16,0 0 0,-39-39 0,39 39 31,-39 39-16,0 0 1,0 0-16,0 1 16,0-1-16,0 0 0,0 0 0,39-39 15,-39 39-15,0 1 16,40-40-16,-40 39 0,0 0 0,39-39 16,-39 39-16,39 0 15,0-39-15,0 0 0,-39 40 16,40-40-16,-1 0 15,0 0-15,0 0 0</inkml:trace>
  <inkml:trace contextRef="#ctx0" brushRef="#br0" timeOffset="106897.43">21323 16384 0,'0'0'0,"0"39"47,0 0-47,0 1 15,0-1-15,-78 0 16,78 0-16,0 0 0,-39 1 0,39-1 0,0 0 16,0 0-16,-39 0 0,39 1 0,0-1 0,-40 0 15,40 0 1,0 0-16,0 1 0,40-1 16,-1 0-16,0-39 15,-39 39-15,39-39 0,0 39 16,1-39-16,-1 0 15,0 0-15,0 0 0</inkml:trace>
  <inkml:trace contextRef="#ctx0" brushRef="#br0" timeOffset="107327.48">21676 16776 0,'39'-39'31,"-78"78"-31,78-117 0,79 78 16,-79 0-16,0 0 0,79 39 31,-79-39-31,39 39 16,-38 0-16,-40 0 15,0 1 1,-118 77-1,-78 1 17,79-1-17,77-77-15,40-1 16,79-39 0,156-39 15,39-40-16,-39 1 1,-78 39 0,-118-1-16,40 40 15</inkml:trace>
  <inkml:trace contextRef="#ctx0" brushRef="#br0" timeOffset="107627.47">22734 16698 0,'79'-40'16,"-40"40"-16,0 0 16,0 0-1,40 40 1,-40 77 15,0-78-31,-39 79 16,0-79-16,0 0 0,0 1 0,0-1 15,-117 118 1,-79-79 15,0 0-31</inkml:trace>
  <inkml:trace contextRef="#ctx0" brushRef="#br0" timeOffset="108667.51">12034 18226 0,'39'0'16,"0"-39"-1,0 39 1,0 0-16,-39-39 0,40 39 0,-1-39 16,0 39-16,0 0 15,0 0-15,0 0 0,1 0 16,-1 0-16,0 0 15,0 0-15,0 0 0,1 0 0,-1 0 0,0 0 16,0 0-16,0 0 16</inkml:trace>
  <inkml:trace contextRef="#ctx0" brushRef="#br0" timeOffset="108927.56">12504 18579 0,'0'0'0,"-39"0"15,39 39 1,39-39 15,0 39-31,157-39 16,-157 0-16,157 0 15,-157-39-15,118 0 16,-78 39-16,-40-39 0</inkml:trace>
  <inkml:trace contextRef="#ctx0" brushRef="#br0" timeOffset="113379.46">14581 18344 0,'40'0'63,"-40"-39"15,39 39-78,-39-40 16,39 40-1,0 0-15,-39-39 0,39 0 0,-39 0 16,40 39-16,-40-39 16,39 39-16,-39-39 0,39 39 15,-39-40-15,0 1 16,0 0-1,-39 39-15,0 0 16,-1 0 0,40-39-16,-39 39 31,39 39 31,0 0-46,0 0 0,0 1-1,0-1-15,0 0 16,0 0 0,0 0-16,0 0 0,0 1 15,0-1-15,0 0 0,0 0 16,0 0-16,0 1 15,0-1-15,0 0 16,0 0 0,0 0-16,0 1 15,-39-40 1,39 39-16,-39-39 47,39 39-32,0 0 48,0 0-32,0 1 0,0-80 48,0 1-64,-39 0 16,-1 39-15,1 0-16,0 0 31,0 0 47,0 0-62,39 39-16,-40-39 16,119 0 46,-40 0-46,0 0-1,0 0-15,1 0 16,-1 0-16,0 0 16,0 0-16,0 0 15,1 0-15,-1 0 0,0 0 16,0 0-16,0 0 16,1 0-16,-1 0 0,0 0 15,0 0-15,0 0 31,-39 39-31,-39-39 157,0 0-142,0 0-15,0 0 16,-1 0-16,1 0 16,0 0-16,0 0 0,0 0 15,-1 0-15,1 0 0,0 0 0,0 0 16,0 0-16</inkml:trace>
  <inkml:trace contextRef="#ctx0" brushRef="#br0" timeOffset="163095.97">12465 8192 0,'-40'0'15,"40"39"-15,40-39 94,-80 0-47,119 0 406</inkml:trace>
</inkml:ink>
</file>

<file path=ppt/ink/ink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17T16:50:07.415"/>
    </inkml:context>
    <inkml:brush xml:id="br0">
      <inkml:brushProperty name="width" value="0.05292" units="cm"/>
      <inkml:brushProperty name="height" value="0.05292" units="cm"/>
      <inkml:brushProperty name="color" value="#FF0000"/>
    </inkml:brush>
  </inkml:definitions>
  <inkml:trace contextRef="#ctx0" brushRef="#br0">2469 862 0,'0'0'0,"-39"0"0,0 0 47,78 0 156,0 0-188,1 0 1,-1 0-16,0 0 0,0 39 0,-39 0 16,39 0-16,-39 1 0,40-1 15,-40 0-15,0 0 0,0 0 0,39 40 0,-39-40 16,0 0-16,0 40 15,0-40-15,0 0 0,0 39 0,-39-38 0,39-1 16,0 39-16,-40-39 0,40 1 0,-39-40 0,39 39 16,-39 0-16,39 0 15,-39-39-15,39-78 47,0 39-47,0-1 16,0-38-16,39 39 0,-39 0 0,0-1 0,39 1 15,-39 0-15,39 0 0,-39 0 0,40-1 0,-40 1 16,39 0-16,-39 0 16,39 39-16,-39-39 0,39-1 0,0 1 15,0 39-15,1-39 0,-1 39 16,0-39-16,0 39 0,0 0 16,1 0-16,-1 0 15,-39 39-15,39 0 0,0 0 16,-39 1-16,0-1 15,39 0-15,-39 0 0,0 0 0,0 1 16,0-1-16,0 0 0,0 0 0,0 0 16,0 1-1,0-1-15,0 0 0,0 0 0,0 0 16,0 1 0</inkml:trace>
  <inkml:trace contextRef="#ctx0" brushRef="#br0" timeOffset="219.99">3449 1803 0,'0'-40'16,"79"40"-16,-79-78 0,39 78 15,0-39-15,0 0 0,0-1 0,1 1 0,-1 0 16,0 39-16,0-39 15,-39 0-15,39 39 0,-39-40 0,40 40 0,-1 0 16,-39-39-16,39 39 0,0 0 31</inkml:trace>
  <inkml:trace contextRef="#ctx0" brushRef="#br0" timeOffset="459.97">3841 2234 0,'-39'39'16,"78"-78"-16,-117 117 0,117-117 31,39 0-31,1 0 16,-40 39-16,118-79 15,-118 40-15,0 39 0,0-39 16,1 39-16,-1-39 15,0 39-15,0-79 16</inkml:trace>
  <inkml:trace contextRef="#ctx0" brushRef="#br0" timeOffset="949.94">5096 1058 0,'0'-39'0,"-40"-40"15,40 40-15,0 78 47,-39-39-47,39 39 0,0 1 0,0-1 0,0 39 16,0-39-16,0 1 15,-39-1-15,39 0 0,0 0 0,0 40 0,0-40 16,0 0-16,0 0 0,0 0 0,0 1 16,0-1-1,39-39 17,-39-39-17,39 39-15,1-40 16,-1 40-16,0 0 0,0 0 15,0 0-15,1 0 0,-1 40 16,0-40 0,-39 39-16,39-39 0,-39 39 0,39 0 0,-39 0 15,0 1-15,40-40 16,-40 39-16,0 0 0,0 0 0,0 0 16,-79 1-16,40-1 15,0 0-15,0 0 0,-1 0 0,1 1 0,-39-40 16,39 39-16,-40 0 0,40-39 15,0 39-15,0-39 0,-1 0 0,1 0 16,39-39-16</inkml:trace>
  <inkml:trace contextRef="#ctx0" brushRef="#br0" timeOffset="1170.01">5409 1254 0,'39'0'15,"-39"-39"1,157-40 0,-39 1-1,-79 39 1,0 39-16,79-118 15,-79 118-15</inkml:trace>
  <inkml:trace contextRef="#ctx0" brushRef="#br0" timeOffset="1500.01">6350 1293 0,'-39'0'0,"39"-39"0,0 0 16,0-1-16,0 1 16,0 78 15,39-39-15,-39 40-16,39-40 0</inkml:trace>
  <inkml:trace contextRef="#ctx0" brushRef="#br0" timeOffset="1710">6507 2234 0,'0'117'16,"0"-234"-16,0 273 16,0-116-16,39 77 15,-39-38 1,0-40-16,-196 157 15,157-118-15,-1-39 0,-38 40 16,0-1-16,38 1 0,-38-1 16</inkml:trace>
  <inkml:trace contextRef="#ctx0" brushRef="#br0" timeOffset="4657.32">11838 1254 0</inkml:trace>
  <inkml:trace contextRef="#ctx0" brushRef="#br0" timeOffset="18078.1">8075 1371 0,'0'0'0,"0"-39"15,0 0-15,0-39 16,39 38 0,-39 1-16,0 0 15,0 0 1,39 39-1,-39 39 17,0 0-32,0 0 15,0 1-15,0-1 16,0 0-16,0 0 0,0 0 0,39 1 0,-39-1 16,39 0-16,-39 0 0,0 0 0,0 1 15,40-1-15,-1-39 16,0 39-16,0-39 0,0 0 15,1 0-15,-1 0 16,-39-39-16,0 0 0,39 39 16,-39-40-16,0 1 15,0 0-15,0 0 0,0 0 0,0-1 0,0 1 16,0 0-16,0 0 16,0 0-16,0-1 0,0 80 46,0-1-30,0 0 0,0 0-16,0 0 0,0 40 0,-39-40 15,39 0-15,0 40 16,0-40-16,0 39 0,-39 1 0,39-1 0,0-39 16,-40 40-16,40-1 0,-39 0 0,39-38 0,-39 38 15,39 0-15,-39-39 0,39 40 16,0-40-16,-39 0 0,39 40 0,-40-40 0,40 0 15,-39 0-15,0 0 16,39 1-16,-39-40 0,0 0 31,-1-79-15,40 40 0,0 0-16,-39 0 0,39-1 0,0-38 15,0 39-15,0 0 0,0-1 0,0 1 0,79 0 16,-79 0-16,39 0 15,-39 0-15,39-1 0,0 1 0,0 39 16,-39-39-16,40 39 16,-1-39-16,0 39 0</inkml:trace>
  <inkml:trace contextRef="#ctx0" brushRef="#br0" timeOffset="18398.09">9290 1215 0,'-40'-40'16,"80"80"-16,-119-80 0,79 1 0,0 0 15,-39 39-15,0 0 31,39 39-31,-78 79 16,78-79-16,-40 0 0,40 40 16,0-40-16,0 0 0,-39 39 0,39-38 15,0 38-15,0 0 0,0-38 16,0 38-16,0-39 0,0 0 0,39 40 0,-39-40 16,40 0-16,-40 0 0,39 1 0,-39-1 0,39 0 15,0 0-15,0-39 0,0 0 16,-39 39-16</inkml:trace>
  <inkml:trace contextRef="#ctx0" brushRef="#br0" timeOffset="18808.09">10074 1646 0,'0'-39'0,"39"39"16,-39 39 15,0 0-31,-39-39 16,39 39-16,-40-39 0,40 39 16,40-39 15,-1 0-31,0 0 0,0 0 15,0 0-15,1 0 0,-1 0 16,0 40-16,0-40 0,-39 39 0,39 0 16,-39 0-16,40 0 15,-40 1-15,0-1 0,0 0 0,0 0 0,0 40 16,0-40-16,-79 0 0,79 0 16,0 0-16,-39-39 0,39 39 0,-78 1 0,38-40 15,1 39-15,0-39 0,0 0 0,0 0 0,-40 0 16,40 0-16,0 0 15,0 0-15,39-39 0,-40 39 0,40-40 0,0 1 16,0 0-16</inkml:trace>
  <inkml:trace contextRef="#ctx0" brushRef="#br0" timeOffset="19028.06">10309 1489 0,'-39'-39'31,"78"78"-31,-78-157 16,39 79-16,39 39 0,0-39 15,39 0-15,1 39 32,-40 0-32,118-39 15,-118 39-15,0 0 0</inkml:trace>
  <inkml:trace contextRef="#ctx0" brushRef="#br0" timeOffset="19308.09">11171 1175 0,'0'-39'0,"39"39"15,-39 39 1,40-39-16,77 236 16,-78-197-16,1 157 15,-40-118-15,0 157 32,0-195-32,0-1 0,0 0 0,0 0 0,0 0 0,-40 1 15,40-1-15,-39 0 0,0 0 0,0-39 31,-40 0-31</inkml:trace>
  <inkml:trace contextRef="#ctx0" brushRef="#br0" timeOffset="19518.09">12190 1881 0,'40'-39'16,"-80"78"-16,80-117 0,-1 38 0,0 1 0,0 0 0,0 0 16,0 0-16,1 39 0,-1-40 15,39 1-15,40 0 32,-40 117-17</inkml:trace>
  <inkml:trace contextRef="#ctx0" brushRef="#br0" timeOffset="19678">12347 2312 0,'0'39'16,"0"-78"-16,118 78 15,-79-78-15,39 39 0,-39-39 16,79 0-16,-40 39 0,40-39 0</inkml:trace>
  <inkml:trace contextRef="#ctx0" brushRef="#br0" timeOffset="22348.34">13797 1646 0,'-39'39'0,"118"-78"47,-40 0-47,-39-1 15,39 1 1,0 0-16,-39 0 0,0 0 16,39-1-16,-39 1 0,0 0 15,0-39-15,40 38 0,-40 1 16,0 0-16,0 0 16,39 0-16,-39-1 0,0 1 0,0 78 31,0 40-16,0-40-15,0 0 0,0 0 0,-39 1 16,39 38-16,0-39 0,0 40 16,0-40-16,0 39 0,-40 1 0,40-40 15,0 39-15,0-39 0,0 40 16,-39-40-16,39 39 0,0-38 0,0-1 0,0 0 16,-39 0-16,39 0 0,0 1 0,0-1 15,0 0 1,0-117 15,39 78-31,-39-40 0,39 40 16,1-39-16,-1 0 15,0 39-15,0-39 0,0 0 0,1-1 0,-1 40 0,0-39 16,0 39 0,0-39-16,1 39 15,-40 39 1,0 0-1,0 1-15,0-1 0,0 0 0,0 0 0,-40 0 16,40 1-16,0-1 0,-39 0 16,39 0-16,0 0 0,0 0 0,0 1 15,0-1-15,0 0 16,39-39-16</inkml:trace>
  <inkml:trace contextRef="#ctx0" brushRef="#br0" timeOffset="22608.39">15405 1450 0,'-40'78'32,"1"-78"-32,39 79 15,-39-40-15,0 78 16,39-77-16,0 38 0,0-39 15,0 0-15,0 197 16,0-197-16,0 0 16,117 196-1,-77-235-15,-1 39 16</inkml:trace>
  <inkml:trace contextRef="#ctx0" brushRef="#br0" timeOffset="22968.3">16306 1685 0,'-39'39'0,"39"0"32,0 1-32,0 77 15,0-78-15,0 1 16,0-1-16,0 39 15,0-39-15,39-39 32,0 0-17,0 0 1,1-39-16,-1 39 0,0 0 0,0 0 16,0 0-16,1 0 0,-1 0 0,0 39 15,-39 1-15,39-40 16,-39 39-16,0 0 0,0 0 0,0 0 15,-78 0-15,39-39 16,-40 40-16,40-40 0,-39 0 0,-1 0 16,1 39-16,-1-39 15,1 0-15,0 0 0,38 0 0,-38 0 0</inkml:trace>
  <inkml:trace contextRef="#ctx0" brushRef="#br0" timeOffset="23138.35">16110 1881 0,'39'-39'16,"-78"78"-16,78-117 0,40 38 15,-40 1-15,0 0 0,196-39 16,-78 38 0,-118 40-16,118-78 0</inkml:trace>
  <inkml:trace contextRef="#ctx0" brushRef="#br0" timeOffset="23388.47">17051 1411 0,'39'0'16,"-39"39"-16,78-39 15,-38 39-15,-1-39 0,-39 39 16,39-39-16,0 39 0,-39 1 15,0-1-15,0 0 0,0 0 16,0 0-16,0 1 0,0-1 0,0 0 16,-39 39-16,39-38 0,-39 38 0,39-39 0,-79 0 15,40 40-15,0-40 0,0 0 16,0 39-16,-1-38 0,1-1 0,0 0 0,0 0 16,39 0-16,0 1 0,0-1 0</inkml:trace>
  <inkml:trace contextRef="#ctx0" brushRef="#br0" timeOffset="23578.48">17835 2116 0,'78'-117'15,"-156"234"-15,195-274 0,-38 118 0,78-39 16,-79 39-16,0-1 0,-38 40 15,38-39-15,-39 39 0,79-78 16,-79 78-16</inkml:trace>
  <inkml:trace contextRef="#ctx0" brushRef="#br0" timeOffset="23808.45">18344 1528 0,'-39'0'0,"78"0"0,-78 39 31,39 1-15,0-1-16,0 0 16,0 0-16,0 0 0,-39 40 0,39-40 0,-39 0 15,39 40-15,-39-40 0,39 0 0,-40 39 0,40-38 16,-39-1-16,39 0 0,0 0 15,0 0-15,0 0 0,0 1 0,79-40 0,-79 39 16</inkml:trace>
  <inkml:trace contextRef="#ctx0" brushRef="#br0" timeOffset="24358.5">19285 2195 0,'0'0'0,"-39"0"16,39-40-16,78-77 31,1 78-31,-79-1 0,39-38 16,-39 0 0,0 38-16,0-116 15,0 116-15,0 1 0,0 0 0,0 0 31,0 0-31,-39 156 16,-1-78-16,40 40 16,-78 117-16,78-118 0,0 1 15,-39-40-15,0 235 16,-1-235-16,40 40 0,0-40 16,0 0-16,0 39 0,0 1 15,0-40 1,40-78-1,-1-40 1,39 40-16,-39 0 0,157-157 31,-156 157-31,-1 0 0,39 0 0,-39 39 0,40-40 32,-40 1-17,-39 157 1,0-79-16,0 0 15,39 0-15,-39 0 0,0 40 16,39-79-16,1 78 16,-1-39-16,0-39 15,0 40 1,0-40-16,1 0 0,-1-79 0</inkml:trace>
  <inkml:trace contextRef="#ctx0" brushRef="#br0" timeOffset="24628.4">21088 1803 0,'-39'-118'32,"78"236"-32,-78-275 0,0 118 15,0 39-15,-40 117 16,40-38-16,-79 38 15,79-78-15,-39 236 16,39-119 0,117 119-1,79-158 1,0-117 0</inkml:trace>
  <inkml:trace contextRef="#ctx0" brushRef="#br0" timeOffset="25108.39">21245 1999 0,'0'-40'32,"78"1"-32,-38 39 0,116-39 15,-116 39-15,-1 0 16,39 0-16,1 0 0,-40 0 0,39 0 16,0 78-16,-78-38 15,40-1-15,-119 78 16,79-77-16,-78-1 0,39-39 15,0 39-15,-118 39 16,118-39-16,-1-39 0,1 40 16,39-1-1,39-39-15,1 0 16,-40 39 0,78-39-16,-39 0 0,40 0 15,-79 39-15,39-39 0,-39 39 16,-79 1-1,79-1-15,-78-39 0,39 39 0,0-39 0,-40 39 16,1-39-16,-1 39 0,1-39 16,39 0-16,-40 0 0,1 0 0,39 0 15,-40 0-15,40 0 16,0-39-16</inkml:trace>
  <inkml:trace contextRef="#ctx0" brushRef="#br0" timeOffset="25358.42">22538 1881 0,'40'0'16,"-80"0"-16,119 0 0,-1 0 0,79 78 15,-118-38-15,0-1 0,40 0 0,-40 0 0,-39 40 16,39-40-16,-39 39 15,0-39-15,0 40 0,-39-40 0,-39 118 16,-1-118-16,1 39 16,-1 1-16,1-40 0,0 39 0,-40 1 0,0-40 0,1 0 15,-197 79 1</inkml:trace>
  <inkml:trace contextRef="#ctx0" brushRef="#br0" timeOffset="26158.31">12151 4076 0,'0'-39'32,"39"39"-17,1 0 1,38 0-16,-39 0 16,0 0-16,0 0 0,40 0 0,-40-39 0,39 39 15,-38 0-15,38 0 0,0 0 16,-38 0-16,38 0 0,-39-40 0</inkml:trace>
  <inkml:trace contextRef="#ctx0" brushRef="#br0" timeOffset="26368.37">12621 4350 0,'-39'40'15,"78"-80"-15,-117 80 0,156-40 32,-38 0-32,38 0 15,-39-40-15,40 40 16,-40-39-16,39 39 0,40 0 0</inkml:trace>
  <inkml:trace contextRef="#ctx0" brushRef="#br0" timeOffset="29104.93">14464 3645 0,'-39'0'15,"39"39"95,-40-39-95,40 39-15,-39-39 0,0 39 0,0 1 16,0-40-16,-1 39 0,1 0 0,0 0 0,39 0 16,-39 1-16,0-1 15,-1 0-15,1 0 0,0 0 0,39 1 0,-39-1 16,39 0-16,-39 39 0,39-38 16,-40-1-16,40 0 0,0 0 0,0 0 0,0 1 15,0-1 1,40 0-16,38-39 0,-78 39 0,39-39 15,0 0-15,40 0 0,-40 0 0,0 0 0,0-39 16,1 39-16,38-39 0,-39 0 16,0 39-16,-39-40 0,40 1 0,-1 0 0,0 0 15,-39 0 1,0-1-16,39 40 0,-39-39 0,0 0 0,0 0 16,0 0-1,0-1-15,0 1 0,0 0 16,0 0-1,-39 39-15,39-39 0,-39-1 0,39 1 16,-39 39-16,39-39 0,-40 39 0,40-39 0,-39 39 16,39-39-16,-39 39 0,39-40 15,-39 40-15</inkml:trace>
  <inkml:trace contextRef="#ctx0" brushRef="#br0" timeOffset="29375">14973 4154 0,'0'40'0,"0"-80"0,0 119 31,40-79-31,-1 0 0,0 0 0,0 0 16,40 0-16,-40 0 0,39 0 0,1 0 0,-40 0 16,39 0-16,0 0 15,-38 0-15,38-39 0,-39 39 0,40 0 0,-40-40 16,39 40-16,-39-39 0,1 39 16,-1 0-16,0-39 0,0 39 0,0-39 0</inkml:trace>
  <inkml:trace contextRef="#ctx0" brushRef="#br0" timeOffset="29694.9">15522 3841 0,'0'39'16,"0"-78"-16,0 117 0,0-39 15,0 1-15,-39-1 0,39 0 16,0 79 0,0-79-16,-78 118 31,78-118-31,0 0 0,0 0 0,0 0 0,-40 79 15,40-79-15</inkml:trace>
  <inkml:trace contextRef="#ctx0" brushRef="#br0" timeOffset="30214.87">17129 3841 0,'-78'0'0,"156"0"0,-195 0 15,77 0-15,1 39 32,0 0-17,-39 0 1,78 1-16,0-1 0,-40-39 0,40 39 0,-39 0 16,39 0-16,0 1 15,-39-1-15,39 0 0,0 0 0,0 0 16,39 1-1,40-40-15,-40 39 16,0-39-16,0 0 0,0 0 0,1 0 0,-1 0 16,0 0-16,0 0 0,0 0 15,1 0-15,-1-39 0,0 39 0,-39-40 0,39 40 16,0-39-16,-39 0 16,0 0-16,40 0 0,-40-1 0,0 1 0,0 0 15,0 0-15,0 0 16,-40 39-16,40-40 0,0 1 0,-39 39 0,-39-39 15,39 39-15,-1 0 0,1 0 16,-39 0-16,39 0 16,-1 0-16,1 0 0,0 0 0,0 39 0,0-39 15,-1 0-15</inkml:trace>
  <inkml:trace contextRef="#ctx0" brushRef="#br0" timeOffset="30814.83">12778 5722 0,'0'39'16,"39"-39"46,1 0-62,-1 0 16,39 0-16,-39 0 0,40 0 15,-40 0-15,39 0 0,-38 0 0,38 0 0,-39 0 16,0-39-16,40 39 0</inkml:trace>
  <inkml:trace contextRef="#ctx0" brushRef="#br0" timeOffset="31054.83">13092 6036 0,'-39'39'31,"78"0"-15,0-39-16,39 0 15,-38 0-15,-1 0 0,0 0 16,0 0-16,0 0 15,1 0-15,-1 0 0,0 0 0,0 0 0,40 0 16</inkml:trace>
  <inkml:trace contextRef="#ctx0" brushRef="#br0" timeOffset="31494.8">14817 5565 0,'-40'0'15,"80"0"-15,-158-39 16,79 39-16,0 0 16,-1 39-1,-38 79 1,0 0-1,78-1 1,78-38 15,40-40-15,-1-39 0,-78-39-1,1-1-15,38-77 16,-78 78-16,0-1 0,0 1 15,0 0-15,-39 0 0,-40-79 32,1 79-32,39 39 0,-40-39 31,-38 39-31</inkml:trace>
  <inkml:trace contextRef="#ctx0" brushRef="#br0" timeOffset="33615.5">1411 6859 0,'-39'0'0,"0"0"31,39 39 16,0 0-31,0 1-1,0-1-15,-40 0 0,40 0 0,0 0 16,0 1-16,-39-1 16,39 0-16,0 0 0,0 0 0,0 1 0,0-1 15,0 0-15,39 0 16,-39 0-16,40-39 0,-40 40 0,39-40 15,0 0 1,0 0-16,-39-40 16,39 1-16,-39 0 0,0 0 0,0 0 15,40-1-15,-40 1 0,0 0 16,0 0-16,0 0 0,39-1 0,-39 1 0,0 0 16,0 0-16,0 0 15,0-1 1,0 80 15,0 38-31,0-39 0,0 0 0,0 1 16,0 38-16,0-39 15,0 40-15,0-1 0,0 0 0,0 1 0,0-1 16,0 1-16,0-1 0,0 0 16,-39 1-16,39 38 0,-40-38 0,40-1 0,-39 1 15,39-1-15,-39-39 16,39 40-16,-39-1 0,39-39 0,-39 0 0,39 0 15,-40 1-15,40-1 0,-39 0 16,0 0-16,0-39 0,0 0 0,-1 39 16,1-39-16,0 0 0,0 0 15,39-39 1,-39 39-16,39-39 0,0 0 16,0 0-16,0-1 15,0 1-15,0 0 0,0 0 0,0 0 16,0 0-16,39-1 15,-39 1-15,0 0 0,39 0 0,-39 0 0,39-1 16,-39 1-16,39 0 0,1 0 0,-40 0 0,39-1 16,0 40-16,0-39 0,0 0 15,1 39-15,-1 0 0,0-39 0,0 39 16,0 0 0</inkml:trace>
  <inkml:trace contextRef="#ctx0" brushRef="#br0" timeOffset="33885.57">2195 7329 0,'0'-39'0,"-78"39"15,156 39-15,-196-78 0,40 78 31,39-39-31,39 79 0,-39-40 0,39 0 0,0 40 16,-40-40-16,40 0 0,0 0 0,0 40 16,0-40-16,-39 78 15,39-77-15,0 38 0,0-39 0,0 40 16,39-40-16,-39 0 0,0 0 16,118 79-1,-79-118-15,0 0 0</inkml:trace>
  <inkml:trace contextRef="#ctx0" brushRef="#br0" timeOffset="34325.47">2509 7643 0,'0'-39'16,"0"78"-16,39-78 15,0 78-15,-39 79 16,0-79-16,0 78 31,-39-77-31,39-1 0,0 0 16,0 0 0,0-78 15,78 0-31,40-118 31,-79 118-31,0 0 0,39 39 16,-38 0-16,-40 39 15,78 39 1,-78 1 0,0-40-16,0 78 15,0-77-15,0-1 31,0 0-15</inkml:trace>
  <inkml:trace contextRef="#ctx0" brushRef="#br0" timeOffset="34535.45">3567 7525 0,'78'40'31,"-39"-1"-31,1 0 16,-1 0-16,78 79 15,-117-79-15,0 0 0,40 79 16,-40-79-16,-118 118 31,79-118-31,0 0 0,-1 0 0,1 79 16</inkml:trace>
  <inkml:trace contextRef="#ctx0" brushRef="#br0" timeOffset="34715.43">4351 8035 0,'0'-39'31,"0"78"-31,157-196 15,-118 118-15,0 39 0,118-78 16,-79 78 0</inkml:trace>
  <inkml:trace contextRef="#ctx0" brushRef="#br0" timeOffset="34872.85">4625 8270 0,'-39'39'16,"78"-78"-16,-78 118 0,39-40 16,39-39-16,40 0 15,38 0 1,-78 0-16,157-79 16,-156 79-16</inkml:trace>
  <inkml:trace contextRef="#ctx0" brushRef="#br0" timeOffset="35462.85">6820 6820 0,'-78'-39'15,"156"78"-15,-195-118 16,77 79-16,1 0 0,39-39 0,-78 39 16,39 0-16,-157 118 15,156-79-15,1 0 0,0 0 16,-79 197 0,118 77-1,118-78 16,-79-156-31,-39-40 0,79 118 32,-79-118-32,0 0 0,0 0 0,-118 79 31,40-79-31,38-39 0,-38 39 16,39-39-16,39-39 31,0 0-16,0 0-15,39 39 16,0 0 0,0 39-1,40 79 1,-79-79-16,117 118 16,-117-118-16,40 0 0,-1 0 15,39 39-15,-39-38 0,1 38 16,-1-39-16,78 40 15,40-1 17,-118-78-32</inkml:trace>
  <inkml:trace contextRef="#ctx0" brushRef="#br0" timeOffset="39234.22">7957 7212 0,'-39'0'78,"39"39"-78,0 0 16,0 0-16,0 1 15,0-1-15,0 0 0,0 0 0,0 40 0,0-40 16,0 0-16,0 0 16,0 0-16,0 40 0,0-40 0,0 0 0,0 0 15,0 1-15,0-1 0,0 0 16,0 0-16,0 0 0</inkml:trace>
  <inkml:trace contextRef="#ctx0" brushRef="#br0" timeOffset="39494.14">8271 8270 0,'0'39'31,"0"1"-16,0-1-15,0 0 0,0 0 0,0 0 16,-79 1-16,79-1 16,-39-39-16,-39 39 0,38 0 0,1 0 0,0 0 15,0 1-15,0-40 0,-1 39 16,1 0-16,0-39 0,0 0 0,0 0 16</inkml:trace>
  <inkml:trace contextRef="#ctx0" brushRef="#br0" timeOffset="40044.19">9721 7290 0,'-39'0'0,"-1"0"31,1 0-31,-39 79 31,39-40-31,-118 157 16,157-157-16,-79 79 15,79-79-15,0 39 16,0-39-16,0 40 16,0-40-16,40-39 15,-40 39-15,78-39 16,-78 39-16,196-39 16,-157-78-16,0 78 15,1 0-15,-1-78 16,0 38-16,0-116 15,-39 116-15,0-77 32,-39 117-32,39-39 0,-78-40 15,78 40 1,-79 39 0,40 0-1,-39 39 1,78 0-16</inkml:trace>
  <inkml:trace contextRef="#ctx0" brushRef="#br0" timeOffset="40264.19">10270 8035 0,'0'39'0,"0"-78"0,0 117 0,0-38 15,0-1-15,0 0 0,0 0 16,0 0 0,-40 1-16,40-1 0,-39-39 15,39 39-15,-39 0 16,0 0-16,0-39 0,39 40 0,-40-40 16,1 0-1</inkml:trace>
  <inkml:trace contextRef="#ctx0" brushRef="#br0" timeOffset="40684.25">10779 7565 0,'0'0'0,"0"-40"0,39 40 0,-39-39 15,40 39-15,-1 0 0,0-39 0,0 39 16,0 0-16,1-39 0,-1 39 16,0 0-16,0 0 0,0 0 0,1 0 15,-40 39 1,0 0-16,0 0 0,0 1 0,0-1 16,0 0-16,-40 0 15,40 0-15,-39 1 0,0-1 0,0 0 0,39 0 0,-39 0 16,-1 1-16,1-1 0,0 0 0,0 0 0,0-39 15,-1 39-15,40 1 16,-39-40-16,39 39 0,-39-39 0,78 0 31,40 0-31,-40 0 16,0 0-16,39 0 16,-38 0-16,38 0 0,-39 0 0,40 0 0,-40 0 15,39 0-15,-39 0 0,1-39 0,-1 39 0,0 0 16,0 0-16,0 0 15,-39-40-15,40 40 0</inkml:trace>
  <inkml:trace contextRef="#ctx0" brushRef="#br0" timeOffset="44051.3">11955 8388 0,'0'39'109,"-39"0"-109,39 0 16,-39-39-16,39 40 16,-39-40-16,39 39 0,-40-39 0,1 39 0,0 0 15,0-39-15,0 39 16,-1-39-16,1 39 0,0-39 0,0 0 15,0 0-15,-1 0 16,1 0-16</inkml:trace>
  <inkml:trace contextRef="#ctx0" brushRef="#br0" timeOffset="44581.28">12817 7721 0,'-39'-39'16,"0"39"-16,0 0 16,39 39-16,-118 40 15,118-40-15,-39 0 0,0 0 16,-40 79 0,40 0-1,39-40 1,39-39-1,-39 0-15,157-39 32,-118 0-32,1-39 0,-1 39 0,0-39 0,0 39 15,79-78-15,-40-79 32,-78 78-32,0 40 0,39-78 31,-39 77-31,-78 1 0,39 39 0,0-39 31,-1 39-31,1 0 0,-39 0 16,78 39-16</inkml:trace>
  <inkml:trace contextRef="#ctx0" brushRef="#br0" timeOffset="44951.25">13915 8466 0,'0'39'63,"-78"-39"-63,78 40 0,-40-1 15,1 0-15,39 0 0,-39 0 16,39 0-16,-39 1 15,39-1-15,-39 0 0,39 0 0,-40-39 0,40 39 16,0 1-16,-39-40 0,0 0 16</inkml:trace>
  <inkml:trace contextRef="#ctx0" brushRef="#br0" timeOffset="45281.24">14503 7604 0,'0'0'31,"0"39"-15,-39 118 0,0-118-16,-79 157 15,79-157-15,39 0 0,0 1 16,-39-1-16,39 0 16,-40 0-16,40 0 0,0 1 0,0-1 0,-39 39 31</inkml:trace>
  <inkml:trace contextRef="#ctx0" brushRef="#br0" timeOffset="45561.21">14621 8545 0,'39'0'32,"-78"0"-32,78 39 15,-39 0-15,-39-39 0,-40 157 32,40-118-32,39 0 0,-39 0 0,-79 79 31,79-79-31,39 0 0,-39-39 0,0 39 0,-1-39 15,1 40 1</inkml:trace>
  <inkml:trace contextRef="#ctx0" brushRef="#br0" timeOffset="46171.25">16071 7604 0,'0'39'16,"-39"-39"30,-40 0-30,79 39-16,-39-39 0,0 39 16,0 1-16,-1-40 0,1 39 0,0 0 0,0 0 15,0 0-15,39 1 0,-40-40 0,40 39 16,0 0-16,-39-39 16,39 39-16,0 0 0,0 1 15,39-1-15,40-39 16,-40 0-16,0 0 0,0 0 0,1 0 15,-1 0-15,39 0 16,-39 0-16,1-39 0,-1 39 0,39-40 0,-39 1 16,1 39-16,-40-39 0,39 0 0,0 39 0,-39-39 15,0-1-15,0 1 0,0 0 16,-39 0-16,0 0 0,-1 39 16,1 0-16,0-40 15,0 40-15,-40 0 0,40 0 0,0 0 0,-39 0 16,38 0-16,1-39 0,0 39 15,0 0-15,0 0 0</inkml:trace>
  <inkml:trace contextRef="#ctx0" brushRef="#br0" timeOffset="46851.13">16659 7251 0,'0'-39'16,"39"39"0,-78 39-16,78-117 0,0 78 0,0 0 0,1 0 15,-1 0-15,0 0 0,-39 39 16,0 0 0,0 0-16,0 0 15,0 1-15,0-1 16,0 0-16,0 0 0,0 0 15,-39 1-15,39-1 16,0 0-16,0 0 16,39 0-16,0-39 15,40 0-15,-40 0 16,0 0-16,0 0 0,0 0 0,1 0 16,-1-39-16,0 39 15,0 0-15,0-39 0,-39 0 16,0 78 31,-39-39-47,0 39 15,39 0-15,-39 1 0,39-1 16,-39 0-16,39 0 16,-40 0-16,40 1 0,-39-1 0,39 0 15,-39 0 1,39 0-16,-39 1 0,39-1 0,-39 0 0,39 0 15,-40 0-15,40 1 0,-39-1 16,0 0-16,0 39 0,0-38 0,-1-1 0,1 0 16,-39 0-16,-1 0 0,40 0 0,-39 1 0,-1-40 15,-38 39-15,38-39 16,-38 39-16,-1-39 0</inkml:trace>
  <inkml:trace contextRef="#ctx0" brushRef="#br0" timeOffset="60635.09">4351 10936 0,'-39'0'16,"39"-40"62,0 1-78,0 0 31,-40 39 1,40 39 46,0 0-63,0 1 1,0-1-16,0 0 0,0 0 0,0 0 16,0 1-16,0-1 0,0 0 15,0 0-15,0 0 0,0 1 0,0-1 0,0 0 16,0 0-16,0 0 15,0 1-15,0 38 0,0-39 0,0 0 0,0 1 16,40-1-16,-40 0 0,0 0 0,0 0 0,0 0 16,0 1-16,0-1 0,0 0 15,0 0-15,0 0 0,0 1 0,0-1 0,0 0 16,0 0 0,39 0-16,-39 1 0,39-1 0,-39 0 15,0 0-15,0 0 16,0 1-16,0-1 0,0 0 0,0 0 15,0 0-15,0 1 0,0-1 0,0 0 0,0 0 16,0 0-16,0 1 16,39-1-16,-39 0 0,0 0 0,0 0 0,0 1 15,0-1-15,0 0 0,0 0 16,0 40-16,0-40 0,0 0 0,0 0 0,0 0 16,0 1-16,0-1 15,0 0-15,0 0 0,39-39 0,-39 39 0,0 1 16,0-1-16,0 0 0,0 0 15,0 0-15,0 1 0,0-1 16,0 0-16,0 0 0,0 0 0,0 1 16,0-1-16,0 0 15,0 0-15,0 0 0,0 1 16,0-1-16,0 39 0,0-39 16,0 1-16,0 38 0,0-39 0,-39 40 0,39-40 15,0 39-15,0-39 16,0 1-16,0-1 0,0 0 0,0 0 0,0 0 15,0 0-15,0 1 16,0-1 0,0 0-16,0 0 15,0 0 1,0 1-16,0-1 0,0 0 16,0 0-16,0 0 15,0 1-15,0-1 0,0 0 0,0 0 16,0 0-16,0 1 15,0-1-15,0 0 0,0 0 0,0 0 16,0 1-16,0-1 0,0 39 0,39-39 0,-39 40 16,0-1-16,0 1 0,40-1 15,-40 0-15,0 1 0,0-1 0,0 1 0,39 38 16,-39-38-16,0-1 16,0 0-16,0 1 0,0-1 0,39-39 0,-39 1 15</inkml:trace>
  <inkml:trace contextRef="#ctx0" brushRef="#br0" timeOffset="61605.14">4076 10936 0,'0'-40'171,"0"1"-155,79 39-16,-79-39 16,39 39-16,-39-39 15,39 39-15,0-39 16</inkml:trace>
  <inkml:trace contextRef="#ctx0" brushRef="#br0" timeOffset="62995.25">4351 10740 0,'0'0'16,"-39"0"62,-1 39 94,40 0-157,-39-39-15,78 0 204,1 0-189,-1 0 1,39-39-1,-39 0-15,1 39 0,-1 0 0,39-40 16,-39 40-16,40 0 16,-40-39-16,39 39 0,1-39 0,-40 39 0,39-39 15,1 39-15,38-39 0,-38 39 16,-1 0-16,1-40 0,38 40 0,-38 0 0,-1-39 16,0 39-16,1 0 15,-1 0-15,-39 0 0,40 0 0,-40 0 0,0 0 16,0 0-16,0 0 0,1 0 15,-1 0-15,39 0 0,-39-39 0,1 39 0,38 0 16,-39 0-16,40 0 0,-40 0 0,39 0 0,-39 0 16,40 0-16,-1-39 15,-39 39-15,40 0 0,-1 0 0,1 0 0,-40-39 16,39 39-16,1 0 0,-40 0 16,39 0-16,-39 0 0,1-40 0,-1 40 0,39 0 15,-39 0-15,1 0 16,-1 0-16,0 0 0,0 0 0,-39-39 15,39 39-15,1 0 0,-1 0 0,0 0 0,0 0 16,0-39-16,1 39 16,-1 0-16,0 0 0,0 0 0,0 0 15,1 0-15,-1 0 16,0 0-16,0 0 0,0 0 0,1 0 0,-1 0 16,0 0-16,0 0 0,0 0 15,40 0-15,-40-39 0,39 39 0,1 0 0,-40-39 16,39 39-16,-39 0 15,40 0-15,-1-40 0,-39 40 0,40 0 0,-1-39 16,1 39-16,-1 0 0,-39-39 0,40 39 0,-1 0 16,0 0-16,-38-39 0,38 39 15,-39 0-15,40 0 0,-40 0 0,0-39 0,39 39 16,-38 0-16,-1 0 16,0 0-16,0 0 0,40-40 0,-40 40 0,0 0 15,39 0-15,-38 0 0,-1 0 16,0 0-16,39 0 0,-38 0 0,-1 0 0,0 0 15,39 0-15,-38-39 0,-1 39 0,0 0 0,39 0 16,-38 0-16,-1 0 16,39 0-16,-39 0 0,1 0 0,38 0 0,-39-39 15,40 39-15,-40 0 0,39 0 16,1 0-16,-40 0 0,39-39 0,1 39 0,-1 0 16,0 0-16,-39 0 15,40-39-15,-1 39 0,1 0 0,-1 0 0,0 0 16,1-40-16,38 40 0,-38 0 15,-1 0-15,1-39 0,38 39 0,-38 0 0,-1 0 16,0-39-16,-38 39 0,38 0 0,-39 0 0,0-39 16,1 39-16,-1 0 15,0 0-15,0-39 16,0 39 0,-39-40-1</inkml:trace>
  <inkml:trace contextRef="#ctx0" brushRef="#br0" timeOffset="73587.45">3528 11406 0,'0'-39'16,"0"0"15,0 78 110,0 0-125,0 0-1,0 0-15,0 1 0,0-1 0,0 0 16,0 39-16,0-38 0,0-1 15,0 0-15,39 0 0,-39 39 0,0-38 0,39-1 16,-39 0-16,0 0 16,0 0-16,0 1 0,0-1 0,0 0 0,0 0 15</inkml:trace>
  <inkml:trace contextRef="#ctx0" brushRef="#br0" timeOffset="74427.42">3645 13091 0,'0'0'0,"-39"-39"15,0 0 1,0 39-1,-1 0 17,40 39-32,-39-39 0,39 39 15,-39 1-15,39-1 16,-39 0-16,39 0 0,-39 0 16,39 1-16,0-1 0,0 0 15,0 0 1,-40 0-16,40 1 0,0-1 0,0 0 15,0 0-15,0 0 16,0 1-16,40-40 16,-40 39-16,39-39 15,0 0-15,0 0 0,0 39 16,1-39-16,-1 0 0,0 0 16,0-39-1,-39 0-15,39 39 16,-39-40-16,0 1 15,0 0-15,0 0 0,0 0 16,0-1-16,-39 1 16,39 0-16,-39 0 0,39 0 15,0-1-15,-39 40 16,39-39-16,-39 39 0,39-39 0,-40 39 16,40-39-16,-39 39 15,0 0 32,39 39-47</inkml:trace>
  <inkml:trace contextRef="#ctx0" brushRef="#br0" timeOffset="74937.39">3724 14855 0,'-40'0'16,"1"0"31,39 40-16,0-1-15,0 0-16,0 0 0,0 0 0,0 0 0,0 1 15,0-1-15,0 39 0,0-39 16,0 1-16,0 38 0,0-39 0,0 0 0,0 1 15,0 38-15,0-39 16,39 0-16,-39 1 0,0-1 0</inkml:trace>
  <inkml:trace contextRef="#ctx0" brushRef="#br0" timeOffset="75847.33">3724 16933 0,'-40'0'15,"1"0"1,0 0 46,39 39-46,-39-39-16,39 39 0,0 0 16,-39-39-16,39 40 15,-40-40-15,40 39 0,0 0 0,-39 0 16,39 0-1,0 1-15,0-1 0,0 0 0,0 0 16,0 0-16,0 1 16,0-1-16,39 0 0,-39 0 0,40 0 15,-1 1-15,0-40 16,-39 39-16,39-39 0,0 0 0,1 0 16,-1 0-16,0 0 0,0 0 15,0 0 1,1 0-16,-1-39 0,0 39 15,-39-40 1,39 40-16,-39-39 0,0 0 0,0 0 16,0 0-1,0-1-15,0 1 0,0 0 16,-39 0-16,39 0 0,-39-1 0,39 1 0,-39 0 16,39 0-16,-40 0 0,40-1 15,-39 40-15,39-39 0,-39 0 0,39 0 0,-39 39 16,39-39-16,-39 39 15,-1 0-15,40-40 0,-39 40 0,0 0 16,0 0 0,0 0-1,39 40-15</inkml:trace>
  <inkml:trace contextRef="#ctx0" brushRef="#br0" timeOffset="77707.53">5409 9720 0,'0'40'219,"0"-1"-203,0 0-16,0 0 15,0 0-15,0 1 16,0-1-16,0 0 0,0 0 0,39 0 15,-39 1-15,0-1 0,40 39 16,-40-39-16,39 1 0,-39-1 0,39 0 16,-39 0-1</inkml:trace>
  <inkml:trace contextRef="#ctx0" brushRef="#br0" timeOffset="79477.65">8702 9681 0,'39'-39'31,"-78"39"32,39-39 124,39 39-187,-39-39 32,0-1-1,0 1-15,0 0 15,0 0-16,0 0 17,-39 39-32,0 0 15,39 39 17,-40-39-32,1 39 15,0-39-15,0 39 0,0-39 16,-1 39-16,1-39 15,0 0-15,39 40 0,-39-40 16,39 39-16,-39 0 16,39 0-16,0 0 15,0 1 1,0-1-16,0 0 16,0 0-16,39-39 0,-39 39 15,39-39 1,-39 40-16,39-40 0,0 0 15,1 0-15,-1 0 16,0 0-16,0 0 16,0 0-16,1-40 15,-1 40-15,0 0 0,0 0 16,0-39-16,1 0 16,-1 39-1,-39-39-15,39 39 16,-39-39-1,0-1-15,0 1 16,0 0 0,-39 39 15,39-39-31,-39 39 0,-1 0 16,40-39-16,-39 39 15,0 0 1,0 0-16,0 0 31,-1 0-31,1 0 16,39 39-1,-39-39-15</inkml:trace>
  <inkml:trace contextRef="#ctx0" brushRef="#br0" timeOffset="80457.58">10975 9015 0,'-39'0'141,"39"39"62,0 0-188,0 0 1,0 1 0,39-1-1,-39 0-15,0 0 16,39 0-16,-39 1 0,0-1 0,0 0 0,40 0 15,-40 0-15,39 1 16,-39-1-16,0 0 0,0 0 0,0 0 16,0 1-16,39-1 0,-39 0 15</inkml:trace>
  <inkml:trace contextRef="#ctx0" brushRef="#br0" timeOffset="95072.89">12974 8897 0,'0'-39'15,"-39"39"157,0 0 16,0 0-17,-1 0-155,40 39 0,-39-39-16,0 0 281,-39 0-281,38 39 31,1-39-31,0 40 16,39-1 46,0 0-62,0 0 16,0 0-16,0 1 31,0-1-31,0 0 31,0 0 1,0 0-17,0 1 1,0-1 0,0 0 15,0 0 16,39-39 15,-39 39-62,39-39 31,-39 40-15,40-40 0,-1 0-16,0 0 15,0 0 1,0 0-16,1 0 78,-1 0-62,0-40-1,0 40-15,0 0 0,1 0 32,-40-39-32,39 39 15,-39-39 32,0 0-31,39 0-1,-39-1 1,0 1-16,39 39 31,-39-39-15,0 0 15,0 0 0,0-1-15,-39 1 0,39 0-1,0 0 48,-39 39-63,39-39 0,0-1 31,-39 40-15,39-39-16,0 0 46,-40 39 1,1 0 110,0 0-142,0 0 1,0 0-1,-1 0-15,1 39 16,0-39-16,0 0 0,0 0 0,-1 39 0,1-39 16</inkml:trace>
  <inkml:trace contextRef="#ctx0" brushRef="#br0" timeOffset="102037.24">5605 11328 0,'0'0'0,"0"39"250,0 0-250,0 0 16,0 0-16,0 1 0,0-1 0,0 0 0,0 0 16,39 0-16,-39 1 15,0-1-15,0 0 0,40 0 0,-1 0 16,-39 0-16,39 1 15</inkml:trace>
  <inkml:trace contextRef="#ctx0" brushRef="#br0" timeOffset="103317.52">9015 11249 0,'-39'0'110,"39"39"-79,0 1-16,-39-1 1,39 0 0,-39-39-16,39 39 0,0 0 15,-39-39-15,39 40 0,-40-40 0,40 39 16,0 0-16,0 0 16,0 0-1,0 1-15,0-1 16,0 0-1,40-39-15,-1 0 0,-39 39 16,39-39 0,0 0-16,0 0 0,1 0 15,-1 0-15,0 0 16,0-39-16,0 39 0,0 0 0,-39-39 16,40 39-16,-40-39 31,39 39-31,-39-40 0,0 1 15,0 0-15,0 0 16,0 0-16,0-1 0,0 1 16,0 0-1,-39 0-15,39 0 0,-40 39 16,40-40-16,-39 40 0,0-39 0,0 39 16,0 0-1,0 0-15,-1 0 31,40 39-31,-39-39 0,39 40 16</inkml:trace>
  <inkml:trace contextRef="#ctx0" brushRef="#br0" timeOffset="103817.43">11524 10857 0,'0'0'0,"-39"0"31,39 39 0,0 1-15,0-1-16,0 0 0,0 0 16,0 0-16,0 1 0,0-1 15,0 0-15,0 0 0,0 0 0,39 1 0,-39-1 16,0 0-16,0 0 15,39 0-15,-39 1 0,39-1 0,1 0 0,-40 0 16,39 0-16,0-39 0,-39 40 16,39-40-16</inkml:trace>
  <inkml:trace contextRef="#ctx0" brushRef="#br0" timeOffset="104397.37">13719 10857 0,'0'-39'31,"0"78"-31,-39-78 0,39 0 16,-39 39-16,39 39 15,-40-39-15,40 39 16,-39-39-16,39 79 0,-39-40 0,39 0 15,-39 0-15,39 0 0,-39 1 16,39-1-16,0 0 0,0 0 0,-40 0 0,40 1 16,0-1-16,0 0 15,0 0-15,0 0 0,0 1 0,40-1 16,-1-39-16,0 0 16,0 0-1,0 0-15,1-39 0,-1 39 0,-39-40 16,39 1-16,0 39 15,0-39-15,-39 0 0,40 0 0,-1-1 0,0 1 16,-39-39-16,39 39 0,-39-1 16,0 1-16,0 0 0,0 0 0,0 0 0,0-1 15,0 1 1,-39 39-16,39-39 0,-39 0 0,0 39 0,-1-39 16,1 39-16,0 0 0,0 0 0,-40 0 0,40 0 15,0 0-15,-39 0 0,38 39 16,1-39-16</inkml:trace>
  <inkml:trace contextRef="#ctx0" brushRef="#br0" timeOffset="106547.69">5997 13131 0,'-39'0'468,"0"0"-452,39 39 0,-39-39 15,-1 0-16,1 39 1,0-39 0,39 39-16,-39-39 15,0 0-15,39 39 16,-40-39-16,40 40 16,-39-40-1,39 39 1,-39-39-1,39 39-15,0 0 16,0 0 0,0 1-16,0-1 15,0 0 1,39-39-16,-39 39 0,0 0 0,0 1 16,39-40-16,-39 39 0,0 0 0,40-39 15,-40 39 1,39-39-16,0 0 0,0 39 15,0-39-15,1 0 16,-1 0-16,0 0 0,0 0 0,0 0 16,0 0-1,1 0-15,-1 0 16,-39-39-16,0 0 16,39 39-1,0-39-15,-39 0 0,39-1 16,-39 1-1,40 39-15,-40-39 0,39 0 0,-39 0 16,0-1-16,39 1 16,-39 0-16,0 0 15,0 0 17,0-1-1,-39 40-31,39-39 0,-39 39 15,-1-39 1,1 39-16,0 0 16,0 0-1,0 0-15,-1 0 16,1 0 0,0 0-1,39 39 1,-39-39-16</inkml:trace>
  <inkml:trace contextRef="#ctx0" brushRef="#br0" timeOffset="107727.72">8741 13131 0,'-39'0'15,"0"0"17,-1 39-1,1-39-15,39 39-16,-78 0 15,78 0 1,-39-39-16,39 40 0,-40-40 0,1 39 0,39 0 15,-39-39-15,0 39 16,39 0-16,0 1 0,-39-1 0,39 0 16,0 0-1,0 0-15,0 1 0,78-40 16,-78 39-16,39-39 0,-39 39 0,39-39 16,1 0-16,-1 0 15,0 0-15,0 0 0,0 0 16,1 0-16,-1 0 0,0 0 15,0 0-15,0-39 0,1 0 16,-1-1 0,-39 1-16,0 0 0,39 39 0,-39-39 15,0 0-15,0-1 16,0 1-16,0 0 0,0 0 0,0 0 0,0-1 16,0 1-16,-39 39 0,39-39 0,0 0 15,-39 39 1,39-39-16,-40 39 0,1 0 15,0 0 1,0 0-16,0 0 16,39 39-1,0 0-15,0 0 0,39-39 16</inkml:trace>
  <inkml:trace contextRef="#ctx0" brushRef="#br0" timeOffset="108417.77">11681 13013 0,'-39'0'15,"-1"0"-15,1-39 0,0 39 31,0 0 1,39 39-32,-39 0 31,39 0-31,-40 1 0,40-1 16,0 0-16,-39 0 0,39 0 15,0 1-15,0-1 16,0 0-16,0 0 0,79 0 15,-79 1-15,0-1 16,39-39-16,0 0 0,0 39 0,0-39 16,1 0-16,-1 0 15,0 0-15,0 0 0,0 0 0,1-39 16,-1 39-16,0-39 0,0 39 0,0-40 0,1 40 16,-1-39-16,0 39 0,-39-39 15,39 0-15,-39 0 0,0-1 16,0 1-16,0 0 15,0 0-15,-39 39 0,39-39 0,0-1 16,-39 40-16,39-39 0,-39 39 16,-1-39-16,1 0 0,0 39 31,0-39-31,0 39 0,-1 0 16,1 0-16,0 0 15,39 39-15,0 0 16,39-39-1</inkml:trace>
  <inkml:trace contextRef="#ctx0" brushRef="#br0" timeOffset="108937.72">14542 12778 0,'-39'0'0,"78"0"0,-117 0 0,39 0 15,-79 0 1,79 0-16,0 0 0,-1 0 0,1 39 31,0-39-31,0 39 0,0 40 16,-1-40-16,1 78 31,39 1-15,0-79-16,79 40 15,-40-79-15,0 39 0,0-39 16,0 0-16,1 0 0,-1 39 16,78-39-1,-77-39-15,38-79 16,-78 79-16,0 0 0,0 0 16,0-1-16,0 1 0,0 0 0,0 0 0,0 0 15,0-1-15,-39 1 0,39 0 16,-79 0-16,-38-79 31,38 79-31</inkml:trace>
  <inkml:trace contextRef="#ctx0" brushRef="#br0" timeOffset="112787.43">5762 15169 0,'0'-39'0,"0"78"78,0 0-62,0 0-1,0 0-15,0 1 0,0-1 16,0 0-16,0 0 0,0 0 0,0 1 16,0-1-16,0 0 0,0 0 15,0 0-15,0 1 0,0 38 0,0-39 0,0 0 16,0 1-16,0-1 15,0 0-15</inkml:trace>
  <inkml:trace contextRef="#ctx0" brushRef="#br0" timeOffset="113497.47">8584 14895 0,'-39'0'15,"78"0"-15,-117 0 16,39 0 15,-1 39-31,1-39 0,39 78 16,-39-39-16,0 0 15,39 1-15,0 38 16,0-39-16,0 0 0,39-39 16,-39 40-16,39-40 0,0 78 15,157-39 16,-117-39-31,-40 0 0,157-39 32,-157 39-32,0 0 0,1-39 0,-1 39 0,-39-39 15,39-1-15,39-77 16,-39 117-16,-39-39 0,0-1 16,0 1-16,-39-78 15,-117-1 1,116 118-1,1-39-15,-78 39 16,77 0-16,1 0 0,0 0 16,0 0-16,0 0 15,-1 39-15,40 0 16,40-39 0,-1 0-16</inkml:trace>
  <inkml:trace contextRef="#ctx0" brushRef="#br0" timeOffset="114087.38">11838 14307 0,'0'0'0,"0"-40"15,-40 40 32,40 40-31,0-1-16,0 0 0,0 0 16,0 0-16,0 1 15,0 38-15,0-39 0,40 0 0,-40 1 16,0 38-16,39-39 0,-39 0 15,0 40-15,0-40 0,39 0 0,-39 0 0,0 0 16,0 1-16,39-1 16,-39 0-16,0 0 0,39 0 0,1 1 15</inkml:trace>
  <inkml:trace contextRef="#ctx0" brushRef="#br0" timeOffset="114637.35">13993 14346 0,'0'0'16,"-39"39"-16,0-39 15,0 0-15,0 39 16,-1 40 0,40-40-16,-39 39 15,39-39-15,0 1 0,0-1 16,0 39-16,0 1 15,39-40-15,79 78 16,-79-78-16,0-39 0,1 40 16,-1-40-16,39 0 0,-39 39 15,197-39 1,-197 0-16,78-39 0,-117-1 0,40 40 0,-1-39 16,-39-117-1,0 116-15,0-156 31,-39 157-31,39 0 0,-40 0 0,40 0 0,-117-79 32,-79 79-17,117 0 1,40 39-16,-196 0 16,196 0-16,0 39 0,-1-39 0,1 78 0</inkml:trace>
  <inkml:trace contextRef="#ctx0" brushRef="#br0" timeOffset="115647.25">6193 17050 0,'39'0'15,"-78"0"17,-39 0-17,38 40-15,1-40 16,0 39-16,0-39 16,0 39-16,0-39 0,-1 39 0,1 0 15,0 1-15,39-1 16,0 0-16,0 0 0,0 0 15,39 1 1,-39-1-16,79 0 16,-40 0-16,0-39 15,0 39-15,0-39 0,0 0 0,1 40 0,38-40 16,-39 0-16,0 0 0,40 0 0,-40 0 0,39-40 16,-38 40-16,-1-39 15,0 39-15,0-39 0,0 0 0,-39 0 16,0-1-16,0 1 15,0 0-15,0 0 0,-39 0 0,39-1 0,-39 1 16,0 0-16,0 0 16,-1 0-16,1 39 0,0-40 0,0 40 0,0-39 15,-1 39-15,1 0 0,0 0 0,0-39 0,0 39 16,-1 0-16,1 0 16,0 0-16,0 39 0,0 0 15</inkml:trace>
  <inkml:trace contextRef="#ctx0" brushRef="#br0" timeOffset="116177.25">9250 16619 0,'0'0'16,"-39"0"0,-39 0-16,0 0 15,38 0-15,1 0 16,-118 118-1,79-1 1,39-77-16,39 77 31,0-78-31,0 1 0,157 77 16,-79-78 0,-39 1-16,157-40 15,-118 0-15,-38 0 0,-1 0 16,0-40-16,0 40 15,0-39-15,40-78 16,-40 77-16,-39 1 0,0 0 16,0 0-16,0 0 0,-157-157 31,118 156-31,-118 1 16,118 0-16,0 39 0,0 0 0,0 0 0,-1 0 15,-38 0 1,39 39-16,39 0 31,39 1-31</inkml:trace>
  <inkml:trace contextRef="#ctx0" brushRef="#br0" timeOffset="116777.19">11994 16502 0,'0'0'15,"-78"0"1,0 0 0,38 39-16,1 0 15,0 0-15,39 0 0,-39 1 16,39-1-1,0 0-15,-39 118 16,39-118-16,0 0 0,0 0 16,39 1-16,-39-1 0,117 0 15,-77 0-15,116-39 32,-116 0-32,-1 0 0,0-39 0,0 39 0,0-39 15,79-118 1,-118 118-16,-39-118 31,39 118-31,-39 0 0,-1-40 0,-38 40 16,39 0-16,39 0 0,-118 39 15,79 0-15,-118 0 16,157 39-16,-39-39 0,0 0 16,0 0-1,39 39-15,0 0 0,78-39 16</inkml:trace>
  <inkml:trace contextRef="#ctx0" brushRef="#br0" timeOffset="117302.02">14268 16423 0,'0'0'15,"-39"0"-15,-79 0 16,79 0-16,0 0 0,-1 0 16,1 0-16,0 0 0,-79 79 31,79-1-31,0-39 0,0-39 0,39 39 0,-39 1 15,39-1 1,0 0-16,0 0 0,78 79 31,-39-118-31,79 39 16,-79 0-16,157 0 16,-157-39-16,0 0 0,1 0 15,-1 0-15,0 0 0,0 0 0,40-39 31,-40 0-31,39-39 16,-39 38-16,-39 1 0,0 0 16,0 0-16,0 0 0,0-236 15,-39 236-15,39-79 32,-39 79-32,0 39 0,-118-39 31,39 39-31,79 39 0,-235 40 31,235-79-31</inkml:trace>
  <inkml:trace contextRef="#ctx0" brushRef="#br0" timeOffset="119812.19">7643 10465 0,'-39'0'187,"39"39"-77,-39-39-95,0 0-15,39 79 0,0-40 16,-39-39-16,39 39 16,-40-39-16,40 39 0,0 1 0,-39-40 0,39 39 15,0 0-15,-39 0 16,39 0-16,0 1 0,-39-1 0,39 0 0,-39 0 15,39 0-15,-40 1 0,1-1 16,39 0-16,-39-39 0,39 39 0,-39-39 16,39 39-16,-39 1 15,-1-1 1,40 0-16,-39-39 16,39 39-1,-39-39-15,0 39 0,0 1 16,39-1-1,-40-39-15,1 39 0,0 0 0,0 0 16,0 1 0,-1-1-16,1-39 15,39 39-15,-39-39 0,39 39 16,-39-39-16,0 39 16,-1 0-1,1-39 1,0 40-16,0-40 15,39 39-15,-39-39 0,-1 39 16,1-39-16,39 39 16,-39-39-16,0 39 15,0-39-15,-1 40 16,1-1-16,0-39 0,39 39 16,-39-39-16,0 39 15,39 0-15,-39-39 0,-1 0 16,40 40-1,-39-40-15,0 0 16,39 39 0,-39-39-16,39 39 0,-39-39 15,39 39-15,-40-39 0,40 39 0,-39-39 16,39 40-16,-39-40 16,39 39-16,-39-39 0,0 39 0,-1-39 15,40 39 1,-39-39-16,0 39 0,0 1 15,0-1-15,-1 0 16,1-39-16,39 39 0,-39-39 0,39 39 16,-39-39-16,39 40 0,-39-40 15,39 39-15,-40-39 0,40 39 0,-39-39 16,39 39-16,-39-39 0,0 39 16,39 1-1,-39-40-15,39 39 0,-40-39 16,40 39-16,-39 0 15,0 0-15,0 1 16,39-1 0,-39-39-16,39 39 0,-40-39 15,40 39-15,-39 0 0,0-39 16,39 40-16,-39-1 16,0 0-16,-1 0 31,40 0-31,-39-39 15,39 40 1,0-1-16</inkml:trace>
  <inkml:trace contextRef="#ctx0" brushRef="#br0" timeOffset="122759.13">11250 10073 0,'0'-39'16,"-40"39"140,40 39-156,-39-39 16,39 39 15,-39-39-16,0 40-15,0-40 16,-1 0 0,40 39-16,-39-39 0,0 0 31,39 39-31,-39-39 0,0 0 16,39 39-1,-40-39-15,40 39 0,-39-39 0,0 40 16,0-1-16,0 0 15,-1 0 1,1-39-16,39 39 0,-39 1 16,39-1-16,-39 0 15,39 0-15,-39 0 0,-1 1 16,40-1 0,-39 0-16,39 0 15,0 0-15,-39-39 0,39 40 0,-39-1 16,39 0-1,-39-39-15,39 39 0,-40 0 0,40 1 16,-39-40-16,39 39 16,-39 0-16,39 0 15,-39-39-15,39 39 0,-39-39 16,39 40-16,-40-1 0,1 0 16,0-39-1,39 39-15,-39-39 0,39 39 16,-39-39-16,-1 40 15,1-40-15,39 39 16,-39-39-16,39 39 0,-39-39 0,0 39 16,-1 0-1,1-39-15,0 40 0,0-40 16,39 39-16,-39-39 0,-1 39 16,1-39-16,0 39 0,0-39 15,39 39-15,-39-39 16,-1 39-16,1-39 15,0 40-15,0-40 0,0 39 16,0-39-16,-1 0 16,40 39-16,-39-39 0,0 0 0,39 39 0,-39-39 15,0 0-15,-1 0 16,1 39-16,0-39 0,39 40 16,-39-40-16,0 0 15,39 39-15,-40-39 0,40 39 16,-39-39-16,0 39 15,0-39 1,39 39-16,-39-39 0,39 40 16,-40-40-16,1 39 15,0 0 1,0-39 0,39 39-16,-39 0 0,-1 1 15,40-1 1,-39 0-16,0 0 15,39 0-15,-39-39 0,39 40 16,-39-40-16,39 39 16,-40-39-16,40 39 0,-39 0 0,0 0 15,39 1 1,-39-40-16,39 39 0,-39-39 0,39 39 0,-40 0 31,40 0-31,-39-39 0,39 40 0,-39-1 16,39 0-16,-39-39 0,39 39 15,-39-39-15,-1 39 16,1 1-16,39-1 16,-39-39-1,39 39-15,-39-39 0,0 0 16,39 39-16,-40-39 16,40 39-16,-39-39 0,0 0 0,39 40 0,-39-40 15,0 39-15,-1-39 0,1 39 16,0-39-1,0 0-15,39 39 0,-39-39 0,-1 39 16,1-39-16,0 40 16,0-40-16,0 39 15,-1-39 1,1 39-16,0-39 16,0 0-16,39 39 0,-39-39 15,-1 0-15,40 39 0,-39-39 0,0 40 16,0-40-16,0 39 0,-1-39 15,1 39 1,0-39-16,0 39 16,0-39-16,-1 0 15,40 39-15,-39-39 0,39 40 0,-39-40 0,0 39 16,0 0 0,-1-39-16,40 39 0,-39-39 15,0 39-15,0-39 16,0 40-1,0-40-15,-1 39 16,1-39 0,39 39-16,-39-39 0,0 39 0,39 0 15,-39-39-15,-1 40 16,1-40-16,39 39 16,-39-39-16,0 0 15,39 39-15,-39-39 0,39 39 16,-40-39-16,1 39 0,0-39 15,39 40-15,-39-40 16,0 39-16,-1-39 0,1 39 16,0 0-1,0-39-15,0 39 0,-1-39 16,40 40-16,-39-40 16,0 39-16,0-39 15,39 39-15,-39-39 0,-1 39 31,1-39-31,39 39 0,-39-39 16,39 39-16,-39-39 16,0 40-16,-1-1 15,1 0 1,0 0-16,0-39 0,0 39 16,-1 1-16,1-40 15,39 39-15,-39-39 0,39 39 0,-39-39 16,39 39-16,-39-39 15,-1 0 1,40 39-16,-39-39 16,0 40-16,0-40 15,39 39-15,-39-39 0,-1 39 0,80-39 47</inkml:trace>
  <inkml:trace contextRef="#ctx0" brushRef="#br0" timeOffset="126828.9">14229 10152 0,'0'-40'47,"39"40"-31,-39-39-1,39 39 1,-39-39 15,0 78 78,-39-39-93,39 39-16,-39-39 16,39 40-16,-40-40 15,40 39 17,-39-39-32,0 39 15,0-39 1,39 39-16,-39-39 31,39 39-31,-40-39 0,40 40 0,-39-40 16,39 39-16,-39-39 15,39 39-15,-39-39 0,0 39 16,-1-39 0,40 39-16,-39-39 15,39 40-15,-39-1 16,39 0-1,-39-39-15,39 39 0,-39-39 0,-1 0 16,40 39 0,-39-39-16,39 40 0,-39-1 15,0-39-15,39 39 16,-39-39-16,39 39 0,-40-39 0,1 0 16,39 39-1,-39-39-15,39 40 0,-39-40 0,0 39 16,-1 0-16,1 0 0,0-39 15,0 39-15,0 1 16,-1-1-16,1 0 16,0-39-1,39 39-15,-39-39 0,0 0 0,39 39 16,-40-39 0,40 40-16,-39-40 0,39 39 15,-39-39-15,0 39 0,0-39 16,39 39-16,-40-39 15,1 0-15,39 39 0,-39-39 0,39 40 0,-39-40 16,0 0-16,39 39 16,-40-39-16,40 39 0,-39-39 15,0 0 1,0 39-16,0-39 16,0 39-1,-1-39-15,1 0 0,39 40 16,-39-40-16,0 0 15,39 39 1,-39-39-16,-1 0 16,1 39-1,0-39 1,0 0 0,39 39-16,-39-39 15,-1 39-15,1-39 0,39 39 16,-39-39-16,0 0 15,0 40-15,-1-40 16,40 39 0,-39-39-16,0 0 15,39 39-15,-39-39 0,0 39 16,-1-39 15,40 39-31,-39-39 0,39 40 16,-39-40-16,39 39 15,-39-39-15,39 39 16,-39-39-16,39 39 0,-40-39 0,40 39 16,-39-39-1,0 40-15,0-40 0,39 39 16,-39-39-16,-1 39 16,40 0-16,-39-39 0,0 39 15,0-39-15,0 40 16,-1-40-1,40 39-15,-39 0 0,0-39 16,39 39-16,-39-39 0,39 39 16,-39-39-16,39 40 0,-40-1 0,1-39 15,39 39-15,-39-39 16,0 39-16,0-39 0,-1 39 0,40 1 16,-39-40-16,39 39 15,-39 0-15,0 0 16,0 0-16,-1-39 0,40 40 15,-39-40-15,0 39 16,0-39-16,0 39 16,-1-39-16,40 39 15,-39-39-15,0 39 0,0-39 16,39 40-16,-39-40 16,-1 0-16,40 39 0,-39-39 0,0 39 15,0-39-15,0 0 16,39 39-16,-40-39 15,1 39-15,0-39 16,39 40 0,-39-40-16,0 0 0,39 39 0,-40-39 15,1 0 1,39 39-16,-39-39 0,0 0 16,39 39-16,-39-39 15,-1 0-15,40 39 0,-39-39 16,0 0-16,39 40 15,-39-40-15,0 0 16,39 39-16,-39-39 0,-1 39 31,1-39-31,0 39 16,0-39-16,39 39 16,-39-39-16,-1 0 0,40 40 0,-39-40 15,0 39-15,0-39 0,0 39 16,-1-39-1,40 39-15,-39-39 0,0 39 16,0-39-16,39 40 16,-39-40-16,-1 0 0,40 39 0,-39-39 15,0 39 1,0 0-16,0-39 16,39 39-16,-40-39 15,1 40 1,0-40-16,39 39 15,-39-39 1,39 39-16,-39-39 0,39 39 16,-40 0-16,1 1 15,39-1 17,-39-39-32,39 39 15,-39 0-15,39 0 16,-39-39-16,39 40 15,-40-40-15,40 39 0,-39-39 16,39 39 0,-39-39-16,39 39 0,-39-39 0,0 39 15,-1 1 1,1-40 0,39 39-16,-39-39 15,39 39-15,-39-39 0,39 39 16,-39-39-16,39 39 0,-40-39 15,40 39 1,-39-39-16,0 0 16,39 40-16,-39-1 15,0-39-15,39 39 16,-40-39-16,1 39 16,0-39-16,39 39 0,-39-39 0,0 40 15,-1-40-15,40 39 16,-39-39-1,0 0-15,39 39 0,-39-39 0,39 39 16,-39-39-16,-1 0 16,1 39-16,0-39 0,39 40 15,-39-40-15,0 0 16,39 39-16,-40-39 0,1 39 16,0-39-1,39 39-15,-39-39 0,0 0 16,-1 39-16,1-39 0,0 40 15,0-40 1,0 39-16,-1-39 0,40 39 16,-39-39-16,39 39 15,-39-39-15,39 39 16,-39-39-16,39 40 16,-39-40-16,39 39 15,-40-39-15,1 39 0,0-39 16,39 39-16,-39-39 15,0 39-15,39 1 16,-39-1 0,-1 0-1,1-39 1,39 39-16,-39-39 0,39 39 16,-39-39-1,39 40-15,-39-40 16,39 39-16,-40-39 15,40 39-15,-39 0 16,39 0-16,-39-39 0,39 40 0,-39-1 16,0 0-1,39 0-15,-40-39 0,1 39 16,39 1 0,-39-40-16,39 39 15,-39-39-15,39 39 0,-39-39 31,39 39-31,-40-39 0,40 39 16,-39-39-16,39 40 16,-39-40-16,0 39 15,0 0 1,-1-39-16,40 39 16,-39-39-16,39 39 0,-39-39 15,39 40-15,-39-40 0,0 0 0,39 39 16,-40-39-16,40 39 0,-39-39 0,0 39 15,0-39 1,0 39-16,-1-39 16,40 40-16,-39-40 15,39 39-15,-39-39 16,39 39 0,-39-39-16,39 39 15,-39-39-15,-1 39 0,1-39 16,0 40-16,0-40 0,39 39 15,-39-39-15,-1 0 0,40 39 0,-39-39 0,0 0 16,0 39 0,0-39-16,-1-39 0</inkml:trace>
  <inkml:trace contextRef="#ctx0" brushRef="#br0" timeOffset="129678.83">15169 11837 0,'-78'0'140,"78"39"-124,-39-39 0,39 39-16,-39-39 15,-1 0-15,1 40 16,0-40-16,0 0 0,0 39 16,-1-39-1,1 0-15,39 39 16,-39-39-16,0 0 0,39 39 15,-39-39 1,-1 39-16,1-39 31,0 40-31,0-40 0,0 39 16,-1-39-16,1 39 16,0-39-16,0 39 0,0 0 15,-1-39-15,1 0 0,0 40 0,0-40 16,0 0-1,39 39-15,-40-39 0,1 0 16,0 39 0,39 0-16,-39-39 0,0 39 15,-1 1 1,1-1-16,0-39 0,39 39 16,-39-39-16,39 39 15,-39-39-15,39 39 0,-40-39 0,1 40 16,39-1 15,-39-39-31,0 0 0,39 39 16,-39-39-1,39 39-15,-40-39 0,1 39 0,0-39 32,39 40-32,-39-40 0,0 39 0,-1-39 15,1 39-15,0-39 16,39 39-16,-39-39 0,0 0 15,39 39-15,-40-39 0,1 40 16,0-40 0,0 39-16,0-39 0,39 39 0,-40-39 15,1 39 1,0 0-16,0 1 16,0-1-1,-1-39 1,40 39-16,-39-39 0,0 0 15,39 39-15,-39-39 16,39 39-16,-39-39 16,-1 40-1,1-40-15,39 39 0,-39-39 16,0 0-16,39 39 16,-39-39-16,0 39 0,-1-39 15,1 0-15,39 39 0,-39-39 16,0 0-1,39 40-15,-39-40 16,-1 0 0,40 39-16,-39-39 0,0 0 15,39 39 1,-39-39-16,0 0 0,39 39 16,-40-39-1,1 39-15,0-39 16,0 40-1,0-40 1,-1 0 0,40 39-16,-39-39 15,0 39-15,0-39 32,39 39-32,-39-39 0,-1 0 15,40 39-15,-39-39 16,0 40-16,0-40 15,39 39-15,-39-39 0,39 39 16,-40-39-16,1 39 16,0-39-16,39 39 15,-39-39-15,0 0 16,-1 0-16,40 40 16,-39-40-16,0 0 15,39 39-15,-39-39 0,0 39 0,-1-39 0,40 39 16,-39-39-16,0 39 0,0 1 0,0-40 0,39 39 15,-40 0-15,1-39 0,39 39 16,-39 0-16,0-39 0,0 40 0,-1-1 16,40 0-16,-39-39 15,39 39-15,-39 0 0,0 1 0,0-40 16,39 39-16,-40 0 0,1-39 16,39 39-16,-39-39 0,0 39 0,39 0 0,-39-39 15,-1 40-15,1-1 0,0 0 0,0 0 16,0 0-1,39 1-15,-40-40 0,1 39 0,39 0 0,-39-39 16,0 39-16,39 0 0,-39-39 16,39 40-16,-40-40 0,40 39 0,-39 0 15,0 0 1,0-39-16,39 39 0,-39-39 0,39 40 0,-40-40 16,40 39-16,-39 0 0,0-39 15,39 39-15,-39 0 0,0-39 0,39 40 0,-40-1 16,1-39-16,39 39 0,-39-39 15,39 39-15,-39-39 16,39 39-16,-39-39 16,39 40-1,-39-40-15,-1 0 0,40 39 0,-39-39 16,39 39-16,-39-39 16,0 0-16,39 39 0,-39-39 0,39 39 0,-40-39 15,1 40-15,0-40 0,39 39 16,-39-39-16,39 39 15,-39-39-15,39 39 0,-40-39 0,40 39 16,-39-39-16,0 0 16,39 40-16,-39-40 0,39 39 0,-39-39 0,-1 39 15,1 0-15,0 0 16,0-39-16,39 40 0,-39-40 0,39 39 16,-40-39-16,1 39 15,0 0-15,0 0 0,0-39 16,39 40-16,-40-1 0,1-39 15,39 39-15,-39-39 16,39 39-16,-39-39 0,0 39 0,-1-39 16,40 40-1,-39-40-15,0 39 0,0 0 0,0 0 16,-1-39 0,40 39-16,-39-39 0,39 40 0,-39-40 0,39 39 15,-39-39-15,39 39 0,-39-39 16,39 39-16,-40-39 15,40 39-15,-39-39 0,0 40 0,0-1 16,0-39 0,39 39-16,-40-39 0,40 39 0,-39-39 0,0 39 15,0 1 1,0-40-16,39 39 0,-40-39 16,40 39-16,-39-39 0,0 0 15,0 39-15,0-39 0,-1 39 16,1-39-16,0 0 15</inkml:trace>
  <inkml:trace contextRef="#ctx0" brushRef="#br0" timeOffset="131468.78">15522 13209 0,'0'-39'15,"0"0"1,0 78 31,-39-39-47,0 0 15,39 39-15,-39-39 32,39 39-32,-40-39 15,40 39-15,-39-39 16,39 40-1,-39-40-15,0 39 0,0-39 16,-1 39-16,1-39 0,0 39 16,0-39-16,0 39 0,-1-39 15,1 40 1,0-40-16,39 39 0,-39-39 0,0 39 16,-1-39-16,40 39 15,-39-39-15,0 0 0,39 39 0,-39-39 0,0 40 16,-1-1-16,1-39 0,39 39 0,-39-39 15,0 39-15,0-39 16,-1 39-16,1-39 0,39 40 16,-39-40-16,0 0 15,39 39-15,-39-39 0,-1 39 0,1-39 16,39 39 0,-39-39-16,0 0 0,39 39 0,-39-39 0,-1 40 15,1-1-15,0-39 0,39 39 16,-39-39-16,0 0 0,39 39 15,-40-39-15,1 39 0,0-39 16,0 40-16,0-40 16,-1 39-16,1-39 0,0 39 15,39 0-15,-39-39 0,0 39 16,39 1-16,-40-40 0,1 39 0,0 0 16,0-39-16,39 39 15,-39-39-15,39 39 0,-40-39 0,40 40 0,-39-40 16,39 39-16,-39-39 0,39 39 0,-39-39 15,0 39-15,-1 0 16,1-39-16,39 40 0,-39-40 0,39 39 16,-39 0-16,0-39 15,-1 39-15,1 0 0,0 0 0,0-39 0,0 40 16,-1-1-16,1 0 0,0-39 16,39 39-16,-39 0 0,0 1 0,-1-1 15,1 0-15,0 0 16,0-39-1,39 39-15,-39-39 0,39 40 0,-39-40 0,39 39 16,-40 0-16,1 0 16,0 0-16,39 1 0,-39-40 15,0 39-15,-1 0 16,1 0-16,0-39 0,39 39 0,-39 1 16,0-40-16,-1 39 0,1 0 15,0-39-15,39 39 0,-39-39 0,0 39 0,-1-39 16,40 40-16,-39-40 0,0 39 0,0-39 15,0 39 1,-1-39-16,40 39 0,-39-39 0,0 0 0,39 39 16,-39-39-16,0 40 0,-1-40 15,1 39-15,39 0 0,-39-39 0,0 39 0,0 0 16,-1 1 0,1-1-16,0-39 0,0 39 0,0 0 15,-1-39-15,1 39 0,0 1 0,0-1 0,0 0 16,-1 0-16,1 0 15,0 1-15,39-1 0,-39-39 0,39 39 0,-39 0 16,-1 0 0,1 1-16,0-1 15,39 0-15,-39-39 16,39 39-16,-39-39 0,39 39 0,-40-39 16,40 40-16,-39-40 15,39 39-15,-39-39 0,39 39 0,-39 0 0,0-39 16,-1 39-16,1 1 0,0-1 0,0 0 15,0-39-15,-1 39 0,1 0 16,0 1-16,0-40 16</inkml:trace>
  <inkml:trace contextRef="#ctx0" brushRef="#br0" timeOffset="132698.71">15992 14816 0,'0'-39'16,"40"39"0,-80 0 15,1 0-16,39 39-15,-39-39 0,0 0 16,0 0-16,39 39 0,-40-39 16,1 40-16,0-40 0,0 39 15,0 0 1,-1-39-16,40 39 0,-39-39 16,0 39-16,0 0 15,0-39-15,39 40 0,-39-40 0,-1 39 0,1-39 16,0 39-16,0 0 0,0-39 0,-1 39 15,1-39-15,0 40 16,0-40-16,0 0 0,-1 39 0,1-39 0,0 39 16,0-39-16,0 0 0,-1 39 15,1-39-15,39 39 0,-39-39 0,0 0 0,0 40 16,-1-40-16,1 39 16,0-39-16,0 39 0,0 0 15,-1-39-15,40 39 0,-39-39 0,0 40 16,0-40-16,0 0 0,39 39 15,-40-39-15,1 39 0,0 0 0,0-39 0,0 39 16,-1-39 0,1 40-16,0-40 0,39 39 0,-39-39 0,0 39 15,-1 0-15,1 0 16,0 1-16,0-40 0,0 39 16,-1 0-16,1-39 15,39 39-15,-39 0 0,0 1 0,0-40 0,39 39 16,-40 0-16,1 0 0,0 0 0,0-39 15,39 40-15,-39-40 0,39 39 16,-40 0-16,1 0 0,0 0 16,0 1-1,39-1-15,-39 0 0,-1 0 16,1-39-16,39 39 0,-39-39 16,39 40-16,-39-1 0,0 0 0,-1 0 15,1 0-15,39 1 16,-39-40-16,39 39 15,-39-39-15,39 39 0,0 0 0,-39-39 16,39 39-16,-40 1 16,1-1-1,39 0 1,-39 0-16,39 0 0,-39-39 0,39 40 16,-39-1-16,39 0 15,-40-39-15,40 39 0,-39 0 16,39 1-16,-39-40 0,0 39 15,0-39 1,0 0 0,-1 0-16</inkml:trace>
  <inkml:trace contextRef="#ctx0" brushRef="#br0" timeOffset="136739.37">16463 10348 0,'0'39'203,"0"0"-188,0 0-15,0 0 16,0 1-16,0-1 0,0 0 16,0 0-16,0 0 0,0 1 0,0 38 0,0-39 15,0 0-15,39-39 16,-39 40-16,39-1 0,0 0 0,-39 0 16,40-39-16,-1 0 15,0-39 1,-39 0-16,39 39 0,-39-39 15,39-1-15,-39 1 16,40 39-16,-40-78 0,0 39 0,39-1 0,-39 1 16,0 0-16,39 0 0,-39 0 15,0-1-15,0 1 0,0 0 0,0 0 16,0 0 0,0-1-1,-39 40 16,39 79 1,-39-79-32,-1 78 15,40-39 1,0 1-16,0-1 0,0 0 0,0 0 0,0 40 16,-39-40-16,39 0 15,0 0-15,-39 0 0,39 40 0,0-40 0,-39 0 16,39 0-16,0 40 0,0-40 0,-39 0 0,39 0 15,0 40-15,-40-40 0,40 0 16,0 0-16,0 1 0,-39-1 0,39 0 0,0 0 16,-39-39-16,39 39 15,0 1-15,0-1 0,0 0 0,-39-39 0,39 39 16,0 0-16,-39 0 16,-1-39-16,40 40 0,-39-1 15,0 0 1,0-39-16,0 39 0,-1-39 15,1 0-15,0 0 0,0 0 32,39-39-32,-39 0 15,39 0 1,0-1-16,0 1 0,0 0 16,0 0-16,0 0 15,39 0-15,-39-1 0,39 40 16,-39-39-16,39 39 0,0-39 0,1 39 15,-1-39 1,0 39-16,0 0 0,0-39 0,1 39 0,-1 0 16,0-40-16,0 40 0,0 0 15,1 0-15,-1-39 0,0 39 0,0 0 0,0 0 16,-39-39-16,40 39 16,-1-39-16</inkml:trace>
  <inkml:trace contextRef="#ctx0" brushRef="#br0" timeOffset="137159.34">17482 10544 0,'-39'0'0,"39"-40"31,-39 40-15,39-39-16,-40 39 31,40 39-15,0 1-16,-78 77 31,39-38-31,39-40 0,-39 118 15,-1-118-15,40 0 0,0 0 16,0 0-16,0 1 16,0 116-1,40-156-15,38 157 16,-39-157-16,0 39 0,1 1 16,-1-40-1,-39 39-15,78-39 16</inkml:trace>
  <inkml:trace contextRef="#ctx0" brushRef="#br0" timeOffset="137769.32">17678 10975 0,'-39'0'0,"39"-39"15,0-40 1,78 79-16,1-39 16,-40 39-1,-39 39 1,39 0 0,-39 1-16,39 77 15,-39-78-15,0 40 16,-39 38 15,0-38-15,39-40-16,-39 0 15,39-78 17,39 0-17,-39 0 1,39-1-16,-39 1 0,39 39 0,-39-39 0,39 0 15,1 0-15,-40-1 0,39 40 0,0-39 0,-39 0 16,39 0-16,0 39 0,1-39 16,-1 39-16,0-40 0,0 40 0,0 0 0,1-39 15,-1 39 1,0 0-16,0 0 0,0 0 16,1 0-16,-40 39 15,0 1-15,0-1 16,0 0-16,0 0 15,0 0-15,0 1 16,0-1-16,0 0 0,0 0 0,0 0 16,0 1-16,-40-1 0,40 0 15,0 0-15,-39 0 0,39 1 0,0-1 16,-39-39 0,39 39-16</inkml:trace>
  <inkml:trace contextRef="#ctx0" brushRef="#br0" timeOffset="138089.32">18697 10700 0,'39'-78'0,"-78"156"0,157-234 31,-79 156-31,39 0 16,-39 78-1,-39-39-15,0 118 32,0-118-32,0 0 0,0 1 0,0 156 31,0-118-31,0-39 0,0 79 15,0-79-15,0 0 0,-78-39 16,78 39-16,0 1 16,0-1-16,0 0 15</inkml:trace>
  <inkml:trace contextRef="#ctx0" brushRef="#br0" timeOffset="138329.34">19128 11328 0,'0'-40'16,"0"1"-16,39 39 0,1-39 16,-1 0-16,0 0 0,39 39 0,-38-40 0,116 1 31,-116 0-31,-1 39 0,39-39 15,1 0 1,-40 39-16</inkml:trace>
  <inkml:trace contextRef="#ctx0" brushRef="#br0" timeOffset="138549.34">19128 11759 0,'0'0'16,"0"39"0,275-117-1,-40-1 17,-78 40-17,-118 39 1</inkml:trace>
  <inkml:trace contextRef="#ctx0" brushRef="#br0" timeOffset="140569.24">20500 10073 0,'39'0'0,"-78"0"172,0 0-125,0 0-16,0 0-31,-1 0 15,1 0 1,0 0-16,0 0 0,0 0 16,-1 0-16,1 0 0,0 39 15,0-39-15,0 0 0,-1 0 16,1 40-16,0-40 16,39 39-16,-39-39 0,39 39 0,-39-39 0,39 39 15,-40 0-15,40 1 16,0-1-16,0 0 15,40 0-15,-1 0 32,0-39-32,-39 40 0,39-40 0,0 39 15,1 0-15,-1-39 16,0 39-16,-39 0 0,39-39 0,-39 40 16,39-40-1,-39 39-15,0 0 0,0 0 16,0 0-16,0 1 15,0-1 1,-39-39-16,39 39 0,0 0 0,0 0 16,0 1-16,-39-40 15,39 39-15,-39 0 0,0-39 0,39 39 0,0 0 16,-40-39-16,40 40 16,-39-40-16,39 39 0,0-78 62,0-1-46,39 40 15,1 0-15,-1 0-1,0 0 1,-39 40-16,0-1 31,0 0-31,0 0 16,0 0-16,0 1 15,0-1-15,0 0 0,0 0 0,0 0 16,0 1 0,0-1-16,0 0 0,0 0 0,0 0 15,0 0-15,0 1 16,0-1-16,0 0 0,0 0 0,-39 0 15,39 1-15,0-1 16,0 0 0,39 0-1,0 0 1,-39 1-16,39-1 16,1-39-1,-40 39-15,39 0 16,-39 0-16,39 1 31,0-40 0,-39-40 16,0 1-31,39 39-16,-39-39 15,0 0-15,40 39 0,-40-39 32</inkml:trace>
  <inkml:trace contextRef="#ctx0" brushRef="#br0" timeOffset="146158.76">20892 10504 0,'39'0'0</inkml:trace>
  <inkml:trace contextRef="#ctx0" brushRef="#br0" timeOffset="147518.82">20853 10818 0,'0'0'0,"0"39"16,39-39 140,0 0-140,-39-39-16,40 39 0,-40-39 0,39 39 15,-39-39-15,39-1 16,-39 1-16,0 0 0,0 0 16,39 0-16,-39-1 15,0 1-15,0 0 16,0 0-1,-39 39 1,39-39 0,0-1-1,0 80 110,0-1-109,0 0-16,0 0 0,0 0 16,0 1-1,0-1-15,0 0 0,0 0 0,0 0 16,0 1-16,0-1 15,0 0-15,0 0 0,-39 0 16,39 1-16,0-1 0,0 0 0,0 0 16,0 0-16,0 1 15,0-1-15,0 0 16,0 0-16,0 0 16,0 1-1,0-1-15,0 0 16,0 0-1,0 0 1,-39-39 0,39-39 46,-40 39-46,40-39-16,-39 39 0,0 0 15,0 0 1,0 0-16,-1 0 16,1 0-16,0 0 15,39 39-15,-39-39 0,0 0 16,39 39 0,39-39 62,0 0-63,0 0-15,0 0 0,1 0 16,-1 0-16,0 0 16,-39-39-16,39 39 15,0 0-15,1 0 16,-1 0-1</inkml:trace>
  <inkml:trace contextRef="#ctx0" brushRef="#br0" timeOffset="148048.87">21794 11249 0,'0'39'109,"0"1"-93,0-1 0,0 0-1,0 0-15,0 0 0,-39 1 16,39-1-16,0 0 16,0 0-16,0 0 0,0 1 0,0-1 15,0 0-15,-40-39 0,40 39 16,-39-39-1,0 0-15</inkml:trace>
  <inkml:trace contextRef="#ctx0" brushRef="#br0" timeOffset="148798.66">22303 10740 0,'0'-40'0,"-39"40"0,39-39 16,0 0-1,0 78 48,0 0-47,0 1-1,-39-1-15,39 0 0,0 0 16,0 0-16,0 1 0,0-1 15,0 0-15,0 0 16,0 0-16,0 1 0,0-1 16,39-39-1,-39 39-15,39-39 0,0 0 16,1 39 0,-1-39-16,0 0 15,0-39 16,0 0-31,-39 0 16,40-1-16,-40 1 16,39 39-16,-39-39 0,0 0 15,0 0 1,0-1 0,0 1-1,0 0-15,0 0 16,-39 39-16,39-39 0,-40-1 15,40 1 1,0 0-16,-39 39 0,39-39 0,-39 39 16,39-39-16,0-1 15,-39 40-15,39-39 0,0 78 78</inkml:trace>
  <inkml:trace contextRef="#ctx0" brushRef="#br0" timeOffset="149238.64">22891 11132 0,'0'0'0,"0"39"79,0 0-64,0 0-15,-39 0 16,39 1-16,0-1 15,0 0-15,0 0 16,0 0-16,0 1 0,-39-40 0,39 39 16,0 0-16,-39-39 15,39 39-15,-40-39 0,40 39 0,-39-39 32,39 40-32</inkml:trace>
  <inkml:trace contextRef="#ctx0" brushRef="#br0" timeOffset="150218.96">23166 10465 0,'-40'0'0,"40"-39"47,0 0-31,40 39 15,-1 0-31,0 0 16,0 0-16,0 0 15,1 0 1,-1 39 15,-39 0-31,39-39 16,-39 39 0,0 1-16,0-1 0,0 0 0,0 0 15,0 0-15,0 1 0,-39-1 0,39 0 0,-39 0 16,39 0-16,-40 1 15,1-1-15,39 0 0,0 0 0,-39-39 16,39 39 0,0-78 62,39 39-63,-39-39 1,0 0 0,39 39-1,1 0 1,-1 0-16,0 0 16,0 0-16,0 0 0,1 0 15,-1 0 1,0 0-16,0 0 15,0 39-15,1-39 0,-1 0 16,-39 39-16,39-39 0,0 39 16,0 1-16,1-40 15,-1 39-15,0-39 16,0 0 0,-39 39-1,39-39-15,-39-39 63,0 0-48</inkml:trace>
  <inkml:trace contextRef="#ctx0" brushRef="#br0" timeOffset="153158.76">18266 13679 0,'0'-39'46,"-39"39"79,0 39-109,-1-39-16,1 40 16,0-1-16,0 0 15,0-39-15,-1 39 0,1 0 16,39 1-16,-39-40 16,0 39-16,0 0 0,-1 0 15,40 0-15,0 1 16,0-1-16,0 0 15,40-39-15,-40 39 0,39 0 16,-39 1 0,39-40-16,0 39 15,0-39 1,1 0 0,-1 0-1,-39-39-15,39 39 0,-39-40 0,39 40 16,-39-39-16,39 39 0,-39-39 0,40 39 0,-1-39 15,-39 0-15,39 39 16,-39-40-16,39 40 16,-39-39-1,39 0-15,-39 0 16,0 0-16,0-1 16,0 1-16,0 0 0,0 0 15,0 0-15,0-1 0,0 1 16,0 0-1,0 0 1,-39 39 31,39 39-47,-39-39 0,39 39 16,-39-39-16,39 39 15,-39-39-15,39 40 16</inkml:trace>
  <inkml:trace contextRef="#ctx0" brushRef="#br0" timeOffset="153668.73">18893 13954 0,'0'39'78,"0"0"-63,0 0 1,0 1 0,0-1-1,0 0-15,0 0 16,0 0-16,0 1 16,-78-1-1,117-39-15,-78 39 0,39 0 0,-40-39 0,1 39 16,0-39-16,0 0 15</inkml:trace>
  <inkml:trace contextRef="#ctx0" brushRef="#br0" timeOffset="154708.7">20030 13366 0,'0'-39'94,"0"-1"-79,-39 40 188,39 40-93,0-1-110,0 0 15,0 0 1,-40 0-16,40 1 16,0-1-16,0 0 0,0 0 15,0 0-15,0 1 0,0-1 0,0 0 16,0 0-16,0 0 0,0 1 0,40-40 0,-40 39 15,0 0-15,39 0 16,-39 0-16</inkml:trace>
  <inkml:trace contextRef="#ctx0" brushRef="#br0" timeOffset="155098.94">20579 13915 0,'0'39'78,"0"0"-78,0 0 16,0 0-16,0 1 15,0-1-15,0 0 0,-40 0 0,40 0 16,-39 1-16,39-1 16,-39 0-16,0 0 0,0 0 15,-1-39 1</inkml:trace>
  <inkml:trace contextRef="#ctx0" brushRef="#br0" timeOffset="156018.7">21402 13248 0,'-39'0'32,"-1"0"15,1 0-32,39 39-15,-39 1 16,0-40-16,0 0 0,39 39 15,-40-39 1,40 39-16,-39-39 0,39 39 0,-39 0 16,39 1-16,0-1 15,-39 0-15,39 0 0,0 0 16,0 1-16,0-1 0,0 0 16,0 0-16,0 0 0,39 1 0,0-1 15,0-39-15,-39 39 16,40-39-16,-1 0 15,0 0-15,0 0 0,0 0 16,1-39 0,-1 39-16,0-39 0,0-1 0,0 1 15,1 0 1,-40 0-16,39 39 0,-39-39 0,0-1 16,39 1-1,-39 0-15,0 0 0,0 0 0,0-1 16,0 1-16,-39 0 0,39 0 15,-39 39-15,39-39 0,-40 39 16,1-40-16,0 40 16,0 0-1,0 0-15,-1 0 16,40 40 0,-39-40-16,39 39 0,-39-39 0,39 39 15</inkml:trace>
  <inkml:trace contextRef="#ctx0" brushRef="#br0" timeOffset="156478.51">22578 13679 0,'0'40'0,"0"-1"109,0 0-78,0 0-15,0 0-16,39-39 0,-39 40 0,0-1 0,0 0 15,0 0-15,0 0 16,0 1-16,-39-40 0,39 39 16,-40 0-16,1 0 0,0-39 15,0 39-15,0-39 0,-1 0 0,1 0 16</inkml:trace>
  <inkml:trace contextRef="#ctx0" brushRef="#br0" timeOffset="157308.56">23597 13091 0,'0'40'110,"0"-1"-110,-39-39 15,39 39-15,-40-39 0,40 39 0,-39-39 0,39 39 16,-39 1-16,39-1 15,0 0-15,-39-39 0,39 39 0,0 0 16,0 1-16,0-1 0,0 0 16,0 0-16,0 0 0,0 1 0,39-1 15,-39 0-15,39 0 16,-39 0-16,0 1 0,39-40 0,1 39 16,-1-39-16,-39 39 0,39-39 15,0 0-15,0 0 16,1 0-16,-40-39 0,39 39 15,-39-39-15,39-1 16,-39 1-16,39 0 0,-39 0 0,0 0 16,39-1-16,-39 1 0,0-39 15,0 39-15,0-1 0,0 1 0,0 0 0,0 0 16,-39 0-16,39-1 16,-39 40-16,39-39 0,-39 39 0,0-39 15,-1 39-15,1 0 0,0 0 16,0 0-16,0 0 15,39 39-15,-40-39 0,1 0 0,39 39 16</inkml:trace>
  <inkml:trace contextRef="#ctx0" brushRef="#br0" timeOffset="158323.75">24106 12699 0,'-39'0'0,"0"0"31,78 0 78,0 0-109,1 40 16,-1-40-16,0 0 15,0 0-15,0 0 0,1 39 0,-1-39 16,-39 39-16,39-39 16,-39 39-16,0 0 0,0 1 15,0-1 1,0 0-16,0 0 0,0 0 0,0 1 0,-39-1 16,39 0-16,0 0 0,0 0 0,0 1 0,0-1 15,0 0-15,0 0 16,0 0-16,0 1 0,0-1 0,39 0 15,-39 0 1,39-39-16,0 0 16,-39 39-16,40-39 15,-1 0-15,-39-39 16,39 39-16,-39-78 16,39 78-16,-39-39 0,0-1 15,0 80 48,0-1-48,-39-39 1,39 39-16,-39 0 0,39 0 16,0 1-16,0-1 15,-39 0-15,39 0 0,0 0 0,0 1 16,0-1-16,0 0 0,-40 0 0,40 0 15,0 1-15,0-1 16,0 0-16,0 0 0,0 0 0,0 1 16,-39-1-16,39 0 15,0 0-15,-39 0 0,39 1 16,0-1-16,-39-39 16,39 39-16,0 0 0,-39-39 0,39 39 0,-40-39 15,40 40-15,-39-40 0,0 0 16,39 39-16,-39-39 0,0 0 0,-1 0 0,1 0 15,0 0-15,0 0 16,0 39-16,-1-39 0,1 0 0,0 0 0,-39 0 16</inkml:trace>
</inkml:ink>
</file>

<file path=ppt/ink/ink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08T16:30:11.502"/>
    </inkml:context>
    <inkml:brush xml:id="br0">
      <inkml:brushProperty name="width" value="0.05292" units="cm"/>
      <inkml:brushProperty name="height" value="0.05292" units="cm"/>
      <inkml:brushProperty name="color" value="#FF0000"/>
    </inkml:brush>
  </inkml:definitions>
  <inkml:trace contextRef="#ctx0" brushRef="#br0">5818 1844 0,'40'0'187,"-40"-40"-187,0 0 16,0 0 15,41 40-15,-41-40-1,40 40-15,0 0 16,-40-40-16,40 40 31,0 0-15,0 0-16,0 0 15,0 0 1,1 0-16,-1 0 31,0 0-15,0 40 0,0 0-1,0 0-15,0-40 31,-40 40-31,40-40 16,-40 40 0,41-40-16,-41 40 15,0 0 1,0 1 0,0-1-1,0 0 1,0 0-16,0 0 15,0 0 1,-41 0-16,41 0 16,-40 0-1,40 1-15,-40-1 16,40 0 0,-40-40-16,40 40 0,-40-40 15,40 40-15,0-80 328,0 0-312,-40 0 0,40 0-16,0-1 31,40 1-16,0 40 1,-40-40-16,40 0 0,0 0 16,0 40-1,-40-40-15,41 40 0,-1 0 0,0-40 0,0 40 16,0 0 0,0-40-16,0 40 0,0-40 0,1 40 15,-41-41-15,40 41 16,-40-40-16,0 0 15,40 40 17,-40-40-32,0 0 31,0 80 110,-40-40-141,0 0 15,40 40-15,-41 0 0,41 0 16,-40-40-1,40 41-15,-40-1 0,40 0 16,-40-40-16,0 40 16,0 0-16,0 0 15,40 0 1,-40-40-16,40 40 16,0 0-1,0 1 1,0-1-16,40 0 15,0 0 1,-40 0 0,40-40-16,0 0 15,0 0-15,0 0 16,0 0 0,1 0-16,-1 0 15,0 0-15,0 0 16,0 0-16,0 0 15,0 0-15,0 0 0,1 0 16,-1 0 0,0-40-16,0 40 15</inkml:trace>
  <inkml:trace contextRef="#ctx0" brushRef="#br0" timeOffset="619.87">7865 1604 0,'0'-40'31,"-40"80"32,40 0-48,-40-40-15,40 40 0,-41-40 16,41 40-16,-40 0 0,40 0 15,-40 0-15,40 0 0,-40 0 0,40 1 16,-40-1 0,40 0-16,0 0 0,0 0 0,0 0 15,-40-40-15,40 40 0,0 0 16,0 0-16,0 1 16,40-41-16,-40 40 0,40-40 0,-40 40 15,40-40-15,0 40 16,0-40-16,1 0 0,-1 40 15,0-40 1,0 0 0,0 0-1</inkml:trace>
  <inkml:trace contextRef="#ctx0" brushRef="#br0" timeOffset="1419.83">8186 1804 0,'40'0'31,"0"0"16,-40 40-31,40-40-16,-40 40 0,40-40 15,-40 40-15,40-40 0,-40 41 0,41-41 0,-1 40 16,-40 0 0,40-40-16,-40 40 0,40 0 15,-40 0-15,0 0 16,0 0 15,0-80 16,0 0-47,0 0 0,0 0 16,0 0-1,0 0-15,0 0 0,0-1 16,0 1-16,40 0 16,-40 0-16,0 0 0,40 0 15,0 0-15,-40 0 0,40 40 0,-40-40 16,41 40-1,-41-40-15,40 40 32,-40 40-32,0 0 0,40-40 15,-40 40-15,40-40 16,-40 40-16,40 0 0,0 0 16,0 0-16,-40 0 15,40-40 1,-40 40-16,0 1 0,41-1 15,-41 0 1,0 0 0,40-40-1,-40 40-15,40 0 32,0-40-32,0 0 15,0 0-15</inkml:trace>
  <inkml:trace contextRef="#ctx0" brushRef="#br0" timeOffset="1879.86">9791 1283 0,'0'0'15,"0"40"-15,40 0 31,40 0-15,0 80 0,1 41 15,-41 39-15,-40 1-1,0-41 1,-40-160-1,40 40-15,-40 1 16,-1-41-16,-79 40 16,0-40-1</inkml:trace>
  <inkml:trace contextRef="#ctx0" brushRef="#br0" timeOffset="2219.77">10714 1764 0,'0'0'0,"0"-40"31,0 0-15,40 0-1,80 0 1,-80 40 0,1-40-16,79 40 15,-80 0-15,0 0 0,121 0 31,-1 40-15</inkml:trace>
  <inkml:trace contextRef="#ctx0" brushRef="#br0" timeOffset="2439.75">10914 2125 0,'-80'40'16,"160"-80"-16,-200 80 0,160-40 31,0 0-15,0 0-16,1 0 16,-1 0-16,0 0 0,0 0 0,0 0 0,0-40 15,0 40-15,0 0 0,1-40 0,-1 40 0,0 0 16,0-40-16,40 40 0</inkml:trace>
  <inkml:trace contextRef="#ctx0" brushRef="#br0" timeOffset="3339.71">13322 922 0,'-40'0'0,"0"0"16,0 0 0,40-40-1,-41 40-15,1 0 16,0 0 0,-40 80-1,40 80 1,0-79-1,40-41-15,0 120 16,0-120-16,0 0 0,0 41 16,40-41-16,-40 0 15,0 0-15,40 160 16,-40-160-16,0 1 0,0-1 16,0 0-16,0 40 15,-40-80-15,-40 80 31,39-40-31,1-40 16,0 0 0,40 40-1,0 1 79,40-41-94,-40 40 0,40 0 0,-40 0 16,41-40-1,-41 40-15,40-40 0,-40 40 0,40-40 0,-40 40 16,0 0-16,40 0 0,0 0 16,-40 1-16,0-1 0,40-40 0,-40 40 15,0 0-15,40 0 0,-40 0 16,40 0-1,-40 0-15,0 0 0,41-40 0,-41 41 16,40-1-16,-40 0 16,40 0-16,-40 0 0,40-40 15,-40 40-15,40-40 16,-40 40-16,40-40 0,0 0 16,0 0-16,1 0 15,-1 0 1,0 0-16,-40-40 15,40 40-15,-40-40 16</inkml:trace>
  <inkml:trace contextRef="#ctx0" brushRef="#br0" timeOffset="3819.69">14445 1604 0,'0'40'0,"0"0"46,0 0-30,0 0 0,0 0-16,0 0 0,0 0 0,0 0 15,0 1-15,0-1 16,0 0-16,0 0 0,0 0 0,0 0 0,41 40 16,-41-40-16,0 1 0,0-1 0,0 0 0,40-40 15,-40 40-15,0 0 0,40 0 16,-40 0-16,0 0 0</inkml:trace>
  <inkml:trace contextRef="#ctx0" brushRef="#br0" timeOffset="4169.66">15850 2727 0,'0'0'15,"0"40"16,0 0-15,-40-40-16,40 40 16,-40 0-1,40 0-15,-40-40 0,40 40 16,-41-40-16,41 40 16,-40-40-16,0 0 0,0 40 0</inkml:trace>
  <inkml:trace contextRef="#ctx0" brushRef="#br0" timeOffset="4869.62">16773 1724 0,'0'0'16,"0"-40"15,40 40-15,0 0-16,40 0 15,-40 0-15,1 40 0,-1 0 16,0-40-16,80 80 15,-80-40-15,-40 0 0,40 1 16,1-1-16,-1-40 0,0 40 0,-40 0 0,40 80 31,-40-80-31,-80 41 32,80-41-32,-81 0 0,41 0 0,0-40 0,0 40 0,0-40 15,0 40-15,0 0 0,0-40 0,-1 0 16,41 40-16,-40-40 0,0 0 15,80 0 17,0 0-32,-40-40 31,41 40-31,-1 0 0,0 0 0,0 0 16,0 0-16,0-40 0,40 40 0,-39 0 0,-1 0 15,0 0-15,0 0 0,40 0 16,-40 0-16,0 0 0,1 0 0,-1 0 0,40 0 15,-40 0-15,0 0 16,0 0-16,0 0 0,1 0 0,-1 0 16,0 0-16,0 0 15</inkml:trace>
  <inkml:trace contextRef="#ctx0" brushRef="#br0" timeOffset="5149.67">18699 2406 0,'0'0'16,"40"0"0,-40 40 15,0 80-16,0 0 1,-80 1 15,40-81-31,0-40 0,-1 40 0</inkml:trace>
  <inkml:trace contextRef="#ctx0" brushRef="#br0" timeOffset="6079.75">19782 1684 0,'0'0'0,"40"-40"32,-40 0-1,41 40-31,-41-40 16,40 40-16,-40-41 15,40 41 1,-40-40-16,40 40 0,0-40 15,0 40-15,0-40 16,0 40-16,1 0 16,-1 0-1,0 0-15,0 0 16,-40 40-16,40-40 16,-40 40-16,40 0 0,-40 1 15,0-1-15,0 0 0,0 0 16,0 0-1,0 0-15,0 0 0,-40 0 0,40 0 16,-40 0-16,0 1 16,40-1-16,-40-40 0,40 40 15,-40-40 1,80 0 62,0 0-62,0 0-1,0 0-15,-40 40 0,40-40 0,0 0 16,0 0 0,1 0-16,-1 0 0,-40 40 0,40-40 0,0 40 15,0-40-15,-40 40 0,40-40 0,-40 40 16,40-40-16,-40 40 0,0 1 15,40-41-15,-40 40 0,0 0 16,0 0-16,-40-40 0,40 40 16,-40-40-16,40 40 0,-80-40 0,80 40 15,-40-40-15,0 40 0,0-40 16,-1 0-16,1 0 0,0 0 0,0 40 0,0-40 16,0 0-16,-40 0 0,39 0 0,1 0 0,0 0 15,0 0-15,0 0 16,0-40-16,0 40 0,0-40 0,-1 0 15</inkml:trace>
  <inkml:trace contextRef="#ctx0" brushRef="#br0" timeOffset="7249.75">21307 1243 0,'0'0'0,"0"-40"15,0-1-15,40 41 63,0 0-63,0 0 0,1 0 15,-1 0-15,0 0 16,0 0-16,0 0 0,0 0 0,0 41 16,0-41-16,1 0 0,-1 0 0,0 0 15,0 40-15,0-40 0,0 0 16,-40 40-16,40-40 0,1 40 15,-41 0 1,40-40-16,-40 40 0,0 0 16,0 0-16,0 0 15,0 1-15,-40-1 0,40 0 0,0 0 16,-41 0-16,1 0 16,40 0-16,-40 0 0,40 0 0,-40 0 15,40 1-15,-40-1 0,40 0 16,0 0-1,-40 0-15,40 0 0,0 0 0,0 0 16,0 0 0,80-40-16,-40 41 31,0-41-31,0 0 0,1 0 16,-1-41-16,0 41 0,0-40 15,0 0 1,0 40-16,-40-40 0,0 0 15,40 40-15,-40-40 16,0 80 47,-40-40-48,40 40-15,0 0 0,-40-40 16,40 40-16,0 0 0,-40-40 15,40 41-15,0-1 0,-40 0 0,40 0 0,0 0 16,-40-40-16,40 40 16,0 0-16,0 0 0,-40 0 0,40 0 0,0 1 15,0-1-15,-41 0 0,41 0 16,0 0-16,0 0 0,0 0 0,-40 0 16,40 0-16,0 1 0,0-1 0,0 0 0,0 0 15,0 0-15,0 0 16,-40 0-16,40 0 0,0 0 0,0 0 15,-40-40-15,40 41 0,0-1 16,-40 0 0,40 0-1,-40-40 17,40 40-32,0-80 93</inkml:trace>
  <inkml:trace contextRef="#ctx0" brushRef="#br0" timeOffset="9860.16">6821 4491 0,'41'0'0,"-1"0"0,0-40 16,0 40-1,-40-40-15,40 40 0,0 0 78,-40-40-78,40 0 16,0 40 0,-40-40-16,41 40 0,-41-40 0,40 40 0,-40-41 15,40 41-15,-40-40 0,0 0 31,0 0-31,0 0 16,0 0 0,0 0-16,0 0 15,0 0 1,-40 40 15,0 0-15,-1 0 46,41 40-62,0 0 0,0 0 16,-40-40-16,40 40 16,0 0-16,-40 0 0,40 0 0,0 0 15,0 1-15,-40-1 0,40 0 0,0 0 16,0 0-16,0 0 15,0 0-15,0 0 0,0 0 0,0 1 16,0-1-16,0 0 0,0 0 16,0 0-16,0 0 0,0 0 0,0 0 15,0 0-15,0 0 16,0 1-16,0-1 0,0 0 0,0 0 16,0 0-16,0 0 0,0 0 15,0 0 1,-40-40-16,40 40 0,-40-40 15,40 41-15,0-1 16,-40 0-16,40-80 63,40 0-48,-40-1-15,40 1 0,-40 0 16,0 0-16,40 0 15,-40 0-15,40 0 0,-40 0 0,40 0 16,-40-1-16,40 1 16,-40 0-16,41 0 0,-1 0 31,0 40-15,0 0-1,0 0 1,0 0-16,0 0 0,1 0 31,-1 0-31,0 0 16,-40 40-16,40-40 15,-40 40-15,0 0 0,40 0 0,-40 1 16,0-1 0,0 0-16,40 0 0,-40 0 15,0 0-15,40 0 16,-40 0-1,0 0-15,40-40 0,-40 41 16,0-1 0,41-40 15,-1 0-15,0 0-16,0 0 31,0 0-31,0 0 0,0 0 15,0-40 1,1-1-16,-41 1 0,40 40 0,-40-40 16,40 40-16</inkml:trace>
  <inkml:trace contextRef="#ctx0" brushRef="#br0" timeOffset="10530.15">9028 4010 0,'-40'0'31,"0"0"-15,0 0-16,0 0 15,40 40-15,-40-40 16,40 40-16,-40 0 0,0-40 15,40 40-15,-41 0 0,1 1 16,40-1-16,-40-40 0,40 40 0,0 0 16,-40 0-16,40 0 15,0 0-15,0 0 0,-40 0 0,40 1 16,0-1-16,0 0 0,0 0 16,0 0-16,0 0 0,0 0 0,0 0 15,0 0-15,0 0 0,40-40 0,-40 41 0,0-1 16,40 0-16,-40 0 15,40 0-15,-40 0 0,40-40 0,-40 40 16,41-40-16,-41 40 0,40-40 16,0 0-16,0 0 15,0 0 1,0 0-16,0-40 0,0 40 16</inkml:trace>
  <inkml:trace contextRef="#ctx0" brushRef="#br0" timeOffset="11330.15">9430 4531 0,'-40'0'16,"80"0"-16,-80-40 0,40 0 31,40 0 16,0 40-47,0 0 31,0 40-15,0-40-1,-40 40-15,40 0 0,-40 0 0,40-40 16,-40 41-16,0-1 0,41 0 16,-41 0-16,0 0 0,0 0 0,40-40 15,-40 40-15,0 0 0,0 0 0,0 0 0,0 1 0,40-1 16,-40 0-1,0-80 48,0 0-47,0-1-16,0 1 0,0 0 15,0 0-15,0 0 0,0 0 16,0 0-16,0 0 0,0 0 0,40 0 15,-40-1-15,40 1 16,0 0-16,0 0 0,0 40 16,1-40-16,-1 40 15,0-40-15,0 40 0,0 0 16,0 0 0,-40 40-1,40-40-15,-40 40 16,0 0-1,0 0-15,0 0 16,0 1-16,0-1 16,0 0-16,0 0 0,0 0 15,0 0-15,0 0 16,0 0-16,0 0 0,0 0 0,0 1 16,0-1-16,0 0 0,0 0 0,0 0 31,0 0-31,40-40 15</inkml:trace>
  <inkml:trace contextRef="#ctx0" brushRef="#br0" timeOffset="11780.05">10874 4090 0,'40'0'47,"1"40"-32,-1 0-15,0 0 0,-40 1 16,40-1-16,0 0 16,-40 0-16,40 0 0,-40 0 15,40 0-15,-40 0 0,0 0 0,40 1 0,-40-1 16,0 0-16,0 0 15,0 0-15,0 0 0,0 0 0,0 0 0,-40 0 16,40 0 0,0 1-16,0-1 0,-40 0 0,40 0 0,-80-40 15,80 40-15,-40-40 0,40 40 16,-40-40-16,40 40 0,-40-40 0</inkml:trace>
  <inkml:trace contextRef="#ctx0" brushRef="#br0" timeOffset="12130.15">12118 4491 0,'40'0'31,"0"0"-15,1-40-16,-1 40 0,0 0 15,0-40-15,0 40 16,0 0-16,0 0 0,0 0 0,1 0 16,-1 0-1,0 0-15,0 0 0</inkml:trace>
  <inkml:trace contextRef="#ctx0" brushRef="#br0" timeOffset="12400.12">12118 5013 0,'-40'0'16,"80"0"15,0 0-16,0 0-15,1-41 16,-1 41-16,0 0 0,0 0 0,0 0 16,0 0-1,0 0-15,0 0 0,1 0 16,-1 0-16,0 0 0,0 0 16</inkml:trace>
  <inkml:trace contextRef="#ctx0" brushRef="#br0" timeOffset="13480.07">14726 4010 0,'-40'0'16,"80"0"-16,-120 0 0,0 0 15,40 0 17,0 0-32,40 40 15,-41-40-15,1 0 16,40 40-16,-40-40 0,40 40 16,-40-40-16,0 40 0,40 0 15,-40-40-15,40 41 16,-40-1-16,40 0 0,0 0 0,0 0 15,0 0-15,0 0 16,0 0-16,0 0 0,40 1 16,-40-1-16,0 0 15,0 0-15,0 0 0,0 0 0,0 0 16,0 0-16,0 0 16,0 0-16,0 1 0,0-1 0,-40 0 0,40 0 15,-40 0-15,40 0 0,-81-40 0,81 40 0,-40-40 16,0 40-16,0-40 15,40 40-15,-40-40 0,0 41 0,0-41 0,-1 0 16,1 0-16,40 40 16,-40-40-16,0 0 0,40-40 31,0-1-15,40 1-1,0 40 1,-40-40-16,40 40 0,1 0 15,-1 0 1,0 0 0,0 0-1,-40 40-15,40-40 0,-40 40 0,0 1 16,40-41-16,-40 40 16,0 0-16,40-40 0,-40 40 0,0 0 15,0 0-15,0 0 0,0 0 16,0 0-1,0 0-15,0 1 0,0-1 16,0 0 0,0 0-16,40-40 0,-40 40 0,0 0 15,41-40-15,-41 40 16,40-40-16,-40 40 0,40-40 0,-40 40 16,40-40-16,0 41 0,0-1 31,0-40-31,-40 40 0,40-40 0,1 40 15,-1 0 1,0-40-16,-40 40 31,40-40-31,-40-40 78,80 40-78,-80-40 32</inkml:trace>
  <inkml:trace contextRef="#ctx0" brushRef="#br0" timeOffset="16481.49">15168 4652 0,'0'0'0,"0"-40"15,-40 40-15,120 0 79,-40 0-64,0-41-15,0 41 16,0 0-16,1-40 0,-1 40 0,0 0 15,0 0-15,0 0 16,-40-40-16,40 40 0,0 0 0,0 0 0,1 0 16,-1 0-16,0 0 15,-40 80-15,40-80 0,-40 41 0,40-1 16,-40 0-16,0 0 16,40 0-16,-40 0 0,0 0 0,0 0 0,0 40 15,0-39-15,0-1 0,-40 0 16,40 40-16,-40-40 0,0 0 0,40 0 15,-40 0-15,0-40 0,40 41 0,-41-41 0,1 0 16,0 0 0,0 0-16,0 0 15,0 0 1,40-41 0,40 41 30,-40-40-46,40 40 0,0 0 0,0 0 16,0-40-16,1 40 0,-1 0 0,0 0 16,0 0-16,0 0 15,0 0-15,0 0 0,0 0 0,1 40 0,-1-40 16,0 0-16,-40 40 0,40-40 16,-40 41-16,40-41 0,-40 40 0,40 0 0,0 0 15,-40 0 1,40-40-16,-40 40 0,41-40 15,-41 40-15,40-40 0,0 0 0,-40 40 16,40-40-16,0 0 16</inkml:trace>
  <inkml:trace contextRef="#ctx0" brushRef="#br0" timeOffset="16771.41">17214 5534 0,'0'40'31,"0"-80"-31,-40 80 0,40 40 15,0-40-15,0 0 16,0 1 0,0-1-1,-120 0 1</inkml:trace>
  <inkml:trace contextRef="#ctx0" brushRef="#br0" timeOffset="17361.44">18859 4371 0,'-40'-40'0,"0"40"15,40-40-15,-40 40 16,40 40 31,0 40-47,0-40 0,0 0 16,0 40-16,0-39 15,0-1-15,0 40 0,0-40 0,0 0 0,0 40 16,0-40-16,0 0 0,0 1 0,0-1 0,0 40 15,0-40-15,0 0 16,0 0-16,0 0 0,0 0 0</inkml:trace>
  <inkml:trace contextRef="#ctx0" brushRef="#br0" timeOffset="17661.5">19542 5494 0,'0'0'0,"0"40"47,0 0-47,0 0 0,0 0 0,-41 0 15,1 0 1,40 1-16,0-1 0,-40 0 0,0 0 16,40 0-16,-40-40 15,40 40-15,-40-40 0,0 40 0,0 0 16</inkml:trace>
  <inkml:trace contextRef="#ctx0" brushRef="#br0" timeOffset="18411.84">20625 4571 0,'0'-40'16,"0"80"-16,0-120 15,0 40-15,40 40 32,-40-40-32,40 40 15,0 0 1,-40 40-16,40-40 0,1 0 16,-41 40-16,40-40 15,0 0-15,0 0 0,-40 40 16,40-40-16,0 0 15,-40 40-15,40-40 0,-40 41 0,0-1 16,0 0-16,0 0 0,0 0 0,0 0 16,0 0-16,-40 0 15,40 0-15,-40-40 0,40 40 16,0 1-16,-40-41 16,0 0-16,40 40 0,40-40 46,0 0-30,0 0 0,0 40 15,-40 0-31,40 0 0,-40 0 16,0 0-16,41-40 15,-41 40-15,0 0 0,0 1 16,0-1-1,0 0-15,-41-40 0,41 40 16,-40 0-16,0-40 0,0 0 0,0 40 0,-40-40 16,40 40-16,-1-40 0,1 40 15,0-40-15,0 0 0,0 40 0,0-40 16</inkml:trace>
  <inkml:trace contextRef="#ctx0" brushRef="#br0" timeOffset="18711.92">22190 5333 0,'-40'41'16,"0"-1"-16,0-40 16,40 80-1,0-40-15,-41 40 16,41-40-16,-40 0 0,0 41 16,40-41-16,-40 0 15,0-40-15,0 80 16</inkml:trace>
  <inkml:trace contextRef="#ctx0" brushRef="#br0" timeOffset="19201.91">23153 4812 0,'0'-40'0,"0"80"0,40-80 32,-40 80-32,-80-40 15,0 80 1,80-40-16,-161 81 15,161-81-15,-40 0 0,0-40 16,0 40 0,0-40-16,-1 40 15,41 0-15,0 0 16,0 0 15,41 1-15,-1-41-1,0 0-15,80 0 16,-40 0-16,-39 0 0,39 0 16,-40 0-16,40 0 15,-40 0-15,0 0 0,41-41 0,-41 41 0,0 0 16,0 0-16,0 0 0,0-40 16,0 40-16,1 0 0,-1 0 0,0 0 0,0 0 31</inkml:trace>
  <inkml:trace contextRef="#ctx0" brushRef="#br0" timeOffset="19511.87">23233 4812 0,'0'0'16,"0"-40"-16,-40 40 0,0 0 16,40 40 15,0 0-15,0 0-16,0 0 0,0 0 0,0 1 0,0-1 15,0 0-15,0 0 0,0 0 16,0 0-16,0 0 0,0 0 0,0 0 0,0 1 15,0-1-15,0 0 0,0 0 0,0 0 0,0 0 16,0 0-16,0 0 16,0 0-16,0 0 0,0 1 15,0-1 1</inkml:trace>
  <inkml:trace contextRef="#ctx0" brushRef="#br0" timeOffset="20562.09">24317 4291 0,'0'-40'16,"0"80"-16,0-121 16,40 81 46,0 0-46,0 0-16,0 0 15,0 0-15,0 41 0,0-41 0,1 0 16,-1 0 0,0 40-16,0-40 0,-40 40 15,0 0 1,0 0-16,-40-40 0,40 40 15,-40 0-15,0 0 0,40 0 0,-41 1 16,41-1-16,-40 0 16,40 0-16,0 0 0,-40-40 0,40 40 15,0 0-15,0 0 16,0 0-16,0 0 0,0 1 0,0-1 16,0 0-1,0 0-15,40-40 16,-40 40-1,40-40-15,1 0 16,-41 40-16,40-40 0,0 0 16,0 0-1,-40-40 1,40 40 0,-40-40-1,-40 40 48,40 40-63,0 0 15,-40-40-15,40 40 16,-40 0-16,40 0 0,-40 1 0,40-1 0,-41-40 16,41 40-16,-40 0 15,40 0-15,-40 0 0,40 0 0,-40 0 0,40 0 16,0 0-16,-40-40 0,40 41 15,-40-1-15,40 0 0,0 0 0,-40-40 16,40 40-16,0 0 0,0 0 0,0 0 16,-40 0-1,40 1-15,0-1 0,0 0 16,-41 0-16,41 0 16,-40 0-16,40 0 0,-40-40 15,40 40-15,-40-40 16,40 40-16,-40-40 0,0 40 0,0-40 15,0 41-15,-1-1 16,41-80 62</inkml:trace>
  <inkml:trace contextRef="#ctx0" brushRef="#br0" timeOffset="31177.5">10032 9745 0,'0'40'172,"0"0"-63,0 0-109,0 0 16,0 1-16,0-1 0,40 0 15,-40 0-15,0 0 16,40 0-16,-40 0 0,0 0 16,40 0-16,-40 0 15,40 1-15,-40-1 0,0 0 16,0 0-16,0 0 15,40-40-15,-40 40 0,0 0 0,0 0 16,0 0-16,0 1 0,0-1 16,40-40-16,-40 40 15,0 0-15,0 0 0,0 0 0,0 0 16,0 0-16,0 0 0,0 0 16,0 1-16,0-1 0,0 0 0,0 0 15,0 0 1,0 0-16,0 0 0,0 0 15,0 0-15,0 1 16,0-1-16,40 0 0,-40 0 0,0 0 16,0 0-16,0 0 0,41 0 15,-41 0-15,0 0 16,40 1-16,-40-1 0,0 0 16,0 0-16,0 0 15,40-40-15,-40 40 0,0 0 0,0 0 16,0 0-16,0 1 15,0-1-15,0 0 0,0 0 16,0 0-16,0 0 0,0 0 0,0 0 16,40 0-16,-40 0 15,0 1-15,0-1 0,0 0 16,0 0 0,0 0-16,40 0 0,-40 0 15,40 0-15,-40 0 16,0 1-16,0-1 0,40 0 0,-40 0 15,0 0-15,0 0 16,40 0-16,-40 0 0,0 0 16,0 0-16,0 1 0,0-1 15,41-40-15,-41 40 0,0 0 16,0 0-16,0 0 16,0 0-16,0 0 15,40-40-15,-40 40 0,0 1 0,0-1 0,0 0 16,0 0-16,0 0 15,0 0-15,40 0 0,-40 0 0,0 0 16,0 0-16,0 1 16,0-1-16,40 0 15,-40 0-15,0 0 0,0 0 16,0 0 0,0 0-16,40-40 0,-40 40 0,0 1 31,0-1-31,0 0 0,40-40 15,-40 40 1,0 0-16,0 0 0,40-40 16,-40 40-16,0 0 0,0 0 15,0 0 1,0 1-16,41-41 16,-41 40-16,0 0 15,0 0-15,0 0 16,40 0-1,-40 0-15,0 0 0,0 0 16,0 1-16,0-1 16,0 0-16,0 0 15,40 0-15,-40 0 16,0 0-16,0 0 16,40-40-16,-40 40 0,0 0 15,40 1 16,-40-1-15,40-40 0,-40 40-16,0 0 0,0 0 0,40 0 15,-40 0-15,0 0 16,40-40-16,-40 40 0,41-40 16,-1 0-1,-40-40-15</inkml:trace>
  <inkml:trace contextRef="#ctx0" brushRef="#br0" timeOffset="33867.83">9831 10026 0,'40'0'469,"0"0"-454,0-40 1,0 0-16,1 40 15,-1 0 1,0 0-16,-40-41 16,40 41-16,0 0 0,0 0 15,0 0 1,-40-40-16,40 40 0,1 0 16,-1 0-16,0-40 15,0 40-15,0 0 0,0 0 16,0-40-16,0 40 15,1 0-15,-1-40 0,0 40 16,0 0 0,0 0-16,0-40 0,0 40 15,1 0-15,-1 0 0,0 0 0,0 0 16,0 0-16,0 0 0,-40-40 16,40 40-16,0 0 0,1 0 0,-1 0 0,0 0 15,0 0-15,0 0 16,0 0-16,-40-40 0,40 40 0,0 0 15,1 0 1,-1 0-16,-40-40 0,40 40 0,0 0 0,0 0 16,0-41-16,0 41 0,0 0 15,1 0-15,-1 0 16,0 0-16,-40-40 0,40 40 0,0 0 0,0 0 16,0 0-1,0 0-15,1 0 0,-1 0 0,0 0 16,0 0-16,0-40 15,0 40-15,0 0 0,0 0 0,41 0 0,-41 0 16,40-40-16,-40 40 16,0 0-16,41 0 0,-41-40 0,40 40 0,-40 0 15,0 0-15,40 0 0,-39-40 0,-1 40 0,0 0 16,0 0-16,0 0 0,0 0 16,0 0-16,0 0 0,1-40 0,-1 40 15,0 0 1,0 0-16,0 0 0,0 0 15,0 0-15,0 0 16,1 0-16,-1 0 0,0 0 0,0 0 0,0 0 16,0 0-16,0 0 0,0 0 0,1 0 0,-1 0 15,0 0 1,0 0-16,0 0 0,0 0 0,0 0 0,0 0 16,1 0-16,-1 0 15,-40-40-15,40 40 0,0 0 0,0 0 0,0 0 16,0 0-16,1 0 15,-1 0-15,0 0 0,40-40 0,-40 40 0,0 0 16,41 0-16,-41 0 0,0 0 16,40-40-16,-40 40 0,0 0 0,41 0 0,-41 0 15,0 0-15,0 0 0,0 0 0,0 0 0,0 0 16,0 0-16,1 0 16,-1-41-16,0 41 0,0 0 0,0 0 15,0 0-15,0 0 16,0 0-16,1 0 0,-1 0 0,0 0 15,0 0-15,0 0 16,0 0-16,0 0 0,0 0 0,1 0 16,-1 0-16,0 0 0,0 0 0,0 0 0,0 0 15,0 0-15,0 0 0,1 0 16,-1 0-16,0 0 0,0 0 0,0 0 16,0 0-16,0 0 15,0 0-15,41-40 0,-41 40 0,0 0 0,0 0 16,0-40-16,40 40 0,-39 0 15,-1 0-15,0 0 0,0 0 0,40-40 0,-40 40 16,0 0-16,1-40 16,-1 40-16,0 0 0,0 0 0,0 0 0,0-40 15,0 40-15,0 0 0,1 0 0,-1 0 16,0 0-16,0-40 16,0 40-16,0 0 15,0 0-15,1 0 16,-1 0-16,0 0 0,0 0 15,0 0 1,0 0-16,0 0 0,0 0 0,1 0 16,-1 0-16,0 0 0,0 0 0,0 0 15,40 0-15,-40 0 16,41 0-16,-41 0 0,0 0 0,0 0 16,0 0-16,0 0 0,0-40 15,1 40-15,-1 0 0,0 0 0,0 0 0,0 0 16,0 0-1,0 0-15,0 0 16,1-40 0,-1 40 15,0 0-15,0 0-16,0 0 31,0 0-31,0 0 15,0 0 1</inkml:trace>
  <inkml:trace contextRef="#ctx0" brushRef="#br0" timeOffset="37729.76">9109 10828 0,'0'0'0,"0"40"500,0 0-219,0 0-219,0 0-46,0 0-16,0 0 0,0 1 16,0-1-1,0 0-15,0 0 0,0 0 0,0 0 16,0 0-16,40 0 0,-40 0 15,0 1-15,0-1 0,0 0 0,0 0 16,40 0-16,-40 0 16,0 0-16,40-40 0,-40 40 0,0 0 15,0 0-15,40 1 16,-40-1-16,40 0 16,-40 0 15,0-80 109</inkml:trace>
  <inkml:trace contextRef="#ctx0" brushRef="#br0" timeOffset="39215.33">9309 13555 0,'0'40'0,"0"-80"172,0 0-141,40 40-31,1-40 16,-1 40-16,-40-40 0,40 40 0,0-40 15,0 40 1,-40-41-16,40 41 0,0-40 0,0 40 15,1-40-15,-1 40 16,-40 40 15,40-40-31,-40 40 0,0 1 16,40-1 0,-40 0-16,0 0 0,40 0 15,-40 0-15,0 0 0,40 0 16,-40 0-16,0 1 0,0-1 15,0 0-15,0 0 0,0 0 0,0 0 16,0 0 0,0 0-16,-40 0 0,40 0 15,-40 1-15,40-1 0,-40 0 16,0 0 0,40 0-16,-40-40 0,40 40 15,-41-40-15,41 40 0,0 0 16,0-80 78,41 40-79,-41-40 1,40 40-16,0-40 0,0 0 15,0 0 1,0 40-16,0-40 16,0 40-16,1 0 15,-1-40-15,0 40 16,0 0-16,-40-41 16,40 41-16,0 0 0,-40-40 15,40 40 1,0 0-1,1 0 79,-41-40-63</inkml:trace>
  <inkml:trace contextRef="#ctx0" brushRef="#br0" timeOffset="41035.71">9550 15721 0,'0'-40'47,"0"-1"15,40 41-62,-40-40 16,40 0 0,0 0-16,1 0 0,-41 0 15,40 0-15,0 0 16,-40 0-16,40 40 0,0-40 16,0-1-1,0 41-15,0 0 16,1 0-1,-41 41 1,40-41-16,-40 40 16,0 0-16,40 0 15,-40 0-15,0 0 0,40-40 16,-40 40-16,0 0 16,0 0-16,0 0 0,0 1 15,0-1-15,0 0 31,-40-40-31,40 40 0,0 0 16,-40 0 0,40 0-16,40-40 109,-40-40-93,40 40-16,0 0 15,0-40-15,0 40 32,0 0-32,1 0 0,-1 0 15,-40 40-15,40-40 0,-40 40 16,40-40-16,-40 40 15,40-40-15,-40 40 0,40 1 32,-40-1-32,0 0 15,0 0-15,0 0 16,0 0-16,40-40 0,-40 40 0,0 0 16,0 0-1,0 0-15,0 1 31,0-1-15,-40-40-16,40 40 0,0 0 16,-40-40-1,40 40-15,-40-40 0,40 40 16,-40-40-16,40 40 16,-40-40 30,-41 0-46,81 40 0,-40-40 16,0 40 0,40 1-16,-40-41 0,40 40 15,-40-40-15,0 40 16,0-40-16,40 40 0,-40-40 16,-1 40-16,1-40 15,0 0-15,40 40 16,-40-40-16,0 0 15,40-40 204,0 0-109</inkml:trace>
  <inkml:trace contextRef="#ctx0" brushRef="#br0" timeOffset="44326.78">10874 8542 0,'-40'0'15,"40"40"-15,0-80 219,0 0-172,40 0-47,-40 0 16,0-1-1,40 41-15,1 0 0,-41-40 16,40 40-16,-40-40 15,40 40-15,0 0 16,0 0 15,0 0-15,0 0 0,-40 40-16,40-40 15,1 0 1,-41 40-16,0 1 15,40-1-15,-40 0 16,0 0-16,40 0 16,-40 0-16,0 0 15,0 0 1,-40-40 0,40 40-16,-40-40 15,-1 40-15,1 1 31,0-41-31,40 40 0,-40-40 16,40 40-16,-40-40 16,40 40 15,0-80-15,40 40 77,-40-40-93,40 40 16,-40-81-16,40 81 0,0 0 16,-40-40-1,41 40-15,-1 0 0,0-40 16,0 40-16,0 0 15,0 0-15,0 0 16,0 0-16,1 0 31,-1 0-31,0 0 0,0 40 16,0-40 0,0 0-16,0 0 0,0 0 15,1 0-15,-1 0 16,0 0-16,0-40 0,0 40 15,0 0-15,0-40 0</inkml:trace>
  <inkml:trace contextRef="#ctx0" brushRef="#br0" timeOffset="45367.23">14927 7780 0,'0'40'218,"0"0"-186,0 0-32,0 0 0,40 0 15,-40 0-15,40 1 16,-40-1-16,0 0 0,40 0 0,-40 0 15,0 0-15,41-40 16,-41 40-16,0 0 0,0 0 0,40 1 16,-40-1-16</inkml:trace>
  <inkml:trace contextRef="#ctx0" brushRef="#br0" timeOffset="46867.65">18338 7499 0,'0'0'0,"40"0"78,-40-40-31,0 0-31,40 40-16,0 0 0,-40-40 15,40 40-15,0 0 16,-40-40-16,41 40 0,-1 0 15,-40-40-15,40 40 16,0 0-16,0 0 16,0 40-16,-40 0 31,40-40-31,-40 40 0,40-40 16,-40 40-16,0 0 15,0 0-15,0 0 16,0 0-1,0 1-15,-40-41 0,40 40 16,0 0 15,40-40 79,1 0-95,-1 0 1,-40 40-16,40-40 0,0 40 0,0-40 16,0 0-1,-40 40-15,40-40 0,0 40 0,-40 0 16,0 0-1,41-40-15,-41 40 16,0 1-16,-81-1 16,81 0-16,-40 0 15,0-40-15,0 40 0,0-40 16,40 40-16,-40-40 16,0 0-16,40 40 0,-41-40 0,1 0 15,0 0 1,0 0-16,0 0 0,0 0 15,0 0 1,0 0-16,-1 0 16</inkml:trace>
  <inkml:trace contextRef="#ctx0" brushRef="#br0" timeOffset="48147.73">22551 7339 0,'0'0'0,"-40"0"47,40-40-47,-40 40 31,40 40-31,-40 0 31,0 0-31,-1-40 16,1 40-16,0 0 0,0-40 16,0 40-16,40 0 15,-40-40-15,0 40 0,0 1 0,-1-1 16,1 0 0,0-40-16,40 40 15,0 0 1,-40 0 15,80-40 47,0 0-47,0 0-31,1 0 0,-1 0 16,0 0-16,0 0 16,0 0-16,0 0 0,40 0 0,-39 0 0,-1 0 15,0 0-15,0 0 0,0 0 0,0-40 0,0 40 16,0 0-16,1 0 16,-1 0-16,0 0 0,0 0 0,0 0 15,0 0-15,0 0 0,0 0 16,1 0-16,-1 0 0,0 0 15,0 0-15,0 0 16,0 0-16,0 0 0,0 0 16,-40 40-1</inkml:trace>
  <inkml:trace contextRef="#ctx0" brushRef="#br0" timeOffset="48587.63">22591 7459 0,'-40'-40'16,"80"80"-16,-80-120 16,40 120 77,0 0-77,0 0 0,0 0-16,0 0 15,0 0-15,40 1 0,-40-1 0,0 0 0,0 0 16,0 0-16,0 0 16,0 0-16,0 0 0,0 0 0,0 0 15,0 1-15,0-1 16,0 0-16,0 0 0</inkml:trace>
  <inkml:trace contextRef="#ctx0" brushRef="#br0" timeOffset="51107.9">19542 8782 0,'0'0'0,"40"0"187,0 0-171,-40 41-1,40-41-15,0 0 16,0 0 0,0 0-16,0 0 0,1 0 15,-1 0-15,0 0 16,0 40-16,0-40 16,0 0-16,0 0 15,0 0-15,1 0 0,-1 0 16,0 0-16,0 0 0,0-40 15,0 40 1,0 0-16,0 0 0,1 0 16,-1 0-16,0 0 15,0 0 1,0 40-16,0-40 16,0 0-1,0 0-15,1 0 0,-1 0 16,0 0-16,0 0 15,0 0-15,0 0 0,0 0 16,0 0 0,1 0-16,-1 0 15,0 0 1,0 0-16,0 0 16,0 0-16,0 0 15,0 0-15,1 0 16,-1 0-1,0 0 1,0 0-16,0 0 16,0-40-16,0 40 0,0 0 15,1-41 1,-1 41-16,0 0 0,0 0 16,-40-40-16,40 40 15,0 0-15,0 0 31,1 0-31,-1 0 16,0 0 0,0 0-16,0 0 15,0 0-15,0 0 16,0 0 0,1 0-16,-1 0 15,0 0 1,0 0-1,0 0 1,0 0 0,0 0-16,0 0 15,1 0-15,-1 0 16,0 0-16,0 0 0,0 0 16,0-40-1,0 40-15,0 0 0,1 0 16,-1 0-16,0 0 15,0 0-15,0 0 47,0 0-31,0 0 0,0 0-16,1 0 15,-1 0 1,0 0-16,0 0 0,0 0 15,0 0 1,0 0-16,0 0 16,1 0-1,-1 0 1,0 0 15,0 0 0,0 0 16,0 0 31</inkml:trace>
  <inkml:trace contextRef="#ctx0" brushRef="#br0" timeOffset="55539.82">11195 16282 0,'0'0'0,"-40"0"0,40 40 16,-40-40-16,80 0 62,-40-40-62,0 0 172,0 0 31,-40 40-187,40-40 78,0 0-32,0 0 79,0 0-110,-40-1 0,40 1 1,-40 40-17,40-40 32,0 0 62,0 0-77,0 0-17,0 0 1,0 0 62,0 0 94,0-1-78,0 1-63,0 0-15,0 80 218,0 0-218</inkml:trace>
  <inkml:trace contextRef="#ctx0" brushRef="#br0" timeOffset="57370.08">11235 16082 0,'0'-40'0,"0"80"219,0 0-203,41-40-16,-41 40 15,40-40-15,-40 40 16,0 0-1,0 0-15,40 0 0,-40 0 16,0 0 0,40 1-16,-40-1 31,0 0-31,40 0 16,-40 0-1,40 0-15,-40 0 0,0 0 16,40 0-16,-40 1 0,0-1 15,0 0 1,40-40-16,-40 40 0,0 0 31,0 0-15,0 0 0,0 0-16,41-40 15,-41 40-15,0 0 16,0 1 31,0-1-32,0 0 1,0 0-16,0 0 0,0 0 16,0 0-16,0 0 15,0 0 1,0 1 15,0-1-15,0 0-1,0 0-15,0 0 16,0 0 0,0 0-1,0 0 16,0 0-15,0 0 0,40-40-16,-40 41 15,0-1 1,0 0 0,40-40-16,-40 40 15,0 0 1,0 0 15,40-40 0,-40 40-31,0 0 32,0 0-17,0 1 1,0-1-1,0 0 32,0 0-31,40-40 0,-40 40-1,0 0 1,0 0 46,0 0-30,0 0-17,40-40 157,0 0-156,-40-40-1</inkml:trace>
  <inkml:trace contextRef="#ctx0" brushRef="#br0" timeOffset="62371.53">10633 17686 0,'-40'0'0,"40"40"16,-40-40 0,40 40 296,0 0-281,-40-40 16,40 40-31,-40-40-16,40 40 15,-40-40-15,40 40 16,-40-40-16,0 0 31,40 41-31,0-1 32,0 0-1,-41-40-16,41 40-15,-40-40 0,0 40 32,40 0-32,0 0 15,0 0 1,0 0-16,0 1 0,0-1 31,0 0-15,0 0 15,0 0 0,40-40 32,-40 40-48,40-40 1,1 0 0,-41 40 15,0 0-15,40-40-1,0 0 1,0 0-16,0 0 31,0 0-31,0 0 16,0 0-1,1 0 1,-1 0 31,0 0-32,0 0 17,0 0-17,0 0 1,-40-40 15,40 40-31,1 0 31,-41-40-15,40 40 0,-40-40-1,0 0 1,40 40 15,-40-40 32,0 0-32,0 0-31,0-1 31,0 1-15,-40 40-1,40-40-15,0 0 16,-40 40 15,40-40 1,0 0 30,-41 40-46,41-40 15,-40 40-31,0-40 31,0 40 32,0-40-16,0 40-16,40-41-16,-40 41 79,-1 0-47,1 0 16,0 0 124</inkml:trace>
  <inkml:trace contextRef="#ctx0" brushRef="#br0" timeOffset="81943.06">11757 10708 0,'0'-41'344,"0"1"-344,0 0 31,0 0-31,40 40 15,-40-40-15,40 40 16,-40-40-16,40 40 16,-40-40 15,41 40-31,-1 0 31,0 0-15,0-40-1,0 40 1,0 0 47,-40 40-63,0 0 31,40 0-16,-40 0 1,0 0-16,0 0 16,0 0-16,0 1 15,0-1 1,0 0-16,0 0 16,0 0-1,0 0-15,0 0 0,0 0 16,-40-40-16,40 40 15,0 0-15,0 1 0,-40-1 16,0-40 0,40 40-16,0 0 0,-40 0 15,40 0 1,-40-40-16,0 0 47,40 40-32,-41-40 1,1 0 0,40 40-16,-40-40 31,80 0 110,-40-40-126,40 40 1,1 0-16,-1-40 31,0 40-31,0 0 16,0 0-16,0-40 15,0 40 1,0 0 0,1 0-1,-1 0 1,-40 40-1,40-40-15,0 40 16,0-40 0,-40 40-16,40-40 0,-40 40 15,40-40-15,0 0 16,-40 41 0,41-41-1,-1 0 1,-40 40-1,40-40 1,0 0 0,0 40-16,0-40 0,0 0 15,0 0 1,1 0-16,-1 0 0,0 0 0,0 0 16,0 0 15,-40-40 16,-40 40-47</inkml:trace>
  <inkml:trace contextRef="#ctx0" brushRef="#br0" timeOffset="83823.06">15288 10226 0,'0'40'437,"40"-40"-421,-40 40-16,0 1 16,40-1-16,-40 0 15,0 0-15,41-40 16,-41 40-16,0 0 16,0 0-16,0 0 0,40-40 15,-40 40-15,0 1 16,0-1-1,40-40 1,-40 40-16,0 0 0,0 0 0,0 0 16,0 0-16,40 0 15,-40 0 1,0 0-16,0 1 31,0-1 0,40-40-31,-40 40 0,0 0 32,0 0-32,0 0 15,0 0 1,0 0 0,0-80 62,0 0-47</inkml:trace>
  <inkml:trace contextRef="#ctx0" brushRef="#br0" timeOffset="85653.38">18579 10266 0,'-41'0'0,"41"-40"140,41 0-108,-41 0-32,0 0 15,40 0-15,0 40 16,-40-40-16,40 0 15,0 0-15,0 40 16,-40-41-16,40 41 0,-40-40 16,40 40-16,1 0 0,-41-40 15,40 80 32,0-40-31,-40 40-16,40-40 0,0 0 0,-40 41 15,40-41 1,-40 40 0,40-40-16,0 0 15,-40 40-15,41-40 16,-41 40-16,0 0 31,0 0-31,0 0 31,-41 0-31,41 0 16,-40-40 0,40 40-16,-40-40 0,0 41 0,0-1 15,0 0-15,40 0 16,0 0 0,0-80 93,0 0-78,40 40-31,0 0 16,0 0-1,0 0-15,0 0 0,1 0 16,-1 0-16,0 0 16,0 0-16,0 40 0,0-40 15,0 40-15,0-40 0,-40 40 16,41-40 0,-41 40-16,40-40 15,-40 40-15,0 0 16,0 1-16,0-1 15,0 0 1,0 0-16,0 0 0,-40 0 0,40 0 16,0 0-16,0 0 15,-41-40-15,1 40 0,0 1 0,0-41 16,40 40-16,-40-40 0,0 0 0,40 40 16,-40-40-16,0 0 15,-1 0-15,1 0 0,0 0 16,0 0-16,0 40 15,0-40-15,0 0 16</inkml:trace>
  <inkml:trace contextRef="#ctx0" brushRef="#br0" timeOffset="86793.29">22671 9905 0,'-80'41'125,"40"-1"-125,0-40 0,0 40 16,0-40-16,0 40 15,-1-40-15,1 40 0,0 0 0,0-40 0,0 40 16,0-40-16,0 40 0,0-40 16,-1 40-16,1 0 0,0-40 0,0 41 0,0-41 15,0 40-15,0-40 0,-1 40 0,1-40 16,40 40-16,-40 0 16,40 0-1,0 0 32,40-40-47,0 0 16,1 0-16,-1 0 15,0 0-15,40 0 16,-40 0-16,0-40 0,41 40 0,-41 0 16,0 0-16,40-40 15,-40 40-15,0 0 0,41 0 0,-41 0 0,0 0 16,0 0-16,0 0 15,0 0-15,0 0 0,1 0 0,-1 0 16,0 0 0,0 0-16,0 0 0,0 0 15,0 0-15,0 0 0,1 0 16,-1 0-16,0 0 16,0 0-16,0 0 0,0 0 31,0 0-31,-40-40 0,40 40 0,1 0 15,-1 0 1,0-40-16,0 40 0,0 0 16,0 0-16,0 0 0,0 0 15,-40-40 1,-40 40 0,0 0-1</inkml:trace>
  <inkml:trace contextRef="#ctx0" brushRef="#br0" timeOffset="87193.2">22551 10226 0,'0'-40'16,"0"80"-16,0-120 31,0 120 31,0 0-62,0 0 16,0 0 0,0 1-16,0-1 0,0 0 0,40 0 0,0 0 15,-40 0-15,40 0 0,-40 0 0,0 0 16,41 1-16,-41-1 0,0 0 16,40 0-16,-40 0 0,0 0 0,40 0 0,-40 0 15,0 0-15,0 0 16,40-40-16,-40 41 0,0-1 0</inkml:trace>
  <inkml:trace contextRef="#ctx0" brushRef="#br0" timeOffset="93374.9">13121 12592 0,'0'41'0,"0"-82"94,-40 41 15,0 0-78,40 41-31,-40-41 0,0 0 16,0 40-16,0-40 15,-1 40-15,1-40 0,0 40 0,0 0 16,0 0-16,0-40 0,0 40 16,0 0-16,-1 0 0,1 1 0,0-41 15,40 40-15,-40 0 0,0 0 16,40 0-16,-40-40 0,40 40 16,0 0-16,0 0 15,0 0 32,40-40 109,0-40-140,0 40 0,0-40-16,0 40 15,1-40-15,-1 40 0,0 0 16,40-40-16,-40 40 0,0 0 15,0-40-15,1 40 16,-1 0-16,0-40 0,0 40 0,0-40 0,0 40 16,0 0-16,0-40 15,1 40-15,-1 0 0,0 0 16,0 0-16,0 0 16,0 0-16,0 0 0,0 0 15,1 0-15,-1 0 0,0 0 16,0 0-1,0 0-15,0 0 16,0 0 0,-40-41-1</inkml:trace>
  <inkml:trace contextRef="#ctx0" brushRef="#br0" timeOffset="93814.82">13322 12633 0,'-40'-41'15,"80"82"-15,-120-82 0,80 1 32,0 80-1,0 1-15,0-1-16,0 0 15,0 0 1,40 0-16,-40 0 0,0 0 15,0 0-15,40-40 16,-40 40-16,0 1 0,0-1 0,0 0 0,0 0 16,0 0-16,40 0 0,-40 0 15,0 0-15,0 0 0,0 0 0,40 1 0,-40-1 16,0 0-16,0 0 16,0 0-16,40 0 0,-40 0 0,0 0 0,0 0 15,40 1-15,-40-1 0,41 0 16,-41 0-16</inkml:trace>
  <inkml:trace contextRef="#ctx0" brushRef="#br0" timeOffset="96536.85">15529 12833 0,'0'-40'172,"0"0"-156,0 0-1,0 0 1,0 0 0,0-1-16,80 41 15,-80-40-15,40 40 16,-40-40-16,40 40 16,1-40-16,-1 40 15,0 0-15,0 40 16,0 0-16,0 0 15,0-40-15,0 41 0,-40-1 16,41-40 0,-41 40-16,0 0 0,0 0 0,40 0 15,-40 0-15,0 0 0,0 0 16,0 1-16,0-1 0,-40 0 0,40 0 0,0 0 16,-81 0-16,81 0 15,0 0-15,0 0 0,-40 0 0,0 1 0,0-1 16,0 0-16,40 0 15,-40-40-15,40 40 0,-40 0 0,-1 0 16,1 0-16,40 0 0,40-40 63,1-40-48,-1 40 1,0 0-16,0-40 0,0 40 15,0 0-15,0-40 0,41 40 0,-41 0 0,0-40 16,0 40-16,40-40 0,-40 40 16,41-40-16,-41 40 0,0 0 0,0-40 0,0 40 15,0-40-15,0 40 16,0 0-16,1 0 0,-41-41 0,40 41 0,-40 41 141</inkml:trace>
  <inkml:trace contextRef="#ctx0" brushRef="#br0" timeOffset="97726.83">19863 12111 0,'-41'0'0,"1"0"15,0 0 1,0 0 15,0 0 0,0 0-15,0 0 15,0 40-31,-1-40 16,41 40-16,-40-40 0,40 41 16,-40-41-16,0 40 0,0-40 15,40 40-15,-40-40 16,40 40-16,-40 0 0,0 0 15,40 0-15,-41-40 0,41 40 0,0 0 16,0 0 0,0 1-16,0-1 0,0 0 0,0 0 15,0 0 1,41 0-16,-41 0 0,0 0 0,0 0 0,40 1 16,-40-1-16,40 0 0,0 0 15,-40 0-15,40 0 0,0 0 0,-40 0 16,40-40-16,0 40 15,1-40-15,-1 40 16,0-40-16,0 0 0,0 0 16,0 0-16,0-40 0,0 40 15,1-40-15,-1 0 0,0 0 16,0 40 0,-40-40-16,0 0 15,0 0 1,-40 40-16,0 0 15,40-40-15,-40 40 0,-1 0 0,1 0 16,0 0 0,0 40-16,0-40 0,0 40 0,0 0 0,0-40 15,40 40-15,-81 0 0,41 0 16,0 0-16,0-40 0,0 0 0,40 40 16,-40-40-16,40 41 15,-40-41-15,40 40 0,0 0 31,40-40-31,0 40 16</inkml:trace>
  <inkml:trace contextRef="#ctx0" brushRef="#br0" timeOffset="99396.98">22150 12472 0,'0'-40'47,"0"0"-16,40 40 16,-40-40-32,40 40-15,0-40 16,0 40 0,0-40-16,1 40 15,-1 0 1,0 0-16,-40-40 0,40 40 16,0 0-16,0 0 15,0 0-15,0 0 16,1 0-16,-1 0 15,0 0 1,-40 40-16,40-40 0,0 40 16,-40 0-1,40-40-15,0 0 16,-40 40 0,0 0-1,0 0 1,-40-40-16,40 40 0,-40-40 15,40 40-15,-40 0 0,0 1 0,0-1 16,0-40-16,40 40 0,-41 0 16,1 0-16,0 0 0,40 0 15,-40-40-15,40 40 16,-40-40-16,40 40 0,-40 1 16,40-1-1,-40-40-15,40 40 0,0 0 0,0 0 16,0 0-1,-40 0-15,40 0 0,0 0 16,0 0-16,40-40 0,-40 41 16,40-41-16,0 0 15,-40 40-15,40-40 0,0 0 0,0 0 0,0 0 16,1 0 0,-1 0-16,0 0 0,0 0 15,0-40-15,0 40 16,0-41-16,0 41 0,-40-40 0,41 40 15,-1-40-15,0 40 0,-40-40 0,40 40 16,-40-40 0,0 0-16,-40 0 15,0 0 1,0 0-16,-1 0 0,1 40 16,0-41-16,0 41 15,40-40-15,-40 40 0,0-40 0,0 40 0,0-40 16,-1 40-16,1-40 0,0 40 15,0-40-15,0 40 0,0-40 0,0 40 16,0-40-16,-1 40 0,41-40 16,-40 40-16,0 0 15,80-41 48,-40 1-63,81 0 15,-41 0-15,0 40 0,0-40 16,0 0-16,0 40 16,0-40-16,-40 0 15,40 40 1</inkml:trace>
  <inkml:trace contextRef="#ctx0" brushRef="#br0" timeOffset="101497.36">13603 14919 0,'-40'0'0,"40"40"31,0 0 125,-40 0-140,-1 0-1,1 0-15,40 0 0,-40-40 0,40 40 16,-40 0-16,40 1 16,-40-1-16,0 0 0,40 0 0,-40 0 15,40 0-15,-40 0 0,40 0 16,0 0-16,-41 0 0,41 1 0,0-1 15,0 0-15,0 0 16,0 0-16,0 0 0,0 0 16,41 0-16,-41 0 0,40 1 0,0-1 15,-40 0 1,40-40-16,0 40 0,0 0 16,0-40-1,0 40-15,1-40 16,-1 0-16,0 0 15,0 0-15,0 0 0,0 0 16,0-40-16,0 40 0,1 0 0,-41-40 0,40 40 16,0-40-16,0 40 15,0-40-15,0 40 16,-40-40 0,0-1 15,0 1-31,-40 40 15,0-40 1,0 40 0,0 0-16,0 0 15,-1 0 1,1 40-16,0-40 16,0 40-16,0-40 0,0 0 15,0 41-15,0-1 0,80-40 63,0 0-48,-40 40-15</inkml:trace>
  <inkml:trace contextRef="#ctx0" brushRef="#br0" timeOffset="104708.4">16211 14878 0,'-40'0'0,"0"0"32,0 0-17,0 0 79,-1 0-78,41-40 62,41 0-63,-1 0 1,-40 0 0,40 40-16,0-40 0,0 40 15,0 0 1,-40-40-16,40 40 0,0 0 0,1 0 15,-1 0 1,0 0-16,0 0 0,0 40 16,0-40-1,0 0-15,-40 40 0,40-40 16,1 0-16,-41 40 16,40-40-1,-40 40-15,0 0 0,0 0 16,0 1-1,0-1-15,-40-40 16,40 40-16,0 0 16,-41-40-16,41 40 0,0 0 15,-40-40-15,40 40 16,40-40 109,1 0-94,-1 0-31,0 0 16,0 0-16,0 0 15,0 0-15,0 0 0,-40 40 16,40 0 0,-40 1-16,41-41 0,-41 40 15,0 0-15,0 0 16,0 0 0,0 0-16,-41 0 0,41 0 15,-40 0 1,0 0-16,0 1 0,0-1 15,0 0-15,0-40 16,40 40-16,-40-40 0,-1 40 0,1-40 16,0 0-16,0 0 0,0 40 15,40-80 17,-40 40-32,40-40 15</inkml:trace>
  <inkml:trace contextRef="#ctx0" brushRef="#br0" timeOffset="105998.51">19822 14357 0,'-40'-40'0,"0"40"0,-40 0 16,40 0-16,0 0 15,0 0-15,-1 0 0,1 0 0,0 0 16,0 40-16,0-40 0,0 40 16,0-40-1,0 40-15,-1-40 16,1 40-16,40 1 15,-40-1-15,0 0 16,40 0 0,0 0-1,40 0-15,40-40 0,-80 40 16,41-40-16,-1 0 0,0 0 16,0 0-16,0 0 0,0 0 15,0-40-15,0 40 16,1 0-16,-41-40 0,40 40 0,-40-40 15,40 40-15,-40-40 0,40 0 16,-40 0-16,0-1 0,0 1 0,40 40 16,-40-40-16,0 0 15,0 0-15,-40 40 16,40 40 46,0 0-46,40 0 0,-40 0-16,40 1 0,0-1 15,0 0-15,-40 0 0,41-40 0,-41 40 16,40 0-16,-40 0 16,40 0-16,0 40 0,-40-39 0,40-1 15,-40 0-15,40 0 0,-40 0 16,40 0-16,-40 0 0,0 0 0,0 0 15,0 1 1,0-1-16,0 0 0,0 0 16,-40 0-16,0 0 15,40 0-15,-40-40 0,40 40 0,-40-40 16,0 40-16,0 0 0,-1-40 0,1 41 16,0-1-1,0-40-15,0 0 0,40 40 0,-40-40 0,0 0 16,40 40-16,-40-40 15,40-40 17,0 0-17</inkml:trace>
  <inkml:trace contextRef="#ctx0" brushRef="#br0" timeOffset="106808.56">22591 14718 0,'-40'-40'15,"0"0"1,40 0-1,-40 40-15,0 0 32,40-40-32,0 80 78,0 0-63,40 0-15,-40 0 0,0 0 16,0 0-16,0 0 16,40 0-16,-40 1 0,0-1 0,0 40 0,0-40 15,0 0-15,0 0 0,40 0 0,-40 0 16,0 1-16,0-1 16,0 0-16,40-40 0,-40 40 0,40-40 15,0 0 1</inkml:trace>
  <inkml:trace contextRef="#ctx0" brushRef="#br0" timeOffset="107388.43">23033 14758 0,'0'0'0,"0"-40"0,0 0 32,0 0-32,40 0 15,0 40-15,80-40 16,-80 40-16,0 0 16,1 0-1,39 40 1,-40 40-1,0 40 1,-40-80-16,0 41 16,-80-81-16,80 40 0,-40 0 15,0 40-15,-41 40 16,81-80 0,0 1-1,81-41 16,119-41-15,41-39 0,-201 80-16,161-80 15,-41 40 17,-120 40-32,0 0 31,-80 0 16,0 0-32,0 0-15,0 0 0</inkml:trace>
  <inkml:trace contextRef="#ctx0" brushRef="#br0" timeOffset="109318.81">14124 17886 0,'0'40'0,"-40"-40"110,0 0-95,0 0-15,0 0 32,0 0-32,0 0 15,0 0 1,-1 0-1,41 41 1,-40-1-16,40 0 0,0 0 16,0 0-16,0 0 15,0 0-15,0 0 0,-40 0 0,40 1 16,0-1-16,0 0 0,0 0 16,0 0-1,40 0 16,0-40-31,1 0 16,-1 0 0,0 0-16,0 40 15,0-40-15,0 0 0,0 0 16,0 0-16,1-40 16,-1 40-16,0-40 0,0 40 15,-40-40-15,40 40 16,0-40-16,0 0 0,-40 0 15,40 40 1,-40-41-16,0 1 31,0 0-31,0 0 16,-40 40-16,40-40 0,-40 0 0,0 0 16,0 0-1,0 0-15,0-1 16,0 41-1,-1 0-15,1 0 0,0 0 16,0 0 0,0 0-16,0 0 15,40 41 1,-40-1 0,40 0-1,0 0 1</inkml:trace>
  <inkml:trace contextRef="#ctx0" brushRef="#br0" timeOffset="110248.69">16492 17485 0,'0'40'15,"-40"-40"17,0 0-17,0 0 48,-1 0-63,41 41 0,-40-41 15,0 0 1,40 40-16,-40-40 0,40 40 0,-40-40 0,40 40 16,-40-40-16,40 40 0,0 0 15,0 0 1,-40-40-16,40 40 0,0 0 31,40 0-31,0 1 16,0-41-1,0 40-15,0 0 0,0-40 0,1 0 16,-41 40-16,40-40 16,0 0-16,0 0 0,0 0 0,0 0 0,0 0 15,0 0-15,1-40 0,-1 40 0,0-40 16,0 40-16,-40-40 0,40 40 16,-40-41-16,40 1 0,0 40 15,-40-40-15,0 0 16,0 0-16,0 0 15,-40 0-15,0 0 16,0 0-16,0 40 16,0-40-16,0-1 15,-1 41-15,1-40 0,0 40 16,0 0-16,0 0 0,0 0 16,0 0-16,0-40 15,-1 40 16,41 40-15,0 0 0,-40-40-16,40 41 0,0-1 15</inkml:trace>
  <inkml:trace contextRef="#ctx0" brushRef="#br0" timeOffset="111378.69">19702 17044 0,'-40'0'32,"0"0"-17,40-40 1,-40 40-1,0 0 17,-1 0-17,1 0 1,40 40-16,-40-40 0,40 40 0,-40-40 16,0 40-1,0 0-15,0 1 0,40-1 16,0 0-1,0 0-15,0 0 16,40 0 0,-40 0-16,40-40 0,-40 40 0,40-40 0,0 40 15,0 1-15,0-1 0,1 0 16,-1-40-16,-40 40 16,40-40-16,0 0 0,0 40 15,0-40 1,0 0-16,0 0 0,1 0 15,-1-40-15,0 40 16,0-40-16,0 40 0,0-40 0,0 0 16,0 40-1,-40-41-15,41 41 0,-41-40 16,0 0-16,0 0 16,0 0-1,0 0-15,0 0 16,0 0-1,-41 0-15,1-1 16,0 41 0,0 0-1,0-40-15,0 40 0,0 0 16,0 0 0,-1 0-16,1 0 0,0 0 15,40 40-15,-40-40 16,40 41-16,0-1 15,-40-40 1,40 40-16,0 0 0,80-40 16,-40 0-16,0 0 15,1 0-15,-1 0 0,40 0 0</inkml:trace>
  <inkml:trace contextRef="#ctx0" brushRef="#br0" timeOffset="112639.06">22591 16683 0,'-40'40'16,"0"-40"109,0 0-110,0 0 1,0 40 0,40 1-16,-41-41 0,41 40 31,-40-40-31,40 40 0,-40-40 0,40 40 15,0 0 1,-40-40-16,40 40 0,0 0 31,0 0-31,0 0 16,40-40-16,-40 40 0,40 1 16,0-1-16,1-40 15,-41 40-15,40-40 0,-40 40 16,40-40-16,0 0 15,0 0-15,0 40 0,0-40 16,0 0-16,1 0 16,-1 0-16,0 0 0,0 0 15,0-40 1,0 0 0,0 0-16,0 0 15,1-1 1,-41 1-16,40 40 15,-40-40 1,0 0-16,40 40 0,-40-40 16,40 0-1,-40 0-15,0 0 16,0 0-16,-80 0 16,80-1-1,0 1-15,-40 40 0,40-40 16,0 0-1,0 0-15,-41 40 32,1 0-32,0-40 15,0 40 1,0 0-16,0 0 16,0 0-16,0 0 15,-1 0 1,41 40-16,-40-40 0,0 0 0,40 40 0,-40-40 15,0 0-15,0 40 16,0-40-16,40 40 0,-40-40 0,40 40 16,-41-40-16,1 0 15,40 41-15,-40-41 0,0 0 16,0 0-16</inkml:trace>
  <inkml:trace contextRef="#ctx0" brushRef="#br0" timeOffset="120020.92">10674 14197 0,'40'0'250,"0"0"-172,-40-40-78,40 40 16,-40-41-16,40 41 0,-40-40 0,40 0 15,-40 0-15,40 40 0,1-40 0,-1 0 16,0 0-1,0 40-15,-40-40 16,40 40-16,-40-40 16,40 40-16,-40-40 15,40 40 1,-40-41-16,40 41 0,-40-40 0,41 0 16,-41 0-1,40 40-15,-40-40 0,40 0 0,0 0 16,-40 0-1,40 40 1,-40-40-16,0-1 0,40 41 16,-40-40-16,0 0 15,40 40-15,-40-40 0,40 40 0,-40-40 16,41 0 0,-41 0-16,40 40 0,0-40 15,0 0-15,0 0 16,-40-1-1,40 1-15,0 0 32,-40 0-32,40 0 0,1 0 15,-41 0-15,40 0 16,-40 0-16,40 40 0,-40-41 0,0 1 31,40 40-31,-40-40 0,0 0 16,40 0-1,-40 0 1,40 40-16,-40-40 0,40 40 16,-40-40-16,40 40 15,-40-40-15,41 40 0,-41-40 16,40 40-16,-40-41 16,40 41-16,0-40 0,-40 0 15,40 40-15,-40-40 31,40 40-31,-40-40 16,40 40 0,-40-40-16,40 40 0,1-40 15,-1 40 1,-40-40-16,40 40 0,-40-40 16,40 40-1,-40-41-15,40 1 16,-40 0-16,40 40 0,0-40 15,0 0 1,1 40-16,-41-40 0,40 40 16,-40-40-16,40 40 15,0-40-15,0 0 0,0 40 0,-40-40 16,40 40-16,-40-41 16,40 41-16,-40-40 0,41 40 15,-41-40-15,40 0 0,-40 0 16,40 40-16,-40-40 15,40 40-15,-40-40 0,40 40 0,-40-40 0,40 40 16,-40-40-16,0-1 16,40 41-16,-40-40 0,40 0 0,1 0 15,-1 0-15,0 0 16,-40 0-16,40 0 0,-40 0 16,40 40-1,-40-40-15,40-1 0,-40 1 16,40 40-16,-40-40 0,40 40 0,-40-40 0,41 0 15,-1 0 1,0 0-16,0 40 16,-40-40-1,40 40-15,-40-40 0,40-1 16,0 1 0,0 0-1,1 0-15,-1 40 16,-40-40-16,40 40 15,-40-40-15,40 40 0,-40-40 16,40 40-16,0-40 16,0 40 15,-40-40-15,0 0-1,40 40-15,-40-41 0,41 41 16,-41-40-16,40 40 0,-40-40 15,40 40-15,-40-40 16,40 0 0,-40 0-1,0 0 1,0 0 0,40 40-16,-40-40 0,40 40 15,-40-41-15,81 41 0,-81-40 0,80 0 16,-40 40-16,-40-40 15,40 40-15,-40-40 0,40 40 16,-40-40 0,40 40-16,0 0 31,-40-40-31,41 0 31,-41 0-15,40 40-16,-40-40 0,0-1 15,40 41 1,-40 41 125,0-1-110,0 0-31,-40 0 0</inkml:trace>
  <inkml:trace contextRef="#ctx0" brushRef="#br0" timeOffset="124042.35">11516 16202 0,'40'0'281,"1"0"-265,-41-40-1,40 40-15,0 0 16,-40-40-16,40 40 16,-40-40-16,40 40 0,0-40 15,0-1 1,0 41-16,-40-40 15,41 0-15,-1 40 0,-40-40 16,40 40-16,-40-40 0,40 40 16,-40-40-16,40 0 0,0 0 0,0 0 15,0-1 1,-40 1-16,41 0 0,-41 0 16,40 40-16,-40-40 15,40 0-15,-40 0 0,40 40 0,-40-40 16,0 0-1,40 40-15,-40-40 0,0-1 0,0 1 16,40 40-16,-40-40 0,40 0 0,-40 0 16,40 40-16,-40-40 15,41 40-15,-41-40 0,40 40 0,-40-40 0,40 40 16,-40-40-16,40 40 16,-40-41-16,40 41 15,-40-40-15,40 40 16,-40-40-16,0 0 0,40 40 15,-40-40-15,40 40 0,-40-40 0,41 0 16,-1 40 0,-40-40-16,40 40 0,0-40 0,0 0 15,0-1 1,0 1-16,0 0 16,1 0-1,-1 40-15,-40-40 16,40 40-16,-40-40 0,40 40 15,-40-40-15,40 0 0,0 0 16,0-1-16,0 41 16,-40-40-1,41 0-15,-1 0 16,0 0 0,0 40-1,-40-40 1,40 40-16,-40-40 0,40 40 0,-40-40 15,40 0-15,0 0 0,1 40 0,-41-41 16,40 41-16,-40-40 0,40 0 16,0 0-16,-40 0 0,40 40 15,-40-40 1,40 0-16,0 40 0,-40-40 16,40 40-1,-40-40-15,41-1 16,-1 1-1,0 0-15,0 0 16,0 0-16,-40 0 0,40 40 0,0-40 16,-40 0-1,40 0-15,1 0 0,-1-1 32,0 1-32,-40 0 0,40 0 15,0 0 1,0 0-16,0 0 0,1 40 15,-41-40-15,40 40 0,0-40 0,0-1 16,0 1-16,0 40 16,-40-40-16,40 40 0,-40-40 15,40 0-15,1 40 16,-41-40-16,40 0 0,-40 0 16,40 40-16,-40-40 15,40 40-15,-40-40 0,40-1 16,0 41-16,-40-40 15,40 40-15,-40-40 0,40 0 0,1 0 16,-1 40-16,-40-40 16,40 40-16,-40-40 0,40 40 15,-40-40-15,40 40 0,0-40 16,-40-1 0,40 41-16,0-40 0,1 0 15,-41 0 1,40 40-16,-40-40 0,40 40 0,0-40 15,0 0-15,-40 0 0,40 40 0,0-40 16,0 40-16,-40-40 16,41 40-16,-41-41 0,40 41 0,-40-40 15,40 40-15,-40-40 16,40 40-16,-40-40 0,40 40 0,-40-40 16,40 40-1,-40-40-15,40 0 0,-40 0 16,40 40-16,-40-40 15,41-1-15,-1 1 0,-40 0 0,40 40 16,-40-40-16,40 40 0,-40-40 0,40 0 0,0 40 16,-40-40-16,40 0 0,0 0 15,1 0-15,-1-1 16,-40 1 0,40 40-16,-40-40 0,40 40 15,-40-40-15,40 40 0,-40-40 16,40 40-16,0-40 0,0 40 15,-40-40-15,41 40 0,-41-40 0,40 0 32,0-1-32,-40 1 15,40 40-15,0 0 16,-40-40-16,40 40 0,-40-40 0,40 40 16,-40-40-16,40 40 15,-40-40-15,41 40 0,-1-40 16,0 40-1,-40-40-15,40 40 16,-40-40 0,40 40 15,-40-40-31,40-1 16,0 1-16,0 40 15,-40-40 1,41 40-16,-1-40 0,0 0 0,0 40 15,0-40-15,0 0 0,0 0 16,0 0 0,1 40-16,-41-41 0,40 41 0,-40-40 15,40 40-15,-40-40 16,40 40-16,-40-40 0,40 40 0,-40-40 16,40 40-1,-40-40-15,40 40 78,-40-40-78,41 40 16,-41-40 0,0 0-16,40 40 15,-40-40-15,40 40 16,-40-41-16,40 41 15,-40-40 1,40 0 93,-40 0-109,40 40 16,-40-40 15,40 40 63,-40-40-94,0 80 47,0 0-31,0 0-1</inkml:trace>
  <inkml:trace contextRef="#ctx0" brushRef="#br0" timeOffset="128193.08">12038 18568 0,'0'-40'47,"40"40"109,0-40-124,0 40-17,-40-40 1,40 40-16,1-40 0,-1 0 0,-40 0 0,40 40 15,0-41-15,0 1 16,0 40-16,-40-40 0,40 0 0,0 0 16,1 40-16,-41-40 0,40 40 0,-40-40 0,40 0 15,-40 0 1,40 40-16,-40-41 0,40 41 0,0-40 16,0 0-16,-40 0 15,40 40-15,-40-40 0,41 40 0,-41-40 16,40 40-16,0-40 15,0 0-15,0 40 16,-40-40-16,40 40 0,-40-40 16,40 40-16,-40-41 0,40 41 15,-40-40-15,41 40 0,-41-40 0,40 0 0,0 0 16,-40 0 0,40 40-16,-40-40 0,40 0 0,0 0 0,-40-1 15,40 41-15,-40-40 16,40 0-16,-40 0 0,41 40 0,-41-40 15,40 0 1,-40 0-16,0 0 0,40 40 0,-40-40 16,40 0-16,-40-1 0,40 41 0,-40-40 15,40 0-15,0 0 16,-40 0-16,40 40 0,-40-40 0,41 40 16,-41-40-1,40 0-15,-40 0 16,40 40-16,-40-41 15,40 41-15,-40-40 0,40 0 16,-40 0-16,40 40 16,-40-40-1,40 40-15,-40-40 0,40 40 16,-40-40-16,41 40 16,-41-40-16,40 40 0,-40-40 15,40 40-15,-40-40 16,40 40-16,-40-41 0,40 41 15,0-40-15,-40 0 16,40 40-16,0-40 0,1 0 16,-1 40-16,-40-40 0,40 0 15,-40 0 1,40 40-16,-40-40 0,40 40 0,-40-41 16,40 41-16,-40-40 15,40 40-15,-40-40 0,41 40 0,-1-40 16,0 0-1,0 40-15,-40-40 0,40 0 16,0 0-16,-40 0 16,40 40-16,-40-40 0,40 40 15,-40-41-15,41 41 0,-41-40 16,40 40-16,-40-40 16,40 40-16,-40-40 0,40 40 0,-40-40 15,40 40-15,-40-40 0,40 40 16,0-40-16,0 0 0,1 0 15,-1-1-15,0 41 16,-40-40-16,40 0 0,0 40 0,-40-40 0,40 0 16,0 40-16,0-40 0,-40 0 0,41 40 0,-1-40 15,0 40-15,0-40 16,0 0-16,0-1 0,0 41 16,-40-40-1,40 40-15,-40-40 0,41 40 16,-41-40-1,40 40-15,-40-40 0,40 40 16,-40-40-16,40 40 0,-40-40 0,40 40 0,-40-40 16,40 40-16,-40-40 15,40 40-15,0-41 0,1 41 0,-41-40 16,40 40-16,-40-40 0,40 40 16,-40-40-16,40 0 0,0 0 31,0 0-31,-40 0 15,40 40-15,-40-40 16,40 40-16,-40-40 0,41-1 16,-41 1-16,40 40 0,-40-40 0,40 0 15,-40 0 1,40 0-16,0 40 16,-40-40-16,40 40 0,-40-40 15,40 40-15,-40-40 0,40 40 0,1-41 16,-1 1-1,0 40-15,-40-40 0,40 0 0,0 40 0,-40-40 16,40 40-16,0-40 0,-40 0 0,40 40 0,1-40 16,-1 0-16,0 40 15,-40-40-15,40 40 0,-40-41 0,40 1 0,0 0 16,0 40 0,-40-40-16,40 40 0,-40-40 0,41 0 0,-1 0 15,0 0 1,0 0-16,0 40 0,-40-41 0,40 41 15,0-40-15,0 0 16,1 40-16,-41-40 0,40 40 16,-40-40-16,40 40 0,0-40 15,0 0 1,0 0 0,0 0-1,1 40-15,-41-40 0,40 40 0,0-41 16,-40 1-16,40 40 0,0-40 15,-40 0-15,40 40 0,0-40 0,0 0 16,1 0-16,-1 0 0,0 40 16,-40-40-16,40 40 15,0-41-15,-40 1 0,40 40 16,-40-40-16,40 0 16,0 0-16,1 40 0,-41-40 0,40 0 15,0 40-15,-40-40 16,40 0-16,0 0 0,0 40 0,-40-41 15,40 41-15,0-40 16,1 0-16,-41 0 16,40 40-16,0-40 15,-40 0 1,40 40-16,0-40 0,0 0 16,-40 0-16,40 40 15,0-41-15,-40 1 0,41 40 16,-41-40-1,40 40-15,-40-40 16,40 40-16,-40-40 16,40 40-16,-40-40 15,40 40-15,-40-40 0,40 40 0,0-40 16,0 0 0,1 0-16,-1 40 0,-40-41 0,40 41 15,0 0-15,0-40 16,0 40-16,0-40 0,-40 0 0,40 40 15,1-40-15,-1 0 16,0 0-16,0 0 0,0 0 16,0-1-16,0 41 0,-40-40 0,40 0 15,1 40-15,-41-40 0,40 40 16,-40-40-16,40 40 0,-40-40 0,40 0 31,-40 0-31,40 0 16,0 0-1,0-1-15,0 1 16,-40 0 0,41 40-16,-1-40 0,-40 0 15,40 40-15,0-40 0,-40 0 16,40 40 0,-40-40-16,0 0 31,0-1-31,40 41 0,-40-40 15,40 40-15,-40-40 16,40 0-16,-40 0 31,41 40-15,-41-40 0,40 40-1,-40-40-15,40 40 31,-40-40-31,40 40 16,-40-40 0,40 40-16,0-40 0,0 40 15,-40-41-15,40 41 0,-40-40 0,41 40 16,-1-40-16,0 40 16,-40-40-16,40 40 0,0-40 0,0 40 0,0-40 15,0 0-15,1 40 16,-41-40-16,40 40 0,0-40 15,-40-1 1,40 41-16,0 0 47,-80 0 125</inkml:trace>
  <inkml:trace contextRef="#ctx0" brushRef="#br0" timeOffset="132213.37">14967 18608 0,'0'-40'15,"0"0"110,40 40-93,-40-40-1,40 40-16,1-40 1,-1 0-16,-40 0 0,40 0 16,0-1-16,0 1 15,0 0 1,0 40-16,-40-40 0,40 0 16,1 40-16,-41-40 15,40 0-15,0 0 16,0 0-1,-40-1-15,40 41 16,-40-40-16,40 40 16,-40-40-16,40 0 15,-40 0-15,40 40 0,-40-40 0,41 0 16,-41 0 0,40 0-16,0 0 0,-40-1 15,40 41-15,-40-40 0,40 0 16,-40 0-16,40 0 0,-40 0 15,40 40-15,-40-40 16,0 0 0,40 40-16,-40-40 15,41 40 1,-41-41-16,0 1 0,40 40 16,-40-40-16,40 0 15,0 0-15,-40 0 16,40 40-16,-40-40 0,0 0 15,40 40-15,-40-40 0,40 40 16,-40-40 0,40-1-16,1 1 15,-41 0-15,40 40 0,-40-40 16,40 40-16,-40-40 16,40 40-16,-40-40 0,40 40 15,-40-40 1,40 40-16,-40-40 15,40 0-15,-40-1 16,40 41-16,-40-40 16,41 40-16,-41-40 0,40 40 31,-40-40-31,40 40 16,-40-40-1,40 40-15,-40-40 0,40 40 16,-40-40-16,40 40 15,-40-40-15,40 40 0,-40-40 16,40 40-16,-40-40 16,41 40-16,-1-41 0,0 1 15,0 40 1,-40-40 0,40 40-16,-40-40 0,40 40 0,-40-40 15,40 40-15,-40-40 0,40 40 16,-40-40-16,41 0 0,-1 40 0,-40-40 0,40 40 15,0-41-15,-40 1 16,40 40-16,-40-40 0,40 40 0,-40-40 16,40 40-16,-40-40 0,40 0 15,-40 0 1,41 40-16,-41-40 16,40 40-16,-40-40 15,40 0-15,0-1 0,-40 1 16,40 40-16,-40-40 15,40 40-15,-40-40 0,40 40 0,-40-40 16,40 40 0,-40-40-16,41 40 0,-41-40 15,40 0-15,-40 0 0,40 40 16,-40-41-16,40 1 16,0 40-16,-40-40 0,40 40 0,-40-40 15,40 40 1,-40-40-16,41 40 0,-41-40 15,40 40 1,-40-40-16,40 40 0,-40-40 0,40 40 16,-40-40-16,40 40 0,-40-40 0,40 40 0,-40-41 15,40 41-15,-40-40 16,40 40-16,1-40 0,-41 0 0,40 40 16,0-40-16,0 0 15,0 0-15,0 40 16,-40-40-1,40 40-15,-40-40 16,40 40-16,1-41 16,-1 1-1,-40 0-15,40 40 16,0-40 0,0 40-16,-40-40 0,40 40 0,0 0 15,-40-40-15,40 40 16,1-40-16,-1 40 0,0-40 15,0 40-15,0 0 16,-40-40-16,40 40 0,0 0 0,0-40 0,1 40 16,-1-41-16,0 41 0,0-40 15,0 40 1,0-40-16,0 40 0,-40-40 16,40 40-16,1-40 15,-1 40-15,-40-40 0,40 40 16,0 0-16,-40-40 15,40 40-15,-40-40 32,40 40-32,-40-40 15,40 40-15,-40-41 0,40 41 0,-40-40 16,41 40-16,-41-40 16,40 40-16,0-40 15,-40 0 1,40 40-16,-40-40 15,40 40-15,-40-40 16,40 40-16,-40-40 0,40 40 0,-40-40 16,40 40-16,1-40 0,-1 40 15,-40-41 1,40 41-16,0-40 0,-40 0 31,40 40-31,-40-40 0,40 40 16,-40-40-16,0 0 15,40 40-15,-40-40 0,40 40 16,-40-40-16,41 40 16,-1-40-16,0 40 15,0 0-15,-40-41 16,40 41-16,0-40 16,0 40-16,-40-40 15,40 40-15,-40-40 16,41 40-16,-41-40 0,40 40 15,0 0 1,-40-40-16,40 40 16,-40-40-16,40 40 0,0 0 15,0-40 1,0 40-16,1-40 0,-1 40 16,0-40-16,0 40 15,0 0-15,0-41 0,0 41 16,0 0-1,-40-40-15,41 40 0,-1-40 16,0 40 0,0 0-16,-40-40 0,40 40 0,0 0 15,-40-40-15,40 40 0,1 0 16,-1-40-16,0 40 16,0-40-16,0 40 0,0-40 15,0 40 1,0-40-16,1 40 15,-41-41-15,40 41 0,0-40 16,0 40-16,-40-40 0,40 40 16,0-40-16,0 40 0,-40-40 15,40 40 1,1 0-16,-41-40 16,40 40-1,0-40-15,0 40 31,-40-40-31,40 40 0,0-40 0,0 40 16,0-40-16,1 40 16,-1-41-16,0 41 0,-40-40 0,40 40 15,0-40-15,0 0 0,0 40 0,-40-40 16,40 40-16,1-40 16,-1 0-16,0 40 0,-40-40 0,40 40 15,0-40-15,0 40 16,-40-41-16,40 41 0,0 0 0,-40-40 0,41 40 15,-41-40-15,40 40 16,0-40-16,0 40 16,-40-40-16,40 40 15,0-40 1,0 40-16,0-40 16,1 0-1,-1 40-15,-40-40 0,40 40 0,0-40 16,0 40-16,-40-41 47,40 41-47,0 0 15,-40-40-15,40 40 16,-80 40 46,0-40-46</inkml:trace>
  <inkml:trace contextRef="#ctx0" brushRef="#br0" timeOffset="134763.51">18017 18287 0,'40'0'47,"-40"-40"31,0 0-62,0 0-1,40 40-15,0-40 0,0 0 32,0 40-32,1-40 15,-1 40 1,0-40 0,0 0-16,0 40 0,0-41 15,0 1 1,0 0-16,-40 0 0,41 40 0,-1-40 15,-40 0-15,40 0 16,0 40-16,-40-40 0,40 0 0,0 0 0,0 40 16,-40-41-16,40 1 0,-40 0 15,41 40-15,-41-40 0,40 0 0,-40 0 16,40 40-16,-40-40 0,40 40 16,-40-40-1,40 40-15,-40-40 0,40 40 16,-40-41-1,40 1-15,0 40 16,-40-40-16,41 40 16,-41-40-16,40 40 0,-40-40 15,40 40-15,0-40 16,0 0 0,0 0-16,0 0 0,-40 0 15,40 40 1,-40-41-16,41 41 0,-41-40 0,40 40 0,-40-40 15,40 40-15,-40-40 16,40 40-16,-40-40 0,40 0 16,0 0-1,0 0-15,-40 0 16,40 40-16,-40-41 0,41 1 16,-1 40-16,-40-40 15,40 40-15,-40-40 0,40 40 0,-40-40 16,40 40-1,0 0-15,-40-40 0,40 40 0,-40-40 16,40 40-16,1-40 16,-1 0-1,0 0-15,0 40 16,-40-41 0,40 41-16,-40-40 0,40 40 0,-40-40 0,40 40 15,-40-40-15,40 0 0,1 0 16,-1 40-16,-40-40 0,40 40 0,0-40 15,0 0 1,0-1-16,0 41 16,-40-40-16,40 40 0,1-40 15,-1 40-15,-40-40 0,40 40 0,-40-40 16,40 40-16,0-40 0,0 0 0,0 40 16,-40-40-16,40 0 15,1 40-15,-41-40 0,40-1 0,0 41 0,0-40 16,-40 0-16,40 0 0,0 40 15,0-40-15,0 0 0,1 0 0,-1 40 0,-40-40 16,40 0-16,0 40 16,-40-41-16,40 41 0,-40-40 0,40 0 0,0 0 15,0 0-15,1 0 16,-1 0-16,0 0 16,0 40-16,-40-40 0,40 40 0,0-40 15,0-1 1,1 41-16,-41-40 0,40 40 0,-40-40 0,40 40 15,0-40-15,-40 0 0,40 40 16,0-40-16,0 0 0,0 0 31,1 0-31,-1 40 0,-40-41 16,40 41-16,0-40 0,0 0 16,0 40-1,-40-40-15,40 40 0,0-40 16,1 40-1,-41-40-15,40 40 0,0 0 0,-40-40 0,40 40 16,0 0-16,-40-40 16,40 40-16,0 0 0,0-40 0,1 40 15,-41-40-15,40 40 0,0 0 16,-40-41 0,40 41-16,-40-40 0,40 40 0,-40-40 15,40 40-15,0 0 16,-40-40-16,40 40 0,-40-40 0,41 40 15,-41-40-15,40 40 16,0-40-16,0 40 0,0-40 16,0 0-16,0 40 15,-40-41-15,40 41 0,1-40 16,-1 0-16,0 0 0,0 0 16,0 40-16,0-40 15,0 0-15,0 40 0,-40-40 0,41 40 16,-1-40-16,0 40 15,0-40-15,0 40 0,-40-41 16,40 41-16,0-40 16,0 0-1,-40 0-15,41 40 16,-41-40 0,40 40-16,-40-40 0,40 40 0,-40-40 31,40 40-31,-40 40 62</inkml:trace>
  <inkml:trace contextRef="#ctx0" brushRef="#br0" timeOffset="136943.37">20866 17566 0,'0'40'31,"40"-40"141,0-40-156,-40-1 0,40 41-1,0-40-15,0 40 31,-40-40-31,40 0 16,1 40 0,-41-40-16,40 40 0,-40-40 0,40 40 15,0-40-15,0 40 16,-40-40 0,40 40-16,0 0 0,-40-40 15,40 40-15,1-41 16,-1 41-16,-40-40 0,40 40 15,-40-40-15,40 40 16,-40-40-16,40 40 0,0-40 0,0 0 16,0 40-1,-40-40-15,41 40 0,-41-40 16,40 40-16,-40-40 0,40 40 16,-40-40-1,40 40-15,0-41 0,0 1 16,0 0-1,1 0-15,-1 40 16,-40-40-16,40 40 16,-40-40-16,40 40 15,0 0 1,-40-40-16,40 40 16,-40-40-16,40 40 31,-40-40-31,40 40 15,-40-41-15,41 41 16,-41-40-16,40 40 0,-40-40 16,40 40-1,-40-40-15,40 40 0,-40-40 0,40 40 16,-40-40-16,40 40 0,0 0 31,-40-40-31,40 40 31,-40-40-31,41 0 16,-1 40 0,-40-40-16,40 40 0,-40-41 15,40 41-15,0 0 16,-40-40-16,40 40 16,-40-40-16,40 40 15,0 0 1,-40-40-16,41 40 0,-41-40 15,40 40-15,0 0 16,-40-40-16,40 40 0,-40-40 16,40 40-16,0 0 31,-40-40-31,40 40 31,-40-40-31,40 40 0,1-41 16,-1 41-1,0 0-15,-40-40 16,80 40 47,-80-40-32,40 40-31,0 0 62,-40-40-46,40 40 0,-40-40-16,41 40 15,-1 0 1</inkml:trace>
  <inkml:trace contextRef="#ctx0" brushRef="#br0" timeOffset="140733.34">25801 8502 0,'0'40'407,"0"0"-407,0 0 15,0 0-15,0 0 16,0 0 0,0 0-1,0 1 1,0-1-1,81-40 17,-81 40-17,40-40-15,0 40 16,0-40-16,0 0 16,0 0-16,0 0 15,0 0-15,1 0 31,-41-40-15,40 40 0,-40-40-16,0 0 15,40-1-15,-40 1 0,0 0 16,0 0 0,0 0-1,0 0 1,0 0-1,0 80 95,0 0-95,0 0 1,0 0-16,0 0 16,0 0-16,0 1 0,0-1 15,0 0-15,0 0 0,0 0 0,0 0 0,0 0 16,0 0-16,0 0 16,0 1-16,0-1 0,0 0 0,40 0 15,-40 0 1,0 0-16,40 0 0,-40 0 15,0 0-15,0 0 16,0 1-16,40-1 0,-40 0 0,0 0 16,0 0-16,0 0 15,0 0-15,0 0 16,0 0 0,0 1-1,0-1 1,-40 0-1,0-40 17,40 40-32,-40-40 0,40 40 15,-40-40-15,0 0 32,-1 0-17,1 0 1,0 0-16,40-40 15,-40 40 1,40-40-16,-40 40 0,40-40 16,-40 40-1,40-40-15,-40 40 0,40-41 16,0 1-16,0 0 16,0 0-1,0 0 1,0 0-16,40 40 15,-40-40-15,40 40 0,0-40 0,0 0 16,-40-1 0,40 41-16,-40-40 0,40 40 15,-40-40-15,0 0 16,41 40 0,-1 0 15,0 0-16,0-40-15,0 40 16,0 0-16,0-40 0</inkml:trace>
  <inkml:trace contextRef="#ctx0" brushRef="#br0" timeOffset="141283.31">26885 8622 0,'0'0'16,"-40"0"-16,40 40 78,0 0-62,0 0-1,-41-40-15,41 40 0,0 1 16,0-1-16,0 0 16,0 0-16,0 0 0,0 0 15,0 0-15,0 0 16,0 0-16,0 1 0,41-1 0,-41 0 0,40 0 15,-40 0-15,0 0 16,40 0-16,-40 0 0,0 0 0,40-40 16,-40 40-16,40 1 0,0-41 31,0 0-15</inkml:trace>
  <inkml:trace contextRef="#ctx0" brushRef="#br0" timeOffset="142053.26">27125 8742 0,'41'0'31,"-1"40"16,-40 1-31,40-41-16,-40 40 15,0 0-15,40 0 0,-40 0 0,40 0 16,-40 0-16,0 0 16,40-40-16,-40 40 0,0 1 0,40-1 15,-40 0-15,0 0 32,0-80 14,0 0-30,0 0-16,0-1 16,0 1-16,0 0 0,0 0 15,0 0 1,0 0-16,0 0 0,0 0 0,0 0 16,40-1-16,1 1 15,-1 40-15,-40-40 0,40 40 16,-40-40-16,40 40 15,0 0 17,0 0-1,-40 40-15,40-40-16,-40 40 0,40-40 15,-40 40-15,41 1 16,-41-1-16,0 0 15,40-40-15,-40 40 16,0 0-16,0 0 0,0 0 0,0 0 16,40-40-16,-40 40 0,0 1 0,40-1 0,-40 0 15,0 0-15,40 0 16,-40 0-16,0 0 0,40 0 0,-40 0 16,0 0-1</inkml:trace>
  <inkml:trace contextRef="#ctx0" brushRef="#br0" timeOffset="142483.24">28008 8502 0,'-40'0'0,"80"0"47,0 0-31,-40 40-1,40 0-15,-40 0 0,41 0 16,-41 0 0,40-40-16,-40 40 0,0 0 0,40 1 15,-40-1-15,0 0 0,40-40 16,-40 40-16,0 0 16,0 0-16,0 0 0,0 0 0,0 0 0,0 1 15,0-1-15,0 0 16,0 0-16,0 0 0,-40 0 15,40 0 1,-40 0 0</inkml:trace>
  <inkml:trace contextRef="#ctx0" brushRef="#br0" timeOffset="142773.26">28730 8782 0,'0'0'16,"41"0"-1,-41-40 1,40 40-16,40-40 31,-40 40-31,0-40 0,0 40 16,1 0-16,-1-40 15,0 40-15,0 0 16</inkml:trace>
  <inkml:trace contextRef="#ctx0" brushRef="#br0" timeOffset="143033.28">28891 9464 0,'0'40'16,"40"-40"-1,-40-40 1,80 0-1,1 0 1,-1 0 0,0 40 15,0 0-31</inkml:trace>
  <inkml:trace contextRef="#ctx0" brushRef="#br0" timeOffset="144243.14">30295 7258 0,'-40'0'31,"80"0"-31,-80-40 0,0 40 16,40-40-1,-40 40 32,0 40-47,0-40 16,40 40 0,-40-40-16,0 41 0,-1-1 0,1-40 15,40 40-15,-40-40 0,40 40 16,-40-40-16,40 40 0,0 0 0,0 0 15,-40-40 1,40 40-16,0 0 0,0 1 0,0-1 16,-40 0-16,40 0 0,0 0 15,0 0-15,0 0 16,0 0-16,0 0 0,0 0 16,0 1-16,0-1 15,40-40-15,-40 40 0,0 0 16,40-40-16,-40 40 0,40 0 15,-40 0-15,40 0 0,0 0 16,-40 1-16,0-1 16,41 0-16,-41 0 0,0 0 15,0 0-15,40-40 0,-40 40 0,0 0 16,0 0 0,-40-40-1,40 40 1,-41-40-16,1 0 15,0 0 1,40-40-16,-40 40 0,40-40 16,-40 40-16,40-40 0,0 0 0,0 0 15,0 0 1,0 0 0,0 0-1,40 0-15,0 40 16,0 0-1,0 0 1,1 40 0,-1 0-16,-40 0 15,40-40-15,0 40 0,-40 0 0,0 0 0,40-40 16,-40 40-16,40 0 16,-40 0-16,0 1 0,0-1 15,40 0-15,-40 0 0,0 0 16,0 0-16,0 0 0,0 0 0,0 0 0,0 1 15,40-1 1,-40 0-16,0 0 0,0 0 16,41-40-16,-41 40 0,0 0 0,0 0 15,40 0 1,-40 0-16,0 1 0,0-1 16,40-40-1,-40 40-15,0 0 0,40 0 16,-40 0-1,40-40-15,-40 40 0,40 0 32,0-40-32,-40 40 15,40-40-15,1 0 32,-1 0-32,0 0 31,0 0-16,-40-40 1,0 0 0</inkml:trace>
  <inkml:trace contextRef="#ctx0" brushRef="#br0" timeOffset="148185.14">30657 8181 0,'0'-40'140,"0"0"-77,-41 40-63,41-40 47,0-1-16,41 1-15,-41 0-1,40 40 1,0-40 0,0 40-16,0-40 15,0 40 1,0 0-16,0 0 15,1 0 1,-1 0 0,-40 40-16,40-40 31,-40 40-31,0 0 16,0 0-1,0 1 1,0-1-1,-40 0-15,40 0 16,-40-40-16,40 40 0,-41-40 0,41 40 16,-40-40-16,40 40 15,-40-40-15,40 40 0,-40 0 0,0 1 16,40-1 0,-40-40-16,0 0 31,40 40-31,-40-40 15,40 40 1,-41-40 0,1 0 31,80 0 46,1 0-61,-41-40-17,40 40-15,0 0 16,0-40-1,0 40-15,0 0 32,0 40-1,-40 0-15,0 0-16,40-40 0,1 40 15,-1-40 1,-40 40-16,40-40 31,-40 40 0,0 0-31,40-40 16,0 0 0,-40 40-16,40-40 15,-40 41-15,40-41 16,0 0-1,1 0 17,-41-41 30</inkml:trace>
  <inkml:trace contextRef="#ctx0" brushRef="#br0" timeOffset="151585.6">31860 8662 0,'-40'0'16,"0"0"15,40 40 94,0 0-63,0 0-62,0 1 16,0-1 0,0 0-16,0 0 0,0 0 0,0 0 15,0 0-15,-40 0 0,40 0 0,-40 1 16,40-1-16,-80 0 15,39 0-15,41 0 0</inkml:trace>
  <inkml:trace contextRef="#ctx0" brushRef="#br0" timeOffset="159779.68">32221 7740 0,'0'-40'32,"-40"40"30,40 40 110,0 0-156,0 0-16,0 0 15,0 0-15,0 0 0,0 0 16,0 0-16,0 1 15,0-1-15,0 0 0,0 0 0,0 0 16,0 0-16,0 0 16,0 0-16,0 0 31,0-80 94,40 40-125,-40-40 16,0 0-1,41 40-15,-1-40 16,0 0-1,0 40-15,-40-40 16,80 40 31,-80 40-31,40-40-16,-40 40 15,40-40-15,-40 40 16,41-40-16,-41 40 0,40-40 0,-40 40 15,40 0-15,-40 1 16,0-1-16,40-40 0,-40 40 16,0 0-1,0 0-15,0 0 32,-40-40-32,40 40 15,-40-40-15,40 40 0,-40-40 0,-1 0 16,41 40-16,-40-40 15,0 40-15,0-40 0,40 41 16,-40-41-16,0 40 16,0-40-16,40 40 0,-40-40 15,40-40 17</inkml:trace>
  <inkml:trace contextRef="#ctx0" brushRef="#br0" timeOffset="160479.61">32181 7900 0,'0'-40'16,"0"0"0,-40 40 46,80 0 32,-40-40-78,40 40-16,1 0 0,-41-40 0,40 40 15,0-40-15,0 40 16,0 0-16,0-40 0,0 40 0,0 0 0,1-41 15,-1 41-15,0-40 16,0 40-16,0-40 0,40 40 0,-39-40 0,-1 40 16,0-40-16,0 40 0,0-40 15,0 40-15,0 0 0,-40-40 0,-40 40 47,40 40 0,-40-40-31</inkml:trace>
  <inkml:trace contextRef="#ctx0" brushRef="#br0" timeOffset="165491.54">26283 11670 0,'-40'0'16,"40"40"140,0 0-141,0 0 1,0 0-16,40 1 16,-40-1-1,40 0-15,-40 0 0,0 0 16,0 0-16,0 0 16,0 0-16,0 0 0,0 1 15,0-1 1,0 0-16,0 0 0,0 0 15,0 0-15,0 0 32,40-40-32</inkml:trace>
  <inkml:trace contextRef="#ctx0" brushRef="#br0" timeOffset="166161.84">26965 11710 0,'-40'-40'0,"40"80"172,0 0-125,-40 0-31,40 0-1,0 1-15,0-1 0,0 0 16,0 0-16,0 0 0,0 0 16,0 0-16,40-40 0,-40 40 15,40 0-15,-40 1 0,0-1 32,40-40-32,-40 40 0</inkml:trace>
  <inkml:trace contextRef="#ctx0" brushRef="#br0" timeOffset="166852.03">28209 12392 0,'-40'0'16,"40"40"62,0 0-62,0 0-1,0 0-15,0 0 0,0 1 0,0-1 16,-40 0-16,40 0 0,-41 0 15,1 0-15,40 0 0,-40 0 0,0 0 0,40 1 16,-40-1-16,40 0 0</inkml:trace>
  <inkml:trace contextRef="#ctx0" brushRef="#br0" timeOffset="169973.2">29092 11269 0,'0'40'15,"0"0"141,0 0-156,-40-40 16,40 40-16,0 1 16,0-1-16,0 0 0,0 0 15,0 0-15,0 40 0,0-40 0,40 0 16,-40 0-16,0 1 16,0-1-16,0 0 0,0 0 0,40 0 0,-40 0 15,0 0-15,40-40 0,-40 40 16,0 0-16,0 1 15</inkml:trace>
  <inkml:trace contextRef="#ctx0" brushRef="#br0" timeOffset="171313.2">29533 11470 0,'0'-41'110,"0"1"-79,40 40-31,-40-40 0,0 0 15,0 0 1,40 0-16,-40 0 16,40 40-16,-40-40 0,41 40 15,-41-40 1,40 40-16,0 0 47,-40 40-32,40-40 17,-40 40-32,0 0 15,0 0 1,0 0 0,0 0-16,0 0 31,0 0-31,0 1 0,0-1 15,-40 0 1,40 0-16,0 0 16,0 0-16,0 0 31,-80-40 0,80 40-15,-41-40-16,41-40 94,0 0-63,41 40-31,-41-40 31,40 40-15,0 0-1,0 0 1,-40 40 0,40-40-1,-40 40-15,0 0 16,40-40-16,-40 40 15,0 0-15,0 1 16,40-1 0,-40 0-16,0 0 15,0 0-15,0 0 16,0 0 0,-80-40-16,80 40 0,0 0 15,-40-40-15,40 41 16,0-1-1,-40-40-15,0 40 16,0-40-16,-1 0 16,1 40-16,0-40 15,40-40 17,0 0-17,40 40-15,-40-40 0,40 40 16</inkml:trace>
  <inkml:trace contextRef="#ctx0" brushRef="#br0" timeOffset="171943.34">31058 11830 0,'0'0'15,"0"41"32,0-1 0,0 0 125,0 0-156,0 0-16,0 0 0,0 0 15,0 0-15,0 0 0,0 1 0,0-1 16,-40 0 0,40 0-16,-40-40 0,40 40 0,-41-40 15,41 40-15,-40-40 0,0 0 16</inkml:trace>
  <inkml:trace contextRef="#ctx0" brushRef="#br0" timeOffset="172903.79">31058 10948 0,'-40'0'47,"40"40"203,0 0-250,0 0 0,40-40 0,-40 41 16,0-1-16,40 0 0,-40 0 15,0 0-15,40 0 0,-40 0 0,0 0 16,40-40-16,-40 40 15,0 1-15,40-1 0,-40 0 0,0 0 16,40 0-16,-40 0 0,0 0 16,41 0-16,-41 0 0,0 0 15,40 1-15</inkml:trace>
  <inkml:trace contextRef="#ctx0" brushRef="#br0" timeOffset="174163.71">31579 10788 0,'0'40'0,"41"-40"156,-1 0-140,-40-40-16,40 40 15,-40-40-15,40 40 0,-40-40 16,40 40-16,0 0 0,0 0 0,0-41 0,1 1 16,-1 40-1,0 0-15,0 0 0,0-40 16,0 40 78,-40 40-16,0 0-47,0 1-31,-40-1 16,40 0-16,0 0 15,0 0-15,-40 0 0,40 0 0,0 0 16,0 0-16,0 0 0,0 1 0,0-1 16,0 0-1,0 0-15,0 0 0,0 0 16,40 0-16,-40 0 15,0 0-15,0 1 0,0-1 16,40 0 0,-40 0-16,0 0 15,0 0 1,0 0 0</inkml:trace>
  <inkml:trace contextRef="#ctx0" brushRef="#br0" timeOffset="174723.76">31660 11429 0,'40'0'78,"0"0"-78,-40-40 16,40 40-16,0-40 0,0 40 0,-40-40 0,40 40 16,1-40-16,-1 40 0,0-40 15,0 0-15,0 40 0,0-40 0,0 40 0,0-40 16,1 40-16,-1-41 15,0 41-15,0-40 0,-40 80 47,-40-40-31,0 0 62</inkml:trace>
  <inkml:trace contextRef="#ctx0" brushRef="#br0" timeOffset="-189476.16">27326 13675 0,'-40'0'109,"40"40"32,0 1-126,0-1-15,0 0 0,0 0 16,0 0-1,0 0-15,0 0 0,0 0 0,0 0 0,0 0 16,0 1-16,0-1 16,0 0-16,0 0 0,0 0 0,0 0 0,0 40 15,0-40-15,0 1 16,0-1-16,0 0 0</inkml:trace>
  <inkml:trace contextRef="#ctx0" brushRef="#br0" timeOffset="-188646.18">27808 13836 0,'-41'0'16,"41"-40"31,0 0-31,41-1-1,-1 41-15,-40-40 0,40 40 0,0 0 16,0-40-16,0 40 15,0-40-15,0 40 16,-40 40 0,41-40-16,-41 80 0,0-39 15,0-1 1,40-40-16,-40 40 0,0 0 0,0 0 16,0 0-1,0 0-15,-40 0 31,-1-40-15,1 0-16,40 40 0,-40-40 0,0 0 16,40 40-1,-40-40-15,80 0 78,0 0-46,0 0-17,0 0 1,1 0-16,-41 41 0,40-41 16,0 40-16,0 0 15,0-40-15,0 40 0,0 0 0,0-40 16,-40 40-16,41-40 0,-1 40 0,0-40 0,0 40 15,0-40-15,0 40 0,0-40 16,0 41-16,1-41 0,-1 0 0</inkml:trace>
  <inkml:trace contextRef="#ctx0" brushRef="#br0" timeOffset="-187376.1">29172 13635 0,'0'0'0,"-40"-40"15,40 0 1,0 0-1,0 80 48,0 0-63,0 0 31,40-40-31,-40 40 16,40-40-1,-40 40 1,0 1-16,0-1 16,0 0-1,40-40-15,-40 40 0,0 0 0,0 0 16,0 0-16,0 0 16,0 0-16,0 0 0,0 1 15,40-1-15,0-40 31,-40 40-31,41-40 16,-1 0 0,0 0-16,0 0 31,0 0-31,-40-40 16,40 40-1,-40-40-15,0-1 16,0 1-1,0 80 64,0 1-79,0-1 15,0 0-15,0 0 0,0 0 16,0 0-1,40 0-15,-40 0 0,0 0 16,0 1 0,0-1-16,0 0 0,0 0 15,0 0-15,0 0 16,0 0-16,0 0 0,0 0 16,0 0-16,0 1 0,0-1 15,0 0-15,0 0 0,0 0 16,0 0-16,0 0 15,0 0 1,-40 0 0,40 1-1,-40-41-15,40 40 0,-40 0 16,0-40 0,40 40-16,-40 0 15,0 0 1,40 0-1,-41-40-15,41 40 16,-40-40 0,0 0 62,0 0-63,0 0 1,0 0 0,40-40-16</inkml:trace>
</inkml:ink>
</file>

<file path=ppt/ink/ink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08T16:37:43.837"/>
    </inkml:context>
    <inkml:brush xml:id="br0">
      <inkml:brushProperty name="width" value="0.05292" units="cm"/>
      <inkml:brushProperty name="height" value="0.05292" units="cm"/>
      <inkml:brushProperty name="color" value="#FF0000"/>
    </inkml:brush>
  </inkml:definitions>
  <inkml:trace contextRef="#ctx0" brushRef="#br0">6701 2847 0,'0'-40'0,"40"40"47,-40-40-47,40 40 16,0-40-1,-80 40 141,40 40-124,0 0-32,0 0 15,0 0 1,0 0-16,-40 0 0,40 0 0,0 0 0,0 1 16,0-1-16,0 0 0,0 40 15,0-40-15,0 0 0,0 40 0,40-40 0,-40 1 16,40-1-16,-40 0 0,41-40 0,-41 40 0,40 0 15,0-40-15,0 40 16,0-40-16,0 0 0,0 0 0,0 0 16,1 0-16,-1 0 0,0 0 15,0 0-15,0 0 0,0 0 0,0 0 16,1 0-16,-41-40 16,40 40-16,0-80 0,-40 40 0,40 0 15,-40-1-15,0 1 0,40 0 0,-40-40 0,0 40 16,0 0-16,0 0 0,0-40 15,0 39-15,0 1 0,0 0 0,0 0 0,0 0 16,0 0-16,0 0 16,0 0-16,-40 0 15,40 80 32,-40 40-47,40 0 0,0-40 16,-40 0-16,40 41 0,0-41 0,0 40 0,0 0 15,-40-40-15,40 40 16,0 1-16,0-1 0,-41 0 0,41 0 0,-40 0 16,40 1-16,0-1 0,-40 0 15,40 0-15,-40-40 0,40 41 0,0-1 0,-40 0 16,40 0-16,0 0 16,-40-39-16,40 39 0,0 0 0,-40 0 0,40-40 15,0 40-15,-41 1 0,41-1 0,0-40 0,0 40 16,-40-40-16,40 41 0,0-41 15,0 0-15,-40 0 0,40 0 0,0 0 0,-40 0 16,40 0-16,0 0 16,-40 0-16,0 1 0,40-1 15,-40-40-15,40 40 16,-40-40-16,-1-80 31,41 39-31,0 1 16,0 0-16,0 0 0,-40 0 0,40-40 0,0 40 15,0 0-15,0 0 0,0-1 16,0 1-16,40 0 0,-40 0 0,0 0 0,0 0 16,41 0-16,-41 0 15,40 0-15,0-1 0,-40 1 16,40 40-16,-40-40 16,40 40-16,-40-40 0,40 40 0,0-40 15,0 40-15,1 0 0,-1 0 0,0-40 16,0 40-1,0 0-15,0-40 0,0 40 0,1 0 0</inkml:trace>
  <inkml:trace contextRef="#ctx0" brushRef="#br0" timeOffset="459.97">9069 3007 0,'-41'-80'31,"1"80"-31,40-40 16,-40 40 0,0 0 15,0 201-15,-80 159-1,39 42 1,81-122 15,0-39-15,121-41-1,39-159 17,41-41-32</inkml:trace>
  <inkml:trace contextRef="#ctx0" brushRef="#br0" timeOffset="989.95">9510 3529 0,'0'0'16,"0"-40"-1,40 40 1,0 0 15,0 0-31,81 80 31,-41 40-15,-40-40 0,0 81-1,-40-41 1,0-80-1,0-80 17,0-80-17,40-1 1,41-39 0,-41 80-1,0 80 1,40 0 15,0 80-15,-80-40-16,40 80 15,1 81 17,-41-1-17,0-119 1</inkml:trace>
  <inkml:trace contextRef="#ctx0" brushRef="#br0" timeOffset="1309.95">11195 3088 0,'40'0'16,"1"0"-16,-1 40 15,0 40 1,120 120 0,-79-79-1,-81-81-15,80 160 16,-80-160-16,0 1 0,0-1 15,-80 200 1,-121-39 0,121-121-1,40-40-15,-81 0 16</inkml:trace>
  <inkml:trace contextRef="#ctx0" brushRef="#br0" timeOffset="1609.98">12479 3689 0,'40'0'15,"-80"0"-15,161 0 16,-81 0-16,0 0 0,40-40 16,121 40 15,-161-40-31,161 0 16,-161 40-16,0 0 0,80-40 15,-80 40-15,41-40 16</inkml:trace>
  <inkml:trace contextRef="#ctx0" brushRef="#br0" timeOffset="1829.89">12760 4210 0,'-80'41'16,"160"-82"-16,-120 82 15,120-41-15,81-41 32,-121 1-32,241 40 15,-201 0-15,-40-40 0,161 40 16,-161 0-16,40 0 16</inkml:trace>
  <inkml:trace contextRef="#ctx0" brushRef="#br0" timeOffset="3379.8">17054 2245 0,'0'-40'0,"0"0"16,40 40 0,-80 0 46,0 0-46,-1 0-16,1 0 0,0 0 15,0 0-15,0 0 16,0 0-16,-40 0 0,39 0 0,-39 40 0,40-40 16,-40 0-16,0 0 0,-1 40 15,1-40-15,40 40 0,-40-40 0,40 41 0,-41-41 16,41 0-16,0 40 16,-40-40-16,40 0 0,0 0 0,-1 0 0,1 0 15,0 40-15,0-40 0,0 0 0,40 40 0,-40-40 16,0 0-16,0 40 0,-1-40 15,1 0-15,0 0 0,0 40 0,0-40 16,0 40-16,0-40 16,40 40-16,-40-40 15,120 0 32,-40 0-47,0 40 16,0-40-16,0 0 0,0 0 0,41 0 0,-41 40 15,40-40-15,0 41 0,-40-41 16,41 0-16,-1 40 0,-40-40 0,40 0 0,1 0 16,-1 0-16,-40 40 15,40-40-15,-40 0 0,41 40 0,-41-40 0,0 0 16,0 0-16,0 0 0,0 0 16,0 0-16,0 40 0,1-40 15,-1 0 1,-40 40-1,0 0 17,-40-40-32,40 40 15,-41-40-15,1 40 16,40 1-16,-40-41 0,0 40 16,0 0-16,0-40 0,0 40 15,0-40-15,-1 40 0,-39 0 0,40-40 0,0 40 16,-40 0-16,40-40 0,-41 40 0,41 0 0,-40-40 15,40 41-15,-40-1 16,39-40-16,-39 40 0,40-40 0,-40 40 0,40 0 16,-41-40-16,41 40 0,0-40 15,0 40-15,0-40 0,-40 40 0,40-40 0,-1 40 16,1 1 0,0-41-16,40 40 0,-40-40 0,0 0 15,40 40-15,-40-40 0,0 40 16,40 0 15,40-40 47,0 0-78,0 0 0,0 0 16,-40 40-16,40-40 0,0 0 0,1 0 0,-1 0 15,0 0-15,0 0 0,40 40 16,-40-40-16,0 0 0,41 0 0,-41 0 0,40 40 16,0-40-16,-40 0 15,41 0-15,-1 0 0,0 0 0,41 0 0,-41 40 16,0-40-16,0 0 0,41 0 16,-41 0-16,40 0 0,-39 0 0,-1 0 0,0 0 15,40 40-15,-39-40 0,-1 0 0,0 0 0,0 0 16,1 0-16,-1 0 15,-40 0-15,40 0 0,-40 0 0,1 0 0,-1 0 16,0 41-16,0-41 16</inkml:trace>
  <inkml:trace contextRef="#ctx0" brushRef="#br0" timeOffset="5851.1">14847 5093 0,'-40'0'0,"0"0"469,-1 40-438,82-40 125,-41 40-78,0 40-62,0-40-16,0 0 0,0 41 0,0-41 15,-41 40-15,41-40 0,0 40 0,0-40 0,0 0 16,0 1-16,0 39 0,0-40 16,0 0-16,0 0 0,0 0 0,0 0 15,0 0-15,0 1 16,0-1-16,0 0 31</inkml:trace>
  <inkml:trace contextRef="#ctx0" brushRef="#br0" timeOffset="6351.04">15609 5173 0,'40'-40'16,"-80"80"-16,40-80 15,0 80 1,-120 40 0,-41 41 15,121-41-31,-160 40 31,79-40-15,1-40-1,80 0 1,80-40 15,-40-40-15,40 40 0,0 0-16,0-40 0,0 40 15,0 0 1,1-40-16,-1 40 15,0 0-15,-40 40 0,40-40 0,-40 40 16,40 0 0,-40 1-16,40-1 0,0 0 0,0 0 15,-40 0-15,41-40 16,-41 40-16,40-40 0,0 40 0,0 0 16,0 0-16,0-40 15,0 0-15,0 0 0,-40 41 0,41-41 0,-1 0 16,0 0-16</inkml:trace>
  <inkml:trace contextRef="#ctx0" brushRef="#br0" timeOffset="6571.1">16091 5694 0,'-40'-40'15,"80"80"-15,-80-120 16,40 40-1,40 40 1,40-40 0,80 40 15,-39 0-31</inkml:trace>
  <inkml:trace contextRef="#ctx0" brushRef="#br0" timeOffset="6791.08">16091 6176 0,'40'0'0,"-80"0"0,0 0 15,80 0 1,0-40-16,160-41 15,1 41 17,0 40-17</inkml:trace>
  <inkml:trace contextRef="#ctx0" brushRef="#br0" timeOffset="7021.07">17375 5935 0,'0'0'0,"-40"0"32,40-40-17,80 0 1,80 40-1,-39 0 1</inkml:trace>
  <inkml:trace contextRef="#ctx0" brushRef="#br0" timeOffset="7590.96">18498 5734 0,'40'41'0,"-80"-82"0,161 82 31,-81-1-31,40-40 16,161 40 0,40-40 15,-121-80-16,-80-41 1,-80 1 0,-80 80 15,40 0-31,0 40 0,-80 0 31,79 40-31,1-40 0,-120 160 31,39-80-31,-39 81 16,40-1 15,39-79-15,41-81 0,0 0-1,0 0 1,-40-81-1,-1 41 17,41 40-32,0-40 15,40 0-15,40 40 16,0-40 0,1 40-16,-1 0 15,0-40-15</inkml:trace>
  <inkml:trace contextRef="#ctx0" brushRef="#br0" timeOffset="8910.93">15609 1564 0,'40'0'16,"0"0"0,1 0-1,-1 0-15,0 0 0,0 0 0,0 0 16,0 0-16,0 0 16,41 0-16,-41 0 0,0 0 0,0 0 0,0-41 15,0 41-15,0 0 16,0-40-16,1 40 0,-41-40 0,40 40 15,-40-40-15,0 0 0,0 0 16,0 0 0,-40 0-16,40 0 0,0-1 15,-41 1-15,41 0 16,-40 40-16,40-40 0,-40 40 16,0-40-16,0 40 15,0 0-15,0 0 0,0 0 16,-1 40-1,1-40-15,40 40 0,-40-40 0,0 40 0,0 0 16,0-40-16,0 41 0,0-1 0,-1 0 0,1 0 16,0 0-16,0 0 0,0 40 15,0-40-15,-40 1 0,39 39 0,1-40 0,0 0 16,0 40-16,-40-40 16,40 0-16,0 0 0,-1 1 0,1-41 0,0 40 15,0 0-15,0-40 16,40 40-16,-40-40 0,0 0 0,0 0 15,-1 0-15,41-40 0,-40 40 16,40-40-16,0 0 16,-40 40-16,40-41 0,0 1 0,0 0 15,0 0-15,0 0 16,0 0-16,40 0 0,-40 0 16,40 40-16,-40-40 15,0 0-15,41 40 0,-1 0 16,-40-41-16,40 41 0,0 0 15,0 0-15,0 0 0,0 0 0,0 0 16,1 41-16,-1-41 0,0 40 0,40-40 0,-40 40 16,0-40-16,41 40 15,-41 0-15</inkml:trace>
  <inkml:trace contextRef="#ctx0" brushRef="#br0" timeOffset="9810.87">17776 3288 0,'0'0'0,"-40"0"0,40-40 0,0 0 15,40-40 1,80-41 15,1 41-15,-41 80-1,-40 0-15,40 40 16,-39-40-16,-41 40 0,40 0 0,0 81 16,-40-81-16,0 200 15,0-159-15,-40-1 0,-41 80 32,41-79-32,-80 39 15,80-80-15,0-40 0,-1 0 16,1 40-1,40-120 1,40 0 0,41 40-16,39-81 15,-80 81-15,0 0 0,1 0 16,-1-40-16,0 40 0,80-121 31,-80 161-31,-40-40 0,40 0 0,1 0 16,-1 40-16,0-120 15,0 79-15,-40 1 16,-80 40 31,40 0-31,40 81-16,-41-81 0,1 40 0,0 0 0,40 0 15,0 0-15,-40 0 0,0 0 16,40 0-16,0 0 0,0 0 0,0 1 15,0-1-15,0 0 0,40 0 16,0 0 0,0-40-16,0 40 0,1-40 0,-1 40 0,0-40 15,0 0-15,0 0 0,0 40 16,0-40-16,0 0 0</inkml:trace>
  <inkml:trace contextRef="#ctx0" brushRef="#br0" timeOffset="10210.87">19983 2406 0,'0'-40'0,"0"80"0,-40-80 15,-40 40 1,-1 160 15,-79 41-15,80 119-1,39 41 1,41-240 0,0-41-16,81 120 15,-41-159-15,0-1 0,40 40 32,-40-80-32,81 40 15,-81-40-15,0-80 0</inkml:trace>
  <inkml:trace contextRef="#ctx0" brushRef="#br0" timeOffset="10800.97">20505 2847 0,'0'-40'16,"0"80"-16,0-120 15,0 40 204,0-1-203,0 1-1,0 0-15,0 0 16,-41 40 15,41 40-31,-40-40 16,40 40-16,-40 0 16,40 1-16,-40-1 0,40 0 0,0 0 15,-40 0-15,40 40 16,-40-40-16,40 41 0,-40-1 0,40 0 0,-40 0 0,-1 0 15,41-40-15,-40 41 0,0-1 0,40 0 0,-40-40 16,40 0-16,0 41 16,0-41-16,0 0 0,0 0 0,40-40 15</inkml:trace>
  <inkml:trace contextRef="#ctx0" brushRef="#br0" timeOffset="11491.35">21066 2847 0,'0'0'0,"-40"0"0,0 0 31,0 40-31,0-40 15,-81 120 1,81-120-16,0 40 16,0-40-16,0 41 15,-40-41 1,80 40 15,40-40 16,-40-40-47,-40 40 47,0 40-31,40 0-16,-41 0 15,1-40 1,40-40 31,40 40 46,1 0-77,-41 40-16,40-40 16,-40 40-16,40-40 15,-40 40-15,40-40 0,0 40 0,-40 0 0,40 0 16,0-40-16,0 40 0,-40 1 16,41-41-16,-1 40 0,0-40 0,-40 40 0,40-40 15,-40 40-15,40-40 16,0 40-16,0-40 15</inkml:trace>
  <inkml:trace contextRef="#ctx0" brushRef="#br0" timeOffset="11851.33">21588 2486 0,'0'0'0,"40"-40"32,40 120-17,1 80 1,39 1-1,-80-41 1,0-80-16,-40 201 16,0-201-16,0 40 0,0 0 15,-40 1-15,-120 199 16,-41 41 15,121-281-31</inkml:trace>
  <inkml:trace contextRef="#ctx0" brushRef="#br0" timeOffset="12651.22">22872 3328 0,'40'0'0,"-80"0"0,120 0 15,-40 0-15,1 0 0,39 0 16,40-80 15,-120-80-15,0 79-1,-40-119 1,-80 79 0,120 81-1,-40 0-15,-1 80 32,1 121-17,-40 39 1,40 81-1,40-161 1,0 201 0,0-80 15,-40-121-15,0-80-1,40-80 16,40-40-15,0 0-16,80-81 31,41 1-15,-1-1 0,-120 121-1,1 40-15,-1-40 16,0 40-16,0 0 15,0 0-15,-40 40 0,40 0 16,0 1 0,0 39-16,1 80 31,-41-120-31,40 0 31,0-40 0,0 0-31,0-40 16,0 40-16,0 0 0,0 0 0,1 0 16,-1-40-16,0 40 0</inkml:trace>
  <inkml:trace contextRef="#ctx0" brushRef="#br0" timeOffset="13111.26">24999 2526 0,'0'0'16,"0"-40"-16,-40 40 15,-1 0 17,1 0-32,-40 80 15,40-40-15,40 0 0,-40 0 16,0 1-16,-41 79 15,1 161 1,40 80 0,40-241-1,0-80-15,0 161 16,40-161-16,-40 0 16,40 0-1,0-40-15,1 40 0,-1-40 0,0 0 0,0 0 16</inkml:trace>
  <inkml:trace contextRef="#ctx0" brushRef="#br0" timeOffset="13661.23">25400 3168 0,'0'-121'15,"0"81"-15,40 40 16,-40-40 0,121 120 15,-121-39-31,40-1 0,0 0 0,40 160 31,-80 41-15,-40-121-1,0-80-15,-40 81 16,80-81-16,0 0 0,-41-40 16,1 0-1,80-120 17,1 79-32,79-119 15,-80 120-15,0 0 0,0-40 16,201-161-1,-121 81 1,-79 160 0,-1 0-16,0 40 15,0-40-15,-40 40 0,0 0 16,0 40-16,40-40 0,-40 121 31,0-121-31,0 0 0,0 40 0,0 0 16,0 81-1,0-121-15,0 40 16,0-40-16,40-40 16,0 40-16</inkml:trace>
  <inkml:trace contextRef="#ctx0" brushRef="#br0" timeOffset="13911.17">27045 3769 0,'0'-40'15,"0"80"-15,40-120 16,-40 40-16,40 40 47,1 0-47,-1 0 15,0 0-15,0 40 0,0-40 0,0 0 16,0 0-16,0 0 0,1 0 0,-1 0 0,0 0 16,0 0-16,0 0 15</inkml:trace>
  <inkml:trace contextRef="#ctx0" brushRef="#br0" timeOffset="14171.14">28249 3168 0,'0'-40'31,"0"120"0,-40-40-31,40 0 16,0 0-16,-40 0 15,40 0-15,0 41 0,0-41 0,-40 0 0,40 0 16,0 40-16,0-40 0,-41 0 0,41 0 0,0 1 16,-40-1-16,40 40 0,0-40 15,0 0-15,-40-40 0,40 40 0,0 0 0</inkml:trace>
  <inkml:trace contextRef="#ctx0" brushRef="#br0" timeOffset="14721.1">29132 3168 0,'0'0'15,"0"40"-15,-80 80 16,-161 0 15,40 1-15,41-81 0,79 0 15,121-40 16,1 0 0,-1 0-32,-40 40-15,40-40 0,0 0 16,0 40-1,0 0-15,0 0 0,0 1 0,1-1 16,-1 0-16,0-40 0,0 40 0,0 0 0,-40 0 16,40 0-16,0 0 15,1 0-15,-1 0 0,0 1 16,0-41 0,0 40-16,0-40 0,0 0 15,0 0-15,1 0 0,-1 0 16</inkml:trace>
  <inkml:trace contextRef="#ctx0" brushRef="#br0" timeOffset="15171.14">30015 2686 0,'0'0'31,"0"-40"-16,40 121 1,40 39 0,0 80 15,-40 41-15,-40 40-1,-120 40 16,-81-41-15,-39-39 0,199-241-16</inkml:trace>
  <inkml:trace contextRef="#ctx0" brushRef="#br0" timeOffset="20232.5">5457 7980 0,'40'0'219,"0"0"-203,1 0-16,-1 0 0,0 0 0,0-40 15,0 40-15,0 0 0,0 0 0,0 0 16,1 0-16,-1 0 16,0 0-16,0 0 0,-40-40 0,40 40 0,40 0 15,-40 0-15,1 0 16,-1 0-16,0 0 0</inkml:trace>
  <inkml:trace contextRef="#ctx0" brushRef="#br0" timeOffset="20472.57">6220 8301 0,'-41'0'16,"82"0"-16,-122 40 0,121-40 15,41 0 1,159 0 0,1-80-1</inkml:trace>
  <inkml:trace contextRef="#ctx0" brushRef="#br0" timeOffset="75163.68">8948 7980 0,'0'-40'391,"40"40"-375,-40-40 15,40 40 47,-40-40-47,41 40-31,-1-40 0,0 40 16,0-40-1,0 40-15,0 0 16,-40-40 0,40 40-16,0 0 0,1 0 15,-1 0-15,0 0 16,0 0-16,0 0 16,-40 40-16,40-40 15,-40 40 1,0 0-16,40 0 0,-40 0 0,0 0 15,0 0-15,0 1 16,0-1-16,0 0 0,0 0 16,0 0-16,0 0 15,0 0-15,0 0 0,0 0 16,-80-40-16,80 41 0,-40-1 0,0 0 16,0 0-16,0 0 0,-1 0 15,1 0-15,-40 0 0,40 0 0,0-40 16,0 40-16,0 1 15,-1-41-15,1 40 0,0 0 16,0 0 0,40-80 15,40 40-31,-40-40 16,40 40-16,0 0 0,-40-40 15,41-1-15,-1 1 16,0 40-16,-40-40 0,40 40 0,0-40 0,0 40 15,-40-40-15,40 0 16,0 40-16,1-40 0,-1 0 0,0 40 0,0-40 16,-40 0-16,40-1 0,0 41 15,0-40-15,0 40 0,1-40 0,-1 0 0,0 40 16,0-40-16,0 40 0,-40-40 0,40 40 16,-40-40-1,40 40-15,0-40 16,1 40-1,-1 0 17,-40-40-32,40 40 0,-40-41 47,40 41-47,-80 0 93,0 41-30,0-41-48,40 40-15,-41-40 0,41 40 16,-40-40-16,0 40 16,0-40-16,40 40 0,-40-40 0,0 40 31,0-40-31,40 40 0,-40-40 16,40 40-16,-41-40 0,41 40 0,-40 1 0,0-1 15,40 0 1,-40 0-16,40 0 0,-40 0 0,40 0 15,0 0 1,-40-40-16,40 40 0,0 0 0,0 1 16,0-1-1,0 0 1,40-40-16,-40 40 16,40-40-1,0 0-15,0 0 16,0 0-1,1 0-15,-1 0 0,0-40 0,0 40 16,0 0-16,0 0 16,-40-40-16,40 40 0,0 0 15</inkml:trace>
  <inkml:trace contextRef="#ctx0" brushRef="#br0" timeOffset="75803.78">11436 7499 0,'0'40'109,"-40"-40"-109,40 40 16,-40-40-1,40 40-15,-40 1 0,40-1 0,-40-40 0,40 40 16,-41-40-16,41 40 0,-40 0 15,40 0-15,-40-40 0,40 40 0,-40 0 0,40 0 16,-40 0-16,40 1 16,-40-1-16,40 0 0,-40 0 15,40 0-15,0 0 16,-40 0-16,40 0 0,0 0 0,0 1 16,0-1-16,0 40 0,0-40 0,0 0 0,40-40 15,-40 40-15,0 0 16,40 0-16,-40 0 0,40-40 0,-40 41 0,40-1 15,-40 0-15,40 0 0,-40 0 16,40-40-16,-40 40 0,40-40 16,-40 40-1,41-40-15,-1 0 16</inkml:trace>
  <inkml:trace contextRef="#ctx0" brushRef="#br0" timeOffset="76493.77">12399 8020 0,'0'-40'15,"0"80"-15,-40-80 47,0 40-15,0 0-17,40 40-15,-40-40 0,-1 0 16,1 41-1,0-41-15,0 40 0,0 0 16,0 0 0,0 0-16,40 0 0,-40 0 0,40 0 15,0 0-15,-41 1 16,41-1-16,0 0 0,0 0 16,0 0-16,0 0 15,41-40-15,-41 40 16,40-40-16,0 0 0,0 0 15,0 0 1,0 0-16,0 0 0,0 0 0,1 0 16,-1 0-16,0-40 15,0 40-15,0-40 0,0 40 0,0 0 16,-40-40-16,40 0 0,1 40 0,-41-40 16,40 40-16,-40-40 0,0-1 15,0 1-15,0 0 16,-40 40-16,40-40 15,-41 40-15,41-40 0,0 0 0,-40 40 16,40-40-16,-40 40 0,0-40 16,0 40-16,0-40 0,0 40 15,0 0 1,-1 0-16,1 0 0,0 0 16,0 0-16,40 40 0,-40-40 0,0 0 15,40 40 1,-40-40-16,40 40 0</inkml:trace>
  <inkml:trace contextRef="#ctx0" brushRef="#br0" timeOffset="77223.7">13041 7459 0,'-40'0'0,"40"40"0,-40-40 16,80 0 46,0 0-46,0 0-1,0 40-15,0-40 0,1 0 0,-1 0 16,0 40-16,0-40 0,0 0 0,0 40 16,0-40-16,0 0 15,1 41-15,-1-41 0,-40 40 0,40-40 0,0 40 16,-40 0-16,40-40 0,-40 40 15,40 0-15,-40 0 0,40 0 0,-40 0 16,40 0-16,-40 41 16,0-41-16,0 0 0,0 0 0,0 40 0,0-40 15,-40 0-15,40 41 0,-80-41 16,80 0-16,-40 40 0,0-40 0,0 0 0,0 0 16,-1-40-16,1 40 0,40 1 0,-40-41 0,0 0 15</inkml:trace>
  <inkml:trace contextRef="#ctx0" brushRef="#br0" timeOffset="78283.64">14526 8101 0,'0'0'15,"40"0"1,0 0 0,40 0 15,1-40-16,-1-41 1,0 1 15,-40-40-15,-40 0 0,-80 39-1,0 41 16,-1 0-15,81 80 15,0 40-15,0-39 0,41 79-1,-41 80 1,0 1 15,40-41-15,-40 1-1,-40-41 1,40 0 15,-41 1-15,1-81-1,40-80 17,40 40-17,41-121 1,-1 1 0,0 0 15,41-1-16,39 41 1,-80 40 15,-40 40-15,-40 40 0,41-40-16,-1 80 15,-40-39-15,0-1 0,40-40 16,-40 40-16,0 0 15,40 0-15,0 40 32,0 0-17,0-80 1,-40 40 0,40-40-1,1 0-15,-1 0 16,0 0-16,0 0 15,80-40 1,-120 0-16</inkml:trace>
  <inkml:trace contextRef="#ctx0" brushRef="#br0" timeOffset="78863.61">16612 7299 0,'0'0'0,"-40"0"78,40 40-62,-40 0-16,40 0 16,-40 0-16,40 0 0,0 0 0,-40 0 0,40 41 0,-40-41 15,40 0-15,0 40 16,0-40-16,0 0 0,-40 0 0,40 0 0,0 41 15,0-41-15,0 0 0,0 0 16,0 0-16,0 0 0,0 0 0,0 0 16,0 0-16,0 1 15,0-1-15,0 0 0,40 0 0,-40 0 16,40 0-16,-40 0 0,40-40 0,0 0 16,-40 40-16,40-40 0,0 40 15,0-40-15,1 0 0,-1 0 16,0 0-1</inkml:trace>
  <inkml:trace contextRef="#ctx0" brushRef="#br0" timeOffset="79663.56">16893 8020 0,'0'-40'0,"-40"0"16,40 0-16,0 0 16,40 40-1,-40-40-15,40 0 16,0 40 15,1 0-15,-1 0-16,0 0 0,0 40 15,0-40-15,0 0 0,0 40 16,-40 0-16,40-40 0,-40 40 0,41 0 16,-41 0-16,0 1 0,0-1 0,40-40 0,-40 40 15,0 0-15,0 0 16,0 0-16,0 0 0,0 0 0,0 0 15,0 1-15,-40-41 16,40 40-16,-41-40 0,41 40 16,-40-40-1,40-40 17,0 0-17,0-1-15,0 1 0,0 0 16,40 40-16,-40-40 15,41 0-15,-41 0 0,40 0 0,-40 0 0,40 0 16,0-1-16,-40 1 0,40 0 16,0 0-16,0 0 0,0 40 15,-40-40 1,41 40-16,-1 0 16,0 0-1,-40 40 32,0 0-47,40-40 16,-40 40-16,0 0 15,0 0-15,0 1 0,0-1 0,0 0 16,0 0-16,40 0 0,-40 0 16,0 0-16,0 0 15,0 0-15,0 1 16,0-1-1,40-40-15,-40 40 0,0 0 0,40-40 16,-40 40-16,40 0 16,1 0-16,-1-40 15</inkml:trace>
  <inkml:trace contextRef="#ctx0" brushRef="#br0" timeOffset="82965.53">18538 7539 0,'0'40'16,"-40"-40"250,40 40-16,81-40-250,-81 41 15,40-41-15,-40 40 0,40-40 16,-40 40-16,40-40 16,-40 40-16,40-40 0,-40 40 0,40 0 15,-40 0-15,40 0 16,0-40-16,-40 40 0,0 0 0,41-40 15,-41 41-15,0-1 0,0 0 0,40 0 0,-40 0 16,0 0 0,0 0-16,0 0 0,0 0 0,0 1 15,0-1-15,0 0 16,0 0-16,0 0 16,-81 0-1,81 0-15,-40-40 0</inkml:trace>
  <inkml:trace contextRef="#ctx0" brushRef="#br0" timeOffset="84615.77">19782 8221 0,'-40'0'16,"40"40"0,-40-40 109,80 0-63,0 0-62,0 0 0,1 0 16,-1 0-16,0 0 0,0 0 0,40 0 0,-40 0 15,41 0-15,-1-40 0,-40 40 16,40 0-16,0-40 0,-39 40 0,39 0 0,-40 0 16,40-40-16,-40 40 15,41 0-15,-41 0 0,0 0 0,0 0 0,0 0 16,0 0-16,0 0 16</inkml:trace>
  <inkml:trace contextRef="#ctx0" brushRef="#br0" timeOffset="84995.75">20705 7940 0,'0'-40'0,"0"80"78,0 40-46,0-39-32,0-1 0,-40-40 15,40 40-15,0 0 0,0 0 16,0 0-16,0 0 0,0 0 0,0 0 16,0 1-16,0-1 15,0 0-15,0 0 0,-40 0 0,40 0 16,0 0-16,0 0 0,0 0 15</inkml:trace>
  <inkml:trace contextRef="#ctx0" brushRef="#br0" timeOffset="86145.74">22070 7900 0,'-41'0'0,"82"0"0,-41 0 93,0-40-93,40 40 0,0 0 16,-40-40-16,40 40 0,0-40 0,0 40 16,0 0-16,0 0 15,1-40-15,-1 40 0,0 0 0,0 0 16,0 0-16,0 0 0,0 0 15,0 0-15,1 0 0,-41 40 16,40-40-16,-40 40 0,40-40 0,-40 40 0,0 0 16,40 0-16,-40 0 15,0 0-15,0 1 0,0-1 0,0 0 0,0 0 16,0 0-16,-40 0 0,40 0 16,0 0-16,-40 0 0,40 1 0,-40-1 0,40 0 15,-41-40-15,1 40 16,0 0-16,0 0 0,0-40 15,0 40 1,0-40 0,40-40 15,0-40-15,0 40-16,40 40 15,-40-40-15,40 40 0,-40-40 0,40-1 0,0 1 16,0 0-1,0 0-15,1 0 0,-1 0 0,0 40 0,0-40 16,0 0-16,0 0 0,0-1 0,41 1 0,-41 0 16,0 40-16,0-40 0,0 0 15,0 40-15,0-40 0,0 0 0,1 40 16,-41-40-16,40 40 16,0-40-16,-80 40 62,0 0-15,-1 40-31,1-40-1,40 40-15,-40-40 0,40 40 0,-40-40 0,40 40 16,-40 0-16,0 0 15,0 0-15,40 0 0,-40 1 0,40-1 0,0 0 16,-41 0-16,41 0 0,0 0 0,0 0 0,0 0 16,0 0-16,0 1 15,41-1-15,-41 0 0,40 0 16,0 0-16,0-40 16,0 40-16,0-40 0,0 0 15,-40 40 1,40-40-16,1 0 0,-1 0 0,0 0 15,0 0-15,0 0 0,0 0 0,0 0 0,0 0 16,1-80-16,-1 80 16</inkml:trace>
  <inkml:trace contextRef="#ctx0" brushRef="#br0" timeOffset="86585.78">24718 7700 0,'0'-40'15,"-40"-1"-15,0 41 0,-1 0 32,1 0-32,-40 41 31,-40 119-15,39 0-1,41 41 16,40-161-31,0 120 16,0-119-16,0-1 0,40 40 16,41 40-1,-1-40 17,40-80-32</inkml:trace>
  <inkml:trace contextRef="#ctx0" brushRef="#br0" timeOffset="86885.7">25159 8061 0,'0'-41'16,"0"82"-16,0-122 15,0 121 17,0 1-17,-40-1-15,40 0 0,0 0 0,0 0 16,0 0 0,0 0-16,0 0 0,0 0 0,0 1 15,0-1-15,0 0 16,0 0-16,0 0 0,40-40 0,-40 40 0,0 0 15,0 0-15,40-40 0,-40 40 0,40-40 16</inkml:trace>
  <inkml:trace contextRef="#ctx0" brushRef="#br0" timeOffset="87345.66">26002 7660 0,'0'-81'15,"0"41"1,40 80 47,0 0-63,0 1 15,-40-1-15,40 0 0,1-40 0,-41 40 0,40 0 16,-40 0-16,40 0 0,0 0 0,-40 0 0,0 0 15,40 1-15,-40-1 16,0 0-16,0 0 0,0 0 0,0 0 0,0 0 16,0 0-16,0 0 0,-40 1 15,40-1-15,-40 40 0,40-40 0,-80 0 0,39 0 16,41 0-16,-40-40 16,0 40-16,0 0 0,0 1 0,0-1 0,0 0 15,0-40-15,40 40 0,-41 0 16</inkml:trace>
  <inkml:trace contextRef="#ctx0" brushRef="#br0" timeOffset="89315.59">27326 8261 0,'40'0'78,"0"0"-62,0-40 0,1 0-16,-1 40 0,0-40 15,0 0 1,0 40-16,-40-40 0,40 40 15,-40-41-15,40 41 0,-40-40 0,40 40 0,-40-40 16,0 0-16,41 40 16,-41-40-16,0 0 0,0 0 31,-41 40-31,1 0 16,40-40-1,0 80 32,0 0-31,-40 0-1,40 0-15,-40 0 0,40 0 0,-40 0 16,40 1 0,0-1-16,0 0 0,0 0 0,0 0 15,0 0-15,0 0 16,0 0-16,0 0 0,-40 1 0,40-1 0,0 0 15,0 0-15,-40 0 0,40 0 0,0 0 0,0 0 16,0 0 0,0-80 77,40 40-77,-40-40-16,0 0 0,80 40 0,-80-40 16,40 0-16,0 40 15,-40-40-15,40 0 0,1 40 0,-1 0 0,0-40 16,0-1-16,0 41 16,0-40-16,0 40 0,0 0 31,-40 40-16,0 1 1,0-1-16,0 0 16,0 0-16,0 0 0,0 0 15,0 0-15,41 0 16,-41 0-16,0 0 16,40-40-16,-40 41 0,40-41 15,-40 40-15,40-40 16,0 0-16,0 0 31,0 0-31,0 0 16,1 0-16,-1 0 15,0 0-15,0 0 0,0 0 0,0 0 16,0 0-16,0 0 16,1 0-16,-1 0 0</inkml:trace>
  <inkml:trace contextRef="#ctx0" brushRef="#br0" timeOffset="89825.58">29373 7820 0,'-41'0'16,"1"0"15,0 40-15,40 0-1,-40-40 1,40 40-16,0 0 0,-40 0 0,40 1 0,0-1 16,-40 0-16,40 0 0,-40 0 15,40 0-15,0 0 0,0 0 0,-40 0 0,40 1 16,0-1-16,0 0 0,0 0 0,0 0 0,0 0 15,0 0-15,0 0 16,40 0-16,-40 0 0,40-40 16,0 41-16,0-41 15,0 40-15,0-40 16,0 0 0,1 0-16,-1 0 0</inkml:trace>
  <inkml:trace contextRef="#ctx0" brushRef="#br0" timeOffset="92216.36">29854 8020 0,'-40'0'15,"40"-40"1,-40 40 546,80 0 126,0 0-673,-40-40 1,40 40 0,40 0 15,-39 0-15,-41 40 15,0 0-16,40 1-15,-40-1 0,0 0 16,0 0-16,0 0 0,0 0 16,0 0-1,0 0-15,-40 0 0,40 1 16,0-1 0,0 0-16,0 0 15,-41-40 1,41-40 46,0 0-46,41 40-16,-41-40 0,40 40 16,-40-41-16,40 41 15,-40-40-15,0 0 0,80 40 0,-80-40 0,40 0 16,-40 0-16,40 0 0,0 0 15,-40 0-15,41-1 0,-1 1 16,0 0-16,0 40 0,-40-40 0,40 40 16,0-40-1,0 40-15,0 0 0,1 0 32,-41 40-32,0 0 15,0 0-15,0 0 16,0 1-16,0-1 0,0 0 15,0 0-15,0 0 0,0 0 0,0 0 0,0 0 16,0 0-16,-41 1 16,41-1-16,0 0 0,-40 0 0,40 0 15,-40 0 1,40 0-16,0 0 0,0 0 16,40-40-1,-40 40-15,40-40 0</inkml:trace>
  <inkml:trace contextRef="#ctx0" brushRef="#br0" timeOffset="92486.4">31138 8542 0,'40'-40'0,"-80"80"0,120-80 16,-40 40 0,-40-40-16,41 40 0,-1 0 15,0-40 17,0 40-17,0 0-15,0 0 16,0 0-16</inkml:trace>
  <inkml:trace contextRef="#ctx0" brushRef="#br0" timeOffset="92836.37">32061 8181 0,'0'0'0,"0"-40"0,0 0 31,-40 40-15,40 40 31,-40 0-32,40 40-15,0-40 16,-40 0-16,40 0 0,0 1 15,0-1-15,0 0 0,0 0 0,-41 0 0,41 0 16,0 0-16,0 0 0,0 0 0,0 0 16,0 1-1,0-1-15,0 0 16,41-40 0</inkml:trace>
  <inkml:trace contextRef="#ctx0" brushRef="#br0" timeOffset="93276.34">32221 7900 0,'0'0'16,"41"-40"0,-1 0 15,0 40-31,0 0 15,40 80 17,-80 0-32,0-40 0,40 1 0,-40-1 0,40 160 31,-40-160-31,0 121 31,0-121-31,-40 0 0,40 0 0,-40 0 0,40 0 0,-40 0 16,-40 41-1,-121 119 1,161-200-16</inkml:trace>
  <inkml:trace contextRef="#ctx0" brushRef="#br0" timeOffset="94766.4">14767 10788 0,'-41'0'15,"41"40"-15,-40-40 16,80 0 125,1 0-126,-1 0-15,0 0 16,0 0-16,0 0 0,0 0 0,0 0 0,0 0 16,41 0-16,-41 0 0,40 0 15,0 0-15,-40 0 0,41 0 0,-1 0 0,-40 0 16,40 0-16,-40 0 0,41-40 15,-41 40-15,0 0 0,40 0 0,-40 0 0,0 0 16,1-40-16,-1 40 0</inkml:trace>
  <inkml:trace contextRef="#ctx0" brushRef="#br0" timeOffset="95126.35">15449 10507 0,'-81'40'15,"81"0"48,0 0-48,0 0-15,0 1 0,0-1 0,41 0 0,-41 0 16,0 0-16,40 40 0,-40-40 16,0 0-16,0 0 0,40 1 0,-40-1 0,40 0 15,-40 0-15,0 0 16,40 0-16,-40 0 0,40-40 0,-40 40 15,0 0-15,40-40 0</inkml:trace>
  <inkml:trace contextRef="#ctx0" brushRef="#br0" timeOffset="95986.32">16813 10306 0,'-40'0'16,"80"0"-16,-40 0 47,40 0-31,0 0-16,0 0 0,0 0 15,1 0-15,-41 41 0,40-41 0,0 40 16,0-40-16,-40 40 15,40-40-15,-40 40 0,40 0 0,0 0 16,-40 0-16,0 0 0,0 0 0,0 1 0,0-1 16,0 0-16,0 0 0,-40 0 15,40 0-15,-40 0 0,40 0 0,-40 40 0,0-39 16,0-1 0,0 0-16,-1 0 0,82-80 31,-41 0-16,40 40-15,-40-40 0,40-1 0,0 1 16,0 0 0,-40 0-16,40 0 0,0 40 0,-40-40 0,40 0 15,1 0-15,-1 0 0,-40 0 16,40 40-16,0-41 0,-40 1 0,40 40 0,0-40 16,-40 0-16,40 0 15,0 0-15,-40 0 0,41 40 0,-41-40 16,40 40-16,-40-40 0,40 40 15,-40-41-15,40 1 0,-40 0 16,-40 40 15,0 40-15,0 0-16,-1 1 16,1-41-16,40 40 0,-40-40 0,0 40 15,0 0 1,0-40-16,0 40 0,0 0 0,-1 0 15,41 0-15,-40 0 0,0 1 0,40-1 0,-40 0 16,40 0-16,-40 0 0,40 0 16,0 0-16,0 0 0,0 0 0,40 0 15,40 1 1,-80-1-16,81-40 0,-41 40 0,40-40 16,-40 0-16,0 0 0,0 0 15,0 0-15,1 0 0,-1 0 0,40 0 0,-40-40 16,0 40-16,0 0 15,0 0-15</inkml:trace>
  <inkml:trace contextRef="#ctx0" brushRef="#br0" timeOffset="96436.34">18659 9946 0,'0'0'0,"-40"0"0,-81 80 16,81-40-16,-40 40 15,40 80 17,40 41-17,80 0 1,0-81-1,-40-40 1,1-80-16,39 80 16,-40-80-16,0 0 15,40 0 1</inkml:trace>
  <inkml:trace contextRef="#ctx0" brushRef="#br0" timeOffset="96906.32">19060 10467 0,'0'0'15,"-40"-80"1,120-1 0,41 41 15,-1 40-16,40 81 1,-79 79 0,-41-40 15,-80 1-15,-121-1-1,41-80 16,80-40-31,0 0 0,40-40 16,40 40 15,0 0-15,80 0 0,-80-40-16,161 0 31,-161 40-31,0-40 0,81 40 15,-1-40 1,-80 40-16,0 0 16</inkml:trace>
  <inkml:trace contextRef="#ctx0" brushRef="#br0" timeOffset="97226.24">20103 10066 0,'0'0'0,"0"-40"16,40 80 15,1-40-31,-41 40 16,40-40-16,0 80 0,-40-40 0,40 0 0,0 0 15,-40 1-15,40-1 0,0 0 0,-40 0 0,40 0 16,-40 0-16,41 0 0,-41 0 16,0 0-16,40 1 0,-40-1 0,0 0 0,0 0 15,0 0-15,0 40 16,-81-40-16,81 0 0,-40 0 0,40 1 16,-40-1-16,0 0 15,0-40-15,40 40 0,-40-40 0,0 0 0</inkml:trace>
  <inkml:trace contextRef="#ctx0" brushRef="#br0" timeOffset="97946.25">21066 10667 0,'40'0'16,"1"0"-16,-41-40 16,160 0-1,1-80 1,-81 0 15,-80-81-15,0 41-1,-40-1 1,-41 121 15,81 80-15,-40 121 0,40 79 15,0 81-16,0-80 1,0-41 0,-40-120 15,40-120 0,40 40-31,-40-40 16,40 0-16,1 0 15,-41 0-15,40 40 0,-40-40 0,40 0 0,0 0 16,0 40-16,-40-40 0,40 40 0,0-41 16,0 1-1,1 40-15,-41-40 0,40 40 0,0 0 0,0 0 16,0 0 0,-40 40-16,0 0 15,0 1 1,0-1-16,0 0 0,0 40 0,0-40 15,0 0-15,0 0 0,40 0 0,-40 41 0,0-41 16,40 0-16,-40 0 16,0 0-16,41-40 0,-41 40 0,40 0 15,0-40 1,0 40-16</inkml:trace>
  <inkml:trace contextRef="#ctx0" brushRef="#br0" timeOffset="98256.16">22631 10347 0,'-40'-81'16,"80"162"-16,-80-202 31,0 121-31,40 40 15,-40 41 1,-40 119 0,80 1 15,80 39-15,40-119-1,-39-1 16,-1-40-31</inkml:trace>
  <inkml:trace contextRef="#ctx0" brushRef="#br0" timeOffset="98796.13">23193 10748 0,'-40'-121'16,"80"242"-16,-80-322 16,40 161-16,40 0 0,0 40 31,40 0-31,1 120 31,-41 1-15,0-41-1,-40 0-15,0 40 16,0-40 15,0-120 1,0 0-17,40 0-15,0 0 16,-40 0-16,40 0 0,-40 0 0,40 0 0,1 0 15,-1-1-15,0 1 0,-40 0 0,40 40 0,0-40 16,-40 0-16,40 40 16,-40-40-16,40 40 0,0 0 0,-40-40 15,41 40 1,-41 40-16,40-40 0,-40 80 16,40-40-1,-40 0-15,0 0 0,0 1 0,0-1 0,40 0 16,-40 0-16,0 0 15,0 0-15,0 0 0,40 0 0,-40 0 0,0 0 16,0 1-16,0-1 0,40 0 16,0-40-1</inkml:trace>
  <inkml:trace contextRef="#ctx0" brushRef="#br0" timeOffset="99026.19">24798 10988 0,'-40'0'15,"80"0"-15,-80-40 0,40 0 16,0 0-16,40-40 31,161 80-15,-121 0-1,40 0 1,-80 0-16,41 0 16,-41 0-16</inkml:trace>
  <inkml:trace contextRef="#ctx0" brushRef="#br0" timeOffset="100596.28">25601 10347 0,'0'0'16,"0"-41"-16,0 1 0,0 0 31,40 40 0,0 0-31,0 0 16,0 0-16,0 0 16,0 0 15,1 0-15,-1 0 468,0 0-468,0 0 15,0 0-16,-40 40-15,40-40 16,0 40 0,-40 1-16,40-1 0,-40 0 15,41 0-15,-41 0 16,0 0-16,0 0 0,0 0 16,0 0-16,0 1 15,-41-1-15,41 0 31,-40-40-31,0 40 0,40 0 0,-40-40 0,0 40 16,40 0-16,-40-40 0,0 40 0,0-40 0,40 40 16,-41-40-16,1 40 15,40-80 48,0 0-63,40 40 0,1 0 15,-41-40-15,40 40 0,0 0 16,0 0-16,0 0 16,0 0-16,0 0 0,0 0 0,1 0 15,-1 0-15,0 0 0,0 0 16,0 0-16,0 0 0,0 0 0,0 0 0,1 40 16,-1-40-16,0 0 0,0 0 15,0 0-15,0 0 0,0 0 0,0 0 31,-80 0 48,0 0-64</inkml:trace>
  <inkml:trace contextRef="#ctx0" brushRef="#br0" timeOffset="101086.26">26925 9946 0,'0'-41'16,"0"82"-16,-40-162 16,40 81-16,-40 0 31,40 0-31,0 80 62,40 0-46,-40 0-16,0 0 0,40 0 0,0 1 16,-40-1-16,40 0 15,-40 0-15,40 0 0,-40 40 0,40-40 0,-40 40 0,0-39 16,0 39-16,40-40 15,-40 0-15,0 40 0,0-40 0,0 0 0,0 1 16,0-1-16,0 0 0,0 0 0,0 0 16,0 0-1,-40 0-15,40 0 0,-40-40 0,40 40 0,-40-40 0,40 40 16,-40 1-16,0-1 16,40 0-16,-40 0 0,40 0 15,-40-40-15</inkml:trace>
  <inkml:trace contextRef="#ctx0" brushRef="#br0" timeOffset="123565.16">1725 12673 0,'-40'0'0,"40"-40"0,-40 40 16,0 0-1,40-41 1,0 82 187,40-41-140,0 0 77,-40-41-124,40 41-16,1 0 0,-1-40 0,0 40 15,0 0-15,-40-40 16,40 40-16,0 0 0,0 0 0,0 0 16,1 0-16,-1 0 15,0 0-15,0 0 0,0 40 16,-40 0-16,40-40 16,-40 41-16,0-1 0,40-40 0,-40 40 15,0 0-15,0 0 0,0 0 0,0 0 16,0 0-16,0 0 15,0 1-15,0-1 0,0 0 0,0 0 0,0 0 16,0 0-16,0 0 16,0 0-16,-40-40 31,40-40 16,40 0-32,-40 0 1,40 0-16,-40-40 0,41 40 0,-41-1 16,40 1-16,0 0 0,0-40 15,-40 40-15,40 0 0,0 0 0,0 0 16,0-1-16,1 1 16,-41 0-16,40 40 0,0 0 0,-40-40 15,40 40-15,-40 40 47,40-40-31,-40 40-16,40-40 0,-40 40 0,40-40 15,-40 41-15,40-41 0,-40 40 16,41 0-16,-41 0 0,40-40 0,-40 40 0,0 0 16,0 0-16,40 0 15,-40 0-15,0 1 0,0-1 0,0 0 0,0 0 16,0 0-16,0 0 0,0 0 0,0 0 0,0 0 15,0 0-15,40-40 16,-40 41-16,0-1 0,0 0 0,40-40 16,-40 40-16,0 0 15,40-40-15,0 40 16,0-40 0</inkml:trace>
  <inkml:trace contextRef="#ctx0" brushRef="#br0" timeOffset="123935.43">3692 12994 0,'0'0'0,"40"0"78,0 0-78,-40-41 16,40 41-16,0 0 0,0-40 0,0 40 0,41 0 15,-41 0-15,0-40 0,0 40 0,0 0 16,40-40-16,-39 40 0,-1 0 16,0-40-16,0 40 0,0 0 0,0 0 15,0-40-15,0 40 16,1 0-16</inkml:trace>
  <inkml:trace contextRef="#ctx0" brushRef="#br0" timeOffset="124275.34">3852 13715 0,'-80'81'15,"160"-162"-15,-120 162 16,80-81 0,81-40 15,-1-1-15,40 1-1,1 40 1,40 40 15,-81-40-31</inkml:trace>
  <inkml:trace contextRef="#ctx0" brushRef="#br0" timeOffset="125035.37">6059 13154 0,'0'-40'31,"0"80"-31,-80-120 16,80 40-16,-40 40 16,0 0 30,40 40-30,0 0-16,0 0 16,-41-40-16,41 40 0,0 0 0,0 0 15,-40 0 1,40 0-16,-40 1 0,40-1 0,0 0 16,0 0-16,0 0 15,0 0-15,0 0 0,0 0 16,0 0-16,0 1 0,40-41 15,-40 40 1,40-40-16,1 40 0,-1-40 16,0 0-1,0 0-15,0 0 0,0 0 0,0 0 16,0 0-16,1-40 16,-1 0-16,0 40 0,0 0 0,0-41 15,-40 1-15,40 40 16,-40-40-16,40 40 0,-40-40 0,40 0 15,-40 0-15,0 0 0,0 0 16,0 0-16,-40-1 16,40 1-16,-40 0 0,40 0 0,-40 40 15,0-40-15,0 0 16,0 40-16,0 0 0,-1 0 0,1 0 16,0 0-1,0 0-15,40 40 0,0 0 31,0 0-15</inkml:trace>
  <inkml:trace contextRef="#ctx0" brushRef="#br0" timeOffset="125475.27">7303 13034 0,'0'0'0,"-40"0"15,0-40 1,40-1 0,0 1-1,0 121 17,40-41-17,0 40-15</inkml:trace>
  <inkml:trace contextRef="#ctx0" brushRef="#br0" timeOffset="125725.25">7423 14397 0,'0'80'15,"0"-160"-15,0 201 0,-40-41 32,40-40-32,-40-40 0,-40 120 15,-121 41 1,-40 39 15,121-120-31</inkml:trace>
  <inkml:trace contextRef="#ctx0" brushRef="#br0" timeOffset="127235.17">12038 13314 0,'-40'0'16,"0"0"-16,0 0 47,40-40-16,-41 40-15,41 40 109,0 0-125,0 1 15,0-1 1,0 0-16,0 0 0,0 0 0,0 40 16,0-40-16,0 0 15,0 1-15,0-1 0,0 0 0,41 0 0,-41 0 16,40-40-16,-40 40 0,40-40 0,-40 40 0,40 0 15,0-40 1,0 0-16,0 0 0,0 0 0,1 0 16,39 0-16,-40-40 0,0 40 15,0-40-15,40 40 0,-39-80 0,-1 80 0,0-40 16,0 0-16,0 0 16,0-1-16,-40 1 0,40 0 0,-40 0 15,0 0-15,0 0 0,-40 0 16,40 0-16,-40 0 0,-40-1 15,80 1-15,-40 40 0,0 0 16,40 40 31,0 1-47,-41-1 16,41 0-16,-40 0 15,40 0-15,-40 0 0,40 0 16,0 0-16,0 0 0,0 41 0,0-41 0,0 0 15,-40 0-15,40 0 0,0 40 16,0-40-16,0 0 0,-40 1 0,40-1 0,0 40 16,-40-40-16,40 0 15,0 0-15,-40 0 0,40 0 0,0 1 0,-40-1 16,40 0-16,0 0 0,0 0 16,-41 0-16,41 0 0,-40 0 0,0 0 15,40 0-15,-40 1 16,0-1-16,0 0 0,40 0 0,-40-40 15,40 40-15,-40 0 0,-1 0 0,41 0 16,-40-40-16,40 40 0,-40-40 16,0 41-16,0-41 0,40 40 0,-40-40 31,80-40 0,-40-1-15,40 41-16</inkml:trace>
  <inkml:trace contextRef="#ctx0" brushRef="#br0" timeOffset="127795.21">13844 13515 0,'0'0'15,"-121"40"1,41 40 0,40-80 15,-40 80-16,-1 41 1,1 39 0,0 1 15,80-41-15,80 0-1,81 41 1,-1-81 15,1 40-15,-1-80-1</inkml:trace>
  <inkml:trace contextRef="#ctx0" brushRef="#br0" timeOffset="128325.12">14847 13956 0,'0'-40'16,"0"80"-16,-121-160 15,81 80-15,0 40 16,0-40 15,40 120-31,-40-40 31,0 80-15,40 0 0,0-79-1,0 39 1,40-80-1,0 0 17,0-40-17,81-121 1,-81 41 15,-40-40-15,-81 79-1,-39 81 1,80 40 15,40 1-15,40-1 0</inkml:trace>
  <inkml:trace contextRef="#ctx0" brushRef="#br0" timeOffset="128775.12">15449 13595 0,'0'-40'16,"40"40"30,-40 80-46,40-80 16,0 40-16,-40 0 16,80 1-16,-40-1 0,-40 0 0,0 0 15,41-40-15,-41 40 16,40 0-16,-40 0 0,0 0 0,40 0 0,-40 0 16,0 1-16,0-1 15,0 0-15,0 0 0,-40 0 0,40 0 16,-40 0-16,-1 0 0,41 0 0,-40-40 15,0 41-15,40-1 16,-40-40-16,40 40 0,-40-40 0,40 40 0,-40-40 16,40 40-16</inkml:trace>
  <inkml:trace contextRef="#ctx0" brushRef="#br0" timeOffset="129115.22">16091 14116 0,'0'0'0,"40"0"31,0 0-15,0 0-1,0 0-15,0 0 0,0 0 0,41 0 16,-41 0-16,0-40 0,0 40 16,0 0-16,40 0 0,-39-40 0,39 40 0,-40 0 15,40-40-15,-40 40 16,0 0-16,1 0 0,39 0 0,-40 0 0,0-40 15</inkml:trace>
  <inkml:trace contextRef="#ctx0" brushRef="#br0" timeOffset="129395.25">16532 14638 0,'-80'40'15,"160"-80"-15,-200 80 16,160-40 0,40 0-16,40-40 15,161 0 1,80 0-1,-160 0 1</inkml:trace>
  <inkml:trace contextRef="#ctx0" brushRef="#br0" timeOffset="130915.49">17896 13796 0,'-40'0'0,"80"0"78,0-40-46,1 40-32,-1 0 15,0 0 1,0 0-1,0 0-15,0 0 0,0 0 16,1 0 0,-1 40-16,0 0 0,-40 0 15,40 0-15,-40 0 16,0 0-16,0 0 0,0 0 0,0 0 0,0 41 16,0-41-16,0 0 15,-40 0-15,40 0 0,0 0 0,-40-40 16,40 40-16,-40-40 0,40 40 0,-41 1 15,1-1 1,0-40-16,40-40 31,0-1-15,0 1 0,0 0-16,40 0 15,-40 0 1,81 0-16,-81 0 0,40 40 0,0-40 15,0 0-15,0-1 0,0 41 0,0-40 0,0 0 16,41 0-16,-41 0 0,0 0 16,0 0-16,0 0 0,0 0 0,0 0 0,-40-1 15,0 1-15,41 0 16,-41 0-16,0 0 0,0 0 0,0 0 16,0 0-16,-41 0 15,41 120 1,-40-40-1,40 0 1,0 0-16,-40-40 0,40 40 0,0 0 0,0 0 16,-40 1-16,40-1 15,-40 0-15,0 0 0,40 0 0,-40 0 16,0 0 0,-1 0-16,41 0 0,-40-40 0,0 40 15,40 1-15,-40-1 16,40 0-16,0 0 15,40 0-15,-40 0 0,80-40 16,-39 40 0,-1-40-16,0 40 0,0-40 0,0 0 15,0 0-15,0 0 0</inkml:trace>
  <inkml:trace contextRef="#ctx0" brushRef="#br0" timeOffset="131405.43">19582 13475 0,'-40'0'15,"80"0"-15,-121 0 0,81 40 0,-40 0 16,0 40 15,-40 0-15,0 41-1,-1 79 17,41-39-17,80-41 1,41-80-1,39 40 17,-80-80-32</inkml:trace>
  <inkml:trace contextRef="#ctx0" brushRef="#br0" timeOffset="131795.46">20023 13836 0,'0'0'16,"0"-40"-16,-40 0 15,0 120 17,40-40-32,-40 0 15,40 0 1,0 0-16,0 0 15,0 0-15,40 0 16,0-40 0,-40 41-1,0-82 17,0 1-17,0 0-15,0 0 0,0 0 16,0 0-16,0 0 0,0 0 0,-40 0 15,40 0 1,0 80 15</inkml:trace>
  <inkml:trace contextRef="#ctx0" brushRef="#br0" timeOffset="132085.44">20424 13555 0,'0'40'31,"0"0"-31,40 40 16,1-39-16,39 79 31,-40-120-31,-40 40 0,40 0 0,-40 0 0,0 0 16,0 81-1,-40-121-15,0 80 16,-40-40-16,-1 40 16,1-80-1,80 40-15</inkml:trace>
  <inkml:trace contextRef="#ctx0" brushRef="#br0" timeOffset="132896.79">21267 13996 0,'0'0'31,"0"-40"-16,40 0 1,0-40 0,-40-41 15,0 41-15,0 0-1,0 120 63,0 0-78,-40-40 16,40 40-16,0 0 0,-40-40 16,40 41-16,0-1 0,0 0 0,0 0 15,0 0-15,0 0 0,0 0 16,0 0-16,0 0 0,0 0 0,0 1 15,0-1-15,0 0 0,-40 0 0,40 0 16,0 0 0,0-80 31,0 0-32,40 0-15,0 0 0,0 0 16,0 40-1,0 0 1,-40-41-16,41 41 0,-1 0 16,0 0-1,0 0 1,-40 41-16,0-1 16,40-40-16,-40 40 0,0 0 0,40 0 15,-40 0-15,0 0 16,0 0-16,0 0 0,40-40 0,-40 41 15,0-1-15,40-40 16,-40 40-16,41-40 16</inkml:trace>
  <inkml:trace contextRef="#ctx0" brushRef="#br0" timeOffset="133245.91">22070 13555 0,'0'0'16,"0"40"-16,-41 0 0,41 0 0,-80 41 31,40-1-31,0 80 15,40 1 17,40-1-17,0-80 1,81-40 15,-41-40-15,-40-40-16</inkml:trace>
  <inkml:trace contextRef="#ctx0" brushRef="#br0" timeOffset="133565.9">22391 13876 0,'40'0'16,"-80"0"-16,120 0 16,-40 0-16,0 0 15,0 40 1,81 80-1,-41 1 1,-80-81-16,-80 0 16,80 0-16,-41-40 15,1 40 1,-80-40 0,40-40-1,40 40-15,-1-80 31,41 40-31,0-1 0,0 1 0,0 0 16,0-40 0,0 40-1,41 40 1</inkml:trace>
  <inkml:trace contextRef="#ctx0" brushRef="#br0" timeOffset="133885.87">22872 13675 0,'40'40'16,"-40"1"-16,0 39 15,40 40 1,41 40 15,-41-79-15,-40-1 0,-81 40 15,-39 1-16,80-81-15</inkml:trace>
  <inkml:trace contextRef="#ctx0" brushRef="#br0" timeOffset="134165.81">23273 14237 0,'0'-40'31,"40"40"1,41 0-32,-41 0 15,0 0-15,0 0 16,0 0-16,0 0 0,0 0 0,1 0 15,-1 0-15,0 0 16,0 0-16,-40-40 16,40 40-16,-40-41 0,40 41 15</inkml:trace>
  <inkml:trace contextRef="#ctx0" brushRef="#br0" timeOffset="134445.81">23554 13916 0,'-40'0'16,"80"0"-16,-120 0 31,80 40-15,0 0-16,0 121 15,-40-121 1,40 160 0,0-39 15,0-41-31</inkml:trace>
  <inkml:trace contextRef="#ctx0" brushRef="#br0" timeOffset="135135.75">24036 13956 0,'0'0'16,"120"-40"-1,0 40 1,-79 0-16,39 80 31,-40-80-31,-40 40 0,40 81 16,-40 39-1,-160-40 1,79-80 15,1-40-15,80-40 0,80-80 15,41 40-16,-41 0 1,0-41 0,-40 81-16,0-40 31,1 0-15,-82 80-1,1 40 16,0 40-15,-40 40 0,40 1-1,40-1 17,0-80-32,40 40 15,-40-40-15,80-40 16,-40 41-16,41-41 15,-41 0-15,0 0 0,0-41 16</inkml:trace>
  <inkml:trace contextRef="#ctx0" brushRef="#br0" timeOffset="135545.74">25159 13715 0,'40'0'0,"-40"-40"15,-40 40 17,0 0-17,0 40 1,40 1-16,-80 79 16,80-80-16,0 0 0,-40 0 15,40 0-15,0 0 0,0 0 0,-41 121 31,41-121-31,0 40 16,0 0 0,41-80-16,-1 0 15</inkml:trace>
  <inkml:trace contextRef="#ctx0" brushRef="#br0" timeOffset="136015.69">25400 13836 0,'0'40'63,"40"40"-48,-40-40-15,0 0 16,0 0-16,0 0 0,0 1 0,0-1 16,0 0-16,0 0 15,0 0-15,0 0 0,0 0 16,0 0-1,0 0-15</inkml:trace>
  <inkml:trace contextRef="#ctx0" brushRef="#br0" timeOffset="136405.74">25841 13756 0,'0'-41'16,"41"41"15,-1 0-31,-40 41 0,80 39 31,-40-80-31,-40 40 0,40 0 0,-40 0 0,0 0 0,40 0 16,-40 0-16,0 41 16,0-41-16,0 40 15,0-40-15,-40 0 0,40 0 16,-40 81-1,40-81-15,-80 40 16,80-40 0</inkml:trace>
  <inkml:trace contextRef="#ctx0" brushRef="#br0" timeOffset="137255.65">26564 13996 0,'40'0'15,"-80"0"-15,120 0 32,-40 0-32,0-40 15,0-40 1,0 80-16,1-40 31,-41 0-31,0 0 0,40 40 16,-40-41-16,0 1 15,0 80 95,0 1-110,0-1 15,0 0-15,-40-40 0,40 40 0,0 0 0,0 0 16,-41 0-16,41 0 16,0 0-16,0 0 0,0 1 0,0-1 0,0 0 15,0 0-15,0 0 16,0 0-16,0 0 0,-40-40 16,40 40-1,-40-40 1,40-40 15,0 0 0,0 0-31,40 0 16,-40 0 0,0 0-16,40 0 0,-40-1 0,41 41 15,-41-40-15,40 0 16,0 0-16,0 40 15,0 40 1,-40 0 0,40-40-16,-40 40 0,0 1 0,40-1 15,-40 0 1,40 0-16,-40 0 0,0 0 16,0 0-1,41-40-15,-41 40 0,0 0 16,0 1-16,0-1 31</inkml:trace>
  <inkml:trace contextRef="#ctx0" brushRef="#br0" timeOffset="137625.59">27647 13715 0,'-40'0'0,"0"0"16,0 0-1,40 41 1,-40 79 0,-1 40-1,41 1 17,41-1-17,39-40 1,-80-79-1</inkml:trace>
  <inkml:trace contextRef="#ctx0" brushRef="#br0" timeOffset="137865.65">27687 14116 0,'0'-40'16,"0"0"-16,40 40 0,0 0 31,161-40-15,-81 40 0,1 0 15,-81 0-31</inkml:trace>
  <inkml:trace contextRef="#ctx0" brushRef="#br0" timeOffset="138095.56">28530 13635 0,'0'40'47,"0"41"-31,0-41-1,0 0-15,40 0 0,-40 0 0,0 0 0,0 0 16,0 0-16,0 0 16,0 0-16,0 1 0,0-1 0,-40-40 0,40 40 15,0 0-15,-40 0 16</inkml:trace>
  <inkml:trace contextRef="#ctx0" brushRef="#br0" timeOffset="138545.93">28891 13515 0,'40'0'0,"0"0"15,-40 40-15,40-40 16,-40 40 0,0 0-16,41 0 0,-41 0 0,0 1 15,40-1-15,-40 0 16,40 0-16,-40 0 0,0 0 16,0 0-16,0 0 15,0 0-15,0 0 0,0 1 0,0-1 16,0 0-16,-40 0 15,40 0-15,0 0 0,-40-40 0,40 40 0,-41 0 16,41 0-16,-40 1 0,40-1 0,-40-40 16,40 40-16,-40-40 15,40 40-15</inkml:trace>
  <inkml:trace contextRef="#ctx0" brushRef="#br0" timeOffset="138995.9">29653 14237 0,'0'0'16,"-40"0"0,40-80 15,81 80-16,39 0 1,-40 0 0,-40 0-16,41 0 31,-41 0-31,120 0 16,-120 0-16,0 0 0,1-41 15,119 41 1,-120-40-1</inkml:trace>
  <inkml:trace contextRef="#ctx0" brushRef="#br0" timeOffset="139245.96">30135 13675 0,'0'0'0,"-40"0"0,0 0 32,40 40-32,0 1 15,0-1 1,0 0-16,0 0 0,0 0 0,0 0 16,0 0-16,0 0 0,0 0 15,0 0-15,0 1 0,0-1 0,-40 0 16,40 0-16,0 0 0,0 0 15,0 0-15</inkml:trace>
  <inkml:trace contextRef="#ctx0" brushRef="#br0" timeOffset="140205.91">30536 13956 0,'0'-40'15,"40"40"-15,-40-40 16,40 40-16,1 0 16,-1 0-16,0 0 15,0 0-15,0 40 16,0-40-16,0 0 0,-40 40 16,40-40-16,1 0 15,-41 40 16,0 0-31,0 0 0,0 0 16,-41-40-16,41 41 0,0-1 0,-40 0 0,40 0 16,-40 0-16,40 0 0,-40-40 15,40 40-15,0 0 0,-40-40 0,40 40 0,-40-40 16,40 41-16,-40-41 16,40 40-16,0-80 46,40-1-30,-40 1 0,40 40-16,-40-40 15,40 0-15,0 0 16,0 0-16,0 0 0,-40 0 16,41 0-16,-1-1 15,0 1-15,-40 0 0,40 0 0,0 0 16,-40 0-1,40 0-15,-40 0 47,0 80 16,-40-40-63,40 40 0,-40 0 15,40 0-15,0 0 0,-40 0 0,40 0 16,-40 1-16,40-1 16,0 0-16,0 0 0,0 0 15,-40 0-15,40 0 16,0 0-16,0 0 0,0 1 16</inkml:trace>
  <inkml:trace contextRef="#ctx0" brushRef="#br0" timeOffset="140555.84">31419 13796 0,'-80'0'15,"80"-40"1,0 80 15,0 0-31,0 0 16,-40 0-16,40 0 0,-41 0 15,41 0-15,0 0 0,0 0 0,0 1 16,-40-1-16,40 0 0,0 0 16,0 0-1,0 0-15,0 0 16</inkml:trace>
  <inkml:trace contextRef="#ctx0" brushRef="#br0" timeOffset="141035.78">31459 14237 0,'40'-40'0,"0"0"15,0 40 1,1-41-1,-1 41-15,0 0 0,0 0 16,0 0-16,-40 41 16,40-41-16,-40 40 15,40-40-15,-40 40 16,0 0 0,0 0-16,-40 0 15,0 0-15,-40 0 16,40-40-16,0 40 15,-1-40-15,1 0 0,0 0 16,80 0 31,0 0-16,1 0-31,-1 0 0,0 0 16,0 0-16,0 0 15,0 0-15,0 0 0,0 0 0,1 0 16,-1 0-16,0 0 0,0 0 31</inkml:trace>
  <inkml:trace contextRef="#ctx0" brushRef="#br0" timeOffset="141405.82">32342 13836 0,'0'0'16,"-40"0"-1,40 80 1,-40 40 15,-1 41-15,1-1 0,0-160-16,-40 120 31,40-120-31,40 41 0,-80-1 15,-1 0 1</inkml:trace>
  <inkml:trace contextRef="#ctx0" brushRef="#br0" timeOffset="142315.87">32342 14237 0,'0'0'0,"40"0"78,0 0-78,0 0 0,0 0 16,0 0 0,-40-40-16,41 40 0,-1 0 0,0-40 15,0-1 1,0 1 0,-40 0 15,0 0 0,0 0-15,0 0-1,0 0-15,0 0 32,0 80 14,-40 40-30,40-40 0,-40 0-16,40 0 0,-40 0 15,40 1-15,0-1 0,0 0 16,0 0-16,0 0 0,-40 0 0,40 0 16,-41-40-1,41 40-15,-40 0 0,40 1 16,-40-41-1,40 40-15,-40-40 16,40 40 15,-40-40-31,80-40 47,0 0-31,0-1-16,0 41 15,-40-40-15,41 40 0,-41-40 16,40 40-16,0 0 16,0 0 15,-40 40-15,0 0-1,0 1-15,0-1 0,0 0 16,0 0-1,-40 0-15,40 0 0,0 0 16,0 0-16,-40 0 16,40 0-1</inkml:trace>
  <inkml:trace contextRef="#ctx0" brushRef="#br0" timeOffset="142765.84">33104 13996 0,'0'-40'15,"40"40"-15,-40-40 16,0 80 46,-40 0-46,40 0-16,-40 0 16,40 0-16,0 1 0,-40-1 0,40 0 15,-40 0-15,40 40 16,0-40-16,-40 0 0,40 0 0,0 1 0,-40-1 16,40 0-16,0 0 15,0 0 1,40-40-1,0 0 1,0 0-16,0 0 0</inkml:trace>
  <inkml:trace contextRef="#ctx0" brushRef="#br0" timeOffset="143005.84">33144 14477 0,'0'-40'0,"-40"40"0,80 0 62,1 0-46,-1 0-1,0 0-15,-40 40 0,40-40 0,0 0 16</inkml:trace>
  <inkml:trace contextRef="#ctx0" brushRef="#br0" timeOffset="143555.99">33626 14157 0,'0'40'78,"40"-40"-78,-40 40 16,0 0 0,0 0-16,0 0 15,0 0-15,-40 0 16,40 0-16,-40-40 15,40 41-15,-40-41 0,0 0 0,40 40 16,-41-40 0,1 0-16,80 0 62,1 40-31,-1-40-15,0 40-16,0-40 16,0 0 15</inkml:trace>
  <inkml:trace contextRef="#ctx0" brushRef="#br0" timeOffset="144436.76">33104 15159 0,'0'-40'16,"0"0"-1,40 40-15,1 0 16,-1 0 0,0-40-16,0 40 31,-40 40 63,40-40-79,-40 40-15</inkml:trace>
  <inkml:trace contextRef="#ctx0" brushRef="#br0" timeOffset="160585.31">7985 16763 0,'40'0'16,"-80"0"171,80 0-46,0 0-126,1 0 1,-1 0-16,0 41 0,0-41 0,40 0 16,-40 0-16,0 0 0,41 0 15,-41 0-15,40 0 0,0 0 0,-40 0 0,41 0 16,-1 0-16,-40 0 0,40 0 16,-40 0-16,1 0 0,39 0 0,-40 0 0,0 0 15</inkml:trace>
  <inkml:trace contextRef="#ctx0" brushRef="#br0" timeOffset="161115.29">7825 17686 0,'40'0'0,"-80"0"0,120-40 31,-80 0-31,80 40 63,-40 0-63,0 0 0,1 0 15,39 0-15,0 0 16,0 0-16,41 0 0,-41-40 0,40 40 0,1 0 15,-1 0-15</inkml:trace>
  <inkml:trace contextRef="#ctx0" brushRef="#br0" timeOffset="166435.91">10513 17285 0,'40'-40'0,"-40"0"15,-40 40 17</inkml:trace>
  <inkml:trace contextRef="#ctx0" brushRef="#br0" timeOffset="167275.85">10593 17044 0,'0'40'0,"-40"-40"110,0 0-95,40-40 1,-40 40-1,40 80 48,-40-40-63,40 1 16,0-1-16,-80 40 0,80-40 15,0 40-15,0-40 0,-41 41 0,41-1 0,-40-40 16,40 40-16,0 0 15,-40-40-15,40 41 0,0-41 0,-40 40 0,40-40 16,0 0-16,0 0 0,0 0 0,0 0 0,0 1 16,0-1-16</inkml:trace>
  <inkml:trace contextRef="#ctx0" brushRef="#br0" timeOffset="167815.97">11316 17445 0,'0'0'15,"0"40"64,40-40-64,-40 40 1,40-40-16,0 41 15,0-41-15,0 40 0,0-40 0,41 40 0,-41 0 16,40-40-16,0 40 0,1-40 0,-41 40 0,40-40 16,-40 40-16,40-40 0,1 40 15,-41-40-15,0 40 0,0-40 0,40 40 0,0 1 16,-39-41 0</inkml:trace>
  <inkml:trace contextRef="#ctx0" brushRef="#br0" timeOffset="168105.92">11958 17606 0,'-40'-40'15,"80"80"-15,-80-121 0,40 41 16,40 40-16,-40 40 31,40 1-31,-40-1 0,0 200 32,-80-200-32,80 41 0,-81 79 15,81-80-15,-80 41 16</inkml:trace>
  <inkml:trace contextRef="#ctx0" brushRef="#br0" timeOffset="171266.02">13482 17525 0,'-40'0'32,"0"0"14,40-40 111,40 40-142,0 0 1,1-40 0,-1 40-16,0 0 15,0-40-15,0 40 16,0 0-16,0 0 0,0 0 0,1 0 15,-1 0-15,0 0 0,0 0 16,-40 40-16,40-40 16,-40 40-16,40-40 0,-40 40 0,0 1 15,40-41-15,-40 40 0,0 0 16,0 0-16,0 0 0,-40 0 16,40 0-1,-40-40-15,40 40 0,-40 0 0,0-40 0,0 40 16,0-40-16,-1 41 0,1-1 15,0-40-15,0 40 0,0-40 0,0 0 16,40 40-16,40-40 47,-40-40-47,40 40 16,0 0-16,-40-40 15,40 40-15,0 0 16,1 0-16,-1 0 0,0 0 0,0 0 0,40 0 15,-40 0-15,41 0 0,-41 0 0,0 0 0,40 0 16,-40 0-16,40 40 0,-39-40 16,-1 0-16,0 0 0,0 0 15</inkml:trace>
  <inkml:trace contextRef="#ctx0" brushRef="#br0" timeOffset="171856.01">15649 17606 0,'0'0'16,"-40"0"31,0 0-16,80 0 31,0 0-62,0 0 0,1 0 16,-1 0-16,0 0 0,40 0 0,-40 0 0,40 0 16,-39 0-16,39 0 0,-40 40 15,40-40-15,0 0 0,-39 0 0,39 0 0,0 0 16,-40 0-16,0 0 16,41 0-16,-41 0 0,0 0 0,0 0 0,0 0 15,0 0-15,0 0 0,0 0 16,1 0-16</inkml:trace>
  <inkml:trace contextRef="#ctx0" brushRef="#br0" timeOffset="172255.97">16131 17245 0,'0'0'0,"0"40"78,0 40-78,0-40 0,40 0 16,-40 0-16,0 0 0,0 41 15,40-1-15,-40-40 0,0 40 0,0-40 0,0 40 16,40 1-16,-40-41 15,0 40-15,40-40 0,-40 40 0,40-40 0,-40 41 16</inkml:trace>
  <inkml:trace contextRef="#ctx0" brushRef="#br0" timeOffset="175297.66">18779 17245 0,'0'-40'0,"0"-1"31,0 1-15,-40 40 30,40 40-14,-40-40-17,0 0-15,40 41 0,-40-41 16,0 0-16,40 40 0,-41-40 0,1 0 31,0 0-31,40 40 0,-40-40 0,0 0 16,0 0-1,0 0-15,0 40 16,-1-40 0,41 40-16,-40-40 0,40 40 15,-40 0-15,40 0 16,0 0 0,0 1-16,0-1 0,0 0 15,0 0 1,0 0-16,0 0 0,0 0 15,0 0-15,0 0 16,0 0-16,40-40 0,-40 41 0,0-1 31,40-40-31,1 0 0,-41 40 16,40-40-16,0 0 0,0 0 0,-40 40 16,40-40-16,0 0 0,0 0 15,0 0-15,1 0 0,-1 0 0,0 0 16,0 0-1,0 0-15,0 0 0,0 0 0,0 0 16,1 0-16,-1-40 16,-40 0-1,0 0 1,40 40 0,-40-41-16,40 41 0,-40-40 0,40 0 15,-40 0-15,40 0 16,-40 0-16,0 0 0,40 0 15,-40 0 1,0 0-16,0-1 0,-40 41 16,40-40-16,-40 40 15,40-40-15,-40 40 0,0-40 0,0 40 16,40-40-16,-40 0 16,-1 0-1,1 0 1,0 40-1,40-40-15,-40 40 0,0 0 0,40-41 16,-40 41 0,40 41-1,40-41-15</inkml:trace>
  <inkml:trace contextRef="#ctx0" brushRef="#br0" timeOffset="175977.62">20464 17686 0,'0'0'0,"-40"0"32,80 0 46,1 0-63,-1 0-15,0 0 16,0 0-16,0 0 0,0 0 0,40 0 16,-39 0-16,39 0 0,-40 0 0,40 0 0,-40 0 15,0 0-15,41 0 0,-41 0 16,40 0-16,-40 0 0,40 0 0,-39 0 0,39 0 16,-40 0-16,40 0 0,0 0 15,-39 0-15,-1 40 0,0-40 0,40 0 0,-40 0 16</inkml:trace>
  <inkml:trace contextRef="#ctx0" brushRef="#br0" timeOffset="176397.66">21066 17445 0,'0'-40'16,"0"80"-16,-40-120 0,40 0 15,0 40-15,-40 0 31,40-1-15,0 82 15,0-1-31,80 80 32,-80-80-32,0 80 15,40-79-15,-40 119 16,0 81 15,0-161-31,0 80 16,0-120-16</inkml:trace>
  <inkml:trace contextRef="#ctx0" brushRef="#br0" timeOffset="177717.87">23434 17285 0,'0'0'0,"0"-40"32,-40 40 233,0 0-218,-1 0-16,1 0-31,0 0 16,40 40 0,-40-40-1,40 40-15,-40 0 0,0 0 16,0-40-16,40 40 15,-40 0-15,40 0 0,-41-40 0,41 41 0,0-1 16,0 0-16,-40 0 16,40 0-16,0 0 0,0 0 15,0 0-15,0 0 0,0 0 16,40 1 0,-40-1-16,41 0 0,-1 0 31,-40 0-31,40-40 0,0 0 15,0 0-15,-40 40 0,40-40 16,0 0-16,0 0 0,1 0 16,-1 0-1,0 0-15,0 0 16,0 0-16,-40-40 0,40 40 16,-40-40-16,40 40 15,0 0-15,-40-40 0,41 40 16,-41-40-1,40 40-15,-40-40 0,40 40 0,0-41 16,-40 1-16,40 0 16,-40 0-16,0 0 15,0 0-15,0 0 0,0 0 32,0 0-32,0 0 0,0-1 15,0 1-15,0 0 16,0 0-16,-40 40 0,40-40 15,-40 40 1,0 0 0,0-40-16,-1 40 15,1 0-15,0-40 0,0 40 0,0 0 16,0 0-16,80 0 31</inkml:trace>
  <inkml:trace contextRef="#ctx0" brushRef="#br0" timeOffset="180119.37">25159 17365 0,'0'40'0,"-40"-40"0,0 0 62,40 40-46,0-80 187,0 80 609,40-40-327,0 0-470,0 0-15,0 0 16,1 0 0,-1 0-16,0 0 0,0 0 15,0 0-15,0 0 0,0 0 0,1 0 16,-1 0-16,0 0 0,0 0 15,0 0-15,0 0 0,0 0 0,0 0 16,1 0 0,-1 0-16,0 0 15,0 0 1,0 40 0,-40 0-1,40-40 1,-40 41-16</inkml:trace>
  <inkml:trace contextRef="#ctx0" brushRef="#br0" timeOffset="180959.5">25239 17967 0,'-40'0'0,"80"0"157,1 0-142,-1 0-15,0 0 31,0 0-31,0 0 0,0 0 16,0 0-16,1 0 0,-1 0 16,0 0-16,0 0 0,40 0 0,-40 0 0,0 0 15,1 0-15,-1 0 16,0 0-16,0 0 0,0 0 16,0 0-16,-80 0 109</inkml:trace>
  <inkml:trace contextRef="#ctx0" brushRef="#br0" timeOffset="184820.44">26804 17285 0,'0'-40'15,"0"0"157,41 40-172,-1 0 16,0-41 0,0 41-16,0 0 0,0 0 0,0 0 15,0 0-15,1 0 0,-1 0 0,0-40 16,0 40-16,0 0 15,0 0-15,0 0 16,-40 40-16,40 1 16,-40-1-16,0 0 15,0 0 1,0 0-16,0 0 0,0 0 16,0 0-16,0 0 15,0 1-15,0-1 0,-40 0 0,40 0 16,-40 0-16,40 0 0,-40-40 0,40 40 0,-40 0 15,0-40-15,0 40 16,40 0-16,-40-40 0,40 41 0,-41-41 0,41 40 16,-40-40-16,0 40 15,0-40-15,40 40 16,-40-40-16,0 0 16,0 0 15,80 0 31,0 0-46,-40-40-16,40 40 16,0 0-1,0 0-15,0 0 16,1 0-16,-1 0 0,0 0 15,0-40-15,0 40 16,0 0-16,0 0 0,0 0 16,1 0-16,-1 0 15,0 0-15,0 0 0,0 0 0,0 0 16,0 40-16,0-40 0,1 0 16,-1 0-16,0 0 0,0 0 15,0 0-15,0 0 0,0 0 16,0 0-1,1 0-15,-1 0 0,40 0 0,-40 0 16,0 0-16,0 0 0,0 0 16,1 40-16,-1-40 0,0 0 0,0 0 0,0 0 15,0 0-15,0 0 16,0 0-16,1 40 0,-1-40 0,0 0 16,0 0-16,0 0 15,-80 0 63,0 0-46,40-40 155</inkml:trace>
</inkml:ink>
</file>

<file path=ppt/ink/ink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08T16:41:05.681"/>
    </inkml:context>
    <inkml:brush xml:id="br0">
      <inkml:brushProperty name="width" value="0.05292" units="cm"/>
      <inkml:brushProperty name="height" value="0.05292" units="cm"/>
      <inkml:brushProperty name="color" value="#FF0000"/>
    </inkml:brush>
  </inkml:definitions>
  <inkml:trace contextRef="#ctx0" brushRef="#br0">1645 1884 0,'0'-40'16,"40"40"0,0-40-1,1 0 1,-1 0 234,0 40-250,40-40 16,0 40-1,-40 0-15,1 0 0,-1 0 0,0 0 16,0 0-16,0 0 15,0 40-15,0 0 0,0-40 0,1 40 16,-1 0-16,0-40 0,0 40 16,-40 0-16,40 1 0,-40-1 0,40 0 0,-40 0 15,40 0 1,-40 0-16,0 0 0,0 0 0,0 0 16,-40-40-16,40 41 0,-40-1 0,0-40 15,40 40-15,-40-40 0,0 40 16,80-80 15,0 0-15,-40 0-1,40 40-15,-40-41 0,40 1 0,0 40 0,-40-40 16,40 0-16,1 40 0,-41-40 0,40 0 16,0 0-16,0 0 15,0 0-15,-40-1 0,40 1 0,0 0 0,-40 0 16,40 0-16,1 0 0,-41 0 15,40 0-15,0 0 0,-40 0 0,40 40 16,-40-41-16,40 41 16,0-40-16,0 40 15,0 0 1,-40 40-16,41-40 0,-41 41 16,0-1-16,0 40 0,40-80 15,-40 40-15,0 0 16,0 0-16,0 0 0,0 0 0,0 0 15,-81 1-15,81-1 16,0 0-16,0 0 0,0 0 0,0 0 16,0 0-1,0 0-15,0 0 0,81 1 16,-81-1-16,40-40 0,-40 40 0,40-40 16,0 40-16,0-40 0,0 40 15,1-40-15</inkml:trace>
  <inkml:trace contextRef="#ctx0" brushRef="#br0" timeOffset="270.04">4133 1965 0,'0'0'15,"-40"-41"1,80-39 15,121 0-15,39 0 0,-39 40-1,-81 40 1</inkml:trace>
  <inkml:trace contextRef="#ctx0" brushRef="#br0" timeOffset="459.95">4454 2366 0,'0'0'16,"-40"40"-16,-40 0 15,40-40 1,80 0 15,0 0-31,-40-40 0,80 40 16,-40 0-16,0 0 15,0-40-15,1 40 0,-1 0 0,0 0 16,0-40-16</inkml:trace>
  <inkml:trace contextRef="#ctx0" brushRef="#br0" timeOffset="729.98">5778 1523 0,'-40'41'31,"0"-1"-31,40 40 15,0 120 1,0 41 15,0-40-15,0-81-16</inkml:trace>
  <inkml:trace contextRef="#ctx0" brushRef="#br0" timeOffset="1339.92">6942 1844 0,'0'0'0,"-40"0"0,0 0 16,40-40-16,-41 0 15,41 0 1,0 80 31</inkml:trace>
  <inkml:trace contextRef="#ctx0" brushRef="#br0" timeOffset="1559.97">6942 2807 0,'-80'80'16,"80"-40"-16,-41 40 31,-39 121-15,-80 80-1,79-121 1,41-40 0</inkml:trace>
  <inkml:trace contextRef="#ctx0" brushRef="#br0" timeOffset="6011.95">9189 1764 0,'0'-40'0,"-40"40"0,40-40 15,-40 40 17,40 40 124,0 40-141,0-40-15,0 0 0,0 0 16,0 1 0,0-1-16,0 0 0,0 0 0,0 0 15,40-40-15,-40 40 16,0 0-16,40-40 0,0 0 16,0 0-1,0 0-15,0-40 0,1 40 16,-1-40-16,40 40 0,-40-80 0,0 80 0,0-40 15,0 0-15,1-1 0,-1 1 16,0 0-16,0 0 0,-40 0 0,40 0 16,-40 0-1,-40 0 17,40 80-1,0 0-31,0 0 15,0 0-15,0 0 0,-40 0 0,40 0 0,0 1 16,-40 39-16,40-40 0,-40 0 16,40 40-16,0-40 0,0 0 0,-41 41 0,41-41 15,0 0-15,0 40 16,-40-40-16,40 0 0,0 40 0,0-39 0,0-1 16,0 40-16,0-40 0,-40 0 15,40 40-15,0-40 0,-40 1 0,40 39 0,-40-40 16,40 40-16,-40-40 0,0 0 0,0 40 0,-1-39 15,1-1-15,0 0 16,0 0-16,0 0 0,-40 0 0,40 0 0,-1 0 16,1-40-16,0 40 0,0-40 15,0 41-15,40-82 32,40-39-32,-40 40 0,40 0 15,-40 0-15,40 0 0,0 0 16,1 0-16,-1-41 0</inkml:trace>
  <inkml:trace contextRef="#ctx0" brushRef="#br0" timeOffset="6422">10674 1764 0,'0'-40'0,"-41"40"15,82 40-15,-122-80 0,81 0 0,-40 40 16,0 0-16,0 80 15,0-80-15,40 40 0,-40 0 0,0 0 0,-1 0 16,41 1 0,0-1-16,-40 120 15,0-120-15,40 0 0,0 0 16,0 41-16,0-41 0,0 160 31,0-160-31,40 0 0,-40 1 0,81-1 16,-81 0-16,160 0 15,-120 0-15,0-40 0,0 0 16,41 0-16</inkml:trace>
  <inkml:trace contextRef="#ctx0" brushRef="#br0" timeOffset="6651.92">11155 2285 0,'0'-40'15,"0"80"-15,0-120 16,0 120 0,-40-40-16,40 40 15,0 1-15,0-1 0,0 0 16,0 0-16,0 0 0,0 0 0,0 0 16,0 0-1,0 0-15,0 0 0,0 1 0,0-1 16,0 0-16,40-40 0,-40 40 15</inkml:trace>
  <inkml:trace contextRef="#ctx0" brushRef="#br0" timeOffset="6971.9">11797 1804 0,'0'-40'0,"0"80"0,0-40 31,40 0-31,41 201 16,-81-161-16,40 40 15,-40-40-15,0 0 0,40 0 16,-40 0-16,0 1 0,0 39 0,0-40 0,0 80 31,-40-40-31,40-40 0,-81 1 0,81-1 0,-40 0 16,0 0-16,0 0 0,0 0 16</inkml:trace>
  <inkml:trace contextRef="#ctx0" brushRef="#br0" timeOffset="7251.89">12519 2285 0,'0'0'16,"0"-40"0,41 0-1,-1 40-15,40-40 32,-40 0-32,0 40 0,0 0 0,0 0 0,1 0 15,-1 0-15,0 0 0,40-40 16</inkml:trace>
  <inkml:trace contextRef="#ctx0" brushRef="#br0" timeOffset="7441.94">12881 2646 0,'-81'40'31,"162"-80"-31,-81 80 16,160-80-1,81 40 1,-41 0 0</inkml:trace>
  <inkml:trace contextRef="#ctx0" brushRef="#br0" timeOffset="11973.05">14285 2085 0,'0'40'734</inkml:trace>
  <inkml:trace contextRef="#ctx0" brushRef="#br0" timeOffset="14614.03">14566 2165 0,'-40'0'0,"40"-40"47,-40 40 0,80 0 15,0 0-46,0 0 15,0 80 0,-40-40-31,0 0 0,40 1 16,-40-1-16,0 0 16,0 0-16,0 0 0,0 0 0,0 0 15,-40 0-15,40 0 0,-40-40 0,40 40 16,-40-40 0,40 41-16,-40-41 0,0 0 15,40-41 32,0 1-31,0 0-16,0 0 15,40 0-15,-40 0 16,40 0-16,0 0 0,0 40 16,0-40-16,0 0 15,1-1-15,-1 41 0,0-40 0,0 0 16,0 40-16,0-40 0,0 0 15,0 40-15,-40-40 0,41 40 0,-41-40 16,0 0 0,40 40-16,-40-40 0,-40 40 47,40 40-47,-41 0 15,1 0 1,40 0-16,-40 0 0,40 0 0,-40 0 15,40 0-15,-40-40 0,0 41 16,40-1-16,-40-40 0,40 40 0,0 0 0,-40-40 16,40 40-16,0 0 0,0 0 0,0 0 15,40-40 1,-40 40-16,40-40 0,-40 40 0,80-40 16,-40 0-16,0 0 15,0 0-15</inkml:trace>
  <inkml:trace contextRef="#ctx0" brushRef="#br0" timeOffset="14994.01">16131 1804 0,'0'0'0,"-80"-40"16,-1 40 15,81 80-31,-80 0 16,80-39-16,-40-1 0,0 80 15,0 81 16,40-1-15,80 41 0,40-41-1,1-79 17,-41-121-32</inkml:trace>
  <inkml:trace contextRef="#ctx0" brushRef="#br0" timeOffset="15343.99">17014 2125 0,'0'0'0,"-81"-40"0,41 40 31,0 40-15,0 0-16,0 121 15,0-121-15,40 40 32,0-40-32,0 80 15,40-120-15,-40 40 0,40-40 16,40 0 0,0-80 15,-80-40-16,0 80-15,-40-40 16,0 80-16,0-41 16,0 1-1,0-40 1</inkml:trace>
  <inkml:trace contextRef="#ctx0" brushRef="#br0" timeOffset="15614.04">17335 2005 0,'0'0'0,"0"-40"0,120-1 32,-80 41-32,0 0 0,0 0 15,-40 41 1,40 159-1,-40 1 1,0-121 0,41 120-1,-122-39 1,81-121 0</inkml:trace>
  <inkml:trace contextRef="#ctx0" brushRef="#br0" timeOffset="16243.94">18378 2526 0,'0'0'16,"40"-40"-16,0-40 15,0 80-15,-40-40 0,40 0 16,41-81 0,-81 1 15,0-41-15,-81 41-1,81 80 16,0 160-15,0 81 0,0 40-1,0 39 17,0-240-32,41 121 15,-41-121-15,0 0 16,0-80 15,0 0-15,40 0-16,-40 0 0,40 40 15,-40-41 1,40 1-16,0 40 0,-40-40 0,40 40 16,0-40-16,0 40 15,1 0-15,-1 0 16,-40 40-1,0 0 1,0 0-16,0 1 16,40-1-16,-40 0 0,0 0 15,40 0-15,0-40 0,-40 40 16,40-40-16,-40 40 16,40-40-16,-40 40 0,40-40 0,1 0 15,-1 0-15</inkml:trace>
  <inkml:trace contextRef="#ctx0" brushRef="#br0" timeOffset="16533.95">20023 2125 0,'0'-80'15,"0"160"-15,0-240 31,-40 160-31,0 40 16,0 120 0,0 41-1,40-1 17,80-39-17,0-41 1,-40-120-1</inkml:trace>
  <inkml:trace contextRef="#ctx0" brushRef="#br0" timeOffset="16773.98">20424 2285 0,'0'0'15,"0"41"17,0 79-17,40 40 1,1 41 0,-1-81 15,0-120-31,-40 40 0</inkml:trace>
  <inkml:trace contextRef="#ctx0" brushRef="#br0" timeOffset="17053.96">20946 2045 0,'80'0'16,"-40"0"-16,-40 40 0,40 40 15,41 121 17,-81 39-17,-81 1 1,-119-81 15,160-120-31</inkml:trace>
  <inkml:trace contextRef="#ctx0" brushRef="#br0" timeOffset="19925.32">21708 2606 0,'40'0'109,"1"0"-93,-1 0-16,0 0 0,0 0 0,40 0 0,-40 0 16,1 0-16,39 0 15,-40 0-15,40 0 0,-40 0 0,0 0 0,41 0 0,-41 0 16,0 0-16,0 0 15,40 0-15,-80-40 0,40 40 0,1 0 0,-1 0 16,-40-40-16,40 40 0</inkml:trace>
  <inkml:trace contextRef="#ctx0" brushRef="#br0" timeOffset="20155.36">22350 2406 0,'-40'0'16,"80"0"-16,-120-40 16,40 40-16,0 0 31,40 40-31,0 0 0,0 0 16,0 0-16,0 0 15,0 0-15,0 0 0,0 0 0,0 1 16,0-1-16,0 0 15,0 0-15</inkml:trace>
  <inkml:trace contextRef="#ctx0" brushRef="#br0" timeOffset="20785.34">22992 2606 0,'41'-40'16,"-82"80"-16,82-120 0,39 40 16,-40 40-16,0-40 0,0 40 15,40 40 16,-80 0-31,81 80 16,-81-80-16,0 1 0,0-1 16,-81 120-1,1 41 1,80-161 0,-40-40-1,0 0-15,40-40 16,40 40-1,40-121 1,81-39 15,-1-41-15,-39 41 0,-81 80-1,-40 120 16,-40-40-15,-81 160 0,41 1 15,40 39-15,40-39-1,201-41 1,-81-80-1</inkml:trace>
  <inkml:trace contextRef="#ctx0" brushRef="#br0" timeOffset="21045.26">24597 2406 0,'-40'-80'15,"80"160"-15,-80-201 0,0 121 32,0 41-32,40-1 15,-40 40 1,0-40-16,0 120 16,40-120-16,0 41 0,-40 39 15,40-80-15,0 40 16,0-40-16,0 121 15,40-121 1</inkml:trace>
  <inkml:trace contextRef="#ctx0" brushRef="#br0" timeOffset="21295.25">24918 2526 0,'0'0'0,"0"-40"0,0 80 31,0 0-15,-40 121-1,40-1 1,-40-120-1,40 0-15,-40 40 16</inkml:trace>
  <inkml:trace contextRef="#ctx0" brushRef="#br0" timeOffset="21645.23">25320 2486 0,'0'0'0,"40"-40"31,-40 80-16,0 160 1,0-119-16,40 79 31,-40-120-31,0 40 0,0-39 0,0 39 16,0-40-16,-40 40 0,40-40 0,-40 40 16,0-40-16,40 1 0,-41-1 15,1 40-15,0-80 0</inkml:trace>
  <inkml:trace contextRef="#ctx0" brushRef="#br0" timeOffset="24416.41">25641 2887 0,'40'0'234,"0"0"-234,-40-40 0,40 40 0,-40-40 16,40 40-1,-40-40-15,40 40 0,-40-40 0,41-1 0,-41 1 16,40 40-16,-40-40 16,0 0-16,40 40 0,-40-40 15,0 0 1,-40 40 31,40 40-32,0 0 1,0 0-16,0 0 0,-40 0 0,40 1 16,0-1-16,0 0 15,0 0-15,0 0 0,0 0 0,0 0 0,0 0 0,0 0 16,0 41-16,0-41 16,0 0-16,0 0 0,-41 0 0,41 0 0,0 40 15,-40-40-15,40 1 0,-40-1 0,40 0 16,0 0-16,0 0 15,0-80 32,40 0-31,0 0-16,-40 0 0,41-1 0,-1 1 16,-40 0-1,40 40-15,-40-40 0,40 0 0,-40 0 16,40 40-16,-40-40 0,40 40 0,-40-40 15,40 40-15,0 0 16,-40-40-16,0 80 31,0 0-31,0 40 16,0-40 0,41 0-16,-41 0 0,0 0 15,0 1-15,40-41 0,-40 40 16,0 0-1,40-40-15,-40 40 0,40-40 16</inkml:trace>
  <inkml:trace contextRef="#ctx0" brushRef="#br0" timeOffset="24756.41">26925 2486 0,'0'-40'16,"0"80"-16,-40-80 31,40 80-31,-81 80 31,81-80-31,-40 161 16,0-161-16,40 0 0,0 161 16,0-161-16,0 160 31,0-160-31,0 41 0,40-1 16,0-40-1,1-40-15</inkml:trace>
  <inkml:trace contextRef="#ctx0" brushRef="#br0" timeOffset="25136.45">27326 2887 0,'0'-40'16,"0"80"-16,80-80 15,-40 40-15,1 40 32,-1 0-32,-40 121 31,40-1-15,-40-120-1,-121 0 1,81 0-16,-80-40 15,80 0-15,0 0 16,0-40-16,-1-120 31,41 120-31,0-121 16,0 121-16,0 0 16,41 40-16,-1 0 15,0 0 1</inkml:trace>
  <inkml:trace contextRef="#ctx0" brushRef="#br0" timeOffset="25426.48">27928 2767 0,'0'40'16,"0"0"-16,0 0 15,0 0-15,0 0 0,0 161 32,0-161-32,0 0 0,-40 120 15,40-120-15,-40 161 16,0-161-16,40 0 0,0 40 15,-41-80-15,1 41 32,0-41-32</inkml:trace>
  <inkml:trace contextRef="#ctx0" brushRef="#br0" timeOffset="25706.5">28650 3328 0,'40'0'15,"-80"0"-15,80-40 0,0 40 16,41-40-1,39 0 17,41 0-17,-81 0-15</inkml:trace>
  <inkml:trace contextRef="#ctx0" brushRef="#br0" timeOffset="25966.48">28971 2807 0,'0'0'16,"-40"0"-16,40 40 15,-40 120 16,40-79-31,0-41 0,-40 160 32,40-160-32,0 0 0,-40 81 15,40-81-15,-40 120 16</inkml:trace>
  <inkml:trace contextRef="#ctx0" brushRef="#br0" timeOffset="31148.21">17254 5253 0,'0'0'15,"40"-40"95,-40 0-110,41 40 31,-41-40-31,40 40 0,0 0 0,0 0 16,-40-40-16,40 40 0,0 0 0,0 0 15,0 0-15,1 0 16,-1 40-16,0 0 16,0 0-16,-40 0 15,0 40-15,0-39 0,0-1 0,0 40 0,0 0 16,0-40-16,-40 40 15,40-40-15,-40 41 0,40-41 0,-40 0 0,40 0 16,-41 0-16,41 0 0,-40-40 0,40 40 16,-40-40-1,40-40 1,0 0 0,0 0-16,40 0 0,-40 0 0,40 40 0,1-40 15,-1 0-15,0-41 0,-40 41 16,40 0-16,0 0 0,0 0 0,0 0 0,0 0 15,1 0-15,-1 40 16,0-40-16,0-1 0,0 1 0,0 40 0,-40-40 16,40 0-16,1 40 0,-41-40 0,40 0 0,0 0 15,0 0 1,0 0-16,-40-1 16,0 82 15,-40-41-16,40 40-15,-40-40 0,40 40 0,-80 0 0,80 0 16,-41 0-16,1-40 0,40 40 0,-40 0 0,0 0 16,40 1-16,-40-1 15,40 0-15,0 0 0,-40 0 0,40 0 16,0 0-16,0 0 16,40-40-16,-40 40 0,80 0 0,-40 1 15,0-41-15,41 40 16,-41-40-16,0 40 0,40-40 0,-40 0 0,41 0 15,-1 0-15,-40 0 0</inkml:trace>
  <inkml:trace contextRef="#ctx0" brushRef="#br0" timeOffset="31438.27">19662 4892 0,'0'-80'15,"0"160"-15,0-200 0,40 80 16,-80 40 0,40 40-1,-201 160 1,121 81 0,40-40 15,40-41-16,40-79 1,40-81 0</inkml:trace>
  <inkml:trace contextRef="#ctx0" brushRef="#br0" timeOffset="31818.26">19943 5213 0,'40'-120'16,"-80"240"-16,80-280 0,40 79 15,-40 81-15,0 0 16,41 0 0,-81 41-16,80 119 15,-80-120-15,0 0 0,0 161 16,-80 79 15,-41-119-15,81-161-1,40-40 1,121-81 15,79 41-15,-160 40-16,121 40 15,-121 0-15,0-40 0,0 40 16,0 0-16,0 0 0,1 0 0,-1 0 16,0 0-1,-40-40-15</inkml:trace>
  <inkml:trace contextRef="#ctx0" brushRef="#br0" timeOffset="32068.16">21147 4852 0,'-41'-40'16,"82"80"-16,-82 0 62,82-40-62,-41 40 0,0 41 0,40-41 16,-40 40-16,0-40 0,0 40 15,0 0-15,0-39 0,0 39 0,0 0 0,0-40 16,0 40-16,-40-40 0,40 41 0,0-41 0,-41 0 16,41 0-16,-40 0 15,40 0-15</inkml:trace>
  <inkml:trace contextRef="#ctx0" brushRef="#br0" timeOffset="35520.04">21909 5414 0,'-40'0'0,"40"40"15,40-40 329,0-40-328,0 40-16,0-81 15,1 41-15,-1 0 16,-40 0-16,40 0 0,0 0 16,-40 0-16,0 0 15,40 0-15,-40-1 0,0 1 16,0 0-16,0 0 16,-40 40 46,40 40-46,0 0-1,-40-40 1,40 40-16,0 1 0,0-1 0,-40-40 0,40 40 16,0 0-16,-40 0 0,40 0 0,0 0 0,0 0 15,-41 0-15,41 1 0,0-1 16,-40 0-16,40 0 0,0 0 0,0 0 0,-40 0 15,40 0-15,0 0 16,0 0-16,0 1 0,0-1 0,-40 0 0,40 0 16,0 0-16,0 0 15,0 0 1,0-80 31,0 0-32,40 0 1,-40 0 0,40 40-16,-40-40 0,40 40 0,1-40 15,-1-1 1,0 41-16,-40-40 0,40 40 0,-40-40 16,40 40-16,0-40 0,0 40 31,0-40-31,1 40 15,-1 40 1,-40 0 0,0 0-1,40-40-15,-40 40 0,0 1 0,40-1 16,-40 0-16,0 0 0,40-40 16,-40 40-16,40 0 15,0 0 1,0-40-1</inkml:trace>
  <inkml:trace contextRef="#ctx0" brushRef="#br0" timeOffset="39612.3">23996 4852 0,'0'0'0,"0"80"125,-41-80-110,1 0-15,40 40 16,-40-40-16,40 41 16,-40-41-16,40 40 0,-40 0 15,0 0 1,40 0-16,-40 0 0,0 0 15,40 0-15,0 0 0,0 1 0,0-1 16,-41 0 0,41 0-16,0 0 0,0 0 0,0 0 0,0 0 15,0 0-15,0 0 0,0 1 16,41-1-16,-41 0 0,40 0 0,-40 0 0,40-40 16,0 40-16,0 0 15,0-40-15,0 0 0</inkml:trace>
  <inkml:trace contextRef="#ctx0" brushRef="#br0" timeOffset="39872.28">24437 5614 0,'0'0'0,"-40"0"0,40-40 15,40 40 48,0 0-63,0 0 16,0 0-16,0 0 15,1 40-15,-1-40 0,0 0 0</inkml:trace>
  <inkml:trace contextRef="#ctx0" brushRef="#br0" timeOffset="40132.25">25320 5253 0,'0'-40'0,"0"80"0,0-120 31,-40 40-31,40 80 15,0 0 1,0 0 0,0 0-16,0 0 0,0 41 0,0-41 15,0 0-15,0 0 0,0 0 16,0 0-16,-41 0 0,41 0 0,0 0 0,0 1 16,0-1-16,0 0 15,0 0-15,0 0 0,0 0 16</inkml:trace>
  <inkml:trace contextRef="#ctx0" brushRef="#br0" timeOffset="40462.32">25882 5053 0,'0'-40'15,"0"80"-15,0-121 0,40 41 16,-40 80 0,40-40-1,-40 41-15,0 199 16,0-200-16,0 41 0,0-41 15,0 80-15,-40-40 0,-41 121 16,41-161-16,0 40 0,0-40 16,-40 40-1,0-40-15,-81 41 0</inkml:trace>
  <inkml:trace contextRef="#ctx0" brushRef="#br0" timeOffset="41542.18">11356 7258 0,'40'0'0,"0"0"125,40 0-109,-40 0-16,1 0 0,-1-40 0,0 40 15,0-40-15,40 40 0,-40-40 16,0 40-16,1 0 0,39 0 0,-40-40 0,0 40 15,0 0-15,40 0 0,-39 0 0,-1 0 0,0 0 16</inkml:trace>
  <inkml:trace contextRef="#ctx0" brushRef="#br0" timeOffset="41822.21">11677 7980 0,'0'0'15,"-40"40"-15,-41-40 16,162 0-1,-1-40 1,-40 40-16,40 0 0,-40-40 16,41 40-16,-1-40 0,0 40 0,0-40 0,1 40 15</inkml:trace>
  <inkml:trace contextRef="#ctx0" brushRef="#br0" timeOffset="49654.1">13523 7138 0,'0'0'0,"0"40"234,-41-40-234,1 40 16,40 0-16,-40 1 16,40-1-16,-40 0 0,40 0 15,0 0-15,-40 0 16,40 0-16,0 0 0,0 0 0,-40 1 0,40-1 16,0 0-16,-40 0 0,40 0 15,0 0-15,0 0 0,-40 0 0,40 0 0,0 0 16,0 1-1,0-1-15,0 0 0</inkml:trace>
  <inkml:trace contextRef="#ctx0" brushRef="#br0" timeOffset="55782.93">13683 8020 0,'0'-40'328,"0"0"16,40 40-328,-40-40-16,40 40 0,-40-40 0,40 0 15,1 0 1,-41 0-16,40 40 16,-40-40-16,40 40 15,-40-40-15,40 40 0,-40-41 0,40 41 0,0-40 16,-40 0-16,40 40 0,0-40 15,-40 0-15,41 40 0,-1-40 0,-40 0 0,40 40 16,-40-40-16,40 40 0,-40-40 0,40 40 0,-40-41 16,0 82 62</inkml:trace>
  <inkml:trace contextRef="#ctx0" brushRef="#br0" timeOffset="56272.9">13763 7579 0,'0'40'125,"40"-40"-125,-40 41 0,0-1 0,0 0 0,41 0 16,-41 0-1,0 0-15,40 0 0,-40 0 0,40-40 0,0 40 16,-40 0-16,40 1 0,0-41 16,-40 40-16,40-40 0,-40 40 0,40-40 0,1 0 15,-1 40 1,0-40-16,0 0 0,0 0 15</inkml:trace>
  <inkml:trace contextRef="#ctx0" brushRef="#br0" timeOffset="56732.88">15047 7419 0,'0'0'0,"-40"0"15,0 0 17,40 40-32,0 0 15,-40-40-15,40 40 16,0 0-16,0 0 15,0 1-15,0-1 0,0 0 0,0 0 16,0 0-16,0 0 0,0 0 0,0 0 16,0 0-1,0 0-15,0 1 0,40-1 16,-40 0-16,40-40 16,-40 40-16</inkml:trace>
  <inkml:trace contextRef="#ctx0" brushRef="#br0" timeOffset="57212.75">16452 7900 0,'-40'0'15,"80"0"17,0 0-1,0 0-31,0 0 0,0-40 16,0 40-1,1 0-15,-1 0 0,0 0 0,0 0 0,0 0 16,0 0-16,0 0 0,0 0 15,41 0-15,-41 0 0,0 0 0,0 0 0,0 0 16,0 0-16,0 0 0,1 0 0,-1 0 0,0 0 16,0 0-1,0 0-15,0 0 16</inkml:trace>
  <inkml:trace contextRef="#ctx0" brushRef="#br0" timeOffset="57552.82">16973 7539 0,'0'0'0,"0"80"47,-40 1-15,40-41-32,0 0 0,0 0 15,0 0-15,0 0 0,0 0 16,0 40-16,0-39 0,0-1 0,0 0 0,0 0 15,0 0-15,0 0 0,0 0 0,0 0 16,40 0-16,-40 1 16</inkml:trace>
  <inkml:trace contextRef="#ctx0" brushRef="#br0" timeOffset="62744.3">18017 7419 0,'40'0'219,"0"0"-204,0 0 1,0 0-16,-40 40 16,40 0-1,1 0-15,-41 0 16,40-40-16,-40 40 15,40 1-15,-40-1 16,0 0 0,0 0-16,0 0 0,0 0 15,0 0-15,0 0 0,-40-40 0,40 40 0,0 0 16,-40-40-16,40 41 0,-41-1 16,1 0-16,40 0 0,-40 0 15,0-40 1,40 40-16,-40-40 0,40 40 0,0-80 62,0 0-62,0 0 16,40 40 15,0 0-15,0 0-1,0 0-15,1 0 0,-1 0 16,0 0-16,0 0 16,0 0-16,0 40 0,0 0 15,0 0-15,1 0 0,-1-40 0,0 40 16,0 1 0,0-41-16,-40 40 15</inkml:trace>
  <inkml:trace contextRef="#ctx0" brushRef="#br0" timeOffset="63224.27">19301 7619 0,'0'0'16,"0"41"15,0-1-15,40 0-1,-40 0-15,40-40 0,0 0 0,0 40 16,0-40-16,1 40 15,-1-40-15,0 40 0,0-40 0,40 40 0,-40-40 16,0 40-16,41-40 0,-41 0 16,0 40-16,0-40 0,0 41 0,0-41 0,0 0 15,1 40-15,-1-40 0,-40 40 16,40-40 0</inkml:trace>
  <inkml:trace contextRef="#ctx0" brushRef="#br0" timeOffset="63484.25">20184 7539 0,'-41'0'16,"1"0"-16,40 40 15,-40-40-15,0 40 0,40 1 0,-40-41 16,0 40-16,0 0 16,0 0-16,-1 0 0,1 0 0,0-40 0,40 40 15,-40 0-15,0 0 0,0 0 0,40 1 0,-40-1 16,40 0-16,-40 0 0,40 0 16,-41 0-16,41 0 0,0 0 0,-40 0 0</inkml:trace>
  <inkml:trace contextRef="#ctx0" brushRef="#br0" timeOffset="69917.2">21066 7700 0,'0'-40'156,"40"40"-140,1 0-16,-41-41 15,40 41-15,0 0 32,0 0-32,0 0 31,0 0-15,0 0-1,-40 41 1,0-1-1,40 0-15,-40 0 16,0 0-16,0 0 0,-40 0 16,40 0-16,0 0 15,-80 0-15,40 1 16,40-1-16,-40 0 16,0-40-16,40 40 0,-40 0 31,-1-40-16,41 40 1,-40-40 0,40 40 31,0-80-16,40 40-16,-40-40 1,41 40-16,-1-40 0,0 40 0,0 0 16,0 0-16,0 0 15,0 0-15,0 0 0,1 0 0,-1 0 0,0 40 16,0-40-16,0 40 16,0-40-16,0 0 0,0 0 15,-40 40-15,41-40 16,-1 0-1,-40 40-15,40-40 0</inkml:trace>
  <inkml:trace contextRef="#ctx0" brushRef="#br0" timeOffset="70507.5">22752 8181 0,'-40'0'16,"-1"0"15,82 0 79,-1 0-110,0 0 15,0 0-15,0 0 16,0 0-16,0 0 0,0 0 0,41 0 0,-41 0 15,0 0-15,0 0 0,0 0 0,0 0 0,0 0 16,1 0-16,-1 0 0,0 0 16,0 0-16,0 0 0,0 0 0,0 40 15,0-40-15,1 0 16</inkml:trace>
  <inkml:trace contextRef="#ctx0" brushRef="#br0" timeOffset="70857.47">23153 7900 0,'0'40'93,"0"0"-93,0 0 0,0 1 16,0-1-16,0 0 0,0 40 0,0-40 0,0 0 16,0 40-16,0 1 15,0-41-15,0 40 0,0-40 0,0 40 0,0-40 16,0 41-16,0-41 0,0 0 16,0 0-16,0 40 0,0-40 0</inkml:trace>
  <inkml:trace contextRef="#ctx0" brushRef="#br0" timeOffset="73168.08">25159 7900 0,'-40'0'16,"40"40"250,-40-40-251,0 40 1,0-40 31,0 0 78,-1 0-110,1 0 1,0 40 0,0-40-16,0 0 15,40 41-15,-40-41 16,0 40-16,0-40 15,40 40 1,-41-40-16,1 0 0,40 40 16,-40-40-16,40 40 0,-40-40 0,40 40 15,0 0 1,0 0-16,0 0 0,0 1 0,0-1 16,40 0-16,-40 0 0,40-40 15,-40 40-15,40 0 0,1 0 0,-1-40 0,0 40 16,0-40-16,0 40 15,0 0-15,0-40 0,0 0 0,41 41 0,-41-41 16,0 40-16,0-40 0,0 0 0,0 0 0,0 0 16,1 0-16,-1 0 0,0 0 15,0 0-15,0 0 0,0-40 0,0 40 0,1 0 16,-1 0 0,0-41-16,0 41 0,0-40 0,0 0 15,0 0-15,0 0 16,-40 0-16,41 40 0,-41-40 0,0 0 15,0 0 1,0 0-16,0-1 16,0 1-16,0 0 0,-41 40 15,41-40-15,0 0 16,0 0-16,-40 40 16,40-40-1,-40 40-15,40-40 0,0 0 16,-40 40-1,0-41 1,0 41-16,0 0 16,0 0-16,-1 0 15,41-40-15,-40 40 0,0 0 16,0 0-16,0 0 16,0 0-16,0 0 0,-1 0 15,-39 0-15,40 40 16,0-40-16,0 0 0,0 0 0,0 41 0,-1-41 15,1 0-15,0 0 0,0 40 16,0-40-16,0 0 0</inkml:trace>
  <inkml:trace contextRef="#ctx0" brushRef="#br0" timeOffset="76048.68">12319 9424 0,'0'0'0,"0"40"0,40-40 157,0 0-142,0 0 1,0 0-16,0 0 0,1 0 0,39 0 16,-40 0-1,0 0-15,0-40 0,0 40 0,0 0 16,1 0-16,-1-40 0,0 40 15,0 0-15,0 0 0,0 0 0,0 0 0,0-40 16,1 40-16,-1 0 16</inkml:trace>
  <inkml:trace contextRef="#ctx0" brushRef="#br0" timeOffset="76368.66">12600 10066 0,'-81'40'15,"162"-80"-15,-202 80 0,81 0 16,0-40-16,80 0 15,0 0 17,0 0-32,1 0 0,-1 0 0,0 0 15,0 0-15,0 0 0,40 0 0,1 0 0,-41-40 16,40 40-16,0 0 0,-40 0 16,41 0-16,-1 0 0,0-40 0,0 40 0</inkml:trace>
  <inkml:trace contextRef="#ctx0" brushRef="#br0" timeOffset="76948.63">14847 9544 0,'0'0'0,"0"-40"0,-40 40 0,0 0 0,-1 0 16,41-40 0,-40 40-16,40 40 31,0 0-15,0 1-16,0-1 0,0 0 0,0 0 15,0 0-15,0 0 16,0 0-16,0 0 0,0 0 0,0 1 15,0-1-15,0 0 16,0 0-16,0 0 0,-40 0 0,40 0 0,0 0 16,0 0-16,0 0 0,0 1 0,0-1 15</inkml:trace>
  <inkml:trace contextRef="#ctx0" brushRef="#br0" timeOffset="77228.61">15328 10226 0,'0'0'16,"-40"0"-16,120 0 31,1 0-16,-41 0-15,0 0 16,0-40-16,0 40 0,40 0 0,-39 0 0,39 0 16,-40-40-16,40 40 0,-40 0 0,41 0 0,-41-40 15,40 40-15,-40 0 16,40 0-16,-40 0 0,1-40 0,-1 40 0,0 0 16,0 0-16</inkml:trace>
  <inkml:trace contextRef="#ctx0" brushRef="#br0" timeOffset="77468.62">15850 9785 0,'0'0'0,"-40"0"0,0 0 0,40 40 15,-81 40 1,41-39-1,0-1-15,0 80 16,40-80-16,0 0 0,0 0 16,0 0-16,0 0 0,40 41 31,-40-41-31,40 0 0</inkml:trace>
  <inkml:trace contextRef="#ctx0" brushRef="#br0" timeOffset="78338.55">17776 9745 0,'0'0'0,"-40"0"15,40 40-15,-40-40 0,0 0 16,-1 40-16,1-40 16,0 40-16,0 0 15,0-40-15,40 41 0,-80-1 16,40 0-16,-1-40 0,41 40 15,-40-40-15,40 40 0,-40-40 16,40 40-16,-40-40 0,0 80 16,80-80 31,0 0-32,0 0-15,0 0 0,1 0 0,-1 0 16,40 0-16,-40 0 0,0 0 15,0 0-15,41 0 0,-41 0 0,0 0 0,0 0 16,0 0-16,0 0 16,0 0-16,0 0 0,1 0 0,-1 0 0,0 0 15,0 0-15,0 0 0,0 0 0,0 0 16</inkml:trace>
  <inkml:trace contextRef="#ctx0" brushRef="#br0" timeOffset="78608.52">17896 9825 0,'-40'-40'16,"80"80"-16,-120-80 15,80 80-15,0 0 31,0 0-31,0 121 16,0-81-16,0-40 0,0 80 16,80 81-1,-40-161-15,41 80 32,-41-120-32,0 41 0</inkml:trace>
  <inkml:trace contextRef="#ctx0" brushRef="#br0" timeOffset="78938.58">19421 10146 0,'0'0'0,"40"0"32,0 0-17,161 0 1,0-40 15,-1 40-15,-119 0-16</inkml:trace>
  <inkml:trace contextRef="#ctx0" brushRef="#br0" timeOffset="79248.48">19542 10667 0,'-41'41'15,"82"-82"-15,-41 82 31,0-82-15,40 41-16,80 0 16,-80 0-16,81 0 31,-81 0-31,40 0 16,-40 0-16,0 0 15,0 0-15,0 0 0,1 0 0,-1 0 0</inkml:trace>
  <inkml:trace contextRef="#ctx0" brushRef="#br0" timeOffset="80228.42">21628 9946 0,'0'-41'16,"-40"41"0,40 41 93,0-1-109,0 0 16,0 0-16,0 0 0,0 0 15,0 0-15,0 0 0,0 0 16,0 0-1,0 1-15,0-1 0,0 0 16,0 0 0,40-40-16,0 0 78,-40-40-63,40 40 1,-40-40-16,40 40 16,1 0-16,-1 0 15,0 0-15,0 0 16,0 0-16,0 0 0,0 0 31,1 0-31,-1 0 31,-40 40-15,40 0-16,-40 0 0,40 0 16,-40 0-1,0 0-15,40 0 0,-40 1 16,0-1-16,0 0 16,0 0-16,0 0 0,0 0 15,-40-40 1,40 40-16,-40-40 0,0 0 15,0 0 1,-1 0-16,1 0 0,0 0 0,0 0 0,0 0 16,0-40-16,-41 40 0,41 0 0,0 0 0,0 0 15,0-40 1,0 40-16,0 0 0,40-40 16</inkml:trace>
  <inkml:trace contextRef="#ctx0" brushRef="#br0" timeOffset="80868.39">21748 10026 0,'-40'0'31,"40"-40"0,-40 40-31,0-40 31,0 40-15,0 0 31,40 40-47,40-40 78,0 0-78,0 0 0,0 0 16,0 0-16,41 0 0,-41-40 0,40 40 0,0 0 15,1 0-15,-1-41 16,0 41-16,0 0 0,1-40 0,-1 40 0,0 0 16,-40 0-16,41 0 0,-1 0 15,-40 0-15,0 0 0,0 0 0,0 0 0,0 0 16,1 0-1,-82 0 1,1 0 47,0 0-63,40 40 15,-40-40-15</inkml:trace>
</inkml:ink>
</file>

<file path=ppt/ink/ink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27:42.152"/>
    </inkml:context>
    <inkml:brush xml:id="br0">
      <inkml:brushProperty name="width" value="0.05292" units="cm"/>
      <inkml:brushProperty name="height" value="0.05292" units="cm"/>
      <inkml:brushProperty name="color" value="#FF0000"/>
    </inkml:brush>
  </inkml:definitions>
  <inkml:trace contextRef="#ctx0" brushRef="#br0">3488 1607 0,'-39'0'0,"0"-40"0,39 1 15,-39 39 1,39-39-1,39 39 1,-39-39-16,39 39 63,-39-39-63,-39 39 203,0 0-188,0 0 1,-1 0 0,1 0 30,0 0-14,0 0-1,39 39-31,-39-39 0,-1 0 16,40 39-16,-39-39 0,0 0 0,39 39 15,-39-39-15,39 39 16,-39-39-16,-1 40 0,1-40 15,39 39-15,-39-39 16,39 39-16,-39-39 0,39 39 0,0 0 16,-39-39-16,39 40 0,0-1 15,-39 0-15,39 0 16,-40-39-16,40 39 16,-39 1-1,39-1-15,0 0 16,0 0-1,-39 0-15,39 1 0,0-1 0,0 0 0,0 0 16,-39 0-16,39 0 16,0 1-16,0-1 0,0 0 0,0 0 0,0 0 15,0 1-15,0-1 0,0 0 0,0 0 16,0 0 0,39-39-16,-39 40 0,39-40 0,-39 39 0,39-39 15,-39 39-15,40-39 0,-1 39 16,0-39-16,0 39 0,0-39 0,0 40 0,40-40 15,-40 39-15,39-39 16,-38 0-16,-1 39 0,39-39 0,-39 0 0,1 0 0,-1 0 16,0 0-16,0 0 15,0 0-15,1 0 0,-1 0 0,0 0 0,0-39 16,0 0-16</inkml:trace>
  <inkml:trace contextRef="#ctx0" brushRef="#br0" timeOffset="400.05">4233 2155 0,'0'-39'16,"0"78"-16,39-117 16,1 78-16,-1 0 15,0 0 1,-39 39-16,0 0 15,39 79 1,-39-79-16,0 79 16,0-79-16,0 0 0,0 118 15,39-40 1,-39-77-16,0 156 16,0-157-16</inkml:trace>
  <inkml:trace contextRef="#ctx0" brushRef="#br0" timeOffset="650.03">4390 1567 0,'0'0'0,"-39"-39"0,-79 0 16,79 39-16,-39 0 31,78 39-15,39 0-16</inkml:trace>
  <inkml:trace contextRef="#ctx0" brushRef="#br0" timeOffset="1139.93">5096 2155 0,'-40'0'15,"40"-39"1,-39 39-16,39-39 0,79 39 16,-1 0-16,-39 0 0,0 0 15,1 0-15,-1 39 0,0-39 16,0 39-16,0 1 0,1-1 0,-40 39 0,0-39 15,0 0-15,0 40 0,0-40 16,0 0-16,0 40 0,-40-40 0,40 0 0,-39 0 16,39 0-16,-39 1 15,39-1-15,-39 0 0,0 0 0,39 0 16,0-78 0,0 0-16,39 0 15,-39-40-15,39 40 0,0 0 0,0 0 0,-39 0 16,40-40-16,-1 40 15,0 0-15,0 0 0,0-1 0,1 1 0,-1 0 16,0 0-16,0 0 0,0 0 16,1 39-16,-1-40 0,0 1 0,0 0 0,39 39 15,-38-39-15,-1 0 0,0 39 0,0-40 16,0 40 0,1 0-16</inkml:trace>
  <inkml:trace contextRef="#ctx0" brushRef="#br0" timeOffset="2629.86">6899 2273 0,'-79'0'0,"79"-39"16,-39 0-16,0 39 15,39-40-15,-39 40 0,-1 0 16,40 40 0,-39-1-16,0 0 0,39 0 15,0 0-15,0 0 16,-39-39-16,39 40 0,0-1 0,0 0 0,0 0 15,0 0-15,0 1 0,0-1 16,0 0-16,0 0 0,0 0 0,39 1 16,0-1-1,0-39-15,1 39 0,-1-39 16,0 0-16,0 0 0,-39-78 0,39 78 16,1 0-16,-40-40 0,39 40 15,0 0-15,0-39 0,-39 0 0,39 39 16,-39-39-16,0 0 15,40 39-15,-40-40 0,39 1 0,-39 0 16,0 0 0,0 0-16,39 39 15,-39-40-15,0 80 32,0-1-32,-39 0 15,39 0 1,0 0-16,0 1 0,-39-1 0,39 0 0,0 0 15,0 0-15,0 1 0,0-1 16,0 0-16,39 0 0,-39 0 0,39 1 0,0-1 16,-39 0-16,39-39 15,1 0-15,-1 0 0,0 0 16,0 0-16,0-39 0,40 39 0,-40-39 0,0-1 0,0 40 16,40-39-16,-40 0 15,0 0-15,-39 0 0,39 39 0,-39-40 0,40 1 16,-40 0-1,39 39-15,-39-39 0,0 78 47,0 0-47,0 0 16,0 1-16,0-1 16,0 0-16,0 0 0,39 0 15,-39 1-15,39-40 16,-39 39-16,39-39 0,1 0 15,-1 0-15,0-39 16,0-40-16,0 79 0,1-39 16,-1 0-16,-39-40 0,39 40 15,-39 0-15,39-39 0,0 38 0,-39-38 0,40 0 16,-40-1-16,0 40 0,39-39 0,-39-1 0,0 40 16,0-39-16,0 39 15,0-1-15,0 1 0,0 0 0,0 0 0,0 0 31,-39 39-31,39 78 16,0-39 0,0 0-16,0 1 0,-40-1 0,40 0 0,0 39 15,0-38-15,0-1 0,0 39 0,0-39 16,0 0-16,0 40 0,0-40 16,0 0-16,0 0 0,40 1 0,-40 38 0,0-39 15,39 0-15,0 1 16,-39-1-16,39 0 0,0 0 0,1-39 0,-40 39 15,78 1-15,-39-40 16,0 0-16,1 0 0,-1 39 0,39-39 0,-39 0 16,1 0-16,38-79 15,-39 79-15,0-39 0,0 39 0,1-39 0,-1 39 16,39-78-16,-39 78 0,-39-40 0,40 40 16,-40-39-16,39 0 15,-39 0-15,0 0 0,0-1 16,0 1-16,0 0 15,0 0-15,-39 0 0,-1 39 32,40 39-32,-39-39 15,39 39-15,-39-39 0,39 39 0,0 0 0,-39 1 16,39-1 0,0 0-16,0 0 0,0 0 15,0 1 1,39-40-16,0 0 31,0 0-31,1-40 0,-1 1 16,0 0-16,-39 0 15,0 0-15,39-1 0,-39 1 0,0 0 16,0 78 15,0 0-15,0 1-1,0-1-15,79 0 0,-79 0 16,39 0 0,0-39-16,-39 40 0,39-40 0,0 0 15,-39 39-15,40-39 0,-1 0 0,-39 39 0,39-39 16,0 0-16,0 0 16,1 0-16</inkml:trace>
  <inkml:trace contextRef="#ctx0" brushRef="#br0" timeOffset="2959.75">9995 2547 0,'-39'-117'15,"78"234"-15,0-313 16,40 196-16,-1 39 31,-39 40-31,40 117 31,-40-118-31,0 40 32,-39-79-32,0 0 15,0-78 1,0 0 0,0 0-16,0-1 0,0 1 0,0 0 0,0 0 15,0 0-15,39-1 0,-39 1 16,79 0-16,-79 0 0,39 0 0,0 39 0,0-40 15,1 40-15,-1-39 16,0 39-16,0 0 0,0-39 0,1 39 0,-1 0 16,0 0-16,0 0 0</inkml:trace>
  <inkml:trace contextRef="#ctx0" brushRef="#br0" timeOffset="3899.69">12543 1607 0,'0'-40'16,"-39"40"31,39 40-47,-39-40 16,39 39-16,-40-39 0,40 39 15,-39 0-15,0 0 0,0 1 0,0-1 0,39 0 16,-39 0-16,-1 0 15,1 1-15,0 38 0,0-39 0,39 0 0,-39 1 16,39 38-16,0-39 0,0 0 16,0 0-16,0 40 0,0-40 0,39 0 0,-39 0 15,39 1-15,0-1 0,0 0 0,40 0 0,-40-39 16,0 39-16,0-39 16,40 40-16,-40-40 0,0 0 0,39 0 0,-38 0 15,38 0-15,-39 0 0</inkml:trace>
  <inkml:trace contextRef="#ctx0" brushRef="#br0" timeOffset="4309.74">13523 2195 0,'78'-40'15,"-156"80"-15,196-80 0,-1 80 32,-78-40-32,1 39 0,-1-39 0,0 39 0,-39 0 15,39 0-15,-39 0 0,0 1 0,0-1 0,0 0 16,0 0-16,0 0 0,0 1 16,-39-1-16,39 0 0,-39 0 0,39 0 0,-39-39 15,39 40-15,-40-40 16,40 39-16,-39-39 0,0 0 15,0 0 1,39-79 0,0 40-16,0-196 15,0 196-15,39-40 16,-39 40-16,39 39 0,0-78 31,-39 39-31,40 39 0,-40-39 16,39 39-16,0 0 15</inkml:trace>
  <inkml:trace contextRef="#ctx0" brushRef="#br0" timeOffset="4719.64">14503 2195 0,'39'0'0,"-78"0"0,117 0 16,-78 39-1,40-39 1,-40 39-16,0 39 16,-40 1-1,1-40 1,39 0 15,39-117-15,1 38-1,77-38 1,-78 39-16,1 39 16,-1 0-16,0-39 15,0 39-15,-39 39 0,39-39 0,1 117 32,-40 1-17,0-79-15,0 118 16,0-118-16,0 0 15,0 1-15,0 38 16,0-39-16</inkml:trace>
  <inkml:trace contextRef="#ctx0" brushRef="#br0" timeOffset="5089.62">15640 2351 0,'0'-39'15,"0"78"-15,39-78 0,0 0 16,-39 78 0,0 39-1,0-38-15,0-1 16,0 0-16,0 0 0,0 0 0,0 1 15,0-1-15,0 0 16,0 0-16,39-39 0,-39 39 0,39-39 16,1 0-1,-1 0-15,-39-39 16,39 39-16,-39-39 0,39 39 0,-39-39 0,39 0 16,-39-1-16,40 1 15,-40 0-15,39 0 0,-39 0 0,39-1 16,-39 1-16,39 39 15,-39-39-15,39 39 0,1 0 32,-1 0-32</inkml:trace>
  <inkml:trace contextRef="#ctx0" brushRef="#br0" timeOffset="5419.6">16737 2390 0,'39'40'16,"1"-40"-16,-1 0 0,-39 39 16,39-39-16,0 39 15,-39 0-15,39 0 0,-39 1 16,0-1-16,0 0 0,-39-39 16,39 39-16,-39-39 0,39 39 15,-39-39-15,0 40 0,-1-40 0,1 0 16,0 0-1,0 0-15,0 0 0,39-40 16,-40 40-16,40-39 0,0 0 16,0 0-16,0 0 0,40-1 15,-40 1-15,39 39 0,-39-39 0,39 39 0,-39-39 16,39 39-16,0 0 16,1 0-1,-1 0 1,-39 39-16,39-39 0</inkml:trace>
  <inkml:trace contextRef="#ctx0" brushRef="#br0" timeOffset="5709.67">17482 1999 0,'-39'-79'15,"78"158"-15,-78-197 16,0 157 15,39 40-31,0-40 16,-40 0-16,40 0 0,0 0 16,0 1-16,0-1 0,-39-39 0,39 39 0,0 0 15,0 0-15,0 0 16,0 1-16,0-1 0,0 0 0,0 0 0,0 40 15,0-40-15,0 0 0,0 0 16,0 0-16,0 1 0</inkml:trace>
  <inkml:trace contextRef="#ctx0" brushRef="#br0" timeOffset="6359.55">17835 2430 0,'0'-40'15,"39"40"-15,0 0 16,-39 40 0,0-1-16,0 0 0,0 0 15,0 0-15,0 1 0,0-1 16,0 0-16,39 0 0,1-39 15,-40 39-15,39-39 16,0 0-16,0 0 16,0-39-1,1 39-15,-40-39 0,39 0 0,-39 0 16,39 39-16,0-40 0,0 1 0,-39 0 16,40 39-1,-40 39 16,0 0-31,0 1 0,39-40 16,-39 39-16,39 0 16,-39 0-16,39-39 0,0 39 15,1-39-15,-1 0 0,0 0 16,0-39-16,0 0 16,0 0-16,-39 0 0,40-1 0,-40 1 15,0 0-15,0 0 16,0 0-16,39-40 0,-39 40 0,0-39 0,0 39 15,0-1-15,0 1 0,0-39 16,0 39-16,0-1 0,0 1 0,0 0 16,0 0-1,0 78 17,0 0-32,-79 0 15,79 1-15,0-1 0,0 0 0,0 0 0,0 0 16,0 1-16,0-1 15,0 0-15,0 0 0,0 0 0,0 0 0,0 1 16,0-1-16,0 0 0,0 0 16,0 0-16,40 1 0,-40-1 0,0 0 15,39-39-15,-39 39 0</inkml:trace>
  <inkml:trace contextRef="#ctx0" brushRef="#br0" timeOffset="6819.53">18775 2273 0,'0'0'0,"79"-39"32,-40 39-32,0 0 15,0 0-15,1 0 0,-1 0 0,0 0 0,0 0 16,0 0-16,1 0 0,-1-39 16,0 39-16,0 0 0,0 0 0,-39-40 46,0 1-30,0 0 0,0 78 15,0 0-31,0 1 16,0-1-16,0 0 15,0 0-15,0 0 0,0 0 0,0 1 16,-39-1-16,39 0 15,0 0-15,-39 0 0,39 1 0,0-1 16,0 0-16</inkml:trace>
  <inkml:trace contextRef="#ctx0" brushRef="#br0" timeOffset="6989.51">19324 1881 0,'-39'-39'0,"78"78"0,-78-117 0,0 78 0,39-40 16</inkml:trace>
  <inkml:trace contextRef="#ctx0" brushRef="#br0" timeOffset="7393.79">19873 2116 0,'-39'0'16,"78"0"-16,-78 39 0,0 1 31,-1-1-31,40 0 0,0 0 0,-39 0 16,39 118-1,0-118-15,39 79 16,1-118-16,-1 39 31,0-39-31,39-39 16,-38-40-1,-1-77 1,-39 77 0,0 40-16,0-39 15,0 39-15,-39 39 0</inkml:trace>
  <inkml:trace contextRef="#ctx0" brushRef="#br0" timeOffset="7763.86">20383 2116 0,'0'0'0,"0"39"0,39-39 16,0 40-1,0-1-15,0 0 16,1 0-16,-1 0 0,0 0 15,-39 1-15,0-1 16,0 0-16,0 0 0,0 0 16,39-39 15,-39-39-15,39 39-16,40-39 0,-40 0 15,0 0-15,0 39 0,1 0 16,-40 39 15,0 39-15,0-39-16,0 1 0,0-1 0,0 0 0,0 0 15,0 0-15,0 1 0,-40-1 0,40 0 0,0 0 16,-39 0-16,39 1 16,0-1-16</inkml:trace>
  <inkml:trace contextRef="#ctx0" brushRef="#br0" timeOffset="18498.54">3057 3566 0,'-39'0'0,"78"0"343,0 0-327,1-39 0,-1 39-16,0-39 0,0 39 15,0 0-15,1 0 16,-1-39-16,0 39 0,0 0 0,40 0 0,-40 0 15,0 0-15,0-39 0,0 39 16,1 0-16,-1 0 0,0 0 0,0 0 16,0 0-16,1 0 0,-1 0 0,-39 39 15,39-39-15,0 0 16,0 0-16,1 0 0,-1 39 0,0-39 0,0 0 16,0 0-16,1 0 0,38 0 15,-39 0-15,0 0 0,1 0 0,-1 0 0,0 0 16,0 0-16,0 0 15,1 0-15,-1 0 0,0 0 0,0 0 16,0 0-16,1 0 16,-1 0-1,0 0-15,0 0 0,0 0 16,1 0-16,-1 0 16,0 0-16,0 0 0,0 39 0,1-39 0,-1 0 15,0 0-15,0 0 16,0 0-16,-39 39 0,40-39 0,-1 0 15,0 40 1,0-40-16,0 0 16,1 0-16,-1 39 0,0-39 0,0 0 15,0 0-15,1 0 0,-1 0 16,0 0-16,0 0 0,0 0 0,0 0 0,1 0 16,-1 0-16,0 0 15,0 0-15,0 0 0,1 0 0,-1 0 0,0 39 16,0-39-16,0 0 15,1 0-15,-1 0 0,-39 39 0,39-39 16,0 0-16,0 0 0,1 0 0,38 0 0,-39 0 16,0 0-16,40 0 15,-40 0-15,39 0 0,1 0 0,-40 0 0,39 0 16,1 0-16,-1 0 0,1 0 16,-40 39-16,39-39 0,1 0 0,-40 0 0,39 0 15,-39 0-15,1 0 16,38 0-16,-39 40 0,0-40 0,40 0 0,-40 0 15,0 0-15,0 0 0,1 0 16,-1 0-16,39 0 0,-39 0 0,40 0 0,-1 0 16,1 0-16,-1 0 0,0 0 0,1 0 0,-1 0 15,1 0-15,-40 0 16,39 0-16,0 0 0,-38 39 0,-1-39 0,0 0 16,0 0-16,0 0 0,1 0 15,-1 0-15,0 0 0,0 0 0,-39 39 0,39-39 16,1 0-16,-1 0 15,0 0-15,0 0 0,0 0 0,1 0 0,-1 0 16,39 0-16,-39 0 0,40 0 0,-40 0 0,39 0 16,-38 0-16,38 0 0,-39 0 15,40 0-15,-40 0 0,0 0 0,39 39 0,-38-39 16,-1 0-16,39 0 16,-39 0-16,1 0 0,-1 0 0,39 0 0,-39 0 15,1 0-15,38 0 0,-39 0 16,40 0-16,-40 0 0,0 0 0,39 0 0,-38 0 15,-1 39-15,39-39 16,-39 0-16,40 0 0,-40 0 0,39 0 0,1 0 16,-1 0-16,-39 0 0,40 0 0,-1 0 0,-39 0 15,40 0-15,-40 0 0,39 0 16,-39 0-16,1 0 0,-1 0 0,0 0 0,39 0 16,-38 0-16,-1 0 15,0 0-15,0 0 0,0 0 0,40 0 0,-40 0 16,0 0-16,0 0 0,1 0 15,-1 0-15,0 0 0,0 0 0,0-39 0,1 39 16,-1 0-16,0 0 0,0 0 0,0 0 16,1-39-16,38 39 15,0 0-15,-38 0 0,-1 0 16,0 0-16,0 0 0,40 0 16,-40 0-16,0 0 0,0 0 0,0 0 0,1 0 15,38 0-15,-39 0 16,0 0-16,1 0 0,-1 39 0,0-39 0,0 0 15,0 0-15,1 0 16,-1 0-16,0 0 0,0 0 0,0 0 16,1 0-16,-1 0 0,0 0 0,0 0 0,40 0 15,-40 0-15,0 0 16,39 0-16,-38 0 0,38 0 0,-39 0 0,0 0 16,40 0-16,-40 0 0,0 0 15,0 0-15,1 0 0,-1 0 0,0 0 16,0 0-1,0 0-15,0 0 0,1 0 16,-1 0-16,0-39 16,0 39-16,0-39 15,1 39-15,-1 0 0,0 0 0,0 0 0,0-39 16,1 39 0,-1 0-16,0 0 0,0 0 15,0 0 1,1 0-1,-1 0 1,0 0-16,0 0 0,0 0 0,1 0 16,-1-40-16,0 40 0,39 0 0,-38 0 0,-1 0 15,39 0-15,-39 0 0,40 0 16,-40 0-16,0 0 0,0 0 0,1 0 0,-1 40 16,0-40-16,0 0 15,0 0-15,1 0 0,-1 0 0,0 0 16,0 0-16,0 0 0,1 0 15,-1 0-15,0-40 0,39 40 0,-38 0 0,-1 0 16,0 0-16,0 0 0,0 0 0,1 0 0,-1 0 16,0-39-16,0 39 15,0 0-15,1 0 0,-1 0 16,0 0 0,0 0-1,0 0 1,1 0-16,-1 0 0,0 0 15,0 0-15,0 0 0,1 0 16,-1 0-16,0 0 0,0 0 16,0 0-16,1 0 0,-1 0 15,0 0 1,0 0-16,0 0 16,0 0-16,1 0 15,-1 0-15,0 0 0,0 0 0,0 0 16,1 0-16,-1 0 15,0 0-15,0 0 0,0 0 0,1 0 0,-1 0 16,0 0-16,0 0 0,0 0 16,1 0-1,-1 0-15,0 0 16,0 0 0,0 0-16,1 0 0,-1 0 0,0 0 15,0 0-15,0 0 0,1 0 16,-1 0-16,0 39 0,0-39 0,0 0 0,1 0 15,-1 0-15,0 0 16,0 0-16,0 40 0,1-40 0,-1 0 16,0 0-16,0 0 0,0 0 15,1 0 1,-1 0-16,0 0 0,0 0 16,-39-40-16,39 40 15,1 0-15,-1 0 31,0 0 110,0 0-125,0 0-16,1 0 0,-1 0 15,0 0-15,0 0 16,0 0-16,1 0 0,-1 40 16,-78-40 202,-1 0-202,1-40-16,0 40 0</inkml:trace>
  <inkml:trace contextRef="#ctx0" brushRef="#br0" timeOffset="23103.23">1215 5997 0,'0'0'0,"-39"0"0,0 0 0,39-40 16,39 40 15,0 0 1,-39 40-1,0-80 78,39 40-93,-39-39-16,39 39 15,-39-39-15,40 39 16,-1-39-16,0 0 0,0 39 16,0 0-16,1-40 0,38 1 15,-39 39-15,0-39 0,1 39 0,-1 0 16,0-39-16,0 39 16,0 0-16,1-39 0,-1 39 0,39 0 0,-39 0 15,1 0-15,-1 0 16,0 0-16,-39 39 0,39-39 0,-39 39 0,39-39 15,-39 39-15,0 0 0,40 1 0,-40-1 16,0 0-16,0 0 16,0 0-16,0 1 0,-40-1 0,40 0 0,-39 39 15,39-38-15,-78 38 0,39-39 16,-1 40-16,1-1 0,0-39 0,0 0 0,-40 40 16,40-40-16,0 0 15,0 0-15,0 1 0,-1-1 0,1 0 16,0-39-1,39 39-15,0-78 32,39 39-32,-39-39 15,39 0-15,1-40 0,-1 79 0,0-78 16,0 78-16,0-39 0,1-1 16,-1 1-16,0 0 0,0 0 0,40 0 0,-40-1 15,0-38-15,39 39 16,-38 0-16,-1-1 0,0 1 0,0 39 0,0-39 15,1 0-15,-40 0 0,39-1 0,-39 1 0,39 0 16,-39 0-16,39 39 0,-39-39 16,39-1-16,-39 1 15,40 39-15,-40-39 0,-40 39 63,40 39-48,-39 0-15,0-39 0,39 40 16,0-1-16,-39-39 0,0 39 0,39 0 0,-40 0 16,40 1-16,-39-1 0,0 0 15,39 0-15,-39 0 0,0 1 0,39-1 16,-40 0-16,40 0 16,-39 0-16,39 1 0,-39-1 0,39 0 0,0 0 15,0 0-15,0 1 16,39-40-16,0 39 0,1-39 15,-1 0-15,0 0 16,0 0-16,0 0 0,40 0 0,-40 0 0,0 0 16,0 0-16,1 0 0,-1 0 0,0 0 15</inkml:trace>
  <inkml:trace contextRef="#ctx0" brushRef="#br0" timeOffset="23333.23">2861 6624 0,'39'0'0,"-39"39"63,0 0-63,40 0 15,-40 1-15,0-1 16,0 0-16,0 0 0,0 0 0,0 1 0,0-1 15,0 39-15,0-39 0,-79 40 16,79-40-16,0 0 0,0 0 0,0 1 0,-39-40 16,39 39-16</inkml:trace>
  <inkml:trace contextRef="#ctx0" brushRef="#br0" timeOffset="23773.24">3998 5605 0,'-39'39'16,"78"-78"-16,-157 117 15,79-39-15,0-39 0,39 39 16,-39-39-16,39 40 0,-39-1 15,-1 0-15,40 0 0,0 0 0,0 1 16,0 156 0,0-157-16,79 157 15,-40-157-15,-39 0 0,39 0 16,-39 1-16,39-40 16,1 39-16,-1 0 0,0-39 0</inkml:trace>
  <inkml:trace contextRef="#ctx0" brushRef="#br0" timeOffset="24253.16">4351 6075 0,'39'-78'16,"-78"156"-16,117-156 15,-39 78-15,1 0 16,-40 39-16,78 39 31,-78-39-31,39 40 16,0-40-16,1 0 16,-40 0-16,39-39 0,-39 40 31,0-80-16,0-38-15,39-79 32,-39 118-32,39 0 0,0-40 31,-39 40-31,40 39 0,-1 0 0,-39-39 16,117 78-1,-38 118 16,-40-118-31,-39 118 16,0-118-16,0 0 0,0 1 0,0-1 0,0 0 16,0 0-1,0 0-15</inkml:trace>
  <inkml:trace contextRef="#ctx0" brushRef="#br0" timeOffset="24513.2">5644 5840 0,'0'0'0,"40"0"0,-1-39 16,0 39-16,39 0 15,79 156 16,-118-77-31,-39-40 0,39 79 16,-39-79-16,0 0 0,0 0 16,0 0-16,0 1 15,-39 77-15,0-78 16,0 1-16,-39-1 16</inkml:trace>
  <inkml:trace contextRef="#ctx0" brushRef="#br0" timeOffset="25303.08">7251 5918 0,'-39'-39'15,"0"39"-15,0-39 16,39 0 15,0 78 16,0 0-47,0 0 0,0 0 0,-39 1 16,39-1-16,0 0 15,-40 0-15,40 0 0,0 1 0,0-1 16,0 0-16,0 0 0,0 0 16,0 1-16,0-1 0,0 0 0,0 0 15,0 0 1,0 1-16,0-1 0,0 0 0,-39-39 15</inkml:trace>
  <inkml:trace contextRef="#ctx0" brushRef="#br0" timeOffset="25933.14">7212 5840 0,'0'-39'31,"0"-1"-31,0 1 32,0 78 30,39-39-46,-39 40-16,40-40 15,-1 0 95,0 0-95,-39 39 1,39-39-16,0 39 16,1 0-16,-1 0 0,0 1 15,0-40-15,0 39 16,1 0-16,-1 0 0,0 0 0,0 1 0,0-1 16,1 0-16,-1 0 0,0 0 15,0 1-15,0-1 0,1 0 0,-1-39 0,-39 39 16,39-39-16,0 39 15,0-39-15,1 0 0</inkml:trace>
  <inkml:trace contextRef="#ctx0" brushRef="#br0" timeOffset="26293.02">8388 5997 0,'0'0'16,"-39"0"-16,0-79 15,39 40 1,0 78 15,0 40-31,0-40 16,0 0-16,0 0 15,0 0-15,0 40 0,0-40 0,0 39 0,0-38 16,0-1-16,0 39 0,0-39 16,0 1-16,0-1 0,0 39 0,0-39 0,0 1 15,0-1-15,0 39 16,0-39-16</inkml:trace>
  <inkml:trace contextRef="#ctx0" brushRef="#br0" timeOffset="29012.95">8741 5722 0,'-39'-39'31,"78"78"-31,-78-117 16,39 39-16,0-1 15,0 1 16,-39 39-15,39-39 0,-79 0-1,40 39-15,-39-78 32,38 78-32,-38-40 15,78 1-15,-78 0 16,38 0-1,1 0-15,0 39 32,0-40-17,0 40-15,39-39 16,-40 39-16,1 0 16,0 0-1,-39 0 1,-1 0-1,40 0-15,0 0 16,0 0-16,-1 0 31,1 0-15,0 39 0,0-39-16,-40 0 31,40 40-31,0-40 0,0 0 0,-40 0 15,79 39 1,-39-39 0,39 39-16,-78 0 31,39-39-31,-1 39 16,1 1-1,0-1 16,0-39-31,0 39 16,-1 0-16,1-39 16,-39 78-1,-1 1 17,40-40-17,39 0 1,0 0-16,0 1 15,0-1 17,-39 0-32,39 0 15,0 0-15,0 1 16,0-1 0,0 0-1,0 0 16,0 0-15,39-39-16,-39 40 16,0-1-16,0 0 15,0 0-15,0 0 32,39-39-32,-39 40 0,40-40 15,-40 39-15,0 0 16,39-39-1,0 39-15,-39 0 32,39-39-32,-39 40 15,0-1 1,39-39-16,-39 39 16,40-39-1,-40 39-15,0 0 31,39-39-31,-39 40 16,0-1 0,39-39-1,-39 39-15,39-39 0,-39 39 0,39-39 16,-39 39-16,40-39 16,-1 40-1,0-40 1,-39 39-16,39-39 15,-39 39-15,39-39 16,-39 39-16,40-39 16,-1 0-16,-39 39 0,39-39 15,0 0 1,0 40-16,1-40 16,-1 0-16,0 0 15,0 0 16,-39 39-31,39-39 16,1 0-16,-1 0 16,0 0-16,0 0 15,0 0-15,1 0 16,-1 0 0,0 0-16,0 0 15,0 0 1,1 0-16,-1 0 0,0 0 15,0 0-15,0 0 16,-39-39 0,40 39-16,-40-40 15,39 40-15,0-39 16,0 39-16,0 0 16,1 0-1,-40-39-15,39 39 16,-39-39 15,39 39-31,0-39 31,0 39-31,-39-40 0,40 40 16,-1 0-16,-39-39 16,0 0-16,39 39 15,-39-39 1,39 0 15,0-1-15,-39 1-16,40 0 15,-1 39 1,-39-39-16,39 39 0,-39-39 16,39 39-1,-39-40-15,0 1 16,0 0-1,0 0 1,39 39-16,-39-39 0,40-1 16,-40 1-16,0 0 15,0 0-15,0 0 16,0-1 0,0 1-16,0 0 15,0 0 1,0 0-1,0-1-15,0 1 16,0 0 0,0 0-1,0 0 1,0-1-16,-40 40 16,40-39-1,0 0 16,0 0-15,0 0 15,0-1-15,-39 40-16,39-39 16,-39 39-16,39-39 46,-39 39-30,0 0 0,39-39-16,-40 0 47,1 0-32,39-1 1,-39 40-1,39-39-15,-39 39 0,0 0 16,39-39-16,-40 39 0,1 0 16,39-39-1,-39 39-15,0 0 0,0 0 16,-1 0 0,1-39-16,0 39 0</inkml:trace>
  <inkml:trace contextRef="#ctx0" brushRef="#br0" timeOffset="34882.51">9917 5879 0,'-39'0'0,"39"39"0,-40-39 0,40-39 78,0 0-16,0 0-46,40 39 15,-1-40-31,0 40 0,0-39 16,0 39-16,1 0 16,-1-39-16,0 39 0,0 0 15,0 0 1,1 39-16,-40 0 15,39-39-15,-39 79 0,0-40 0,0 0 16,0 0-16,0 1 0,0-1 16,-39 0-16,39 0 0,0 0 0,0 1 0,-40-1 15,40 0-15,0 0 16,-39 0-16,39 1 0,-39-1 0,39 0 16,0 0-1,0 0-15,-39-39 0,39 40 0,-39-1 16,39-78 46,39 39-62,-39-40 16,0 1 0,39 0-16,0 0 0,0 0 0,1-1 0,-1 40 15,-39-39-15,39 0 0,0 0 16,-39 0-16,39-1 0,1 1 0,-40 0 15,39 39-15,-39-39 0,39 0 0,0-1 16,0 1 0,-39 0-16,40 39 0,-40-39 0,0 0 15,39 39 1,-39-40-16,0 1 16,0 78 46,0 1-46,-39-40-1,39 39-15,0 0 0,-40-39 16,1 39-16,0 0 16,39 1-16,-39-1 0,0 0 0,39 0 0,-40-39 15,40 39-15,-39 1 16,39-1-16,0 0 0,0 0 0,0 0 15,0 1-15,39-1 16,1-39 0,-1 39-16,0-39 15,0 0-15,-39 39 16,39-39-16,1 0 0,-1 0 0,0 0 16</inkml:trace>
  <inkml:trace contextRef="#ctx0" brushRef="#br0" timeOffset="35402.49">11054 6467 0,'0'0'0,"-40"0"16,80-39 31,-1 39-47,0-39 0,0 39 16,0 0-16,1 0 15,-1 0-15,0 0 16,-39 39-16,39-39 0,-39 39 0,0 0 15,0 0 1,0 1-16,0-1 0,-39 0 16,39 0-1,-39-39-15,39 39 0,-39-39 0,39 40 0,-40-40 16,40 39 0,-39-39-16,78 0 46,-39-39-46,79 39 0,-79-40 16,39 40-16,0-39 16,0 39-16,-39-39 0,40 39 0,-1 0 31,-39-39-31,39 39 0,0 0 16,0 0-16,1 0 15</inkml:trace>
  <inkml:trace contextRef="#ctx0" brushRef="#br0" timeOffset="35872.51">12347 5801 0,'0'0'0,"-39"0"0,0 0 0,0 0 31,-40-40-15,1 197 0,-1 39 15,40-39-16,39-79-15,0 1 32,39-40-32,40 0 15,-40-39-15,0 0 16</inkml:trace>
  <inkml:trace contextRef="#ctx0" brushRef="#br0" timeOffset="36432.55">12504 6075 0,'0'-39'15,"0"0"-15,39 39 32,0 0-17,0 0-15,1 0 16,-1 0-16,-39 39 16,39-39-16,-39 39 15,0 0-15,0 0 0,0 1 0,0-1 0,0 0 16,0 0-1,0 0-15,0 1 0,0-1 0,0 0 32,0-78-17,0 0 1,0-1-16,0 1 16,0 0-16,0 0 0,39 39 0,-39-39 15,0-1 1,39 1-16,1 39 0,-1-39 0,0 39 15,0-39-15,0 39 0,1 0 16,-1 0-16,0 0 16,0 39-16,-39 0 15,0 0 1,0 1-16,39-1 0,-39 0 16,0 0-16,0 0 15,0 1-15,40-1 0,-40 0 16,39-39-16,-39 39 15,0 0-15</inkml:trace>
  <inkml:trace contextRef="#ctx0" brushRef="#br0" timeOffset="36722.56">13601 6036 0,'40'-39'0,"-1"-1"0,0 40 15,0 0 1,0 0-16,1 0 0,-40 40 0,39-40 16,-39 39-16,0 39 15,0-39-15,39 1 0,-39-1 0,0 39 0,0-39 16,0 1-16,0 38 0,0-39 15,0 40-15,0-40 0,0 39 0,-39-39 0,39 1 16,-39 38-16,39-39 0,-40 0 0,1 1 0,0-1 16,39 0-16,-39 0 15,0-39-15,-1 0 0</inkml:trace>
  <inkml:trace contextRef="#ctx0" brushRef="#br0" timeOffset="37952.48">5096 9328 0,'-79'40'16,"158"-80"-16,-197 80 16,118-80 15,39 40-15,0 0-16,1-39 15,-1 39-15,0 0 0,0 0 0,0-39 0,1 39 16,38-39-16,-39 39 0,40 0 0,-40-39 0,0 39 15,39 0-15,-38-40 16,38 40-16,-39 0 0,0 0 0</inkml:trace>
  <inkml:trace contextRef="#ctx0" brushRef="#br0" timeOffset="38222.45">5370 9760 0,'0'0'0,"-78"39"0,38-39 16,40 39 15,40-39-31,-1 0 0,0 0 0,0 0 16,0 0-16,1 0 0,38 0 0,-39 0 0,0 0 15,1 0-15,-1 0 0,39 0 16,-39-39-16,1 39 0,-1 0 0,0 0 0,0 0 16,39 0-16,-38-39 15</inkml:trace>
  <inkml:trace contextRef="#ctx0" brushRef="#br0" timeOffset="39802.44">9603 8858 0,'-39'0'0,"78"0"250,-39-39-219,-39 39 16,0 0-31,0 0-16,-1 0 15,1 0-15,0 0 0,0 0 0,-40 0 0,40 39 16,-39-39-16,39 39 0,-40-39 0,1 39 0,0-39 15,-1 40-15,1-40 16,-1 0-16,1 39 0,0-39 0,38 0 0,-38 39 16,0-39-16,38 39 0,-38-39 15,39 39-15,0-39 0,-1 40 0,1-40 0,0 39 16,0-39-16,0 39 16,-1 0-16,1-39 0,0 39 0,0 1 15,0-1-15,-1-39 16,40 39-16,-39-39 0,0 39 0,78 0 47,0-39-47,40 0 15,-1 0 1,-39 40-16,1-40 0,-1 0 0,0 0 0,0 0 16,0 0-16,1 39 15,-1-39-15,0 0 0,0 0 0,40 0 0,-40 0 16,0 0-16,39 0 0,-38 0 0,38 0 0,-39 0 15,40 0-15,-40 0 0,39 0 16,-39 39-16,1-39 0,-1 0 0,0 0 16,0 0-16,-39 39 15,39 0-15,-39 1 16,0-1 0,0 0-1,-39-39-15,39 39 16,-39-39-16,39 39 0,-39 1 0,0-40 0,-1 39 15,1 0-15,0 0 0,-39 0 0,38 1 0,1-1 16,-39 0-16,-1-39 0,40 39 16,-39 0-16,39 1 0,-40-1 0,40-39 0,0 39 15,0-39-15,-40 39 16,40-39-16,0 0 0,0 39 0,-1-39 16,1 40-16,0-1 15,0 0-15,0-39 0,39 39 0,-40 0 0,1-39 16,0 40-16,0-1 0,0 0 0,-1 0 15,1-39-15,39 39 16,-39-39-16,39 40 0,39-40 47,0 0-31,1 0-16,-1 0 0,0 0 15,39 0-15,-38 0 16,-1 0-16,39 0 0,1-40 0,-40 40 0,39-39 15,1 39-15,-1 0 0,0 0 0,1-39 0,-1 39 16,1-39-16,38 39 16,-38 0-16,-1 0 0,0 0 0,1 0 0,-40 0 15,39 0-15,-38 0 0,38 0 16,-39 0-16,0 0 0,40 0 0,-40 0 0,0 0 16,0 0-16,0 0 15,1 0-15,-1 0 0,39 0 0,-39 0 0,1 0 16,-1 0-16,0 0 0,0-39 0,40 39 0,-79-40 15,39 40-15,0 0 0,0 0 16,0 0-16,1 0 63,-1 0-63</inkml:trace>
  <inkml:trace contextRef="#ctx0" brushRef="#br0" timeOffset="40679.49">7134 11720 0,'-39'0'0,"78"0"0,-39 0 47,39 0-31,-39-40-1,39 40-15,0 0 16,-39-39-16,40 39 0,-1 0 16,0 0-16,0 0 0,0 0 15,1 0 1,-40 39-16,0 40 15,0-40-15,0 0 0,0 0 16,0 0-16,0 1 16,0-1-16,0 0 0,0 0 0,0 0 15,-40-39-15,40 40 0,0-1 16,-39-39-16,0 0 16,39 39-16,-39-39 0,0 0 31,39-39-31,0 0 15,0-1 1,0 1-16,39 0 0,-39 0 0,39 0 16,39-1-16,-78 1 15,40 39-15,-1-39 0,0 39 0,0-39 16,0 39-16,1 0 0,-40-39 16,39 39-1,0 0-15,0 0 31,0 0-31,-39 39 0,0 0 16,40-39 0,-40 39-16,0 0 0,0 1 0,0-1 15,0 0-15,0 0 0,0 0 0,0 40 0,0-40 16,0 0-16,0 0 16,0 1-16,0-1 0,39-39 15,-39 39 1,39-39-16,0 0 0,-39 39 0,39-39 15</inkml:trace>
  <inkml:trace contextRef="#ctx0" brushRef="#br0" timeOffset="40979.54">8427 11994 0,'40'0'0,"-1"0"16,0 0 0,79 0-1,-79 0-15,0 0 16,0 0-16,0 0 0,1-39 0,-1 39 0,0 0 15,0 0-15,0-40 0,1 40 16,-1 0-16,0 0 0,0 0 0,0 0 0,0 0 16,1 0-16</inkml:trace>
  <inkml:trace contextRef="#ctx0" brushRef="#br0" timeOffset="41239.46">8780 12229 0,'-78'0'16,"156"0"-16,-156 39 0,39-39 15,39 39 17,39-39-17,0 0 1,39 0-1,-38 0 1,-1 0-16,0 0 0,0 0 0,0 0 16,1 0-16,-1-39 15,0 39-15,0 0 0,39 0 0,-38 0 0,-1-39 16,0 39-16</inkml:trace>
  <inkml:trace contextRef="#ctx0" brushRef="#br0" timeOffset="41819.42">10230 11994 0,'-39'0'0,"0"0"16,0 39-16,0-39 15,-1 0-15,40 39 16,-39-39-16,39 39 0,-39-39 16,39 40-1,0-1-15,0 0 16,0 0-16,0 0 15,0 1-15,0-1 16,39 0 0,0-39-16,1 0 15,-1 0-15,0 0 0,0 0 16,0 0-16,-39-39 16,40 39-16,-1 0 0,0-39 15,0-1 1,-39 1-16,0 0 31,0 0 0,-39 39-31,0 0 0,0-39 16,-1 39-16,40-40 0,-39 40 0,0 0 0,0 0 16,0-39-16,-1 39 0,1 0 15,0 0-15,0 0 0,0 0 0,-40 0 0,40 0 16,0 0-16,0 39 15,-1-39-15,1 0 0,39 40 0,-39-40 0,0 0 0</inkml:trace>
  <inkml:trace contextRef="#ctx0" brushRef="#br0" timeOffset="42969.38">7643 8192 0,'-39'0'0,"0"0"16,0 0 15,39 39-15,-39 0 0,39 0-16,0 1 0,-40-40 0,40 39 15,0 0-15,0 0 0,0 0 16,0 1-16,-39-1 0,39 0 0,0 0 15,0 0 1,0 0-16,0 1 0,39-1 0,-39 0 16,40 0-16</inkml:trace>
  <inkml:trace contextRef="#ctx0" brushRef="#br0" timeOffset="43299.33">7526 8466 0,'0'-39'0,"39"0"31,0 39-31,0 0 0,1-39 0,-1 39 16,0 0-16,0 0 0,0 0 15,-39 39-15,40 0 16,-1 0-16,-39 0 16,39-39-16,-39 40 15,39-40-15,0 0 0,1 0 16,-1 0-1,0 0-15</inkml:trace>
  <inkml:trace contextRef="#ctx0" brushRef="#br0" timeOffset="43589.33">8192 8270 0,'0'0'0,"0"-39"0,0 78 63,0 0-48,0 1 1,39-1-16,-39 0 15,40 0-15,-40 0 0,0 1 16,0-1 0,39-39-16,-39 39 0</inkml:trace>
  <inkml:trace contextRef="#ctx0" brushRef="#br0" timeOffset="44049.28">8898 8505 0,'0'0'0,"-39"0"0,-1 0 16,1 0-16,39-39 15,39 39 17,1 0-17,-1 0 1,0 0-16,0 0 0,0 0 0,40 0 0,-40-39 16,0 39-16,39 0 15,-38 0-15,-1 0 0,0 0 0,0 0 0,0 0 0,1 0 16,-1 0-16,-39-39 15</inkml:trace>
  <inkml:trace contextRef="#ctx0" brushRef="#br0" timeOffset="44319.27">9838 8192 0,'0'-39'0,"0"-1"16,-39 40-16,39 40 31,0-1-15,0 0-16,0 0 15,0 0-15,0 1 0,0-1 0,0 0 0,0 0 16,0 0-16,0 1 15,39-1-15,1 0 0,-40 0 0,39 0 16</inkml:trace>
  <inkml:trace contextRef="#ctx0" brushRef="#br0" timeOffset="48119.05">11014 9093 0,'0'39'16,"0"-78"422,40 39-376,-1 0-46,0 0-16,-39-39 15,39 39-15,0 0 16,1 0 125,-1 0 734,-39 39-875,39-39 15,-39 39-15,0 1 0,39-40 16,-39 39-1,39-39-15,-39 39 0,0 0 16,0 0 0,0 1-16,0-1 15,0 0-15,-39-39 0,39 39 0,-39 0 0,39 1 16,-39-1-16,0-39 0,-1 39 16,1 0-16,0 0 0,39 1 0,-39-40 0,0 39 15,39 0-15,-40-39 16,40 39-16,-39-39 0,78 0 47,-39-39-47,40 39 0,-1-39 15,0 39 1,-39-39-16,39 39 0,0-40 0,1 1 16,-1 0-16,0 0 0,0 39 15,0-39-15,-39-1 0,40 40 0,-1-39 0,0 0 16,0 39-16,0-39 15,1 0-15,-1 39 0,-39-40 0,39 40 16,0-39-16,0 39 16,-39-39-16,40 39 0,-40-39 0,39 0 15,-78 39 79,39 39-94,-40-39 0,1 0 16,39 39-16,-39-39 0,39 39 0,-39-39 15,0 39-15,39 1 16,-40-40-16,1 39 0,39 0 0,-39 0 16,0 0-1,0 1-15,39-1 0,-40 0 0,1 0 16,39 0-16,0 1 15,0-1-15,0 0 16,39-39 0,-39 39-16,79-39 0,-79 39 15,39-39-15,0 0 0,0 0 0,1 0 0,-1 0 16,0 0-16</inkml:trace>
  <inkml:trace contextRef="#ctx0" brushRef="#br0" timeOffset="48379.03">12151 9603 0,'0'39'47,"0"0"-32,0 0-15,0 1 0,0-1 0,0 0 16,0 0-16,0 0 16,0 1-16,39-40 0,-39 39 0,40 0 0,-1-39 15,-39 39-15,39-39 0,-39 39 0,39-39 16,0 0 0,0 0-16</inkml:trace>
  <inkml:trace contextRef="#ctx0" brushRef="#br0" timeOffset="49288.98">12857 9015 0,'0'-39'15,"0"78"-15,0-39 485,-40 0-485,40 39 15,0 0-15,-39 0 16,39 1-16,-39-1 0,39 0 0,0 0 0,0 0 15,0 1-15,0-1 0,0 0 16,0 0-16,0 0 0,39-39 16,-39 40-16,39-1 0,1-39 15,-1 0 1,0 39-16,0-39 0,0 39 0,1-39 16,-1 0-16,-39 39 0,39-39 15,0 0-15,0 40 0</inkml:trace>
  <inkml:trace contextRef="#ctx0" brushRef="#br0" timeOffset="49598.97">13405 9132 0,'0'-39'0,"0"78"0,0-117 16,0 117 15,0 0-15,40 1-1,-40-1-15,0 0 0,39 0 0,-39 0 0,0 1 16,0-1-16,0 39 0,39-39 15,-39 1-15,0-1 0,0 0 0,39-39 0,-39 39 16,39 0-16,-39 1 16,0-1-16,40-39 0</inkml:trace>
  <inkml:trace contextRef="#ctx0" brushRef="#br0" timeOffset="50128.93">14229 9093 0,'0'-78'16,"0"156"-16,-118-156 31,79 78-31,0 39 0,-1 0 16,1 0-16,-78 79 15,77-79-15,1-39 16,39 39 0,-39-39-16,39 40 15,0-80 48,39 40-1,0 0-46,1 0-16,-1 0 31,0 0-31,-39 40 16,39-40-16,-39 39 15,0 0-15,39-39 0,1 39 0,-40 0 0,39 1 16,0-40-16,0 39 16,0 0-16,1 0 0,-1 0 0,0-39 0,0 40 15,40-40-15,-40 39 0,0-39 0,-39 39 0,39-39 16,0 0-16,1 0 0</inkml:trace>
  <inkml:trace contextRef="#ctx0" brushRef="#br0" timeOffset="50468.95">14738 9015 0,'0'-79'15,"0"158"-15,0-197 0,118 118 32,-79 0-32,0 0 0,0 39 0,1-39 0,77 236 31,-117-197-31,0 196 16,0-196-16,0 0 0,0 40 15,-39-40-15,39 0 0,-39 0 16,39 1-16,-39-1 0,39 0 0,-40 0 0,-38 40 31,78-40-31,-39-39 0</inkml:trace>
  <inkml:trace contextRef="#ctx0" brushRef="#br0" timeOffset="51488.85">15875 9132 0,'0'0'0,"0"-39"16,-39 39-16,39-39 16,39 39-1,-39-39-15,78 39 16,-39 0-16,1 0 16,-1 0-1,0 0-15,0 39 0,0-39 16,-39 39-16,40-39 15,-40 39 1,0 1 0,0-1-1,0 0-15,0 0 16,0 0-16,0 1 16,-40-40-16,40 39 0,-39 0 0,0 0 15,0 0 1,0 1-16,-1-40 0,40 39 31,0-78-15,40 39-16,-40-40 0,39 40 15,-39-78-15,39 78 16,-39-39-16,39 39 0,0-39 0,1-1 0,-1 1 16,0 0-1,0 0-15,0 39 0,1-39 16,-1 39-16,0-40 15,0 40-15,-39-39 0,39 39 0,1 0 0,-40-39 16,39 39-16,-39-39 0,39 39 16,-39-39-16,0-1 15,-39 40 1,0 0 0,-1 40-16,40-1 15,-39-39 1,39 39-16,-39 0 0,39 0 15,0 1 1,0-1-16,0 0 0,0 0 16,0 0-16,0 1 0,0-1 15,0 0 1</inkml:trace>
  <inkml:trace contextRef="#ctx0" brushRef="#br0" timeOffset="51848.84">16776 9446 0,'79'-39'15,"-40"0"1,0 39 0,40 39-1,-40 78 1,-39-77-16,0-1 15,0 0-15,-39 0 16,39 0 0,-40 1-1,80-40 17,-1 0-17,0-40 1,0 40-16,79 0 15,-79 0-15,0 0 0,0 0 16,1 0 0,-1 0-16,78 0 15,-77 0-15</inkml:trace>
  <inkml:trace contextRef="#ctx0" brushRef="#br0" timeOffset="52158.82">18266 8936 0,'0'0'15,"-39"0"-15,-40 40 31,79-1-31,-39 0 0,0 0 0,39 0 16,0 1-16,-39 116 16,39-116-16,78-1 0,-78 0 15,39 0-15,1 0 0,-1 1 0,118 38 32,-118-39-32,78 0 15,-77 1-15,-1-40 16</inkml:trace>
  <inkml:trace contextRef="#ctx0" brushRef="#br0" timeOffset="52618.82">18893 9132 0,'0'0'16,"0"-39"-1,39 39-15,0 39 32,1 1-17,-40-1-15,39 78 16,-39-77-16,0-1 16,0 0-16,0 0 0,0 0 31,0-78 0,39 39-31,-39-39 0,39 0 0,-39 0 16,39-1-16,1 1 0,-40 0 0,39 39 15,-39-39-15,39 39 0,0-39 16,0 39-16,1 0 31,-40 39-15,39-39-16,-39 39 15,0 0-15,0 0 0,39-39 0,-39 40 16,0-1-16,0 0 16,0 0-16,39-39 0,-39 39 0,0 1 0,0-1 15,39 0-15,-39 0 16</inkml:trace>
  <inkml:trace contextRef="#ctx0" brushRef="#br0" timeOffset="52838.78">19912 9564 0,'0'-40'16,"0"80"-16,0-119 0,39 79 0,-39-39 0,40 39 16,-1-39-1,39 39-15,1-39 16,-40 39-16,39 0 15,-39 0-15,1 0 16,-1 0 0</inkml:trace>
  <inkml:trace contextRef="#ctx0" brushRef="#br0" timeOffset="53048.85">20618 9172 0,'39'0'15,"-78"0"-15,78 39 32,-39 0-17,0 0-15,0 0 0,0 1 16,0-1-16,0 0 0,0 0 0,0 0 0,0 1 16,0-1-16,-39 0 15,39 0-15,0 0 0,-39 1 0,39-1 0,0 0 16</inkml:trace>
  <inkml:trace contextRef="#ctx0" brushRef="#br0" timeOffset="53428.74">21088 9172 0,'0'-40'31,"-39"40"-15,0 40-1,0-40-15,-1 39 16,1 0-16,0 0 0,0-39 0,0 39 0,-1 1 16,1-1-1,0-39-15,39 39 0,39-39 47,0 0-47,1 0 16,-1 0-16,0 0 15,0 0-15,0 0 16,1 39 0,-1-39-16,0 0 0,0 39 15,0 1-15,1-40 0,-1 0 16,0 39-16,0-39 0,0 0 0,1 39 0,38-39 15</inkml:trace>
  <inkml:trace contextRef="#ctx0" brushRef="#br0" timeOffset="53708.78">21637 8701 0,'0'-39'16,"0"78"-16,39-78 0,0 0 15,-39 78-15,40-39 0,38 157 32,-39 235-17,-117-79 1,-275-38 15,275-236-31,-236 79 0</inkml:trace>
  <inkml:trace contextRef="#ctx0" brushRef="#br0" timeOffset="54758.74">16110 7917 0,'-39'0'78,"0"0"-62,-1 40-16,1-40 15,0 0-15,0 0 0,0 39 16,-1-39-1,40 39-15,0 0 32,0 0-17,0 1 17,0-1-32,0 0 0,0 0 15,0 0-15,0 1 16,0-1-16,0 0 0,0 0 15,0 0-15,0 1 16,0-1-16,0 0 0,0 0 0,40 0 16,-40 40-16,0-40 0,0 0 0,0 0 0,0 0 15,0 40-15,0-40 0,0 0 16,0 40-16,0-40 0,0 0 0,-40 39 0,40-38 16,0-1-16,-39 0 15,39 0-15,0 0 0,-39 1 0,39-1 0,0 0 16,0 0-16,0 0 15,-39 1-15,39-1 0,0 0 0,0 0 16,0 0-16,0 1 0,0-1 0,0 0 16,0 0-1,0 0-15,0 1 16,39-40-16,-39 39 16,39 0-16,-39 0 0,39 0 31,-39 1-31,40-1 15,-1 0 1,0-39 0,0 0-16,0 0 0,40 0 0,-40 0 15,0 0-15,40 0 16,-40 0-16,39-39 0,1 39 0,-1 0 0,0 0 16,1 0-16</inkml:trace>
  <inkml:trace contextRef="#ctx0" brushRef="#br0" timeOffset="55898.66">22029 8035 0,'0'0'0,"39"0"0,0 0 15,0 0 1,1 0-1,-1 0-15,39 0 16,-39 0-16,1 0 16,-1 0-16,-39 39 31,0 0-31,0 1 16,0-1-1,-39 0-15,39 0 0,0 0 0,0 1 16,-40-1-16,40 0 0,-39 0 15,39 0-15,0 40 0,-39-40 0,39 0 0,0 0 16,-39 40-16,39-40 0,-39 0 0,39 0 0,0 40 16,0-40-16,0 0 15,-40 0-15,40 0 0,0 1 0,0 38 0,0-39 16,-39 0-16,39 1 0,0 38 16,0-39-16,0 0 0,-39 40 0,39-40 0,0 0 15,0 0-15,-39 40 16,39-40-16,0 0 0,0 0 0,0 1 0,-39-1 15,39 0-15,0 0 16,0 0-16,0 1 0,0-1 0,0 0 16,-40 0-16,40 0 0,0 1 15,-39-40-15,39 39 16,-39 0-16,39 0 31,-39-39-31,39 39 31,-39-39-31,0 40 16,-1-40-16,1 0 16,0 39-16,0-39 15,0 0-15,-1 0 0,1 0 0,0 0 16,0 0 0,0-39-16,39-1 15</inkml:trace>
  <inkml:trace contextRef="#ctx0" brushRef="#br0" timeOffset="57811.62">22225 10544 0,'-39'0'16,"-1"0"-1,1 0 16,39-40 16,39 40-15,1 0 139,-40-39-171,0 78 79,0 1 171,0-1-250,0 0 0,0 0 0,0 0 15,0 1-15,-40 38 0,40-39 16,0 0-16,0 1 0,0-1 15,0 0-15,-39-39 16,39 39 0,0-78 15,0 0-31,39 0 16,-39-1-1,40 40-15,-40-39 0,39 39 0,-39-39 0,39 39 16,-39-39-16,39 0 0,0 39 0,-39-40 15,40 40-15,-1 0 0,-39-39 16,39 39-16,0-39 0,0 39 16,1 0-1,-40 39 1,0 0 0,0 1-16,0-1 0,0 0 15,0 0-15,0 0 0,-40 1 16,40-1-1,0 0-15,-39-39 16,39-39 31,39 39-47,-39-39 0,40 39 0,-1 0 16,-39-40-16,39 40 0,-39-39 15,39 39-15,0 0 0,1 0 16,-1 0-16,-39-39 0,39 39 31,-39 39-31,0 0 16,0 1-1,0-1-15,0 0 0,0 0 0,0 0 16,0 1 0,0-1-16,0 0 0,0 0 15,-39-39-15,39-39 31</inkml:trace>
  <inkml:trace contextRef="#ctx0" brushRef="#br0" timeOffset="58121.63">23009 10975 0,'0'0'0,"39"0"16,0-39-16,0 39 15,1 0 1,-40 39-16,0 0 31,0 0-15,-40-39-16,40 39 15,-39-39-15,0 0 0,0 0 16,0 0 0,-1 0-16,40-39 15,-39 39-15,39-39 16,0 0-1,39 39-15,1-39 0,-1 39 16,-39-40 0,78 40-16,-39-39 0,1 39 15,-1-39 1,0 39-16</inkml:trace>
  <inkml:trace contextRef="#ctx0" brushRef="#br0" timeOffset="58631.57">23714 10936 0,'0'-40'16,"-39"40"0,0-39-16,-39 0 15,38 39-15,1 39 16,0 0-1,-39 79 1,38-79-16,40 40 16,0-40-16,40 0 31,-1-39-31,118 39 16,-118-39-16,78 0 15,-77-39-15,-1 0 16,0 0-16,-39-40 15,0-156 1,-39 157 0,39 38-16,-39-116 15,39 116-15,0 1 0,-40 39 16,40 39 15,0 1-31,0-1 16,0 0-16,0 0 15,0 0-15,-39 1 0,39-1 16,0 0-16,0 0 16,0 0-16,0 1 0,0-1 0,0 0 15,0 0-15,0 0 16,0 1-16,0-1 0,0 0 0,0 0 16</inkml:trace>
  <inkml:trace contextRef="#ctx0" brushRef="#br0" timeOffset="58971.6">24146 10740 0,'0'-40'32,"0"1"-32,39 39 15,0 0 1,-39 118 0,-39 39-1,39-118-15,0 0 16,-39 0-16,39 0 0,0 1 0,0-1 15,-40 0 1</inkml:trace>
  <inkml:trace contextRef="#ctx0" brushRef="#br0" timeOffset="59211.54">24224 10818 0,'0'-39'15,"39"39"1,0 0-16,1 39 16,38 39-1,-78-38-15,39-40 16,-39 39-16,39-39 0,-39 39 0,40-39 0,-40 39 0,39-39 15,0 39 1,0-39-16</inkml:trace>
  <inkml:trace contextRef="#ctx0" brushRef="#br0" timeOffset="59411.58">24498 10740 0,'-39'0'16,"78"0"-16,-78-40 0,78 40 16,1 40-1,-1 38 1,0 0-16,-39 158 31,0-197-31,-118 118 16,40-118-16</inkml:trace>
</inkml:ink>
</file>

<file path=ppt/ink/ink1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29:14.233"/>
    </inkml:context>
    <inkml:brush xml:id="br0">
      <inkml:brushProperty name="width" value="0.05292" units="cm"/>
      <inkml:brushProperty name="height" value="0.05292" units="cm"/>
      <inkml:brushProperty name="color" value="#FF0000"/>
    </inkml:brush>
  </inkml:definitions>
  <inkml:trace contextRef="#ctx0" brushRef="#br0">1529 1019 0,'0'39'172,"-40"-39"-79,40 39-93,0 0 16,0 0 0,0 1-16,0-1 0,0 0 15,-39-39-15,39 39 0,0 0 0,0 1 0,0-1 16,-39 0-16,39 0 15,0 0-15,0 40 0,0-40 0,0 0 0,0 0 16,0 1-16,0-1 0,0 0 16,0 0-16,0 0 0,0 1 0,0-1 0,0 0 15,0 0 1,0 0-16,0 1 0,0-1 0,-39-39 16,39 39-16,0 0 0,0 0 0,-39 0 15,39 1-15,-40-1 16,40 0 15,0-78 32,0 0-63,0-1 15,0 1-15,0 0 0,0 0 16,0 0-16,40 0 0,-40-1 15,0 1-15,0 0 0,0 0 0,0-40 0,0 40 16,39 0-16,-39 0 16,0 0-16,39-1 0,-39 1 0,0 0 15,0 0-15,0 0 16,39-1-16,-39 1 0,0 0 16,0 0-16,39 0 0,-39-1 15,40 1-15,-40 0 16,39 0-16,0 0 0,-39-1 15,39 1-15,-39 0 16,39 0 0,-39 78 46,0 0-46,0 0-1,0 1-15,0-1 16,0 0-16,0 0 16,0 0-16,0 1 0,79-1 0,-79 0 15,0 0-15,0 0 16,0 1-16,39-1 0,-39 0 0,39-39 16,-39 39-16,0 0 0,0 1 0,39-40 0,-39 39 15,0 0-15,0 0 16,0-78 46,0 0-62,0 0 0,79-1 0,-79 1 16,0 0-16,0 0 16,78 0-16,-39-1 0,-39 1 0,40 0 0,-40 0 15,39 0-15,-39-1 0,39 1 0,-39 0 0,0 0 16,39 0-16,0-1 15,1 1-15,-1 0 16,0 0 0,-39 0-16,39 39 0,-39-40 0,39 40 0,1 0 15,-40-39-15,39 39 16,-39 39 15,0 1-15,0-1-16,0 0 0,0 0 15,0 0-15,0 1 16,0-1-16,0 0 0,0 0 0,0 0 16,0 1-16,39-1 15,-39 0-15,0 0 0,0 40 0,0-40 0,0 0 16,0 0-16,0 40 0,0-40 16,0 0-16,0 0 0,0 0 0,0 1 0,0-1 15,0 0-15,0 0 0,0 0 0,0 1 16,0-1-16,0 0 15,0 0-15,0 0 0,0 0 16</inkml:trace>
  <inkml:trace contextRef="#ctx0" brushRef="#br0" timeOffset="749.94">3920 1685 0,'0'-39'0,"-40"39"16,-38-39-1,39 39-15,-40 0 16,40 0-16,0 0 0,0 0 15,0 0 1,-40 39 0,40-39-16,-39 117 15,78-77-15,0-1 0,-40-39 16,40 39-16,0 118 16,79-40-1,38-38 16,-38-40-31,-40-39 0,118-78 32,-118 78-32,0-40 0,0 40 0,-39-39 0,40 39 0,-1-78 31,-39-1-31,0 40 0,-39-39 16,39 39-16,0-1 0,0 1 15,-40 0 1,1 39-1,39-39 1,0 78 0,0 118-1,39 0 17,1-118-32,-40 0 0,117 79 15,-78-118-15,1 0 0,-1 39 16,0-39-16,79 39 15,-40-39 1</inkml:trace>
  <inkml:trace contextRef="#ctx0" brushRef="#br0" timeOffset="1209.93">4978 1097 0,'0'0'15,"0"-39"-15,-39 0 16,0 39-16,39-40 15,0 80 48,0-1-47,0 39-16,0-39 0,0 1 0,0 38 15,0-39-15,0 0 16,0 1-16,0-1 0,0 39 0,0-39 0,0 1 15,0 38-15,0-39 16,0 0-16,0 40 0,0-40 0,0 0 0,0 0 16,39 1-16,-39-1 0,0 0 15,39 0-15,-39 0 0,39 1 0,0-1 16,1 0 0,-1-39-16,-39 39 15,39-39-15,0 0 16</inkml:trace>
  <inkml:trace contextRef="#ctx0" brushRef="#br0" timeOffset="1499.9">4547 1685 0,'-39'0'16,"78"0"-16,-157-39 16,157 0 15,1 39-15,-40-40-16,39 40 0,0 0 0,0-39 0,0 39 15,1 0-15,-1 0 0,0-39 0,39 39 0,-38 0 16,38 0-16,-39 0 15,40 0-15,-40-39 0,39 39 0,-39 0 0,40 0 16,-40 0-16,0 0 0,0 0 16,1 0-16</inkml:trace>
  <inkml:trace contextRef="#ctx0" brushRef="#br0" timeOffset="1999.87">5252 1646 0,'0'-39'0,"0"78"0,-39-78 32,118 39-32,-40 0 15,0 0-15,0 0 16,118 117-1,-79-78 1,79 79 0,0-40 15,-118 1-15,-78-118 15,39-1-16,-39 40-15,39-39 0,0 0 16,0 0-16,0 0 0,0-1 16,0 1-1,39 39-15,-39-39 0,39 0 16,0 0-16,0 39 16,1-40-16,-1 40 0,0-39 15,0 39-15,0 0 0,1 0 0,-1 0 16,0-39-16,0 39 15,0 0-15,1 0 0,-1 0 16,0 0-16,0 0 16</inkml:trace>
  <inkml:trace contextRef="#ctx0" brushRef="#br0" timeOffset="2229.86">6938 1528 0,'0'39'47,"-39"-39"-47,39 40 0,0-1 16,0 0-16,0 0 16,0 0-16,-40-39 0,40 40 0,0-1 0,0 0 15,0 0-15,0 0 0,0 1 16,0-1-16,-39-39 15</inkml:trace>
  <inkml:trace contextRef="#ctx0" brushRef="#br0" timeOffset="2419.85">6703 1175 0,'0'0'0,"0"-39"16,-40 0-16,1 0 15,0 0-15,39-1 0,0 1 0,78 39 32</inkml:trace>
  <inkml:trace contextRef="#ctx0" brushRef="#br0" timeOffset="2799.82">7447 1567 0,'0'0'15,"40"0"1,-1 0 0,0 40-1,118 77 1,39 40-1,-118-118 1,79 79 0,-39-40 15,-79-39-31</inkml:trace>
  <inkml:trace contextRef="#ctx0" brushRef="#br0" timeOffset="3019.81">8271 1646 0,'0'0'0,"-40"0"16,1 0-16,0 39 15,0 0-15,0-39 16,39 39-16,-40 1 15,1-1-15,0 0 0,39 0 0,-39 0 0,0 1 16,-1-1-16,1 0 0,39 0 16,-39 0-16,0 1 0,0-1 0,39 0 0,-40 0 15,1-39-15</inkml:trace>
  <inkml:trace contextRef="#ctx0" brushRef="#br0" timeOffset="4619.72">9642 1019 0,'-39'0'31,"78"0"-31,-78-40 16,39 119-1,0-40-15,0 79 32,-39-1-32,-39 118 15,38-156 1,1 117-1,39-79 17,0-77-17,0-80 17,-39 1-32,39-78 31,0-79-16,0-40 1,78 80 15,40-1-15,-40 78 0,1 40-1,-1 0 1,-39 39-1,-39 39-15,0 0 0,40 1 16,-40 38-16,0-39 16,0 40-16,39-40 0,-39 39 0,0-39 0,0 40 15,0-40-15,0 0 0,39 40 16,-39-40-16,0 0 0,0 0 0,0 0 0,0 1 16,0-1-16,39-78 46,-39-1-30,0 1-16,39 0 0,-39 0 16,40 0-16,-40-40 15,39 40-15,-39 0 0,39 0 0,-39-1 0,39 1 16,0 39-16,-39-39 0,0 0 16,40 0-16,-1-1 0,0 1 15,0 0-15,0 39 16,-39-39-16,40 39 15,-1 0-15,-39-39 0,39 39 16,0 39 0,-39 0-16,0 0 15,0 0-15,0 1 16,0 38-16,0-39 0,0 0 0,0 1 0,0-1 16,0 0-16,0 0 0,0 40 0,0-40 0,0 0 15,0 0-15,0 0 0,0 1 16,0-1-16,0 0 0,0 0 0,0 0 15,0 1-15,0-1 16,0 0-16,0 0 0</inkml:trace>
  <inkml:trace contextRef="#ctx0" brushRef="#br0" timeOffset="5809.65">11289 1528 0,'0'-39'16,"0"78"-16,0-117 16,0 117 15,-39-39-31,39 39 0,-40 0 16,40 1-16,0-1 0,0 0 0,-39-39 15,39 39-15,0 0 0,0 1 0,0-1 16,0 0-1,0 0-15,0 0 0,39-39 0,-39 40 16,40-1-16,-1-39 16,0 0-16,-39 39 0,39-39 15,0 0 1,1 0-16,-40-39 16,39 39-16,-39-39 0,39 39 0,-39-40 0,39 1 15,-39 0-15,39 39 16,-39-39-16,40 0 0,-40-1 15,39 40 1,-39-39-16,0 78 47,0 1-31,0-1-16,0 0 15,0 0-15,0 0 0,39 1 16,0-1-1,0-39-15,1 39 0,-1-39 16,0 0 0,0 0-16,0 0 0,1 0 15,-40-39-15,39 39 0,0-39 16,0 39-16,0-40 0,-39 1 0,40 0 0,-1 39 16,-39-39-16,39-40 0,-39 40 0,39 0 0,-39 0 15,0 0-15,39-1 16,-39 1-16,0-39 0,0 39 0,0-1 0,0 1 15,0 0-15,0 0 0,0 0 16,0-1-16,0 1 0,0 0 31,0 78 1,0 0-32,-39 1 0,39-1 0,-39 39 15,39-39-15,-39 1 0,39-1 0,0 0 16,0 39-16,0-38 15,-39-1-15,39 0 0,0 0 0,0 0 0,0 1 16,0-1-16,0 0 0,39 0 16,-39 0-16,39-39 0,-39 40 0,39-40 0,-39 39 15,39-39-15,0 0 16,-39 39-16,40-39 0,-1 0 16,0 0-16,0 0 0,0-39 0,1 39 15,-1-39-15,0 39 0,0-40 16,0 1-16,1 0 0,-1 39 0,-39-39 0,39 0 15,0-1-15,-39 1 16,39-39-16,-39 39 0,0-1 0,40 1 0,-40 0 16,0 0-16,0 0 0,0-1 15,0 1-15,0 0 0,0 0 16,0 0 0,0 78-1,0 0 1,0 39-1,0-38-15,0-1 0,-40 0 0,40 0 0,0 0 16,0 1-16,0-1 16,0 0-16,0 0 0,0 0 0,0 1 0,0-1 15,0 0-15,0 0 0,0 0 16,0 1-16,0-1 0,0 0 0</inkml:trace>
  <inkml:trace contextRef="#ctx0" brushRef="#br0" timeOffset="6205.66">12621 1842 0,'40'0'31,"-1"0"-31,0 0 0,39 0 0,-38 0 16,-1 0-16,39 0 0,-39 0 0,1 0 0,38 0 15,-39 0-15,0-39 16,1 39-16,-1 0 0,0-40 0,0 40 16,0 0-16,1 0 0,-40-39 15,39 39-15,0-39 0,0 39 0,-39-39 16,39 39 0,-39-39-16,-39 39 46,39 39-14,0 0-32,0 0 0,0 0 15,-39-39-15,39 40 0,0-1 16,0 0-16,0 0 0,0 0 0,0 1 16,-39-1-1,39 0-15,0 0 0,0 0 16</inkml:trace>
  <inkml:trace contextRef="#ctx0" brushRef="#br0" timeOffset="6395.74">13601 1293 0,'-117'-78'15,"234"156"-15,-234-196 0,78 40 32,78 78-32,0 0 0,0 0 15</inkml:trace>
  <inkml:trace contextRef="#ctx0" brushRef="#br0" timeOffset="6975.62">14229 1763 0,'-40'40'0,"80"-80"0,-80 158 15,40-79-15,40 79 31,-40 78-15,-40 0 0,40-79 15,0-78-31,0 1 16,0-80 15,0 1-31,0-39 15,0 39-15,-39-1 16,39 1-16,0 0 0,0 0 0,0 0 0,0 0 16,0-1-16,0 1 15,0 0-15,0 0 0,39 0 0,-39-1 16,0 1-16,40 39 0,-40-39 16,39 39-16,-39-39 0,39 0 0,0 39 15,-39-40-15,39 40 0,1 0 16,-1 0-1,-39 40 17,0-1-32,0 0 0,0 0 15,-39 0-15,39 1 16,0-1-16,0 0 0,-40 0 0,1 0 16,0 1-1,0-40-15,0 39 16</inkml:trace>
  <inkml:trace contextRef="#ctx0" brushRef="#br0" timeOffset="7315.59">15169 1293 0,'0'0'0,"-39"39"63,39 0-63,0 1 0,0-1 15,0 0-15,0 0 0,0 0 16,0 1-16,0-1 0,0 0 0,0 0 0,0 0 16,0 1-16,0-1 15,0 0-15,0 0 0,-39 0 0,39 1 0,0-1 16,0 0-16,0 0 0,-39 0 16,39 1-16,0-1 0</inkml:trace>
  <inkml:trace contextRef="#ctx0" brushRef="#br0" timeOffset="7555.58">15600 1803 0,'0'-40'15,"0"80"16,0-1-15,-39 0-16,39 0 0,0 0 16,-39-39-16,39 40 0,0-1 15,-39 0-15,39 0 0,0 0 0,0 1 16,0-1 0,0 0-16</inkml:trace>
  <inkml:trace contextRef="#ctx0" brushRef="#br0" timeOffset="7745.6">15796 1411 0,'-39'-118'16,"78"236"-16,-117-314 15,117 196-15,0 0 16</inkml:trace>
  <inkml:trace contextRef="#ctx0" brushRef="#br0" timeOffset="8095.57">16228 1724 0,'-40'0'16,"40"39"-16,-78-39 15,0 79 1,38-79-1,-38 117 1,39 1 15,0-40-31,39 40 32,156-79-17,-77-39-15,38 0 16</inkml:trace>
  <inkml:trace contextRef="#ctx0" brushRef="#br0" timeOffset="8725.51">16894 1881 0,'-39'0'16,"78"0"-16,-78-39 0,0 39 15,39 39 1,-40 0-16,40 0 16,-39-39-1,39 40-15,0-1 0,-39-39 0,39 39 0,-39 0 16,39 0-16,0 1 16,39-40-1,0 0 1,0 0-1,1 0-15,-1-40 0,0 40 0,0-39 16,0 39-16,1-39 0,-1 39 16,-39-39-16,39 39 0,-39-39 0,39 39 15,-39 39 32,0 0-31,39-39-16,-39 39 15,40-39 1,-1 0-16,0 0 16,-39-39-16,39 39 15,-39-39-15,39 39 0,-39-39 0,40-1 0,-1 1 16,-39-39-16,39 39 16,-39-1-16,39-38 0,-39 39 0,0 0 0,0-40 15,39 40-15,-39 0 0,0 0 0,0-1 0,0 1 16,0 0-16,0 0 15,0 78 17,-39 0-32,39 0 0,-39 1 15,39 38-15,-39-39 0,39 0 16,-39 1-16,39-1 0,0 0 0,-40 39 0,40-38 16,0-1-16,0 0 15,-39 0-15,39 40 0,0-40 0,0 0 0,0 0 16,0 0-16,0 1 0,0-1 15</inkml:trace>
  <inkml:trace contextRef="#ctx0" brushRef="#br0" timeOffset="9105.49">17404 1959 0,'-40'-39'15,"80"78"-15,-80-117 0,158 39 32,-79 39-32,0 0 0,118 0 15,-39 39 1,39-39 0,-1-39-1,-77 0 1,-40-1 15,-39 80 0,-39-40-31,39 39 0,-39 0 0,39 0 16,-40 0-16,40 1 16,0-1-16,0 0 0,-39 0 0,39 0 0,0 1 15,0-1-15,0 0 0,-39 0 0,39 0 16,0 0-16,0 1 15,0-1-15</inkml:trace>
  <inkml:trace contextRef="#ctx0" brushRef="#br0" timeOffset="9285.5">18384 1450 0,'0'0'0,"-79"-196"31,118 78-31</inkml:trace>
  <inkml:trace contextRef="#ctx0" brushRef="#br0" timeOffset="9735.61">18854 1763 0,'-39'0'16,"-1"40"-16,1-1 31,39 0-31,-39 0 16,-78 118-1,77-39 17,1-1-17,118-117 1,-40 0-1,117-39 1,-77-39 0,-40-1-1,-39-78 1,0 118 0,-39-78-1,-40 117 1,40 0-16</inkml:trace>
  <inkml:trace contextRef="#ctx0" brushRef="#br0" timeOffset="10125.56">19285 1842 0,'0'0'15,"39"39"1,0 0 0,-39 40-1,0-1 1,-39 0 0,39-38-1,39-1 1,79-78 15,-79-1-31,118-38 31,-39 39-15,-118 78 0,39 79-1,-118 77 16,40-77-31,-39-40 0</inkml:trace>
  <inkml:trace contextRef="#ctx0" brushRef="#br0" timeOffset="14315.45">20971 1724 0,'0'-39'31,"0"78"47,0 0-78,0 1 16,-79-40-1,79 39-15,0 0 0,0 0 16,0 0-16,-39-39 16,39 40-16,0-1 0,0 0 0,0 0 15,0 0-15,-39 1 0,39-1 0,0 39 16,-39-39-16,39 0 15,0 1-15,0-1 0,-40 0 0,40 0 16,0 0 0,0-78 46,0 0-62,0 0 16,0 0-16,0-1 0,0 1 0,0 0 0,0 0 15,40 0-15,-40 0 0,0-1 16,39-38-16,-39 39 0,39 0 0,-39-1 0,0 1 16,39 0-16,-39 0 15,0 0-15,0-1 0,39 40 0,-39-39 16,40 0-16,-40 0 16,39 39-16,0 0 15,-39-39 1,0 78 31,0 0-47,0 0 0,0 0 15,0 1 1,0-1-16,39-39 0,-39 39 0,0 0 0,0 0 16,0 1-16,39-1 15,-39 0-15,40 0 0,-40-78 63,39 39-48,-39-39-15,39 0 0,0-1 0,-39 1 16,39 0-16,1 0 16,-1 0-16,0-1 0,-39 1 0,39 0 15,-39 0-15,39 39 0,-39-39 0,40-1 16,-1 1-16,0 0 15,0 0 1,-39 78 31,0 0-47,0 0 0,0 1 16,0-1-16,0 0 15,0 0-15,0 0 0,0 1 0,0-1 0,0 0 16,0 0-16,0 0 0,0 1 0,0-1 0,0 0 15,0 0-15,0 0 0,0 1 16,0-1-16,0 0 0,0 0 16,0 0-16,0 0 15,0 1-15,0-1 16,0 0 0</inkml:trace>
  <inkml:trace contextRef="#ctx0" brushRef="#br0" timeOffset="14833.84">22107 2116 0,'0'39'0,"39"-39"47,1 0-31,-1 0-16,0 0 15,0 0-15,-39-39 16,0 0-16,39 39 15,-39-39-15,0 0 16,-39 39 0,0 0-1,0 0 1,0 0-16,-1 0 0,40 39 16,-39-39-16,0 0 15,39 39-15,-39-39 0,39 39 16,-39 0-16,-1-39 0,40 40 0,-39-1 15,39 0 1,0 0-16,0 0 16,39 0-1,1 1-15,-1-40 0,0 39 16,0-39-16,0 0 0,1 0 16,-1 0-16,0 39 0,0-39 15,0 0-15,1 0 0</inkml:trace>
  <inkml:trace contextRef="#ctx0" brushRef="#br0" timeOffset="15173.83">23126 1607 0,'0'-79'16,"0"40"-16,-39 78 31,39 0-15,0 1-16,0-1 15,0 0-15,0 0 0,0 0 16,0 1-16,0-1 15,0 0-15,39-39 0,-39 39 0,0 40 0,40-79 16,-40 39-16,0 0 0,0 0 16,0 0-16,0 1 0,0-1 0,0 0 15,0 0-15,0 0 0,-40 0 16</inkml:trace>
  <inkml:trace contextRef="#ctx0" brushRef="#br0" timeOffset="15823.8">22813 1999 0,'-39'-40'0,"78"80"0,-78-119 31,78 79-31,39 0 16,-39 0-1,118 0 1,-39 0 0,39-78-1,-79-40 17,-39 40-17,0 78 1,-39 39 46,-39 0-46,39 0-16,0 1 0,-39-1 0,39 0 16,0 0-16,-39 0 0,39 1 15,0-1-15,0 0 0,0 0 0,0 0 16,0 1-1,0-1-15,39-39 47,0-39-31,-39-1 0,0 1-16,39 39 0,-39-39 0,40 39 15,-40-39-15,39 39 16,-39 39 15,0 0-15,39 0-1,-39 1-15,39-1 16,0 0-16,1 0 16,-40 0-1,39-39-15</inkml:trace>
  <inkml:trace contextRef="#ctx0" brushRef="#br0" timeOffset="16163.77">23989 2077 0,'0'0'16,"39"0"-16,0 0 15,0 0-15,1 0 16,-40 39-16,39 0 31,-39 1-31,0-1 0,-39 0 16,-1-39-1,1 39 1,0-39 0,39-39-1,0 0 1,0 0-1,0-40 17,39 40-32,-39 0 15,39 39-15</inkml:trace>
  <inkml:trace contextRef="#ctx0" brushRef="#br0" timeOffset="16693.74">24577 2077 0,'0'0'15,"0"-39"1,-39 39 15,39 39-31,-40 0 31,1 0-31,0 40 16,0-40-16,39 0 16,0 0-16,0 0 15,0 1-15,39-40 16,0-40 0,0 1 15,79-117-16,-118 116-15,39 1 16,-39 0-16,39 0 0,-39 0 0,40-1 0,-40 1 0,0 0 16,39 0-16,-39-40 15,0 40-15,0-78 16,-39 77-16,39 1 31,-40 39-15,40 39-1,0 157 17,0-156-32,-78 156 15,78-157-15,0 0 0,-39 0 0,39 40 0,0-40 16,0 0-16,0 39 0,0-39 16,39 197-16</inkml:trace>
  <inkml:trace contextRef="#ctx0" brushRef="#br0" timeOffset="24753.26">2940 4233 0,'0'39'218,"39"-39"-93,0-39-109,0 39-16,0 0 16,1 0-16,-1 0 15,0 0-15,0 0 0,0 0 0,1 0 0,-1 0 16,0 0-16,0 0 0,0 0 0,1 0 16,-1 0-1,-39 39-15,0 0 16,-79 0-16,79 1 15,-39-1-15,39 0 0,-39 0 0,0 0 0,39 1 16,-39-1-16,-1 0 16,40 0-16,-39 0 0,39 1 0,-39-1 0,39 0 15,-39 0-15,39 0 0,0 1 0,-39-1 0,39 0 16,0 0-16,-40 0 16,40 1-16,-39-40 0,39 39 15,-39-39-15,39 39 16,-39-39-16,39 39 0,-39-39 15,-1 0 1,119-39 15,-40 0-15,0 0-16,-39-1 0,39 40 16,-39-39-16,40 0 0,-1 39 15,-39-39-15,39 0 0,-39-1 0,39 40 0,-39-39 16,39 0-16,-39 0 15,40 0-15,-40-1 0,39 1 16,-39 0-16,39 39 16,-39-39-16,39 0 0,0 39 0,-39-40 15,40 40-15,-1-39 0,0 39 0,0 0 0,0-39 16,1 39-16,-1 0 16,0-39-16,0 39 0,0 0 15,1 0-15,-1 0 63,-39-39-48,-39 39 95,-1 0-95,1 0-15,0 0 16,0 0-16,0 39 16,-1-39-16,1 0 0,0 39 0,0-39 15,0 0 1,39 39 15,0 0 0,0 1-31,-40-1 16,40 0-16,-39 0 0,0 0 16,0 1-1,39-1-15,-39 0 16,39 0-16,0 0 15,39 1 1,-39-1 0,39-39-16,-39 39 0,39-39 0,-39 39 15,39-39-15,-39 39 0,0 1 16,40-40 0,-40 39-16,39-39 15,0 0 1,0 0-16,0 0 15,1 0 1,-1 0-16,0 0 0,0 0 0,0-39 16,1 39-16</inkml:trace>
  <inkml:trace contextRef="#ctx0" brushRef="#br0" timeOffset="25073.24">4312 4978 0,'-40'0'0,"40"39"62,0 0-62,0 0 0,0 0 0,0 1 16,0-1-16,0 0 0,0 0 0,0 0 0,0 1 15,0-1-15,0 0 16,0 0-16,40-39 0,-40 39 0,0 0 0,39-39 16,-39 40-16,0-1 15,39-39-15</inkml:trace>
  <inkml:trace contextRef="#ctx0" brushRef="#br0" timeOffset="25593.23">5409 4350 0,'0'0'16,"0"-39"0,-39 39 30,39 39-30,-39 1-16,39-1 0,-39-39 0,39 39 16,-40 39-16,40-38 0,-39-1 0,39 0 0,-39 0 15,39 0-15,0 1 16,0-1-16,-39 0 0,39 0 0,0 0 0,0 1 16,0-1-16,0 0 0,39 0 15,-39 0-15,39 1 0,0-1 0,1 0 16,-1-39-16,-39 39 15,39-39-15,0 39 0</inkml:trace>
  <inkml:trace contextRef="#ctx0" brushRef="#br0" timeOffset="26233.18">5762 4664 0,'0'0'0,"78"-39"31,-38 39-31,-1 0 0,78-39 31,-78 39-31,1 0 16,-1 0-16,-39 78 16,39-78-16,-39 39 0,0 0 15,39 79 1,0-79 0,-39 0-16,0 40 15,0-40-15,0 0 16,0-78 31,0 0-32,0 0 1,0-1-16,40 1 16,-40 0-16,39 0 15,-39 0-15,39-1 16,0 40-1,0 0-15,1 0 16,-1 0 0,-39 40-16,39-40 0,-39 39 0,39 0 15,-39 0-15,0 0 0,0 1 16,0-1-16,0 0 16,0 0-16,0 0 0,0 1 0,-39-1 15,39 0-15,0 0 16,0 0-16,-39-39 0,39 40 15,-39-40 1</inkml:trace>
  <inkml:trace contextRef="#ctx0" brushRef="#br0" timeOffset="26673.17">6938 4625 0,'0'-39'15,"39"-1"1,0 40 31,0 40-31,1-40-1,-1 39-15,-39 0 0,39 0 0,0-39 16,-39 39-16,39 1 15,-39-1-15,40 0 0,-40 0 0,0 0 0,0 1 16,39-1-16,-39 0 0,0 0 16,0 0-16,0 1 0,-39-1 0,39 0 0,-79 0 15,79 0-15,-39 1 0,0-40 0,0 39 0,-1-39 16,40 39-16,-39-39 16,0 39-16</inkml:trace>
  <inkml:trace contextRef="#ctx0" brushRef="#br0" timeOffset="27383.14">8663 4625 0,'0'-39'0,"0"-1"16,0 1-16,0 0 0,0 0 31,0 78 0,0 0-31,0 0 16,0 1-16,0-1 0,0 0 0,0 0 0,0 0 16,0 1-16,0 38 15,0-39-15,0 0 0,0 40 0,0-40 0,0 0 16,-40 0-16,40 1 0,0 38 15,0-39-15,0 0 0,0 1 16</inkml:trace>
  <inkml:trace contextRef="#ctx0" brushRef="#br0" timeOffset="27783.08">8819 4703 0,'0'0'0,"-39"0"15,39-39 1,-39 39-16,39-39 16,39 39-1,0 0 16,1 0-15,-1 0 0,0 0-1,0 39 17,0 39-32,1 1 15,77 156 1,-78-157-1,0-78-15,79 118 16,-118-79-16,39-39 0,-39 39 16,39-39-16,1 0 15</inkml:trace>
  <inkml:trace contextRef="#ctx0" brushRef="#br0" timeOffset="28123.07">9564 4742 0,'-39'0'16,"78"0"-16,-78-39 16,39 0-16,0 78 109,0 0-109,0 1 0,0-1 0,0 0 16,39 0-16,-39 0 0,0 40 15,0-40-15,0 0 0,0 0 0,0 1 0,0-1 16,0 0-16,0 0 15,0 0-15,0 1 0,0-1 0,0 0 0,0 0 16,0 0 0</inkml:trace>
  <inkml:trace contextRef="#ctx0" brushRef="#br0" timeOffset="30532.92">9956 4350 0,'0'-39'16,"0"0"-16,0 0 16,0 0 15,-39 39 0,0-40 0,-1 40-15,1-39 0,0 39-1,0 0 1,39-39-16,-39 39 16,-1 0-1,1 0 1,0 0-16,0-39 15,0 39 1,-1 0-16,1 0 0,0 0 16,0 0-16,0 0 15,-1 0-15,1 0 16,0 0 15,0 0-31,0 0 16,0 0-1,-1 0-15,1 0 32,0 0-17,0 0-15,0 0 16,-1 0 0,1 0-16,0 0 15,0 0 1,0 0-16,-1 0 15,1 0-15,39 39 16,-39-39 0,0 39-16,0-39 31,39 39-31,-40-39 0,1 40 16,39-1-1,0 0 16,0 0-31,0 0 16,-78-39 0,78 40-16,0-1 15,-39 0-15,39 0 16,0 0 0,0 1-16,0-1 15,0 0 1,0 0-1,0 0 1,0 1 0,0-1-1,0 0-15,0 0 16,0 0-16,0 1 16,0-1-1,0 0-15,0 0 16,0 0-1,0 1 1,0-1 0,0 0-16,0 0 15,0 0-15,0 1 16,0-1 0,0 0-16,0 0 15,0 0 1,0 0-1,0 1 1,0-1 0,39-39-16,-39 39 0,39-39 15,-39 39 1,39-39-16,-39 39 16,39-39-16,1 0 15,-40 40-15,39-40 16,0 0-1,-39 39-15,39-39 0,0 0 32,1 39-32,-1-39 0,0 0 15,0 0-15,0 0 0,-39 39 16,40-39-16,-1 0 16,0 0-16,0 0 15,0 0 1,1 0-1,-1 0 1,0 0-16,0 0 0,0 0 16,0 0-16,1 0 0,-1 0 15,0 0 1,0 0-16,0 0 16,1 0-1,-40-39 1,39 39-16,0 0 15,-39-39-15,39 39 0,0 0 16,1-39 0,-1 39-16,0-40 15,0 40 1,-39-39 0,39 39-16,1-39 31,-40 0-16,39 39-15,0-39 16,-39-1 0,0 1-16,0 0 31,0 0-31,39 39 0,-39-39 16,39 39-16,-39-39 15,0-1-15,40 40 0,-40-39 16,39 39-1,-39-39-15,0 0 0,0 0 16,0-1 0,0 1-16,0 0 15,0 0 1,0 0 0,0-1-16,0 1 15,0 0 1,0 0-16,0 0 0,0-1 31,0 1-31,0 0 16,0 0-16,0 0 15,0-1 1,0 1-16,0 0 31,0 0-15,0 0-1,0-1 1,-39 40 0,39-39-16,-40 39 15,40-39 1,-39 39 15,39-39-15,-78 39-16,39 0 15,-1-39-15,1 39 16,0 0-16,0 0 0,0-40 16,-1 40-1</inkml:trace>
  <inkml:trace contextRef="#ctx0" brushRef="#br0" timeOffset="31742.9">10701 4703 0,'0'-39'15,"39"0"1,0 0-16,0 39 16,1-40-1,-1 40 1,0 0-1,0 0 1,0 0 0,1 40-16,-40-1 15,39-39-15,-39 39 0,0 0 0,0 0 16,0 1-16,0-1 16,0 0-16,0 0 0,0 0 0,0 1 0,0-1 15,-39 0-15,39 0 0,-40 0 16,40 1-16,-39-1 0,0 0 0,0 0 15,39 0-15,-39-39 0,39 40 16,-40-1-16,1 0 0,39 0 16,0-78 31,39 0-32,-39 0-15,0-1 0,40 1 16,-40 0-16,0 0 15,39 39-15,-39-39 0,39 39 0,-39-40 16,39 40-16,-39-39 0,39 0 16,-39 0-16,40 39 0,-40-39 0,39 39 15,0-40-15,-39 1 0,39 39 0,0-39 0,1 0 16,-1 0-16,0 39 16,-39-40-16,39 40 0,0-39 0,1 39 0,-40-39 15,39 0-15,0 0 16,0 39-16,-39-40 0,39 1 15,-39 0 17,0 78 46,-39-39-78,0 39 15,39 1-15,0-1 16,-39-39-16,39 39 0,-39-39 16,39 39-16,-40-39 0,40 39 0,0 1 15,0-1-15,0 0 0,0 0 0,0 0 16,-39-39-16,39 40 0,0-1 16,0 0-16,0 0 0,0 0 15,0 1-15,39-40 0,-39 39 16,40-39-16,-40 39 15,39-39-15,0 0 16</inkml:trace>
  <inkml:trace contextRef="#ctx0" brushRef="#br0" timeOffset="32212.82">11642 5213 0,'0'-39'0,"39"39"16,-39-40 0,39 40-16,0 0 15,0 0 1,1 0 0,-1 0-1,-39 40 1,39-1-16,-39 0 15,0 0-15,0 0 16,0 1-16,0-1 0,0 0 16,-39 0-16,39 0 0,-39 0 15,-1 1-15,1-40 16,39 39 0,39-78 30,-39-1-46,40 40 16,-40-39-16,39 39 16,0 0-1,-39-39-15,39 39 0,0 0 0,1 0 16,-1 0 0,0 0-16,0 0 15,0 0 1,1 0-16,-1 0 0</inkml:trace>
  <inkml:trace contextRef="#ctx0" brushRef="#br0" timeOffset="32642.77">12621 4546 0,'-39'-39'31,"78"78"-31,-78-117 15,39 117 17,-39 0-32,39 1 15,0-1-15,0 0 16,-39-39-16,39 39 0,-39 0 0,39 1 0,0-1 16,-40 0-16,40 0 15,0 0-15,0 1 0,0-1 0,0 0 0,0 0 16,0 0-16,0 1 15,0-1-15,0 0 0,0 0 0,40 0 16,-40 1-16,39-1 16,-39 0-1</inkml:trace>
  <inkml:trace contextRef="#ctx0" brushRef="#br0" timeOffset="33262.71">12817 4742 0,'40'-39'16,"-80"78"-16,119-78 15,-40 39 16,0 0 1,-39 39-32,0 1 0,0-1 0,39 0 15,-39 0-15,0 0 0,40-39 0,-40 40 16,0-1-16,0 0 16,0 0-16,0 0 0,0 1 0,0-1 15,0 0 16,0-78 1,0 0-17,78-1 1,-78 1-16,0 0 0,0 0 0,39 39 16,-39-39-16,0-1 15,39 40-15,-39-39 0,40 39 16,-40-39-16,39 39 15,0 0 1,0 39 15,-39 0-15,0 40 0,39-79-16,-39 39 0,0 0 0,0 0 0,40-39 15,-40 40-15,0-1 16,0 0-16,0 0 0,0 0 15,0 1 1,0-1-16</inkml:trace>
  <inkml:trace contextRef="#ctx0" brushRef="#br0" timeOffset="33582.69">13641 4703 0,'39'-39'32,"0"39"-32,-39-39 0,39 39 15,0 0 1,-39 39-16,40 79 31,-40-79-31,39 0 0,-39 118 16,0-79-16,0 118 31,-39-157-31,39 1 0,-157 116 31,118-117-31</inkml:trace>
  <inkml:trace contextRef="#ctx0" brushRef="#br0" timeOffset="34902.68">15248 4625 0,'39'0'47,"0"0"-31,0 0-1,1 0-15,-1 0 0,0 0 0,0 0 0,0 0 16,0 0-16,1 0 15,-1 0-15,0 0 0,39 0 0,-38 0 0,-1 0 16,0 0-16,0 0 0,40 0 0,-40 0 0,0 0 16,39 0-16,-38 0 0,-1 0 15,0 0-15,0 0 0</inkml:trace>
  <inkml:trace contextRef="#ctx0" brushRef="#br0" timeOffset="35262.65">15444 5330 0,'0'0'0,"39"0"16,78 0 0,-77 0-16,195-39 31,-196 0-31,39 39 0,-38 0 0,38 0 0,118 0 31,-118 0-31,40 0 0,-79 0 0,157 0 16</inkml:trace>
  <inkml:trace contextRef="#ctx0" brushRef="#br0" timeOffset="36272.68">17835 4546 0,'0'0'0,"39"-39"0,0 39 31,0 0-31,1 0 15,-1-39-15,0 39 16,0 0-16,0 39 16,1 0-16,-40 40 0,39-79 15,-39 39-15,0 0 16,0 0-16,0 1 0,0-1 0,0 0 16,-39 0-16,39 0 15,0 1-15,-40-1 0,40 0 0,0 0 16,-39-39-16,0 0 15,39 39-15,-39-39 0,0 0 0,-1 0 16,1 0-16,0 0 16,39-39 15,0 0-15,39 0-16,0 0 0,1-1 15,-1 40-15,0-39 0,0 0 16,0 39-16,1-39 0,-1 39 0,0-39 15,0 39-15,0-40 16,1 40-16,-1-39 0,0 39 0,0-39 16,0 39-16,1 0 0,-40-39 0,39 39 0,0-39 15,0-1-15,0 40 16,-39-39-16,39 39 0,-39-39 16,40 39-1,-80 0 32,1 39-16,0-39-31,0 79 0,0-79 16,39 39-16,-39-39 0,-1 39 16,1 0-16,39 0 0,-39 1 15,39-1-15,-39 0 16,39 0-16,0 0 0,0 1 15,0-1-15,0 0 16,39-39-16,-39 39 0,39-39 16,0 0-16,1 39 0,-1-39 15,0 0-15</inkml:trace>
  <inkml:trace contextRef="#ctx0" brushRef="#br0" timeOffset="36902.56">18971 4978 0,'0'0'16,"0"-40"-16,40 40 31,-1 0-31,0 0 0,39 0 31,-38 0-31,77 40 16,-78-1 15,-39 0-31,0 0 0,0 0 0,0 1 16,-39-1-1,39 0-15,0 0 0,-39-39 0,39 79 31,-39-40-15,78-39 47,-39-39-63,39 39 31,0 0-31,1 39 31,-1 0-31,0 0 16,-39 0-16,0 0 15,0 1 1,0-1-16,-39 0 31,0 0-31,-79 0 0,79-39 16,0 0-16,-1 0 15,1 0-15,0 0 0,0 0 0,0 0 0,-1 0 16,1 0-16,0 0 0,0 0 0,0 0 16,-1-39-1,40 0-15</inkml:trace>
  <inkml:trace contextRef="#ctx0" brushRef="#br0" timeOffset="37402.56">20108 4546 0,'-39'0'0,"78"0"0,-117-39 15,39 39 1,-1 0 0,40 39-16,-78 40 31,78-1-31,-39 1 16,39-40-1,0 0-15,0 79 16,0-79-16,0 0 15,39 0-15,0 40 16,-39-40-16,0 0 0,0 0 0,39-39 16,1 39-1</inkml:trace>
  <inkml:trace contextRef="#ctx0" brushRef="#br0" timeOffset="37969.15">20383 4742 0,'39'-39'16,"-78"78"-16,156-117 16,-78 78-16,1 0 15,-1 0 1,0 78-1,0 40 1,-39-79-16,39 79 31,-39-79-31,0 39 16,0-38-16,0 38 16,-39-78-16,39 39 15,-39-39 1,39-39-1,0 0 1,157-79 0,-157 79-16,78-39 31,-39 38-31,1 40 0,-1-39 16,-39 0-1,39 39 1,0 0 15,-39 39-31,0 0 0,39-39 0,-39 40 16,0-1-16,0 0 15,40 0-15,-40 0 0,0 1 16,0-1-16,0 0 0,0 0 0,-40 0 16,40 1-1,0-1-15,-39-39 16,39 39-1</inkml:trace>
  <inkml:trace contextRef="#ctx0" brushRef="#br0" timeOffset="38269.11">21519 4703 0,'40'0'0,"-80"0"0,80-39 0,-1 39 32,-39 39-32,0 40 15,0-1-15,0-39 0,0 0 16,0 1-16,0 38 0,0-39 15,0 0-15,0 40 0,0-40 0,-39 0 0,39 0 16,-40 40-16,1-40 16,39 0-16,-39 0 0,0 0 0,-40 1 0,40-40 15</inkml:trace>
  <inkml:trace contextRef="#ctx0" brushRef="#br0" timeOffset="45328.77">1411 6937 0,'39'0'0,"-39"-39"15,39 39 17,-39-39-1,-39 39 188,0 0-188,0 0-31,0 0 15,-1 39 1,1-39-16,0 0 0,0 0 16,0 0-16,-1 0 0,1 0 15,0 0-15,0 0 110,39 79 46,0-1-156,0-39 16,39 0-16,-39 1 15,0-1-15,0 0 0,0 0 16,0 0-16,0 1 15,39-1-15,-39 0 0,0 0 0,0 0 16,0 1-16,0-1 16,0 0-16,0 0 15,0 0-15,0 1 0,0-1 16,0 0-16,0 0 16,0 0-16,0 1 15,0-1-15,0 0 16,0 0-16,0 0 0,0 1 15,0-1-15,0 0 16,0 0-16,0 0 0,0 1 16,0-1-16,0 0 15,0 0-15,0 0 16,0 1-16,0-1 0,0 0 16,0 0-16,0 0 15,0 0-15,0 1 0,0-1 0,0 0 16,0 0-1,0 0-15,0 1 0,0-1 0,0 0 16,0 0 0,0 0-16,0 1 0,0-1 0,0 0 15,0 0-15,0 0 0,0 1 0,0-1 0,0 0 16,0 0-16,0 0 0,0 1 16,0-1-16,0 0 0,0 0 0,0 0 0,0 1 15,0-1 1,0 0-16,0 0 15,0 0 1,0 1 0,0-1-1,0 0-15,0 0 16,0 0-16,0 1 16,0-1-1,0 0-15,0 0 0,0 0 16,0 1-1,0-1-15,0 0 0,0 0 16,0 0 0,0 1-16,0-1 0,0 0 15,0 0-15,0 0 16,0 1-16,0-1 16,0 0-16,0 0 0,-39 0 0,39 1 15,0-1-15,0 0 16,-39 0-16,39 0 15,0 1-15,0-1 16,0 0-16,0 0 0,0 0 16,0 1-1,0-1-15,0 0 0,0 0 0,-39-39 0,39 39 16,0 1-16,0-1 16,0 0-16,0 0 15,0 0-15,0 1 16,0-1-16,0 0 15,0 0 1,0 0 0,0 0-1,0 1-15,0-1 32,0 0-17,0 0 1,39-39-16,-39 39 0,0 1 15,0-1 1,0 0-16,0 0 0,0 0 16,0 1-1,0-1 1,0 0 0,0 0-1,0 0-15,0 1 16,0-1-16,0 0 15,0 0 1,0 0 0,0 1-16,0-1 15,0 0-15,0 0 16,0 0 0,0 1-1,0-1 1,0 0-1,0 0 1,0 0 0,0 1-1,0-1 1,0 0-16,0 0 16,0 0-1,0 1-15,0-1 16,0 0-1,0 0-15,0 0 16,0 1 0,0-1-1,0 0-15,0 0 16,0 0 0,0 1-16,0-1 15,0 0 1,0 0-16,0 0 15,0 1 1,0-1-16,0 0 0,0 0 16,0 0-1,0 1-15,0-1 16,0 0-16,0 0 31,0 0-31,39-39 16,-39 40-16,0-1 15,0 0-15,0 0 16,0 0 0,39-39-16,-39 40 0,0-1 15,0 0-15,0 0 16,0 0 0,39 1 15,-39-1-16,0 0 1,0 0 0,0 0-1,0 1-15,40-1 16,-40 0 0,0 0-1,0 0 1,0 0 31,39-39-32,-39 40 17,39-40 186,0 0-218,0 0 16,1 0 0,-1 0-16,0 0 0,0 0 15,0 0 1,1 0-16,-1 0 15,0 0 1,0 0 0,0 0-1,1 0-15,-1 0 16,0 0 62,0 0-62,-78 0 46,0-40-46</inkml:trace>
  <inkml:trace contextRef="#ctx0" brushRef="#br0" timeOffset="48126.12">1960 7408 0,'0'-39'31,"-39"39"32,117 0 187,-78-40-234,39 40-1,-39-39-15,39 39 0,1-39 0,-1 0 16,0 39-16,-39-39 0,39 39 15,0 0-15,-39-40 16,40 40-16,-1 0 0,0 0 16,0-39-16,0 39 15,-39 39-15,0 1 16,0-1 0,0 0-16,0 0 0,0 0 0,0 1 15,0-1-15,0 0 16,0 0-16,0 0 0,0 1 15,-39-40-15,39 39 0,-39-39 16,39 39 0,-39-39-16,0 0 0,39 39 15,-40-39-15,1 0 16,0 0-16,39 39 16,-39-39-1,78 0 32,-39-39-31,39 39-1,-39-39-15,39 0 0,1 0 0,-40-1 16,39 40 0,-39-39-16,39 39 0,-39-39 0,39 39 0,0-39 15,1 39 1,-40-39-16,39 39 0,0-40 0,0 40 15,0-39-15,1 39 32,-1-39-32,0 39 31,-39-39-31,39 39 16,-39-39-1,39 39-15,0 0 16,-39-40-16,-39 40 140,0 40-124,0-40 0,39 39-16,-39-39 0,0 0 31,39 39-31,-40-39 0,40 39 0,-39-39 0,0 39 16,39 1-16,-39-40 15,0 39-15,39 0 0,-40-39 0,40 39 16,0 0-16,-39-39 0,39 40 0,0-1 0,-39-39 0,39 39 15,0 0 1,39-39 15,-39 39-31,39-39 16,1 0 0,-1 40 15,0-1 0</inkml:trace>
  <inkml:trace contextRef="#ctx0" brushRef="#br0" timeOffset="48506.11">2861 7721 0,'39'0'0,"-78"0"0,118 0 32,-40 0 14,-39-39-46,0 78 63,0 1-63,0-1 16,0 0-16,0 0 15,39 0-15,-39 1 0,0-1 16,0 0-16,0 0 0,39-39 0,-39 39 15,0 1 1,0-1-16</inkml:trace>
  <inkml:trace contextRef="#ctx0" brushRef="#br0" timeOffset="48996.08">3684 7251 0,'0'0'0,"-39"0"0,0 0 31,39 39 16,-39 0-47,39 1 15,-39-1-15,39 0 16,-40 0-16,40 0 0,0 1 0,0-1 16,0 0-16,0 0 15,0 0-15,0 1 0,0-1 16,40-39-16,-40 39 0,39-39 0,0 0 15,-39 39 1,39-39-16,0 0 0,1 0 0</inkml:trace>
  <inkml:trace contextRef="#ctx0" brushRef="#br0" timeOffset="49406.04">4037 7447 0,'39'0'0,"1"-39"16,-119 78-16,197-78 0,-79 39 31,0 0-31,0 0 0,1 0 31,-1 39-15,-39 0-16,0 40 31,0-40-31,0 39 16,-39-78-16,-1 39 15,1-39-15,-39 40 32,39-40-32,-1 0 0,1-40 15,39-38 1,0 0-1,0 38-15,0 1 32,0 0-32,39 39 31</inkml:trace>
  <inkml:trace contextRef="#ctx0" brushRef="#br0" timeOffset="49746.02">4664 7290 0,'0'0'16,"0"-39"-16,40 39 15,-1 0-15,0 0 32,-39 39-32,39-39 0,-39 39 0,39-39 15,-39 40-15,40-1 0,-40 0 16,39 0-16,-39 0 0,0 1 0,0-1 16,0 0-1,0 0-15,0 0 0,0 1 0,-39-1 16,39 0-16,-40 0 0,40 0 0,-39 1 0,0-40 15,0 39-15,0 0 0,-1-39 16,1 39-16,0-39 0</inkml:trace>
  <inkml:trace contextRef="#ctx0" brushRef="#br0" timeOffset="51116.14">1921 8936 0,'0'-39'31,"0"0"-15,39 0 15,0 39-15,0 0-1,0 0-15,1 0 0,-1 0 16,0 0 0,0 0-16,0 0 0,-39 39 15,40-39-15,-40 39 0,39-39 16,-39 39-16,0 1 0,39-40 0,-39 39 15,0 0-15,0 0 0,0 0 0,0 1 16,0-1-16,0 0 16,0 0-16,-39 0 0,39 1 0,0-1 15,-79-39-15,79 39 0,-39 0 16,39 0-16,-39-39 0,39 40 0,-39-1 0,0 0 16,39 0-1,0-78 32,0 0-47,39 39 0,-39-39 16,39-1-1,-39 1-15,39 0 0,0 0 16,1 0 0,-1-1-16,0 1 0,0 0 15,0 0 1,1 0-16,-1-1 15,0 1-15,-39 0 16,39 39-16,0-39 0,-39 0 0,40 39 0,-40-40 16,39 1-16,0 0 15,-39 0 1,39 39-16,-39-39 16,-39 39 30,0 39-30,0 0 0,39 0-1,-40-39-15,40 39 0,-39 1 0,39-1 0,-39 0 16,39 0 0,-39 0-16,39 1 0,0-1 0,0 0 15,-39-39-15,39 39 0,0 0 16,0 1-16,39-40 15,0 39-15,0-39 0,0 0 16</inkml:trace>
  <inkml:trace contextRef="#ctx0" brushRef="#br0" timeOffset="51406.12">3096 9446 0,'40'0'15,"-40"39"48,0 0-63,0 1 0,0-1 15,0 0-15,0 0 16,0 0 0,0 1-16,0-1 0,0 0 0,0 0 15,0 0-15,0 1 16,0-1-16</inkml:trace>
  <inkml:trace contextRef="#ctx0" brushRef="#br0" timeOffset="51876.18">3724 8976 0,'0'-40'0,"0"1"31,0 78 1,-79-39-32,79 40 15,0-1-15,0 0 0,0 0 0,0 0 0,-39 1 16,39-1-16,0 0 16,0 0-16,0 0 0,0 1 0,0-1 0,0 0 15,0 0-15,0 0 16,0 1-16,39-40 0,-39 39 0,39-39 0,-39 39 15,40-39-15,-1 0 0,-39 39 16,39-39-16,0 0 16,0 0-16</inkml:trace>
  <inkml:trace contextRef="#ctx0" brushRef="#br0" timeOffset="52186.07">4194 9172 0,'0'0'16,"0"39"31,0 0-32,0 0-15,0 0 0,39-39 16,-39 40-16,0-1 16,0 0-16,0 0 0,0 0 15,0 1-15,0-1 0,0 0 16,0 0-16,0 0 0,-39 1 0,39-1 16,-39 0-1,39 0-15</inkml:trace>
  <inkml:trace contextRef="#ctx0" brushRef="#br0" timeOffset="52606.05">4704 8819 0,'39'39'47,"-39"0"-31,39 0-16,-39 1 0,39-1 15,-39 0-15,39 0 0,-39 0 0,40 1 0,-40-1 16,0 0-16,0 0 16,0 40-16,0-40 0,0 0 0,0 0 0,-40 40 15,40-40-15,-39 0 0,0 0 16,0 0-16,0 40 0,-1-40 0,1 0 0,0 0 15,-39 1-15,38-40 0,1 39 0</inkml:trace>
  <inkml:trace contextRef="#ctx0" brushRef="#br0" timeOffset="69643.89">1999 10465 0,'-39'0'0,"78"0"78,0 0 63,0 0-126,-39-39-15,40 39 0,-40-39 16,39 39-16,0 0 16,0-39-16,0 39 0,1 0 15,-1 0 1,0 0-16,0 0 31,-39 39-31,0 0 16,0 0-16,0 0 0,0 1 15,0-1-15,0 0 0,0 0 0,0 0 16,0 1-16,0-1 0,-39 0 0,39 0 0,0 0 16,-39 1-1,39-1-15,0 0 0,0 0 0,0 0 16,-39-39-16,39 40 15,-40-40 17,40-40 46,40 40-78,-40-39 0,39 39 0,-39-39 15,0 0-15,39 0 16,-39-1-16,39 40 16,-39-39-1,39 39-15,-39-39 0,40 0 0,-40 0 16,39 39-16,-39-40 0,39 40 0,0-39 16,0 0-1,1 0 1,-1 0-1,0-1 17,0 40-17,-39-39-15,39 39 16,0 0 0,-39-39-16,40 39 15,-40-39 1,39 39-16,-39-39 0,0-1 31,39 40-31,-78 0 94,0 0-47,39 40-47,-40-40 15,40 39-15,-39-39 0,0 0 16,39 39-16,-39-39 16,0 0-16,39 39 0,-39-39 0,39 39 15,-40-39 1,40 40-16,0-1 15,0 0 1,-39-39-16,39 39 0,0 0 16,0 1-16,0-1 15,0 0-15,0 0 0,0 0 16,0 1-16,0-1 0,39-39 31,1 0 16,-1 0-31,0 0-16,0 39 0</inkml:trace>
  <inkml:trace contextRef="#ctx0" brushRef="#br0" timeOffset="70093.83">3332 10896 0,'0'-39'16,"0"78"46,0 1-31,0-1-31,0 0 16,0 0-16,0 0 0,0 1 0,0-1 16,0 0-16,-79 0 15,79 0-15,0 1 0,0-1 16</inkml:trace>
  <inkml:trace contextRef="#ctx0" brushRef="#br0" timeOffset="70563.8">3998 10583 0,'0'-39'15,"0"78"32,0 0-31,-39-39-16,39 39 0,0 0 0,0 1 0,-39-1 15,39 0-15,0 0 0,0 0 16,0 1-16,0-1 0,0 0 16,0 0-1,0 0-15,0 1 0,0-1 16,39 0-16,-39 0 0,0 0 0,39-39 16,-39 40-1</inkml:trace>
  <inkml:trace contextRef="#ctx0" brushRef="#br0" timeOffset="70993.78">4351 10700 0,'39'-39'16,"-78"78"-16,78-117 0,0 78 0,-39-39 0,39 0 15,1 39-15,-1 0 16,0 0-16,0 0 0,0 39 31,-39 0-31,40 39 16,-40-38-16,0-1 0,0 0 0,0 39 31,0-38-31,-40-40 0,1 78 31,0-78-31,0 39 0,0-39 16,-1 39 0,80-39 31,-1 0-32,0-39 1,0 39-16,0 0 0,1 0 0,-1-39 15,0 39-15,0 0 0,0 0 16,1 0-16,-1 0 0,0-39 0</inkml:trace>
  <inkml:trace contextRef="#ctx0" brushRef="#br0" timeOffset="71313.8">5213 10465 0,'0'0'0,"39"0"31,1 39-16,-1 40 1,0 78 15,-39-79-31,0 40 0,0-79 0,0 0 0,-39 39 16,39-38-16,-118 116 16,79-116-16,0-1 0,39 0 15,-39 0-15,-1-39 0</inkml:trace>
  <inkml:trace contextRef="#ctx0" brushRef="#br0" timeOffset="72363.78">3175 11680 0,'0'-39'16</inkml:trace>
  <inkml:trace contextRef="#ctx0" brushRef="#br0" timeOffset="72603.73">3018 12307 0,'0'40'78</inkml:trace>
  <inkml:trace contextRef="#ctx0" brushRef="#br0" timeOffset="72833.73">3018 12621 0,'0'39'16</inkml:trace>
  <inkml:trace contextRef="#ctx0" brushRef="#br0" timeOffset="73053.73">3057 12974 0</inkml:trace>
  <inkml:trace contextRef="#ctx0" brushRef="#br0" timeOffset="73193.73">3057 13131 0,'0'-40'47,"0"1"-47</inkml:trace>
  <inkml:trace contextRef="#ctx0" brushRef="#br0" timeOffset="73353.72">2900 13170 0,'0'-39'15,"0"-1"-15,0 1 31</inkml:trace>
  <inkml:trace contextRef="#ctx0" brushRef="#br0" timeOffset="74960.65">1725 13758 0,'39'0'15,"0"0"63,-39-39-62,39 39-16,0 0 16,1 0-1,-1 0-15,-39 39 16,39 0-16,0-39 15,-39 39-15,0 0 0,0 1 16,39-40-16,-39 39 16,0 0-16,0 0 0,0 0 15,0 1-15,0-1 0,-39-39 0,0 39 16,0 0 0,0 0-16,-1-39 15,1 0 1,78 0 15,-39-39 0,0 0-15,40 0-16,-1 0 0,0 39 16,0-40-16,0 1 15,1 0-15,-1 39 0,0-39 0,0 0 16,0-1-1,1 1-15,-40 0 16,39 39 0,-39-39-16,39 0 15,-39-1 17,0 80 77,0-1-93,-39-39-1,39 39-15,-39 0 0,39 0 16,-40-39-16,40 40 15,-39-40-15,39 39 0,0 0 16,0 0-16,0 0 31,0 1-31,0-1 16,0 0 0,39 0-16,-39 0 15,40-39 1</inkml:trace>
  <inkml:trace contextRef="#ctx0" brushRef="#br0" timeOffset="75250.53">2665 14189 0,'40'0'16,"-40"39"31,0 0-32,39 1-15,-39-1 16,0 0-16,0 0 15,0 0-15,0 1 0,0-1 0,0 0 16,0 0-16</inkml:trace>
  <inkml:trace contextRef="#ctx0" brushRef="#br0" timeOffset="75830.5">3528 13719 0,'-40'0'94,"40"39"-94,-39-39 0,0 39 16,0 0-1,0 0-15,-1 1 0,40-1 16,0 0 0,0 0-16,0 0 0,0 1 0,40-1 15,-40 0-15,39 0 16,-39 0-16,39-39 0,0 40 16,0-1-1,-39 0-15,40-39 0,-40 39 0</inkml:trace>
  <inkml:trace contextRef="#ctx0" brushRef="#br0" timeOffset="76723.14">4155 13719 0,'0'-40'32,"39"40"-17,-39 40 32,0-1-47,0 0 16,0 0-16,0 0 0,0 1 15,39-1-15,-39 0 0,0 0 16,0 0-16,0 1 16,0-1-16,0 0 0,0 0 15,0 0-15,0 1 16,0-1-16,0 0 0,0 0 0</inkml:trace>
  <inkml:trace contextRef="#ctx0" brushRef="#br0" timeOffset="77313.09">4351 13640 0,'0'0'0,"0"39"47,39-39 0,0 40-31,0-1-16,-39 0 15,40 0 1,-1 0-16,-39 1 0,39-1 0,0-39 16,-39 39-16,39 0 0,-39 0 0,40-39 0,-40 40 15,39-40-15,-39 39 0,39-39 16,-39 39-16,39-39 0,0 39 0,1-39 16,-1 0-1</inkml:trace>
  <inkml:trace contextRef="#ctx0" brushRef="#br0" timeOffset="77873.06">4978 13679 0,'39'0'31,"-39"40"0,0-1-15,39 0-16,-39 0 0,0 0 16,0 1-16,0-1 15,0 0-15,0 0 0,0 0 16,0 1-16,0-1 15,0 0-15,0 0 0,0 0 16</inkml:trace>
  <inkml:trace contextRef="#ctx0" brushRef="#br0" timeOffset="78283.03">5527 14150 0,'-39'0'16,"39"-39"-16,39 39 31,-39-40-31,39 40 16,0 0-1,0 0 1,1 0-16,-1 0 0,0 0 16,0 0-16,0 0 0,1 0 0,-1 40 15,0-40-15</inkml:trace>
  <inkml:trace contextRef="#ctx0" brushRef="#br0" timeOffset="78637.73">6154 13758 0,'0'39'47,"0"0"-47,0 0 15,0 1-15,0-1 16,0 0-16,0 0 0,0 0 0,0 1 15,0-1-15,0 0 16,0 0-16,39 0 16,-39 1-16</inkml:trace>
  <inkml:trace contextRef="#ctx0" brushRef="#br0" timeOffset="79117.7">6546 13562 0,'0'0'0,"0"39"15,0 0 1,39-39-16,0 39 16,0-39-1,-39 40-15,40-40 0,-40 39 0,39-39 0,-39 39 16,39-39-16,-39 39 0,39 0 16,0-39-16,-39 40 0,40-1 0,-40 0 0,39 0 15,-39 0 1,0 1-16,0-1 0,0 0 0,-79 0 0,79 0 15,-78 1-15,39 38 0,-40-39 16,1 0-16,39 1 0,-40 38 0</inkml:trace>
  <inkml:trace contextRef="#ctx0" brushRef="#br0" timeOffset="82645.89">7996 7212 0,'-39'0'0,"39"-39"32,39 39 186,0 0-124,1 0-94,-1 0 16,0 0-1,0 39-15,0-39 16,-39 39 0,40-39-16,-40 39 15,0 0 17,39-39-32,-39 40 0,0-1 0,0 0 15,0 0 1,0 0-16,0 1 0,0-1 0,0 0 15,-39 0-15,-1 0 0,40 1 16,-39-1 0,0-39 31,0 0-32,0 0 1,78 0 46,-39-39-62,0-1 0,39 1 32,-39 0-32,39 39 0,-39-39 15,39 39-15,-39-39 16,40 39-16,-40-40 15,39 40-15,-39-39 32,39 39-32,0 0 15,-39-39-15,39 0 16,1 39-16,-40-39 16,39-1-1,0 40-15,-39-39 0,39 39 0,-39-39 16,39 39-16,-39-39 15,40 39 1,-40-39 47,0 78 46,-40-39-109,40 39 0,-39 0 16,0 0-1,0 1-15,39-1 0,0 0 16,-39 0-16,39 0 0,-40-39 0,40 40 15,0-1 1,0 0-16,0 0 47,0 0-31,0 1-1,0-1 1,0 0-16,40-39 15,-40 39-15,39-39 0,0 0 32,0-39-17</inkml:trace>
  <inkml:trace contextRef="#ctx0" brushRef="#br0" timeOffset="83125.85">8937 7565 0,'0'39'93,"0"0"-77,0 0 0,0 0-16,39 1 0,-39-1 15,0 0-15,39-39 16,-39 39-16,0 0 0,0 1 0,0-1 0,0 0 15,40-39-15,-40 39 0,0 0 0,0 1 32</inkml:trace>
  <inkml:trace contextRef="#ctx0" brushRef="#br0" timeOffset="83835.89">9486 7133 0,'0'-39'0,"-40"39"110,40 39-79,-39-39-15,39 40-1,-39-1-15,39 0 0,-39-39 0,39 39 0,-39 0 16,39 1-16,-40-40 0,40 39 0,0 0 0,-39 0 15,39 0-15,0 1 0,0-1 16,0 0-16,0 0 0,0 0 0,0 1 16,0-1-16,39 0 15,-39 0-15,0 0 16,40 1-16,-1-40 16,0 0-1</inkml:trace>
  <inkml:trace contextRef="#ctx0" brushRef="#br0" timeOffset="84195.79">9682 7486 0,'0'-39'16,"0"78"31,0 0-32,0 1-15,0-1 0,0 0 16,0 0 0,0 0-16,0 1 0,0-1 0,0 0 0,0 0 15,0 0-15,0 1 0,0-1 16,0 0-16,0 0 0,0 0 31</inkml:trace>
  <inkml:trace contextRef="#ctx0" brushRef="#br0" timeOffset="84555.86">9642 7486 0,'0'0'16,"40"0"-16,-1 0 62,-39 39-62,39-39 0,-39 40 0,39-40 16,-39 39-16,39-39 0,-39 39 0,40-39 0,-40 39 15,39 0-15,0 1 16,-39-1-16,39-39 0,-39 39 16,0 0-16,39 0 15,-39 1 1,40-40-16</inkml:trace>
  <inkml:trace contextRef="#ctx0" brushRef="#br0" timeOffset="84935.78">10230 7447 0,'0'0'0,"0"-39"0,0 78 78,0 0-62,-39 0-16,39 1 15,0-1-15,0 0 0,0 0 16,0 0-16,0 1 0,0-1 16,0 0-16,0 0 0,0 0 0,0 1 15,0-1 1,0 0-16,0 0 0,0 0 16,79 1-1</inkml:trace>
  <inkml:trace contextRef="#ctx0" brushRef="#br0" timeOffset="85405.72">10544 7721 0,'-39'0'0,"78"0"63,0 0-32,0 0-16,1 0-15,-1 0 16,0 0-16,0 0 16,0 0-16,1 0 15,-1 0 1</inkml:trace>
  <inkml:trace contextRef="#ctx0" brushRef="#br0" timeOffset="85905.69">11250 7369 0,'0'39'62,"0"0"-62,0 0 16,0 0-1,0 1-15,-40-1 0,40 0 0,0 0 0,0 0 16,0 1-16,0-1 0,0 0 16,0 0-16,0 0 0,0 1 0,0-1 15,0 0-15,0 0 16</inkml:trace>
  <inkml:trace contextRef="#ctx0" brushRef="#br0" timeOffset="89382.39">11446 6977 0,'-40'0'31,"80"0"219,-1 0-218,-39 39-17,39-39-15,0 0 16,0 0 0,1 0-1,-40 39 48,0 0-32,39-39-31,-39 39 0,39-39 16,-39 40-16,0-1 15,0 0 16,39-39-31,-39 39 16,0 0 0,0 1-1,0-1 1,0 0 0,0 0 15,0 0 0,0 1-15,0-1-16,0 0 15,0 0 1,0 0 46,0 1-46,-39-40 0,39 39-1,0 0 17,-39-39-1,39 39 0,-39 0-31,39 1 16,-40-40-16,40 39 15,0 0 1,-39-39-16,39 39 0,-39 0 31,0-39 0,0 40-15,-1-40-16,1 0 16</inkml:trace>
  <inkml:trace contextRef="#ctx0" brushRef="#br0" timeOffset="91792.34">8035 9250 0,'-39'0'16,"78"0"93,-39-39-78,40 39 0,-1 0-31,-39-39 0,39 39 16,0 0-16,0 0 16,1 39-1,-40 0-15,39-39 16,-39 39 0,39-39-16,-39 39 15,0 1 1,-39-40-16,39 39 0,0 0 15,-39 0 1,39 0-16,0 1 0,0-1 0,-40 0 16,40 0-16,-39-39 0,39 39 15,-39-39-15,39 40 0,-39-1 16,78-39 46,-39-39-62,39-1 16,0 1-16,-39 0 16,40 39-16,-40-39 15,0 0-15,39 39 0,-39-40 16,39 40-16,0 0 16,-39-39-16,39 39 0,-39-39 31,40 39-31,-40-39 15,39 39-15,-39-39 16,39 39-16,-39-40 0,39 40 16,-39-39-16,39 39 15,-39-39-15,40 39 32,-40-39-32,39 39 15,0 0 16,-39-39-31,39 39 110,-39-40-95,-39 40 32,0 40-31,39-1 0,-39-39-16,-1 39 15,1 0-15,0 0 16,39 1-16,-39-40 15,39 39-15,0 0 16,-39-39-16,39 39 0,0 0 16,0 1-16,0-1 15,-40-39-15,40 39 0,0 0 16,0 0 0,0 1 15,79-40 0,-40 0-15,0 0 15</inkml:trace>
  <inkml:trace contextRef="#ctx0" brushRef="#br0" timeOffset="92102.54">8859 9603 0,'39'0'15,"0"0"32,-39 39-31,0 0-1,0 0-15,0 1 16,0-1-16,0 0 0,0 0 16,-39 0-1,39 1-15,0-1 0,-39 0 16</inkml:trace>
  <inkml:trace contextRef="#ctx0" brushRef="#br0" timeOffset="92582.52">9682 8936 0,'0'0'0,"0"40"63,-40-1-47,40 0-16,0 0 0,-39 0 15,39 1-15,-39-1 0,39 0 16,-39 0-16,39 0 0,0 1 0,0-1 0,-39 0 15,39 0-15,0 0 16,0 1-16,0-1 0,0 0 0,0 0 16,0 0-16,39 1 15,0-1 1,-39 0-16,0 0 16,0 0-1,39-39 1</inkml:trace>
  <inkml:trace contextRef="#ctx0" brushRef="#br0" timeOffset="93042.5">10074 9328 0,'39'-78'16,"0"78"-16,0 0 16,0 0-16,40 0 31,-79 39-31,0 0 31,0 40-31,0-1 31,0-39-31,-39 1 16,-1-1-16,-38 0 31,39-39-31,0 0 0,-1 0 32,1 0-32,39-78 15,-39 78-15,39-40 0,0 1 16,78 0-1,-38-39 1,-40 38-16,39 40 16,0-39-16,0 39 15,-39-39 1</inkml:trace>
  <inkml:trace contextRef="#ctx0" brushRef="#br0" timeOffset="93422.47">10466 9132 0,'39'0'0,"-39"-39"16,39 39 0,0 0-16,0 0 31,1 0-31,-40 39 0,39-39 16,-39 40-16,39-1 15,0 0-15,-39 0 0,0 0 16,39 1-16,-39-1 15,0 0-15,0 0 0,0 0 0,0 1 16,0-1-16,0 0 0,0 0 0,-39 0 0,0 1 16,39-1-16,-39 0 15,39 0-15,-39 0 0,-1-39 0,1 40 16,0-40-16,39 39 16,-39-39-16,0 39 0</inkml:trace>
  <inkml:trace contextRef="#ctx0" brushRef="#br0" timeOffset="95312.5">8427 11053 0,'-39'0'0,"39"-39"31,0 0 0,39 39-31,-39-39 16,40 39-16,-40-40 0,39 40 0,0-39 16,0 39-16,0-39 15,1 39-15,-1 0 0,0-39 16,0 39-16,0 0 16,1 0-16,-40 39 15,39-39-15,-39 39 16,39 0-16,-39 1 15,0-1-15,0 0 16,0 0-16,0 0 0,0 1 16,0-1-16,-39 0 0,39 0 0,-39 0 15,39 1 1,-40-40-16,40 39 0,-39 0 0,0 0 16,39 0-16,-39-39 15,39 40-15,-39-40 0,78 0 47,0 0-31,-39-40-1,0 1-15,39 0 0,0 39 0,-39-39 16,40 39-16,-40-39 16,39-1-16,0 40 0,-39-39 0,39 39 0,0-39 15,-39 0-15,40 39 0,-40-39 16,39 39-16,-39-40 0,39 40 0,-39-39 15,0 0 1,0 0 0,0 0-1,39 39 1,-39-40-16,-39 80 125,39-1-109,-39 0-16,39 0 15,0 0 1,0 1-16,0-1 0,0 0 15,0 0 1,0 0-16,0 1 16,39-40-16,-39 39 15,39-39-15,-39 39 16,39-39-16,-39 39 31</inkml:trace>
  <inkml:trace contextRef="#ctx0" brushRef="#br0" timeOffset="95618.56">9525 11210 0,'-39'-39'0,"39"78"47,0 0-47,0 0 15,0 1-15,0-1 16,0 0 0,0 0-16,39-39 15,-39 39-15,0 1 16,0-1-1,0 0 1,-39-39-16,39 39 0</inkml:trace>
  <inkml:trace contextRef="#ctx0" brushRef="#br0" timeOffset="96098.55">10074 10740 0,'0'0'16,"0"-40"-16,0 80 47,0-1-32,-40-39-15,40 39 0,0 0 16,-39-39-16,39 39 0,-39 1 15,39-1-15,0 0 0,0 0 16,0 0 0,0 1-16,0-1 0,0 0 15,39 0-15,-39 0 0,39-39 16,-39 40-16,0-1 16,40-39-16,-1 0 0,0 0 31,0 0-31</inkml:trace>
  <inkml:trace contextRef="#ctx0" brushRef="#br0" timeOffset="96488.54">10505 10779 0,'0'-39'16,"39"39"0,0 0-1,0 0 1,-39 39 15,0 0-31,0 0 0,0 0 16,40-39-16,-40 40 0,0-1 15,0 0-15,0 0 0,0 0 0,39 1 16,-39-1-16,0 0 0,0 0 0,-39 0 16,-1 1-1,1-40-15,39 39 0,-39-39 16,0 0-16,39 39 15,-39-39-15</inkml:trace>
  <inkml:trace contextRef="#ctx0" brushRef="#br0" timeOffset="97378.45">11054 10622 0,'0'39'265,"39"-78"64</inkml:trace>
  <inkml:trace contextRef="#ctx0" brushRef="#br0" timeOffset="98128.4">10309 10975 0,'0'-39'15,"39"39"32,-39-40 0,0 80 63,0-1-110,0 0 15,0 0-15,0 0 16,0 1-16,0-1 0,0 0 0,0 0 15,0 0-15,0 1 16,0-1-16,0 0 16</inkml:trace>
  <inkml:trace contextRef="#ctx0" brushRef="#br0" timeOffset="98818.45">9721 11915 0,'0'-39'16,"39"39"15,0 0 1,-39 39-32,0 1 0,0-1 15</inkml:trace>
  <inkml:trace contextRef="#ctx0" brushRef="#br0" timeOffset="99038.4">9564 12425 0,'-39'39'31,"39"0"-31,0 1 32</inkml:trace>
  <inkml:trace contextRef="#ctx0" brushRef="#br0" timeOffset="99238.33">9486 12817 0,'0'39'47,"0"0"-32,0 1 1</inkml:trace>
  <inkml:trace contextRef="#ctx0" brushRef="#br0" timeOffset="99428.32">9446 13052 0,'40'0'0</inkml:trace>
  <inkml:trace contextRef="#ctx0" brushRef="#br0" timeOffset="101048.26">8310 13875 0,'39'0'109,"-39"-39"-93,0 0-16,39 39 0,0 0 0,1 0 16,-1 0-16,0 0 15,0 0 1,0 0-16,1 0 31,-40 39-31,0 0 16,0 1-1,0-1-15,0 0 0,0 0 16,0 0-16,0 1 16,-40-1-16,40 0 0,0 0 0,0 0 15,-39 1-15,39-1 32,-39-39-32,39-39 62,39 39-46,-39-40-16,39 40 0,-39-39 0,40 39 15,-40-39-15,78 0 16,-39 0-16,0 39 0,-39-40 0,40 1 16,-1 39-16,-39-39 0,39 0 15,0 0-15,0-1 0,1 1 16,-1 39-1,-39-39-15,39 39 0,-39-39 32,-39 39 15,0 0-16,-1 0 0,40 39-15,0 0-16,0 0 15,-39 1 1,39-1-16,0 0 16,0 0-1,-39 0-15,39 1 0,0-1 16,0 0-16,0 0 15,-39-39-15,39 39 0,39-39 47,-39 40-47</inkml:trace>
  <inkml:trace contextRef="#ctx0" brushRef="#br0" timeOffset="101838.18">9329 14228 0,'0'-39'31,"0"78"16,39-39 109,-39 39-156,0 1 16,39-40-16,-39 39 15,0 0-15,0 0 0,39 0 16,-39 1 0,0-1-16,0 0 0,0 0 15,0 0 1,-39-39-16</inkml:trace>
  <inkml:trace contextRef="#ctx0" brushRef="#br0" timeOffset="102398.15">9838 13679 0,'0'-39'0,"0"78"94,0 1-94,-39-1 15,39 0-15,0 0 0,0 0 0,0 1 0,-39-1 16,39 0 0,0 0-16,0 0 0,0 1 15,39-40-15,-39 39 16,0 0-16,39-39 0,-39 39 15,0 0 1,40-39-16,-40 40 0,39-40 16,0 0-1</inkml:trace>
  <inkml:trace contextRef="#ctx0" brushRef="#br0" timeOffset="102778.12">10230 13758 0,'0'0'0,"0"39"63,0 0-63,0 0 0,0 1 16,0-1-1,40 0-15,-40 0 0,0 0 16,0 1-1,0-1-15,0 0 16,0 0 0,0 0-1</inkml:trace>
  <inkml:trace contextRef="#ctx0" brushRef="#br0" timeOffset="103228.1">10348 13601 0,'39'0'63,"0"39"-48,-39 0 1,0 1-16,40-40 16,-1 39-16,0-39 15,-39 39 1,39-39-16,0 39 0,1 0 16,-1-39-1,-39 40-15,39-40 0,-39 39 0,39-39 16,0 0-1</inkml:trace>
  <inkml:trace contextRef="#ctx0" brushRef="#br0" timeOffset="103648.08">10779 13483 0,'0'0'16,"39"0"30,-39 40 1,0-1-47,0 0 0,0 0 16,0 0 0,0 1-16,0-1 0,0 0 0,0 0 15,40 0 1,-40 1-16,39-40 15,-39 39-15,0 0 32,0 0-32</inkml:trace>
  <inkml:trace contextRef="#ctx0" brushRef="#br0" timeOffset="103988.06">11210 13915 0,'-39'0'16,"78"0"31,1 0-16,-1 0-31,0 0 31,0 0-31</inkml:trace>
  <inkml:trace contextRef="#ctx0" brushRef="#br0" timeOffset="104618.03">11642 13562 0,'0'0'0,"-40"0"0,80 0 31,-40-39-15,39 39-16,0 0 16,0 0-16,0 0 0,-39 39 15,40 0-15,-40 0 16,39-39 0,-39 39-16,0 1 15,0-1 1,0 0-1,0 0 1,0 0-16,-39-39 16,39 40-16,0-1 0,-40-39 15,40 39-15,-39 0 16,78-39 31,-39-39-32,40 39-15,-40-39 16,39 39 0,0 0-1,0 0-15,-39 39 0,39-39 16,1 0 0,-1 0-16,0 39 0,0-39 15,0 0 1,1 0-16,-1 0 15,0-39 1</inkml:trace>
  <inkml:trace contextRef="#ctx0" brushRef="#br0" timeOffset="105027.99">12347 13405 0,'0'-39'16,"39"39"15,0 0-15,-39 39 15,40-39-31,-40 39 0,39-39 16,-39 39-16,39 1 15,-39-1-15,39-39 0,-39 39 0,0 0 0,0 0 16,39 1-16,-39-1 0,0 0 15,0 0-15,0 0 0,-39-39 16,39 40-16,0-1 16,-78-39-16,78 39 0,-39-39 0,39 39 0,-40-39 15,1 39-15,0-39 0,0 40 0</inkml:trace>
  <inkml:trace contextRef="#ctx0" brushRef="#br0" timeOffset="108973.09">13641 7329 0,'0'0'0,"-40"0"62,80 0 173,-40-39-220,39 39-15,0-39 31,0 39-31,-39 39 79,0 0-64,0 1-15,0-1 16,0 0-16,0 0 15,0 0 1,0 1-16,0-1 16,-39 0-16,0 0 15,39 0-15,-39-39 16,-1 40-16,1-40 0,39 39 16,-39-39-1,39 39-15,-39-39 0,39 39 16,-39-39-16,78 0 109,-39-39-93,39 39-16,-39-39 15,39 39-15,-39-39 16,39 39-16,1-40 16,-1 40-1,-39-39-15,39 39 16,0-39-16,0 39 16,-39-39-1,40 39-15,-1-39 0,0 39 16,-39-40-1,39 40-15,0-39 16,1 39 0,-40-39 15,39 39-15,0 0-1,-39-39-15,39 39 16,-39-39 15,39 39-31,-78 0 156,0 0-140,0 0 0,39 39-16,-39-39 0,-1 0 31,40 39-31,-39-39 0,0 0 15,39 39-15,-39-39 0,0 39 16,-1 1 0,40-1-1,-39-39-15,39 39 32,0 0-1,0 0-16,0 1 1,0-1 0,0 0 15,39-39-15,-39 39 15,40-39 0,-1 0-15,0 0-1,-39 39-15,39-39 16,-39 40 0,39-40 15</inkml:trace>
  <inkml:trace contextRef="#ctx0" brushRef="#br0" timeOffset="109493.09">14072 7957 0,'0'-40'15,"0"1"17,0 78 202,0 1-234,0-1 16,0 0-16,0 0 0,0 40 15,0-40-15,-39 0 16,39 0-16,0 0 0,-40 1 0,40-1 0,-39 0 15,39 0-15,0 0 16,-39-39-16,39 40 0</inkml:trace>
  <inkml:trace contextRef="#ctx0" brushRef="#br0" timeOffset="110363.01">14738 7212 0,'-39'0'63,"39"39"-16,0 0-47,-39-39 15,39 39 1,0 1-16,0-1 0,-39-39 0,39 39 15,-40 0-15,40 0 16,-39 1-16,39-1 0,-39 0 0,39 0 0,-39 0 16,39 1-16,0-1 0,-39 0 0,39 0 15,0 0-15,0 1 16,0-1-16,0 0 0,39-39 0,-39 39 16,39-39-1,0 0-15,0 0 0,1 0 16,-1-39-1,-39 0 1</inkml:trace>
  <inkml:trace contextRef="#ctx0" brushRef="#br0" timeOffset="110813.01">14895 7761 0,'39'0'15,"-39"-40"-15,0 80 110,0-1-95,0 0 1,0 0-16,0 0 16,0 1-16,0-1 0,0 0 0,0 0 15,-39 0-15,39 1 16,0-1-16,-39-39 16</inkml:trace>
  <inkml:trace contextRef="#ctx0" brushRef="#br0" timeOffset="111793.01">15130 7682 0,'0'-39'16,"0"78"109,0 0 15,-39-39-140,39 40 16,-39-40-16,0 0 31,39-40 16,-40 40 16,1 0-32,39 40-31,39-40 109,-39-40-93,40 80 46,-1-40-46,0 39 0,-39 0-16,39-39 0,0 39 15,-39 0 1,40-39-16,-1 40 0,-39-1 15,39-39 1,-39 39-16,0 0 16</inkml:trace>
  <inkml:trace contextRef="#ctx0" brushRef="#br0" timeOffset="112252.92">15522 7565 0,'0'-40'15,"-39"40"1,39 40 62,0-1-62,-39-39-16,39 39 15,0 0-15,0 0 16,0 1 0,0-1-16,0 0 0,0 0 15,0 0-15,0 1 16,0-1-16,-39 0 0,39 0 15,-40 0 1,40 1-16,-39-40 0,39 39 16</inkml:trace>
  <inkml:trace contextRef="#ctx0" brushRef="#br0" timeOffset="112797.2">15679 7957 0,'-39'0'0,"78"0"62,0 0-31,0 0-31,0 0 16,1 0 0,-1 0-16,0 0 15,0 0-15,0 0 32</inkml:trace>
  <inkml:trace contextRef="#ctx0" brushRef="#br0" timeOffset="113777.14">16110 7643 0,'39'0'78,"-39"-39"-78,39 39 16,1 0-1,-1 0 1,-39-39-16,39 39 0,0 0 16,0 0-16,1 0 15,-1 0 1,-39 39 15,0 0-31,0 0 16,0 0-16,0 1 15,-39-1-15,39 0 0,-40 0 16,40 0-16,-39-39 0,39 40 0,-39-40 16,39 39-16,-39-39 15,39 39-15,-39-39 0,-1 39 16,80-39 93,-1 0-93,0 0-16,0 0 16,0 0-1,1-39-15,-1 39 0,0 0 16,0 0-16,0 0 15,-39-39-15,40 39 0,-1 0 16,-39-39 15</inkml:trace>
  <inkml:trace contextRef="#ctx0" brushRef="#br0" timeOffset="114217.12">16776 7486 0,'0'0'0,"0"-39"16,40 39 15,-40 39 16,0 0-31,0 1-1,39-1 1,-39 0-16,0 0 0,39 0 16,-39 1-16,0-1 0,0 0 0,0 0 15,0 0-15,0 1 16,0-1-16,0 0 0,0 0 0,0 0 16,-39 1-16,0-1 15,-1 0-15,1-39 0,0 39 0,0-39 16,0 39-16,-40-39 15</inkml:trace>
  <inkml:trace contextRef="#ctx0" brushRef="#br0" timeOffset="116487.47">13249 9250 0,'-40'0'0,"40"-39"0,0 0 31,40 39 47,-1 0-78,0 0 16,-39-40-1,39 40-15,0 0 0,1 0 16,-1 0-1,0 0-15,0 40 16,-39-1 0,0 0-16,39-39 15,-39 39-15,0 0 16,0 1-16,0-1 16,0 0-1,-39 0-15,39 0 16,-39-39-16,39 40 0,-39-40 0,0 39 15,-1 0 1,1-39-16,0 39 0,0 0 0,0-39 16,39 40-16,39-40 62,-39-40-62,39 40 0,-39-39 16,39 0-1,0 39-15,1 0 0,-40-39 16,39 39-16,0 0 0,0-39 0,0 39 16,1-40-16,-1 40 15,0-39-15,0 39 0,0-39 16,1 0 0,-1 39-16,-39-39 0,0-1 31,39 40-16,-78 0 142,0 0-142,-1 40 1,1-40 0,39 39-16,-39-39 0,39 39 15,-39-39-15,39 39 16,0 0-16,-39-39 0,39 40 0,0-1 15,0 0 1,-40-39-16,40 39 0,0 0 16,0 1-16,0-1 31,40-39 0,-1 0-31,0 0 31,0 0-31</inkml:trace>
  <inkml:trace contextRef="#ctx0" brushRef="#br0" timeOffset="116777.45">14189 9642 0,'0'0'0,"0"39"62,0 0-62,0 1 16,0-1-1,-39-39-15,39 39 0,0 0 16,-39-39-16,39 39 0,0 1 16,-39-40-1,39 39-15</inkml:trace>
  <inkml:trace contextRef="#ctx0" brushRef="#br0" timeOffset="117307.43">15013 9289 0,'0'39'15,"-40"-39"1,40 40 0,-39-1-1,39 0 1,-39-39-16,39 39 0,-39 0 0,39 1 16,-39-1-16,-1 0 0,40 0 15,-39 0-15,39 1 0,-39-1 0,39 0 16,0 0-16,0 0 15,-39-39-15,39 40 0,0-1 16,0 0 0,39-39-16,0 0 15,-39 39-15,39-39 0,40 0 0,-40 0 16,0 0 0,0 0-16</inkml:trace>
  <inkml:trace contextRef="#ctx0" brushRef="#br0" timeOffset="117657.49">15365 9642 0,'0'-39'15,"0"78"64,0 0-64,0 0 1,0 1-16,0-1 0,0 0 0,0 0 15,0 0-15,0 1 16,0-1-16,0 0 16,-39-39-1</inkml:trace>
  <inkml:trace contextRef="#ctx0" brushRef="#br0" timeOffset="118037.47">15444 9603 0,'0'0'0,"0"-39"16,0-1-1,39 40 1,-39-39-16,39 39 47,-39 39-32,39-39 1,-39 40-16,39-40 16,-39 39-16,40-39 15,-40 39-15,39 0 0,-39 0 16,39 1-1,-39-1-15,0 0 0,39-39 0,-39 39 16,0 0-16,39-39 0,-39 40 16,40-40-1</inkml:trace>
  <inkml:trace contextRef="#ctx0" brushRef="#br0" timeOffset="118417.45">16032 9446 0,'0'39'62,"0"0"-46,0 1 0,-40-1-1,40 0-15,0 0 16,-39 0-16,39 1 0,0-1 0,0 0 15,-39 0 1,39 0-16,0 1 0,0-1 16,0 0-16</inkml:trace>
  <inkml:trace contextRef="#ctx0" brushRef="#br0" timeOffset="118867.36">16188 9799 0,'40'0'62,"-1"0"-62,0 0 16,0-39 0,0 39-16,1 0 15,-1 0 1,0 0-16,-39-40 15,39 40 1,0 0-16,1 0 0</inkml:trace>
  <inkml:trace contextRef="#ctx0" brushRef="#br0" timeOffset="119257.39">16894 9446 0,'0'-39'15,"0"78"32,0 0-31,0 0-16,0 1 0,0-1 0,0 0 16,0 0-16,0 0 15,-39 1-15,39-1 0,0 0 0,0 0 16,0 0-16,0 1 15,0-1-15,0 0 16</inkml:trace>
  <inkml:trace contextRef="#ctx0" brushRef="#br0" timeOffset="119727.28">17364 9407 0,'0'0'0,"0"39"63,40-39-48,-40 39-15,0 0 16,0 1-16,0-1 0,39 0 16,-39 0-16,0 0 0,0 1 0,39-1 15,-39 0-15,0 0 16,0 0-16,0 1 0,-78-1 0,78 0 16,-40-39-16,40 39 0,-39 0 15,0-39-15,0 40 0,0-1 0,-1-39 0,40 39 16,-39-39-16,0 39 15,0-39-15,0 0 0,-1 39 0,-38-39 0</inkml:trace>
  <inkml:trace contextRef="#ctx0" brushRef="#br0" timeOffset="121429.84">13915 11014 0,'39'0'110,"0"0"-95,1 0 1,-1 0-1,0 0 1,0 0-16,0 0 16,-39 39-1,0 0 1,0 1-16,0-1 0,0 0 16,-39 0-1,39 0-15,-39 1 0,39-1 0,-39 0 16,0 0-16,-1 0 15,40 1-15,-39-40 0,0 39 0,0-39 16,39 39-16,0-78 63,39 0-63,-39-1 31,39 40-31,-39-39 0,39 39 15,1-39-15,-1 39 0,0-39 16,0 39-16,0 0 0,-39-39 16,40 39-16,-1-40 0,0 40 15,0-39-15,0 39 0,1-39 0,-1 39 16,0-39-16,0 39 16,0-39-16,1-1 0,-1 1 15,-39 0 1,0 78 62,-39-39-78,39 39 16,-40 1-16,1-1 0,0 0 15,0 0 1,39 0-16,-39-39 0,39 40 15,0-1-15,-40-39 16,40 39-16,0 0 16,40-39-1,-40 39-15,39-39 16,0 0 0,-39 40-16</inkml:trace>
  <inkml:trace contextRef="#ctx0" brushRef="#br0" timeOffset="121719.88">14738 11524 0,'0'0'0,"0"-40"16,0 1 0,0 78 46,0 1-62,0-1 16,-39-39-16,39 39 0,0 0 15,0 0-15,-39 1 0,39-1 16,0 0 0,-39-39-16,39 39 0,0 0 15</inkml:trace>
  <inkml:trace contextRef="#ctx0" brushRef="#br0" timeOffset="122179.8">15405 11132 0,'0'0'15,"-40"0"1,1 0 15,39 39-15,-39-39-16,0 0 15,39 39 1,-39-39-16,39 39 0,-40 0 0,1 1 16,39-1-16,0 0 15,0 0 1,0 0-16,0 1 0,0-1 15,39 0 1,-39 0-16,40-39 0,-40 39 16,39-39-1,0 40-15,0-40 32,0 0-32,1 0 0</inkml:trace>
  <inkml:trace contextRef="#ctx0" brushRef="#br0" timeOffset="122639.77">15718 11406 0,'0'-39'16,"39"39"-16,0 0 0,-39-39 15,40 39-15,-1 0 16,0 0-1,-39 78 32,39-78-31,-39 39-16,0 0 16,0 1-16,0-1 15,0 0-15,-39-39 31,39 39-31,-39-39 0,0 0 32,-1-39-17,40 0 1,0 0-16,0-1 16,0 1-16,0 0 15,40 39 1,-1 0 15,-39-39-31,39 39 16</inkml:trace>
  <inkml:trace contextRef="#ctx0" brushRef="#br0" timeOffset="123029.75">16345 11171 0,'39'0'16,"-39"-39"-16,40 39 31,-1 0-31,0 39 32,-39 0-32,0 39 0,39-78 15,-39 40-15,0-1 0,0 0 0,0 0 16,0 0-16,-39 1 15,39-1-15,-39 0 0,39 0 0,-39-39 16,39 39-16,-79 1 0,40-40 16,39 39-16,-39 0 0,0 0 0,-40-39 0,40 39 15,0 0-15,0-39 16,-1 40-16</inkml:trace>
  <inkml:trace contextRef="#ctx0" brushRef="#br0" timeOffset="124949.67">14699 12190 0,'0'0'0,"-39"0"62,39 39-15</inkml:trace>
  <inkml:trace contextRef="#ctx0" brushRef="#br0" timeOffset="125169.65">14699 12464 0,'39'0'62,"-39"39"-46,0 1-1,-39-1 1</inkml:trace>
  <inkml:trace contextRef="#ctx0" brushRef="#br0" timeOffset="125499.6">14660 12974 0,'0'0'16,"0"39"-1,0 0 63,0 0-31,0 1 0,39-40-31</inkml:trace>
  <inkml:trace contextRef="#ctx0" brushRef="#br0" timeOffset="125609.61">14699 13131 0</inkml:trace>
  <inkml:trace contextRef="#ctx0" brushRef="#br0" timeOffset="125809.58">14738 13248 0,'0'0'0,"0"-39"0,-39 39 0,39 39 79</inkml:trace>
  <inkml:trace contextRef="#ctx0" brushRef="#br0" timeOffset="125989.62">14660 13366 0,'0'-39'31,"0"78"-31</inkml:trace>
  <inkml:trace contextRef="#ctx0" brushRef="#br0" timeOffset="128519.46">13641 13875 0,'39'0'187,"0"0"-171,0-39 0,0 0-1,1 39 1,-1 0 0,0 0-1,0 0 1,0 0-16,-39 39 15,0 0 1,0 1-16,0-1 16,0 0-16,0 0 15,0 0-15,-39-39 0,39 40 0,-39-1 16,39 0-16,-39-39 16,39 39-16,-39-39 15,-1 0-15,40 39 0,-39-39 0,0 0 16,78 0 62,0 0-78,1 0 16,-1 0-16,0 0 15,-39-39-15,39 39 16,0 0-16,-39-39 0,40 39 0,-40-39 15,39 39-15,-39-39 0,39 39 16,-39-40-16,39 1 16,0 0 15,1 39-15,-1 0 77,0 0-77,0 0 62,-39-39-78,-39 39 94,0 0-79,39 39 1,-39-39 0,-1 0-16,40 39 15,-39-39-15,39 39 16,-39-39 0,39 40-16,-39-40 15,39 39 1,-39-39-1,39 39-15,0 0 16,-40 0-16,40 1 31,0-1-31,0 0 16,0 0 0,40-39-1,-1 0-15,-39 39 16,39-39-1,0 0-15,0 0 0,1 0 16,-1 0-16,0 0 16,0 0-16,0 0 15</inkml:trace>
  <inkml:trace contextRef="#ctx0" brushRef="#br0" timeOffset="129288.93">15326 13758 0,'-39'0'62,"0"39"-46,39 0-16,0 0 15,-39-39-15,39 40 0,0-1 0,-40-39 16,40 39-16,0 0 0,0 0 0,0 1 16,0-1-1,0 0-15,0 0 0,0 0 16,0 1-1,0-1 1,40-39-16,-40 39 16,0 0-16,39-39 15</inkml:trace>
  <inkml:trace contextRef="#ctx0" brushRef="#br0" timeOffset="129598.88">15561 13915 0,'0'0'0,"0"39"62,0 0-46,0 0 0,0 0-16,0 1 0,0-1 15,0 0-15,0 0 32,0 0-17,39-39 1</inkml:trace>
  <inkml:trace contextRef="#ctx0" brushRef="#br0" timeOffset="129928.85">15600 13875 0,'0'-39'15,"0"78"-15,40-78 32,-1 39-17,-39 39-15,39 1 16,0-1 0,-39 0-1,0 0-15,39-39 16,-39 39-16,40 1 0,-1-1 15,0 0 1,0-39-16,-39 39 0,39-39 16,1 0-1,-1 0 1,0 0-16</inkml:trace>
  <inkml:trace contextRef="#ctx0" brushRef="#br0" timeOffset="130218.92">16032 13875 0,'0'-39'16,"0"78"-16,0-117 0,0 117 62,0 0-46,0 1-16,39-40 16,-39 39-16,0 0 15,0 0-15,0 0 16,0 1-16,0-1 16,0 0-1,39-39-15,-39 39 0</inkml:trace>
  <inkml:trace contextRef="#ctx0" brushRef="#br0" timeOffset="130468.82">16267 14150 0,'0'0'0,"0"-39"16,39 39-16,0-40 16,0 40-1,1 0 48</inkml:trace>
  <inkml:trace contextRef="#ctx0" brushRef="#br0" timeOffset="131158.87">16620 13758 0,'39'0'31,"-39"-39"-31,39 39 16,0 0-1,-39 39-15,39-39 16,-39 39 0,0 0-16,40-39 0,-40 39 15,0 1 17,0-1-32,0 0 15,0 0 1,-40-39-16,1 0 31,78 0 47,-39 39-15,40 1-48,-40-1 1,0 0 0,0 0-16,0 0 31,-40-39-31,1 0 31,0 0-31,39-39 47</inkml:trace>
  <inkml:trace contextRef="#ctx0" brushRef="#br0" timeOffset="131738.74">17012 13679 0,'39'0'47,"0"0"-15,-39 40-17,39-40 16,-39 39-15,39-39-16,-39 39 16,0 0-1,0 0-15,0 1 0,0-1 16,0 0-16,0 0 0,0 0 0,0 1 16,0-1-16,0 0 15,0 0-15,-39-39 0,39 39 16,-39-39-16,0 0 15,0 0-15,-1 0 0,1 0 0,0 0 16,0 0-16</inkml:trace>
  <inkml:trace contextRef="#ctx0" brushRef="#br0" timeOffset="133138.75">17325 8035 0,'0'0'0,"0"39"140</inkml:trace>
  <inkml:trace contextRef="#ctx0" brushRef="#br0" timeOffset="133388.65">17835 8074 0,'39'0'47</inkml:trace>
  <inkml:trace contextRef="#ctx0" brushRef="#br0" timeOffset="133608.7">18148 8192 0,'0'0'32,"0"-39"-32,40 39 15,-1 0 1,-39-40-16,39 40 0</inkml:trace>
  <inkml:trace contextRef="#ctx0" brushRef="#br0" timeOffset="133778.62">18540 8113 0,'40'0'15,"-40"-39"-15,39 39 16,0 0 0,0 0-16,-39-39 0,39 39 15,0 0-15</inkml:trace>
  <inkml:trace contextRef="#ctx0" brushRef="#br0" timeOffset="133998.61">18893 8153 0,'0'-40'16,"39"40"0,0 0-1</inkml:trace>
  <inkml:trace contextRef="#ctx0" brushRef="#br0" timeOffset="134818.09">17874 9916 0,'-39'0'16,"39"-39"15,39 39 32</inkml:trace>
  <inkml:trace contextRef="#ctx0" brushRef="#br0" timeOffset="135018.07">18266 9956 0,'0'0'0,"0"-40"0,39 1 31,0 39-15,1 0 0,-1 0-16</inkml:trace>
  <inkml:trace contextRef="#ctx0" brushRef="#br0" timeOffset="135208.15">18736 9956 0,'0'-40'31,"39"40"-31,1 0 16,-1 0-1,0 0 1</inkml:trace>
  <inkml:trace contextRef="#ctx0" brushRef="#br0" timeOffset="135388.14">19050 9956 0,'39'0'16,"-39"-40"-1,39 40 1,-39-39 15,-39 39-15</inkml:trace>
  <inkml:trace contextRef="#ctx0" brushRef="#br0" timeOffset="136058.01">17364 11445 0,'0'-39'0</inkml:trace>
  <inkml:trace contextRef="#ctx0" brushRef="#br0" timeOffset="136208.07">17678 11445 0,'0'0'0,"39"-39"16</inkml:trace>
  <inkml:trace contextRef="#ctx0" brushRef="#br0" timeOffset="136378">17913 11445 0,'0'-39'15,"39"39"1,1 0-1,-1 0 17</inkml:trace>
  <inkml:trace contextRef="#ctx0" brushRef="#br0" timeOffset="136658.44">18697 11563 0,'0'-39'31,"0"-1"-15,39 40 62</inkml:trace>
  <inkml:trace contextRef="#ctx0" brushRef="#br0" timeOffset="137578.29">17404 13915 0,'0'0'0,"39"0"15,-39-40 1,39 40-1,0 0 79,0 0-78</inkml:trace>
  <inkml:trace contextRef="#ctx0" brushRef="#br0" timeOffset="137958.37">18070 13993 0,'39'0'47,"0"0"-15,1 0-1</inkml:trace>
  <inkml:trace contextRef="#ctx0" brushRef="#br0" timeOffset="138148.34">18227 14032 0,'-39'0'15,"-1"0"1,40-39 46</inkml:trace>
  <inkml:trace contextRef="#ctx0" brushRef="#br0" timeOffset="144157.91">18893 6898 0,'-78'0'266,"38"0"78,80 0-219,-1 0-94,-39 39-15,39-39-16,0 0 15,0 0 1,1 0-16,-1 0 15,0 0 1,0 0 0,0 0 15,1 0-15,-1 0-1,-39 40 95,-39-40-95,39 39 1,0 0-1,0 0-15,-40-39 16,40 39-16,0 1 0,-39-40 0,39 39 0,0 0 16,-39 0-16,39 0 15,-39 1 1,39-1-16,0 0 0,-39-39 16,39 39-16,0 0 15,-40-39-15,40 40 0,0-1 16,-39-39-16,39 39 15,0 0-15,-39-39 16,39 39-16,0 1 16,0-1-1,0 0 1,0 0 0,-39-39 15,39 39-31,0 1 15,-39-1 1,39 0 0,0 0 421,0 0-390,0 1-31,-40-40-1,40 39 1,-39 0 0,39 0-1,0 0-15,0 1 31,-39-40-31,39 39 0,0 0 32,-78 0-32,78 0 15,0 1 1,0-1 0,-39-39-16,39 39 0,0 0 31,0 0-31,0 0 31,0 1-15,-40-40-16,40 39 0,0 0 0,-39 0 15,39 0 1,0 1-16,0-1 0,0 0 16,0 0-1,0 0 1,-39-39-1,39 40 1,-39-1 0,39 0-16,0 0 15,0 0-15,0 1 0,0-1 16,0 0 0,0 0-16,0 0 15,0 1-15,0-1 16,0 0-1,0 0 1,0 0-16,0 1 16,0-1-16,0 0 15,0 0 1,0 0-16,0 1 16,0-1-1,0 0-15,0 0 16,-39 0-1,39 1-15,0-1 16,-40-39 0,40 39-16,0 0 0,0 0 15,0 1-15,0-1 0,0 0 16,0 0-16,0 0 16,0 1-16,0-1 0,0 0 15,0 0-15,0 0 16,0 1-16,0-1 0,0 0 15,0 0-15,0 0 16,-39-39-16,39 40 16,-39-40-16,39 39 15,0 0 1,0 0-16,0 0 0,0 1 16,0-1-16,0 0 15,-39-39-15,39 39 0,0 0 31,0 1-31,0-1 32,39-39-32,-39 39 0,39 0 15,-39 0-15,39-39 0,-39 40 0,0-1 16,0 0 0,0 0-16,40-39 0,-40 39 0,0 1 15,0-1-15,0 0 16,0 0-16,0 0 31,0 0-31,0 1 16,0-1-16,0 0 15,0 0 1,0 0-16,0 1 0,0-1 16,0 0-1,0 0 1,0 0-1,0 1-15,0-1 0,0 0 16,0 0 0,0 0-16,0 1 15,0-1-15,0 0 0,-40-39 16,40 39-16,0 0 16,-39 1-1,39-1 1,0 0-16,0 0 15,0 0-15,-39-39 0,39 40 16,0-1-16,0 0 0,0 0 0,0 0 16,-39-39-16,39 40 0,0-1 15,0 0 1,0 0 15,0 0-31,0 1 16,0-1-1,0 0-15,0 0 16,0 0 0,-39-39-16,39 40 15,0-1 17,0 0-17,0 0 1,0 0 15,0 1-15,0-1-16,0 0 15,0 0 1,0 0 15,0 1-15,0-1-1,0 0 17,-40-39-32,40 39 15,0 0 1,0 1 0,0-1 15,0 0-16,0 0 1,0 0-16,-39-39 16,39 40-16,0-1 15,-39-39 1,39 39-16,0 0 16,0 0-1,-39-39-15,39 40 0,0-1 31,-39-39-31,39 39 16,0 0 0,0 0 15,-40 1-15,40-1 15,-39-78 156,0 39-171,0 0 0,0 0-16,-1 0 15,1 0 1,0 0-16,0 0 15,0 0 1</inkml:trace>
  <inkml:trace contextRef="#ctx0" brushRef="#br0" timeOffset="148727.63">20422 7016 0,'0'0'0,"39"0"15,-78 0 142,0 0-142,-1 0 1,1 0-1,0 0 17,0-39-17,0 39 17,39-40-32,-40 40 0,1 0 15,0 0 1,0 0 93,0 0-93,-1 0-1,1 0 1,0 0 15,0-39 1,0 39 77,-1 0-47,40 39-30,-39-39-32,0 0 0,0 0 15,0 40 1,39-1 156,0 0-157,0 0-15,0 0 16,0 1-16,0-1 16,0 0-16,0 0 0,0 0 15,0 1-15,0-1 0,0 0 0,0 0 16,0 0-16,0 1 16,0-1-16,-40 0 15,40 0 1,-39 0-16,39 1 15,0-1-15,-39-39 16,39 39-16,-39 0 0,39 0 16,0 1-16,-39-40 0,39 39 0,0 0 0,-40-39 15,40 39-15,0 0 16,0 1-16,-39-40 0,39 39 16,0 0-16,0 0 15,-39-39-15,39 39 0,0 1 16,0-1-1,-39 0-15,39 0 0,-39 0 16,39 1-16,0-1 16,0 0-16,0 0 0,0 0 15,0 0-15,0 1 16,0-1 0,0 0-16,0 0 15,0 0 1,0 1-16,-40-40 0,40 39 0,0 0 15,0 0 1,-39 0-16,39 1 0,0-1 16,0 0-1,0 0 1,0 0-16,39 1 31,-39-1 0,0 0-15,0 0 0,0 0-1,0 1-15,0-1 16,40-39-16,-40 39 16,0 0-16,0 0 31,0 1-31,0-1 15,0 0-15,0 0 16,-40 0-16,40 1 0,0-1 16,0 0-16,0 0 0,-39 0 0,39 1 15,0-1 1,0 0-16,-39-39 0,39 39 16,-39 0-1,39 1-15,-39-40 0,39 39 16,0 0-1,0 0-15,0 0 16,-40-39-16,40 40 0,0-1 0,0 0 16,0 0-16,-39 0 15,39 1-15,0-1 16,0 0 0,0 0-16,0 0 15,0 1 1,0-1-16,-39 0 0,39 0 15,0 0-15,0 1 16,0-1-16,0 0 0,0 0 16,0 0-16,0 1 0,0-1 15,0 0 1,0 0-16,0 0 16,0 1-1,0-1-15,0 0 0,0 0 16,0 0-1,0 1-15,0-1 16,-39-39-16,39 39 0,0 0 0,0 0 31,0 0-31,-39-39 0,39 40 0,0-1 16,0 0 0,0 0-16,-40 0 15,40 1 1,0-1-16,0 0 15,-39 0-15,39 0 16,-39 1-16,39-1 16,0 0-16,-39-39 15,39 39-15,0 0 16,0 1-16,-39-40 0,39 39 16,0 0-16,0 0 15,0 0-15,-39-39 0,39 40 0,0-1 16,-40 0-1,40 0-15,0 0 0,0 1 16,0-1 0,0 0-16,0 0 15,-39-39-15,39 39 0,0 1 32,0-1-17,0 0 1,0 0-16,0 0 15,0 1 1,0-1-16,0 0 16,0 0 15,0 0 0,0 1-31,0-1 16,0 0-1,0 0 1,0 0-16,0 1 31,0-1-31,0 0 16,0 0-16,0 0 16,0 1-16,-39-40 15,39 39-15,0 0 16,0 0-16,-39-39 0,39 39 15,0 1-15,-39-40 16,39 39-16,-40 0 0,40 0 16,0 0-16,-39-39 0,39 40 15,0-1 1,-39-39-16,39 39 0,0 0 16,0 0-1,0 1-15,0-1 31,0 0-15,0 0 0,0 0 31,39-39-32,-39 40 1,39-40 31,1 0-32,-1 0 1,0 0-16,0 0 16,0 0-1,1 0-15,-1 0 31,0 0 1,0 0-17,0 0-15,0 0 16,1 0 0,-1 0-16,0 0 31,0 0-31,-39-40 15,39 40 1,-78 0 31,0 0-31,39-39 15,0 0-16</inkml:trace>
  <inkml:trace contextRef="#ctx0" brushRef="#br0" timeOffset="151447.56">20187 7761 0,'0'-40'140,"39"40"-140,-39-39 16,39 0-1,0 39-15,0-39 16,1 39 15,-1 0-15,0 0 0,-39 39-1,39 0 1,-39 0-16,0 1 15,0-1-15,0 0 16,0 0-16,0 0 0,-39-39 0,39 40 16,0-1-16,-39-39 0,39 39 0,-39-39 15,39 39 1,-40-39-16,1 39 16,0-39-1,0 0-15,0 0 31,39-39 48,39 39-79,0 0 15,0-39-15,0 0 16,1 39-16,-1 0 15,-39-39-15,39 39 16,0 0-16,-39-40 0,39 40 0,1 0 16,-40-39-16,39 39 0,0 0 0,-39-39 15,39 39-15,0 0 16,-39-39-16,40 39 0,-1 0 16,-39-39-1,39 39-15,0 0 16,-39-40-1,39 40-15,1 0 16,-1-39 15,0 39 1,-78 0 46,0 0-47,-1 0-31,40 39 16,-39-39-16,0 0 15,39 40-15,-39-40 0,0 0 0,-1 39 16,1 0-1,0-39-15,39 39 0,-39-39 0,39 39 16,-39-39-16,39 40 0,-40-40 0,40 39 16,-39-39-1,39 39-15,0 0 16,0 0 0,0 1 15,39-40-31,1 0 15,-1 0 1,-39 39-16,39-39 16,0 0-16,0 0 31</inkml:trace>
  <inkml:trace contextRef="#ctx0" brushRef="#br0" timeOffset="151967.44">20853 8270 0,'39'-39'16,"0"39"62,1 39-47,-1-39-31,-39 39 0,0 1 31,0-1-15,0 0 0,0 0-16,0 0 15,-39-39-15,39 40 16,-40-40-16,1 0 16,0 0-16,78 0 62,0 0-31,1 0-15,-1 0-16,0 0 31,-39-79-15,39 79-16</inkml:trace>
  <inkml:trace contextRef="#ctx0" brushRef="#br0" timeOffset="152517.49">21715 7800 0,'-39'0'15,"0"0"17,0 0-1,39 39-31,0 0 0,-39-39 15,39 39 1,-40-39-16,40 40 0,-39-1 0,39 0 16,-39-39-16,39 39 0,0 0 0,-39-39 0,39 40 15,0-1-15,-39 0 16,39 0-16,0 0 16,39-39-1,0 0 1,0 0-16,0 0 15,1 0-15,-1 0 0,0 0 16,0 0 0</inkml:trace>
  <inkml:trace contextRef="#ctx0" brushRef="#br0" timeOffset="152977.38">21950 8035 0,'40'0'0,"-40"39"31,0 0 0,0 1-31,0-1 32,-40-39-32,40 39 15,-39-39-15,0 0 16,39 39-16,-39-39 15,0 0 1,0 0-16,39-39 16,0 0-1,0 0 1,0-1-16,0 1 16,39 39-1,-39-39-15,39 39 16,-39-39-16,39 39 0,0-39 15</inkml:trace>
  <inkml:trace contextRef="#ctx0" brushRef="#br0" timeOffset="153347.34">22068 7878 0,'39'0'0,"0"0"31,1 0-15,-1 0-1,-39 39-15,0 1 16,39-40-1,-39 39-15,0 0 16,39-39-16,-39 39 0,0 0 16,0 1-1,0-1-15,0 0 0,-39-39 0,39 39 0,-39 0 16,39 1-16,-39-1 16,39 0-16,-40 0 0,1 0 0,0 1 15,39-1-15,-39 0 0,0-39 16,39 39-16,-40 0 0,1-39 0,0 39 0,0-39 15</inkml:trace>
  <inkml:trace contextRef="#ctx0" brushRef="#br0" timeOffset="155213.5">20030 9172 0,'0'-40'94,"39"40"-78,-39-39-1,39 39 1,0 0 15,1 0-31,-1 0 16,-39 39 0,0 1-16,39-40 0,-39 39 0,0 0 15,0 0 1,0 0-16,39-39 0,-39 40 0,0-1 15,0 0-15,0 0 16,0 0-16,0 1 16,-39-1-1,0-39-15,39 39 16,-39-39 0,39 39-16,-40-39 15,1 0-15,0 39 16,0-39-1,39 40-15,39-40 63,0 0-47,-39-40-16,39 40 0,1 0 15,-1-39-15,0 0 16,0 39-16,0 0 0,-39-39 15,40 39-15,-1 0 16,-39-39-16,39 39 0,0 0 16,-39-40-16,39 40 15,-39-39-15,40 39 16,-1 0-16,-39-39 31,39 39-15,0 0 31,-39-39-32,39 39 1,-78 0 62,0 0-47,39 39-31,-39-39 0,39 39 16,-39-39-16,39 39 0,-40-39 16,40 40-16,-39-40 0,39 39 15,-39-39-15,39 39 0,-39-39 0,39 39 16,-39-39-16,39 39 15,-40-39-15,40 40 0,-39-40 32,39 39-32,0 0 15,0 0 17,39-39-17,-39 39 1,40-39-16</inkml:trace>
  <inkml:trace contextRef="#ctx0" brushRef="#br0" timeOffset="155753.51">20539 9877 0,'40'0'16,"-1"0"15,0 0-15,0 0 15,-39 39 0,0 1-31,0-1 0,0 0 16,-39-39-16,39 39 15,0 0-15,0 1 16,-39-40-16,39 39 16,-39-39 15,39-39 16,39 39-16,0 0-15,0 0-1,0-40-15,1 40 16,-1 0-16,0 0 31,0 0-31,0 0 0,1 0 16,-40 40-16,39-40 0</inkml:trace>
  <inkml:trace contextRef="#ctx0" brushRef="#br0" timeOffset="156233.47">21441 9603 0,'0'-39'16,"0"-1"-16,-39 40 16,0 0 15,39 40-16,-40-1-15,1 39 32,39-39-32,-39 1 0,0-1 0,39 0 15,-39 39 1,39-38 0,39-1-1,-39 0-15,39-39 16,0 0 15</inkml:trace>
  <inkml:trace contextRef="#ctx0" brushRef="#br0" timeOffset="156563.44">21559 9760 0,'39'0'16,"-39"39"46,0 0-46,0 0-16,0 0 0,-79 1 16,79-1-1,0 0-15,0 0 0,-39 0 0,39 1 16,0-1-16,-39-39 0,39 39 16</inkml:trace>
  <inkml:trace contextRef="#ctx0" brushRef="#br0" timeOffset="157053.49">21950 9603 0,'40'0'15,"-40"39"17,39-39-32,-39 39 0,0 0 31,0 1-31,39-40 0,-39 39 0,0 0 15,0 0-15,0 0 16,0 1-16,0-1 0,0 0 0,-39 0 16,39 0-16,-39 1 15,39-1-15,-79 0 0,79 0 0,-39 0 0,0-39 16,0 40-16,0-1 0,-1 0 0,1 0 0,0-39 16,0 39-16</inkml:trace>
  <inkml:trace contextRef="#ctx0" brushRef="#br0" timeOffset="157603.84">20539 11014 0,'40'0'15,"-40"-39"-15,0 0 47</inkml:trace>
  <inkml:trace contextRef="#ctx0" brushRef="#br0" timeOffset="157813.74">20265 11406 0,'-39'39'0,"78"0"31,-39 1 1,-39-40-17</inkml:trace>
  <inkml:trace contextRef="#ctx0" brushRef="#br0" timeOffset="158062.34">20265 12033 0,'0'39'16,"-39"-39"31,39 39-47</inkml:trace>
  <inkml:trace contextRef="#ctx0" brushRef="#br0" timeOffset="158242.31">20030 12386 0,'-39'0'0,"78"0"31,0 0-16</inkml:trace>
  <inkml:trace contextRef="#ctx0" brushRef="#br0" timeOffset="158422.29">20147 12543 0,'-39'0'0,"39"-40"32,39 40-17</inkml:trace>
  <inkml:trace contextRef="#ctx0" brushRef="#br0" timeOffset="160182.25">19011 13679 0,'0'0'0,"0"-39"16,0 78 46,39-39-15,0 0-31,0 0-1,-39-39 1,39 39-16,1 0 16,-1 0 15,0 0-31,0 39 16,0-39-1,-39 40-15,40-1 16,-40 0-16,0 0 15,39-39-15,-39 39 16,0 1 0,-39-40-16,-1 0 15,1 39-15,0-39 16,0 39-16,0-39 16,-1 39-16,1-39 0,0 0 15,39 39-15,-39-39 0,0 40 16,-1-40-16,1 0 31,118 0 0,-79-40-15,78 40-16,-39 0 16,0-39-1,1 39-15,-40-39 0,39 39 0,-39-39 16,39 39-16,0 0 0,0-39 15,1-1-15,-1 40 0,0 0 16,-39-39-16,39 39 0,0 0 16,-39-39-1,40 39-15,-40-39 16,39 39 0,-39-39-16,0-1 31,39 40 0,0 0 16,0 0-47,1-39 16,-1 39-1,-78 0 32,-1 0-47,1 0 16,0 0-1,0 39 1,0-39 0,39 40-16,-40-40 15,40 39 1,-39-39-16,0 39 0,39 0 15,-39-39-15,39 39 16,0 1-16,-39-40 0,39 39 16,0 0-16,-40-39 15,40 39 1,0 0 15,0 1-31,40-40 0,-40 39 16,39-39-16,0 0 15,-39 39-15,39 0 16,0-39 0</inkml:trace>
  <inkml:trace contextRef="#ctx0" brushRef="#br0" timeOffset="161252.23">20657 13523 0,'0'39'78,"0"0"-63,-78-39-15,78 39 0,-40 0 16,40 1-16,0-1 0,-39 0 0,0 0 16,39 0-16,-39 1 15,0-1-15,39 0 0,-40 0 0,40 0 0,-39 1 16,39-1-16,0 0 0,0 0 16,0 0-16,0 1 0,39-1 15,1 0 1,-1-39-16,-39 39 0,39-39 15,0 0 1,0 0-16,1 0 0,-1 0 16,0 0-16</inkml:trace>
  <inkml:trace contextRef="#ctx0" brushRef="#br0" timeOffset="161702.13">20853 13954 0,'0'-39'16,"39"39"62,-39 39-63,0 0-15,0 0 16,0 0-16,-39 1 0,39-1 16,0 0-1,-39 0-15,39 0 0,0 1 16,0-1-16,-39-39 0,39 39 16</inkml:trace>
  <inkml:trace contextRef="#ctx0" brushRef="#br0" timeOffset="162042.09">20892 13954 0,'39'0'0,"-39"-39"16,0 78 15,40 0-15,-40 0-1,39-39-15,-39 39 16,0 1-16,0-1 0,39 0 15,-39 0-15,39-39 16,-39 39-16,39-39 0,1 0 16,-1 0-16,0 0 15</inkml:trace>
  <inkml:trace contextRef="#ctx0" brushRef="#br0" timeOffset="162402.12">21402 13875 0,'0'-39'15,"-39"39"17,39 39-17,-40-39 1,40 40-16,-39-40 0,39 39 0,0 0 16,0 0-16,-39 0 15,39 1-15,0-1 0,0 0 16,0 0-1,0 0-15,0 1 16,0-1-16,0 0 31</inkml:trace>
  <inkml:trace contextRef="#ctx0" brushRef="#br0" timeOffset="162682.06">21519 14189 0,'0'-39'31,"40"39"-31,-1 0 16,0 0 0,0 0-1,0 0-15,1 0 0,-1 39 16,0-39-16</inkml:trace>
  <inkml:trace contextRef="#ctx0" brushRef="#br0" timeOffset="163022.03">21950 13993 0,'0'0'0,"0"39"63,0 0-48,0 1-15,0-1 16,-39-39-16,39 39 0,0 0 15,0 0-15,0 1 0,0-1 32,-39-39-32</inkml:trace>
  <inkml:trace contextRef="#ctx0" brushRef="#br0" timeOffset="163791.99">22107 13836 0,'39'0'140,"1"0"-124,-40 39 0,39-39-16,-39 40 0,39-1 0,-39 0 15,0 0 1,0 0-16,0 1 0,0-1 0,0 0 15,-39 0-15,39 0 0,-39-39 16,39 40-16,-40-1 16,40 0-16,-39 0 0,0 0 31,0 1-31</inkml:trace>
  <inkml:trace contextRef="#ctx0" brushRef="#br0" timeOffset="171514.46">22617 6977 0,'0'0'0,"-39"0"0,39 39 93,-40 0 1,80-39-16,-80 0-47,80 0 32,-1 0 15,-39-39-62,39 39-1,0 0-15,0 0 0,1-39 0,-1 39 16,0 0-16,0 0 16,0 0-16,-39 39 250,0 0-235,0 0 1,0 0-1,0 1 1,0-1 0,0 0-16,-39-39 0,39 39 0,0 0 15,-39-39-15,39 40 0,0-1 16,0 0-16,0 0 0,0 0 16,0 1-1,0-1-15,0 0 16,0 0-16,0 0 15,0 1 1,0-1 15,0 0-31,-39 0 16,39 0 0,0 1-16,0-1 0,0 0 15,0 0-15,0 0 0,0 1 0,0-1 16,0 0-1,0 0-15,0 0 16,0 1 31,-39-40-47,39 39 31,0 0-15,0 0 15,0 0-31,0 1 31,39-40-31,-39 39 32,0 0-17,0 0 48,0 0-48,0 0-15,0 1 16,0-1-16,0 0 16,0 0-1,0 0-15,39-39 16,-39 40-16,0-1 31,0 0 0,0 0-15,0 0 0,-39-39-16,39 40 15,0-1-15,0 0 31,0 0 1,-39-39-32,39 39 31,0 1-15,0-1-1,0 0-15,0 0 16,39-39-1,-39 39 1,39-39-16,-39 40 16,39-40-16,-39 39 15,0 0-15,-39 0 32,39 0-32,0 1 15,0-1-15,0 0 16,-39-39-1,39 39-15,0 0 32,0 1-17,0-1 1,-39-39-16,39 39 16,0 0-1,0 0 1,0 1-16,0-1 15,39-39 1,-39 39-16,0 0 16,0 0-1,0 1 1,0-1 0,0 0-16,0 0 15,-39 0 16,39 1-31,0-1 16,0 0 0,-40 0 15,40 0-31,0 1 16,0-1-16,0 0 15,0 0 1,0 0-1,0 1 1,0-1 0,0 0-16,0 0 15,-39 0 1,39 1-16,0-1 0,0 0 16,0 0-16,0 0 15,0 1 1,0-1 15,0 0-31,0 0 16,0 0-16,0 1 15,0-1-15,0 0 16,0 0 15,39-39-31,-39 39 31,0 1 1,40-1-32,-40 0 15,0 0 1,0 0 0,0 0 15,39-39-16,-39 40-15,0-1 16,0 0 0,0 0-1,0 0 1,0 1 0,0-1-1,0 0 16,0 0-31,0 0 16,0 1 0,-39-40-16,39 39 0,0 0 15,0 0 1,0 0-16,0 1 47,0-1-32,0 0 1,0 0-16,0 0 16,0 1-1,0-1-15,39 0 16,-39 0 15,0 0-15,0 1-1,0-1-15,0 0 32,0 0-32,0 0 15,0 1 1,0-1 0,0 0-1,0 0 1,-39-39-16,39 39 0,0 1 15,0-1 1,0 0-16,-40-39 0,40 39 0,0 0 16,0 1-1,0-1 1,0 0 0,0 0-1,0 0 16,0 1 16,0-1-15,0 0-17,0 0 1,0 0-16,0 1 31,0-1 0,0 0-31,0 0 16,0 0 0,0 1-1,0-1 16,0 0-15,0 0 0,0 0-1,0 1 1,0-1-16,0 0 16,0 0-16,0 0 0,0 1 15,0-1 1,0 0-16,0 0 0,0 0 15,0 1 1,0-1-16,0 0 16,0 0-1,0 0 1,0 1 0,0-1-1,0 0-15,0 0 31,0 0-31,0 0 32,0 1 15,0-80 109,-39 40-156,0 0 47,0 0-47,0 0 0,-1 0 15,1-39-15,0 39 16,0 0-16,0 0 0,-1 0 16,1 0-16,0 0 0,39-39 15,39 39 16,0 0-15,1 0 15</inkml:trace>
  <inkml:trace contextRef="#ctx0" brushRef="#br0" timeOffset="206692.95">22774 10308 0,'-40'0'0,"80"0"125,-1 0-94,-39-39 469,-79 39-468,79-39-32</inkml:trace>
  <inkml:trace contextRef="#ctx0" brushRef="#br0" timeOffset="207912.93">23048 10348 0,'-39'0'78,"0"0"63,-1 0-63,40 39-78,-39-39 0,78 0 172,1 0-141,-1 0-16,0 0 1,0 0 0,0 0-16,1 0 31,-40 39-31,39-39 16,0 0-1,0 0 1,-117 0 46</inkml:trace>
  <inkml:trace contextRef="#ctx0" brushRef="#br0" timeOffset="208382.94">22774 10583 0,'-40'0'16,"119"0"15,-40 0-15,0 0-16,-39 39 15,39-39-15,1 0 16,-40 39-16,39-39 0,0 0 16,-39 39-1,39-39-15,0 0 32,1 0-1</inkml:trace>
  <inkml:trace contextRef="#ctx0" brushRef="#br0" timeOffset="211302.76">24185 7094 0,'-39'0'531,"39"-39"-375,-40 39 94,40-39-250,0 0 125,-39 39 313,39-40-407,0 1-15</inkml:trace>
  <inkml:trace contextRef="#ctx0" brushRef="#br0" timeOffset="-213223.8">23636 6977 0,'-39'0'78,"78"0"531,0 0-593,0 0 15,1 0 16,-1 0-16,0 0 16,0 0-31,0 0-1,-39 39-15,0-78 94,-39 39-47,0 0 0,0 0-16,39-40-31,-39 40 0,-1 0 0,40-39 16,-39 39-16,0 0 15,0 0-15,39 39 297,39-39-297,-39 40 16,0-1-1,0 0-15,0 0 0,0 0 16,0 1 0,39-40-1,-39 39 1,0 0-1,0 0 1,0 0 0,0 1-16,-39-40 0,39 39 0,0 0 15,-39 0 1,39 0-16,0 1 0,0-1 0,0 0 16,0 0-1,0 0-15,0 1 0,-39-40 0,39 39 16,0 0-1,0 0-15,0 0 16,-40 1-16,40-1 16,-39 0-1,39 0-15,0 0 0,0 1 32,-39-40-32,39 39 0,0 0 31,0 0 0,0 0-31,0 1 16,0-1-16,0 0 0,0 0 15,0 0-15,0 1 16,0-1-16,0 0 16,0 0-1,0 0 1,0 0-1,0 1 1,0-1 0,0 0-1,0 0-15,0 0 16,0 1 0,0-1-16,0 0 31,0 0-16,0 0 1,0 1-16,0-1 16,0 0-16,0 0 15,0 0 1,0 1-16,0-1 16,0 0-1,0 0 1,0 0-1,0 1 1,0-1 0,0 0-1,0 0-15,0 0 32,0 1-32,0-1 15,0 0 1,0 0-16,0 0 31,0 1-15,0-1-16,0 0 15,-39-39 1,39 39-16,0 0 16,0 1-1,0-1 1,0 0-1,0 0 32,0 0-47,0 1 32,0-1-17,0 0 1,-39-39-16,39 39 31,0 0 16,0 1-16,0-1-31,0 0 16,-40-39-1,40 39 1,0 0 0,0 1 31,0-1-16,0 0 16,0 0-32,0 0 1,0 1 0,0-1-1,0 0 1,0 0-1,0 0 1,0 1-16,0-1 16,0 0-1,0 0 17,0 0-32,0 1 31,0-1-31,0 0 15,0 0 1,40-39 0,-40 39-16,0 1 15,0-1-15,0 0 16,39-39 0,-39 39-16,0 0 15,0 1 1,0-1-16,0 0 15,0 0 1,0 0-16,0 0 0,0 1 16,0-1-1,0 0-15,0 0 16,0 0-16,0 1 0,0-1 16,0 0-1,39 0-15,-39 0 0,0 1 31,0-1-15,0 0 0,0 0-16,0 0 15,0 1 1,0-1-16,0 0 16,0 0-1,0 0-15,0 1 16,0-1-1,0 0 17,0 0-17,0 0-15,0 1 16,0-1 0,0 0-16,0 0 0,0 0 15,-39-39 1,39 40-16,0-1 0,-39-39 15,39 39 1,-40 0-16,1-39 16,39 39-16,-39-39 15,39 40-15,-39-1 16,39 0-16,0 0 31,0 0 0,0 1 1,-39-40-17,39 39-15,0 0 32,0 0 30,78-39 94,-39 0-124,0 0-32,-39-39 15,40 39 1,-1-39 15,-39 0-15,0-1-16,0 1 0,0 0 15</inkml:trace>
  <inkml:trace contextRef="#ctx0" brushRef="#br0" timeOffset="-210373.88">23244 13679 0,'39'0'15,"0"0"1,1 0 15,-40 40 297,0-1-328,-40-39 16,40 39-16,0 0 0,-39-39 16,39 39-16,0 1 15,0-1 1,0 0-1,0 0-15,-39-39 32,39 39-32,-39 1 0,39-1 15,0 0-15,0 0 0,0 0 16,-39-39-16,39 40 0,0-1 16,0 0-16,0 0 31,0 0-31,-40-39 15,40 40 1,0-1 15,0 0-15,0 0 15,0 0-31,0 1 31,0-1 1,79-39-1,-79 39-31,0 0 16,39-39-16,-39 39 0,0 1 15,0-1-15,0 0 16,39 0-1,-39 0 1,0 0 15,0 1 79,39-40 15,1 0-125,-1-40 15,0 40 1,0 0-16,0 0 0,1 0 16,-1 0-16,0 0 15,0 0-15,0 0 16,-39-39-1,-39 39 1,-39-39 0</inkml:trace>
  <inkml:trace contextRef="#ctx0" brushRef="#br0" timeOffset="-207844.03">23754 8035 0,'-40'0'0,"40"39"16,0 0 15,0-78 172,0 0-187,0 0 15,0 0 63,40 39-78,-1 0 15,-39-40-31,39 40 31,0 40 0,-39-1-31,39-39 16,-39 39 0,0 0 15,0 0 0,-39-39-15,39 40-16,0-1 15,-39-39 1,0 39-16,0 0 0,-1 0 16,1 1-16,39-1 31,-39-39-31,39-39 78,39-1-47,0 40-31,-39-39 16,40 39-16,-40-39 16,39 0-16,0 39 15,0 0 1,-39-39-16,39 39 0,-39-40 15,40 40-15,-1-39 16,0 39-16,0 0 16,-39-39-16,39 39 0,1 0 31,-80 0 110,1 0-110,0 0-31,0 39 31,39 0-15,-39-39-16,39 40 15,0-1 32,0 0-31,0 0-1,0 0 1,0 1-16,-40-40 16,40 39-1</inkml:trace>
  <inkml:trace contextRef="#ctx0" brushRef="#br0" timeOffset="-207074.16">24146 8349 0,'39'0'110,"0"0"-95,0 0 17,-39 39-17,0 0 16,0 0-31,0 0 16,0 1-16,-39-40 16,0 0-1,78 0 79,-39 39-78,0 0-16,0 0 31,39-39-31,-39 39 16,0 0-1,-39 1 1,0-40-1,39 39-15,-39-39 0,-1 0 16,1 0-16,0 0 31,0 0-31</inkml:trace>
  <inkml:trace contextRef="#ctx0" brushRef="#br0" timeOffset="-206594.1">24694 8035 0,'-39'0'16,"39"39"0,-39-39-16,39 39 0,-39-39 15,39 40 1,-39-40-16,39 39 16,0 0-1,0 0-15,0 0 16,0 1-1,0-1-15,0 0 0,0 0 16,39-39-16,-39 39 0,0 1 16,39-40-1</inkml:trace>
  <inkml:trace contextRef="#ctx0" brushRef="#br0" timeOffset="-206234.12">24851 8349 0,'0'0'16,"39"-40"-16,1 40 31,-40 40 0,0-1-15,0 0-16,0 0 16,-40-39-1,40 39-15,-39-39 0,0 0 0,0 0 16,39 40 0,-39-40-16,-1 0 0,1 0 31,39-40-16,0 1 1,79 0-16,-79 0 16,39 39-16,-39-39 0</inkml:trace>
  <inkml:trace contextRef="#ctx0" brushRef="#br0" timeOffset="-205964.13">25165 8231 0,'39'0'31,"-39"39"0,0 0-31,0 1 16,0-1-16,0 0 0,0 0 0,0 0 15,0 1-15,0-1 16,0 0-16,-79-39 0,79 39 0,0 0 0,0 0 16,0 1-16,0-1 0,-39 0 0,0 0 15,0 0 1,0-39-16</inkml:trace>
  <inkml:trace contextRef="#ctx0" brushRef="#br0" timeOffset="-204524.31">23597 10308 0,'0'0'0,"39"0"31,0 0 47,-39-39-78,39 39 16,1 0-16,-40-39 16,39 39-16,0 0 15,0 0-15,0 39 16,-39 0 0,0 1-16,0-1 15,0 0 1,0 0-16,-39-39 0,39 39 0,0 1 0,-39-40 15,39 39-15,-39 0 16,39 0-16,-39 0 0,-1-39 16,40 40-16,-39-40 15,39 39-15,39-39 78,-39-79-78,40 79 0,-1 0 16,-39-39-16,39 0 0,0 0 16,-39 0-16,39 39 15,-39-40-15,40 40 0,-40-39 0,39 39 0,-39-39 16,39 39-16,-39-39 0,39 39 16,-39-39-16,39 39 0,-39-40 0,40 40 15,-40-39 1,0 78 62,0 1-78,-40-40 16,40 39-1,-39-39 1,39 39-16,-39-39 15,39 39-15,-39-39 0,0 39 16,39 1-16,-40-1 0,40 0 16,0 0-16,-39 0 15,39 1-15,0-1 0,0 0 16,0 0 0,0 0-16,39-39 0,1 0 15,-1 0 1</inkml:trace>
  <inkml:trace contextRef="#ctx0" brushRef="#br0" timeOffset="-204014.34">24146 10896 0,'0'-39'0,"0"0"31,39 0-31,-39 0 16,39 39-16,0 0 16,0 0-1,1 0 1,-40 39-16,0 0 15,0 0-15,0 0 16,0 1-16,0-1 0,-40 0 16,1 0-16,0 0 0,0 1 31,39-1 47,0 0-78,39-39 16,-39 39-16,0 0 15,0 1-15,0-1 0,-39 0 32,0-39-32,39 39 15,-40-39 1,1 0-16,39-39 15,-39 39-15,39-39 16,-39 39-16</inkml:trace>
  <inkml:trace contextRef="#ctx0" brushRef="#br0" timeOffset="-203544.3">24734 10348 0,'0'39'31,"-40"-39"-31,40 39 16,-39-39-1,0 78 1,0 40-1,0 0 1,39-79-16,0 39 16,0-39-16,0 40 15,0-40 17,0 0-32</inkml:trace>
  <inkml:trace contextRef="#ctx0" brushRef="#br0" timeOffset="-203274.39">24812 10583 0,'0'39'63,"0"0"-48,0 0-15,0 1 16,0-1-16,0 0 16,0 0-16,0 0 0,0 1 15,0-1 1,0 0-16</inkml:trace>
  <inkml:trace contextRef="#ctx0" brushRef="#br0" timeOffset="-202936.3">25086 10465 0,'39'0'16,"1"0"0,-40 39-1,39 40 1,-39-40-16,0 0 15,39 0-15,-39 40 16,0 38 0,-39-77-1,0-1-15,-79 78 16,79-77-16,0-1 16,0 0-16</inkml:trace>
  <inkml:trace contextRef="#ctx0" brushRef="#br0" timeOffset="-202436.4">24146 11720 0,'0'0'15,"0"39"-15,39-39 31,-39 39 48,0 0-64</inkml:trace>
  <inkml:trace contextRef="#ctx0" brushRef="#br0" timeOffset="-202226.41">23989 12307 0,'0'-39'15,"0"78"48,0 1-63</inkml:trace>
  <inkml:trace contextRef="#ctx0" brushRef="#br0" timeOffset="-202076.34">24067 13013 0,'0'0'16,"0"39"-16,0 0 15,39-39 17</inkml:trace>
  <inkml:trace contextRef="#ctx0" brushRef="#br0" timeOffset="-201916.36">23950 13405 0</inkml:trace>
  <inkml:trace contextRef="#ctx0" brushRef="#br0" timeOffset="-201756.45">23910 13601 0,'0'0'0,"0"39"16,40-39-1,-40-39 16,39-39-31</inkml:trace>
  <inkml:trace contextRef="#ctx0" brushRef="#br0" timeOffset="-200646.46">23440 13993 0,'0'-39'16,"39"39"-1,-39-39 1,39 39-16,-39-40 16,40 40-16,-1 0 31,-39-39-16,39 39-15,0 0 16,0 0 0,1 0-16,-1 0 0,0 0 15,0 39 1,-39 1 15,0-1-31,0 0 16,-39 0-16,39 0 0,-39 1 15,39-1-15,0 0 16,-39-39-16,39 39 0,-40-39 0,40 39 16,-39-39-16,39 40 15,-39-40-15,78 0 78,-39-40-62,39 40-16,1-39 16,-1 0-1,-39 0-15,39 0 16,0-1-16,0 40 0,-39-39 16,40 0-16,-1 0 15,-39 0-15,39 39 0,-39-40 16,-39 40 93,39 40-109,0-1 16,-39-39-16,39 39 15,-40-39-15,40 39 0,-39 0 16,0 1 0,39-1-16,0 0 0,-39-39 15,39 39-15,0 0 0,0 1 16,0-1-16,0 0 16,0 0-16,39-39 31</inkml:trace>
  <inkml:trace contextRef="#ctx0" brushRef="#br0" timeOffset="-200106.55">23989 14424 0,'0'-39'15,"0"0"1,0 0 0,39 39 15,0 0-15,0 0-1,-39 39 1,0 0 15,-39 0-31,39 0 0,-39-39 16,39 40-16,-39-1 15,39 0-15,-39-39 16,39 39 0,0 0-1,39-39 1,0 0-1,-39 40-15,0-1 32,0 0-17,0 0 1,-39-39 0,39 39-16,-39-39 0,-1 0 15,1 0 1,0 0-16,0 0 15,0 0-15,-1 0 16,1 0-16,0 0 31</inkml:trace>
  <inkml:trace contextRef="#ctx0" brushRef="#br0" timeOffset="-199576.57">24538 13993 0,'39'-39'0,"-78"39"31,-1 0 1,40 39-32,-39-39 0,39 39 15,-39-39 1,39 39-16,0 1 0,0-1 0,0 0 16,-39-39-16,39 39 0,0 0 15,0 1 1,0-1-16,0 0 0,0 0 15,0 0 1,0 1-16,39-40 31</inkml:trace>
  <inkml:trace contextRef="#ctx0" brushRef="#br0" timeOffset="-199286.59">24577 14189 0,'0'0'0,"0"-39"16,39 39 15,-39 39-31,0 0 31,0 0-31,0 1 0,0-1 16,0 0-16,-39 0 15,39 0-15,0 1 16,0-1 0,-39-39-16,39 39 0</inkml:trace>
  <inkml:trace contextRef="#ctx0" brushRef="#br0" timeOffset="-198996.61">24577 14346 0,'0'0'0,"-39"0"16,39-79-1,39 79 1,0 0 15,-39 40-31,39-1 16,-39 0 0,79 39-1,-79-38-15,78-1 16,-39-39-1,-39-39 1</inkml:trace>
  <inkml:trace contextRef="#ctx0" brushRef="#br0" timeOffset="-198746.62">24890 14189 0,'-39'0'0,"39"39"79,0 0-79,0 1 15,39-1-15,-39 0 16,0 0-16,0 0 0,0 1 15,0-1-15,0 0 16</inkml:trace>
  <inkml:trace contextRef="#ctx0" brushRef="#br0" timeOffset="-198567.64">25008 14542 0,'0'-39'16,"39"-1"0,-39 1-1,78 39 1,-38 0-16</inkml:trace>
  <inkml:trace contextRef="#ctx0" brushRef="#br0" timeOffset="-198337.69">25243 14267 0,'0'40'62,"0"-1"-46,0 0-16,0 0 0,0 0 16,0 1-16,0-1 0,0 0 15,0 0-15,0 0 0,0 1 16</inkml:trace>
  <inkml:trace contextRef="#ctx0" brushRef="#br0" timeOffset="-197117.76">25321 14895 0,'40'0'0,"-1"0"31,0 0-15,-39-40 46,0 1-30,0 0-17,39 39-15,-39-39 0,39 0 16,-39-1-16,40 40 16,-40-39-16,0 0 0,0 0 0,39 0 0,-39-1 15,39 1-15,-39-39 16,39 39-16,-39-40 0,39 40 0,-39-39 0,40 38 15,-1 1-15,-39-39 0,0 39 16,39-1-16,-39 1 0,0 0 16</inkml:trace>
  <inkml:trace contextRef="#ctx0" brushRef="#br0" timeOffset="-75383.45">14581 14267 0</inkml:trace>
  <inkml:trace contextRef="#ctx0" brushRef="#br0" timeOffset="-55566.23">14660 14463 0,'0'-39'31,"39"39"141,-78 0-141,39 39-15,0 1 0,0-1-16,0 0 15,0 0-15,0 0 0,0 1 0,0-1 16,0 0-16,0 0 16,0 0-16,0 1 0</inkml:trace>
  <inkml:trace contextRef="#ctx0" brushRef="#br0" timeOffset="-53019.1">19834 14346 0,'-39'0'16,"-1"0"0,40-39 109,0-1-94,-39 40-31,39-39 62,39 39-46,1 0-16,-40-39 16,39 39-1,-39-39-15,39 39 16,-39 39 31,-39 0-47,39 0 15,-39-39-15,39 40 16,0-1-16,0 0 16,-40-39-16,40 39 0,0 0 15,0 1 1,0-1-16,-39 0 16,39 0-1,-39-39 1,0 0 31,39 39-32,-39-39 126,78 0-32,0 0-46,0 0-16,0 0-32,1 0 1,-40 40 0,39-40-16,0 0 93,-39 39-93,0 0 32,39-39-32,-39 39 15,39-39 1,-39 39 15,40-39 16,-1 0-47,0 0 31,0 0-31,0 0 31</inkml:trace>
  <inkml:trace contextRef="#ctx0" brushRef="#br0" timeOffset="-51939.17">19638 14189 0,'0'0'0,"-39"0"16,78 0 156,0 0-156,-39-39-1,39 39-15,0 0 16,-39 39 78</inkml:trace>
  <inkml:trace contextRef="#ctx0" brushRef="#br0" timeOffset="-40489.75">20814 8309 0,'78'0'485,"-39"0"-423,1 0-31,-1 0-15,0 0 93,-39 40-15,0-1-16,0 0-62,0 0 15,0 0 16,-78-39 78,78 40-94,0-1 1,-40-39-17,1 0 63,0 0-46,39 39-17,39-78 220,0 39-220,1 0-15,-1 0 31,0 0 79,-39 39-110,39-39 15,0 0-15,1 0 16,-40 39 0,39-39-1,0 0 1</inkml:trace>
</inkml:ink>
</file>

<file path=ppt/ink/ink1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36:07.581"/>
    </inkml:context>
    <inkml:brush xml:id="br0">
      <inkml:brushProperty name="width" value="0.05292" units="cm"/>
      <inkml:brushProperty name="height" value="0.05292" units="cm"/>
      <inkml:brushProperty name="color" value="#FF0000"/>
    </inkml:brush>
  </inkml:definitions>
  <inkml:trace contextRef="#ctx0" brushRef="#br0">1529 1999 0,'-40'0'281,"80"0"-156,-40-40-125,39 40 16,0-39-16,0 0 16,0 39-16,1-39 31,-40 78 31,0 0-46,39-39-16,0 39 16,-39 1-1,39-40-15,-39 39 0,0 0 16,0 0-1,0 0-15,0 1 16,0-1-16,-39 0 16,0 0-16,0 0 15,39 0-15,-40-39 0,1 40 0,39-1 16,-39-39-16,39 39 16,-39-39-16,39 39 0,-39 0 15,39-78 63,0 0-62,39 39-16,-39-39 0,0 0 0,39 39 0,-39-40 16,39 40-16,-39-39 15,0 0-15,39 39 0,1-39 0,-1 0 16,0 39-16,-39-39 0,39 39 15,-39-40-15,39 40 0,-39-39 0,40 39 16,-40-39-16,39 39 16,0-39-16,0 0 0,0 39 15,-39-40-15,40 40 0,-1-39 0,-39 0 16,39 39-16,-39-39 0,0 0 16,0-1-16,0 1 31,0 0-16,-39 39 1,39 39 15,-39 0-15,-1 1-16,1-1 0,0 0 16,0-39-1,39 39-15,-39 0 0,-1 1 16,40-1-1,0 0 1,0 0 0,0 0-16,0 1 15,0-1-15,40-39 0,-40 39 16,0 0-16,0 0 16,0 0-16,0 1 0,0-1 15,39 0-15,0-39 16,0 39-16,0-39 0,1 0 0,-1 0 0,39 0 15,-39 0-15</inkml:trace>
  <inkml:trace contextRef="#ctx0" brushRef="#br0" timeOffset="389.97">2979 2234 0,'-39'0'31,"39"39"0,0 0-15,0 0-16,-40 0 0,40 1 16,0-1-16,0 0 15,0 0-15,0 0 0,0 1 0,0-1 16,0 0-16,40-39 15,-40 39-15,0 0 0,39-39 0,0 0 16</inkml:trace>
  <inkml:trace contextRef="#ctx0" brushRef="#br0" timeOffset="819.95">3684 1763 0,'0'0'0,"0"40"0,-39-40 16,39 39 0,0 0-16,-39-39 0,39 39 0,0 0 15,-39 1-15,39-1 16,-39 0-16,39 0 0,0 0 0,0 1 15,0-1-15,0 0 0,0 0 16,0 0-16,39 0 0,-39 1 0,39-1 16,-39 0-16,39 0 0,0 0 0,1 1 15,-1-40-15,0 39 16,0-39-16,0 39 0,1-39 0,-1 0 0</inkml:trace>
  <inkml:trace contextRef="#ctx0" brushRef="#br0" timeOffset="1380">4233 2155 0,'-39'0'0,"0"0"31,39-39-31,39 39 15,-39-39-15,39 39 16,0 0-16,1 0 16,-1 0-16,0 0 0,39 78 31,-38-78-31,-40 79 16,39-79-16,-39 78 15,39-39-15,-39 0 16,0 1-1,39-40-15,-39 39 16,0-78 0,39-40-1,-39 40-15,79-78 32,-40 77-32,-39 1 0,39 0 0,0 39 15,1-39 1,38 39 15,-39 0-31,40 39 16,-40 0-16,0 0 15,0 1-15,-39 38 16,0-39-16,0 0 16,0 0-1,0 1-15,0-1 16,0 0-1,39-39-15</inkml:trace>
  <inkml:trace contextRef="#ctx0" brushRef="#br0" timeOffset="1659.9">5644 1920 0,'0'-39'0,"0"78"0,40-78 16,-1 78 15,0-39-31,-39 118 16,39-79-16,-39 0 0,0 0 15,0 1-15,0-1 0,0 117 31,0-38-15,0-79-16,0 0 16</inkml:trace>
  <inkml:trace contextRef="#ctx0" brushRef="#br0" timeOffset="1889.88">6350 2312 0,'78'-39'15,"-156"78"-15,156-117 0,-39 78 16,1-39-16,-1 39 0,0-40 0,0 40 16,40-39-1,-40 39-15,0-39 31</inkml:trace>
  <inkml:trace contextRef="#ctx0" brushRef="#br0" timeOffset="2139.94">6585 2704 0,'39'-78'16,"40"78"15,-40 0-31,157-40 16,-157 40-16,0 0 15,40-39-15,-40 39 0,78 0 31,-77 0-31,-1-39 0</inkml:trace>
  <inkml:trace contextRef="#ctx0" brushRef="#br0" timeOffset="2869.73">7996 1567 0,'-39'0'0,"0"0"15,-40 40 1,40-40-16,-78 39 16,77 0-16,40 0 15,-39-39 1,39 39-16,-39 40 15,39-40-15,0 0 16,78 79 0,-38-1-1,-1-38 1,-39-1 0,0-39-1,-39-39-15,39-39 63,0 0-48,39 39-15,-39-39 0,0 78 32,0 0-17,0 0-15,39 0 16,-39 1-16,0-1 0,39 0 0,-39 0 15,39 0-15,-39 1 0,40-40 16,-40 39-16,39 0 0,0 0 0,0 0 16,0 1-16,-39-1 0,40-39 0,-40 39 15,39-39-15,-39 39 16,39-39-16,-39 39 0,39-39 0,0 0 16,1 0-1,-1 0-15,0 0 0,0 0 16,0-39-16,1 39 15</inkml:trace>
  <inkml:trace contextRef="#ctx0" brushRef="#br0" timeOffset="3259.72">8663 1842 0,'0'-39'0,"39"39"32,-39 39-17,0 0-15,0 0 16,0 0-16,0 1 0,0-1 16,0 0-16,0 0 0,-39 0 0,39 1 0,0-1 15,0 0-15,0 0 16,0 0-16,39 0 0,-39 1 0,39-1 0,0 0 15,0 0-15,1 0 0,-1-39 16</inkml:trace>
  <inkml:trace contextRef="#ctx0" brushRef="#br0" timeOffset="3589.69">9878 2704 0,'0'0'16,"39"-39"-1,0 39 1,-39 39 0,-78 79 15,78-79-31,-118 118 16,118-118-16,-39-39 0,0 39 15,-1-39-15,1 39 0</inkml:trace>
  <inkml:trace contextRef="#ctx0" brushRef="#br0" timeOffset="4219.66">11446 1999 0,'-40'39'31,"80"-78"-31,-119 78 16,79 0 0,-39 0-16,-39 79 31,38-79-31,1 78 15,39-77-15,0-1 0,0 0 16,0 0-16,39-39 0,-39 39 0,40 1 0,-40-1 16,78-39-16,-39 39 0,0-39 0,1 0 0,-1 39 15,39-39-15,-39 0 16,1 0-16,38 0 0,-39 0 0,40 0 0,-40-39 16,0 39-16,0 0 0,0-39 15,1 39-15,-1-39 0,-39-1 0,39 1 0,-39 0 16,0 0-16,39 0 15,-39-1-15,0-116 16,-78 117-16,-1-79 16,40 79-16,39 0 0,-39 39 15,0-40-15,0 1 0,-40 0 32,40 39-32,-39 0 15,38 0-15</inkml:trace>
  <inkml:trace contextRef="#ctx0" brushRef="#br0" timeOffset="4569.63">13092 2665 0,'0'39'16,"0"0"30,0 0-30,0 1-16,-39-1 0,39 0 0,-40 0 0,40 0 16,-39 1-16,39-1 0,-39 0 0,0 0 0,0 0 15,39 1-15,-40-1 0,1 0 16,0-39-16</inkml:trace>
  <inkml:trace contextRef="#ctx0" brushRef="#br0" timeOffset="5139.61">13876 1920 0,'0'-39'15,"0"78"32,0 0-31,0 1-16,0-1 0,0 0 0,0 0 16,0 0-16,0 1 15,0-1-15,0 0 0,0 0 0,0 39 0,0-38 16,0-1-16,0 0 0,0 0 15,0 0-15,39 1 0,-39-1 0,39 0 0,-39 0 16</inkml:trace>
  <inkml:trace contextRef="#ctx0" brushRef="#br0" timeOffset="6059.58">14856 1685 0,'39'0'31,"0"0"-15,0 0-1,-39 39-15,40-39 0,-1 39 16,-39 1-16,39-40 0,-39 39 0,39 0 16,-39 0-1,0 0-15,0 1 0,0-1 16,0 0 0,0 0-16,-39-39 0,39 39 0,0 1 15,0-1 1,0 0-16,0 0 15,39-39-15,-39 39 16,39 0-16,1 1 0,-40-1 16,39-39-16,0 0 15,0 0 1,0-39-16,-39-1 16,40 40-16,-40-39 15,39 39 1,-39-39-16,0 78 47,0 0-32,0 1-15,-39-1 16,39 0 0,0 0-16,-40 0 0,40 1 0,0-1 0,0 0 15,0 0-15,-39 0 0,39 40 16,0-40-16,-39 0 0,39 0 0,0 40 0,-39-40 15,39 0-15,0 0 16,0 1-16,0-1 0,-39 0 0,39 0 16,-40 0-16,1-39 0,0 0 15,-39 0-15,38 0 16,-38 0-16</inkml:trace>
  <inkml:trace contextRef="#ctx0" brushRef="#br0" timeOffset="8186.09">1685 4037 0,'0'-39'15,"0"-1"126,40 40-141,-40-39 0,39 39 16,-39-39-16,39 39 0,-39-39 15,39 39-15,0 0 16,1-39-16,-1 39 0,0 0 15,0 0-15,0 0 16,1 0-16,-40 39 16,39-39-16,-39 39 15,0 0-15,0 0 0,0 1 0,0-1 16,0 0-16,0 0 0,39 0 0,-39 1 0,0-1 16,0 0-16,0 0 0,0 0 15,0 1-15,0-1 0,0 0 0,0 0 16,-78 0-1,38 1-15,1-40 0,0 0 16,0 0-16,0 0 16,39-40 15,0 1-31,0 0 0,0 0 16,39 0-16,0-1 0,-39 1 0,78 0 15,-38 39-15,-1-39 0,-39 0 16,39 39-16,0-40 0,0 1 0,1 39 0,-40-39 15,39 39-15,0-39 16,0 39-16,-39-39 0,39 39 0,-39-40 0,40 40 16,-40-39-16,39 39 15,-39-39-15,39 0 0,-39 0 16,0-1-16,39 40 0,-39-39 31,-39 78 0,0 1 1,0-1-32,-1 0 0,1 0 15,39 0 1,-39 1-16,39-1 0,-39-39 0,39 39 16,0 0-16,0 0 0,0 1 0,0-1 15,0 0 1,0 0-16,0 0 0,39 1 15,-39-1-15,78-39 16,-78 39-16,40-39 0,-1 0 0,0 0 16,0 0-16,0 0 15,1 0-15,38 0 0,-39 0 0,0 0 0,0 0 16,40-39-16,-40 39 0</inkml:trace>
  <inkml:trace contextRef="#ctx0" brushRef="#br0" timeOffset="8706.06">3292 4350 0,'40'0'15,"-1"-39"1,0 39 0,0-39-16,0 39 15,1 0-15,-1 0 0,0 0 0,-39-39 0,39 39 16,0 0-16,1 0 0,-1 0 0,0 0 16,-39 39-16,39-39 15,-39 39-15,0 0 0,39 1 0,-39-1 16,0 0-16,0 0 15,0 0-15,0 1 0,0-1 16,0 0 0,0 0-16,-39-39 0,39 39 15,-39-39-15,39 40 0,0-1 16,-39-39-16,0 0 16,39-39-16,0-1 31,0 1-31,39 0 0,39 39 15,-78-39 1,39 0-16,1 39 0,-1-40 0,0 40 16,-39-39-1,39 39-15,0 0 0,1 0 0,-1-39 16,0 39-16,0 0 0,0 0 0,1 0 0,-1 0 16</inkml:trace>
  <inkml:trace contextRef="#ctx0" brushRef="#br0" timeOffset="9066.03">4782 3919 0,'-39'0'0,"78"0"0,-157 0 16,79 0-16,0 39 31,39 1-31,0-1 0,0 39 31,0-39-31,39-39 0,-39 40 0,39-40 0,-39 39 16,79 0-16,-40 0 16,39 0-16,-78 1 0,157 38 31,-157-39-31,39 0 0,1-39 0</inkml:trace>
  <inkml:trace contextRef="#ctx0" brushRef="#br0" timeOffset="9572.5">5448 3958 0,'0'0'0,"0"-39"0,0 0 15,40 39 1,-1 39-1,-39 0 1,117 40 0,-77-40-16,-1 0 15,0 0-15,-39 1 0,39-40 0,0 39 16,-39 0-16,40 0 16,-40 0-1,-79 1 1,79-80-1,0-77 17,39 78-32,1-40 0,-40 40 0,39 0 15,39-79 1,0 118 15,-38 39-15,-1-39-16,-39 40 0,39-1 0,-39 0 15,39 39 1,0 40 0,1-79-1,-40 0-15,0 40 16,0-40-16</inkml:trace>
  <inkml:trace contextRef="#ctx0" brushRef="#br0" timeOffset="9842.49">6859 4076 0,'0'0'0,"0"-39"15,40 39-15,-1 0 16,0 0-1,-39 78-15,0-39 16,0 1-16,0-1 16,0 0-16,0 0 0,0 0 15,0 1-15,0-1 0,-39 0 16,39 0-16,0 0 16,0 1-16,-39-40 15</inkml:trace>
  <inkml:trace contextRef="#ctx0" brushRef="#br0" timeOffset="10082.5">7683 4233 0,'39'-39'31,"0"39"-31,0-40 0,118 1 31,0 0-15,-118 39-16,39 0 16,-38 0-16</inkml:trace>
  <inkml:trace contextRef="#ctx0" brushRef="#br0" timeOffset="10322.53">7839 4860 0,'-39'0'15,"78"0"-15,-117 0 0,156-39 16,-38 39-16,116-79 31,-116 79-31,77 0 16,-78 0-16,1 0 0,-1-39 15,0 39-15,0 0 0,0 0 0,1 0 0</inkml:trace>
  <inkml:trace contextRef="#ctx0" brushRef="#br0" timeOffset="10962.49">9799 3723 0,'0'0'0,"-39"0"0,-39 39 31,38-39-31,1 0 0,39 79 31,-39-79-31,39 78 16,0-39-16,0 40 16,0-40-16,39 0 15,-39 0-15,39 1 0,1 38 16,-1 40-1,-39-79-15,0 0 16,0 0-16,0 0 16,-39 1-16,-40-1 0,1 0 15,39-39-15,-1 0 16,1 0-16,0 0 0,39 39 0,-118-78 31,118 0-31,0 0 0,0-1 16,40 1 15,38 39-15,-39 0-16,0 39 15,1 1-15,38 38 16,0 40 0,-78-79-16,40 39 15,-40-39-15,0 1 0,39-1 0,-39 0 0,0 0 16,0 0-16,39 1 15,0-1-15,0-39 16,1 39-16,116 0 16,-116-39-16,116 39 31,-77 1-31,-1-40 16</inkml:trace>
  <inkml:trace contextRef="#ctx0" brushRef="#br0" timeOffset="11662.39">10858 3998 0,'-40'0'16,"40"39"78,0 0-79,0 0-15,0 0 16,40-39-16,-40 40 15,0-1-15,0 0 0,0 0 0,39 0 0,-39 1 16,39 38-16,-39-39 0,0 0 16,0 40-16,39-40 0,-39 39 0,0-38 0</inkml:trace>
  <inkml:trace contextRef="#ctx0" brushRef="#br0" timeOffset="13042.3">11877 3958 0,'39'0'109,"0"0"-93,0 0-1,1 0-15,-1 0 16,0 0-16,0 0 0,0 0 0,1 0 16,-1 0-1,0 0-15,-39 40 0,39-40 16,-39 39 0,0 0-16,0 0 15,0 0 1,0 1-1,0-1-15,0 0 0,0 0 16,0 0-16,0 1 16,0 38-16,0-39 15,0 0 1,0 1-16,39-40 16,-39 39-16,39-39 15,1 0-15,-1 0 0,0-39 16,0 39-16,0 0 0,1-40 15,-1 40 1,-39-39-16,0 0 31,-39 39 32,39 39-63,0 0 15,0 1-15,-40-40 0,40 39 16,0 0 0,0 0-16,-39-39 0,39 39 0,0 1 15,0-1-15,0 0 16,0 0-16,0 0 0,0 1 0,0 38 0,0-39 16,0 0-16,0 1 15,0-1-15,0 0 0,0 0 0,0 0 0,0 1 16,0-1-16,-39 0 0,39 0 0,-39 0 0,39 0 15,-39-39-15,39 40 0,-40-40 16,1 0 0,0-40-1</inkml:trace>
  <inkml:trace contextRef="#ctx0" brushRef="#br0" timeOffset="18311.98">1764 6036 0,'-39'0'16,"39"-39"-1,0 78 189,0 39-189,0-39-15,0 1 16,39-1-16,-39 0 0,0 0 0,0 0 0,0 40 15,39-40-15,-39 0 16,0 40-16,0-40 0,39 0 0,-39 0 0,0 0 16,0 1-16,0-1 0,0 0 15,0 0-15,0 0 0,0 1 0</inkml:trace>
  <inkml:trace contextRef="#ctx0" brushRef="#br0" timeOffset="18692.05">1489 6232 0,'-39'0'0,"78"0"0,-78-39 0,39-1 32,0 1-32,39 39 0,40-39 0,38 0 15,40 0 16,-78-1-15,-40 40 0,0 0 15,0 0-31</inkml:trace>
  <inkml:trace contextRef="#ctx0" brushRef="#br0" timeOffset="19141.94">1881 6467 0,'0'39'0,"-39"-39"15,39 39 1,39-39 15,1 0-31,-1 0 16,0 0-16,-39-39 0,39 39 16,0 0-16,1 0 0,-1-39 0,0 39 0,0 0 15,0 0-15,1 0 0,-1-39 0,0 39 16,0 0-1,0 0-15,1 0 0,-1-39 16</inkml:trace>
  <inkml:trace contextRef="#ctx0" brushRef="#br0" timeOffset="19441.92">2940 6428 0,'0'39'47,"0"0"-31,0 0-1,39 1-15,-39-1 0,0 0 16,39 0 0,-39 0-16,0 1 0,0-1 0,0 0 15,0 0-15,0 0 0,0 1 16,-39-40-16</inkml:trace>
  <inkml:trace contextRef="#ctx0" brushRef="#br0" timeOffset="19671.99">2940 6232 0,'0'-39'16,"0"78"-16,-40-118 0,-38 40 15,39 0-15,39 0 16,39 39 15</inkml:trace>
  <inkml:trace contextRef="#ctx0" brushRef="#br0" timeOffset="20181.87">3332 6349 0,'0'0'0,"0"40"15,0-1 1,0 39-1,0-39 1,0 1-16,78 38 16,-78-39-16,39 40 31,-39-40-31,39 0 16,-39 0-16,0-78 31,0 0-31,0 0 15,40-1-15,-40 1 16,39 39-16,-39-39 0,39 39 0,-39-39 0,39 0 31,0 39-31,-39-40 0,40 40 0,-1 0 16,0 0 0,-39 40-16,39-40 15,-39 39-15,0 0 0,39 0 16,-39 0-1,0 1-15,0-1 0,40 0 0,-40 0 16,39-39-16,-39 39 16,0 1-16,39-40 0,0 39 15</inkml:trace>
  <inkml:trace contextRef="#ctx0" brushRef="#br0" timeOffset="20801.82">5017 6741 0,'-39'0'15,"39"-39"-15,-39 39 16,0 0-16,-1 0 16,1 0-1,0 39 1,39 1-16,-39-40 0,39 39 16,-39-39-16,39 39 0,0 0 0,0 0 15,0 1 1,0-1-16,39-39 15,0 0 1,0 0 0,-39-39-1,39 39-15,-39-40 0,40 1 0,-40 0 16,39 39-16,-39-39 0,0 0 16,39-1-16,-39 1 0,0 0 0,39 0 0,-39 0 15,0-1-15,0 1 0,0 0 0,0 0 16,0 0-1,0-1-15,-39 40 0,39-39 0,0 0 16,-39 39 0,39-39-16,0 78 47,0 0-32,0 0-15,0 1 16,39-1-16,-39 0 0,39 0 0,-39 40 0,0-40 15,39 0-15,-39 39 16,0-38-16,40 38 0,-40-39 0,0 0 0,39 40 16,-39-40-16,0 0 0,39 40 15,-39-40-15,0 0 0,39-39 0,-39 39 0</inkml:trace>
  <inkml:trace contextRef="#ctx0" brushRef="#br0" timeOffset="21441.79">7016 6467 0,'0'-39'15,"-39"39"16,0 0-15,0 0 15,-1 0-31,40 39 0,-39-39 16,39 39-16,-39 0 16,0 1-16,39-1 0,-39 0 0,-1 0 15,40 0-15,-39 1 0,39-1 0,0 0 0,0 0 16,0 0-16,0 1 15,0-1-15,39 0 0,-39 0 0,40 0 16,-1 1 0,0-40-16,0 39 15,0-39-15,1 0 16,-1 0-16</inkml:trace>
  <inkml:trace contextRef="#ctx0" brushRef="#br0" timeOffset="21661.79">7251 6937 0,'0'-39'16,"0"78"-16,0-117 15,0 117 17,0 0-17,0 1-15,0-1 0,0 0 0,0 0 16,0 0-1,0 1-15,40-1 0,-40 0 0,0 0 16,0 0 0,39 1-16</inkml:trace>
  <inkml:trace contextRef="#ctx0" brushRef="#br0" timeOffset="21891.77">7408 6585 0,'0'-40'16</inkml:trace>
  <inkml:trace contextRef="#ctx0" brushRef="#br0" timeOffset="22371.74">7722 6820 0,'39'0'31,"-39"39"-31,39-39 0,-39 39 16,39-39-16,1 0 15,-1 39-15,0 1 0,-39-1 16,39-39-16,0 0 16,-39 39-16,40-39 0,-40 39 15,39 0 1,-39 1-16,0-1 0,0 0 16,0 39 15,-39-78-31,39-39 31,39 39-15,-39-78-16,0 39 0,39-1 15,-39 1-15,0 0 0,39 0 0,-39 0 16,39 39-16,-39-40 16,40 1-16,-40 0 0,39 39 15,0 0-15,0 0 0,0 0 16,1 39-1</inkml:trace>
  <inkml:trace contextRef="#ctx0" brushRef="#br0" timeOffset="24060.23">9015 7016 0,'-39'0'31,"0"0"-15,0 39 0,39 0-1,-39-39-15,39 39 0,0 1 16,0-1-16,0 0 15,0 0-15,0 0 0,0 1 16,39-40 0,-39 39-16,39 0 0,-39 0 15,39-39 1,0 0 0,1-39-16,-1 0 15,0 0 1,-39-1-16,39 1 0,0 0 15,0 39-15,-39-39 0,40 39 16,-40-39-16,39 39 0,-39-40 0,39 40 0,0 0 16,-39-39-16,0 78 62,0 1-62,-39-40 16,39 39-16,0 0 15,0 0-15,0 0 0,39 1 16,-39-1 0,39 0-16,1-39 15,-1 0 1,0 0 0,0 0-16,-39-39 0,39 39 0,1 0 15,-1-39-15,0-1 16,0 1-16,0 0 15,1 0 1,-40 78 15,0 0-15,39 0 0,0-39-1,-39 40-15,0-1 0,39-39 16,0 0-1,1 0 1,-40-39-16,39-1 16,-39 1-16,39 0 0,-39 0 0,0 0 15,39-1-15,-39 1 0,0-39 0,0 39 0,39-1 16,-39-38-16,0 39 0,0 0 16,40-1-16,-40 1 0,39 39 0,-39-39 0,0 0 15,0 78 48,0 0-63,0 0 0,0 40 15,0-40 1,-39 0-16,39 0 0,0 1 0,0-1 0,0 0 16,0 39-16,0-38 0,39-1 15,-39 0-15,39 0 0,-39 0 16,0 1-16,39-40 15,-39 39-15,39-39 0,-39 39 16,40-39-16,-1 0 16,0 0-16,0 0 0,0 0 0,1 0 0,-1 0 15,0-39-15,0 39 0,0-39 0,1 39 0,-1-40 16,0 40-16,-39-39 16,39 0-16,0 39 0,-39-39 0,40 39 0,-40-39 15,0-1 1,0 1-16,0 0 31,-40 39-15,40 39-16,0 40 15,-39-79-15,39 39 0,-39 0 16,39 0-16,0 0 0,0 1 16,0-1-1,0 0 1,39-39-16,0 0 15,1-39 1,-1 0 0,0-1-16,-39 1 0,39 0 15,-39 0-15,39 39 0,-39-39 0,0-1 16,0 80 46,40-1-46,-40 0-16,39-39 0,-39 39 0,39-39 16,-39 39-16,39-39 0,0 0 31,1 0-31,-1 0 16,0-39-1,-39-39-15,39 78 0,-39-39 0,0-1 16,39 1-1,-39 0-15,0 0 0,40 39 16,-1 0 31,-39 39-47,0 0 16,0 0-16,39 1 0,-39-1 15,0 0-15,0 0 16,0 0-16,39 1 0,-39-1 0,39 0 15,-39 0 1,40-39-16,-1 39 0,0 1 0,39-40 0,-38 39 16,38-39-16,0 39 0,-38-39 0,38 0 0,0 0 15,-39 0-15,40 0 0,-40 0 16,0-39-16</inkml:trace>
  <inkml:trace contextRef="#ctx0" brushRef="#br0" timeOffset="25210.15">13954 6624 0,'-39'0'15,"39"-39"48,-39 39-48,0 0 1,-1 39-16,1-39 16,39 39-1,-39 0-15,39 0 0,-39-39 0,39 40 0,-39-1 16,39 0-16,0 0 0,-40 0 15,40 1-15,0-1 0,0 0 0,0 0 0,-39 0 16,39 1-16,0-1 16,0 0-16,0 0 0,0 0 0,0 1 15,39-40-15,-39 39 0,40-39 0,-40 39 0,78-39 16,-39 39-16,0-39 0,1 0 16,-1 39-16,0-39 0</inkml:trace>
  <inkml:trace contextRef="#ctx0" brushRef="#br0" timeOffset="25640.19">14542 6937 0,'39'0'15,"-78"0"-15,118-39 0,-40 39 0,39 0 31,-39 39-31,40 40 32,-79-40-32,0 0 0,39 0 0,-39 1 0,0-1 15,0 0-15,0 0 16,0 0-16,0 40 16,-39-79-1,39 39 1,-118-39-1,79-78 1,0-40 0,39 40-16,0-40 31,0 79-31,0 0 16,0-1-16,39 40 31,0 0-16,0 0-15</inkml:trace>
  <inkml:trace contextRef="#ctx0" brushRef="#br0" timeOffset="26110.12">15169 6937 0,'0'0'0,"40"0"0,-1 0 31,-39 40-15,39-40-16,-39 39 0,0 39 0,0-39 15,0 1 1,39-1-16,-39 0 0,0 0 16,0 0-1,39-39-15,-39-39 47,0 0-31,40 39-16,-40-39 0,0 0 0,39 39 15,-39-40-15,0 1 0,39 0 0,0 0 16,-39 0 0,39 39-16,0 0 0,1-40 15,-1 40 1,0 0-16,0 40 15,-39-1 1,0 0-16,0 0 0,0 0 16,0 1-16,0-1 0,0 0 0,0 0 15,0 0-15,0 1 16,0-1-16,0 0 0,0 0 16,39-39-16,-39 39 15,0 1-15,40-40 0,-1 0 16</inkml:trace>
  <inkml:trace contextRef="#ctx0" brushRef="#br0" timeOffset="26520.08">16149 7016 0,'0'-39'31,"0"78"-15,0 0-1,0 0 1,0 0-16,0 1 0,0-1 16,39-39-16,-39 39 0,40 0 15,-40 0-15,39 1 16,-39-80 31,0 1-47,39 39 15,-39-39-15,39 0 0,-39 0 0,39 39 16,-39-40-16,0 1 16,0 0-16,40 39 0,-40-39 0,0 0 31,39 39-31,0 0 15,-39-40-15,39 40 16</inkml:trace>
  <inkml:trace contextRef="#ctx0" brushRef="#br0" timeOffset="26940.05">16816 7055 0,'78'0'32,"-39"0"-32,0 0 15,1 0 1,-40 39 0,39-39-16,-39 39 0,0 1 15,0-1 1,0 0-1,-39-39-15,39 39 16,-40-39-16,40 39 0,-39-39 16,0 0-16,0 0 31,39-39-31,0 0 31,0 0-31,0 0 0,0-1 16,39 40-16,-39-39 15,39 39 32</inkml:trace>
  <inkml:trace contextRef="#ctx0" brushRef="#br0" timeOffset="27290.03">17364 6741 0,'40'-39'31,"-40"0"-31,0 78 47,0 0-31,0 1-16,0-1 0,0 0 16,0 0-16,-40 0 0,40 1 0,0-1 0,0 0 15,0 39-15,0-38 16,0-1-16,0 0 0,0 0 0,0 0 15,0 1-15,0-1 0,0 0 16,0 0-16,40 0 0</inkml:trace>
  <inkml:trace contextRef="#ctx0" brushRef="#br0" timeOffset="28699.98">17756 7212 0,'0'0'0,"0"-39"0,0-1 15,0 1-15,40 39 0,-40-39 32,-40 78-1,40 0-31,-39-39 0,39 40 15,0-1 1,0 0-16,-39 0 0,39 0 16,0 1-16,39-1 15,0-39 1,1 0-16,-1 0 0,0 0 16,-39-39-1,39 39-15,0-40 0,1 40 0,-40-39 16,39 39-16,0-39 15,-39 0-15,39 39 16,-39 39 15,0 0-15,0 0 0,39-39-1,1 0 1,-1 0-1,0 0 1,-39-39-16,39 39 0,0 0 0,-39-39 16,40 0-16,-1 0 0,0-1 0,-39 1 15,39 0-15,-39 0 16,39 0-16,-39-1 0,40 1 0,-40 78 109,0-78 157,0 0-110,0 0-109,0 0-31,0-1 15,0 1-15,0 78 93,0 1-109,0-1 16,-40 0-16,40 0 15,0 0-15,0 1 0,0-1 16,0 0-16,0 0 15,0 0-15,0 1 0,0-1 0,0 0 16,0 0 0,40 0-1,-40 1 1</inkml:trace>
  <inkml:trace contextRef="#ctx0" brushRef="#br0" timeOffset="29089.92">18501 7094 0,'0'0'0,"79"0"16,-1-39 15,39 0-15,-77 39-16,-1 0 15,-39-39 32,39 39-31,-39-40-16,39 40 16,-39 40 46,0-1-62,0 0 16,0 0-16,0 0 0,0 1 15,0-1-15,0 0 16,0 0-16,0 0 0,0 1 16,39-40-16,-39 39 15</inkml:trace>
  <inkml:trace contextRef="#ctx0" brushRef="#br0" timeOffset="29299.94">18893 6741 0,'0'0'0,"0"-39"15,0 0 1,39 39 0,0 0-1</inkml:trace>
  <inkml:trace contextRef="#ctx0" brushRef="#br0" timeOffset="29749.88">19559 7016 0,'-39'0'0,"78"0"15,-117 0-15,39 39 16,39 0 0,0 0-1,-39 40 1,39-40 0,0 0-16,0 0 15,39-39-15,0 0 63,0-39-63,-39 0 15,0 0-15,39 39 0,-39-39 0,0-1 16,0 1-16,0 0 16,0 0-16,0 0 0,0-1 15,-39 1 1</inkml:trace>
  <inkml:trace contextRef="#ctx0" brushRef="#br0" timeOffset="30129.87">20030 7016 0,'0'-39'15,"0"-1"1,39 40 0,-39 40-16,39-40 0,-39 39 15,0 39-15,0-39 0,0 1 16,0-1 0,-39 0-16,39 0 0,-39 0 15,39 1 1,39-40 15,-39-40-31,39 40 16,0-39-16,1 39 0,-1-39 0,0 0 15,0 39-15,0 0 32,-39 39-17,0 39-15,0-38 0,40-1 16,-40 0-16,0 0 0,0 0 15,0 1-15,0-1 0,0 0 0,-79 0 0</inkml:trace>
  <inkml:trace contextRef="#ctx0" brushRef="#br0" timeOffset="32439.81">18736 1959 0,'0'-39'31,"39"39"-31,1 0 31,-40-39-31,0 78 219,0 0-219,-40-39 16,40 40-16,0-1 15,0 0-15,-39 0 0,39 0 0,0 1 16,0-1-16,0 0 15,0 0-15,0 0 0,0 0 0,0 1 0,0-1 16,0 0-16,0 0 0,0 0 0,0 1 16,0-1-16,-39 0 15,39 0-15,-39-39 0,0 0 16</inkml:trace>
  <inkml:trace contextRef="#ctx0" brushRef="#br0" timeOffset="33099.76">18697 2116 0,'39'0'16,"-78"0"-16,117-39 15,-38 39 1,-40-39-16,0 78 219,0 0-219,0 0 15,0 1-15,39-40 16,-39 39-16,39 0 0,0 0 15,0 0 1,1 0-16,-1-39 0,-39 40 0,39-1 0,0-39 16,0 39-16,1 0 0,-1-39 15,-39 39-15,39-39 0,-39 40 16</inkml:trace>
  <inkml:trace contextRef="#ctx0" brushRef="#br0" timeOffset="33929.64">19363 2195 0,'0'0'15,"0"-40"-15,40 40 16,-1-39-16,0 39 15,-39 39 64,39-39-79,0 40 31,-39-80 31,0 1-15,0 78 188,0 1-220,0-1-15,0 0 16,0 0-1,0 0-15,0 0 0,0 1 16,0-1-16,0 0 0,0 0 0,0 0 16,0 1-16,0-1 15,0 0-15,0 0 0</inkml:trace>
  <inkml:trace contextRef="#ctx0" brushRef="#br0" timeOffset="34689.6">20108 2743 0,'39'0'0,"-39"39"16,0-78 15,-39 39-31,39-39 16,-39 39-16,39 39 125,0 0-110,0 1-15,0-1 0,0 0 0,0 0 16,0 0-16,0 1 0,0-1 0,0 0 16,0 0-16,0 0 15,0 1-15,0-1 0,0 0 0,0 0 0,39-39 16,-39 39-16</inkml:trace>
  <inkml:trace contextRef="#ctx0" brushRef="#br0" timeOffset="35469.54">19324 2547 0,'0'39'0,"-39"-39"31,0 0 1,78 0 139,-39 40-171,39-40 0,0 0 16,1 0-16,-1 0 0,0 0 16,0 0-16,-39 39 0,39-39 15,-39 39 1,0 0 0,-39-39-16,39 39 15</inkml:trace>
  <inkml:trace contextRef="#ctx0" brushRef="#br0" timeOffset="36309.5">20735 2469 0,'0'0'15,"0"-39"-15,-39 39 16,118 0 78,-79 39-94,78-39 0,-39 0 0,0 0 0,1 0 15,-1 0-15,0 0 0,0 0 16,0 0-16,1 39 0,-1-39 0,0 0 0,0 0 16,0 0-16,1 0 0,-1 0 0,0 0 15,0 0 1</inkml:trace>
  <inkml:trace contextRef="#ctx0" brushRef="#br0" timeOffset="36699.47">20814 2939 0,'0'39'15,"39"-39"1,0 0-1,0 0-15,1 0 0,-1 0 16,0 0-16,0 0 16,0 0-16,1 0 15,-1 0-15,0 0 0,39 0 0,-38 0 16,-1 0-16,0 0 0,0 0 16,0 0-16</inkml:trace>
  <inkml:trace contextRef="#ctx0" brushRef="#br0" timeOffset="37709.45">21911 2430 0,'0'0'0,"-39"0"0,39-40 16,39 1 15,0 39-15,1 0-16,-40-39 15,39 39-15,0 0 16,0 0-16,0 0 0,1 0 0,-1-39 15,0 39-15,0 0 0,0 0 16,1 0-16,-1 0 0,0 0 0,0 0 16,0 0-1,-39-39 1,0 78 0,0 0-1,-39-39-15,39 39 0,0 0 0,-39-39 0,39 40 16,0-1-1,0 0-15,-39-39 0,39 39 0,0 0 0,-39-39 16,39 40-16,-40-40 0,40 39 0,-39-39 0,39 39 16,-39-39-16,0 0 15,39 39-15,-39-39 0,78 0 47,-39-39-31,39 39-16,0-39 0,0 39 31,1 0-31,-40-39 0,39 39 16,0 0-16,0 0 15,0 0 1,1 39-16,-40 0 16,39-39-16,-39 78 15,39-38-15,-39-1 0,0 0 0,0 0 16,0 0-16,0 1 15,0-1-15,0 0 0,-39-39 0,39 39 16,-39-39-16,-1 39 0,1-39 0,0 0 0,-39 0 16,-1 0-16,1 0 15,39 0-15,-40-78 0,1 78 0,39-39 0,-40 39 16,40-39-16,0 39 16,0-79-16</inkml:trace>
  <inkml:trace contextRef="#ctx0" brushRef="#br0" timeOffset="46758.03">18697 4546 0,'-39'0'0,"39"-39"15,0 0 1,39 39-1,-39-39 32,-39 78 500,39 0-531,0 0-16,-39 1 0,39-1 15,-39 0 1,39 0-16,-40 0 0,40 1 0,-39-1 16,39 0-16,0 0 0,-39 0 15,0 1-15,39-1 0,0 0 0,0 0 16,-39-39-16,39 39 16,0 1-16,0-1 0,0 0 15,39-39 1,0 0-1</inkml:trace>
  <inkml:trace contextRef="#ctx0" brushRef="#br0" timeOffset="47298">18384 4507 0,'0'-39'0,"39"39"15,0 0 1,-39-39 0,39 39-16,0 0 15,1 0 1,-1 39 62,0-39-62,-39 39-16,39 0 15,-39 1-15,39-1 0,0 0 16,1 0 0,-1 0-16,-39 1 0,39-40 0,-39 39 15,0 0-15,39-39 0,-39 39 16,0 0-16,39-39 0,-39 40 0,0-1 0,40-39 15,-40 39-15,39-39 0,-39 39 0,39-39 16,-39 39 0,39-39-1</inkml:trace>
  <inkml:trace contextRef="#ctx0" brushRef="#br0" timeOffset="47718.05">19520 4507 0,'-39'-39'16,"39"0"-16,0 0 15,-39 39 17,39 39-1,0 0-15,0 0-1,-39 0 1,-1-39-16,1 118 15,39-79-15,-39 0 16,39 40-16,0-40 0,-39 118 31,39-118-31,0 0 0,-39 0 0,39 1 0,0 38 32,0-39-32</inkml:trace>
  <inkml:trace contextRef="#ctx0" brushRef="#br0" timeOffset="48444.28">19638 5095 0,'0'-39'15,"0"0"17,39 39-17,0 0-15,0 0 32,1 0-32,-1 0 0,-39 39 15,39-39-15,0 0 0,0 0 16,1 39-16,-1 0 0,0-39 31,-39 40-31,0-1 0,0 0 16,0 0-16,0 0 0,-39-39 15,39 40-15,-39-40 0,39 39 16,-40-39-16,40 39 0,-39-39 0,0 0 0,39 39 16,-39-39-16,0 0 15,-1 0-15,1 0 31,39-39-15,0 0 0,0 0-1,39 39-15,1 0 32,-1 39-17,0 0 1,0-39-16,-39 39 0,39-39 15,1 0-15,-1 39 16,0-39-16,0 0 0,-39 39 0,39-39 0,1 0 16,-1 40-16,0-40 0,0 39 0,0-39 15,1 0 1</inkml:trace>
  <inkml:trace contextRef="#ctx0" brushRef="#br0" timeOffset="48984.16">20853 4938 0,'-39'0'16,"39"-39"15,0 0 0,39 39-15,0 0-16,-39-39 0,39 39 16,1 0-16,-1 0 0,0 0 15,0 0-15,0 0 16,1 0-16,-1 0 0,0 39 16,0-39-16,0 0 15,1 0 1</inkml:trace>
  <inkml:trace contextRef="#ctx0" brushRef="#br0" timeOffset="49374.16">20814 5252 0,'39'0'62,"39"0"-62,1 0 32,-40 0-32,0 0 0,40 0 15,-40 0-15,0 39 16,0-39-16,40 0 0,-40 0 0,39 39 0,-39-39 15,1 0-15,-1 0 0</inkml:trace>
  <inkml:trace contextRef="#ctx0" brushRef="#br0" timeOffset="51053.42">22186 4821 0,'39'0'78,"0"0"-62,-39-39-16,39 39 16,0 0-16,-39-40 0,40 40 15,-40-39 1,39 0-16,-39 0 16,0 0-1,0-1-15,0 1 0,0 0 16,0 0-1,0 0-15,0-1 16,0 80 93,0-1-93,0 39 0,0-39-16,0 1 0,0-1 15,0 0-15,0 0 16,0 0-16,0 1 0,39-1 16,-39 0-16,0 0 15,39 0-15,-39 1 0,0-1 16,0 0-16,0 0 15,0 0-15,0 1 16,0-1-16,0 0 16,0 0-1,0 0-15,0 1 16,0-1 0,0-78 124,-39 39-124,0 0 15,0 0-15,-1 0-1,40-40-15,-39 40 0,0 0 16,0 0 0,0 0-16,-1 0 0,1 0 15,0 0 1,0 0-16,78 0 62,0 0-46,0 0-16,1 0 16,-1 0-1,0 0-15,0 0 0,0 40 16,1-40-16,-1 0 0,-39 39 0,39-39 15,0 0-15,0 0 16,1 0-16,-40 39 0,39-39 0,0 0 31,-39-39 219</inkml:trace>
  <inkml:trace contextRef="#ctx0" brushRef="#br0" timeOffset="62252.71">7212 8388 0,'0'-39'172,"-39"39"78,39 39-250,0 0 0,0 0 16,-39-39-1,39 39-15,-39 1 16,-1-1-16,40 0 31,0 0 63,0 0-94,0 0 15,0 1-15,0-1 0,0 0 16,0 0 0,0 0-16,0 1 0,0-1 15,0 0-15,0 0 16,0 0-16,-39-39 0,39 40 0,0-1 16,0 0-1,-39-39-15,39 39 0,0 0 16,-39-39-1</inkml:trace>
  <inkml:trace contextRef="#ctx0" brushRef="#br0" timeOffset="62962.68">7016 8545 0,'39'0'16,"-39"-40"-1,40 40 157,-1 0-156,-39 40 0,39-40-16,-39 39 0,0 39 0,39-78 15,0 39-15,-39 0 0,40 1 16,-1-1-16,0 0 15,0 0-15,0 0 0,1 1 16,-1-1 0,0-39-16,-39 39 0,39-39 0,0 39 15,1-39 1,-1 0-16,-39 39 16,39-39-16,0 0 15</inkml:trace>
  <inkml:trace contextRef="#ctx0" brushRef="#br0" timeOffset="63482.64">7996 8388 0,'0'-39'31,"39"39"0,-39 39 32,0 0-48,0 0-15,0 0 16,-39-39-16,39 40 16,0-1-16,0 0 0,0 0 0,-39 0 15,39 0-15,0 1 16,0-1-16,-39 0 0,39 0 0,0 0 0,0 1 16,0-1-16,-39 0 15,39 0-15,0 0 0,0 1 0,0-1 0</inkml:trace>
  <inkml:trace contextRef="#ctx0" brushRef="#br0" timeOffset="64230.3">8663 8819 0,'39'0'141,"39"0"-125,-39 0-16,1 0 15,-1 0-15,0 0 0,0 0 0,0 0 0,40-39 16,-40 39-16,0 0 0,0 0 16,0 0-16,1 0 0,-1 0 0,0 0 0,0 0 15,0 39-15</inkml:trace>
  <inkml:trace contextRef="#ctx0" brushRef="#br0" timeOffset="64880.27">8780 9328 0,'0'0'0,"-39"0"125,78 0-94,0 0-15,1 0-1,-1 0-15,0 0 0,39 0 0,-38 0 16,-1 0-16,39 0 15,-39 0-15,0 0 0,1 0 0</inkml:trace>
  <inkml:trace contextRef="#ctx0" brushRef="#br0" timeOffset="66370.27">10309 8662 0,'-39'0'0,"78"0"0,-118 0 16,1 0 0,78 39 15,39-39-15,-39 39-16,0 1 15,0-1-15,0 0 16,0 0-16,0 0 0,0 1 0,0-1 15,0 0 1,0 0-16,0 0 0,0 1 16,0-1-16,0 0 0,-39 0 15,39 0 1,0-78 31,0 0-32,0 0-15,0 0 0,0-1 16,0 1 0,0 0-16,0 0 0,0 0 0,0-1 15,0 1-15,0 0 0,0 0 16,39 0-16,-39-1 16,0 1 15,39 39-16,-39-39 1,0 0 0,40 39-16,-40-39 15,39 39 1,-39-39-16,39 39 0,-39 39 47,0 0-32,0 0-15,39 0 16,-39 0 0,0 1-16,0-1 0,79-39 15,-79 39-15,0 0 0,0 0 0,0 1 16,0-1 0,0 0-16,0 0 0,0 0 15,78-39-15,-78 40 16,0-1 15,39-39 0,-39-79-31,39 79 16,-39-39-16,0 0 0,40 0 0,-40 0 16,0-1-16,39 1 15,0 39-15,-39-39 0,0 0 0,39 39 0,-39-39 16,39 39-16,-39-40 0,40 40 15,-40-39-15,39 39 0,0 0 32,-39 39 46,39-39-63,-39 40-15,0-1 16,0 0-16,0 0 0,0 0 0,0 1 16,39-1-16,-39 0 0,0 0 15,0 0-15,0 1 16,40-1-16,-40 0 16,0 0-16,0 0 15,0 1-15,0-1 16,39-39-1</inkml:trace>
  <inkml:trace contextRef="#ctx0" brushRef="#br0" timeOffset="67000.14">11877 9054 0,'0'0'16,"-39"0"62,-1 0-62,40 39-16,-39-39 0,39 39 15,0 1-15,-39-40 0,39 39 16,0 0-16,0 0 16,0 0-1,39-39 1,0 0-16,1 0 31,-1-39-31,0 0 16,-39 0-16,0 0 15,0-1 1,0 1-16,0 0 16,0 0-16,-39 39 15,39-39-15,0 78 78,0 0-78,39 0 16,-39 0 0,39-39-16,-39 40 0,0-1 0,39 0 15,1-39-15,-40 39 0,39-39 16,-39 39-16,39-39 0,0 40 0,0-40 0,1 39 15</inkml:trace>
  <inkml:trace contextRef="#ctx0" brushRef="#br0" timeOffset="67280.12">12386 9250 0,'0'-39'15,"0"78"-15,0-117 16,39 78-16,1 0 16,-1 0-16,0 39 15,0 0 1,40 79 0,38-1 15,-78-78-31,1 1 0,38-1 31,-39 0-31,0-39 0</inkml:trace>
  <inkml:trace contextRef="#ctx0" brushRef="#br0" timeOffset="67490.2">13053 9211 0,'-40'0'0,"80"0"0,-119 0 32,79 39-32,-39-39 0,39 39 15,-39 40-15,0-79 0,-1 39 0,1 0 16,0 0-16,0 0 16,0 40-16,-1-40 0,1 0 0,0 0 0,0 1 15,0-1-15,-1 0 16,1 0-16,0 0 0</inkml:trace>
  <inkml:trace contextRef="#ctx0" brushRef="#br0" timeOffset="67940.63">13954 8819 0,'0'0'0,"0"-39"0,-39 39 16,39-40-16,-39 40 15,0 40 1,39-1-16,-79 118 16,40-118-16,39 0 0,0 39 15,-39-38-15,39-1 0,0 118 16,0-118-16,0 39 0,0-39 15,39 1-15,0 77 16,0-78-16,-39 1 0,40-40 16,-1 39-16,0-39 0,0 39 0,0-39 15,1 0-15</inkml:trace>
  <inkml:trace contextRef="#ctx0" brushRef="#br0" timeOffset="68190.62">14699 9054 0,'-39'-78'16,"39"38"-16,0 80 31,0 38-31,0 0 16,0-38-16,0 116 15,0-116-15,0-1 0,0 0 16,0 0-16,0 0 16,-39 1-16,39-1 0,0 39 15</inkml:trace>
  <inkml:trace contextRef="#ctx0" brushRef="#br0" timeOffset="68450.53">14660 8976 0,'0'0'0,"39"0"31,0 0-31,0 39 0,1 0 16,-1-39-16,-39 39 15,39 0-15,0-39 0,-39 40 0,39-1 0,-39 0 16,40-39-16,-40 39 16,39 0-16,0 1 0,0-1 15,0-39-15,-39 39 0,40-39 0,-1 0 0,-39 39 16,39-39-16,0 0 0</inkml:trace>
  <inkml:trace contextRef="#ctx0" brushRef="#br0" timeOffset="68710.5">15444 9015 0,'0'0'0,"0"-39"0,-39 39 16,39-40-16,0 80 46,0-1-46,0 0 0,0 0 16,0 0-16,0 1 0,-40-1 16,40 0-16,0 39 0,0 1 15,0-40-15,-39 0 0,39 0 0,0 1 0,0-1 16,0 0-16,0 79 16</inkml:trace>
  <inkml:trace contextRef="#ctx0" brushRef="#br0" timeOffset="68970.5">15875 9720 0,'39'0'15,"-39"40"17,-39-1-32,39 0 15,-39 0-15,39 0 0,-40 1 0,1-1 16,39 0-16,0 0 16,-39-39-16,39 39 0</inkml:trace>
  <inkml:trace contextRef="#ctx0" brushRef="#br0" timeOffset="69390.56">16816 9054 0,'0'-39'31,"0"78"0,0 0-31,0 0 0,0 1 16,0-1-16,0 0 0,0 0 0,0 0 0,0 1 16,-40 38-16,40-39 0,0 0 15,0 1-15,0-1 0,0 0 0,0 0 0,0 0 16,0 1-1,-39-40-15,39 39 0</inkml:trace>
  <inkml:trace contextRef="#ctx0" brushRef="#br0" timeOffset="69660.48">16933 9093 0,'-39'-39'16,"78"78"-16,-78-117 0,39 39 0,0-1 16,0 119 15,78-79-31,-78 39 0,0 0 0,0 0 16,0 1-16,40-1 15,-40 0-15,39 0 0,-39 0 0,39-39 16,-39 40-16,39-1 0,0-39 15,-39 39-15,40-39 0,-1 39 0,0-39 16,0 39-16,0-39 16,1 0-16,-1 0 0</inkml:trace>
  <inkml:trace contextRef="#ctx0" brushRef="#br0" timeOffset="69950.45">17521 8976 0,'0'0'0,"0"-40"15,-39 1-15,39 78 32,0 1-17,-39-1-15,39 0 0,0 0 0,0 0 16,0 1-16,0-1 15,0 0-15,-39 0 0,39 0 0,0 1 0,0-1 16,0 0-16,0 0 16,0 0-16,0 1 0,0-1 0,0 0 15,0 0-15,0 0 0,0 1 16</inkml:trace>
  <inkml:trace contextRef="#ctx0" brushRef="#br0" timeOffset="70410.64">17639 9524 0,'39'0'16,"-39"-39"-16,39 39 15,0 0-15,1 0 32,-1 0-32,0 0 15,0 79 17,-39-40-32,0 39 15,-117 1 1,77-40 15,1 0-15,78-39-1,1-39 1,38 39 0,-39 0-16,0-39 15,1 39-15,-1 0 0,0 0 16,0 0-1,0 0-15,40 0 16,-40 0-16,0 0 16</inkml:trace>
  <inkml:trace contextRef="#ctx0" brushRef="#br0" timeOffset="70790.64">18384 8936 0,'39'0'31,"0"0"-15,0 0 0,-39 40-16,39-40 0,-39 39 0,40-39 0,-40 39 15,0 0-15,39 0 0,-39 1 0,39-1 16,-39 0-16,0 0 16,39 0-16,-39 1 0,0-1 0,39 0 15,-39 0-15,0 0 0,0 1 16,0-1-16,0 0 0,-39-39 0,39 39 15,-39 0-15,39 1 16,-39-40-16,39 39 0,-39-39 0,39 39 0,-40-39 16,1 0-1</inkml:trace>
  <inkml:trace contextRef="#ctx0" brushRef="#br0" timeOffset="71450.53">19285 9564 0,'-39'0'16,"39"-40"0,-39 40-1,117 0 235,-39 0-219,0 0-31,1 0 0,-1 0 0,0 0 0,0 0 16,0 0-16,1 0 0,38 0 16,-39 0-16,0 0 0,1 0 0,-1 0 0,0 0 15,0 0-15,0-39 0,40 39 0,-40 0 16,0 0 0</inkml:trace>
  <inkml:trace contextRef="#ctx0" brushRef="#br0" timeOffset="71710.56">19599 9916 0,'0'0'0,"39"0"31,118 0-15,-1 0 0,-38 0-1,-79 0 1,0 0-16</inkml:trace>
  <inkml:trace contextRef="#ctx0" brushRef="#br0" timeOffset="72370.57">16463 9877 0,'0'0'0,"0"39"78,0 1-62,0-1-1,0 0-15,-39-39 0,39 39 0,-40 0 0,1 1 16,0-40-16,0 39 0</inkml:trace>
  <inkml:trace contextRef="#ctx0" brushRef="#br0" timeOffset="77520.25">21049 9250 0,'-39'-39'0,"39"0"16,0 78 46,0 0-62,0 0 31,0 0-31,-39 1 16,39-1 0,0 0-1,0 0-15,-40 0 0,40 1 16,0-1-16,-39 0 16,39 0-16,0 0 0,0 1 15,0-1-15,0 0 16,-39 0-16,39 0 0,-39-39 15,39 40-15,0-80 47,0 1-31,39 39-16,-39-39 0,39 0 0,-39 0 16,39-1-16,-39 1 0,0 0 15,40 39-15,-40-39 0,0 0 0,39-1 0,-39 1 16,0 0-1,39 39-15,-39-39 0,0 0 0,39 39 16,-39-40-16,39 1 16,-39 0-16,40 39 15,-40-39-15,0 0 0,39 39 16,-39-40 0,0 80 62,0-1-78,0 0 0,0 0 15,0 0-15,0 1 16,0-1-16,0 0 0,0 0 16,0 0-1,0 1-15,39-1 0,-39 0 0,0 0 16,0 0-1,0 1-15,0-80 63,39 40-47,-39-39-16,39 39 0,-39-39 0,79 0 15,-79 0 1,39 39-16,-39-40 0,39 1 0,-39 0 15,39 39-15,-39-39 0,40 0 16,-40-1 0,39 40-1,-39 40 79,0-1-78,0 0-16,0 0 0,0 0 15,0 1-15,0-1 0,0 0 0,0 0 16,0 0 0,-39-39-16,39 40 0,0-1 0,-40 0 15,40 0 1,-39-39-16,39 39 0,0 1 31,-39-40-31</inkml:trace>
  <inkml:trace contextRef="#ctx0" brushRef="#br0" timeOffset="78120.23">21990 9720 0,'-40'0'32,"1"0"-17,0 40 1,0-1-1,39 0 1,-39-39-16,39 39 16,0 0-16,0 1 15,-39-40 1,39 39-16,39-39 47,0-39-32,0 39-15,-39-40 16,39 40 0,-39-39-16,39 39 0,-39-39 0,40 39 15,-40 39 95,39-39-95,-39 39-15,0 1 16,39-1-16,0 0 0,-39 0 0,39-39 16,-39 39-16,40 1 15,-40-1-15,39-39 0,0 0 16</inkml:trace>
  <inkml:trace contextRef="#ctx0" brushRef="#br0" timeOffset="78380.2">22382 9877 0,'0'-39'31,"39"39"-15,0 0-1,-39 39-15,39 40 16,-39-40-16,39 0 16,1 39-1,-1-78 1,0 40-1</inkml:trace>
  <inkml:trace contextRef="#ctx0" brushRef="#br0" timeOffset="78620.2">22578 9956 0,'-40'0'15,"40"39"1,-39-39 0,0 39-16,39 0 15,-39 0-15,39 1 16,-39-1-16,-1 0 0,40 0 16,-39 0-1,39 1-15,-39-40 0,39 39 0,0 0 16,-39-39-1</inkml:trace>
  <inkml:trace contextRef="#ctx0" brushRef="#br0" timeOffset="79260.25">23322 9250 0,'-39'0'94,"0"0"-78,0 39-1,0 0-15,39 1 0,-40-40 16,40 39-16,-39 0 16,0 0-16,39 0 0,-39 1 0,39-1 15,0 0-15,0 0 0,0 0 0,0 1 16,0-1-16,0 0 0,0 0 16,0 0-16,0 1 0,0-1 0,0 0 15,0 0 1,0 0-16,0 1 0,39-40 15,-39 39 1</inkml:trace>
  <inkml:trace contextRef="#ctx0" brushRef="#br0" timeOffset="80050.11">23479 9642 0,'0'-39'31,"0"0"0,39 39-15,1 0-1,-1 0 17,-39 39-32,0 0 15,0 0 1,0 0 0,0 1-1,-39-40 1,39 39-16,-40-39 15,1 0 1,39 39-16,-39-39 47,78 0 15,-39 39-46,0 0 0,0 1-16,0-1 15,0 0-15,0 0 32,0 0-32,-39-39 46,0-39-30,0 39-16,39-39 0,-40 39 0,1 0 16,39-39-16</inkml:trace>
  <inkml:trace contextRef="#ctx0" brushRef="#br0" timeOffset="80350.1">23714 10152 0,'-39'0'15,"39"39"16,0 0-15,0 0-16,-39-39 0,39 39 16,0 1-16,-39-40 0,39 39 15,-39-39 1,39 39-16,0 0 31,39-39-31</inkml:trace>
  <inkml:trace contextRef="#ctx0" brushRef="#br0" timeOffset="81030.05">24106 9524 0,'40'0'187,"-40"40"-187,0-1 16,39 0-16,-39 0 15,0 0-15,0 1 0,0-1 16,0 0-16,0 0 16,0 0-16,0 1 0,-39-1 15,39 0 1,-40 0-16,1 0 0,39 1 0,-39-40 15,0 39-15,0 0 16,-1-39-16,40 39 0,-39-39 0</inkml:trace>
  <inkml:trace contextRef="#ctx0" brushRef="#br0" timeOffset="82999.93">24616 9368 0,'0'-40'15,"39"40"126,-39 40-32,39-40 157,1 0-250,-40 39 46,39-39 63,-39 39-125,39-39 31,-39 39-31,0 0 0,39-39 0,-39 40 16,0-1 0,0 0-16,0 0 0,0 0 15,0 1-15,0-1 0,0 0 16,-39-39-16,39 39 16,0 0-16,0 1 0,-78-1 0,78 0 0,-40 0 15,1 0-15,0 1 0,0-1 16,0 39-16,-1-39 0,-38 1 0,39-1 0,0 39 15</inkml:trace>
  <inkml:trace contextRef="#ctx0" brushRef="#br0" timeOffset="84445.16">24302 9799 0,'0'-39'15,"0"-1"126,-39 40-16,39 40-109,-39-40-16,39 39 31,-39 0-31,39 0 0,0 0 15,-39-39-15,39 40 16,0-1-16,-40 0 0,40 0 16,-39 0-16,39 1 15,-39-1 1,39 0-16,0 0 16,0 0-16,-39 1 15,39-80 48,39 40-48,-39-39-15,39 0 16,0 0-16,-39 0 0,40-1 16,-40 1-16,0 0 15,39 39-15,-39-39 0,0 0 0,39-1 0,-39 1 16,39 0-16,-39 0 15,39 0-15,-39-1 0,40 40 16,-40-39-16,0 78 109,0 1-109,-40-1 16,40 0-16,-39-39 0,39 39 16,0 0-16,-39 1 0,39-1 15,-39-39 1,39 39-16,0-78 78,0 0-62,0-1-1,0 1-15,39 0 0,-39 0 0,0 0 16,0-1 0,39 1-16,-39 0 0,0 0 0,0 0 15,0-1 1,0 80 46,0-1-46,0 0-16</inkml:trace>
  <inkml:trace contextRef="#ctx0" brushRef="#br0" timeOffset="86365.05">12543 10818 0,'39'0'125,"0"0"-109,1 0-16,-1 0 0,0 0 15,0 0-15,40 0 0,-40 0 0,0 0 0,0 0 16,40 0-16,-40 0 16,0 0-16,0 0 0,0 0 0,1 0 0,-1 0 15,0 0-15,0 0 0,0 0 16,1 0-16,-1 0 0</inkml:trace>
  <inkml:trace contextRef="#ctx0" brushRef="#br0" timeOffset="86705.03">13092 11249 0,'-39'0'0,"78"0"63,0 0-63,0 0 15,0 0 1,1 0-16,-1 0 0,0 0 0,0 0 16,0 39-16,1-39 0,-1 0 0,0 0 0,0 0 15,0 0-15,40 0 16,-40 0-16,0 0 0,0 0 0,1 0 0,-1 0 16</inkml:trace>
  <inkml:trace contextRef="#ctx0" brushRef="#br0" timeOffset="87544.98">14385 10661 0,'40'0'0,"-1"0"32,-39-39-32,0 0 15,39 39 1,-39-39 0,39 39-16,0 0 15,1 0 1,-1 0-16,0 0 0,0 0 15,0 0-15,1 0 16,-1 0-16,-39 39 0,39-39 16,-39 39-1,0 0 1,0 0-16,-39 1 16,0-1-16,39 0 15,-40-39-15,40 39 0,-39 0 0,0-39 0,39 40 16,-39-1-16,0 0 15,-1 0-15,40 0 16,-39-39-16,78 0 47,1-39-31,-1 39-16,0 0 31,0 0-31,0 0 15,1 39 1,-1 1-16,0-40 0,0 39 16,0-39-16,-39 39 0,40-39 0,-40 39 15,0 0-15,39-39 16,-39 40-16,0-1 31,-39-39-15,39 39-16,-79-39 0,40 0 15,0 0-15,0 0 0,-40 0 0,40 0 0,-39 0 16,38 0-16,-38 0 16,39 0-16,-40-39 0,40 39 0,0 0 0,-39 0 15,38 0-15</inkml:trace>
  <inkml:trace contextRef="#ctx0" brushRef="#br0" timeOffset="108828.48">1529 12582 0,'0'-39'47,"0"-1"-16,0 1 172,39 39-187,-39-39-16,39 0 15,0 39 1,-39-39-16,39 39 0,1 0 15,-1 0-15,0 0 0,0 0 16,0 0 0,-39 39-1,40-39 1,-40 39-16,0 0 16,0 0-1,0 1-15,0-1 16,0 0-1,0 0-15,0 0 16,0 1-16,-40-1 0,40 0 0,0 0 0,-39 0 16,39 1-16,-39-1 15,39 0-15,-39 0 0,0 0 0,-1 1 16,40-1-16,-39 0 16,0-39-16,39 39 0,39-39 46,-39-39-30,39 39-16,-39-39 16,40 39-16,-40-39 0,0-1 0,39 40 0,0-39 15,0 0 1,0 0-16,-39 0 0,40 39 0,-40-40 16,39 1-16,0 0 15,-39 0-15,39 39 0,-39-39 0,39 39 16,-39-40-16,40 40 0,-40-39 15,39 39-15,-39-39 0,39 39 16,-39-39-16,0 0 0,39 39 16,-39-40-1,39 40 1,-78 0 78,39 40-63,-39-40-15,0 39-1,0-39-15,-1 39 16,40 0-1,-39-39-15,0 39 0,0 1 16,0-1-16,39 0 16,-40 0-1,40 0-15,0 1 16,0-1 0,0 0-16,0 0 0,0 0 15,0 1 1,0-1-16,0 0 0,40-39 15,-1 39-15,0-39 16,0 0-16,0 0 16,1 0-16,-1 0 0,0 0 0,0-39 15,0 39 1,1-39-16,-1 39 0,0 0 16</inkml:trace>
  <inkml:trace contextRef="#ctx0" brushRef="#br0" timeOffset="109268.55">3018 13052 0,'0'0'0,"0"39"93,0 1-77,0-1-16,0 0 16,0 0-16,0 0 0,0 1 0,0-1 0,-39 0 0,39 0 15,0 0-15,0 1 16,0-1-16,-39-39 0,39 39 0,0 0 0,0 0 15,0 1-15,0-1 0</inkml:trace>
  <inkml:trace contextRef="#ctx0" brushRef="#br0" timeOffset="109669.93">3606 12621 0,'0'0'15,"-39"0"-15,0 0 16,-1 0 0,40 39-16,-39 40 31,39-40-31,-39 78 16,39-77-16,0-1 0,0 0 15,0 0-15,0 0 0,0 1 0,0-1 16,39 0-16,-39 0 15,39 0-15,1 1 0,-1 38 16,0-78-16,39 78 16,-38-78-16</inkml:trace>
  <inkml:trace contextRef="#ctx0" brushRef="#br0" timeOffset="110289.9">4037 12817 0,'0'-39'15,"39"39"32,-39-39-47,40 39 0,-1 0 16,0 0 0,0 0-16,-39 39 0,39-39 15,-39 39-15,0 0 0,40 0 16,-40 1-16,39-1 0,-39 0 15,0 0-15,0 0 16,0 1-16,0-1 16,0-78 31,39-1-32,0 1-15,-39 0 0,39 0 16,1 0-16,-1-1 0,-39 1 15,39 39-15,0-39 0,-39 0 0,39 39 0,1-39 16,-1 39 0,-39-40-16,39 40 0,0 0 0,0 0 15,1 40-15,-1-1 16,-39 0 0,39 0-16,-39 0 0,0 1 0,0-1 15,39 0 1,-39 0-16,0 0 0,0 1 0,0-1 0,0 0 15,0 0-15,39 0 0,-39 1 16,0-1-16,0 0 16</inkml:trace>
  <inkml:trace contextRef="#ctx0" brushRef="#br0" timeOffset="110579.9">5605 12817 0,'39'-39'16,"-78"78"-16,118-78 16,-40 39-16,0 0 15,39 78 1,-38 1-1,-40-40-15,0 118 16,0-118-16,0 0 0,0 0 16,-40 0-16,40 1 0,-39-1 0,0 0 15,0 39 1,0 1-16</inkml:trace>
  <inkml:trace contextRef="#ctx0" brushRef="#br0" timeOffset="110789.88">6271 13170 0,'40'-79'15,"-80"158"-15,197-236 16,-118 118-16,1 39 0,-1 0 15,0-39-15,0 39 16,40 0-16,38 0 16,-78 0-16,-39 39 0,40-39 0</inkml:trace>
  <inkml:trace contextRef="#ctx0" brushRef="#br0" timeOffset="111009.86">6350 13679 0,'-39'0'0,"39"-39"15,117 39-15,-38 0 16,-1 0-16,157-78 16,-156 78-16,-40 0 15,39 0 1,1 0-16,77 0 15,-116 0-15,-1-39 0,0 39 16</inkml:trace>
  <inkml:trace contextRef="#ctx0" brushRef="#br0" timeOffset="111597.64">8231 12503 0,'0'0'0,"-39"-39"0,0 39 32,0 39-17,39 1 1,0-1-16,-39 0 15,39 0-15,0 0 0,0 1 0,0-1 16,0 0-16,0 0 16,0 0-16,78 1 0,-78-1 0,0 0 15,0 0-15,39 0 0,-39 1 16,0-1-16,0 0 0,0 0 16,0 0-1,0 1-15,-78-40 0,39 39 16,-1-39-16,1 0 0,0 0 0,0 0 15,0 0-15,39-39 16,0-1-16,0 1 16,39 39 15,0 0-15,0 39-1,0 1-15,-39-1 16,40-39-16,-40 39 15,39 0-15,0 0 0,-39 1 0,39-1 16,0 0-16,-39 0 16,40 0-16,-40 1 0,39-1 0,-39 0 15,39 0 1,-39 0-16,39-39 0,-39 40 0,39-40 0,1 39 16,-1 0-16,0-39 15,0 0-15,0 0 0,1 0 0</inkml:trace>
  <inkml:trace contextRef="#ctx0" brushRef="#br0" timeOffset="111897.62">9015 13170 0,'0'-79'31,"0"158"-31,0-118 63,0 78-63,0 0 0,0 0 16,0 0-16,0 1 15,0-1-15,0 0 0,40 39 0,-40-38 0,0-1 16,39 0-16,-39 0 0,0 0 0,0 40 0,39-40 15,-39 0-15,39 0 0,-39 1 16,39-1-16</inkml:trace>
  <inkml:trace contextRef="#ctx0" brushRef="#br0" timeOffset="112127.62">9721 13915 0,'0'0'0,"39"0"32,-39 39-17,0 0-15,39 39 16,-39-38-16,0-1 0,0 0 16,-78 0-16,39 0 15,-40 1 1,40-40-16,-39 0 15,38 0-15</inkml:trace>
  <inkml:trace contextRef="#ctx0" brushRef="#br0" timeOffset="112687.57">10936 13287 0,'0'0'16,"-39"0"-16,0 40 15,-1-40 1,40 39-16,-39-39 0,39 39 16,-39 0-16,0 0 0,39 1 0,0-1 15,-39 0-15,39 0 0,0 0 0,0 1 0,-40-40 16,40 39-16,0 0 15,0 0-15,0 0 0,40-39 0,-40 40 16,78-1-16,-39-39 16,0 0-16,40 39 0,-1-39 15,-39 0-15,1-39 16,-1 39-16,0-39 0,0 39 0,-39-40 0,39 1 16,1 0-16,-40 0 0,39 0 15,-39-1-15,0 1 0,0 0 0,0 0 0,0 0 16,0-1-16,-79 40 0,79-39 0,-39 0 0,0 39 15,0-39-15,0 0 16,-1 39-16,1 0 0,39-40 0,-39 40 16,0 0-1,39 40-15,0-1 16</inkml:trace>
  <inkml:trace contextRef="#ctx0" brushRef="#br0" timeOffset="112927.56">11798 13915 0,'0'78'16,"0"-156"-16,0 234 15,-39-116-15,0 38 16,0-39-16,39 0 0,0 1 15,-39-1 1,-40 39 0,40-78-1</inkml:trace>
  <inkml:trace contextRef="#ctx0" brushRef="#br0" timeOffset="113337.54">12543 13248 0,'0'39'47,"0"1"-32,0-1-15,0 0 0,0 0 0,0 0 16,0 1-16,0-1 16,0 39-16,0-39 0,0 1 0,0-1 0,0 0 15,0 0-15,0 40 16,0-1-16,0-39 0,0 0 0,0 1 16,0-1-1,0 0-15</inkml:trace>
  <inkml:trace contextRef="#ctx0" brushRef="#br0" timeOffset="114037.51">13013 12895 0,'0'0'16,"0"-39"-16,40 0 15,-1 39 1,0 0-16,0 0 16,-39 39-1,39-39-15,1 79 16,-1-79-16,0 39 16,0 0-16,-39 0 15,0 0-15,0 79 31,0-79-31,0 0 0,-39 1 0,39 77 16,-39-78-16,0 79 16,39-79-16,0 0 0,0 1 15,39-40 17,0-40-17,0 40-15,-39-39 0,39 39 16,-39-39-16,40 39 0,-40-39 15,39 39 1,-39 39 15,0 0-31,0 0 0,0 1 16,0-1-16,0 0 16,0 0-16,0 0 0,-39 1 0,39-1 0,-40 0 15,1 0-15,39 0 0,-39 40 0,0-40 0,0 0 16,39 0-16,-40 1 15,1 38-15,0-39 0,0 0 0,0-39 0,-1 40 16,1-1-16,0 0 0,-39-39 16,38 0-16,1 0 0,0 39 0</inkml:trace>
  <inkml:trace contextRef="#ctx0" brushRef="#br0" timeOffset="115347.42">1137 15169 0,'0'0'0,"39"-39"16,0-1 15,0 1-15,0 0-1,-39 0-15,40 39 16,38-39-1,40 39 1,-79 0 0,0 39-16,39 39 15,-38-39-15,-40 1 0,0-1 16,39 0-16,-39 118 31,0-118-31,-79 39 16,79-38-16,-39-40 0,0 39 15,0-39-15,0 39 0,-1-39 0,1 0 16,39 39-16,0-117 31,39 78-31,-39-39 16,40 39-16,-1-40 0,0 1 0,0 39 0,40-39 16,-40 0-16,0 0 15,0-1-15,0 1 0,40 39 0,-40-39 0,0 0 16,0 0-16,1 39 0,-1-40 0,0 40 0,-39-39 15,39 39-15,-39-39 16,39 39-16,-39-39 0,0 0 31,-39 39 1,39 78-32,-39-78 15,0 78-15,0-38 0,39-1 16,-40 0-16,40 0 15,-39 0-15,39 1 0,0-1 16,-39 0-16,39 0 16,0 0-16,0 1 0,78-1 15,-78 0-15,0 0 16,40 0-16,38 1 0,-39-1 16,0-39-16,1 0 15,-1 0-15,0 0 0</inkml:trace>
  <inkml:trace contextRef="#ctx0" brushRef="#br0" timeOffset="115697.4">2744 15561 0,'78'-39'15,"-156"78"-15,195-78 0,-78 39 0,40-40 16,-40 40-16,0 0 0,0 0 15,1 0-15,-40 40 16,39-40-16,-39 39 16,0 0-16,0 0 0,0 0 31,-39-39-31,39 40 0,-40-1 0,1-39 16,39 39-16,-39 0 15,0-39 1,78 0 15,0 0-31,40 0 0,-40 0 16,0-39-16,0 39 15,0 0-15,1-39 0,38 39 0,-39 0 0,0-39 16,1 39-16,-1-40 16,39 40-16</inkml:trace>
  <inkml:trace contextRef="#ctx0" brushRef="#br0" timeOffset="115997.38">3998 15208 0,'0'0'16,"-39"-39"-1,0 39 1,39 39-16,-79 39 31,79-38-31,-39 77 16,0-78-16,39 1 0,0-1 15,0 0-15,39 39 16,79 1 0,-1-79-1,-78 0-15</inkml:trace>
  <inkml:trace contextRef="#ctx0" brushRef="#br0" timeOffset="116437.39">4312 15326 0,'0'-40'15,"0"80"-15,0-119 0,39 79 16,-39-39-16,39 39 0,0 0 15,0 0 1,118 78 0,-78 79-1,-79-118 1,0 1-16,0 38 16,0-39-1,0-78 16,0 0-31,0 0 16,0-1 0,0 1-16,39 39 15,-39-39-15,39 39 16,0 0-16,-39-39 0,39 39 16,1 0-1,-40 39 1,0 0-16,39-39 0,-39 79 15,39-40-15,-39 0 16,0 0-16,0 0 0,39 1 0,-39-1 16,0 0-1</inkml:trace>
  <inkml:trace contextRef="#ctx0" brushRef="#br0" timeOffset="116717.36">5370 15326 0,'0'0'0,"39"-40"16,0 40-1,1 0-15,77 0 16,-78 40-16,1-1 0,-1 0 15,-39 0-15,39 0 16,-39 1-16,0-1 0,0 39 16,0-39-1,-39 1-15,-40 38 16,40-78-16,39 39 0,-39-39 16,39 39-16</inkml:trace>
  <inkml:trace contextRef="#ctx0" brushRef="#br0" timeOffset="116897.33">6350 15678 0,'39'-39'15,"0"39"-15,40-39 16,38 0 15,-78 39-31,1 0 0,-1 0 0</inkml:trace>
  <inkml:trace contextRef="#ctx0" brushRef="#br0" timeOffset="117147.33">6311 16188 0,'0'0'0,"39"0"31,118 0-15,-118 0-16,0 0 15,0 0-15,40 0 0,-40 0 0,0 0 0,39 0 16,-38 0-16,38-39 0,-39 39 0,0 0 0,40-39 15,-40 39-15,118 0 16</inkml:trace>
  <inkml:trace contextRef="#ctx0" brushRef="#br0" timeOffset="117937.26">8584 14934 0,'0'-39'31,"0"78"-31,-39-78 16,0 39-16,0 0 15,-1 39 1,1 0 0,0 0-1,0 79 1,39-79-16,-39 78 15,39-77-15,0 38 32,0-39-32,0 0 0,0 1 0,0-1 0,0 0 15,0 0 1,0 0 0,0 1-1,-79-1 1,1-39 15,39 0-15,78 0 46,0 0-62,-39 39 16,39-39-16,-39 39 0,39-39 15,1 39-15,-1 1 0,0-40 0,0 39 16,-39 0-16,39-39 16,-39 39-16,40 0 0,-1 1 0,-39-1 15,39 0-15,-39 0 16,0 0-16,0 1 0,0-1 0,0 0 16,0 0-1,0 0-15,0 1 16,39-40-16,-39 39 0,39-39 0,-39 39 0,40 0 15,-40 0 1,39 1-16,0-40 0,0 0 0,0 39 16,1-39-16,-1 0 15,0 0-15,39 0 0,-38 0 0,-1 0 0,39 0 16</inkml:trace>
  <inkml:trace contextRef="#ctx0" brushRef="#br0" timeOffset="119057.21">9329 15443 0,'-39'0'31,"39"39"78,0 1-109,0-1 16,0 0-1,0 0-15,0 40 0,0-40 0,0 0 16,0 39 0,0 1-16,39-1 0,-39-39 0,0 1 15,39-1-15,-39 0 16</inkml:trace>
  <inkml:trace contextRef="#ctx0" brushRef="#br0" timeOffset="119677.16">10544 16266 0,'0'-39'31,"0"0"-16,39 39-15,-78 0 79,39 39-64,0 0-15,39-39 16,-39 40-16,0-1 0,0 0 0,0 0 15,0 0-15,0 1 16,0-1-16,-39-39 0,39 39 0,0 0 16,-39-39-16,39 39 0,-39-39 15,-1 40-15,1-40 0</inkml:trace>
  <inkml:trace contextRef="#ctx0" brushRef="#br0" timeOffset="120407.19">11759 15718 0,'-39'0'0,"0"0"16,0 0-16,-1 0 0,-38 0 31,39 39-31,0 0 0,39 0 15,0 0 1,0 40 0,78 38-1,-39-77 1,-39-1-16,118 0 16,-118 0-16,39-39 0,0 0 15,0 0-15,1 0 0,77 0 31,-78-39-31,-39 0 0,40 39 0,-40-39 16,0-1-16,0 1 16,-79-157-1,1 157 1,39 0-16,-79-79 16,79 118-16,0 0 0,-1-39 0,1 39 0,0 0 31,39 78-16,0-38 1,0-1-16,0 0 0</inkml:trace>
  <inkml:trace contextRef="#ctx0" brushRef="#br0" timeOffset="120687.16">12700 16306 0,'39'0'16,"-78"0"-16,117 0 0,-39 39 16,1-39-16,-40 39 0,0 0 15,39-39-15,-39 39 0,0 1 16,0-1-16,-118 78 31,-39-38-15,118-40-1,0-39-15</inkml:trace>
  <inkml:trace contextRef="#ctx0" brushRef="#br0" timeOffset="121301.82">13758 15678 0,'0'0'15,"-39"-39"1,39 0-1,-39 39 32,0 39-47,-1-39 16,40 39-16,-39-39 0,0 40 16,39-1-16,0 0 0,0 0 15,0 0-15,0 1 0,39-1 0,-39 0 16,0 0-16,79 0 15,-79 1-15,39-40 0,0 39 0,0-39 16,-39 39-16,39-39 0,1 0 16,-1 0-16,0 0 0,0 0 0,0 0 15,-39-39-15,40 39 16,-1-39-16,-39-1 0,39 40 0,-39-39 0,0 0 16,0 0-16,0 0 0,0-1 0,0 1 0,-39 0 15,-40 0-15,40 0 16,0 39-16,0-40 0,0 40 15,-1-39 1,1 39-16,0 0 16</inkml:trace>
  <inkml:trace contextRef="#ctx0" brushRef="#br0" timeOffset="121961.79">14503 15326 0,'0'-40'0,"0"80"0,39-80 0,-39 1 15,39 39-15,1 0 63,-1 0-48,39 0-15,-39 39 0,1 1 16,-1-40-16,0 39 16,-39 0-16,0 0 0,0 0 15,0 1 1,0-1-16,-39-39 0,39 39 0,0 0 0,-39 0 16,39 1-16,0-1 0,-40 0 0,40 0 15,0 0-15,0 1 16,40-1-16,-1-39 0,0 0 15,0 0 1,0 0-16,1-39 0,-1 39 16,0-40-16,0 40 0,-39-39 15,39 39-15,1-39 0,-80 78 47,40 0-47,-39-39 0,39 40 16,0-1-16,0 0 0,0 0 15,-39-39-15,39 39 0,0 1 0,-39-1 0,39 0 16,0 39-16,-39-38 16,39-1-16,-40 0 0,40 0 0,-39 40 0,39-40 15,-39 0-15,0 39 0,0-38 16,-40-1-16,40 0 0,-39 0 0,38 0 0,-38 1 16,0-1-16,-40-39 0,40 39 0</inkml:trace>
</inkml:ink>
</file>

<file path=ppt/ink/ink1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38:42.878"/>
    </inkml:context>
    <inkml:brush xml:id="br0">
      <inkml:brushProperty name="width" value="0.05292" units="cm"/>
      <inkml:brushProperty name="height" value="0.05292" units="cm"/>
      <inkml:brushProperty name="color" value="#FF0000"/>
    </inkml:brush>
  </inkml:definitions>
  <inkml:trace contextRef="#ctx0" brushRef="#br0">1333 2547 0,'-40'0'375,"1"0"-344,0 0-15,0 0-1,0 0 1,-1 0-1,1 0-15,0 0 0,0 0 16,0 0 0,-1 0-16,1 39 0,0-39 15,0 0 1,78 0 62,-39 40-15,39-40-48,-39 39 1,0 0 15,0 0-15,39-39-16,-39 39 0,0 1 15,0-1 1,0 0-16,0 0 0,40 0 0,-40 1 16,0-1-16,0 0 0,0 0 0,0 0 0,0 1 15,0-1-15,0 0 0,0 0 16,0 0-16,0 1 0,39-1 0,-39 0 15,0 0-15,0 0 16,0 1-16,0-1 0,0 0 0,39 0 16,-39 0-16,0 1 0,0-1 15,0 0-15,0 0 0,0 0 0,0 1 16,39-40-16,-39 39 16,0 0-16,0 0 0,0 0 0,0 1 15,39-1-15,-39 0 0,0 0 0,0 0 16,0 1-16,0-1 15,0 0-15,0 0 0,0 0 0,0 1 0,0-1 16,0 0 0,0 0-16,0 0 0,0 1 0,0-1 0,0 0 15,0 0-15,0 0 0,0 1 16,0-1-16,0 0 0,0 0 0,0 0 0,0 1 16,0-1-16,0 0 0,0 0 15,0 0-15,0 1 16,0-1-16,0 0 0,0 0 0,0 0 15,0 0-15,0 1 16,0-1-16,0 0 0,0 0 0,-39 0 16,39 1-1,0-1-15,-39-39 0,39 39 0,0 0 0,0 0 16,0 1-16,0-1 16,0 0-16,0 0 0,0 0 15,0 1-15,0-1 0,0 0 16,39-39-16,-39 39 15,0 0-15,0 1 0,0-1 0,0 0 16,0 0 0,0 0-16,0 1 0,0-1 15,0 0-15,0 0 16,0 0-16,0 1 0,0-1 16,0 0-16,0 0 0,0 0 0,0 1 0,0-1 15,0 0-15,0 0 16,0 0-16,0 1 0,0-1 0,0 0 15,0 0 1,0 0-16,0 1 0,0-1 0,0 0 16,0 0-16,0 0 15,0 1-15,0-1 0,0 0 0,0 0 16,0 0 0,0 1-16,0-1 0,0 0 0,0 0 15,0 0-15,0 1 0,0-1 0,0 0 16,0 0-16,0 0 15,0 1-15,0-1 0,0 0 0,-39 0 16,39 0 0,0 1-16,0-1 0,0 0 15,0 0-15,0 0 16,0 1-16,0-1 0,0 0 16,0 0-16,0 0 0,0 0 15,0 1 1,0-1-16,0 0 0,0 0 15,0 0 1,0 1-16,0-1 0,0 0 16,0 0-1,0 0-15,0 1 0,0-1 16,0 0 0,0 0-16,-39-39 0,39 39 15,0 1-15,0-1 0,0 0 16,0 0-1,0 0-15,0 1 16,0-1-16,39 0 16,-39 0-16,0 0 15,0 1 1,39-40-16,-39 39 0,0 0 16,0 0-16,0 0 15,0 1 1,39-40-16,-39 39 0,0 0 31,0 0-31,0 0 31,0 1-31,0-1 32,40 0-32,-40 0 0,0 0 15,0 1-15,0-1 0,0 0 16,39 0-16,-39 0 15,0 1-15,39-1 16,-39 0 0,39 0-1,-39 0 1,0 1 0,0-80 187,39 40-203,1 0 31,-1 0-31,0 0 0,-39-39 0,39 39 16,0 0-16,1 0 0,-1 0 15,0 0-15,0 0 16,0 0-16,1 0 0,-1 0 15,0 0 1,0 0-16,-78 0 156,0 0-156</inkml:trace>
  <inkml:trace contextRef="#ctx0" brushRef="#br0" timeOffset="14659.29">2665 3684 0,'0'0'0,"0"-39"62,-39 39 95,0 0-142,39 39-15,-39-39 16,0 0-16,-1 0 0,40 39 0,-39 0 15,39 1 1,-39-1-16,39 0 0,0 39 16,-39-38-16,39-1 0,0 39 15,0-39-15,0 1 0,39 38 0,-39-39 0,39 40 16,-39-40-16,0 39 0,39-39 0,-39 1 0,40 38 16,-40-39-16</inkml:trace>
  <inkml:trace contextRef="#ctx0" brushRef="#br0" timeOffset="16056.81">2705 6075 0,'0'-39'31,"-40"39"-31,1 0 109,0 0-77,0 0-17,0 0-15,-1 0 0,1 0 16,0 39-16,0-39 0,0 0 16,-1 39-16,1 0 0,0-39 0,0 40 15,0-40 1,39 39-16,-40-39 0,40 39 15,0 0-15,0 0 0,-39-39 16,39 40-16,0-1 0,0 0 16,0 0-16,0 0 0,0 1 15,0-1 1,39-39-16,-39 39 0,40-39 0,-40 39 16,39-39-16,0 0 0,-39 39 15,39-39-15,0 0 0,1 40 0,-1-40 31,0 39-31,0-39 16,-39 39-16,39-39 0,1 39 16,-1-39-1,0 0-15,0 0 16,0 0 0,1-39-16,-1 39 0,0-39 15,0 39 1,0-39-16,-39-1 0,39 1 15,-39 0-15,0 0 32,0 0-32,0-1 15,40 40-15,-40-39 0,0 0 16,0 0-16,39 39 0,-39-39 0,0-1 16,0 1-1,-39 0 1,-1 39-16,40-39 15,-39 39-15,0 0 0,0 0 16,39-39-16,-39 39 0,39 39 63,-39-39-48,39 39 1</inkml:trace>
  <inkml:trace contextRef="#ctx0" brushRef="#br0" timeOffset="16706.78">3018 8623 0,'0'0'15,"-39"-39"-15,39 0 16,0-1 0,-39 40 62,39 79-16,0-40-46,0 0-16,0 0 0,0 0 0,0 40 0,-40-40 16,40 39-16,0 1 0,0-1 15,0 1-15,0-1 0,0 0 0,0 1 0,0-1 16,0-39-16,0 40 15,40-1-15,-40 1 0,0-1 0</inkml:trace>
  <inkml:trace contextRef="#ctx0" brushRef="#br0" timeOffset="25666.36">4821 3802 0,'-39'0'16,"0"0"15,39-40-15,0 1 15,0 0 78,0 0-78,-39 39 79,-1 0-95,40-39 1,-39 39 0,0 0 202,39 39 532,39-39-734,0 0 15,-39 39-15,40-39-16,-80 0 359,40 39-187,0 0-156,0 1 15,0-1 63,0 0-79,0 0-15,0 0 16,0 1 15,-39-40 1,39 39-17,0 0 16,0 0-15,0 0 0,0 1 31,0-1-1,0 0-30,0 0 0,0 0-16,0 1 15,0-1 1,0 0-16,0 0 31,39-39-31,1 0 235,-40-39-235</inkml:trace>
  <inkml:trace contextRef="#ctx0" brushRef="#br0" timeOffset="26806.28">4468 6232 0,'0'-39'15,"40"39"1,-40-40-1,39 40-15,-39-39 16,39 39 0,0 0-1,-78 0 220,39 39-188,39 1-32,-39-1-15,0 0 16,39-39-16,-39 39 0,0 0 0,40-39 0,-40 40 15,0-1-15,39 0 16,-39 0-16,0 0 0,0 1 0,0 38 0,0-39 16,0 0-16,0 1 0,0-1 15,0 0-15,0 0 0,0 0 0,0 1 0,0-1 16,0 0 0,39-39-16,0 39 0,0-39 15,1 0-15</inkml:trace>
  <inkml:trace contextRef="#ctx0" brushRef="#br0" timeOffset="29126.15">4704 9093 0,'-40'0'125,"40"39"-47,-39 1-63,0-1 1,39 0-16,-39-39 16,39 39-1,-39-39-15,39 39 16,0 1 15,0-1-31,0 0 16,0 0-1,0 0-15,0 1 16,0-1 0,0 0-16,0 0 15,0 0 1,39-39-16,-39 40 0,39-40 31,-39 39-31,0 0 16,0 0 15,39-39 0,-39 39-31,39-39 0,1 0 16,-40 40-1,39-40 48,0 0-47,0 0-1,0 0 1,1 0 15,-1 0 0,0 0-15,0 0 0,0 0-1,1 0-15,-1 0 47,-39-40-31,39 40-1,0 0-15,-39-39 0,39 39 16,-39-39 31,40 39-47,-40-39 15,0 0 1,0-1 0,39 1-1,-39 0 1,0 0 31,0 0-32,0-1 1,0 1 0,0 0-1,0 0-15,0 0 16,0-1-16,0 1 16,-39 0-1,39 0 1,0 0-16,0-1 15,0 1 1,-40 39 31,40-39 47,-39 39-63,0 0 0,0 0 16,0 0 31,-1 0-62,1 39-16,0-39 15,39 39 1,-39 1-16,0-40 31,39 39 1,-40-39-17,40 39 1,-39-39-16,39 39 15,-39-39-15,39 39 0,-39 1 16,39-1 0,-39-39-16</inkml:trace>
  <inkml:trace contextRef="#ctx0" brushRef="#br0" timeOffset="35295.49">7683 3723 0,'0'-39'46,"0"0"-14,39 39-17,-78 0 48,-1 0 15,1 0 125,0 0 0,0 0-172,0 0 63,-1 0-63,1 0 16,0 0-31,39 39 0,-39-39-1,39 39 1,-39-39-16,39 39 31,-40-39-31,40 40 0,-39-40 16,39 39-1,-39-39 1,39 39 46,0 0-62,-39 0 32,39 1-17,0-1 17,0 0-1,0 0 0,0 0 0,0 1 47,0-1-62,39-39 0,-39 39-1,39-39 32,-39 39-47,39-39 16,-39 39 15,40-39-31,-1 0 31,0 0 1,0 0-32,0 0 15,1 0 63,-1 0-62,0 0-16,0 0 31,0 0 47,-39-39-78,0 0 32,0 0 14,40 39-30,-1 0 0,-39-39-16,0-1 31,0 1 16,0 0-16,0 0-15,0 0-1,0-1 32,0 1 0,0 0-16,-39 39-15,39-39 0,0 0-1,-40 39 95,40-40-110,0 1 31,-39 39-16,39-39 32,-39 39-31,39-39 15,-39 39-31,0-39 47,-1 39-31,40 39 31,0 0-32</inkml:trace>
  <inkml:trace contextRef="#ctx0" brushRef="#br0" timeOffset="36484.33">7369 6114 0,'0'-39'31,"39"39"-15,-78 0 140,39-39-109,0 0-31,-39 39-1,39 39 95,0 0-110,0 0 15,0 0 1,0 1-16,0-1 0,0 0 15,0 0 1,39 0-16,-39 1 0,0-1 0,0 0 16,0 0-16,0 0 15,39-39-15,-39 40 0,0-1 0,0 0 16,39 0-16,-39 0 16,0 1-16,0-1 15</inkml:trace>
  <inkml:trace contextRef="#ctx0" brushRef="#br0" timeOffset="37674.21">7330 9093 0,'39'0'78,"-39"39"47,0 40-94,0-40-31,0 0 0,0 0 16,0 1-16,0-1 0,0 0 16,39 0-16,-39 0 0,0 1 0,0-1 0,39-39 15,-39 39-15,0 0 16,0 0-16,40 1 0,-40-1 0,0 0 16,39 0-16,-39 0 0,0 1 31,0-1 0,-39-39-31,39 39 16,0 0-1,-40 0-15,40 1 16,0-80 93,0 1-93,0 0 0,-39 39-1,39-39-15</inkml:trace>
  <inkml:trace contextRef="#ctx0" brushRef="#br0" timeOffset="48373.92">8898 2665 0,'0'0'16,"0"-39"31,39 39-31,0 0 202,40 0-218,-40 0 16,0 0-16,0 0 0,0 0 16,0 0-16,1 0 15,-1 0-15,0 0 0,0 0 0,0 0 0,1 0 16,-1-40-16,0 40 15,0 0-15,0 0 0,1 0 16,-1 0 0,0-39-16,0 39 15,0 0 1,-39 39 109,0 1-78,0-1-32,0 0-15,0 0 16,0 0 0,0 1-16,0-1 15,0 0 1,0 0-16,0 0 0,0 1 0,0-1 16,0 0-16,0 0 0,0 0 0,0 1 15,0-1 1,0 0-16,0 0 0,0 0 0,0 1 15,0-1-15,0 0 0,0 0 16,0 0-16,0 1 0,0-1 0,0 0 16,0 0-1,0 0-15,0 1 0,0-1 16,0 0-16,0 0 0,0 0 16,0 1-16,0-1 15,0 0-15,0 0 0,0 0 0,0 1 16,0-1-1,0 0-15,0 0 0,-39 0 16,39 1 0,0-1-16,0 0 15,0 0 1,0 0-16,0 1 0,0-1 16,0 0-16,0 0 0,0 0 15,0 1-15,0-1 16,0 0-16,0 0 0,0 0 0,0 1 15,0-1-15,0 0 16,-39-39-16,39 39 0,0 0 0,0 1 16,0-1-16,0 0 15,0 0-15,0 0 0,0 1 16,0-1-16,0 0 16,0 0-1,0 0-15,0 0 0,0 1 0,0-1 0,0 0 16,0 0-16,0 0 15,0 1-15,0-1 0,0 0 0,0 0 0,0 0 16,0 1-16,0-1 16,0 0-16,0 0 0,0 0 15,0 1-15,-39-1 0,39 0 16,0 0-16,0 0 16,0 1-16,0-1 0,0 0 0,0 0 15,0 0-15,0 1 16,0-1-16,0 0 0,0 0 0,0 0 15,0 1-15,0-1 0,0 0 16,0 0-16,0 0 0,0 1 0,0-1 16,0 0-1,0 0-15,39 0 0,-39 1 0,0-1 0,0 0 16,0 0-16,0 0 0,0 1 0,0-1 16,0 0-16,0 0 15,0 0-15,0 1 0,0-1 16,0 0-16,0 0 15,0 0-15,0 1 0,0-1 16,0 0-16,0 0 16,0 0-16,0 1 0,0-1 15,0 0 1,0 0-16,0 0 0,0 1 0,0-1 16,0 0-16,0 0 0,0 0 15,0 1-15,0-1 16,0 0-16,0 0 0,0 0 15,0 1-15,0-1 16,0 0-16,0 0 0,0 0 16,0 0-16,0 1 15,0-1-15,0 0 0,0 0 16,0 0-16,0 1 0,0-1 16,0 0-1,0 0-15,0 0 0,0 1 16,0-1-16,0 0 15,0 0-15,39-39 16,-39 39-16,0 1 16,0-1-16,0 0 15,0 0 1,0 0-16,39 1 16,-39-1-16,0 0 0,0 0 15,40 0 1,-40 1-16,0-1 0,0 0 31,39-39-31,-39 39 0,0 0 31,0 1-15,0-1 0,39-39 93,-39 39 0,0 0-93,0 0-16,0 1 16,0-1-1,0 0-15,0 0 16,0 0-1,0 1 48,0-1-47,0 0-1,39-39 1,-39 39-16,0 0 62,0-78 48,-39 39 77,0 0-171,0 0-1,-1 0-15,1 0 32,39 39-32,-39-39 0,0 0 15,0 0 1,-1 0-16,1 0 16,0 0-16,39 40 15,-39-40 1,0 0-16,-1 0 15,1 0 1,0 0 0,0 0-1,0 0-15,-1 0 16,1 0-16,0 0 0,0 0 16,39 39-1,39-39 16</inkml:trace>
  <inkml:trace contextRef="#ctx0" brushRef="#br0" timeOffset="52747.83">11446 2469 0,'0'-39'0,"39"39"31,-39-40-15,-39 40 234,-1 0-219,1 0 0,39 40-31,-39-40 0,0 0 16,0 0-1,-1 0-15,1 39 0,0-39 16,0 0 0,0 0-16,-1 0 78,40 39 172,40-39-250,-40 39 15,0 0 1,0 1-16,0-1 0,0 0 16,0 0-1,39 0-15,-39 1 0,0-1 16,0 0-16,0 0 0,0 0 0,39 1 16,-39-1-16,0 0 0,0 0 15,0 0-15,39-39 0,-39 40 0,0-1 16,0 0-1,0 0-15,0 0 0,0 1 0,0-1 16,39-39-16,-39 39 16,0 0-16,0 0 0,0 1 15,0-1 1,0 0-16,0 0 0,0 0 16,0 1-16,0-1 0,0 0 15,0 0-15,0 0 16,0 1-16,0-1 0,0 0 0,0 0 15,0 0 1,0 1-16,0-1 0,0 0 16,0 0-16,0 0 0,0 1 15,0-1-15,0 0 16,0 0-16,0 0 0,-39 1 0,39-1 16,0 0-1,0 0-15,0 0 16,0 1-1,0-1-15,-39 0 16,39 0-16,0 0 0,0 1 16,0-1-16,0 0 0,0 0 0,0 0 15,0 1-15,0-1 0,-39 0 0,39 0 0,0 0 16,0 1-16,-39-1 16,39 0-16,0 0 15,0 0-15,0 0 16,0 1-16,0-1 15,0 0-15,0 0 16,0 0-16,0 1 16,0-1-16,0 0 15,0 0 1,0 0-16,0 1 16,0-1-16,0 0 15,0 0 1,0 0-1,0 1-15,0-1 0,0 0 16,0 0-16,0 0 16,0 1-16,0-1 0,0 0 15,0 0-15,0 0 16,0 1 0,0-1-16,0 0 15,0 0-15,0 0 16,0 1-16,0-1 0,0 0 15,0 0-15,0 0 16,0 1-16,0-1 0,0 0 0,0 0 16,0 0-16,0 1 15,0-1 1,0 0-16,0 0 31,0 0-31,0 1 0,0-1 16,0 0-16,0 0 15,0 0-15,0 1 0,0-1 16,0 0 0,0 0-16,0 0 0,0 1 15,0-1-15,0 0 0,0 0 16,0 0-16,-40 1 16,40-1-16,0 0 15,0 0 1,0 0-16,0 1 15,0-1 1,0 0-16,0 0 0,0 0 16,0 1-16,0-1 15,0 0 1,0 0-16,-39 0 16,39 1-16,-39-40 15,39 39-15,0 0 0,0 0 16,0 0-1,0 0-15,0 1 32,0-1-32,0 0 15,0 0-15,0 0 16,0 1 0,0-1-1,0 0 1,0 0-16,0 0 0,0 1 15,0-1 1,0 0-16,0 0 16,0 0-1,0 1 1,0-1-16,0 0 16,0 0-1,0 0-15,0 1 16,0-1-1,0 0-15,0 0 16,0 0 0,0 1-1,0-1-15,0 0 16,0 0 0,0 0-16,0 1 15,0-1 1,0 0 62,0 0-62,0 0-1,0 1 16,0-1 16,0 0-15,0 0 14,0 0 17,0 1-1,39-40 157,0 0-188,1 0-31,-1 0 16,0 0 0,-39-40-16,39 40 0,0 0 15,1 0-15,-1 0 0,0 0 32,0 0-32,0 0 31,1 0 0,-80 0 125</inkml:trace>
  <inkml:trace contextRef="#ctx0" brushRef="#br0" timeOffset="58977.3">13092 3174 0,'39'0'16,"-78"0"62,39 79 110,-39-1-173,39-39 1,0 1-16,-40-1 0,40 0 0,0 39 16,0-38-16,0-1 15,0 0-15,0 0 0,-39 0 0,39 1 0,-39 38 16,39-39-16,0 0 0,-39 1 15,39-1-15,0 0 0,0 0 0,0 0 0,0 1 16,0-1-16,39 0 0</inkml:trace>
  <inkml:trace contextRef="#ctx0" brushRef="#br0" timeOffset="60237.23">12857 5761 0,'0'-39'16,"-40"39"62,40 39-47,-39-39-15,39 40-16,-39-40 0,39 39 0,-39 0 16,39 0-1,-39-39-15,39 39 0,0 1 0,-40-40 16,40 39-16,0 0 16,-39-39-16,39 39 0,0 0 0,0 1 0,-39-40 15,39 39-15,0 0 0,0 0 16,0 0-16,0 1 0,0-1 15,0 0 1,0 0-16,39-39 0,-39 39 0,39-39 16,-39 40-16,40-40 0,-1 0 0,-39 39 0,39-39 15,0 0-15,0 0 16,1 0-16,-1 0 0,0 0 16,0 0-1,0 0-15,1 0 31,-40-39-31,39-1 0,-39 1 16,39 39-16,-39-39 0,0 0 0,39 39 16,-39-39-16,0-1 15,39 1-15,-39 0 0,0 0 16,0 0 0,0-1-1,-39 40 1,39-39-16,0 0 0,0 0 31,-39 39-31,39-39 16,-39 39-16,0-40 15,-1 40 1,1 0-16,39-39 0,-39 39 16,0 0-1,0 0 32,-1 0-47,40 39 16,-39-39-16</inkml:trace>
  <inkml:trace contextRef="#ctx0" brushRef="#br0" timeOffset="61607.15">12739 8780 0,'39'0'62,"-78"0"-31,0 0-15,39-40 15,-39 40 32,-1 40-48,1-40-15,39 39 16,-39 0-16,0 0 16,39 0-16,-39 1 0,39-1 15,-40 0 1,1 0-16,39 0 0,0 1 0,0-1 16,0 0-16,0 0 15,0 0-15,39 1 0,-39-1 16,0 0-1,40 0-15,-1-39 16,-39 39-16,39 1 16,-39-1-1,39-39 1,0 39 0,1-39-1,-1 0 1,0 0-16,0 0 31,0-39-15,1 39-16,-1-39 15,0-1-15,0 1 16,0 0-16,1 39 0,-1-39 0,-39 0 16,39 39-16,-39-40 15,0 1-15,0 0 0,0 0 16,-39 0-1,39-1-15,-39 40 0,39-39 0,-40 0 16,40 0-16,0 0 16,-39 39-1,39-40-15,0 1 0,0 0 16,-39 39-16,0-39 16,0 39-16,-1 0 0,1 0 15,0-39-15,0 39 16,0 0-16,-1 0 0,1 0 15,39-40 1,79 40-16</inkml:trace>
  <inkml:trace contextRef="#ctx0" brushRef="#br0" timeOffset="64386.98">14189 2586 0,'0'0'0,"-39"0"63,78 0 46,1 0-78,-1 0-31,0 0 0,0 0 16,0 0-16,1 0 0,-1 0 0,0 0 16,0 0-16,0 0 15,1 0-15,-1 0 0,-39-39 47,0 78 0,0 1-47,0-1 16,0 0-16,0 0 0,0 0 15,0 1 1,0-1-16,0 0 0,0 0 16,0 0-16,0 1 0,0-1 15,0 0-15,0 0 0,0 0 0,0 1 16,0-1-16,0 0 15,0 0-15,0 40 0,0-40 0,0 0 0,0 0 16,0 0-16,0 1 0,0-1 0,0 0 16,0 0-16,0 0 0,0 1 15,0-1-15,0 39 0,-39 1 0,39-40 16,-40 0-16,40 0 16,0 0-16,-39 1 0,39-1 0,0 0 0,0 0 15,0 0-15,0 1 16,0-1-16,0 0 0,0 0 0,0 0 0,0 1 15,0-1-15,0 0 0,0 0 0,0 0 16,0 1-16,0-1 16,0 0-16,0 0 0,0 40 0,0-40 0,0 0 15,0 0-15,0 0 0,0 1 16,0-1-16,0 0 0,0 0 0,0 0 0,0 1 16,0-1-16,0 0 15,0 0-15,0 0 0,0 0 0,0 1 16,0-1-16,0 0 15,0 0-15,0 0 0,0 1 0,0-1 0,0 0 16,0 0-16,0 0 0,0 1 0,0-1 0,0 0 16,0 0-16,0 0 15,0 1-15,0-1 0,0 0 0,0 0 0,0 0 16,0 1-16,0-1 0,0 0 16,0 0-16,0 0 0,0 1 0,0-1 15,0 0-15,0 0 16,0 0-16,0 1 0,0-1 0,0 0 15,0 0-15,0 0 0,0 1 0,0-1 0,0 39 16,0-39-16,0 1 0,0-1 16,0 0-16,0 0 0,0 40 0,0-40 0,0 0 15,0 0-15,0 0 16,0 1-16,0-1 0,0 0 16,0 0-16,0 0 15,0 1-15,0-1 16,0 0-1,0 0-15,39 0 0,-39 1 16,0-1-16,0 0 0,0 0 16,0 0-16,0 1 0,0-1 15,0 0-15,0 0 0,0 0 0,0 1 16,0-1 0,0 0-16,0 0 0,0 0 15,0 1-15,0-1 16,0 0-16,0 0 0,40 0 15,-40 0-15,0 1 0,0-1 0,0 0 0,0 0 16,0 0-16,0 1 16,0-1-16,0 0 0,0 0 0,0 0 0,0 1 0,0-1 15,0 0-15,0 0 16,0 0-16,0 1 0,0-1 0,0 0 16,0 0-16,0 0 15,0 1-15,0-1 16,0 0-1,0 0-15,0 0 16,0 1-16,0-1 16,0 0-1,0 0-15,-40-39 16,40 39-16,0 1 16,0-1 15,-39-39 141,0 0-157,0 0 17,0 0-32,-1 0 31,40 39-31,-39-39 0,0 0 0,0 0 15,0 0-15,-1 0 0,1 0 0,0 39 16,0-39-16,0 0 16,-1 0-16,1 0 0,0 0 0,0 0 15,0 0-15,-1-39 0,1 39 16</inkml:trace>
  <inkml:trace contextRef="#ctx0" brushRef="#br0" timeOffset="65336.93">15679 5918 0,'-39'0'16,"78"0"62,0 0-63,0 0-15,0 0 16,40 0 0,-40-39-16,0 39 0,40 0 0,-40-39 0,39 39 15,-39 0-15,40 0 0,-40 0 16,0-39-16,0 39 0,40 0 0,-40 0 0,0 0 15,0 0-15,1 0 0,-1 0 0</inkml:trace>
  <inkml:trace contextRef="#ctx0" brushRef="#br0" timeOffset="65606.9">16110 6702 0,'0'0'0,"78"0"47,-38 39-32,-1-39-15,0 0 0,39 0 0,1 0 0,-1 0 16,1 0-16,-1 0 0,40 0 16</inkml:trace>
  <inkml:trace contextRef="#ctx0" brushRef="#br0" timeOffset="68524.17">18697 2586 0,'-39'0'15,"0"0"126,0 0-125,-1 0-16,1 0 0,0 0 15,0 0 1,0 0-16,-1 0 0,1 0 16,0 0-16,0 0 31,39 40 0,-39-40-31,-1 0 16,1 0-1,39 39-15,-39-39 32,39 39 61,0 0-77,0 40 0,0-40-16,0 0 0,-39 0 0,39 0 15,0 1-15,0 38 16,0-39-16,0 0 0,0 1 15,0-1-15,-39 0 16,39 0-16,0 0 0,0 1 0,0-1 16,0 0-16,0 0 15,0 0-15,0 1 0,0-1 0,0 0 16,0 0-16,0 40 0,0-40 0,39 0 0,-39 0 16,0 0-16,0 40 0,0-40 15,0 0-15,0 0 0,0 40 0,0-40 0,0 0 16,0 0-16,-39 40 15,39-40-15,0 0 0,-40 0 0,40 1 0,0-1 16,0 0-16,-39 0 0,39 40 16,0-40-16,0 0 0,0 0 0,0 40 0,-39-40 15,39 0-15,0 39 16,0-38-16,0 38 0,0-39 0,0 0 0,-39 40 16,39-40-16,0 39 0,0-39 0,-39 40 0,39-40 15,0 39-15,-40-38 0,40-1 16,0 0-16,-39 39 0,39-38 0,0-1 0,0 0 15,-39 0-15,39 0 16,0 1-16,0-1 0,0 39 0,0-39 0,0 1 16,0-1-16,0 39 0,0-39 15,0 1-15,0-1 0,0 0 0,-39 39 0,39-38 16,0-1-16,0 39 0,0-39 0,0 40 0,-39-40 16,39 39-16,0-38 15,0-1-15,-40 0 0,40 0 0,0 0 0,-39 1 16,39 38-16,0-39 0,0 0 15,0 1-15,-39-1 0,39 0 0,0 0 0,0 0 16,0 1 0,0-1-16,0 0 0,0 0 0,0 0 15,0 1-15,0-1 16,0 0-16,0 0 0,0 0 16,0 1-16,0-1 0,0 0 0,-39 0 15,39 0 1,-39 1-16,39-1 0,0 0 0,0 0 15,0 0-15,0 1 16,0-1 0,0 0-1,0 0-15,0 0 16,0 0-16,0 1 16,0-1-16,0 0 15,0 0-15,0 0 16,0 1-1,0-1-15,0 0 0,0 0 16,0 0 0,0 1-16,0-1 0,0 0 15,0 0-15,-40 0 16,40 1-16,0-1 16,0 0-16,0 0 15,0 0-15,-39-39 16,39 40-16,0-1 0,0 0 31,0 0-15,0 0-1,0 1 1,0-1-16,0 0 16,0 0-1,0 0 16,-39-39 1,78 0 77,0 0-62,1 0-31,-1 0-16,0 0 15,0-39-15,0 39 0,1 0 0,-1 0 0,-39-39 16,39 39-16,0 0 15,0 0-15,1 0 0,-1 0 0,0 0 16,0 0 0,0 0-16,-78 0 140,39-39-124</inkml:trace>
  <inkml:trace contextRef="#ctx0" brushRef="#br0" timeOffset="75090.87">19167 3488 0,'0'-39'0,"0"0"31,40 39-15,-80 0 31,40 39 281,0 0-141,0 0 32,0 0-188,0 1 1,0-1-17,0 0 16,0 0 1,0 0-17,0 1 1,0-1-16,0 0 0,0 0 16,-39-39-16,39 39 15,0 1-15,-39-1 0,39 0 16,0 0-16,0 0 15,-39 1 1,39-1-16,0 0 16,0 0-1,0 0-15,0 1 16,-39-40-16,39 39 16,0 0-16,0 0 31</inkml:trace>
  <inkml:trace contextRef="#ctx0" brushRef="#br0" timeOffset="78420.52">19481 6585 0,'0'0'0,"-39"0"656,0 0-562,-1 39-94,1 0 16,0 0-1,0 0 1,39 1 0,-39-1-1,39 0 1,-40-39-16,40 39 16,0 0-1,-39 1-15,39-1 16,0 0-16,-39-39 0,39 39 15,0 0 1,0 1-16,0-1 31,0 0-15,0 0 0,39-39-16,0 39 31,1-39 31,-40 40-62,39-40 16,0 0-16,-39 39 16,39-39-16,0 39 15,1-39-15,-1 0 16,-39 39-16,39-39 15,0 0 1,0 0 0,1 0-1,-1 0 1,0 0 0,0 0-1,-39-39-15,39 39 31,-39-39-15,40 39-16,-1-39 16,0-1-16,0 40 15,-39-39 1,0 0 0,39 39-1,-39-39-15,0 0 16,40 39-16,-40-40 0,39 1 15,-39 0-15,0 0 16,39 39-16,-39-39 16,0-1-1,0 1 17,39 39-17,-39-39-15,0 0 31,0 0-15,0-1 15,-39 40-15,0 0 203,39-39-204,-39 39 1,39-39-16,-40 39 31,40-39-31,-39 39 16,0 0-1,0 0 1,0 0 15,39-39-15,-40 39 0,40-40-16,-39 40 0,0 0 15,0 0 16,0 0-15,-1 0 15,1 0-15,0 0 15,0 0-15,0 0 46,-1 0-46,1 0-16,0 0 16,0 0-16,0 40 15</inkml:trace>
  <inkml:trace contextRef="#ctx0" brushRef="#br0" timeOffset="80740.38">19128 8545 0,'0'-40'141,"0"1"-110,0 0-31,0 78 78,0 40-62,0-40 0,0 0-16,-39 0 0,39 0 0,0 0 15,0 1-15,0-1 0,0 0 0,0 0 0,0 0 16,0 1-16,0-1 15,0 0-15,0 0 0,0 0 0,0 1 16,0-1-16,-39 0 16,39 0-16,0 0 0</inkml:trace>
  <inkml:trace contextRef="#ctx0" brushRef="#br0" timeOffset="83950.19">20579 3057 0,'-40'0'0,"1"0"16,39-39 265,0-1-265,39 40 171,1 0-171,-1 0 0,0 0-16,0 0 15,0 0 1,1 0-16,-1 0 0,0 0 16,0 0-16,0 0 15,1 0-15,-1 0 0,0 0 16,0 0-1,-39 40 32,0-1-15,0 0-17,0 0-15,0 0 16,0 1-16,0-1 15,0 0-15,0 0 0,0 0 16,0 1 0,0-1-16,0 0 0,-39 0 0,39 0 15,0 1-15,0-1 0,0 0 16,0 0-16,0 0 0,0 1 0,0-1 16,-39 0-1,39 0-15,0 0 0,-39 1 0,39-1 16,-40-39-16,40 39 0,0 0 0,0 0 0,-39-39 15,39 40-15,0-1 0,-39-39 16,39 39-16,0 0 0,-39-39 0,39 39 0,0 1 16,0-1-1,0 0-15,-39 0 0,39 0 0,0 1 16,0-1-16,0 0 16,-40 0-16,40 0 0,0 1 0,0-1 15,0 0-15,-39-39 0,39 39 0,0 0 16,0 1-16,0-1 15,-39 0-15,39 0 0,0 0 0,0 1 16,-39-1-16,39 0 16,0 0-16,0 0 0,0 1 0,0-1 0,0 0 15,0 0 1,-39 0-16,39 0 0,0 1 0,0-1 16,-40-39-16,40 39 0,0 0 15,0 0-15,0 1 0,0-1 16,0 0-16,0 0 15,0 0 1,0 1-16,0-1 16,0 0-16,0 0 15,0 0-15,0 1 16,0-1 0,0 0-16,0 0 15,0 0-15,0 1 0,0-1 16,0 0-16,0 0 15,0 0-15,0 1 0,0-1 0,-39-39 0,39 39 16,0 0-16,0 0 16,0 1-16,-39-1 0,39 0 15,0 0-15,0 0 0,0 1 16,0-1-16,0 0 0,-39 0 0,39 0 16,0 1-1,0-1-15,0 0 0,0 0 0,0 0 16,0 1-16,0-1 0,0 0 0,0 0 15,0 0 1,0 1-16,-39-1 0,39 0 16,-40 0-1,40 0-15,-39 1 16,39-1-16,0 0 16,-39 0-16,39 0 0,0 1 15,0-1-15,0 0 0,-39-39 16,39 39-16,0 0 15,0 1-15,0-1 0,-39-39 16,39 39-16,0 0 16,0 0 15,0 1-31,-40-40 0,40 39 16,0 0-1,0 0-15,0 0 16,0 1-16,0-1 31,0 0-31,0 0 0,0 0 16,-39-39-16,39 39 15,0 1-15,0-1 16,0 0 0,0 0-16,39 0 15,-39 1-15,0-1 0,40-39 16,-40 39-16,0 0 15,0 0-15,0 1 16,0-1 0,39 0-16,-39 0 15,0 0 1,0 1-16,0-1 0,39-39 0,-39 39 16,0 0-16,0 0 15,0 1-15,0-1 16,0 0-16,0 0 31,0 0 0,0 1 1,0-1-17,-39-39 32,39 39-47,-39-39 31,39 39-31,-40-39 63,1 0-32,0 0 0,0 0-31,0 0 0,-1 0 16,1 0 0,0 0-16,0 0 0,0 0 0,-1 0 0,1 0 15,0 0-15,0 0 0,0 0 16,-1 0-16,1 0 15</inkml:trace>
  <inkml:trace contextRef="#ctx0" brushRef="#br0" timeOffset="86440.2">4625 13523 0,'-39'0'0,"39"-40"0,-39 40 16,78 0 109,-39-39-125,39 39 16,0 0-1,-39-39-15,40 39 0,-1 0 16,0 0 0,0 0-1,0 0-15,-39 39 0,40-39 0,-1 39 16,-39 1-16,39-40 0,0 39 15,0 0-15,-39 0 0,40 0 0,-40 1 0,39-1 16,-39 0-16,0 0 16,0 0-16,0 1 0,0 38 0,0-39 0,0 0 15,-39 1-15,39 38 0,-40-39 16,1 0-16,0 1 0,0-1 0,0-39 0,39 39 16,-40 0-16,1-39 15,39 39-15,-39-39 0,39 40 0,0-80 47,39 40-47,0-39 0,-39 0 16,40 39-16,-40-39 15,39 0-15,0-1 0,0 1 0,0 0 0,1 0 16,-1 0-16,0-1 0,0 1 16,40 0-16,-40 0 0,0 0 0,39-1 0,-38 1 15,-1 0-15,0 0 0,-39 0 0,39 39 0,-39-40 16,39 40-16,-39-39 15,40 39-15,-40-39 0,0 0 16,39 39-16,-39-39 16,0-1-16,39 40 0,-39-39 31,-39 39-15,0 0 15,39 39-31,0 1 0,-40-40 15,40 39 1,-39 0-16,39 0 0,-39-39 0,39 39 16,0 1-16,-39-1 0,39 0 15,0 0-15,-39 0 0,39 1 0,0-1 0,0 0 16,0 0-16,0 0 16,0 1-16,0-1 0,0 0 0,0 0 0,0 0 15,39 1-15,0-1 0,0-39 0,0 0 16,1 39-16,-1-39 0</inkml:trace>
  <inkml:trace contextRef="#ctx0" brushRef="#br0" timeOffset="87050.15">6232 14189 0,'0'-39'0,"0"0"32,0-1-32,0 1 0,39 39 15,-39-39-15,40 39 0,-1 0 16,0 0-16,0 0 0,0 0 15,1 0-15,-1 39 0,0-39 0,-39 39 16,39 1-16,-39-1 16,39-39-16,-39 39 0,0 0 0,0 0 0,40 40 0,-40-40 15,0 0-15,0 0 16,0 1-16,39-1 0,-39 0 0,0 0 16,0 0-16,0-78 62,0 0-62,39 0 0,-39 0 16,0-1-16,39 40 15,0 0-15,-39-39 0,40 39 0,-1 0 32,-39 39-32,0 1 15,39-40-15,-39 78 0,0-39 16,39-39-16,-39 39 15,0 1-15,0-1 0,0 0 0,0 0 16,-39-39 0,39 39-16,-39 1 0,0-40 0,-1 39 0,1-39 15,-39 39-15,39-39 0,-1 39 16,1-39-16,-39 0 0,39 39 0,-1-39 0,1 0 16,0 0-16,0 0 0,0 0 0,-1-78 0</inkml:trace>
  <inkml:trace contextRef="#ctx0" brushRef="#br0" timeOffset="87770.1">7604 13483 0,'-39'-39'16,"39"0"15,-39 39 16,39 39-31,-39-39-16,-1 0 0,40 79 15,0-40-15,-39 0 0,39 39 0,0-38 16,0-1-16,0 0 15,0 0-15,0 0 0,0 1 0,0-1 0,39 0 16,-39 0-16,0 0 0,40 1 16,-1-1-16,-39 0 0,39-39 0,-39 39 15,39-39-15,0 0 16,-39 39-16,40-39 0,-1 0 0</inkml:trace>
  <inkml:trace contextRef="#ctx0" brushRef="#br0" timeOffset="88290.13">7918 13719 0,'0'-40'15,"0"80"-15,0-119 16,0 40-16,39 39 15,0 0 1,40 0 0,38 78-1,-38 40 1,-79 0 0,0-40 15,-40-39-31,40 0 31,0-117-31,0 39 16,0 0-1,40-1-15,-1-38 16,78 0 0,-77 78-1,-1 0-15,0 0 31,39 78-15,1 40 0,-40 78 15,-39-157-31,0 0 0,0 39 16</inkml:trace>
  <inkml:trace contextRef="#ctx0" brushRef="#br0" timeOffset="88580.03">8937 13679 0,'39'-39'31,"0"39"-31,40 0 16,-40 0 0,-39 39-16,39-39 0,0 79 0,0-40 15,-39 0-15,0 0 0,40 1 16,-40-1-16,0 0 0,0 0 0,0 0 16,0 1-16,0-1 0,0 0 0,0 0 15,-40-39-15,40 39 16,-39-39-16,39 40 0,-39-40 0,39 39 0,-39-39 15,39 39-15</inkml:trace>
  <inkml:trace contextRef="#ctx0" brushRef="#br0" timeOffset="88830.01">9995 13954 0,'39'-39'31,"-78"78"-31,118-118 0,-1 40 16,-39 39-16,0 0 0,1 0 0,77 0 31,-78 0-31,1 0 0,-1 0 0,0 0 0,0 0 15</inkml:trace>
  <inkml:trace contextRef="#ctx0" brushRef="#br0" timeOffset="89040">10230 14542 0,'0'0'16,"40"0"0,-40-39-16,78 39 0,79-79 31,-79 79-31,-39 0 0,40 0 0,-40 0 0,0-39 16,40 39-16,-40 0 0,0 0 0</inkml:trace>
  <inkml:trace contextRef="#ctx0" brushRef="#br0" timeOffset="89779.96">12700 12660 0,'-39'-39'16,"78"78"-16,-118-78 0,40 0 0,-39 39 15,39 0-15,39 39 16,-40-39-16,40 78 16,-39-38-16,0-1 0,39 0 0,0 0 0,-39 0 15,39 1-15,0 156 16,0-118-16,39-39 15,-39 0-15,39 1 0,-39 38 0,39 0 16,1-38-16,-40-1 0,39 0 16,-39 0-16,0 0 0,0 1 0,0-1 15,0 0-15,-79-39 16,79 39-16,-39-39 0,39 39 0,-39-39 0,0 0 16,0 0-16,0 0 31,39-39-31,0 0 15,0 0 1,78 39 0,-78 39-1,0 0 1,0 0-16,0 1 16,0-1-16,39 0 0,-39 0 0,0 0 0,0 1 15,0-1-15,0 39 0,39-39 0,0 1 16,-39-1-16,0 0 15,0 39-15,40-38 0,-1-1 0,-39 0 0,39 0 16,-39 0-16,0 1 0,39-1 16,-39 0-16,39-39 0,-39 39 0,40-39 0,-1 0 15,-39 39-15,78-39 16,-39 0-16,1 0 0,-1 0 0,0 0 16,0-39-16</inkml:trace>
  <inkml:trace contextRef="#ctx0" brushRef="#br0" timeOffset="90209.93">13915 13131 0,'0'39'32,"0"0"-17,0 0-15,0 40 0,0-40 0,0 39 16,0-39-16,0 40 0,0-40 16,0 39-16,0-38 0,0-1 0,39 39 0,-39-39 15,0 1-15,0-1 0,0 0 0,39 0 0,-39 0 16,0 1-16,0-1 15,0 0-15,40-39 0,-40 39 0</inkml:trace>
  <inkml:trace contextRef="#ctx0" brushRef="#br0" timeOffset="90489.98">15130 14267 0,'0'0'0,"0"40"0,0-1 32,0 0-32,0 39 15,0-38-15,-117 77 31,77-78-31,1-39 0,0 40 0,0-1 0,0-39 16,-40 39 0</inkml:trace>
  <inkml:trace contextRef="#ctx0" brushRef="#br0" timeOffset="91099.97">16894 13131 0,'-39'-40'31,"0"40"-31,-1 0 15,40 40 1,-117 195 0,78-118-1,39-77-15,0 156 16,39-157-16,-39 0 0,39 0 16,-39 0-16,39-39 0,-39 40 0,39-1 0,1 0 15,116-39 1,-77 0-1,-40 0-15,157-78 16,-196 38-16,39 1 0,-39 0 16,39 0-16,-39 0 0,0-40 0,0 1 15,0 39-15,-39-1 0,39 1 16,-39 0-16,0 0 0,0 0 0,39-1 16,-118 1-16,-78 0 31,78 39-16,79 118 1</inkml:trace>
  <inkml:trace contextRef="#ctx0" brushRef="#br0" timeOffset="91349.9">18031 13993 0,'0'0'16,"0"39"-16,39-39 0,-39 39 0,0 1 16,0-1-16,0 0 15,-118 79 1,79-79-16,-78 78 31,77-117-31,1 40 0,0-40 0,39 39 0</inkml:trace>
  <inkml:trace contextRef="#ctx0" brushRef="#br0" timeOffset="91859.87">19207 12895 0,'0'-39'16,"0"78"-16,0-117 16,0 117 15,0 0-31,0 1 0,0-1 16,0 39-16,0-39 0,0 1 0,0 38 0,0 0 15,0-38-15,0 38 0,0-39 16,0 40-16,0-40 0,0 39 0,0-39 0,0 1 15,0-1-15,0 39 16,0-39-16,0 1 0,0-1 0,0 0 16</inkml:trace>
  <inkml:trace contextRef="#ctx0" brushRef="#br0" timeOffset="92999.89">19991 12660 0,'0'0'0,"-40"0"0,1 0 31,78 0-15,1 0 0,-1 0-16,-39 39 15,39-39-15,0 40 16,0-1-16,1-39 0,-40 39 16,39-39-16,0 39 0,-39 0 15,39-39-15,-39 40 16,39-40-16,-39 39 0,40 0 15,-40 0 1,0 0-16,0 1 0,0-1 16,0 0-1,-40-39-15,40 39 16,40-39 46,-40-39-62,0 0 16,0 78 93,0 0-93,39-39 15,0 0-31,-39 39 16,39-39-16,0 0 16,-78 0 296,39-39-281</inkml:trace>
  <inkml:trace contextRef="#ctx0" brushRef="#br0" timeOffset="93759.76">20265 13170 0,'39'0'79,"-39"39"-33,0 0-46,39-39 16,-39 39-16,40-39 16,-40 40-16,0-1 0,39-39 0,-39 39 15,0 0-15,0 0 16,0 1-16,39-40 0,-39 39 0,0 0 16,0 0-16,0 0 0,39-39 15,-39 40-15,0-1 16,39-39-16,1 0 15,-1 0 1,0 0-16,0 0 16,-39-39-16,39 39 15,-39-40-15,40 40 0,-40-39 16,39 39-16,-39-39 31,39 39-31,-39-39 16,39 39-16,-39-39 15,39-1-15,-39 1 16,-39 39 15,39-39-15,-39 39 0,39 39-16,-39 0 15,0 40 1,-1-40-16,40 0 0,-39 0 15,39 1-15,-39-1 0,39 0 16,-39 0-16,39 0 0,-39 1 0,39-1 16,-40 0-16,40 0 0,0 0 15,0 1-15,0-1 0,-39 0 0,39 0 16,0 0-16,-39-39 0,39 40 16,-39-1-16,39 0 0,0 0 15,-39-39-15,39 39 0,-40 1 0,1-1 31,0-39-31,39 39 0,-39-39 0,0 0 16,-1 39-16,1-39 0,0 39 16,0-39-16,0 40 0,-40-40 0,40 0 0,0 39 15,-40-39-15,40 0 16,-39 0-16</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8-22T04:15:30.100"/>
    </inkml:context>
    <inkml:brush xml:id="br0">
      <inkml:brushProperty name="width" value="0.05292" units="cm"/>
      <inkml:brushProperty name="height" value="0.05292" units="cm"/>
      <inkml:brushProperty name="color" value="#FF0000"/>
    </inkml:brush>
  </inkml:definitions>
  <inkml:trace contextRef="#ctx0" brushRef="#br0">3050 842 0,'0'0'0,"0"-40"32,0-1-17,40 41 1,-80 0 124,40 41-124,-41-41-16,1 0 16,0 0-1,0 40-15,0-40 16,40 40-16,-40-40 0,0 0 16,0 0-16,-1 0 15,1 40-15,0-40 0,0 0 0,0 40 16,0-40-16,40 40 15,-40-40-15,40 40 0,-40-40 0,40 40 16,-41-40-16,41 40 0,-40 0 0,40 1 31,-40-41-31,40 40 0,0 0 0,-40-40 16,40 40-16,0 0 16,0 0-16,-40-40 0,40 40 0,0 0 15,0 0 1,0 1-16,-40-41 0,40 40 15,0 0-15,0 0 16,0 0-16,0 0 0,0 0 16,0 0-16,40-40 0,-40 40 0,0 0 15,0 1 1,40-1-16,0 0 0,0-40 16,-40 40-16,40-40 0,1 0 15,-41 40-15,40-40 0,0 0 0,0 0 16,0 0-1,-40 40-15,40-40 0,0 0 0,0 0 16,1 0-16,-1 0 0,0 0 16,0 0-16,0 0 15,0 0-15,0 0 0,0 0 0,1 0 16,-41-40-16,40 40 16,0 0-16,0 0 0,0-40 0,0 40 15,0 0-15,0 0 16,1 0-1,-41-40-15</inkml:trace>
  <inkml:trace contextRef="#ctx0" brushRef="#br0" timeOffset="419.97">4013 1162 0,'0'0'16,"0"41"31,0-1-47,40 0 16,-40 0-16,0 0 15,40 0-15,0 0 0,-40 0 16,40-40-16,-40 40 15,40 1-15,-40-1 0,40 0 0,1 0 16,-41 0-16,40 0 0,0 0 0,-40 0 16,40-40-16,-40 40 15,0 0-15</inkml:trace>
  <inkml:trace contextRef="#ctx0" brushRef="#br0" timeOffset="680.03">4053 882 0,'0'0'0,"0"-40"0,-40 40 16,40-40-16,0-1 31</inkml:trace>
  <inkml:trace contextRef="#ctx0" brushRef="#br0" timeOffset="1249.92">4695 1162 0,'40'0'31,"-40"-40"-31,40 40 16,0 0 0,0 0-16,0 0 0,1 0 15,-1 0-15,0 0 16,0 40-16,0 1 0,0-41 0,0 40 15,0 0-15,1-40 16,-1 40-16,-40 0 0,40-40 0,0 40 0,0-40 16,-40 40-16,40 0 0,0-40 0,-40 40 15,40-40-15,-40 41 16,0-1-16,-40-40 31,40 40-31,-40-40 16,40-40 15,-40 0-31,40-1 0,0 1 16,0 0-1,0 0-15,40 40 0,-40-40 0,0 0 0,40 0 16,-40 0-16,0 0 16,40-1-16,-40 1 15,41 40 1,-1-40-16,0 40 15,0 0 1,0-40-16</inkml:trace>
  <inkml:trace contextRef="#ctx0" brushRef="#br0" timeOffset="1659.91">6902 882 0,'0'0'0,"-40"0"31,-81 0-16,81 40 1,-40 0 0,80 0-16,-80 120 31,80 1-15,0-41-1,80-40 16,-40-39-31,0-41 16,80 0 0,1-81-1</inkml:trace>
  <inkml:trace contextRef="#ctx0" brushRef="#br0" timeOffset="2499.85">7343 842 0,'0'0'0,"0"40"46,0 0-30,0 0-16,40-40 0,-40 40 0,0 0 16,0 0-16,0 0 0,40-40 15,-40 40-15,41 1 0,-1-1 0,0 0 16,0-40 0,0 40-16,0-40 0,0 0 15,0 0-15,1 40 16,-1-40-16,0 0 0,-40-40 15,40 40 1,-40-40-16,40 0 0,-40 0 16,0-1-16,0 1 0,0 0 0,0 0 15,0 0 1,0 80 31,0 0-32,0 0-15,0 0 0,0 1 16,80-41-16,-80 40 0,0 0 0,40-40 0,-40 40 16,41 0-1,-1-40-15,0 0 0,0 0 16,0 0-16,0 0 16,0 0-16,0 0 0,1 0 0,-1-40 15,0 40-15,0 0 16,0 0-16,-40-40 0,40 0 0,-40 0 0,40-1 15,-40 1-15,0 0 16,0 0-16,0 0 0,0 0 0,0 0 0,0 0 16,0 0-16,0 0 0,0-1 0,0 1 0,-40 0 15,40 0-15,-40 0 16,40 0-16,-40 40 16,40-40-1,0 80 32,0 0-47,0 0 0,0 0 16,40-40-16,-40 40 0,0 0 15,40 1-15,-40-1 0,0 0 0,40 40 0,-40-40 16,40 0-16,-40 0 16,41 0-16,-1 0 0,-40 1 0,40-1 0,0 0 15,-40 0-15,40-40 0,0 40 16,-40 0-16,40-40 0,0 40 0,1 0 15,-1-40-15,0 0 16,0 0-16,0 0 0</inkml:trace>
  <inkml:trace contextRef="#ctx0" brushRef="#br0" timeOffset="3019.89">10152 641 0,'0'0'0,"-161"0"32,1 120-17,40 41 1,79-41 15,82 0-15,119-39-1,1-81 1,-81 0 0,0-121-1,-40 1 16,-80 0-15,0 120 0,0 0 15,40 40-15,0 0-16,40 80 31,-40-80-31,40 81 15,-40-81-15,0 0 0,40-40 16,-40 40-16,40-40 0,0 40 16</inkml:trace>
  <inkml:trace contextRef="#ctx0" brushRef="#br0" timeOffset="3389.89">10433 1042 0,'0'-80'31,"0"160"-31,40-200 16,0 120-16,40 0 0,-40 0 16,81 40-1,-1 40 17,41 40-17,-121-39 1,0-1-1,-40-120 17,0 0-17,0 0-15,0-1 16,0 1-16,0 0 0,0 0 0,0 0 16,40 40-16,-40-40 15,40 0-15,0 0 0,1 0 0,-1 0 16,0-1-1,-40 1-15,40 40 0,0 0 16,-40-40-16,40 40 16</inkml:trace>
  <inkml:trace contextRef="#ctx0" brushRef="#br0" timeOffset="3959.85">13683 320 0,'-40'0'16,"-40"40"0,-81 81-1,41 39 16,40 41-15,80-121-16,0-40 0,40 120 31,-40-120-31,0 1 0,40-1 0,0 0 0,0 40 32,161 0-17,-121-80 1,0 0-16</inkml:trace>
  <inkml:trace contextRef="#ctx0" brushRef="#br0" timeOffset="4349.74">14405 802 0,'81'-41'15,"-162"82"-15,202-82 0,39 1 31,-120 40-31,1 0 0,39 0 16,0 161 0,-80-41-1,-80 40 17,-41-79-17,1-41 1,0-40-1,39-80 17,81-41-17,0 1 1,40 40 0,41 0-1,-41-1 1</inkml:trace>
  <inkml:trace contextRef="#ctx0" brushRef="#br0" timeOffset="4789.79">15208 601 0,'0'0'0,"40"0"0,0 0 31,0 40-31,0-40 0,1 0 0,-41 40 15,40-40-15,-40 40 0,40 0 0,-40 1 16,0-1 0,40-40-16,-40 40 0,0 0 0,0 0 15,0 0 1,0-80 31,40 40-32,-40-40-15,40 40 0,-40-40 0,0 0 16,40 40-16,-40-40 0,40 40 0,-40-41 0,41 41 16,-1-40-1,0 40-15,0 0 0,-40-40 16,40 40-16,0 0 16,0 0-16,0 0 0,-40 40 15,41-40 1,-41 40-16,0 1 0,40-41 0,-40 40 15,0 0-15,0 0 0,0 0 0,0 0 16,0 0-16,40 0 16,-40 0-16,0 0 15,40-40 1</inkml:trace>
  <inkml:trace contextRef="#ctx0" brushRef="#br0" timeOffset="5179.78">16773 641 0,'40'0'16,"-80"0"-16,120 0 0,-40 40 31,-40 40-31,40-80 0,-40 121 15,81 79 1,-41-79 0,-40-81-16,40 80 31,-40-80-15,0-80 15,0 0-16,0-161 1,80 1 0,0 80-1,-80 79-15,81-39 32,-41 80-32,-40-40 0</inkml:trace>
  <inkml:trace contextRef="#ctx0" brushRef="#br0" timeOffset="5549.67">18017 721 0,'40'40'15,"-80"-80"-15,200 121 16,-120-81-16,1 40 0,-1-40 16,40 120-1,-80 0 16,0-40-31,-40-39 16,-40 39 0,-1-40-1,-39-40 17,40-120-17,80 79 1,-41 1-16,1-120 15,40 120-15,0 0 0,0 0 0,0 0 32,81-1-17,-41 41-15,0 0 16</inkml:trace>
  <inkml:trace contextRef="#ctx0" brushRef="#br0" timeOffset="5859.65">18980 441 0,'-40'40'0,"40"0"31,0 0-15,0 0-16,0 0 0,0 0 15,0 0-15,-40 0 16,40 1-16,0-1 0,0 0 0,0 0 0,0 0 16,0 40-16,0-40 15,0 0-15,0 0 0,0 1 0,0-1 0,0 0 16,0 0-16,0 0 0,0 0 15,0 0-15,40-40 0</inkml:trace>
  <inkml:trace contextRef="#ctx0" brushRef="#br0" timeOffset="6569.68">19582 882 0,'0'-40'15,"0"80"-15,0-120 16,0 120 15,0 0-31,-40 0 16,40 0-16,0 0 0,0 0 0,0 0 16,-41 0-16,41 0 0,0 1 15,0-1-15,0 0 0,0 0 0,41-40 16,-41 40-16,40-40 15,0 40-15,0-40 0,0 0 0,0 0 16,0 0-16,0 0 0,1 0 0,-1-40 16,0 40-16,-40-40 15,40 40-15,0-40 0,-40 0 0,40 0 0,0 40 16,-40-41-16,40 1 16,-40 0-16,41 40 0,-41-40 0,0 80 31,0 0-16,0 0-15,0 1 16,0-1-16,40-40 0,-40 40 16,40 0-16,0-40 0,0 0 15,0 40 1,0-40-16,0 0 0,1 0 0,-1 0 16,0 0-16,0-40 15,0 40-15,0-40 0,0 40 0,0-80 0,1 39 16,-1 1-16,-40 0 0,40 0 15,0 0-15,-40 0 0,40 0 0,-40 0 0,0 0 16,0-41-16,0 41 0,0 0 0,0 0 0,0 0 16,-40 0-16,40 0 0,0 0 15,0 0-15,-40 40 0,40-41 0,-40 41 0,0 0 32,40 41-17,0-1 1,-41 0-16,41 0 0,0 0 0,0 0 0,0 40 15,0-40-15,0 1 0,0-1 0,0 0 0,0 0 16,0 40-16,0-40 16,0 0-16,0 0 0,0 0 0,0 41 0,0-41 15,0 0-15,0 0 0,0 0 16,41 0-16,-41 0 0,40 0 0,0-40 16,0 41-1</inkml:trace>
  <inkml:trace contextRef="#ctx0" brushRef="#br0" timeOffset="6989.66">20585 1042 0,'0'0'0,"80"0"31,121-40-16,-1-40 1,-39 40 0,-1 40 15,-39-40-15,-81-41-1,0 41 16,-80 0-15,40 80 0,0 0-1,0 41-15,0-41 16,0 0-16,0 0 0,0 0 16,0 0-16,0 0 0,0 40 0,0-39 0,0-1 15,0 0-15,0 0 16,0 40-16,0-40 0,0 0 0,40 0 0,-40 1 15,40-41-15,-40 40 0</inkml:trace>
  <inkml:trace contextRef="#ctx0" brushRef="#br0" timeOffset="7189.64">21628 641 0,'0'0'0,"-40"-40"0,-40-80 16,80 80-16,0-1 31,0 82 1</inkml:trace>
  <inkml:trace contextRef="#ctx0" brushRef="#br0" timeOffset="7569.62">22310 641 0,'-40'0'16,"0"40"-1,0 0 1,0 0-1,0 1-15,40-1 0,-40-40 0,40 40 16,-41 0-16,41 0 0,0 0 16,0 0-16,0 0 15,41-40-15,-41 40 0,40-40 16,0 40 0,0-40-16,0 0 0,0 0 15,0 0-15,0 0 16,1-40-16,-41 0 0,40 40 15,-40-40-15,0 0 0,0 0 0,0 0 16,0 0 0,0 0-16,-40 0 0,-1-1 15,1 1-15,40 0 16,0 0 15</inkml:trace>
  <inkml:trace contextRef="#ctx0" brushRef="#br0" timeOffset="8019.53">22912 561 0,'0'0'16,"40"0"-16,0 40 15,-40 0-15,41 0 16,-41 81-1,0-1 17,0 0-17,40 0 1,0-120 0,-40 41-1,40-122 16,40-39-15,-40 80-16,0 0 0,41 40 31,-81-40-31,40 40 0,0 0 32,0 120-17,0 81 1,-40-121-1,0-40-15,40 160 16,-40-159-16,0 39 0,0-40 16,0 0-16,0 0 0,0 0 0,0 0 0</inkml:trace>
  <inkml:trace contextRef="#ctx0" brushRef="#br0" timeOffset="12439.26">2608 3088 0,'-40'0'16,"80"0"124,0 0-108,0 0-17,1 0-15,-1 0 16,0 0 0,0 0-16,0 0 15,0 0-15,0-41 16,0 41-16,1 0 0,-1-40 0,0 40 15,0 0-15,0-40 0,0 40 16,0 0-16,0 0 16,1 0-16,-1 0 0,0 0 0,0 0 15,0-40-15,0 40 0,0 0 16,1 0-16,-1-40 0,0 40 0,0 0 16,0 0-16,0 0 0,0 0 15,0 0-15,1-40 0,-1 40 0,0 0 0,0 0 16,0 0-16,0 0 15,0 0-15,0 0 0,1 0 16,-1-40-16,0 40 0,0 0 16,0 0-16,0 0 15,0 0-15,0 0 0,1 0 0,-1 0 16,0 0-16,0 0 0,0 0 16,0 0-16,0 0 0,0-40 0,1 40 0,-1 0 15,0 0-15,0 0 16,0 0-16,0 0 0,0 0 0,0-40 15,1 40-15,-1 0 0,0 0 0,0 0 16,0 0-16,0 0 0,0 0 16,0 0-16,1-41 0,-1 41 0,0 0 15,0 0-15,0 0 16,0 0-16,0 0 0,0 0 0,1 0 16,-1 0-16,0-40 15,0 40-15,0 0 0,0 0 0,0 0 0,0 0 16,1 0-16,-1 0 15,0 0-15,0-40 0,0 40 0,40 0 0,-40 0 16,1 0-16,-1 0 0,40 0 0,-40 0 0,0 0 16,0 0-16,0 0 0,1 0 15,-1 0-15,40 0 0,-40 0 0,0 0 16,0 0-16,0-40 16,1 40-16,-1 0 0,0 0 0,40-40 0,-40 40 15,0 0-15,1 0 0,-1 0 16,0 0-16,0 0 0,0-40 0,0 40 0,0 0 15,0 0-15,1 0 0,-1 0 0,0 0 0,0 0 16,0 0 0,0 0-16,0 0 0,0 0 0,1 0 0,-1 0 15,0 0-15,0 0 0,0-40 16,0 40-16,0 0 0,0 0 0,41 0 0,-41 0 16,0 0-16,0 0 15,40-40-15,-40 40 0,1 0 0,39 0 0,-40 0 16,0 0-16,40 0 0,-40-40 15,1 40-15,39 0 0,-40 0 0,0 0 0,40 0 16,-40 0-16,1 0 0,-1-40 0,0 40 0,0 0 16,0 0-16,0 0 15,0 0-15,41 0 0,-41-41 0,0 41 0,40 0 16,-40 0-16,0 0 0,0 0 16,41-40-16,-41 40 0,0 0 0,0 0 0,40 0 15,-40 0-15,1 0 16,-1 0-16,0 0 0,0 0 0,0 0 0,0 0 15,0 0-15,41-40 0,-41 40 0,40 0 0,-40 0 16,40 0-16,-39 0 0,39-40 16,-40 40-16,40 0 0,-40 0 0,41-40 0,-41 40 15,40 0-15,-40 0 16,40 0-16,-40 0 0,41-40 0,-41 40 0,0 0 16,0 0-16,0 0 0,0 0 15,0 0-15,1 0 0,-1 0 0,0 0 0,0 0 16,0-40-1,0 40-15,0 0 0,0 0 0,1 0 0,-1 0 16,0 0-16,0 0 0,0 0 0,0 0 16,0 0-16,0 0 0,1 0 15,-1 0-15,0-40 0,0 40 0,0 0 0,0 0 16,0 0 0,0 0-16,1 0 0,-1 0 15,0 0-15,0 0 16,0 0-16,0-40 0,0 40 0,0 0 0,1 0 15,-1 0-15,0 0 0,0 0 0,0 0 16,0 0 0,0 0-16,0 0 0,1 0 0,-1 0 15,0 0-15,0 0 16,0 0-16,0 0 0,0 0 16,0 0-1,1 0-15,-1-41 16,0 41-16,0 0 15,0 0-15,0 0 0,0 0 0,0 0 16,1 0-16,-1 0 0,0 0 16,0 0-1,0 0-15,0 0 0,0 0 0,0-40 16,1 40-16,-1 0 16,0 0-16,0 0 0,0 0 15,0 0-15,0 0 16,1 0-16,-1 0 0,0 0 0,0 0 15,0 0-15,0 0 0,0 0 0,0 0 0,1 0 16,-1 0-16,0 0 0,0 0 16,-40-40-16,40 40 0,0 0 0,0 0 15,0 0-15,1 0 16,-1 0-16,0 0 16,0 0-16,0 0 15,0 0-15,0 0 0,0 0 0,1 0 16,-1 0-1,0 0-15,0 0 0,0 0 0,0 0 16,0 0-16,0 0 0,1 0 0,-1 0 16,0 0-16,0 0 15,0 0-15,0 0 0,0 0 0,0 0 16,1 0 0,-1 0-16,0 0 0,0 0 0,0 0 15,0 0-15,0 0 0,0 0 16,1 0-16,-1-40 0,0 40 0,0 0 15,0 0-15,0 0 0,0 0 0,0 0 16,1 0-16,-1 0 16,0 0-16,0 0 0,0 0 0,0 0 0,0 0 15,0 0-15,1 0 16,-1 0-16,0 0 0,0 0 16,0 0-1,0 0-15,0 0 0,0 0 0,1 0 16,-1 0-16,0 0 15,0 0-15,0 0 0,0 0 16,0 0-16,0 0 0,1 0 16,-1 0-1,0 0-15,0 0 0,0 0 0,0 0 0,-40 40 16,40-40-16,1 0 0,-1 0 16,0 0-16,0 0 0,0 0 0,0 0 15,0 0 1,0 0-16,1 0 0,-1 0 15,0 0-15,0 0 0,0 0 0,0 0 16,0 0-16,0 0 16,1 40-16,-1-40 0,0 0 15,0 0 1,0 0-16,0 0 0,0 0 0,0 0 16,1 0-16,-1 0 15,0 0-15,0 0 0,0 0 16,0 0-16,0 0 15,0 0-15,1 0 0,-1 0 0,0 0 16,0 40-16,0-40 0,0 0 0,0 0 0,0 0 16,1 0-16,-1 0 0,0 0 15,0 0-15,0 0 0,0 0 0,0 0 0,0 0 16,1 0-16,-1 0 16,0 0-16,0 41 0,0-41 0,0 0 0,0 0 15,0 0 1,1 0-16,-1 0 0,0 0 15,0 0-15,0 0 0,0 0 16,0 0-16,0 0 16,1 0-16,-1 0 0,0 0 15,0 40-15,0-40 0,0 0 16,0 0-16,0 0 0,1 0 16,-1 0-1,0 0-15,0 0 0,0 0 16,0 0-16,0 0 15,0 0-15,1 0 0,-1 0 16,0 0-16,0 0 0,0 0 0,0 0 0,0 0 16,0 0-16,1 0 15,-1 0-15,0 0 0,0 0 16,0 0-16,0 0 0,0 0 16,1 0-16,-1 0 0,0 0 0,0 0 15,0 0 1,0 0-16,0 0 0,0 0 0,1 0 0,-1 0 15,0 0-15,0 0 0,0 0 0,0 0 0,0 0 16,0 0-16,1 0 0,-1 0 16,0 0-16,0 0 0,0 0 15,0 0 1,0 0 0,0 0-1,1 0-15,-1 0 31,0 0-31,0 0 16,0 0-16,0 0 16,0 0-1,0 0-15,1 0 0,-1 0 16,0 0-16,0 0 16,0 0-16,0 0 0,0 0 0,0 0 0</inkml:trace>
  <inkml:trace contextRef="#ctx0" brushRef="#br0" timeOffset="13469.29">25079 521 0,'-40'0'32,"0"0"-1,0 0-31,-1 0 31,1 0-31,0 0 16,40 40-1,-40-40-15,40 40 0,-40-40 16,40 40-16,0 0 0,0 0 31,40 0-15,0-40 15,0 0-15,0 0-1,1 0 1,-1 0 0,0 0 15,-40-40-15,0 0-1,0 0 1,0 0 15</inkml:trace>
  <inkml:trace contextRef="#ctx0" brushRef="#br0" timeOffset="14269.24">25079 1644 0,'40'0'31,"-80"0"63,40 40-94,0 0 16,-40-40-16,40 40 0,0 0 15,0 0 1,0 0-16,0 0 31,0-80 32,0 0-48,0 0 1,0 0 0,0 0-16,40 40 0,-40-40 15,0 0 1,0 0-1</inkml:trace>
  <inkml:trace contextRef="#ctx0" brushRef="#br0" timeOffset="14999.11">25641 1283 0,'0'0'0,"0"40"0,-40-40 16,80 0 124,0 0-140,0 0 16,0 0 0,0 0-16,0 0 0,1 0 0,-1 0 0,0 0 15,40-40-15,-40 40 0,0 0 16,0 0-16,1-40 0,-1 40 0,0 0 0,0 0 16,0 0-16,0 0 0,0 0 15,0 0-15,1 0 0,-1 0 16,-40-40 15</inkml:trace>
  <inkml:trace contextRef="#ctx0" brushRef="#br0" timeOffset="27932.84">3973 4612 0,'0'0'0,"0"-41"125,0 1-109,0 0 0,0 0-1,0 0 63,40 40-62,0 0 0,0-40-16,0 40 15,0-40 1,0 40-16,-40-40 0,40 40 0,1 0 16,-41-40-1,40 40-15,0 0 16,0 0-16,0-41 15,0 41 1,0 0-16,0 0 0,1 0 16,-1 0-16,0 0 15,0 0-15,0 0 32,-40 41-32,40-41 15,-40 40 1,0 0-1,0 0-15,0 0 16,0 0 0,0 0-16,-40-40 0,40 40 15,0 0-15,0 1 16,-40-1 0,40 0-16,-40-40 15,40 40 1,0 0-16,-40-40 15,40 40-15,-40-40 16,40 40-16,0 0 0,-41-40 0,41 40 16,0 0-16,-40-40 0,40 41 15,0-1-15,-40-40 0,40 40 0,0 0 16,-40 0 0,0 0-1,40 0-15,-40-40 16,40 40-1,-40-40-15,40 40 16,-40-40 0,40 41-16,-41-41 15,41 40-15,-40-40 16,40-40 62,40 40-62,-40-41-1,0 1-15,41 40 16,-41-40-16,0 0 16,40 40-16,-40-40 0,40 0 15,0 0-15,0 0 16,-40 0-16,40 40 15,-40-41-15,40 41 0,-40-40 0,40 40 16,-40-40-16,41 0 16,-41 0-16,40 40 0,-40-40 31,40 40-31,-40-40 0,40 40 0,-40-40 16,40 40-16,0 0 15,-40-40-15,40 40 16,-40-40-16,40 40 0,1-41 31,-1 1-31,0 0 16,0 40-1,-40-40 1,40 40 0,-40-40-16,40 40 15,-40-40 1,40 40-1,-40-40-15,40 40 16,-40-40 0,0 0 171,0 80-93,-40 0-63,0-40-15,40 40-16,-40-40 0,0 40 15,0-40 1,40 40-16,-40-40 31,40 40 1,0 0-1,0 0-16,-40-40-15,40 41 16,0-1 0,-41-40-16,41 40 0,0 0 31,0 0-15,-40-40-16,40 40 15,0 0 1,0 0-16,0 0 0,0 0 15,40-40 1,-40 41-16,0-1 0,41-40 0,-41 40 16,40-40-16,-40 40 15,40-40-15,-40 40 16,40-40 0,0 0-16,0 0 15,0 40-15,0-40 16,1 0-16,-1 0 15,0 0-15,0 0 0,0 0 16,0 0 0,0 0-16,0 0 15,1 0 1,-1 0-16</inkml:trace>
  <inkml:trace contextRef="#ctx0" brushRef="#br0" timeOffset="28292.9">5778 5133 0,'0'0'0,"0"40"79,40-40-79,-40 80 15,40-40-15,-40 0 16,0 1-16,0-1 0,0 0 0,0 0 0,0 0 15,41 0 1,-41 0-16,0 0 0,40 0 0,-40 0 0,40 1 16,-40-1-16,40-40 15,-40 40-15,40-40 0,-40 40 0,40-40 16</inkml:trace>
  <inkml:trace contextRef="#ctx0" brushRef="#br0" timeOffset="28972.81">6621 4291 0,'0'-40'15,"-40"40"1,0 0 15,-1 0 32,1 40-48,40 0-15,-40-40 0,40 40 16,0 0 0,-40-40-16,40 40 0,0 0 15,0 0-15,0 0 0,0 1 0,0-1 16,0 0-16,0 0 15,0 0-15,0 0 0,40 0 0,-40 0 16,40 0-16,-40 0 16,40 1-16,-40-1 0,41 0 0,-41 0 15,40-40-15,-40 40 16,40-40-16,-40 40 0,40-40 0,0 0 16,-40 40-16,40-40 15,0 0 1</inkml:trace>
  <inkml:trace contextRef="#ctx0" brushRef="#br0" timeOffset="29992.73">6862 4612 0,'0'-41'16,"40"41"0,-40-40-1,40 40-15,0 0 16,-40-40-16,40 40 15,0 0 1,0 0 0,-40 40 15,40-40-31,1 0 16,-41 40-16,0 1 0,40-41 0,-40 40 0,0 0 15,40 0-15,-40 0 16,0 0-16,40 0 15,-40 0 1,0 0-16,-40 0 31,40-80 32,0 0-48,0 0-15,0 0 16,0 0 0,0 0-16,0 0 0,0 0 15,0 0-15,40-1 16,-40 1-16,0 0 16,40 40-16,-40-40 15,40 40-15,0-40 16,1 40-1,-41-40 1,40 40-16,0 0 0,0 0 31,-40 40 1,0 0-17,40-40-15,-40 40 16,40 0-1,-40 0-15,40 1 0,-40-1 16,0 0-16,0 0 16,40 0-16,-40 0 15,0 0 1,0 0-16,0 0 16,0 0-16,0 1 0,0-1 15,41-40 1,-41 40-16,40-40 15,-40 40-15</inkml:trace>
  <inkml:trace contextRef="#ctx0" brushRef="#br0" timeOffset="31122.65">8146 4210 0,'-40'0'15,"80"0"110,0 0-93,-40 41-17,80-41-15,-40 40 0,0-40 16,0 40-16,1-40 15,-41 40-15,40-40 0,0 40 0,0 0 16,0-40 0,-40 40-16,40-40 0,-40 40 15,40-40-15,-40 40 16,40 1-16,-40-1 16,41-40-16,-41 40 0,0 0 0,0 0 15,0 0 1,0 0-16,0 0 0,0 0 0,0 0 15,0 1-15,0-1 0,0 0 16,0 0-16,0 0 0,0 0 0,0 0 16,-41 0-1,41 0-15,0 1 0,0-1 0,-40 0 16,40 0-16,0 0 16,-40-40-16,40 40 0,0 0 0,-40 0 15,40 0-15,0 0 31</inkml:trace>
  <inkml:trace contextRef="#ctx0" brushRef="#br0" timeOffset="32782.55">10192 4371 0,'-40'0'94,"40"40"77,0 0-155,40-40-16,-40 40 0,0 0 16,0 0-16,0 1 0,0-1 15,0 0-15,0 0 16,0 0-16,0 0 0,40 0 0,-40 0 0,0 0 16,0 0-16,0 1 0,0-1 0,0 0 15,0 0 1,0 0-16,0 0 31,0 0-31,0 0 16,0 0-1</inkml:trace>
  <inkml:trace contextRef="#ctx0" brushRef="#br0" timeOffset="33852.58">10112 4531 0,'0'-40'16,"0"0"93,40 40-46,0 0 62,0 0-110,-40 40-15,40-40 16,-40 40-16,40-40 0,1 0 0,-1 0 16,-40 40-1,40-40-15,0 0 0,-40 41 16,40-41-16,0 0 16,0 0-16,-40 40 0,40-40 15,1 0-15,-1 0 16,0 40-1,0-40 1,-40 40-16,40-40 16,-40 40-16,40-40 0,-40 40 0,40-40 15,1 0 1,-1 0-16,-40 40 0,40-40 16,-40 40-1,40-40-15,-40 40 16,40-40-16,-40 40 15,40-40 1,-40 41-16,0-1 0,40-40 0,-40 40 16,40-40-1,1 0 63</inkml:trace>
  <inkml:trace contextRef="#ctx0" brushRef="#br0" timeOffset="34592.53">11195 4451 0,'-40'0'0,"40"-40"15,0 0 1,0 0 15,0 0 32,-40 40-48,40 40 95,0 0-95,0 0 1,0 0-16,40 0 0,-40 0 16,0 0-16,0 1 0,0-1 15,40 0 1,-40 0-16,0 0 0,0 0 0,0 0 15,0 0-15,0 0 16,0 0-16,0 1 0,0-1 31,40-40-31,-40 40 0,0 0 16,0 0 0,0 0-16,0 0 0,0 0 15,0 0-15,0 1 0,0-1 16,0 0-16</inkml:trace>
  <inkml:trace contextRef="#ctx0" brushRef="#br0" timeOffset="38572.21">11597 4130 0,'-41'0'157,"1"0"-111,40-40-46,-40 40 16,0 0 0,0 0-1,40-40-15,-40 40 16,0 0 0,0 0-1,-1 0 16,1 0 1,0 0-1,0 0-15,0 0 15,0 0-31,0 0 15,0 0 1,-1 0-16,1 0 0,0 0 16,0 0-1,0 0 1,0 0 0,0 0-1,-1 0-15,1 0 31,40 40-31,-40-40 16,0 0 15,40 40-15,-40-40-16,0 0 16,0 0-16,0 0 31,40 40-31,-41-40 0,1 0 15,0 0 1,40 40-16,-40-40 31,0 0-31,40 41 16,-40-41 0,0 0-16,40 40 31,-40-40-31,40 40 47,-81-40-32,81 40 1,-40-40-16,40 40 16,-40-40-16,40 40 31,-40-40-16,40 40 1,0 0 31,-40-40-47,40 40 0,0 1 16,0-1-1,-40-40-15,40 40 31,-40-40-15,40 40 0,0 0-1,0 0 1,0 0 0,0 0-16,0 0 15,0 0 1,0 1-1,0-1 1,0 0 0,0 0-1,0 0 1,0 0-16,0 0 31,0 0-31,40-40 16,-40 40-16,0 1 15,40-41-15,-40 40 32,0 0-17,0 0 1,40-40-16,-40 40 0,40-40 16,-40 40-16,40-40 0,-40 40 15,40-40 1,-40 40-16,40-40 0,1 40 31,-1-40-31,-40 40 31,40-40-31,0 0 0,0 0 16,-40 41 0,40-41-1,0 0 1,0 0-1,1 0-15,-1 40 0,0-40 16,0 0 0,0 0-16,0 0 0,0 0 15,0 0 1,1 0-16,-41 40 16,40-40-16,0 0 31,0 0-31,0 0 31,0 0-31,0 0 0,1 0 16,-1 0-1,0 0 1,0 0-16,0 0 16,0-40-1,0 40-15,0 0 16,1-40-1,-1 40-15,0 0 0,0-41 16,0 41 0,0 0-16,0-40 0,0 40 15,1 0 1,-1 0 0,-40-40-1,40 40 1,-40-40-1,40 40 1,-40-40 0,40 40-16,-40-40 15,40 40 1,-40-40-16,0 0 16,0 0-1,0 0 1,0-1-1,0 1 17,0 0-1,0 0-15,0 0-16,0 0 15,0 0 1,0 0-1,0 0 1,0-1 0,0 1-1,0 0 1,0 0 0,0 0-1,0 0 63,0 0-62,-40 40-16,40-40 16,0 0 15,0 0 0,-40 40 0,40-41-31,0 1 32,-40 0-17,0 0 48,40 0-32,-40 40-15,40-40-1,-41 40 1,41-40-1,-40 40 1,40-40 0,-40 40-1,0 0 1,40-40 0,-40 40-1,0 0 1,0 0 31,0 0-16,-1 0-15,1 0 15,40-41-31,-40 41 15,0 0 64,40 41-79,-80-41 15</inkml:trace>
  <inkml:trace contextRef="#ctx0" brushRef="#br0" timeOffset="42961.97">12439 4291 0,'-40'0'15,"40"-40"1,40 40-1,-40-41 1,40 41 31,0 0-31,1-40-1,-1 40-15,0-40 0,0 40 16,0 0-1,0 0-15,0 0 0,0 0 16,1 0-16,-1 0 16,0 0-16,-40 40 0,40-40 0,0 0 15,-40 40-15,40-40 16,0 41-16,-40-1 0,40 0 0,-40 0 16,0 0-16,41 0 0,-41 0 0,0 0 0,0 0 15,40 41-15,-40-41 0,0 0 16,0 0-16,0 0 0,0 0 0,0 0 0,0 0 15,-40 0-15,40 1 16,0-1-16,-41-40 0,41 40 0,0 0 16,-40-40-1,40 40-15,0-80 78,0 0-78,40-40 16,-40 39 0,0 1-16,41 0 0,-1 0 0,-40 0 15,40 0-15,-40 0 16,40 0-16,0 0 0,-40 0 16,40 40-16,-40-41 0,40 1 0,0 0 15,-40 0 1,41 40-16,-41-40 0,40 0 0,-40 0 15,40 40 1,-40-40-16,40 0 0,0-1 0,0 1 16,0 0-1,0 40-15,-40-40 0,41 40 16,-1-40-16,-40 0 31,-40 40 47,40 40-62,-41 0-16,1 0 16,40 0-16,-40-40 15,40 40-15,-40 1 16,40-1-16,-40 0 0,40 0 15,-40 0-15,40 0 16,-40 0-16,40 0 0,0 0 0,-40-40 16,40 41-16,0-1 15,0 0-15,0 0 16,40-40-16,-40 40 0,40-40 16,-40 40-1,40-40-15,0 0 0,0 0 16,-40 40-16,40-40 15,0 0-15,1 0 16,-41 40 0,40-40-16,0 0 15,0 0 1,0 0-16,0 0 16,0 0-16,0 0 31</inkml:trace>
  <inkml:trace contextRef="#ctx0" brushRef="#br0" timeOffset="43721.93">14486 4692 0,'0'0'0,"40"-40"32,40 40-17,-40 0 1,81 0 0,-41 120 15,0-40-16,-80 40 1,0-39 15,-40-41-15,-40-40 0,-1 0-1,41 0 16,40-40 1,0 0-1,40 40 141,-40-41-157,41 41-15,-1 0 0,0 0 16,0 0-16,0 0 16,0 0-16,0 0 0,0 0 0,1 0 15,-1 0-15,0 0 16,0 0-16,0 0 0,0 0 0,0 0 16,0 41-16,1-41 0,-1 0 0,0 0 15,0 0-15,0 0 0,0 0 16,0-41-16,0 41 0</inkml:trace>
  <inkml:trace contextRef="#ctx0" brushRef="#br0" timeOffset="44341.89">16211 3689 0,'-40'0'15,"0"0"-15,40-40 16,0 80 46,-40-40-46,40 40-16,-40 0 16,40 0-16,0 1 0,-41-1 0,41 0 15,-40 0-15,40 0 16,0 0-16,0 0 0,0 0 0,0 0 15,0 0-15,0 1 16,0-1-16,0 0 0,0 0 0,40 0 0,-40 0 16,0 0-16,0 0 15,41-40-15,-41 40 0,40-40 0,0 41 0,0-41 16,-40 40-16,40-40 0,0 0 16,0 0-16,0 0 15,1 0-15,-1 0 0,0 0 16</inkml:trace>
  <inkml:trace contextRef="#ctx0" brushRef="#br0" timeOffset="44901.93">16532 4010 0,'0'-40'16,"40"40"-16,0 0 16,0 0-1,1 40 1,39 80 0,-40-40-1,40 81 1,-40-41-1,-40-160 32,0 0-31,0 0-16,0 0 0,40 0 16,-40 0-16,0-1 0,41 41 0,-41-40 0,40 0 15,0 0 1,0 40-16,-40-40 0,40 40 0,0-40 0,0 0 15,0 40 1,1 0-16,-41-40 0,40 40 0,0 0 16,0 0-1,-40 40-15,0 0 16,40 0-16,-40 0 0,0 0 16,0 0-16,40 0 15,-40 1-15,0-1 0,40 0 0,-40 0 16,0 0-16,40 0 0,-40 0 15,41 0-15,-41 0 0,40-40 0,-40 41 16,40-41-16,-40 40 16,40-40-16,-40 40 0,40-40 15</inkml:trace>
  <inkml:trace contextRef="#ctx0" brushRef="#br0" timeOffset="45281.85">17977 3569 0,'40'0'47,"-40"40"-32,40 0 1,0 0-16,-40 0 0,40 0 16,-40 0-16,40 1 0,-40-1 0,40 0 0,-40 0 15,41 0-15,-41 0 0,40 0 16,-40 0-16,40 0 0,-40 41 0,0-41 0,0 0 15,0 0-15,0 0 16,0 40-16,0-40 0,0 0 0,0 41 0,-40-41 16,40 0-16,-40 0 0,-1 0 15,1 0-15,-40 40 0</inkml:trace>
  <inkml:trace contextRef="#ctx0" brushRef="#br0" timeOffset="55531.28">18940 4331 0,'0'-40'15,"0"0"267,40 40-282,-40-41 0,80 41 0,-40 0 15,0-40-15,0 40 0,1 0 16,-1 0-16,0-40 0,0 40 0,0 0 0,0 0 15,-40-40-15,40 40 0,0 0 16,1 0-16,-1 0 0,-40-40 0,40 40 16,0 0-16,0 0 15,0 0-15,-40-40 0</inkml:trace>
  <inkml:trace contextRef="#ctx0" brushRef="#br0" timeOffset="55991.33">19060 5093 0,'0'0'15,"-40"0"16,80-40-15,161 0 0,-1-41-1,1 1 17,40 40-17,40-40 1,-201 80-16,-40-40 0</inkml:trace>
  <inkml:trace contextRef="#ctx0" brushRef="#br0" timeOffset="58181.21">22270 2887 0,'80'0'16,"-80"-40"-16,41 40 16,-1-40 15,-80 40 109,-1 0-124,1 0 0,0 0-1,40 40 1,-40-40-16,0 0 16,0 40-16,0 0 0,0 0 0,-1-40 15,1 40-15,0 0 16,0 1-16,0-41 0,0 40 0,0-40 15,-1 40-15,-39 0 0,40-40 16,0 40-16,-40 0 0,40-40 0,-41 40 0,41 0 16,0 0-16,-40-40 0,40 40 15,0-40-15,-1 41 0,1-1 0,0-40 16,0 40-16,0 0 0,0-40 16,40 40-16,-40-40 15,40 40-15,0 0 31,0 0 1,-40-40-17,40 40 17,40-40-1,0 0-16,0 0 17,0 0-17,0 0-15,0 0 0,0 0 16,1 0-16,-1 0 0,0 0 0,0 0 16,0 0-16,40 0 15,-40 0-15,1 0 0,-1 0 0,0-40 0,0 40 16,40 0-16,-40 0 0,0 0 15,1 0-15,-1 0 0,0 0 0,0-40 16,0 40-16,0 0 16,0 0-16,1 0 0,-1 0 15,0 0-15,0 0 32,0 0-17,-40 40 32,0 0 0,-40 1-31,40-1-1,-40-40-15,40 40 16,-40-40-16,40 40 0,-40-40 15,40 40-15,-41 0 0,1-40 0,40 40 0,-40 0 16,0-40-16,40 40 16,-40-40-16,0 40 0,40 1 0,-40-41 0,-1 40 15,41 0-15,-40-40 0,40 40 0,-40 0 0,0-40 16,40 40-16,-40-40 0,40 40 16,-40-40-16,40 40 0,-40 0 0,40 1 15,-40-1-15,-1 0 16,41 0-16,-40-40 0,40 40 15,-40 0 1,0-40 15,40 40-31,0 0 16,0 0 15,40-40 125,0 0-140,0 0 0,1 0-16,-41-40 15,40 40-15,0 0 0,0 0 0,0-40 0,0 40 16,0 0-16,0 0 0,1 0 0,-1-40 16,0 40-16,0 0 15,0 0-15,0 0 0,0 0 0,1-40 16,-1 40-16,0 0 0,0 0 15,0 0-15,0 0 0,0 0 0,0 0 16,1-40-16,-1 40 16,0 0-16,0 0 0,0 0 0,0 0 15,0 0-15,0-40 0,1 40 0,-1 0 16,0 0-16,0 0 0,0 0 16,0 0-16,0 0 0,0 0 0,1 0 15,-1 0-15,0-40 16,0 40-16,0 0 0,0 0 0,0-40 15,0 40-15,1 0 16,-41-41-16,40 41 0,0 0 0,0 0 16,0 0-1,0 0 1,-40-40 46</inkml:trace>
  <inkml:trace contextRef="#ctx0" brushRef="#br0" timeOffset="59321.14">21789 6015 0,'-41'0'0,"1"0"47,0 0-32,0 0 16,40 40 63,0 0-78,0 1-16,0-1 0,0 0 0,0 0 15,0 0-15,0 0 16,0 0-16,0 0 0,0 0 0,0 0 16,0 1-16,0-1 0,0 0 15,0 0 1,40-40-16,-40 40 0,0 0 16</inkml:trace>
  <inkml:trace contextRef="#ctx0" brushRef="#br0" timeOffset="60061.06">22150 6015 0,'0'0'0,"0"-40"16,-40 40 15,40 40-16,-40 0 17,40 0-32,-41 1 15,1-1-15,40 0 16,-40-40-16,40 40 16,-40-40-16,40 40 0,-40-40 0,40 40 15,-40-40-15,40 40 16,-40-40-16,40 40 15,-41-40 1,82 0 47,-1 0 15,0 0-63,0 0-15,0 0 16,0 0-16,0 40 16,1-40-16,-41 40 15,40-40-15,0 0 16,0 41-16,0-1 0,0 0 15,0-40-15,-40 40 0,40-40 16,1 40-16,-1 0 16,0-40 15,-40-40-31</inkml:trace>
  <inkml:trace contextRef="#ctx0" brushRef="#br0" timeOffset="61570.92">22832 6296 0,'-40'0'0,"40"-40"16,-40 40 15,80 0 47,0 0-62,0 0-16,-40-40 15,40 40-15,0 0 16,0 0-16,1 0 0,-1 0 16,0-40-16,0 40 0,0 0 15,0-40-15,0 40 0,0 0 16,1 0-16,-1 0 0,0 0 16,-40-41-16,40 41 0</inkml:trace>
  <inkml:trace contextRef="#ctx0" brushRef="#br0" timeOffset="61920.94">22912 6577 0,'-40'0'16,"80"0"-16,-80 40 0,80-40 63,0 0-48,0 0 1,1 0-1,-1 0-15,0-40 0,0 40 0,0 0 0,0 0 16,0 0-16,0 0 16,-40-40-16,41 40 0,-1-41 0,0 41 0,0 0 15,0 0-15,0-40 0,0 40 0,0 0 16</inkml:trace>
  <inkml:trace contextRef="#ctx0" brushRef="#br0" timeOffset="62660.88">24276 6095 0,'-40'0'32,"0"0"-1,0 0-16,0 0 1,40 41 0,-40-41-16,40 40 0,-40 0 31,40 0-31,0 0 16,0 0-1,40-40 1,-40 40-16,40-40 15,0 0-15,0 40 16,0-40 0,0 0-16,1 0 0,-1 0 15,0 0-15,-40-40 0,40 40 0,0 0 16,-40-40 0,40 40-16,-40-40 0,40 40 15,-40-40 1,0 0-1,0 0 1,0 0-16,0-1 16,0 1-1,0 0 1,-40 40-16,0 0 31,0 0-15,0-40-1,0 40-15,0 0 0,-1 0 16,1 0 0,0 0-16,0 0 0,0 0 15,40 40-15,-40-40 0</inkml:trace>
  <inkml:trace contextRef="#ctx0" brushRef="#br0" timeOffset="64110.77">20545 2606 0,'0'40'250,"0"0"-235,0 1-15,0-1 16,0 0-16,0 0 0,0 0 0,0 0 16,0 0-16,0 0 15,0 0-15,0 1 0,0-1 0,0 0 16,0 0-16,0 0 15,0 0-15</inkml:trace>
  <inkml:trace contextRef="#ctx0" brushRef="#br0" timeOffset="64680.74">20464 2887 0,'0'0'16,"0"-40"-1,0 0 17,41 40 155,-1 0-171,0 40-16,0-40 15,0 0-15,0 0 0,0 0 16,0 0-16,1 0 16,-1 0-16,0 0 0,0 0 15,-40 40-15,40-40 0,0 0 0,-40 40 16,40-40-16</inkml:trace>
  <inkml:trace contextRef="#ctx0" brushRef="#br0" timeOffset="65190.74">21026 2526 0,'0'40'219,"40"-40"-203,-40 40-16,0 0 0,40 0 15,-40 1-15,0-1 0,0 0 16,41-40-16,-41 40 16,40 0-16,-40 0 0</inkml:trace>
  <inkml:trace contextRef="#ctx0" brushRef="#br0" timeOffset="65590.68">21508 2646 0,'0'0'15,"-40"0"1,-1 0-16,82 0 31,-41-40-31,40 40 16,0 0-16,0 0 0,0 0 16,0-40-16,0 40 15,0 0-15,1-40 0,-1 40 0,0 0 16,40-40-16</inkml:trace>
  <inkml:trace contextRef="#ctx0" brushRef="#br0" timeOffset="65890.66">22270 2285 0,'0'41'93,"0"-1"-93,0 0 0,40 0 16,-40 0-16,40-40 16,-40 40-16,41 0 0</inkml:trace>
  <inkml:trace contextRef="#ctx0" brushRef="#br0" timeOffset="83549.69">33586 5053 0,'0'-40'16,"0"80"-16,0-161 31,0 81-31,0 80 32,0 0-1,40 1-16,-40-1-15,40-40 0,-40 40 0,40-40 16,-40 40-16,40-40 0,-40 40 16,40-40-16,-40 40 0,41 0 15,-41 0-15,40-40 16,0 81-16,0-41 16,-40 0-1,40-40-15,-40 40 16,0-80 46,0 0-62,0 0 16,0-1 0,0 1-16,0 0 0,40 0 15,-40 0-15,0 0 0,0 0 16,0 0-16,0 0 0,0-1 0,0 1 15,0 0-15,0 0 0,0 0 0,0 0 0,0 0 32,0 0-32,40 40 31</inkml:trace>
  <inkml:trace contextRef="#ctx0" brushRef="#br0" timeOffset="136645.47">23153 3368 0,'0'40'46,"-40"-40"33,0 0-33,0 0-14,40-40 108,40 40-140,-40-40 16,40 40-16,0 0 0,-40-40 0,40 40 16,0-40-1,0 40-15,0 0 16,1 0 15,-41 40-15,40 0-16,-40 0 0,40 0 15,-40 0-15,0 1 16,0-1-16,0 0 16,0 0-16,-80-40 0,80 40 15,-41 0-15,41 0 16,-40 0-16,0 0 0,40 1 15,-40-1-15,0-40 16,40 40-16,40-40 47,-40-40-47,40 0 16,0 40-1,-40-41-15,40 41 0,-40-40 0,41 40 16,-1-40-1,0 40-15,-40-40 0,40 0 16,0 0-16,0 0 16,0 0-16,0 40 0,-40-40 15,41 40-15,-41-41 0,40 41 0,-40-40 16,40 40 0,-40-40-16,40 40 0,-40-40 0,0 0 31,0 0-16,0 80 126,0 0-125,-40 0-16,40 0 0,-40-40 0,40 40 15,0 1-15,-40-1 0,40 0 0,0 0 16,-41-40-16,41 40 16,0 0-16,0 0 0,0 0 15,41-40 1,-41 40-16,40-40 0,0 0 15,0 41-15,0-41 16,0 0 0,0 0-16</inkml:trace>
  <inkml:trace contextRef="#ctx0" brushRef="#br0" timeOffset="136975.53">24196 3609 0,'-40'40'15,"40"0"1,0 0 15,0 0-31,0 0 16,40-40-16,-40 41 15,40-1-15,-40 0 16,0 0-16,40-40 16,-40 40-1,41 0-15,-41 0 16</inkml:trace>
  <inkml:trace contextRef="#ctx0" brushRef="#br0" timeOffset="137485.47">24597 3248 0,'0'40'62,"-40"0"-46,40 0-1,0 0 1,0 0-16,0 1 0,0-1 16,0 0-16,0 0 0,40 0 0,-40 0 0,0 0 15,41 0-15,-41 0 0,40 1 16,-40-1-16,0 0 0,40 0 0,0 0 16,0 0-1,0-40-15,0 0 16,0 0-1,-40-40-15</inkml:trace>
  <inkml:trace contextRef="#ctx0" brushRef="#br0" timeOffset="138395.47">25079 3489 0,'-40'-81'16,"80"81"0,0 0-1,-40 40 1,40-40-16,-40 41 0,40-41 0,0 0 16,-40 80-16,41-80 0,-1 40 15,0 0-15,-40 0 0,40-40 16,-40 40-16,40 0 15,-40 0-15,0 1 16,0-82 31,0 1-31,0 0-16,0 0 15,0 0-15,0 0 16,0 0 15,0 0-15,40 40-16,-40-40 0,40 40 15,1 0 1,-41-41-16,40 41 31,-40-40-15,40 40 78,-40 40 15,-40-40 94,0 0-203,-1 0 16</inkml:trace>
  <inkml:trace contextRef="#ctx0" brushRef="#br0" timeOffset="138875.44">25681 3288 0,'0'-40'31,"0"80"48,40-40-33</inkml:trace>
  <inkml:trace contextRef="#ctx0" brushRef="#br0" timeOffset="140065.37">25440 3489 0,'-80'0'125,"80"40"-94,-40-40-16,0 0 1,40 40-16,-41-40 16,41 40-1,0-80 63,-40 40-62,40-40 0,-40 40-1,80 0 126,0 0-110,-40-40-31,41 40 31,-41-41-31,0 1 16,40 40 15,-40 40 47,0 1-62,0-1-16,0 0 16,40 0-16,-40 0 0,40 0 15,-40 0-15,0 0 16,40-40-16,-40 40 0,0 1 0,40-1 0,-40 0 16,0 0-16,40-40 0,-40 40 15,0 0-15,41-40 0,-41 40 0,40 0 16,-40-80 78</inkml:trace>
  <inkml:trace contextRef="#ctx0" brushRef="#br0" timeOffset="140845.23">25962 3248 0,'0'40'47,"0"0"-16,0 0-31,-40-40 15,0 40 1,-1 0-16,1-40 16,40 41-16,-40-41 0,40 40 0,-40-40 15,40 40-15,-40-40 16,0 40-16,40 0 0,-40-40 0,40 40 0,-40 0 16,-1 0-1,41 0 32,0 1 0,41-41 78,-41-41-109,40 41-1,0-40-15,0 40 16,0 0-1,0 0-15,0 0 0,0 0 16,1 0-16,-1 0 0,0 0 0,0 40 16,0-40-1,0 41-15,0-1 0,0-40 16,1 40 0,-1-40-16,-40 40 0,40-40 0,0 0 15,0 0 1</inkml:trace>
  <inkml:trace contextRef="#ctx0" brushRef="#br0" timeOffset="141245.21">26363 3208 0,'-40'0'16,"80"0"-16,-80-40 16,0 40-16,80 40 31,0 0-16,0 0 1,0 0-16,0 0 0,-40 0 0,41 0 16,-41 1-16,40-1 0,-40 0 0,40 0 0,0 0 15,-40 0-15,0 0 16,40-40-16,-40 40 0,40 0 0,-40 1 0,40-1 16,-40 0-16,0 0 0,0 0 15,0 0-15,0 0 0,0 0 16,0 0-16,0 0 15</inkml:trace>
  <inkml:trace contextRef="#ctx0" brushRef="#br0" timeOffset="142665.13">27085 3328 0,'-40'0'0,"40"40"31,80-40 313,-80-40-328,41 40-16,-41-40 15,40 40-15,0-40 16,0 40-16,0 0 0,0 0 0,-40-40 15,40 40-15,0 0 16,1 0-16,-1 0 0,0 0 16,0 40-16,0 0 0,-40 0 15,40-40-15,-40 40 16,0 0-16,40 0 0,-40 1 0,0-1 16,0 0-16,0 0 15,0 0-15,0 0 0,-40 0 0,40 0 16,-40 0-16,40 1 15,-40-1-15,0-40 0,40 40 16,-40-40-16,40 40 0,-40-40 31,40-40-15,0 0 0,0 0-16,40 40 0,-40-41 15,40 1 1,0 0-16,0 40 0,-40-40 0,40 0 15,-40 0 1,40 40-16,-40-40 0,40 0 0,1 0 16,-1-1-16,-40 1 0,40 40 0,-40-40 15,40 0 1,-40 0-16,40 40 0,-40-40 0,0 0 16,0 0-1,0 0-15,0 0 16,0-1-1,0 82 32,0-1-47,0 0 0,0 0 16,0 0 0,-40 0-16,40 0 0,0 0 0,-40 0 0,40 0 0,0 1 15,0-1 1,0 0-16,0 0 0,0 0 0,0 0 15,0 0-15,0 0 16,40-40-16,-40 40 0,40-40 16,-40 41-16,40-41 15,0 0-15,0 0 16</inkml:trace>
  <inkml:trace contextRef="#ctx0" brushRef="#br0" timeOffset="143105.18">28209 3769 0,'0'-40'16,"40"40"-1,-40-40-15,40 40 0,0 0 16,-40-40 0,40 40-16,0 0 15,-40 40 1,0 0-1,41 0 1,-41 0-16,0 1 0,0-1 16,0 0-16,0 0 0,-41-40 15,41 40-15,-40 0 16,40 0-16,-40-40 0,0 40 16,40-80 30,40 40-46,-40-40 16,40 40-16,0 0 16,-40-40-16,41 40 15,-1 0-15,0 0 16,0 0-16,0 0 16,0 0-16,0 0 0,0 0 15,1 0-15,-1 0 0,0 0 16,0 0-16,0-40 15</inkml:trace>
  <inkml:trace contextRef="#ctx0" brushRef="#br0" timeOffset="143615.07">29011 2847 0,'-40'0'62,"40"40"-62,0 0 0,0 0 16,0 0-16,0 41 15,0-41-15,0 0 0,0 0 0,0 0 0,0 40 16,0-40-16,0 0 0,0 0 16,40 1-16,-40-1 0,41-40 0,-41 40 0,40 0 15,0 0 1,0 0-16,0-40 0,0 0 15,0 0-15,0 0 16</inkml:trace>
  <inkml:trace contextRef="#ctx0" brushRef="#br0" timeOffset="144275.11">29332 2887 0,'0'40'32,"0"0"-1,0 0-16,41-40-15,-41 40 16,80 1-16,-80-1 0,0 0 16,0 0-16,40-40 0,-40 40 0,0 0 15,40-40-15,-40 40 0,0 0 16,0 0-16,0-80 78,0 0-78,0 0 16,0 0-1,40 0-15,-40 0 0,0 0 16,0 0 0,40-1-16,0 1 0,1 0 15,-1 40 1,-40-40-16,40 40 0,0-40 15,0 40 17,-40 40-32,0 0 15,0 0-15,0 0 16,0 1-16,40-1 0,-40 0 0,0 0 16,40 0-16,-40 0 15,40 0-15,-40 0 0,0 0 0,0 0 16,0 1-1,0-1-15,0 0 16</inkml:trace>
  <inkml:trace contextRef="#ctx0" brushRef="#br0" timeOffset="144555.04">30336 3208 0,'-41'0'16,"82"0"46,-1 0-46,-40-40-16,80 40 0,-40 0 0,0 0 16,0 0-16,0-40 0,1 40 15,-1 0-15,0 0 0,0-40 0,0 40 0,0-41 16,0 41-16,0 0 16</inkml:trace>
  <inkml:trace contextRef="#ctx0" brushRef="#br0" timeOffset="144845.07">31138 2727 0,'0'0'15,"0"40"16,0 0-31,0 0 16,0 0-16,0 0 0,0 0 0,0 0 16,0 0-16,0 1 0,0-1 15,0 0-15,0 40 0,0-40 0,0 0 0,40-40 16,-40 40-16,0 0 16,40 0-16,-40 1 0,0-1 0</inkml:trace>
  <inkml:trace contextRef="#ctx0" brushRef="#br0" timeOffset="145285.06">31579 2847 0,'41'0'16,"-41"40"-1,-41-40 1,1 40-16,0 0 16,0-40-1,40 40-15,-40-40 0,40 40 0,-40-40 0,40 41 16,-40-41 0,80 0 77,-40 40-93,40-40 16,-40 40 0,40-40-1,0 0-15,0 0 0,0 40 16,1-40-16,-1 40 15,0-40-15,-40 40 0,40-40 0,0 0 16,-40 40-16,40-40 0,0 0 0,0 40 0,1-40 16,-1 0-1,0 0-15</inkml:trace>
  <inkml:trace contextRef="#ctx0" brushRef="#br0" timeOffset="145614.94">31900 2566 0,'41'0'15,"-1"0"-15,-40 40 16,40 0-16,-40 0 0,40 1 16,0-1-1,-40 0-15,40 0 0,-40 0 0,40 0 0,-40 40 16,0-40-16,0 1 16,40-1-16,-40 0 0,0 0 0,0 0 0,0 0 15,-40-40-15,40 40 16,-80 0-16,80 0 0,-40 0 0,40 1 0,-40-1 15,0-40-15,0 40 0</inkml:trace>
  <inkml:trace contextRef="#ctx0" brushRef="#br0" timeOffset="147064.94">27366 2646 0,'-40'0'94,"0"0"-63,40 40-31,-40-40 0,0 0 31,40 41-31,-40-1 16,40 0 0,-41-40-16,41 40 15,-40-40 1,40 40-1,0 0 1,-40-40-16,40 40 16,0 0-16,0 0 0,0 1 15,0-1 1,0 0-16,0 0 0,0 0 16,0 0-1,0 0-15,0 0 0,0 0 0,40 0 16,-40 1-16,0-1 0,0 0 15,0 0-15,0 0 0,0 0 0,0 0 0,40 0 16,-40 0-16,0 1 0,0-1 0,0 0 0,41 0 16,-41 0-16,0 0 0,0 0 15,40-40-15,-40 40 0,0 0 0,0 0 0,40 1 16,-40-1 0,0 0-16,0 0 0,40 0 15,-40 0 1,40 0-16,-40 0 0,40 0 15,-40 1 1,0-1-16,0 0 16,0 0-16,40-40 0,-40 40 0,0 0 15,0 0 17,40-40 14,1 0-30,-1 0-16,0 0 0,0 0 0,0 0 16,0 0-1,0 0-15,0 0 0,1 0 0,-1 0 0,0 0 16,0 0-16,0 0 16,0 0-16,0 0 0,0 0 0,1 0 0</inkml:trace>
  <inkml:trace contextRef="#ctx0" brushRef="#br0" timeOffset="148544.77">31860 2125 0,'0'-40'31,"40"40"63,1 40-78,-1-40-16,0 0 0,0 40 15,0-40-15,0 0 16,40 0-16,-80 40 0,41-40 0,-1 0 15,0 0-15,-40 40 0,40-40 0,0 40 0,0-40 32,-40 41-32,40-41 0,-40 40 15,0 0 1,0 0-16,40-40 0,-40 40 0,0 0 16,41-40-16,-41 40 15,0 0-15,40 0 0,-40 0 16,0 1-16,40-1 15,-40 0-15,0 0 0,0 0 16,0 0-16,0 0 0,0 0 0,0 0 16,0 1-16,-40-1 15,40 0-15,-40 0 0,40 0 0,-41 0 16,41 0 0,0 0-16,0 0 0,0 0 0,-40 1 0,40-1 15,0 0 1,0 0-16,0 0 0,0 0 0,0 0 15,0 0 1,0 0-16,0 1 0,0-1 16,0 0-16,0 0 15,0 0 1,0 0-16,0 0 0,0 0 16,0 0-1,0 0-15,0 1 16,0-1-1,0 0 1,0 0-16,-40-40 0,40 40 16,0 0-1,-40-40-15,40 40 0,0 0 32,-40-40-32,40 40 15,0 1 32,0-1-31,-40-40-16,40 40 15,-40-40 1,40 40-16,-40-40 31,-1 40-31,1-40 0,0 0 16,0 40-16,0-40 0,0 0 15,0 0-15,0 0 0,-1 40 0,1-40 16,0 0-16,0 0 0,40 40 0,0-120 31</inkml:trace>
  <inkml:trace contextRef="#ctx0" brushRef="#br0" timeOffset="150084.76">31098 5654 0,'0'0'0,"0"-40"16,0 0-1,40 40 1,-40-40 31,40 40-47,0 0 16,0-40-16,1 40 15,-1 0-15,0 0 0,0 0 16,0 0-16,0 0 15,0 0-15,-40 40 0,40-40 16,-40 40-16,0 0 0,0 0 16,0 0-16,0 0 15,0 1-15,0-1 0,0 0 0,0 0 16,0 0-16,0 0 16,0 0-16,-40-40 0,40 40 0,-40-40 15,40 40-15,-40-40 0,40 41 16,-40-41-16,0 0 15,40-41 1,0 1 0,0 0-16,0 0 0,40 40 15,-40-40-15,0 0 0,0 0 16,40 40-16,0-40 0,0 40 31,0 0-31,1 0 16,-1 0-1,0 0-15,0 0 0,-40 40 16,40-40-16,-40 40 0,40-40 0,-40 40 0,40 0 31,-40 0-31,0 0 32,-40-40-32,40-40 46,0 0-46,0 0 0,40 0 16,-40 0 0,0 0-16,40 40 0,-40-40 0,41-1 0,-41 1 15,0 0 1,40 40-16,-40-40 31,40 40-31,0 0 16,-40 80-1,0 1 1,0-41-16,0 0 0,0 0 16,0 0-1,0 0-15,0 0 0,0 0 16,0 0 0,0 1-1</inkml:trace>
  <inkml:trace contextRef="#ctx0" brushRef="#br0" timeOffset="150464.68">32462 5775 0,'0'0'0,"40"0"16,-40 40 15,40 0-31,-40 0 16,0 0-16,0 0 15,0 0-15,41 0 16,-41 0 0,-41-40-1,1 0 1,0 0-1,40-40-15,0 0 32,0 0-32,0 0 0,0 0 15,0 0-15,0 0 16,0 0-16,0-1 0,0 1 31,40 0-31,0 40 0,-40-40 16,41 40-16</inkml:trace>
  <inkml:trace contextRef="#ctx0" brushRef="#br0" timeOffset="151074.62">33024 5534 0,'0'0'0,"-40"40"16,-80 80 15,79-120-31,1 81 16,0-41-16,40 0 0,-40 0 15,40 0 16,40 0-15,-40 0-16,80-40 16,-80 40-16,41-40 15,-1 0-15,0 0 16,-40-40 0,40 0-16,-40 0 0,0 0 15,40 40-15,-40-40 16,0 0-16,0 0 0,0-1 0,0 1 15,0 0-15,0 0 0,0 0 0,0 0 0,0 0 16,0 0-16,0 0 16,0 0-16,0-1 0,-40 1 0,40 0 15,0 0 1,0 80 31,0 0-32,0 0 1,0 1-16,0-1 0,0 0 0,0 0 0,0 0 16,0 40-16,0-40 15,40 0-15,-40 0 0,40 1 0,-40-1 0,40 0 16,0 0-16,-40 0 16,41-40-16,-41 40 0,40-40 0,-40 40 0,40-40 15</inkml:trace>
  <inkml:trace contextRef="#ctx0" brushRef="#br0" timeOffset="152184.65">32061 6416 0,'0'40'15,"0"0"1,0 1-16,0-1 15,0 0-15,0 0 0,0 0 16,0 0 0,0 0-16,0 0 0,40 0 0,-40 1 15,0-1-15,0 0 0,0 0 16,0 0-16,0 0 0,0 0 16,0 0-1,0 0-15,0-80 31,0 0-15,0 0-16,0 0 0,40 0 0,-40 0 0,40 0 16,-40 0-16,40-1 15,-40 1-15,41 0 0,-41 0 0,40 0 0,-40 0 16,0 0-16,40 40 0,-40-40 16,0 0-16,40 40 31,-40 40 63,40-40-79,-40 40-15,40-40 0,-40 40 0,40-40 16,-40 40-16,40 0 15,1 0-15,-1-40 0,-40 40 0,40-40 0,0 40 16,0 1-16,0-1 0,0 0 0,1 0 16,-1 0-1,0 0-15,-40-80 110,40 40-110,-40-40 31,40 40-31,-40-40 16,0 0-1,0 0-15,40 40 0,-40-41 16,0 1-1,0 0-15,0 0 16,0 0-16,0 0 0,0 0 16,0 0-16,0 0 15,0-1-15,0 1 0,-40 0 0,40 0 0,0 0 16,0 0-16,0 0 16,0 0-16,0 80 31,0 0-31,0 0 15,0 0-15,40 0 0,-40 0 0,0 0 16,0 1-16,0-1 16,40 0-16,-40 0 0,0 0 15,0-80 17</inkml:trace>
  <inkml:trace contextRef="#ctx0" brushRef="#br0" timeOffset="180430.65">2448 7499 0,'0'-40'141,"40"40"-141,-40-40 15,40 40-15,-40-40 16,40 40-16,0-40 0,0 40 0,0-40 0,1 40 16,-1-41-16,0 41 0,0-40 0,0 40 15,0 0-15,0-40 16,0 40-16,1 0 0,-1 0 0,0 0 0,0 0 0,0 0 16,0 0-1,-40 40-15,40-40 0,-40 40 0,40 1 0,-40-1 16,0 0-16,41 0 15,-41 0-15,0 0 0,40 40 0,-40-40 0,0 1 0,0-1 16,0 40-16,0-40 16,0 0-16,-40 0 0,40 0 0,0 0 0,-41-40 15,41 40-15,-80 1 0,80-1 16,-80-40-16,40 0 16,40 40-16,-40-40 0,40-80 31,-40 80-16,40-41 1,0 1-16,0 0 0,80 40 16,-80-40-16,40 0 0,0 0 0,-40 0 15,40 40-15,0-40 16,-40 0-16,40 40 0,1-40 0,-1 40 0,-40-41 16,40 1-16,0 40 0,-40-40 15,40 40-15,-40-40 0,40 40 0,-40-40 0,40 40 16,-40-40-16,41 0 15,-41 0-15,0 0 16,40 40 0,-40-41-16,0 1 15,-81 80 79,81 1-78,-40-41-16,40 40 0,-40 0 0,0 0 15,40 0-15,-40 0 16,0 0-16,0 0 0,40 0 0,-41 1 16,41-1-16,-40-40 0,0 40 15,40 0-15,0 0 0,-40-40 0,40 40 0,0 0 16,0 0-1,0 0-15,40-40 0,-40 40 16,80-40-16,-39 0 16,-1 0-16,0 41 0,0-41 0,0 0 15,0 0-15,0 0 0,1 0 0,-1 0 0,0-81 16,0 81 0,0 0-16</inkml:trace>
  <inkml:trace contextRef="#ctx0" brushRef="#br0" timeOffset="180710.63">4334 7820 0,'0'40'63,"0"0"-63,0 0 0,0 0 15,0 0-15,0 1 0,0-1 0,40 0 16,-40 0-16,40-40 0,-40 40 16,40 0-16,0 0 0,0 0 15,0-40 1</inkml:trace>
  <inkml:trace contextRef="#ctx0" brushRef="#br0" timeOffset="182470.53">5457 7138 0,'0'40'0,"0"0"47,0 0-31,-40-40-1,40 41-15,-40-1 0,40 0 0,0 0 0,0 0 16,-40-40-16,40 40 0,0 0 16,0 40-16,0-39 0,0-1 0,0 0 0,0 0 15,0 0-15,0 40 0,80-40 0,-80 0 0,0 0 16,0 1-16,40-1 16,0 0-16,0 0 0,1 0 0,-1-40 15,0 40-15,0-40 16,0 0-16,0 0 0</inkml:trace>
  <inkml:trace contextRef="#ctx0" brushRef="#br0" timeOffset="182940.57">6139 7619 0,'0'-120'31,"0"240"-31,40-280 0,41 80 16,-41 80-16,0 0 16,0 80-1,-40-40-15,40 80 32,-40-79-32,0-1 0,40 0 15,-40 0-15,0 40 16,0-40-16,40-80 31,-40 0-15,0 0-16,0 0 0,41 0 15,-41 0-15,40 40 0,-40-41 16,0 1-16,40 40 0,-40-40 0,40 0 16,0 40-1,0 40 1,-40 0-1,40-40-15,-40 40 0,0 1 0,0-1 16,40-40-16,-40 40 16,0 0-16,41 0 0,-41 0 0,0 0 15,40-40-15,-40 40 0,40-40 32,0 0-32</inkml:trace>
  <inkml:trace contextRef="#ctx0" brushRef="#br0" timeOffset="183190.56">7223 7299 0,'0'0'0,"0"-41"0,40 1 16,0 0 0,0 40-1,0 161 1,41 39-1,-41 41 17,-40-41-17,-40-79 1</inkml:trace>
  <inkml:trace contextRef="#ctx0" brushRef="#br0" timeOffset="183530.54">8025 7579 0,'0'0'0,"40"0"31,-40 40-15,41-40 15,-1 41-31,40-41 16,-40 0-16,161-41 16,-121 41-16,0 0 0,-40-40 15,281 0 1,-80-40 15,-121 80-15,-79-40-16</inkml:trace>
  <inkml:trace contextRef="#ctx0" brushRef="#br0" timeOffset="183810.48">9189 7339 0,'-40'0'16,"0"-40"-16,0 40 15,-1 0-15,41-41 16,41 41 31,-41 41-47,40-41 0,0 40 16,40 0-16,-40-40 0,-40 40 15,40-40-15,0 40 0,1-40 16,-1 40-16,0 0 0,0-40 15,-40 40-15,40-40 16,-40 40-16,0 1 0,0-1 0,0 0 16,-80-40-16,80 40 0,-40 0 0,0-40 15,-1 40-15,1-40 0,0 40 16,0-40-16,40 40 0,-40-40 0</inkml:trace>
  <inkml:trace contextRef="#ctx0" brushRef="#br0" timeOffset="184140.46">10714 7058 0,'-40'0'16,"-1"0"0,41 40-16,0 0 15,0 0-15,0 0 16,0 0-16,0 1 0,0-1 0,0 0 16,0 0-16,0 0 0,0 0 15,0 0-15,0 0 0,0 0 0,0 41 0,0-41 16,0 0-16,0 0 15,0 0-15,0 0 0,0 0 0,0 0 0,-40 0 16,40 1-16,0-1 0</inkml:trace>
  <inkml:trace contextRef="#ctx0" brushRef="#br0" timeOffset="184490.45">10513 7258 0,'0'-80'15,"0"160"-15,0-200 0,80 40 16,-40 80-16,-40-40 0,41 40 31,-1 40-15,40 120-1,40-39 1,-39-41 0,119 40-1,-119-80 1,79 0 0,1-40 15,-121 0-31,40-80 15</inkml:trace>
  <inkml:trace contextRef="#ctx0" brushRef="#br0" timeOffset="184810.39">11757 7218 0,'0'0'16,"-40"-80"-1,0-40 1,0 80-1,0 0 1,40 0-16,0 80 63,0 0-63,0 0 15,0 0-15,0 0 16,40 0-16,0 0 0,-40 0 15,0 0-15,0 1 16,40-1-16,-40 0 0,0 0 0,40 0 0,-40 0 16,40 0-16,-40 0 0,0 0 0,40-40 15,-40 41-15,40-1 16,-40 0-16,41-40 16</inkml:trace>
  <inkml:trace contextRef="#ctx0" brushRef="#br0" timeOffset="185090.45">12158 7619 0,'0'41'0,"40"-41"16,-40 40-16,0 0 16,0 0-1,0 0 1,0 0-16,41 0 0,-41 0 0,0 0 16,40 0-16,-40 1 15,0-1-15</inkml:trace>
  <inkml:trace contextRef="#ctx0" brushRef="#br0" timeOffset="186680.34">3210 10186 0,'0'0'16,"0"-40"-1,0 0 16,0 0-15,0 0-16,0 0 16,0 0-1,40 40-15,-40-41 32,40 41-32,0 0 15,1 0-15,-1 0 16,0 41-16,0-41 0,80 120 31,-120-80-31,41 0 0,-41 0 0,40 0 0,-40 0 16,40 41-16,0 39 31,-40-40-31,-40 40 31,-40-120-15,80-40 15,40 40-31,40-120 31,-80 80-31,120-80 16,-80 120-16,1-41 0,-41 1 16,40 0-16,0 40 0,0-40 0,80-80 31,-80 80-31,-40 0 0,41 0 15,-41-1-15,0-39 16,0 40 0,-41 40-16,1 0 31,-40 120-15,40-79-16,-40 119 15,40-120-15,40 0 0,0 0 16,-41 0-16,41 41 15,0-41-15,-40 80 16,40-80-16,40 0 0,1 0 16,119-40-1,-120 0-15,40-80 16</inkml:trace>
  <inkml:trace contextRef="#ctx0" brushRef="#br0" timeOffset="187160.26">4855 10306 0,'0'-40'31,"40"40"-15,1 0-1,-1 0 1,0 0-16,0 0 0,0 40 16,0-40-16,-40 41 15,40-41-15,0 80 0,1-40 0,-41 0 16,40-40-16,-40 40 16,0 0-16,0 0 0,0 0 15,0 1 1,-40-41-16,-1 40 31,1-40-31,0 0 16,80 0 46,-40-40-46,40 40-1,-40-41-15,81 41 0,-41-40 0,0 40 16,0 0-16,0-40 16,0 40-1,0 0-15</inkml:trace>
  <inkml:trace contextRef="#ctx0" brushRef="#br0" timeOffset="187580.28">6220 9785 0,'0'-40'16,"-41"40"0,1 0-16,0 0 15,40 40 1,-40 0-16,0-40 0,40 40 0,-40 0 15,40 1-15,-40-1 16,40 0-16,0 0 0,-40 0 0,40 0 16,0 0-16,0 0 0,0 0 0,0 0 0,0 1 15,80-41-15,-80 40 0,40 0 16,0 0-16,0-40 0,0 40 0,0-40 16,1 0-1,-1 0-15,0 0 0,0 0 0</inkml:trace>
  <inkml:trace contextRef="#ctx0" brushRef="#br0" timeOffset="188040.23">6701 10066 0,'0'-80'15,"40"80"-15,0-40 16,-40-1-16,40 41 31,1 41-31,-41-1 16,80 80-1,-80-80-15,40 80 16,0-80-16,-40 1 31,0-82 0,40 41-31,-40-40 16,0 0-16,40 0 0,-40 0 0,40 0 0,-40 0 16,0 0-16,41 40 0,-41-40 15,40 0-15,0-1 0,0 1 16,0 40 0,0 0-16,0 0 15,1 0 1,-41 40-16,40 1 0,-40-1 15,0 0-15,0 0 16,0 0-16,0 0 0,0 0 0,0 0 16,0 0-16,0 0 0,0 1 0,0-1 15</inkml:trace>
  <inkml:trace contextRef="#ctx0" brushRef="#br0" timeOffset="188330.18">7825 9745 0,'0'0'0,"-40"-40"16,40-40 0,40 80-1,40 120 1,-40-80-16,40 121 31,-80-121-31,40 0 0,1 40 16,-41 80-1,0-120-15,-41 81 16,41-81-16,0 0 16</inkml:trace>
  <inkml:trace contextRef="#ctx0" brushRef="#br0" timeOffset="188890.15">8748 10066 0,'-41'0'0,"82"0"0,-82 40 0,1-40 32,121 0-32,-81-40 15,40 40 1,40 0 15,80 0-15,-119 0-16,199-40 15,-200 40-15,41-40 0,119 0 16,81-41 15,-120 41-15,-201 40 15</inkml:trace>
  <inkml:trace contextRef="#ctx0" brushRef="#br0" timeOffset="189280.2">9711 9544 0,'0'0'16,"-41"41"-16,1-1 16,40 0-1,40 0 1,1-40-1,39 40 1,80 0 0,1 0-1,-81 0 17,-40-40-32,-40 40 15,40 1-15,-40-1 16,0 0-16,-120 40 31,0 40-15,79-120-16,1 40 0</inkml:trace>
  <inkml:trace contextRef="#ctx0" brushRef="#br0" timeOffset="189630.1">11436 9464 0,'-120'80'15,"240"-160"-15,-280 160 16,119-39 0,41-1-16,0 0 31,0 120-15,0 1-1,41-81 16,-41-40-31,0 0 16,0 0-16,40-40 0</inkml:trace>
  <inkml:trace contextRef="#ctx0" brushRef="#br0" timeOffset="190000.17">11276 9424 0,'0'-40'16,"40"40"46,-40 40-62,0 0 0,0 0 16,40-40-16,0 40 0,-40 1 0,40-41 16,-40 40-16,40 0 0,0-40 15,-40 40-15,40 0 0,1-40 0,-1 40 0,-40 0 16,40-40-16,0 0 16,0 40-16,0-40 0,0 0 0,-40 40 0,40-40 15,1 0-15,-1 0 0,0 0 16,0 41-16,0-41 0,0 0 15,0 0 1,0 0-16</inkml:trace>
  <inkml:trace contextRef="#ctx0" brushRef="#br0" timeOffset="190370.06">11998 9384 0,'-40'0'16,"40"40"62,0 0-78,0 0 0,0 0 0,0 1 15,0-1 1,0 0-16,0 0 0,0 0 0,0 0 0,0 0 16,0 0-16,40 0 0,-40 1 15,0-1-15,40-40 0,-40 40 16,40-40-16,-40 40 0,40 0 15,0-40-15</inkml:trace>
  <inkml:trace contextRef="#ctx0" brushRef="#br0" timeOffset="191170.02">12760 9825 0,'0'40'16,"40"-40"15,0 0-16,1 0-15,-1 0 16,0 40 0,0-40-1,-40 41-15,0-1 0,0 0 16,40-40-16,-40 40 16,0 0-16,0 0 0,0 0 15,0 0 1,0 0-16,0 0 0,-40-40 0,40 41 0,-40-1 15,0 0-15,40 0 16,-40-40-16,-1 0 0,41 40 0,-40-40 16,80 0 31,-40-40-32,41 40-15,-41-40 16,40 40-1,0 0-15,0 0 16,0 0-16,0 0 0,0 0 16,0 0-16,1 0 0,-1 0 15,40-40-15,-40 40 0,0 0 0,0 0 0,41 0 16,-41 0-16,0 0 16,0 0-16,0 0 0,0 0 0,0 0 0,0 0 15,1 0 1,-82 0 31</inkml:trace>
  <inkml:trace contextRef="#ctx0" brushRef="#br0" timeOffset="193149.92">5056 11790 0,'0'40'110,"0"1"-95,0-1-15,0 0 16,0 0-16,40 0 0,-40 0 0,0 40 16,0-40-16,0 1 0,40-1 15,-40 40-15,0-40 0,0 0 0,40 0 0,-40 0 16,0 0-16,0 0 0,0 1 15,40-1-15,-40 0 0,0 0 0,0 0 16,0 0-16</inkml:trace>
  <inkml:trace contextRef="#ctx0" brushRef="#br0" timeOffset="194019.87">4976 12151 0,'0'-40'0,"-40"40"47,80 0 140,-40-40-171,40 40-16,0 0 31,-40-40-31,40 40 16,0 0-16,0 0 15,-40-40 1,40 40-16,1 0 16,-1 0-1,-40 40-15,40-40 0,-40 40 0,40-40 16,-40 40-16,40-40 15,-40 40-15,40-40 0,-40 40 0,40-40 0,0 41 16,1-41-16,-41 40 0,40-40 0,0 40 16,0-40-16,0 40 15,0-40-15,0 40 0,0-40 16,1 0 0,-1 40-16,0-40 0,0 40 0,0-40 15,0 40-15,0-40 0,0 0 16,1 40-16,-1-40 0,0 0 0,0 40 15,40-40-15,-40 0 16,0 41-16,1-41 0,-1 0 0,0 0 16,0 0-16,0 0 0</inkml:trace>
  <inkml:trace contextRef="#ctx0" brushRef="#br0" timeOffset="194529.83">6821 11710 0,'-40'0'15,"0"0"48,40 40-1,0 0-46,0 0 0,40-40-16,-40 41 0,0-1 0,40-40 15,-40 40-15,0 0 0,0 0 16,0 40-16,41-40 0,-41 0 0,0 41 0,0-41 15,40 40-15,-40-40 16,0 0-16,40 0 0,-40 0 0,0 0 0,40 1 16,0-1-16,-40 0 0,40-40 0,-40 40 0,40-40 15</inkml:trace>
  <inkml:trace contextRef="#ctx0" brushRef="#br0" timeOffset="196599.77">6701 12713 0,'-40'0'0,"40"-40"15,-40 0 1,80 80 218,0-40-218,0 0 0,0 0-16,0 0 15,1 0 1,-1 0-16,0 0 0,-40 40 0,40-40 0,0 0 16,0 0-1,0 0-15,0 0 0,1 0 16,-1 0-1</inkml:trace>
  <inkml:trace contextRef="#ctx0" brushRef="#br0" timeOffset="197789.65">8306 12191 0,'-40'0'16,"0"0"15,80 0 79,0 0-110,0 0 15,0-40 1,1 40-16,-1 0 0,0 0 0,0 0 0,0 0 15,40-40-15,-40 40 0,41 0 0,-1-40 0,-40 40 16,40-40-16,1 40 0,-41 0 16,40-40-16,-40 40 0,0 0 0,40-40 0,-39 40 15,-1-40-15,0 40 16</inkml:trace>
  <inkml:trace contextRef="#ctx0" brushRef="#br0" timeOffset="198229.63">8386 12753 0,'-40'0'0,"80"0"0,-40 0 31,41 0-15,39 0-1,-40 0-15,0 0 0,0 0 0,0 0 16,0-40-16,1 40 0,39 0 16,-40 0-16,0 0 0,0 0 0,40 0 0,-39 0 15,-1-40-15,40 40 16,-40 0-16,40-40 0,-40 40 0,41-41 0,-41 41 15,40 0-15,-40-40 0</inkml:trace>
  <inkml:trace contextRef="#ctx0" brushRef="#br0" timeOffset="199599.51">10714 11911 0,'0'0'0,"0"40"62,0 0-46,0 0 0,0 0-16,0 0 15,0 0-15,0 0 16,0 1-16,0-1 0,40 0 15,-40 0-15,40-40 0,-40 40 0,0 0 0,0 0 16,40-40-16,-40 40 16,0 0-16,0 0 0,40-40 0,-40 41 0,-40-41 93,40-41-93,0 1 16,-40 40-16,40-40 0,-40 40 0,40-40 0,0 0 16,0 0-16,-40 0 15,40 0-15,-40 0 0,40 0 0,0-1 0,0 1 16,-41 0-16,41 0 16,0 0-16,0 0 0,0 0 15,41 0-15,-41 0 16,40 40-16,-40-41 15,40 41-15,-40-40 0,0 0 16,40 40 0,-40 40 31,40-40-32,-40 40-15,40 1 0,0-1 16,1 0-16,-1 0 15,0 0-15,-40 0 16,40-40-16,-40 40 0,40-40 0,-40 40 16,40-40-16,-40 40 15,40-40-15,-40 41 0,0-1 16,40-40-16,-40 40 16,0 0-16,41-40 0,-41 40 15,0-80 48,0 0-63,0 0 0,40 0 15,-40-1 1,0 1-16,40 0 0,-40 0 0,0 0 0,0 0 16,40 0-16,-40 0 0,40 0 15,-40-1-15,0 1 0,40 0 0,-40 0 0,0 0 16,40 40-16,-40-40 15,0 0-15,40 40 0,-40-40 16,41 40-16,-1 0 16,0 0-1,-40 40 17,40 0-17,-40 0-15,40-40 16,-40 40-16,40 0 0,-40 0 0,40 0 15,-40 1-15,40-1 0,1 0 16,-41 0 0,40 0-16,-40 0 0,40 0 0,-40 0 15,0 0-15,40 1 16,-40-1-16,0 0 0,0 0 0,40 0 16,-40 0-1,40 0-15,0 0 16,0-40-16</inkml:trace>
  <inkml:trace contextRef="#ctx0" brushRef="#br0" timeOffset="200249.55">13202 11911 0,'40'-40'16,"-80"80"-16,80-121 31,-80 81-31,-1 0 16,1 0-1,0 41 1,0-1-1,0 40 1,0 0 0,0 40-1,40-39 17,40-81-17,0 0 16,0-40-31,-40-1 16,40 1 0,-40 0-16,0 0 0,0 0 15,40 40-15,-40-40 16,0 0-16,0 0 16,0 80 46,40-40-62,-40 40 16,41 0-16,-1 0 15,0-40-15,0 40 0,0 0 16,0-40-16,0 40 0,0-40 16,1 41-16,-1-41 0,0 0 0,0 40 0,0-40 15,0 0-15,0 0 16,0 40-16,1-40 0,-1 0 0,0 0 15,0 0-15,0-40 0</inkml:trace>
  <inkml:trace contextRef="#ctx0" brushRef="#br0" timeOffset="200519.54">13924 11871 0,'-40'0'15,"80"0"1,-40-41-16,80 41 16,81 0-1,-1 121 17,-40-81-32,-79 0 0,119 40 31,-120-80-31,0 0 0,1 40 0,-1-40 0,0 0 15,0 0-15,0 40 0,0-40 0,0 0 16,0 0-16,1 0 16,-1-40-16</inkml:trace>
  <inkml:trace contextRef="#ctx0" brushRef="#br0" timeOffset="200799.53">15047 11790 0,'0'0'0,"-40"-40"16,-40 40 0,40 0-1,0 0-15,0 40 32,40 0-32,-40 1 15,-1-1-15,-39 80 16,80-80-16,-40 0 0,40 0 15,-80 0-15,80 1 0,-121 79 32,121-80-32,-40-40 0,40 40 0,-40 0 15,0 0-15,40 0 16,-40-40-16</inkml:trace>
  <inkml:trace contextRef="#ctx0" brushRef="#br0" timeOffset="201339.41">16091 11189 0,'-40'40'15,"-1"-40"48,41 40-63,-40-40 16,40 40-16,0 0 0,0 0 15,-40 0-15,40 1 0,-40-1 16,40 0-16,0 0 0,0 0 0,0 0 0,0 0 15,0 0-15,0 0 0,0 0 0,0 1 0,0-1 16,40 0-16,-40 0 0,40 0 16,-40 0-16,0 0 0,40 0 0,1 0 15,-41 1 1,40-41-16,0 40 0,0-40 16,0 0-16,0 0 15,0 0-15,0 0 0</inkml:trace>
  <inkml:trace contextRef="#ctx0" brushRef="#br0" timeOffset="201669.42">16973 11429 0,'-40'-40'32,"80"80"-32,-120-80 15,40 40 1,40 40 0,0 1-1,40-1-15,-40 0 16,0 0-16,40 0 15,-40 0-15,0 0 0,40 0 0,-40 0 0,0 0 16,0 1-16,0-1 0,41 0 0,-41 0 16,0 0-16,40 0 15,-40 0-15</inkml:trace>
  <inkml:trace contextRef="#ctx0" brushRef="#br0" timeOffset="202019.44">16893 11309 0,'0'-40'15,"0"80"-15,40-80 31,0 40-31,41 80 16,-41 0-16,120 41 31,1 39-15,-1-80 0,41 1 15,-81-81-16,-39-41 1</inkml:trace>
  <inkml:trace contextRef="#ctx0" brushRef="#br0" timeOffset="202289.37">17936 11229 0,'0'-80'16,"-40"40"0,0 80 31,40 0-47,0 0 0,0 0 15,0 0-15,0 0 16,0 0-16,0 0 0,0 1 0,0-1 0,40 0 15,-40 0-15,0 0 0,0 0 0,40 0 0,-40 0 16,0 0-16,0 0 0,41 1 16,-41-1-16,0 0 0,40-40 0,-40 40 15,40-40 1</inkml:trace>
  <inkml:trace contextRef="#ctx0" brushRef="#br0" timeOffset="202769.42">18458 12071 0,'40'0'16,"-40"-40"-16,0 0 15,0 0-15,0 80 63,0 0-63,0 0 16,40 0-16,-40 0 15,41 0-15,-41 1 16,40-1-16,-40 0 15,0 0-15,40-40 0,-40 40 0,0 0 16</inkml:trace>
  <inkml:trace contextRef="#ctx0" brushRef="#br0" timeOffset="203179.3">19582 12191 0,'0'0'0,"40"0"15,-40 41 17,0-1-17,0 0-15,40-40 0,-40 40 16,0 0-16,0 0 15,0 0-15,40 0 0,-40 0 0,0 0 16,0 1-16,0-1 0,-40-40 16,40 40-1,-40 0-15,0-40 0,0 0 16</inkml:trace>
  <inkml:trace contextRef="#ctx0" brushRef="#br0" timeOffset="203559.29">20585 11309 0,'-40'0'0,"0"40"16,40 0 15,0 0-31,0 1 16,40-1-16,-40 0 0,0 0 0,0 0 0,40 0 15,-40 0-15,0 0 0,0 0 0,0 0 0,0 1 16,0-1-16,0 0 16,40 0-16,-40 0 0,0 0 0,40 0 15,-40 0-15,40-40 16,-40 40-16,40-40 0</inkml:trace>
  <inkml:trace contextRef="#ctx0" brushRef="#br0" timeOffset="203909.26">20505 11229 0,'0'0'0,"0"40"31,40 0-15,0 0-16,40 81 31,40-1-15,-79-80-16,119 40 15,-120-40-15,81 0 31,-81-40-31,120 40 16,-120-40-16,0 0 0,1 0 16,-1-40-16</inkml:trace>
  <inkml:trace contextRef="#ctx0" brushRef="#br0" timeOffset="204199.31">21427 11028 0,'-40'0'15,"80"0"-15,-80-40 16,40 80 15,0 41-15,0-1-1,0 160 1,0-39 0,81-41-1,-1-79 17,-80-41-32</inkml:trace>
  <inkml:trace contextRef="#ctx0" brushRef="#br0" timeOffset="204759.24">21949 11630 0,'40'-40'15,"0"40"-15,1 0 0,-1 0 16,0 0-16,0 0 16,0 0-16,0 0 15,0 40-15,0-40 0,1 0 16,-41 40 0,40-40-16,-40 40 0,40 0 15,-40 0-15,0 0 16,0 1-16,0-1 0,0 0 15,-40-40-15,40 40 0,-40-40 16,40 40-16,-41-40 16,41 40-16,-40-40 0,0 40 15,0-40 1,80-40 31,0 0-32,0 40-15,1-40 16,-1 40-16,0 0 0,0-40 16,0 40-16,0 0 15,0 0-15,0 0 0,1 0 0,-1 0 16,0 0-16,0 0 16,0 0-16,0 0 0,0 0 0,0 0 15,1 0-15,-1 0 0,0 0 16,0 0-16,0 0 0,0 0 15,0 0-15,-40-40 16</inkml:trace>
  <inkml:trace contextRef="#ctx0" brushRef="#br0" timeOffset="205459.17">23354 10788 0,'0'0'16,"0"40"109,40-40-125,-40 40 15,40-40-15,-40 40 16,40 0-16,40 0 0,-80 0 0,40-40 16,0 40-16,-40 1 15,41-41-15,-41 40 0,40 0 0,0 0 0,-40 0 16,0 0-16,40-40 0,-40 40 15,40 0-15,-40 0 0,0 1 0,0-1 0,40-40 16,-40 40-16,0 0 0,0 0 0,0 0 0,0 0 16,0 0-16,0 0 0,0 0 15,0 1-15,-40-1 0,40 0 0,0 0 0,-40 0 16,40 0-16,-40 0 16,0 0-16,40 0 0,-40-40 15,40 41-15,-41-41 16</inkml:trace>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8-22T04:19:30.097"/>
    </inkml:context>
    <inkml:brush xml:id="br0">
      <inkml:brushProperty name="width" value="0.05292" units="cm"/>
      <inkml:brushProperty name="height" value="0.05292" units="cm"/>
      <inkml:brushProperty name="color" value="#FF0000"/>
    </inkml:brush>
  </inkml:definitions>
  <inkml:trace contextRef="#ctx0" brushRef="#br0">1565 1724 0,'0'0'0,"-40"0"0,80 0 109,-40-40-109,40 40 0,-40-40 16,80 40-16,-80-40 16,40 40-16,1-40 0,-1 40 0,0 0 0,0-41 15,0 41-15,0 0 16,0 0-1,-40 41-15,40-41 0,1 40 0,-1 0 16,-40 0 0,40 0-16,-40 0 0,40 0 0,-40 0 0,0 40 0,0-39 15,0-1-15,0 40 16,-40-40-16,40 40 0,-40-40 0,0 41 0,-1-41 16,1 0-16,0 0 0,0 0 0,0 0 0,40 0 15,-40-40-15,80 0 47,-40-40-47,40 40 0,0-80 16,0 80-16,-40-40 0,40 40 15,1-40-15,-1 0 0,0 40 0,0-41 16,0 1-16,0 40 0,-40-40 16,40 0-16,0 40 0,1-40 0,-1 40 0,-40-40 15,40 0-15,0 40 0,-40-40 0,40 40 0,-40-40 16,40-1-16,0 1 15,-40 0-15,40 0 0,-40 0 16,41 40-16,-41-40 16,40 0-1,-80 40 17,-1 0-17,1 0 1,40 40-16,-40-40 0,0 0 15,40 40-15,0 0 16,-40-40-16,40 40 0,0 0 16,0 0-1,-40-40-15,40 41 0,0-1 0,0 0 0,-40 0 16,40 0-16,0 0 0,0 0 16,0 0-16,0 0 0,-40 1 0,40-1 15,0 0-15,0 0 0,0 0 0,80-40 16,-80 40-16,40-40 15,-40 40-15,40-40 0,0 0 0,0 0 16,0 0-16,1 0 0</inkml:trace>
  <inkml:trace contextRef="#ctx0" brushRef="#br0" timeOffset="279.91">3290 2406 0,'-40'0'0,"40"-40"31,0 80 16,40-40-47,-40 40 16,0 0-16,40 0 15,1 0-15,-41 0 0,0 0 0,40 0 16,-40 1 0,0-1-16,40 0 0,-40 0 0,0 0 15</inkml:trace>
  <inkml:trace contextRef="#ctx0" brushRef="#br0" timeOffset="679.95">3973 1644 0,'-41'0'16,"82"0"-16,-82 40 0,1 40 16,40-40-16,-40 0 0,40 0 15,0 0-15,-40 1 16,40-1-16,0 40 0,0-40 0,0 0 0,0 0 0,0 0 15,0 0-15,0 1 16,80 119 0,41-40-1,-41-80 1</inkml:trace>
  <inkml:trace contextRef="#ctx0" brushRef="#br0" timeOffset="1179.93">4294 2165 0,'40'-80'16,"-80"160"-16,280-240 16,-200 160-16,81 0 31,39 80-16,-160-40-15,121 120 16,-81-119-16,-40-1 16,40 80-1,-80 0 17,0-120-17,40-80 1,0-40-1,80-1 17,40 1-17,1 80 1,-1 40 0,0 40 15,1 80-16,-121-79-15,40 119 16,-40-120-16,40-40 0,-40 40 16,0 121-1,0-121 17</inkml:trace>
  <inkml:trace contextRef="#ctx0" brushRef="#br0" timeOffset="1489.9">6099 1724 0,'0'0'0,"40"-40"15,41 120 1,79 40 15,-40 81-15,-79-121-1,-1-40-15,40 121 16,-40-121-16,-40 80 16,0-80-16,-160 121 15,119-121-15,1 0 0,0 0 16,-120 80-1</inkml:trace>
  <inkml:trace contextRef="#ctx0" brushRef="#br0" timeOffset="1899.83">7263 2205 0,'-40'40'0,"0"-40"16,120 0 0,-80-40-16,40 40 0,0 0 0,0-40 0,0 40 15,1-40-15,-1 40 16,0 0-16,40 0 0,-40 0 0,40 0 0,-39-40 15,39 40-15,-40 0 0,0 0 16,40 0-16,-40 0 0,1 0 0,-1 0 0,0 0 16,0 0-1,0 0-15</inkml:trace>
  <inkml:trace contextRef="#ctx0" brushRef="#br0" timeOffset="2119.86">7383 2727 0,'-40'40'15,"80"-80"-15,-40 80 16,81-40-16,119-40 16,81-1 15,-161 1-31,-79 40 0,79-40 15</inkml:trace>
  <inkml:trace contextRef="#ctx0" brushRef="#br0" timeOffset="2919.77">9751 962 0,'-40'40'47,"40"0"-31,-41-40-16,1 40 15,0 0-15,0 0 0,0 1 16,0-1 0,0 0-16,0 0 0,40 0 0,-41 0 0,41 0 15,0 0-15,0 0 16,0 1-16,0-1 0,0 0 0,0 0 0,0 0 16,0 0-16,41 40 0,-41-40 0,40 0 0,-40 1 15,40-1-15,-40 0 0,40 0 16,-40 0-16,40 0 0,-40 0 0,0 0 0,0 0 15,0 1-15,0-1 16,0 0-16,-40-40 0,40 40 0,-40-40 16,40 40-16,-40-40 0,-41 0 15,41 0-15,0 0 16,0 0-16,40-40 0,-40 40 16,40-40-16,0 0 46,40 40-46,0 0 16,-40 40 0,40 0-16,0 0 0,-40 0 15,0 0-15,41 0 16,-41 0-16,0 0 0,40 1 0,-40-1 16,0 0-16,40 0 0,-40 0 0,40 0 0,0 0 0,-40 0 15,40 0-15,0 1 16,-40-1-16,40 0 0,1 40 0,-41-40 0,40-40 15,0 40-15,-40 0 0,40 0 16,-40 0-16,40-40 0,0 41 0,-40-1 0,40-40 16,-40 40-16,40-40 15,1 40-15</inkml:trace>
  <inkml:trace contextRef="#ctx0" brushRef="#br0" timeOffset="10929.3">10433 1965 0,'0'-41'63,"0"1"124,40 40-187,-40 40 63,0 1-63,-40-1 16,40 0-16,0 0 0,40 0 15,-40 0-15,0 0 16,40 0-16,-40 0 0,40 1 0,-40-1 0,40 0 15,-40 0-15,0 0 16,0 0-16,40 0 0,-40 0 0,0 0 16,0 0-16,41 1 0,-41-1 15,0 0-15,0 0 16</inkml:trace>
  <inkml:trace contextRef="#ctx0" brushRef="#br0" timeOffset="11439.31">11276 2847 0,'40'0'16,"-40"40"46,0 40-46,0-40-16,0 0 0,0 1 0,0-1 16,0 0-16,0 0 0,-40 0 15,40 0-15,0 0 0,0 0 0,-41-40 0,41 40 16,-40-40-16,40 40 0,0 1 0</inkml:trace>
  <inkml:trace contextRef="#ctx0" brushRef="#br0" timeOffset="12079.28">12038 2085 0,'0'0'16,"80"-40"0,41 40 15,39 0-15,-40 40-1,-79 120 1,-41 1 15,-81-41-15,1-40-1,-40 0 1,39-80 15,122 0 0,-41-40-15,40 40-16,0 0 16,-40-40-16,40 40 0,0 0 0,0 0 15,0 0-15,0 0 0,1 0 0,-1 0 16,40 0-16,-40 0 16,0 0-16,0 0 0,0 0 0,1 0 0,-1 0 15</inkml:trace>
  <inkml:trace contextRef="#ctx0" brushRef="#br0" timeOffset="12409.22">13362 2686 0,'0'41'78,"0"-1"-78,-40-40 0,40 40 0,-40-40 15,40 40-15,-40 0 16,40 0-16,-40-40 0,40 40 0,0 0 16,-41-40-16,41 40 0,0 1 15,-40-1-15,40 0 0,0 0 0</inkml:trace>
  <inkml:trace contextRef="#ctx0" brushRef="#br0" timeOffset="13169.17">13763 2165 0,'0'0'0,"40"0"31,41-80-15,79 80 0,-80 0 15,-39 0-15,-41 80-1,40-40 1,-40 0-16,0 41 15,-81-41-15,81 0 0,-40 0 16,40 0-16,-120 0 31,160-40 16,-40-40-16,40 40-31,0 0 16,0 0-16,1 0 16,-1 0-16,0 0 0,0 0 15,0 80-15,0-80 0,-40 40 0,40 0 0,0-40 16,1 40-16,-41 1 16,40-1-16,0 0 0,-40 0 0,0 0 15,0 0-15,0 0 16,0 0-16,-40-40 0,40 40 15,-40-40-15,-1 41 0,-39-41 16,40 40-16,0-40 0,0 0 0,0 0 0,0 0 16,-1 0-16,1 0 15,0 0-15,0 0 0,0-40 0,0 40 0,40-41 16,-40 1-16</inkml:trace>
  <inkml:trace contextRef="#ctx0" brushRef="#br0" timeOffset="14209.1">15007 1523 0,'40'0'31,"1"0"16,-41 41-31,80-41-16,-40 0 16,-40 40-16,40-40 0,-40 40 15,40 0-15,0 0 0,-40 0 0,0 0 16,0 0-16,0 0 15,0 0-15,0 1 0,0-1 0,0 0 16,0 0-16,-40 0 16,40 0-16,0 0 0,-40-40 0,40 40 0,0 0 15,0 1-15,0-1 0,0 0 16,0 0 0,0 0-16,40-40 0,-40 40 15,40-40-15,41 0 16,-81 40-16,40-40 0,0 0 0,0 0 0,0 0 15,0 0-15,0 0 16,0 0-16,1 0 0,-1-40 0,0 40 16,-40-40-1,40 40-15,-40-40 16,0 80 31,-80 0-32,80 0-15,0 0 0,0 0 16,-40 0-16,40 1 16,0-1-16,0 0 0,0 0 0,-41 0 15,41 0-15,0 0 0,0 40 0,0-39 0,-40-1 16,40 40-16,0-40 16,0 40-16,-40-40 0,40 0 0,0 41 0,-40-41 15,40 0-15,0 0 0,-40 0 16,40 0-16,-40 0 0,40 0 0,-40-40 15,40 40-15,-40 1 16,-1-1-16,1 0 16,0-40-16,0 40 15,0-40-15,0 40 0,0-40 0,0 0 0,-1 0 16,1 0-16,0 0 16</inkml:trace>
  <inkml:trace contextRef="#ctx0" brushRef="#br0" timeOffset="14839.07">16532 2005 0,'0'40'94</inkml:trace>
  <inkml:trace contextRef="#ctx0" brushRef="#br0" timeOffset="15079.12">16412 3368 0,'0'0'0,"0"40"0,0 0 15,40 81 1,-40-81-16,40 80 16,-40-80-16,0 0 0,0 41 15,-80-1 17,40-40-32,-1-40 15,1 0-15</inkml:trace>
  <inkml:trace contextRef="#ctx0" brushRef="#br0" timeOffset="16268.98">17656 2045 0,'0'0'0,"40"0"0,0 0 125,0 0-109,0 0 0,0 0-16,0 0 15,0 0-15,-40 40 16,41-40-16,-1 40 0,-40 0 0,40 0 0,0 0 15,-40 0 1,0 41-16,0-41 0,0 0 0,0 0 0,0 0 16,0 0-16,0 0 0,-40 40 15,40-39-15,-40-1 0,40 0 0,-81-40 0,81 40 16,-40-40-16,0 40 0,0-40 0,0 40 16,0-40-1,40-40 1,0 0-1,40 0-15,0 0 0,0 0 16,0-1-16,0 1 16,1 40-16,-41-40 0,40 0 0,0 0 0,0 40 15,0-40-15,0 0 0,0 40 0,-40-40 0,41 0 16,-1 40-16,0-40 0,0-1 16,0 1-16,0 0 0,0 0 15,-40 0-15,40 40 0,-40-40 16,41 40-16,-41-40 15,-41 80 32,41 0-31,0 0-16,-40-40 0,40 40 16,0 0-16,0 0 0,-40-40 15,40 41-15,0-1 0,-40 0 0,40 0 0,0 0 16,0 0-16,0 0 15,0 0-15,0 0 0,0 0 0,0 1 0,40-1 16,-40 0-16,40-40 0,-40 40 16,40-40-16,1 40 0,-1-40 0,-40 40 0</inkml:trace>
  <inkml:trace contextRef="#ctx0" brushRef="#br0" timeOffset="16719.02">18819 2807 0,'0'-40'16,"0"80"-16,40-80 0,1 0 16,-1-1-16,0 41 15,0 0-15,0 0 0,40 0 16,41 41-1,-81 119 17,-40 0-17,0-119-15,-80-1 0,80 0 0,-81 40 32,81-40-32,0 0 0,-40-40 15,40-80 1,121 0 15,-1-41-15,-80 81-16,40 0 15,-40 0-15,1 40 0,-1 0 16,0 0-16,-40-40 0,40 40 0,0 0 0,0 0 16,0 0-1,0-40-15,1 40 0</inkml:trace>
  <inkml:trace contextRef="#ctx0" brushRef="#br0" timeOffset="17068.93">20224 2125 0,'-40'0'15,"40"-40"1,-41 40-16,1 0 31,40 40-31,-40 0 0,40 0 0,0 0 16,-40 0-16,40 1 15,0-1-15,-40 0 0,40 0 0,0 0 0,-40 40 16,40-40-16,0 0 0,0 0 16,0 1-16,0-1 0,0 0 0,0 0 15,40 0-15,-40 0 0,40 0 16,0 0-16,0-40 16</inkml:trace>
  <inkml:trace contextRef="#ctx0" brushRef="#br0" timeOffset="17608.9">20344 2366 0,'120'-40'16,"-240"80"-16,240-121 0,-39 41 15,-41 40-15,-40 40 47,0 1-15,0-1-32,40 0 0,-40 0 15,40 0-15,-40 0 16,40 0-16,-40 0 0,0 0 15,0 0 1,0 1-16,-40-41 31,40-41-15,0 1-16,80 40 0,-80-40 16,0 0-16,40 40 15,-40-40-15,41 0 0,-1 0 0,0 0 16,0 0-16,0 40 15,0 0-15,-40-40 0,40 40 16,0 0 0,-40 40-1,0 0-15,0 0 0,41-40 16,-41 40-16,0 0 0,40 0 16,-40 0-16,0 0 0,40-40 0,-40 40 0,0 1 15,0-1-15,0 0 16,0 0-16,0 0 0,0 0 15</inkml:trace>
  <inkml:trace contextRef="#ctx0" brushRef="#br0" timeOffset="17898.96">21588 2125 0,'40'0'16,"0"0"-16,-40 40 15,40 0-15,-40 0 16,0 0 0,0 1-16,0-1 0,0 0 0,0 0 15,0 0-15,0 0 0,0 0 16,0 0-16,0 0 0,-40 0 0,40 1 0,0-1 15,0 0-15,-40 0 0,40 0 16,0 0-16,0 0 0,-40-40 16,40 40-16,0 0 15</inkml:trace>
  <inkml:trace contextRef="#ctx0" brushRef="#br0" timeOffset="18168.87">22310 2326 0,'0'0'0,"121"-81"31,-1 41-16,-80 0 1,81 40 15,39-40-15</inkml:trace>
  <inkml:trace contextRef="#ctx0" brushRef="#br0" timeOffset="18408.84">22310 2927 0,'0'0'16,"40"0"0,121 0 15,-121 0-31,40-40 15,-40 40-15,1-40 0,-1 40 16,0 0-16,0 0 0,0-40 0,0 40 16,0 0-16,0-40 0</inkml:trace>
  <inkml:trace contextRef="#ctx0" brushRef="#br0" timeOffset="19088.84">24196 1564 0,'0'-41'16,"0"82"-16,-40-122 0,40 41 0,-40 40 31,0-40-15,0 40-1,0 80-15,-1 1 16,41-41-16,-40 0 0,0 80 31,40-80-31,-40 161 16,40-161-16,0 0 0,0 80 15,-40-40-15,0 81 32,40-121-32,-40 0 0,0 0 0,-41 80 15,41-79 1,0-41 0,80 0 15,-40-41-16,40 41 1,-40-40 0,40 80-1,1 41 1,39-1 0,-80-40-16,120 120 15,-120-119-15,40 39 0,-40-40 16,81 160-1,-1-39 17,-40-121-32,80 40 15,-80-80-15,121 40 32,-121-40-32,0 0 0,0 0 0,0 0 0</inkml:trace>
  <inkml:trace contextRef="#ctx0" brushRef="#br0" timeOffset="27978.28">24397 2245 0,'0'0'0,"0"40"32,40-40 108,-40-40-93,0 0-31,40 40-16,0 0 15,-40-40-15,40 40 0,0 0 32,-40-40-32,41 40 0,-1 0 15,0 0 1,0 0 15,-40 40-15,40-40-16,0 0 31,-40 40-31,0 0 47,40-40-47,-40 40 15,40-40-15,-40 41 16,0-1 0,0 0-16,0 0 0,-40 0 15,40 0-15,-40 0 0,40 0 16,-40-40-16,40 40 16,0 0-16,-40-40 0,40 41 0,0-1 15,-40 0 1,40 0 15,-40-40-31,0 0 16,40 40-16,-41-40 15,1 0 1,0 0 0,80 0 109,0 0-79,1 0-14,-1 40-32,0-40 0,0 0 15,-40 40-15,40-40 0,0 0 16,0 40-16,0 0 0,1-40 0,-1 0 16,0 41-1,0-41 1,0 0-1</inkml:trace>
  <inkml:trace contextRef="#ctx0" brushRef="#br0" timeOffset="28348.27">25440 3088 0,'0'40'62,"0"0"-15,0 0-47,0 0 16,0 0 0,0 0-16,0 0 0,0 0 15,-40-40-15,40 40 16,-80 1-16,40-1 0,-1-40 0</inkml:trace>
  <inkml:trace contextRef="#ctx0" brushRef="#br0" timeOffset="28988.3">25962 2205 0,'0'0'0,"-40"0"15,40 40 17,40-40-17,-40 40 1,0 1 15,0-1-15,40 120-1,40-40 1,0 41 15,-39-41-15,-1-80-1</inkml:trace>
  <inkml:trace contextRef="#ctx0" brushRef="#br0" timeOffset="29488.2">27045 3007 0,'40'0'0,"-40"40"47,0 1-47,0-1 15,0 0 1,0 0-16,0 0 0,0 0 16,0 0-1,0 0-15,0 0 0,0 0 16,-40 1-1</inkml:trace>
  <inkml:trace contextRef="#ctx0" brushRef="#br0" timeOffset="30338.15">27888 2245 0,'-40'0'16,"80"0"-16,-120-40 15,120 40 1,0 0 15,0 0-31,0 0 0,0 0 16,0 0-16,0 0 15,1 0-15,-1 0 16,0 0-16,0 0 0,0 40 0,0-40 16,0 0-1,0 0-15,-40 40 0,41-40 16,-41 41-16,40-41 15,-40 40-15,0 0 0,0 0 16,0 0 0,-40 0-16,-1 0 0,41 0 0,-40-40 15,40 40-15,-40 0 0,0-40 0,40 41 16,-40-41-16,80 0 94,0 0-79,0 40 1,0-40-16,1 40 0,-1 0 16,0-40-1,-40 40-15,40 0 0,-40 0 16,0 0-1,0 0-15,0 1 0,0-1 16,0 0 0,-40-40-16,0 0 15,40 40-15,-40-40 0,-1 0 0,1 0 16,0 0 0,0 0-16,0 0 0,0 40 15,0-40-15,0 0 16</inkml:trace>
  <inkml:trace contextRef="#ctx0" brushRef="#br0" timeOffset="30698.12">29292 3168 0,'0'0'16,"0"40"46,0 0-46,0 40-16,-40-40 0,40 0 16,0 0-16,0 1 0,-40-41 0,40 40 0,0 0 15,-40-40-15,40 40 16,0 0-16,0 0 0,0 0 0,-40-40 16,40 40-16</inkml:trace>
  <inkml:trace contextRef="#ctx0" brushRef="#br0" timeOffset="31218.09">30255 2285 0,'-40'0'0,"0"0"31,0 0-15,40 41-16,-40-1 15,0 0-15,40 0 0,-40 0 0,-1-40 16,41 40-16,-40 0 16,0 0-16,40 0 0,-40 0 0,40 1 0,-40-1 15,40 0-15,-40-40 0,40 40 0,0 0 32,40-40-1,0 0-16,0 0 1,0 0-16,0 0 0,1 0 0,-1 0 16,40 0-16,-40 0 0,0-40 0,0 40 0,41 0 15,-41 0-15,0 0 16,40 0-16,-40-40 0,40 40 0,-39 0 0,-1 0 16,40 0-16,-40 0 0,0 0 15,0 0-15,0 0 0,1 0 0,-1 0 0,0 0 16</inkml:trace>
  <inkml:trace contextRef="#ctx0" brushRef="#br0" timeOffset="31588.15">30416 2406 0,'0'-40'0,"0"80"62,0 0-46,0 0-16,0 0 15,0 0-15,0 0 0,0 0 0,0 0 0,0 1 16,0 39-16,40-40 16,-40 0-16,0 0 0,0 40 0,0-40 0,0 1 15,0-1-15,0 0 0,0 0 0,0 0 0,0 0 16,0 0-16,40 0 0,-40 0 16,0 0-16,0 1 15</inkml:trace>
  <inkml:trace contextRef="#ctx0" brushRef="#br0" timeOffset="32728.08">31138 1965 0,'0'-41'31,"40"41"1,0 0-17,0 41-15,1-41 0,-1 0 16,-40 40-16,40-40 16,0 0-16,0 0 0,0 40 0,0-40 0,0 0 15,1 40-15,-1-40 16,0 40-16,0-40 0,-40 40 15,40-40-15,-40 40 16,0 0 0,0 0-16,-40-40 15,40 41-15,0-1 16,-40-40-16,40 40 0,-40-40 0,40 40 0,0 0 16,-40 0-1,40 0-15,-41-40 0,41 40 0,0 0 16,0 0-16,0 1 15,0-1-15,41 0 0,-1-40 16,-40 40 0,40-40-16,-40 40 0,40-40 15,0 0-15,0 0 0,0 0 16,0 0 0,1 0-16,-1-40 15,-40 0 1,40 40-1,-40 40 79,0 0-94,-40 0 16,40 0-1,0 0-15,0 0 0,0 1 0,-40-41 16,40 40-16,0 40 0,-41-80 16,41 40-16,0 0 0,0 0 0,-40 0 0,40 0 15,0 0-15,0 1 0,0-1 0,0 0 0,-40 0 16,40 0-16,0 0 0,0 0 16,0 0-16,0 0 0,0 1 0,0-1 15,0 0 1,0 0-16,-40-40 0,40 40 0,0 0 15,-40-40-15,40 40 0,0 0 16,0 0 0,-40-40-16,40 40 0,-40-40 15,40 41 1,-40-41-16,-1 40 0,1-40 31,40 40-31,-40-40 0,0 0 16,0 0-1</inkml:trace>
  <inkml:trace contextRef="#ctx0" brushRef="#br0" timeOffset="43817.53">2167 5173 0,'0'0'0,"0"-40"15,-40 40 423,80-40-376,-40 0-62,0 0 16,40 40 0,-40-41-1,40 41-15,-40-40 32,40 40-32,0 0 15,0 0 1,-40-40-16,41 40 15,-1 0 1,0 0 0,0 0-16,-40 40 15,40-40-15,0 40 16,-40 1-16,40-41 16,-40 40-16,0 0 15,40 0-15,-40 0 0,0 0 0,41 0 0,-41 0 16,0 0-16,0 1 0,0-1 15,40 0-15,-40 0 0,0 0 0,0 0 16,0 0-16,0 0 0,-40 0 0,40 0 16,-41 1-16,41-1 15,-40-40-15,40 40 0,-40-40 0,40 40 0,0 0 16,-40-40 0,40 40-16,-40-40 0,40 40 15,0-80 48,40 0-48,-40 0 1,40 0-16,-40 0 0,0 0 0,40-1 16,-40 1-1,40 0-15,-40 0 0,41 40 0,-41-40 0,40 0 16,0 0-16,0 0 15,0 0-15,0 40 16,-40-40-16,40 40 0,-40-41 0,40 41 16,-40-40-16,41 40 15,-41-40-15,0 0 0,40 40 16,-40-40-16,0 0 16,40 0-16,-40 0 15,-40 40 1,0 0-1,-1 0 1,1 40 0,0 0-16,0 0 15,40 0-15,-40-40 16,40 40-16,0 0 0,-40-40 0,40 40 0,-40 1 16,40-1-1,0 0-15,0 0 16,0 0-16,0 0 15,0 0-15,40 0 0,0 0 16,-40 0-16,40-40 0,-40 41 0,40-41 0,0 40 16,-40 0-16,40-40 15,1 0-15,-41 40 0,40-40 0,-40 40 16,40-40 0</inkml:trace>
  <inkml:trace contextRef="#ctx0" brushRef="#br0" timeOffset="44497.41">3290 5775 0,'-40'0'31,"0"0"-31,40-41 32,40 41-32,0-40 15,0 0 1,1 40-16,-1 0 0,-40-40 15,40 40-15,0 0 0,0 0 16,0 0-16,0 0 0,1 0 16,-41 40-16,40-40 0,-40 40 15,40-40-15,-40 40 16,0 1-16,40-41 0,-40 40 16,0 0-16,0 0 15,0 0-15,0 0 16,0 0-1,40-40 32,0 0-15,0 0-32,0 0 0,1 0 15,-1 0-15,0 0 16,0 0-16,0 40 0,0-40 0,0 40 15,0-40 1,1 41-16,-41-1 0,0 0 16,-81 0-16,41 0 15,0-40 1,0 40-16,0-40 0,0 0 0,0 0 0,-1 40 16,1-40-16,0 0 0,0 0 15,0 0-15,0 0 16,40-40-1</inkml:trace>
  <inkml:trace contextRef="#ctx0" brushRef="#br0" timeOffset="44877.46">4695 4892 0,'0'0'0,"-40"0"0,0 0 0,-1 0 31,41 40-31,-40-40 0,40 40 0,-40 81 16,40-1 0,0-80-16,0 40 15,40-39-15,41 199 16,119-39 0,-39-41 15,-1-40-16,-80-120 1</inkml:trace>
  <inkml:trace contextRef="#ctx0" brushRef="#br0" timeOffset="45347.39">5297 5454 0,'0'-40'15,"0"80"-15,0-120 0,0-1 16,40 81-16,0 0 16,0 0-1,40 81 1,-80-41-16,81 120 16,-41-120-16,0 0 0,0 40 31,0 41-16,-40-81 1,0 0-16,-40-40 16,40-40-1,40 0 1,0-81 0,-40 81-16,40-120 15,0 80-15,1 40 0,-41 0 16,120-41-1,-80 81 1,0 0-16,81 121 16,-121-81-16,40 0 0,-40 0 15,0 0-15,40 0 0,-40 0 0,40 0 0,-40 0 16,40 1-16,-40-1 0,40-40 16,0 80-1,0-40-15</inkml:trace>
  <inkml:trace contextRef="#ctx0" brushRef="#br0" timeOffset="45597.34">6621 5133 0,'0'-40'16,"0"80"-16,0-120 0,40-1 15,0 81-15,0 0 0,40 41 16,-80 39-16,81 0 16,-41 0-16,40 161 15,-40 80 17,0-81-17,-80-119 1</inkml:trace>
  <inkml:trace contextRef="#ctx0" brushRef="#br0" timeOffset="45807.33">7865 5414 0,'0'-81'31,"40"41"-31,0 0 0,0 0 16,0 40-16,81-40 16,-81 0-16,0 40 0,40 0 15,-40 0-15,81 0 32,-81 0-32</inkml:trace>
  <inkml:trace contextRef="#ctx0" brushRef="#br0" timeOffset="46037.39">8106 6015 0,'0'0'0,"-41"0"0,1 40 0,80-80 31,121 0-15,-81 40-16,161-40 15,-201 40-15,40 0 0,161 0 16,-161-40-16,41 40 16,-41 0-16,0-40 0</inkml:trace>
  <inkml:trace contextRef="#ctx0" brushRef="#br0" timeOffset="46937.25">11075 4692 0,'-40'0'0,"80"0"0,-120 0 0,-81 0 31,121 0-31,0 0 0,-121 0 15,81 0-15,0 0 0,-121 80 32,121-80-32,40 40 0,-81 40 15,81-80-15,-40 80 16,40-39-16,0-1 16,0 40-1,80 0 16,40-80-31,-40 0 0,161 40 16,-161-40-16,0 0 0,0 0 16,0 0-16,81 40 15,-41 41 17,-120 39-17,-81 40 1,-79 41-1,-41-41 17,81-80-17,160-39 1,80-41 15,-40 0-15,0 0-1,40 0-15,-40 0 0,1 0 0,-1 0 16,40-41-16,-40 41 0,40 0 0,1 0 0,-41 0 16,40 0-16,0-40 0,0 40 15,1 0-15,39-40 0,-40 40 0,1 0 0,-1 0 16,0-40-16,0 40 16,1 0-16,-1-40 0,-40 40 0,0 0 0,0 0 15,0 0-15,1-40 16,-122 40 62,41 0-62,40 40-16</inkml:trace>
  <inkml:trace contextRef="#ctx0" brushRef="#br0" timeOffset="47317.25">10272 6737 0,'-40'0'16,"80"0"-16,-80 40 31,80-40-31,-40 40 16,0 0-1,0 1-15,0-1 0,0 0 0,0 0 0,0 0 16,0 0-16,0 0 0,0 0 0,0 0 16,0 0-16,0 1 15,0-1-15,0 0 16,40-40 0</inkml:trace>
  <inkml:trace contextRef="#ctx0" brushRef="#br0" timeOffset="47717.21">10754 6857 0,'40'-80'15,"-120"80"32,80 40-31,-81 0-1,41 1-15,0-41 0,0 40 16,0 0-16,0-40 0,0 0 16,0 0-16,40 40 0,-41-40 15,1 0-15,0 0 32,120 0-1,-80 40-31,41-40 15,-1 0-15,-40 40 0,40-40 16,0 40-16,0 0 16,0-40-16,-40 40 0,40 0 0,0-40 0,-40 41 15,41-1-15,-1 0 16,0 0-16,0 0 0,0-40 0,0 40 0,0-40 16,1 40-16,-1-40 15,0 0-15,0 0 0,0 0 16,0-40-16</inkml:trace>
  <inkml:trace contextRef="#ctx0" brushRef="#br0" timeOffset="47927.28">11235 7138 0,'-40'-40'15,"0"40"-15,40-40 0,0 0 16,0 0-16,40 0 15,0 0-15,41 40 0,-41 0 32,0 0-32,120 0 15,-119 0 1</inkml:trace>
  <inkml:trace contextRef="#ctx0" brushRef="#br0" timeOffset="48157.18">11115 7499 0,'-80'0'31,"160"0"-31,-160-40 16,120 40-16,40-40 0,0 40 16,-39 0-16,79-40 31,-80 40-31,0 0 0,40 0 15,-39 0-15,-1 0 0,0 0 0,80 0 32,1 0-32</inkml:trace>
  <inkml:trace contextRef="#ctx0" brushRef="#br0" timeOffset="48507.17">12439 7018 0,'0'-80'16,"0"160"-16,0-241 15,-40 161 1,0 0-16,0 0 16,-81 41-1,121-1-15,-120 80 32,80-80-32,40 0 0,0 0 0,0 121 31,80-41-16,81-120 1,-41-80 0,0-41 15,-120-79-15,-40 80-1,-80 39 16,80 81-31,0 0 0,0 0 0</inkml:trace>
  <inkml:trace contextRef="#ctx0" brushRef="#br0" timeOffset="62296.31">9349 3970 0,'41'0'1546,"-1"0"-1483,-40-40-63,40 40 16,-40-40-16,40 40 15,0 0-15,0 0 16,-40-40 15,40 40 0,-80 0 251,40 40-267,-40-40-15,0 40 16,0-40-16,0 40 15,0-40-15,40 40 0,-41-40 0,41 40 16,-40-40-16,0 0 16,0 40-16,0 0 15,0-40 1,40 40-16,40-40 187,0 0-155,0 0-32,0 0 15,0 0-15,-40-40 16,41 40-16,39 0 0,-40 0 0,0 0 0,0-40 16,0 40-16,0 0 0,1 0 15,-1 0-15,0 0 0,0 0 0,0 0 16,-40-40-16,40 40 0</inkml:trace>
  <inkml:trace contextRef="#ctx0" brushRef="#br0" timeOffset="62676.23">9670 3809 0,'-40'0'31,"40"41"-31,40-41 63,-40 40-63,41 0 15,-41 0-15,0 0 16,0 0-16,0 0 0,0 0 0,40 0 15,-40 0-15,0 1 0,40-1 0,-40 0 16,40 0 0,-40 0-16,0 0 15</inkml:trace>
  <inkml:trace contextRef="#ctx0" brushRef="#br0" timeOffset="63006.18">10232 4090 0,'40'0'31,"0"0"-15,1 0-1,-1-40-15,0 40 0,40 0 0,-80-40 0,40 40 16,0 0-16,0 0 0,1 0 0,-1 0 15,0 0 1,0 0-16,0 0 0</inkml:trace>
  <inkml:trace contextRef="#ctx0" brushRef="#br0" timeOffset="63296.25">10914 3850 0,'0'40'31,"-40"-40"-31,40 40 16,40 0-1,1 80 1,39 0 15,-80-79-31</inkml:trace>
  <inkml:trace contextRef="#ctx0" brushRef="#br0" timeOffset="67096.02">12118 5173 0,'0'0'0,"-40"0"15,80 0 95,0 0-110,-40-40 0,40 40 15,1-40-15,-1 0 16,0 40-16,0-40 0,0 40 0,0-41 16,0 41-16,0 0 15,1 0-15,-1-40 0,0 40 0,0 0 16,0 0-16,0 0 0,0 0 0,0 0 0,1 40 15,-41 1 1,40-1-16,-40 0 0,0 0 0,40 0 0,-40 0 16,0 0-16,0 0 15,0 0-15,0 1 0,0-1 0,0 0 0,0 0 16,0 0-16,-40 0 16,40 0-16,-40-40 0,40 40 15,-41-40-15,1 0 31,0 0-15,0 0 0,40-40-1,0 0 17,0 0-17,0 0-15,80 0 16,-40 0-16,-40 0 0,41 40 0,-41-41 15,40 41-15,0-40 0,0 0 16,0 0-16,0 0 16,0 40-1,0-40-15,1 0 0,-1 40 0,0-40 16,0 40 0,-40-40-16,40 40 0,0-41 0,-40 1 31,0 80 47,-40-40-78,0 0 16,0 0-1,40 41-15,-40-1 0,0-40 16,40 40-16,-41 0 0,41 0 0,-40 0 0,40 0 15,-40-40-15,40 40 16,0 0-16,-40-40 0,40 41 0,0-1 0,0 0 16,0 0-1,0 0-15,40-40 0,-40 40 0,40-40 16,0 40 0,1-40-16,-1 0 0,-40 40 0,40-40 15,0 0-15,0 0 0,0 0 0</inkml:trace>
  <inkml:trace contextRef="#ctx0" brushRef="#br0" timeOffset="67395.95">13964 5454 0,'40'0'31,"-40"-40"-31,0 80 31,0 0-15,0 0 0,0 0-16,0 0 0,0 0 15,0 0-15,0 0 0,0 1 0,0-1 0,0 0 16,0 0-16,0 0 15,0 0-15,40 0 0,-40 0 0,0 0 0,0 1 16,0-1-16,40-40 16,-40 40-16,0 0 0,40-40 0</inkml:trace>
  <inkml:trace contextRef="#ctx0" brushRef="#br0" timeOffset="67965.9">15248 4812 0,'-40'0'16,"0"0"0,0 40 15,40 0-16,-40 0-15,40 0 0,-41 1 0,41-1 0,-40 40 16,40-40-16,0 0 0,0 40 16,0-40-16,-40 1 0,40-1 0,0 0 0,0 40 15,0-40-15,0 0 16,40 0-16,-40 0 0,40 0 0,1 1 16,-1-1-1,0-40-15,0 0 0,0 0 0,0 0 16</inkml:trace>
  <inkml:trace contextRef="#ctx0" brushRef="#br0" timeOffset="68225.89">15770 5173 0,'0'-40'31,"0"80"-31,-40-120 16,40 120 0,0 40-16,0-40 0,0 0 15,0 0-15,0 41 0,0-41 16,0 0-16,0 0 0,0 0 0,0 0 0,0 0 16,0 0-16,0 0 15,0 1-15,40-1 0,-40 0 0,40-40 16,-40 40-16,40-40 0</inkml:trace>
  <inkml:trace contextRef="#ctx0" brushRef="#br0" timeOffset="68665.92">16532 5093 0,'-40'0'15,"0"0"-15,0 40 16,0 0 0,40 0-16,-121 40 31,1 1-15,80-81-1,0 40 1,80-40 78,0 0-94,0 0 15,0 0-15,0 40 0,-40 0 16,40-40-16,0 40 0,1 0 15,-1 0-15,0-40 0,0 40 0,0 0 16,0-40-16,0 40 16,0 1-16,1-41 0,-1 40 0,0-40 0,0 0 15,0 0-15,0 0 16</inkml:trace>
  <inkml:trace contextRef="#ctx0" brushRef="#br0" timeOffset="69005.86">17294 5013 0,'0'0'0,"-40"-41"31,80 82-15,1 39 0,79 80-1,-40 81 1,-40-1 15,-120-79-15,-121-1-1,81-120 1</inkml:trace>
  <inkml:trace contextRef="#ctx0" brushRef="#br0" timeOffset="69675.81">18378 5494 0,'0'0'0,"-40"-40"0,0 0 15,40 0 1,40 40 15,0 0-31,-40 40 0,40-40 16,-40 40-16,0 0 16,40 0-16,-40 0 0,0 0 0,40 0 15,-40 0-15,0 0 0,0 1 0,0-1 0,0 0 16,-40 0-1,40 0-15,-40 0 0,0 0 0,0 0 16,0-40 0,40 40-16,40-40 31,-40-40-31,40 40 16,0-40-16,0 0 0,0 40 15,0-40-15,1 0 0,-1 0 0,0 0 0,0 0 16,0-1-16,0 1 0,0 0 0,0 0 0,1 0 15,-1 0-15,0 0 16,-40 0-16,40 0 0,-40 0 16,-40 40 31,0 40-32,40 40 1,-40-80-16,40 40 0,-41 0 15,41 0-15,-40 0 0,40 0 0,0 0 16,-40 1-16,40-1 16,0 0-16,0 0 0,0 0 15,40-40 1,-40 40-16,40-40 0</inkml:trace>
  <inkml:trace contextRef="#ctx0" brushRef="#br0" timeOffset="70085.77">19221 5975 0,'0'-40'31,"40"40"-31,-40-40 16,40 40 0,0 0-16,0 0 15,0 40 1,-40 0-16,40-40 0,-40 40 16,0 0-16,0 0 0,0 1 15,0-1-15,0 0 0,-80-40 0,80 40 16,0 0-16,-40-40 0,40 40 0,0 0 15,-40-40 1,80 0 0,0-40-1,0 40-15,0 0 0,0-40 16,1 0-16,-1 40 16,0-40-16,0 40 0,0-40 0,0 40 0,0-40 15,41 40-15,-41-41 0,0 41 0</inkml:trace>
  <inkml:trace contextRef="#ctx0" brushRef="#br0" timeOffset="70425.82">20344 5253 0,'0'-40'31,"0"80"-31,-40-80 16,0 120-16,-40 41 16,-1 119-1,81-39 16,0-161-31,0 120 16,0-120-16,40-40 0,-40 41 16,121 39-1,-1-80 1</inkml:trace>
  <inkml:trace contextRef="#ctx0" brushRef="#br0" timeOffset="70865.81">20665 5775 0,'-40'-41'16,"80"82"-16,-80-122 0,40 41 15,40 0 17,80 40-17,-79 40-15,79 121 31,-80 39-15,-40-79 0,-40-41 15,80-120 0,0 0-31,-40-1 16,161-159-1,-1 39 1,-80 121 15,-39 40-31,-1 0 0,0 40 32,-40 1-32,40-41 0,-40 80 0,0-40 0,0 0 15,40 80 1,-40-80-16,40 81 15,0-121-15,-40 40 0</inkml:trace>
  <inkml:trace contextRef="#ctx0" brushRef="#br0" timeOffset="71105.7">22029 6136 0,'-40'-41'31,"80"82"-31,-80-122 16,40 41-16,40 40 15,-40-40-15,41 40 16,159-40 0,1 0-1,-81 0 1</inkml:trace>
  <inkml:trace contextRef="#ctx0" brushRef="#br0" timeOffset="71455.7">23113 5333 0,'-40'0'15,"80"0"-15,-120 41 16,39 39-16,41 40 15,-40 121 17,40-81-17,0 1 1,0-121 0</inkml:trace>
  <inkml:trace contextRef="#ctx0" brushRef="#br0" timeOffset="71815.69">23394 5815 0,'0'-40'0,"0"80"0,0-121 16,0 41-16,0 0 16,-40 80 15,-1 0-16,-39 1-15,0 39 32,40-80-32,-40 40 15,39 0 1,82-40 15,-1 0-31,0 0 16,0 0-16,0 0 15,0 0-15,-40 40 0,40-40 16,0 0-16,1 40 0,-1-40 16,0 40-1,0-40-15,0 40 0,0-40 0,0 0 16,0 0 0,1 0-16</inkml:trace>
  <inkml:trace contextRef="#ctx0" brushRef="#br0" timeOffset="72105.64">23915 5253 0,'0'0'15,"40"40"1,1 0 15,-41 41-31,40-41 0,40 160 31,-80-160-31,0 0 0,40 121 16,-120 80 0,-121-81-1,161-120-15</inkml:trace>
  <inkml:trace contextRef="#ctx0" brushRef="#br0" timeOffset="73185.59">18298 4652 0,'-40'0'0,"-1"0"16,41 40 15,0 0 0,0 0-15,-80 0-1,80 0-15,-40 0 16,40 0-16,-40-40 16,40 40-16,-40 41 0,40-41 0,0 0 0,-40 0 15,40 40-15,0-40 0,0 41 0,-41-41 0,41 40 16,0-40-16,0 40 0,0-40 15,0 40-15,0-39 0,0-1 0,41 40 0,-41-40 16,0 0-16,40 0 16,-40 0-16,40 0 0,0 1 0,-40-1 0,40 0 15,-40 0-15,40 0 0,-40 0 16,40 0-16,-40 0 0,41-40 0,-41 40 16</inkml:trace>
  <inkml:trace contextRef="#ctx0" brushRef="#br0" timeOffset="74115.56">24477 5133 0,'0'-40'0,"0"80"0,0-120 15,0 40 1,40 40-1,0 0 48,-40 40-63,81 0 0,-81 0 16,40 0-16,0 0 0,0 0 15,0 0-15,0 0 0,-40 41 0,40-41 0,-40 0 16,40 0-16,-40 40 0,41-40 0,-41 0 0,0 41 15,0-41-15,0 40 16,40-40-16,-40 40 0,0-40 0,0 0 0,0 1 16,0 39-16,0-40 0,-40 0 15,40 0-15,-81 0 0,41 0 0,0-40 0,0 40 16,0 0-16,0 1 16,0-1-16,-1 0 0,1 0 0,0-40 0,0 40 15,0 0-15,0-40 0,0 40 0,0 0 16,40 0-1</inkml:trace>
  <inkml:trace contextRef="#ctx0" brushRef="#br0" timeOffset="76305.42">25440 6617 0,'40'0'313,"0"0"-204,1 0-78,-1 0-15,0 0 0,0 0-1,-40 40 1,0 0-16,40-40 0,-40 40 16,0 0-16,0 0 0,0 0 15,0 1-15,0-1 16,0 0-16,-40 0 0,0 0 31,0-40-31,40 40 0,0-80 78,0 0-78,40 40 0,-40-40 0,40 0 16,0 0-1,-40-1-15,40 41 0,-40-40 16,40 40-16,0 0 16,1 0-16,-1 0 31,0 40-31,-40 1 16,40-1-16,-40 0 0,0 0 15,40-40-15,-40 40 0,0 0 16,0 0-16,0 0 0,0 0 15,0 0 1,-40-40-16,0 0 47,40-40-31,0 0-1,0 0-15,40 0 0,-40 0 0,40 0 16,-40 0-16,40 40 15,-40-40-15,40 0 0,0 40 0,-40-41 16,41 41-16,-1 0 16,0 0-1,0 0 1,0 41 0,-40-1-16,40-40 0,-40 40 0,0 0 15,0 0 1,40-40-16,-40 40 0,0 0 0,0 0 15,0 0-15,0 0 16,0 1-16,0-1 16,0 0-1</inkml:trace>
  <inkml:trace contextRef="#ctx0" brushRef="#br0" timeOffset="76685.37">26764 7138 0,'0'0'0,"0"-40"0,40 40 16,-40 40 0,0 0-1,41 0-15,-41 0 16,0 1-16,0-1 0,0 0 15,0 0 1,-41-40-16,41 40 0,-40-40 0,0 40 16,0-40-1,0 0-15,0 0 32,40-40-17,0 0-15,0 0 16,0 0-16,0 0 15,0-1-15,40 1 16,-40 0 0,40 40-16,-40-40 0,40 40 0,-40-40 0,40 40 15,-40-40-15,40 40 16,1 0-16,-1 0 0</inkml:trace>
  <inkml:trace contextRef="#ctx0" brushRef="#br0" timeOffset="77265.42">27567 7058 0,'40'0'16,"-80"0"-16,80-40 0,-40 0 15,0 0-15,-40 40 16,0 0-1,0 80-15,-1-80 0,41 40 16,-40-40-16,0 40 0,0 0 16,40 0-16,-40-40 0,40 40 0,-40 0 0,40 1 15,-40-1 1,40 0-16,0 0 0,-40-40 16,40 40-16,0 0 15,80-40-15,-40 0 16,0 0-16,0 0 0,0 0 15,0 0 1,-40-40-16,41 40 0,-41-40 0,40 40 0,0-40 16,-40 0-16,0 0 15,40-1-15,-40 1 0,0 0 0,0 0 16,0 0-16,0 0 16,0 0-16,0 0 0,0 0 0,0 0 0,0-1 15,0 1-15,0 0 16,40 40-1,-40 40 48,0 0-63,0 1 0,0-1 16,0 0-16,0 0 0,0 0 0,0 40 0,0-40 15,0 0-15,0 0 16,0 41-16,0-41 0,0 0 0,0 0 0,0 0 15,0 0 1,0 0-16,0 0 0</inkml:trace>
  <inkml:trace contextRef="#ctx0" brushRef="#br0" timeOffset="77535.39">28088 7178 0,'0'-40'16,"0"80"-16,0-120 0,0 40 16,0 0-16,0 80 47,0 0-47,0 0 15,0 0-15,0 0 0,0 0 16,0 1-16,0-1 0,0 0 0,0 0 15,0 0 1,0 0-16,0 0 0,0 0 16</inkml:trace>
  <inkml:trace contextRef="#ctx0" brushRef="#br0" timeOffset="78165.37">28249 7098 0,'0'-40'0,"0"80"0,-40-80 0,40 80 31,0 0-15,0 40-1,40 41 1,40-41 15,41-40-15,-1-40-1,-40-80 17,-80-41-17,0 41 1,-40-40-1,40 80 1,0 0 0,0 0 15,0 120 16,0-40-47,0 0 15,0 0-15,0 0 0,0 0 16,0 0-16,0 1 0,-40-1 0,40 0 16,0 0-16,0 0 15,0 0-15,-40 0 0,40 0 0,0 0 16,0 1 0,0-1-1,0-80 32,0-1-31</inkml:trace>
  <inkml:trace contextRef="#ctx0" brushRef="#br0" timeOffset="84864.97">682 8341 0,'40'0'250,"-40"-40"-219,40 40-15,1-40-16,-1 40 31,-40-40-31,40 40 0,-40-40 16,40 40-16,-40 40 62,40 0-46,-40 0-16,0 0 15,40 0-15,-40 1 0,0-1 0,0 0 16,0 0-16,0 0 16,0 0-16,0 0 0,0 0 0,0 0 15,0 0-15,0 1 0,0-1 16,0 0-16,0 0 0,0 0 16,0 0-16,0 0 15,-40-40 1,40 40-16,0-80 31,0 0-15,0 0-1,0 0-15,0 0 0,0 0 0,0 0 16,0-1-16,0 1 16,0 0-16,0 0 0,0 0 0,40 0 15,-40 0-15,0 0 0,40 40 16,-40-40-16,40 40 15,-40-40-15,41 40 0,-1-41 16,0 41 0,0-40-16,0 40 0,0 0 0,-40-40 15,40 40-15,0 0 16,1 0-16,-1 0 16,0 0-1,-40 40 1,0 0-16,0 1 15,0-1-15,40-40 16,-40 40-16,0 0 0,0 0 0,40 0 16,-40 0-16,40 0 15,-40 0-15,0 0 16,0 1 0,0-1-16,0 0 0,0 0 15,0 0-15,40 0 16,0 0-1,1-40-15</inkml:trace>
  <inkml:trace contextRef="#ctx0" brushRef="#br0" timeOffset="85224.87">2287 8742 0,'-40'0'31,"80"0"-31,-40 0 32,40-40-32,161 0 31,40-40-15,-1 40-1,-79 0 1</inkml:trace>
  <inkml:trace contextRef="#ctx0" brushRef="#br0" timeOffset="85504.85">2528 9103 0,'0'40'16,"0"-80"-16,-40 80 16,80-40 31,0 0-47,40 0 15,-40 0 1,1 0-16,-1 0 0,0 0 0,0 0 0,40-40 15,-40 40-15,41 0 0,-41 0 16,40 0-16,0-40 0,0 40 0,-39 0 0</inkml:trace>
  <inkml:trace contextRef="#ctx0" brushRef="#br0" timeOffset="86394.87">4615 8381 0,'-41'0'16,"1"0"-16,0 0 15,0 0 1,0 0-16,0 0 0,0 41 15,0-41 1,-1 0-16,41 40 0,-40 0 16,40 0-1,0 0-15,0 0 0,0 0 16,0 0-16,0 0 0,0 0 16,0 1-1,0-1-15,0 0 0,40 0 16,-40 0-1,41-40-15,-41 40 0,40-40 16,0 40-16,0-40 16,0 0-16,0 0 0,0 0 31,0-40-31,1 40 0,-41-40 16,40 40-16,-40-40 0,40 40 15,-40-40-15,0 0 16,0 0-16,40-1 15,-40 1 1,0 0-16,0 0 0,0 0 16,0 0-16,-40 0 15,40 0-15,-40 0 16,0 0-16,40-1 31,-41 41-31,41-40 16,-40 40-1,0 0-15,0 0 32,40 40-32</inkml:trace>
  <inkml:trace contextRef="#ctx0" brushRef="#br0" timeOffset="86824.77">5578 8983 0,'0'40'47,"0"0"-32,0 0 1,40 0-16,-40 1 0,40-1 0,-40 0 16,0 0-16,0 0 0,0 0 15,0 0-15,0 0 0,-40 0 0,40 0 16,-40-40-16,-1 41 0,1-1 0,-40-40 16,40 40-16,0-40 15</inkml:trace>
  <inkml:trace contextRef="#ctx0" brushRef="#br0" timeOffset="88314.68">6541 8582 0,'-41'0'16,"41"40"46,0 0-46,0 0-16,0 0 0,0 0 0,0 1 16,0 39-16,0-40 15,0 0-15,0 0 0,0 0 0,0 0 16,0 0-16,0 1 0,0-1 0,0 0 0,0 0 16</inkml:trace>
  <inkml:trace contextRef="#ctx0" brushRef="#br0" timeOffset="88564.7">7183 9224 0,'0'40'31,"0"0"-31,0 0 15,0 80 1,-81 1 15,41-81-31,40 0 16,-40-40-16</inkml:trace>
  <inkml:trace contextRef="#ctx0" brushRef="#br0" timeOffset="89034.73">7785 8662 0,'0'0'16,"40"0"15,0 0-15,-80 0 0,40 40 62</inkml:trace>
  <inkml:trace contextRef="#ctx0" brushRef="#br0" timeOffset="89234.7">8467 8742 0,'0'0'15,"-40"0"1,40-40 0,80 40-1,120-40 1</inkml:trace>
  <inkml:trace contextRef="#ctx0" brushRef="#br0" timeOffset="89404.62">9069 8823 0,'-41'-41'31,"82"41"-15,-1 0 0,-40-40-16,80 40 0,-40 0 0,0 0 0,0 0 15</inkml:trace>
  <inkml:trace contextRef="#ctx0" brushRef="#br0" timeOffset="89544.61">9510 8742 0,'-40'0'16,"120"0"31,-40 0-47</inkml:trace>
  <inkml:trace contextRef="#ctx0" brushRef="#br0" timeOffset="89724.6">10192 8742 0,'0'0'15,"-40"0"-15,-40 0 16</inkml:trace>
  <inkml:trace contextRef="#ctx0" brushRef="#br0" timeOffset="90144.58">11155 8502 0,'0'0'16,"0"40"31,0 0-47,0 0 0,0 0 16,0 0-16,0 0 0,0 0 15,0 1-15,0-1 0,0 0 0,0 40 0,0-40 16,0 0-16,0 0 15,0 0-15,0 1 0,0-1 0,0 0 16,0 0-16,-40-40 0,40 40 16,-40-40-16</inkml:trace>
  <inkml:trace contextRef="#ctx0" brushRef="#br0" timeOffset="90434.63">11276 8702 0,'-41'-40'31,"82"80"-31,-82-120 0,41 40 16,0 80-16,41 0 16,39 80-1,80 121 16,1-80-15,-41-81 0,-40-80 15,-39-40-31</inkml:trace>
  <inkml:trace contextRef="#ctx0" brushRef="#br0" timeOffset="90684.54">12078 8742 0,'-40'-40'0,"80"80"0,-120-120 16,80 120 15,0 40-15,0-39-1,0-1-15,0 0 0,0 40 0,0-40 16,0 0-16,0 0 0,0 0 16,0 1-16,0-1 0,0 0 0,0 0 0,0 0 15,0 0 1,0 0-16,0 0 0</inkml:trace>
  <inkml:trace contextRef="#ctx0" brushRef="#br0" timeOffset="90914.62">12479 9143 0,'-40'-40'16,"40"0"-16,0 0 15,121 40 16,39-40-15,-80 40 0,1 0 15</inkml:trace>
  <inkml:trace contextRef="#ctx0" brushRef="#br0" timeOffset="91164.51">13121 8662 0,'-40'-40'15,"0"40"-15,40 40 32,0 0-17,0 0-15,0 0 0,0 1 16,0-1-1,0 0-15,-40 0 0,40 0 0,0 0 0,0 0 16,0 40-16,0-39 0,0-1 16,0 40-16,0-40 0,0 0 0,0 0 0,0 0 15,0 0-15,40 0 16</inkml:trace>
  <inkml:trace contextRef="#ctx0" brushRef="#br0" timeOffset="92234.54">14526 9023 0,'0'0'0,"0"40"16,40-80 31,0 40-47,0 0 16,0 0-16,0 0 0,1 0 15,-1 0-15,0 0 0,0 0 16,0 0-16,0 0 0,0 0 0,0 0 15</inkml:trace>
  <inkml:trace contextRef="#ctx0" brushRef="#br0" timeOffset="92464.43">14767 9464 0,'0'0'15,"-41"0"1,82 0 0,79 0 15,-80 0-31,121 0 16,-121 0-16,0 0 0,80 0 15,1 0-15</inkml:trace>
  <inkml:trace contextRef="#ctx0" brushRef="#br0" timeOffset="92894.48">16412 8823 0,'-81'-41'16,"162"82"-16,-242-122 15,121 81-15,0 40 32,-80 121-17,79 39 1,41-39 0,81-1 15,119-80-16,1-80 1,-121-80 15,-40-40-15,-120-121 0,0 121-1,40 0 16,0 120-15</inkml:trace>
  <inkml:trace contextRef="#ctx0" brushRef="#br0" timeOffset="93114.48">17134 9585 0,'-40'40'15,"40"0"1,0 0-16,-80 40 16,80 0-1,-121 81 1,81-161-16,-120 80 15,119-80-15</inkml:trace>
  <inkml:trace contextRef="#ctx0" brushRef="#br0" timeOffset="95214.27">18258 8983 0,'0'0'16,"-41"-40"-16,41 80 78,0 0-62,0 0-16,-40 0 0,40 0 15,0 1-15,0-1 16,0 40-16,0-40 0,0 0 0,0 0 16,0 0-16,0 0 0,0 0 0,0 1 0,0-1 15,0 0-15</inkml:trace>
  <inkml:trace contextRef="#ctx0" brushRef="#br0" timeOffset="95854.23">18819 9625 0,'0'0'0,"0"-40"16,-40 40 31,40 40-32,0 0-15,-40 0 16,40 0-16,-40-40 0,40 40 16,-40 0-1,0 0-15,0-40 16,40 40-16,-41-40 0,41 41 15</inkml:trace>
  <inkml:trace contextRef="#ctx0" brushRef="#br0" timeOffset="96204.29">19501 9464 0,'0'0'16,"-40"0"-16,0 0 31</inkml:trace>
  <inkml:trace contextRef="#ctx0" brushRef="#br0" timeOffset="96394.28">19983 9504 0,'0'0'16,"0"-80"-1,40 80 1,-40-40-16</inkml:trace>
  <inkml:trace contextRef="#ctx0" brushRef="#br0" timeOffset="96534.27">20585 9464 0,'-40'0'0,"80"0"0,-40 0 31</inkml:trace>
  <inkml:trace contextRef="#ctx0" brushRef="#br0" timeOffset="96724.26">21026 9504 0,'0'-40'16,"0"80"-16,-80-80 16,80 0-16,40 40 15,0 0 1</inkml:trace>
  <inkml:trace contextRef="#ctx0" brushRef="#br0" timeOffset="97564.17">21949 8702 0,'0'-40'15,"0"0"-15,40 40 16,41 0 0,-1 0-1,0 0 16,0 0-15,1 120 0,-41-80-1,-40 41 17,-81 39-17,1-40 1,0 0 15,120-80 94,0 41-109,0-1-16,0-40 15,-40 40-15,41 0 0,-41 0 16,40-40-16,-40 40 16,0 0-16,0 0 0,0 0 15,0 0 1,0 1-16,0-1 15,-40-40 1,40 40-16,-41-40 0,1 40 0,0-40 16,0 0-1,0 40-15,0-40 0,0 0 0,0 0 0,-1 0 16,-39 0-16,40-40 0,-40 40 0,-1-40 0,41 40 16,0-40-16</inkml:trace>
  <inkml:trace contextRef="#ctx0" brushRef="#br0" timeOffset="103943.84">1003 10667 0,'-40'0'16,"80"0"47,0 0 30,-40-40-93,40 40 16,1-40-16,-1 0 16,0 40-16,0-40 15,0 40-15,0 0 16,0 0-16,0-40 15,1 40 1,-1 0-16,0 40 0,-40 40 16,40-80-1,-40 40-15,0 0 0,0 1 0,0-1 16,40 0-16,-40 0 0,0 0 0,0 0 0,0 40 16,0-40-16,0 0 0,0 1 15,-40-1-15,40 0 0,-40 0 0,40 0 16,0 0-1,-40-40-15,40-40 47,0 0-47,0 0 16,0 0 0,0 0-16,0-1 0,0 1 0,0 0 15,0 0-15,0 0 16,0 0-16,40 40 0,-40-40 0,40 0 0,-40 0 15,40 0 1,0 40-16,-40-41 0,40 41 16,0 0-16,1 0 15,-1-40-15,0 40 16,0 0 0,-40 40-1,0 1-15,0-1 0,40 0 16,-40 0-16,0 0 15,0 0-15,0 0 0,0 0 0,0 0 0,40 0 16,-40 1-16,0-1 16,0 0-16,0 0 0,0 0 0,0 0 15,0 0-15,0 0 0,0 0 16,40-40 0</inkml:trace>
  <inkml:trace contextRef="#ctx0" brushRef="#br0" timeOffset="104233.75">2769 10788 0,'40'-40'32,"-80"80"-32,120-80 15,-40 40-15,0-40 16,121-1 0,39 41 15,1 0-31</inkml:trace>
  <inkml:trace contextRef="#ctx0" brushRef="#br0" timeOffset="104503.72">3009 11189 0,'-40'40'16,"80"-80"-16,-40 80 31,41-40-15,-1 0-1,0 0 1,0 0-16,0 0 16,0 0-16,-40 40 0,121-40 31,39 0-16,-120 0-15,201-80 16</inkml:trace>
  <inkml:trace contextRef="#ctx0" brushRef="#br0" timeOffset="105133.72">4494 10708 0,'0'-41'16,"-40"41"30,0 0-30,40 41 0,-40-41-16,0 0 15,0 0-15,40 40 0,-41 0 16,41 0-16,-40 0 0,40 0 16,0 0-1,0 0-15,0 0 0,0 0 16,40 1-16,-40-1 15,41 0-15,-1 0 0,0 0 16,0-40 0,0 40-16,0-40 15,0 0-15,0 0 0,1 0 16,-1-40-16,0 0 16,0 40-16,0-40 0,0 0 0,0 0 15,0-1-15,1 1 16,-41 0-16,40 0 0,-40 0 15,0 0-15,0 0 16,0 0-16,0 0 0,-40 40 0,40-40 16,-41 40-1,1-41-15,0 41 0,0-40 16,0 40-16,0 0 16,0 0-1,0 0 1,40 40-1,-41-40-15,1 41 16</inkml:trace>
  <inkml:trace contextRef="#ctx0" brushRef="#br0" timeOffset="105433.76">5578 10547 0,'-81'0'31,"81"-40"-31</inkml:trace>
  <inkml:trace contextRef="#ctx0" brushRef="#br0" timeOffset="105653.66">5899 11109 0,'0'40'16,"0"-80"-16,0 160 16,0-80-16,0 40 15,0-40-15,-41 121 31,41-121-31,-40 0 0,40 0 0,-120 80 32,40-80-32</inkml:trace>
  <inkml:trace contextRef="#ctx0" brushRef="#br0" timeOffset="107773.53">7343 11991 0,'0'-40'63,"40"0"-63,0 0 15,-40-1-15,41 41 16,-41-40-16,40 40 0,0-40 0,0 40 0,0-40 16,0 40-16,0 0 0,0 0 15,1 0 1,-41 40-16,40-40 0,-40 40 16,40 0-1,-40 1-15,40-41 0,-40 40 0,0 0 0,0 0 16,40 0-16,-40 0 0,0 0 15,0 0-15,0 0 0,0 1 0,0-1 0,-40 0 16,40 0-16,-40 0 16,40 40-16,-80-40 0,39-40 0,41 40 0,-40-40 15,0 40-15,0 1 0,0-41 16,40-41 15,0 1-15,0 0-16,0 0 0,40 0 0,-40 0 15,0 0-15,40 40 0,-40-40 16,40 0-16,0 0 0,1-1 0,-1 1 0,-40 0 16,80 0-16,-80 0 0,40 0 0,0 0 0,0 40 15,0-40-15,-40 0 16,41 40-16,-1-41 0,-40 1 0,40 40 0,-40-40 16,40 40-16,-40-40 0,40 0 15,-40 0-15,-40 40 47,0 40-31,0 0-16,0-40 15,40 40-15,-41 0 0,1 0 16,40 1 0,0-1-16,-40-40 0,40 40 0,0 0 15,0 0-15,0 0 0,0 0 16,0 0-16,40-40 0,-40 40 0,0 1 0,40-1 15,-40 0-15,41 0 16,-1 0-16,0 0 0,0-40 16,-40 40-16,40-40 0</inkml:trace>
  <inkml:trace contextRef="#ctx0" brushRef="#br0" timeOffset="108723.52">8627 12352 0,'0'-40'16,"0"0"-16,80 40 31,-39-40-16,-1 40 1,0 0-16,0 0 63,0 0 124,0 0-171,0 0-16,0 0 0,1 0 15,-1 0 1,0 0-16,0 0 0,0 0 0,0 40 16,0-40-16,-40 40 0,40-40 15,1 40-15,-1 0 0,-40 0 16,40-40-16,-40 40 15,0 0-15,0 0 0,0 0 0,-40-40 16,40 41 0,-40-41-16,-1 40 0,1-40 0,0 0 15,40 40-15,-40-40 0,0 0 0,0 40 16,0-40 0,80 0 15,0 0 0,0 0-31,0 0 16,-40-40-16,40 40 0,0 0 15,1 0-15,-41 40 0,40-40 16,0 40-16,0 0 0,0 0 16,-40 0-16,40-40 0,-40 40 15,40-40-15,-40 41 0,0-1 0,40-40 0,-40 40 16,0 0-1,0 0-15,-40 0 0,0 0 16,0 0 0,0-40-16,0 40 0,0-40 0,0 0 0,-1 40 15,1-40-15,-40 41 0,40-41 0,0 0 0,0 0 16,0 40-16,-1-40 16,1 0-16,0 0 0,0 0 0,0-40 15,40-1 1,-40 41-16,40-80 0</inkml:trace>
  <inkml:trace contextRef="#ctx0" brushRef="#br0" timeOffset="109143.5">10152 11750 0,'-40'-40'15,"0"40"1,0 0-1,40 40 1,-41-40-16,41 40 16,0 0-16,0 1 0,0-1 15,0 0 1,0 0-16,-40 0 0,40 0 0,0 0 0,0 0 16,0 0-16,0 1 0,0-1 15,0 0-15,0 0 0,0 0 0,40 0 0,-40 0 16,0 0-16,81 0 15,-41 0-15,-40 1 0,40-41 0,0 40 16,0-40-16,0 0 16,0 0-16,1 0 0</inkml:trace>
  <inkml:trace contextRef="#ctx0" brushRef="#br0" timeOffset="109663.49">11235 11951 0,'-40'0'16,"0"0"-1,40 40 1,-40-40 0,0 80-1,0 0 1,40-40-16,0 41 16,0-41-16,40 0 0,0 0 31,80 0-16,-79-40-15,79 0 16,-80 0-16,40-40 16,-80 0-16,40 40 0,-40-40 31,0 0-31,0-41 16,0 41-16,-40 0 15,0 40-15,0-40 16,0 40-16,-80-40 15,39 0 17,41 40-17</inkml:trace>
  <inkml:trace contextRef="#ctx0" brushRef="#br0" timeOffset="110063.39">11837 11710 0,'0'-40'0,"0"80"47,40-40-47,-40 40 0,41-40 16,-41 40-16,40 0 16,0 1-16,0-1 0,0 0 0,0 0 15,-40 0 1,40 0-16,0 0 0,1-40 0,-41 40 0,40 0 15,-40 1-15,40-1 0,-40 0 16,0 0-16,0 0 0,0 0 16,-40 0-16,40 0 0,-40-40 0,40 40 0,-41 0 15,1-40 1,40 41-16,-40-41 0,0 0 0</inkml:trace>
  <inkml:trace contextRef="#ctx0" brushRef="#br0" timeOffset="110323.45">12881 12071 0,'40'0'16,"-80"0"-16,120 0 0,-80-40 0,40 40 0,0 0 0,40-40 31,-40 40-31,81-40 16,-81 40-16,40 0 15,-40-40-15,121 40 16,-81-40-16,-40 40 0,0 0 0</inkml:trace>
  <inkml:trace contextRef="#ctx0" brushRef="#br0" timeOffset="110563.43">13402 12432 0,'0'0'16,"0"40"-1,80-40 1,-39 0-16,119 0 16,-120 0-16,0 0 0,121-40 31,-121 40-31,40-40 0</inkml:trace>
  <inkml:trace contextRef="#ctx0" brushRef="#br0" timeOffset="111633.39">16652 11269 0,'41'0'15,"-82"0"-15,122 0 0,-81-40 31,-40 40-31,-1 0 32,1 0-17,0 0-15,0 0 0,0 0 16,0 0-16,0 0 0,0 0 16,-1 0-16,1 0 0,-40 0 0,40 40 0,-40-40 15,40 40-15,-41-40 16,41 40-16,-40-40 0,40 40 0,-40-40 0,39 0 15,1 40-15,-40-40 0,40 41 16,0-41-16,0 40 0,0 0 0,-1-40 0,41 40 16,-40-40-16,40 40 0,-40-40 0,40 40 0,-40-40 15,40 40-15,-40 0 16,40 0-16,0 0 16,80-40-1,-40 0 1,0 41-16,1-41 15,-1 0-15,0 0 0,40 0 0,-40 0 0,40 0 16,-39 0-16,39 0 0,-40 0 16,40 0-16,-40 0 0,0 0 0,1 0 0,-1 0 15,0 0-15,0 0 0,0 0 0,0 0 16,-120 40 0,40-40-1,40 40-15,-40-40 16,0 40-16,-1-40 0,41 40 0,-40-40 0,0 40 15,0-40-15,0 40 16,0 0-16,0 0 0,0-40 0,-1 41 0,-39-1 16,40-40-16,0 40 0,0 0 0,0-40 0,0 40 15,-1-40-15,1 40 0,0-40 16,0 40-16,0 0 0,0-40 16,40 40-1,-40-40-15,0 0 0,40 40 16,-41-40-1,41 41-15,-40-41 0,40 40 16,-40-40 0,80 0-1,0 0 1,1 0 0,-1 0-16,0 0 0,0 0 0,40 0 0,-40 0 15,0 0-15,41 0 16,-1 0-16,0 0 0,-40-40 0,41 40 0,-1 0 15,0 0-15,0 0 0,1 0 16,-1 0-16,0 0 0,-40 0 0,40 0 0,1 0 16,-1 0-16,0 0 0,-40 0 0,41 0 0,-1 0 15,-40 0-15,0 0 16,0 0-16,0 0 0,0 0 0,1 0 0,-41-41 16,40 41-16</inkml:trace>
  <inkml:trace contextRef="#ctx0" brushRef="#br0" timeOffset="112023.35">15489 13234 0,'-40'0'16,"40"40"0,0 0-1,0 0-15,0 1 0,0-1 16,0 0-16,0 0 16,0 0-16,0 0 0,0 0 0,0 0 15,0 0-15,0 1 16,0-1-16,0 0 0,0 0 0,0 0 15,0 0-15,0 0 16,-40 0-16</inkml:trace>
  <inkml:trace contextRef="#ctx0" brushRef="#br0" timeOffset="112473.25">16091 13395 0,'0'0'15,"0"-41"1,-81 41 0,-119 81 15,-1-41-16,1 40 1,119-80 0,1 40-1,120-40 32,0 0-47,0 40 16,1-40-1,-1 0-15,0 0 0,-40 40 0,40-40 16,0 40-16,0 1 16,0-41-16,0 40 0,1 0 15,-1-40-15,-40 40 0,40-40 0,-40 40 0,40-40 16,-40 40-16,40-40 0,0 40 16,0-40-16,-40 40 15,40-40-15,1 0 16,-1 0-16</inkml:trace>
  <inkml:trace contextRef="#ctx0" brushRef="#br0" timeOffset="112683.26">16412 13715 0,'0'-40'0,"40"40"31,-40-40-31,40 40 0,0 0 16,0 0 0,0 0-16,0-40 0,1 40 15,-1 0-15,0 0 0,0 0 16,0 0-16,0 0 16,0 0-16</inkml:trace>
  <inkml:trace contextRef="#ctx0" brushRef="#br0" timeOffset="112953.22">16412 13956 0,'0'40'15,"0"0"-15,40-40 31,40 40-15,0-40 0,-40 0-16,41 0 15,-41 0-15,0 0 16,80-40 0,41 0-16</inkml:trace>
  <inkml:trace contextRef="#ctx0" brushRef="#br0" timeOffset="113353.2">17977 13555 0,'0'0'0,"0"-40"16,-41 40-1,-79 40 16,120 0-31,-120 40 16,80-40-16,40 1 0,-41-1 16,41 0-16,0 0 15,0 0-15,41-40 32,-1 0-32,80 0 15,-80 0-15,0 0 0,81-40 16,-81 40-16,40 0 15,-40 0-15,41-120 16,-122 79 0,-119-39 15,-1 0-15,41 40-1,40 0 1</inkml:trace>
  <inkml:trace contextRef="#ctx0" brushRef="#br0" timeOffset="114843.2">15449 10587 0,'-40'0'0,"-1"0"32,82 0 30,-41-40-46,40 40-16,0 0 15,-40-40 1,40 40-16,0-40 0,0 40 16,0 0-16,0-40 15,1 40-15,-41 40 31,40-40-15,-40 40-16,0 0 16,0 0-16,0 0 15,0 0-15,0 1 16,-40-41 0,40 40-16,-41-40 0,41 40 0,-40-40 15,40 40-15,-40 0 0,40 0 16,-40-40-16,40 40 0,-40 0 15,40 0 1,0-80 31,40 40-31,-40-40-1,40 40-15,0 0 16,0 0-1,1 0 17,-41 40-1,0 0-15,0 0-16,0 1 15,0-1 1,-41 0-16,41 0 0,-40-40 0,40 40 15,-40 0-15,40 0 16,-40-40-16,0 0 16,40 40-16,-40-40 0,0 0 15,0 0-15,-1 0 16,1 0-16,0-40 16,0 40-16,40-40 15,-40 40-15,40-40 0,-40 40 0</inkml:trace>
  <inkml:trace contextRef="#ctx0" brushRef="#br0" timeOffset="116952.98">17776 11710 0,'0'-40'16,"40"40"-16,0 0 15,-40-40-15,40 40 0,0-40 0,1 0 16,-1 40 0,0 0-16,-40-40 0,40 40 0,0 0 0,0 0 15,0 0 1,1 40-16,-41 0 15,0 0 1,0 0-16,0 0 0,0 0 16,0 0-16,0 0 0,-41 1 15,41-1-15,0 0 0,-40 0 16,40 0-16,-40 0 0,0 0 0,0-40 16,40 40-16,-40 0 15,40 1-15,-40-41 0,40 40 0,0-80 63,40 40-63,0 0 15,0-41-15,-40 1 0,40 0 0,0 0 0,0 40 16,1-40-16,-41 0 0,40 0 16,0 40-16,0-40 0,0 0 0,0-1 0,0 41 15,-40-40-15,40 0 16,1 0-16,-1 0 0,0 0 0,0 0 15,-40 0-15,40 40 0,-40-40 16,0 0-16,0-1 16,-40 41 31,40 41-47,-40-41 15,40 40-15,-40-40 0,40 40 0,-40-40 0,40 40 16,-41-40-16,1 40 15,0 0-15,0-40 0,40 40 0,-40-40 16,40 40-16,-40 0 0,40 0 16,0 1-16,0-1 0,0 0 15,40-40-15,-40 40 0,40 0 0,0 0 16,0-40 0,0 0-16,1 40 0,-1-40 0,0 0 0,0 0 15,0 0-15,0 0 0</inkml:trace>
  <inkml:trace contextRef="#ctx0" brushRef="#br0" timeOffset="117212.98">19180 12031 0,'-40'0'0,"40"80"31,0-40-15,0 0-16,0 1 0,40-1 16,-40 0-16,0 0 15,0 0-15,0 0 0,41 0 16,-41 0 0,40-40-16,-40 40 15</inkml:trace>
  <inkml:trace contextRef="#ctx0" brushRef="#br0" timeOffset="117612.98">20103 11550 0,'-40'0'16,"80"0"-16,-120 0 0,40 0 15,0 0 1,40 40-16,-40-40 15,40 40-15,-40 0 16,40 0-16,-41 0 0,41 0 0,0 0 16,0 1-16,0-1 0,-40 0 0,40 0 0,0 0 15,0 0-15,0 0 16,0 0-16,0 0 0,0 1 0,0-1 0,40-40 16,-40 40-16,41 0 15,-1-40-15,-40 40 0,40-40 0,0 0 16,0 0-1,0 0-15,0 0 0,0 0 0</inkml:trace>
  <inkml:trace contextRef="#ctx0" brushRef="#br0" timeOffset="117862.95">20545 11710 0,'0'40'31,"0"0"-31,0 0 16,0 1-16,0-1 0,40 0 0,-40 0 16,0 0-16,0 0 15,40-40-15,-40 40 0,40 0 0,-40 0 16,40 1-1</inkml:trace>
  <inkml:trace contextRef="#ctx0" brushRef="#br0" timeOffset="118352.9">21387 11630 0,'-40'0'15,"0"0"1,0 0 0,40 40-16,-80-40 15,40 40-15,-1 0 0,1-40 16,-80 80-1,80-80 1,0 41-16,-41-41 16,122 0 62,-41 40-78,40-40 15,-40 40-15,40-40 16,0 0-16,0 40 0,0-40 0,0 40 16,0-40-16,1 40 0,-1 0 0,0-40 0,0 40 15,0-40-15,0 40 16,0-40-16,0 41 0,1-41 0,-41 40 0,40-40 16,0 0-16,-40 40 0,40-40 15,0 0-15</inkml:trace>
  <inkml:trace contextRef="#ctx0" brushRef="#br0" timeOffset="118732.95">21869 11630 0,'0'0'15,"0"-40"-15,40 0 16,40 40 15,-40 0-15,41 80-1,39 0 1,-120 81 15,0-81-31,0-40 0,-40 80 32,0-80-32,0 0 0,0 1 15,-1-1 1,1 0-16</inkml:trace>
  <inkml:trace contextRef="#ctx0" brushRef="#br0" timeOffset="120142.83">24276 11189 0,'0'0'16,"0"-40"-16,-40 40 0,40-40 15,-40 40 1,0 0 15,40 40-31,-40-40 16,40 40 46,-40-40-46,40 40-1,-40-40 1,80 0 125,-40 40-48,0 0-93,0 0 0,-40 0 0,40 0 16,0 1-16,0-1 0,-40 0 0,40 40 16,0-40-16,0 0 0,0 40 15,0-40-15,-41 1 0,41-1 0,-40 0 0,40 0 16,0 0-16,0 0 0,0 0 16,0 0-16,0 0 0,0 1 0,0-1 15,0 0-15,0 0 16,40-40-16,-40 40 0,0 0 0,41-40 0,-41 40 15,0 0-15,0 0 16,40-40-16,-40 40 0,40-40 0,0 41 16,0-41 15,0 0 281,0 0-296,0 0 0</inkml:trace>
  <inkml:trace contextRef="#ctx0" brushRef="#br0" timeOffset="121432.74">25159 11871 0,'0'-41'125,"40"41"-94,0 0-31,1-40 31,-1 40-31,0 0 0,0 0 16,-40 40-16,40-40 0,-40 41 16,0-1-16,40 0 15,-40 0-15,0 0 0,0 0 16,40 0-16,-40 0 16,0 0-16,0 1 0,-40-1 15,40 0-15,-40 0 0,-40 0 16,40 0-16,40 0 0,-81-40 15,81 40-15,-40-40 16,0 0 0,40-40-1,0 0 1,40 40-16,-40-40 0,40 40 0,-40-40 0,41 40 16,-41-40-16,40 40 15,0 0-15,0-40 0,0 0 0,0 40 16,-40-41-16,40 41 15,1-40-15,-1 40 0,0 0 0,-40-40 16,40 40-16,0-40 0,0 40 0,-40-40 0,40 40 16,0-40-16,1 40 15,-41-40-15,40 0 0,0 40 0,-40-40 0,40 40 16,-40-41-16,0 1 16,-40 40 15,0 0 0,0 40-31,-1 1 16,1-41-16,40 40 0,-40-40 0,40 40 15,-40-40-15,0 40 16,40 0-16,-40 0 0,40 0 0,-40 0 16,40 0-16,0 1 0,0-1 15,0 0-15,0 0 0,0 0 16,0 0-1,0 0-15,40-40 16,-40 40-16,40-40 0,0 0 0,0 0 16,0 0-16,0 0 15,1 0-15,-1 0 0,0 0 0,0 0 16,0-40-16,0 40 16</inkml:trace>
  <inkml:trace contextRef="#ctx0" brushRef="#br0" timeOffset="122322.76">26363 12432 0,'0'0'0,"40"-40"16,0 0 46,0 40-30,1 0-32,-1 0 15,0 0 1,-40 40-16,40 0 15,-40 0 1,0 0-16,0 0 0,0 0 16,0 1-16,0-1 0,0 0 15,0 0 1,-40-40-16,40 40 0,-40-40 0,-41 40 16,41-40-1,0 0-15,0 0 0,40 40 0,-40-40 16,40-40 31,40 40-16,0 0-15,0 0-16,0 0 0,1 0 15,-1 0-15,0 0 16,0 0-16,0 0 0,0 0 15,0 0-15,0 40 16,1-40-16,-1 0 0,0 0 16,0 0-16</inkml:trace>
  <inkml:trace contextRef="#ctx0" brushRef="#br0" timeOffset="123012.62">27727 11790 0,'0'0'15,"-40"0"17,0 0 14,40 40-46,-40 1 16,40-1-16,-40-40 0,40 40 0,-40 0 16,40 0-16,-40 0 0,40 0 15,0 0-15,-41 0 0,41 1 0,0-1 16,0 0-16,0 0 16,0 0-16,0 0 0,0 0 0,41 0 0,-41 0 15,40-40-15,-40 40 0,40-40 16,-40 41-16,40-41 0,0 0 15,-40 40-15,40-40 16,0 0-16,0 0 16</inkml:trace>
  <inkml:trace contextRef="#ctx0" brushRef="#br0" timeOffset="123252.61">28008 12392 0,'0'0'16,"0"-40"-16,40 40 31,-40-40-15,121 40-1,-81 0 1,80 0-1,-40 0 1</inkml:trace>
  <inkml:trace contextRef="#ctx0" brushRef="#br0" timeOffset="123582.66">28851 11911 0,'0'0'15,"0"-40"1,0 80 15,-40 0-15,0 120-1,40-120-15,-81 81 16,81-81-16,0 0 0,-40 0 16,40 0-16,0 0 0,0 0 0,0 0 15,0 0 1,40 1 0,0-41-16</inkml:trace>
  <inkml:trace contextRef="#ctx0" brushRef="#br0" timeOffset="124032.56">29132 12031 0,'0'-40'15,"0"80"-15,0-120 16,-40 120 15,0 0-15,-1 0-16,1-40 0,40 40 15,-40-40-15,0 40 16,0-40-16,0 40 0,0-40 0,-1 41 16,1-41-16,0 40 15,0-40-15,80 0 47,0 0-31,0 0-1,1 0-15,-1 0 16,0 40 0,0-40-16,0 40 0,0-40 0,-40 40 0,40-40 15,1 40-15,-1-40 16,0 40-16,0-40 0,0 40 0,0 0 0,0-40 15,-40 40-15,40-40 16,1 41-16,-1-41 16,-40-41-1</inkml:trace>
  <inkml:trace contextRef="#ctx0" brushRef="#br0" timeOffset="124612.53">29573 11670 0,'40'0'47,"-40"-40"-31,0 80 62,0 0-63,40 0 1,-40 0-16,0 0 0,41 1 0,-41-1 16,0 0-16,0 0 0,0 0 0,0 0 0,0 0 15,0 0-15,0 0 0,0 1 16,0-1-16,0 0 0,0 0 0,0 0 0,-41-40 16,41 40-16,-40 0 15,40 0-15,-40 0 0,0-40 0,40 40 0,-40 1 16,0-41-1,40 40-15,-40-40 0</inkml:trace>
  <inkml:trace contextRef="#ctx0" brushRef="#br0" timeOffset="125322.53">30055 11189 0,'0'-40'15,"0"80"95,0 0-95,40-40-15,-40 40 0,0 0 0,40-40 16,-40 40-16,40 0 0,-40 0 0,40 1 16,-40-1-1,40 0-15,-40 0 0,40 0 0,-40 0 16,0 0-16,41 0 0,-41 0 16,0 0-16,40 1 0,-40-1 0,0 0 0,0 0 15,40 0-15,-40 0 16,0 0-16,0 0 0,0 0 0,-80 1 15,80-1-15,-41 0 0,41 0 16,-40 0-16,0 0 0,40 0 0,-40 0 0,0 0 16,0 0-16,0-40 0,40 41 0,-40-1 0,-1 0 15,1 0-15,0-40 16,40 40-16,-40 0 0,40 0 0,-40-40 0,40 40 16,-40 0-16,0 1 15</inkml:trace>
  <inkml:trace contextRef="#ctx0" brushRef="#br0" timeOffset="126312.43">30576 12994 0,'0'0'16,"0"-41"-16,0 1 15,40 40 1,1 0 31,-1 40-31,0 1-1,0-1-15,-40 0 16,0 0-1,0 0-15,0 0 0,0 0 0,-40 0 16,40 0-16,-40 0 0,40 1 16,0-1-1,-40-40 1,40-40 15,40 40-31,-40-41 16,40 1-16,0 0 0,-40 0 15,40 40 1,-40-40-16,40 40 0,0 0 16,0 0-1,-40 40 1,41 0-16,-41 0 31,0 0-31,40 1 0,-40-82 78,40 41-78,-40-40 0,0 0 16,40 40 0,-40-40-16,40 40 15,-40 40 1,0 0-1,40-40-15,-40 40 0,0 1 16,0-1-16,0 0 0,40-40 0,-40 40 16,40-40-16,-40 40 0,41-40 31</inkml:trace>
  <inkml:trace contextRef="#ctx0" brushRef="#br0" timeOffset="126642.48">31419 13354 0,'0'0'0,"40"0"16,0 0-1,0 0 1,-40 41 0,0-1-16,40 80 31,-40-80-31,0 0 15,-40 40 1,-80-80 0,80 0-16,0-40 31,40-120-15,40 40-1,40-1 16,0 81-15,-40 40-16</inkml:trace>
  <inkml:trace contextRef="#ctx0" brushRef="#br0" timeOffset="127172.38">32221 13314 0,'0'-40'15,"-80"40"-15,40-40 16,-80 120 15,39 41-15,81-81-16,-40 0 15,40 0-15,0 0 16,40-40-16,1 0 31,39 0-15,-80-40-16,80-40 16,-40 40-16,0-41 31,-40 41-31,40-120 15,-40 120-15,0 0 0,0 0 16,0-41 0,0 41-1,0 80 32,-40-40-47,40 41 0,0-1 0,0 0 16,-40 0-16,40 0 0,0 0 15,0 0-15,0 40 0,-40-40 0,40 1 0,0-1 16,0 0-16,0 0 0,0 0 0,0 0 0,0 0 16,0 0-16,0 0 15,40-40-15,-40 41 0,80-41 0,-39 0 16</inkml:trace>
  <inkml:trace contextRef="#ctx0" brushRef="#br0" timeOffset="127542.37">33064 12994 0,'-40'0'16,"80"0"-16,-80 40 47,40 0-31,-40-40-16,40 40 0,-40 0 0,40 0 15,0 0-15,-40-40 0,40 40 16,0 0-16,0 41 0,-40-41 0,40 0 0,0 0 15,0 0-15,0 0 0,-41 0 0,41 0 16,0 0-16,0 1 16,41-41-1</inkml:trace>
  <inkml:trace contextRef="#ctx0" brushRef="#br0" timeOffset="127822.4">32984 13154 0,'0'0'0,"0"-40"32,40 40-17,0 80 1,81 80 15,-1-39-15,-40-41-1,0-80 1,-39 0-16,-1 0 16</inkml:trace>
  <inkml:trace contextRef="#ctx0" brushRef="#br0" timeOffset="128062.4">33746 12833 0,'0'0'16,"-40"0"15,0 80-16,40-40-15,-80 121 16,80-121-16,-40 0 0,40 0 16,0 0-16,-40 40 0,40-39 0,0 39 0,-41-40 15,41 0-15,-40 40 16,40-40-16,0 41 0,0 79 16,0-120-16</inkml:trace>
  <inkml:trace contextRef="#ctx0" brushRef="#br0" timeOffset="140991.7">2608 15159 0,'0'-40'0,"0"0"15,40 40 220,-40-40-204,40 40-31,-40-40 0,0 0 15,41 40-15,-41-40 16,40 40-16,0-41 16,0 41-16,-40-40 15,40 40-15,0 0 16,0 0 0,-40 40-1,40-40-15,-40 81 16,0-41-16,0 0 0,0 0 0,41 0 15,-41 0-15,0 40 0,0-39 16,0-1-16,0 0 0,0 40 0,0-40 0,0 0 16,0 0-16,0 0 15,0 0-15,0 1 0,-41-1 0,41 0 0,-40 0 16,40 0 0,-40-40-16,40 40 0,-40-40 0,0 40 15,0-40 1,0 0-16,40 40 0,-40-40 0,-1 0 15,82 0 48,-41-40-63,40-40 16,0 40-1,0 40-15,-40-40 0,40 0 0,-40 0 0,40-1 16,-40 1-16,40 0 0,-40 0 15,40 40-15,-40-40 0,0 0 16,41 40-16,-41-40 0,40 40 0,-40-40 0,40 40 16,-40-40-16,40 0 15,0 40-15,0-41 0,0 1 16,0 0-16,1 40 16,-41-40-16,-41 40 62,1 0-46,0 0 15,0 0-31,0 40 16,0 0-1,0 0-15,40 1 0,-40-41 16,40 40-16,-41 0 0,41 0 0,-40 0 15,40 0 1,0 0-16,0 0 16,0 0-16,0 0 15,40-40 1,-40 41-16,41-41 16,-1 0-1,0 0-15,0 0 16,0 0-16,0 0 15</inkml:trace>
  <inkml:trace contextRef="#ctx0" brushRef="#br0" timeOffset="141561.57">3451 15761 0,'40'0'0,"0"0"15,-40-40 17,40 40-32,0 0 0,1 0 15,-1 0 1,0 0-16,0 0 15,0 40-15,0-40 16,0 0-16,-40 40 0,40 0 16,-40 0-16,41 0 0,-41 0 15,0 0-15,0 1 16,0-1-16,0 0 16,-41-40-16,41 40 15,-40-40-15,0 0 0,40 40 0,-40-40 16,0 0-16,0 0 0,0 0 15,0 0 1,40-40 15,40 40 1,-40-40-32,40 40 15,0 0-15,0 0 16,0-40-16,0 40 0,0 0 15,1 0-15,39 0 0,0 0 16,-40 0-16,0 0 16,0 0-16,1 40 0,-1-40 0,0 0 0,0 0 15,-40 40-15,40-40 0,0 0 16,0 0-16,0 0 0</inkml:trace>
  <inkml:trace contextRef="#ctx0" brushRef="#br0" timeOffset="142061.54">5096 15199 0,'-40'-40'16,"0"40"15,0 0 0,40 40-31,-40-40 0,-1 0 32,41 40-32,0 1 0,-40-41 0,40 40 0,-40-40 15,40 40-15,0 0 0,-40 0 16,40 0-16,0 0 0,0 0 0,0 0 0,0 0 15,0 1-15,0-1 0,0 0 0,0 0 0,0 0 16,40 0 0,0 0-16,0-40 15,1 0 1,-1 0-16,0 0 0,0 0 0</inkml:trace>
  <inkml:trace contextRef="#ctx0" brushRef="#br0" timeOffset="142351.51">5457 15681 0,'40'0'15,"0"0"17,1 0-32,-41 40 0,40-40 15,0 0 1,0 0-16,0 0 0,0 0 16,0 0-16,0 0 15,1 0-15,-1 0 16,0 0-16,0 0 0</inkml:trace>
  <inkml:trace contextRef="#ctx0" brushRef="#br0" timeOffset="142711.51">6340 15320 0,'0'0'0,"0"-40"16,0 80 30,0 0-46,0 40 16,0-40-16,0 0 0,0 0 16,0 0-16,0 0 15,0 1-15,0-1 0,0 0 16,0 0-16,0 0 16,40 0-16,-40 0 0,0 0 0,0 0 15,0 1 1</inkml:trace>
  <inkml:trace contextRef="#ctx0" brushRef="#br0" timeOffset="143231.47">6902 15400 0,'-40'0'0,"-1"0"32,1 0-32,40 40 15,-40-40-15,0 40 16,0 0-16,0-40 0,40 40 0,-40-40 15,0 40-15,-1-40 0,41 40 16,-40-40-16,0 0 16,40 41 15,40-41 47,0 0-78,1 0 16,-1 0-1,0 0-15,0 40 16,0-40-16,0 0 16,0 0-16,0 40 0,1-40 0,-1 0 15,0 40-15,0-40 0,0 40 16,0-40-16,0 0 0,0 0 0,-40 40 0,41-40 15,-1 0-15</inkml:trace>
  <inkml:trace contextRef="#ctx0" brushRef="#br0" timeOffset="143621.44">7383 15039 0,'40'0'46,"-40"40"-46,41-40 16,-41 40-16,40 0 0,-40 0 16,40 0-16,-40 1 0,40 39 0,0-40 0,-40 0 15,40 40-15,-40-40 16,40 0-16,-40 41 0,40-41 0,1 0 0,-41 40 0,0-40 16,0 0-16,0 0 15,0 0-15,0 1 0,0-1 0,-41 0 16,1 0-16,0-40 0,-40 40 0,40-40 15,-40 0-15,39 0 0</inkml:trace>
  <inkml:trace contextRef="#ctx0" brushRef="#br0" timeOffset="144581.38">2408 14598 0,'-41'0'15,"41"-40"-15,0 80 78,-40-40-62,40 40-16,-40 0 0,0 0 0,40 0 16,0 0-16,-40 0 15,40 0-15,-40 1 0,40-1 0,-40 0 16,40 0-16,-40 40 0,40-40 16,0 0-16,-41 41 0,41-41 0,0 40 0,0-40 15,-40 40-15,40-40 0,0 40 16,0-39-16,0-1 0,0 40 0,-40-40 0,40 0 15,0 0-15,0 0 0,0 0 0,0 1 0,0 39 16,0-40-16,0 0 16,80 0-16,-80 0 0,41 40 0,-41-40 0,40 1 15,-40-1-15,40 0 0,0 0 16,0 0-16,0 0 0,0-40 0,0 0 16,1 40-16,-1-40 15,0 0-15,0 0 0,40 0 0,-40 0 0</inkml:trace>
  <inkml:trace contextRef="#ctx0" brushRef="#br0" timeOffset="145741.4">7985 14598 0,'0'-40'16,"40"40"62,0 40-47,-40 0-31,41-40 16,-41 40-16,40 0 15,-40 0-15,40 0 0,0 0 16,0 0-16,-40 1 16,40-41-16,0 40 0,-40 0 0,40-40 0,-40 40 15,41 0-15,-41 0 16,40 0-16,-40 0 0,40 0 0,-40 1 0,40-1 15,-40 0-15,40 0 0,-40 0 0,40 0 0,-40 0 16,40-40-16,-40 40 16,40 0-16,-40 0 0,41 1 0,-41-1 0,40 0 15,-40 0-15,0 0 16,0 0-16,0 0 0,0 0 16,0 0-1,0 1-15,0-1 0,0 0 16,-40 0-16,40 0 0,0 0 15,-41-40-15,41 40 0,-40 0 16,0 0-16,0 0 0,0 1 16,0-41-1,40 40-15,-40-40 0,40 40 0,-40-40 0,40 40 16,-41-40-16,41 40 0,0 0 16,0 0-16,-40-40 0,40 40 15,0 0 1</inkml:trace>
  <inkml:trace contextRef="#ctx0" brushRef="#br0" timeOffset="146851.29">9349 16603 0,'0'0'0,"0"-40"32,-40 40-32,40-40 46,40 40 1,1 0-31,-1 0-16,0 0 47,-40 80-47,0-40 0,0 0 15,40 0-15,-40 0 16,0 1-16,0-1 0,0 0 16,0 0-1,-40-40-15,40 40 0,-40 0 0,0-40 16,-1 0 0,41 40-16,0-80 31,41 0-31,-1 0 15,0-40-15,0 80 0,0-40 0,-40-1 16,40 41-16,0-40 0,0 0 16,1 40-16,-1 0 15,-40-40-15,40 80 16,-40 0 0,0 0-1,0 1-15,0-1 0,0 0 16,0 0-16,-40-40 15,40-40 32,40 40-15,-40-40-32,40 0 0,0-1 0,-40 1 15,40 0-15,0 40 16,0 0-1,-40 40 1,41 0 0,-1 41-16,-40-41 0,40 0 15,-40 0-15,0 0 0,40 0 16,-40 0-16,0 0 0,0 0 16,0 1-16,0-1 15,-40-40 1</inkml:trace>
  <inkml:trace contextRef="#ctx0" brushRef="#br0" timeOffset="147221.29">10272 16924 0,'40'-40'15,"-80"80"-15,121-80 0,39 40 16,-80 0-16,-40 40 16,0 0-1,0 0-15,-40 40 16,0-80-16,0 40 0,0-40 31,40 40-31,-81-40 16,41 0-1,40-40 1,0 0 0,40 0-1,-40 0-15,40 0 0,-40 0 16,41 40-16,-41-40 16,0 0-16,0 0 15,0-1 1</inkml:trace>
  <inkml:trace contextRef="#ctx0" brushRef="#br0" timeOffset="147881.29">10995 16804 0,'-40'0'31,"-1"0"-31,1 0 0,0 0 16,0 40 0,0 0 15,0 80-16,0-40 1,40 0 0,40-80-16,0 41 31,0-41-15,-40-41-1,0 1-15,40-40 16,0 80-16,-40-40 0,0 0 15,40 0 1,-40 0-16,41 0 0,-41 0 0,0-1 16,40 1-16,-40 0 15,0 0-15,0 0 0,0 0 0,0 0 16,0 0 0,0 0-16,-40-1 0,40 1 15,0 0 1,-41 40-16,41-40 15,0 120 17,0-40-32,0 1 15,0-1-15,-40 0 0,40 0 16,0 0-16,0 40 0,-40-40 0,40 0 0,0 41 16,0-41-16,0 0 15,-40 0-15,40 0 0,0 0 0,0 0 0,0 0 0,0 0 16,0 1-16,40-41 0,-40 40 0,40 0 31,0-40-31</inkml:trace>
  <inkml:trace contextRef="#ctx0" brushRef="#br0" timeOffset="148221.28">11597 16643 0,'0'-40'0,"0"80"0,-41-120 16,41 160-1,0-40 1,0 0-16,0 0 0,0 1 0,0-1 16,0 0-16,0 0 15,0 0-15,-40 0 0,40 0 0,0 0 0,0 0 16,0 0-16,0 1 0,0-1 16,0 0-16,0 0 0,0 0 0,0 0 15,40-40 1,1 0-16</inkml:trace>
  <inkml:trace contextRef="#ctx0" brushRef="#br0" timeOffset="148521.26">11637 16763 0,'40'0'31,"0"0"-31,0 0 16,0 0-16,0 41 15,0-1-15,1 0 0,-41 0 32,40 0-32,40 80 15,-40-120-15,-40 40 0,40-40 16,40 81-1,41-81 1,-41 0 0</inkml:trace>
  <inkml:trace contextRef="#ctx0" brushRef="#br0" timeOffset="148741.17">12319 16884 0,'0'-40'15,"0"80"-15,-40-120 16,40 120 15,0 0-31,0 0 16,0 0-16,0 0 0,0 0 16,0 0-16,0 0 0,0 0 0,0 1 0,0-1 15,0 0-15,0 0 16,0 0-16,80 0 0,-80 0 15</inkml:trace>
  <inkml:trace contextRef="#ctx0" brushRef="#br0" timeOffset="149431.16">13884 15881 0,'40'0'62,"0"0"-46,0 0-16,0 0 15,0 0-15,0 0 16,1 0-16,-1 0 0,0 0 0,0 0 0,40 0 16,-40 0-16,0 0 0,1 0 15,-1 0-15,0 0 0,0 40 0,0-40 16,0 0-16</inkml:trace>
  <inkml:trace contextRef="#ctx0" brushRef="#br0" timeOffset="149721.11">13964 16483 0,'-40'40'15,"40"0"1,40-40-16,0 0 31,80 0-15,41 0 0,-81 0-16,121 0 31,-121 0-31,-40 0 0,41 0 0</inkml:trace>
  <inkml:trace contextRef="#ctx0" brushRef="#br0" timeOffset="151131.11">16452 16042 0,'0'0'0,"-40"0"0,40-41 0,-40 41 15,40-40 1,-41 40-16,41-40 31,81 40-15,-41 0 0,-40-40-16,40 40 15,0-40-15,0 40 0,0-40 31,0 40-31,1 0 16,-41-40-16,40 40 0,0 0 16,0 0-16,0 0 0,0 0 15,0 0 1,0 0-16,1 0 0,-1 0 16,-40 40-1,40-40-15,-40 40 0,0 0 0,40 0 16,-40 0-16,0 0 0,0 1 0,0-1 0,0 0 15,0 0-15,0 40 16,0-40-16,-40 0 0,40 0 0,0 0 16,0 1-16,-40-1 15,0 0-15,-1-40 0,1 40 0,0-40 16,0 0 0,0 0-16,0 0 0,0 0 15,40-40 48,40 40-63,0 0 15,0-80-15,0 80 0,0-41 16,0 1-16,-40 0 0,41 40 0,39-40 0,-40 0 16,-40 0-16,40 0 15,0 0-15,0 0 0,0 40 0,1-40 0,-1 40 16,0-41-16,-40 1 0,40 40 0,0-40 0,0 40 15,-40-40-15,40 40 16,-40-40-16,40 40 0,-40-40 0,41 40 0,-41-40 16,0 0-16,40 40 15,-40-40-15,0-1 0,40 1 16,-40 0 0,0 0-16,0 0 15,-40 40 48,40 40-63,0 0 0,-40 0 15,40 0 1,-41 1-16,41-1 0,-40 0 0,40 40 0,0-40 16,0 0-16,-40 0 0,40 0 15,0 1-15,0-1 0,0 0 0,0 0 0,0 0 16,0 0-16,0 0 0,40 0 15,-40 0 1,40-40-16,1 0 0</inkml:trace>
  <inkml:trace contextRef="#ctx0" brushRef="#br0" timeOffset="151591.01">17936 16362 0,'41'0'16,"-1"0"0,40-40-1,40 40 1,-79 0 0,-1 40-1,-40 0 1,0 81-1,-81-1 1,-39 0 15,80-120-31,0 41 0,0-41 16,80 0 15,-40-41-15,80 41-16,-80-40 0,40 40 15,0-40-15,0 40 0,1 0 0,-1 0 0,0-40 16,0 40-16,0 0 16,0 0-16,0 0 0,0 0 0,1 0 0,-1 0 15,0 0-15,40 0 0,-40 0 16,0 0-16,0 0 0,41 0 0,-41 0 0,0 0 16,0 0-16,0 0 15,0-80-15,41 80 0,-41 0 0,0 0 0,-40-40 16</inkml:trace>
  <inkml:trace contextRef="#ctx0" brushRef="#br0" timeOffset="152000.97">19983 15681 0,'-40'0'0,"40"-41"16,-40 41-1,0-40-15,-1 40 16,1 0-16,0 0 15,40 40-15,-40 1 16,40-1-16,-40-40 0,40 40 0,0 0 16,-40 0-16,40 0 15,0 0-15,-40 0 0,40 0 0,0 1 0,0-1 16,0 0-16,0 0 0,0 0 16,0 0-16,0 0 0,0 0 0,0 0 0,40 0 15,0 1-15,0-1 0,0-40 16,-40 40-16,40-40 15,0 0-15,1 0 0,-1 0 0,0 0 0,40 0 16</inkml:trace>
  <inkml:trace contextRef="#ctx0" brushRef="#br0" timeOffset="152280.96">20866 15841 0,'0'0'0,"0"-40"0,40 40 16,-40 40 15,-40-40-15,0 160-1,-1-119-15,41-1 0,-40 120 31,40-120-31,0 0 0,0 81 16,0-81-16,0 80 16</inkml:trace>
  <inkml:trace contextRef="#ctx0" brushRef="#br0" timeOffset="152620.94">20986 15881 0,'0'-40'16,"0"80"-16,40-80 62,-40 80-62,0 0 16,40 0-16,0 0 0,-40 1 0,41-1 15,-1 0-15,-40 0 16,40 0-16,40-40 0,-40 40 0,0 0 0,0-40 16,1 40-16,-1 0 0,40-40 15,-40 40-15,0-40 0,-40 41 0,40-41 0,0 0 16,1 40-16,-1-40 0,0 0 0,0 0 15,0 0 1</inkml:trace>
  <inkml:trace contextRef="#ctx0" brushRef="#br0" timeOffset="152900.91">22029 15841 0,'0'0'16,"0"-40"-16,41 40 16,-41 40 15,0 0-15,-81 121-1,81-121-15,0 40 16,0-40-16,0 160 15,121-39 1,-41-121-16</inkml:trace>
  <inkml:trace contextRef="#ctx0" brushRef="#br0" timeOffset="153210.96">22912 16362 0,'40'0'0,"0"0"0,-40-40 0,41 40 0,-1 0 15,0-40-15,0 40 0,0 0 16,0-40-16,0 40 0,0-40 0,1 40 16,-1 0-16,0 0 15,0 0-15,0 0 0,-40-40 0,40 40 16,0 0-16,0 0 0,1 0 16,-1 0-16,0-40 0,0 40 0,0 0 0,0 0 15,0 0-15,0-40 0</inkml:trace>
  <inkml:trace contextRef="#ctx0" brushRef="#br0" timeOffset="153580.87">24638 15560 0,'0'0'16,"0"-40"-16,40 40 16,-80 40 30,40 0-46,-41 0 0,41 1 16,-40-1-16,40 0 0,0 0 16,0 0-16,-40 40 0,40-40 0,0 0 15,0 1-15,0-1 0,-40 0 16,40 0-16,0 0 0,0 0 0,0 0 0,0 0 16,0 0-16,0 0 15,0 1-15,40-41 0</inkml:trace>
  <inkml:trace contextRef="#ctx0" brushRef="#br0" timeOffset="154170.84">25280 15801 0,'0'0'0,"-41"0"32,41 40-17,-160-40 1,120 0 0,0 40-16,-81-40 15,81 40-15,0-40 0,0 0 16,-40 0-1,40 0 1,80 0 93,0 0-109,0 0 16,0 0 0,0 0-16,0 0 0,0 0 0,1 40 15,-1-40 1,0 40-16,0-40 0,0 41 0,0-41 0,0 40 16,0-40-16,1 40 0,-1-40 15,-40 40-15,40-40 0,0 40 0,0-40 16,-40 40-16,40-40 0,-40 40 31,40-40-31,1 0 16,-1 40-16,0-40 15,0 0-15,40 0 0,-40 0 0,0 0 16,1 0-16</inkml:trace>
  <inkml:trace contextRef="#ctx0" brushRef="#br0" timeOffset="154580.82">26162 15320 0,'41'-40'16,"-41"80"46,0 0-62,40 0 31,-40 0-31,40 0 0,-40 0 0,0 0 16,40 0-16,-40 41 0,40-41 16,-40 0-16,40 40 0,-40-40 0,0 40 0,0-40 15,0 41-15,0-41 16,0 40-16,0 0 0,0-40 0,-40 40 0,40-39 16,-80-1-16,40 40 0,-41-40 15,1 0-15,0 0 0,-40 40 0,-1-39 0</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8-22T04:23:11.873"/>
    </inkml:context>
    <inkml:brush xml:id="br0">
      <inkml:brushProperty name="width" value="0.05292" units="cm"/>
      <inkml:brushProperty name="height" value="0.05292" units="cm"/>
      <inkml:brushProperty name="color" value="#FF0000"/>
    </inkml:brush>
  </inkml:definitions>
  <inkml:trace contextRef="#ctx0" brushRef="#br0">5658 2406 0,'-40'0'218,"0"0"-202,-1 0 0,1 0-1,0 0-15,0 0 16,0 0-1,0 0 1,0 0 15,0 0-15,-1 0-16,1 0 16,40 40-16,-40-40 15,0 0-15,0 0 0,0 0 0,0 0 16,40 40-16,-40-40 0,-1 0 0,41 40 0,-40-40 15,0 0 1,0 0-16,0 0 0,40 40 16,-40-40-16,0 0 15,0 40-15,-1-40 16,1 0 0,0 40-16,0-40 15,40 40-15,-40-40 16,40 41-1,-40-41-15,0 40 16,0-40 0,40 40-16,-41-40 0,1 40 15,0-40 1,40 40-16,-40-40 0,40 40 0,-40-40 16,40 40-16,0 0 15,0 0-15,-40 1 16,40-1-16,0 0 15,0 0 1,-40-40-16,40 40 16,0 0-1,0 0 1,0 0-16,0 0 16,0 0-16,0 1 15,0-1-15,0 0 16,0 0-1,0 0-15,0 0 16,0 0 0,0 0-16,0 0 31,0 1-31,0-1 16,0 0-1,40 0 1,-40 0-16,0 0 15,40 0 1,-40 0 0,40 0-1,-40 0 1,40-40-16,-40 41 16,40-41-16,-40 40 0,40-40 15,-40 40-15,41 0 0,-41 0 16,40 0-1,0-40-15,-40 40 0,40-40 16,-40 40-16,40-40 16,-40 40-16,40-40 0,0 0 15,-40 41-15,40-1 16,1-40-16,-41 40 0,40-40 16,0 0-1,-40 40-15,40-40 0,0 40 16,0-40-16,-40 40 0,40-40 15,-40 40 1,40-40-16,1 40 0,-1 0 16,0-40-1,-40 40-15,40-40 0,-40 41 16,40-41-16,0 40 16,0-40-16,0 0 15,1 40-15,-1-40 16,-40 40-16,40-40 15,-40 40-15,40-40 0,0 0 16,-40 40 0,40-40-16,0 0 0,-40 40 15,40-40-15,1 0 16,-1 0-16,-40 40 0,40-40 16,0 0-1,0 0-15,0 0 0,-40 40 16,40-40-16,0 0 0,1 0 15,-1 0 1,0 0-16,0 0 16,0 0-16,0 0 15,0 0-15,0 0 0,1 0 0,-1 0 0,0 0 16,0 0-16,0-40 16,0 40-16,0 0 0,0-40 0,1 40 0,-1 0 15,0 0-15,0 0 0,0 0 0,0 0 0,0-40 16,0 40-16,1 0 15,-1 0-15,-40-40 0,40 40 0,0 0 0,0-40 16,0 40 0,0-40-16,0 40 0,1-40 15,-1 40-15,0-40 16,0-1-16,0 41 0,0-40 16,0 40-1,1-40-15,-1 40 16,-40-40-16,40 40 0,-40-40 15,40 40 1,-40-40-16,40 40 0,-40-40 16,40 0-1,0 0-15,0 0 0,-40-1 16,41 41-16,-1-40 16,-40 0-16,40 40 15,-40-40-15,40 40 16,-40-40-16,40 0 15,-40 0-15,40 0 16,-40 0 0,0-1-16,40 41 15,-40-40-15,0 0 16,0 0-16,0 0 16,0 0-1,0 0-15,0 0 0,0 0 16,0 0-16,0-1 0,-40 1 15,40 0 1,0 0-16,-40 0 0,40 0 16,0 0-16,-40 40 15,40-40-15,-40 0 0,40-1 16,-40 1 0,40 0-16,-40 0 0,40 0 15,0 0-15,-41 40 0,41-40 16,-40 0-1,40 0-15,-40 40 0,40-40 16,0-1 0,-40 41-16,40-40 0,-40 40 0,40-40 15,-40 40-15,40-40 16,-40 40-16,40-40 0,-40 0 16,-1 40-1,41-40-15,-40 40 16,0-40-16,0 40 15,40-40 1,-40 40-16,0-41 0,0 41 31,-1-40-31,1 40 32,0 0-1,0 0-16,0 0 1,0 0 0,0 0-1,0 0 1,-1 0-16,1 0 0,0 0 16,40-40-16,-40 40 0,0 0 15,0 0-15,0 0 0,0 0 0,-1 0 16,1 0-16,0 0 0,0 0 15,0 0 1,0 0 0,0 0-1,0 0 17,-1 0-32,1 0 15,0 0-15,0 0 16,0 0-1,0 0-15,0 0 32,0 0-17,-1 40 1,1-40 15,0 0-15,0 0-16,0 0 15,40 40-15,-40-40 16,0 41-16,0-41 0,-1 40 0,1 0 16,0-40-1,0 0-15</inkml:trace>
  <inkml:trace contextRef="#ctx0" brushRef="#br0" timeOffset="869.98">5337 2326 0,'0'0'0,"0"40"31,0 0-15,40-40-1,40 40 1,41-40 15,-81 0-31,40-40 16,121-40 0,-121 39-1,-40 41-15,120 0 16,-119 0-16,-1 0 0,40 41 15,40-1 17,-80-40-32,-40 40 0</inkml:trace>
  <inkml:trace contextRef="#ctx0" brushRef="#br0" timeOffset="2369.91">4775 3609 0,'0'-40'63,"40"40"-48,-40-40-15,40 40 16,-40-40-16,40 40 16,-40-41-16,41 41 0,-1 0 15,0 0-15,0 0 0,0 0 16,0 41-1,-40-1 1,0 0-16,40 0 16,-40 0-16,0 0 0,0 0 0,0 0 15,0 0-15,-40 1 16,40-1-16,-80 0 0,80 0 0,0 0 16,-40 0-16,0-40 15,40 40-15,-40-40 0,40 40 0,-41-40 16,82-40 31,-1 0-32,0 0-15,-40 0 16,40 0-16,0 0 16,0 0-16,-40-1 0,40 41 15,-40-40-15,40 0 0,1 0 16,-41 0-1,40 40-15,-40-40 0,40 40 16,-40-40 0,0 0-16,0 0 31,0-1-31,0 1 31,-40 40-31,0 40 78,40 1-78,0-1 0,-41 0 16,41 0 0,0 0-16,0 0 0,0 0 0,0 0 15,0 0-15,0 1 16,0-1-16,41-40 15,-41 40-15,40 0 0,-40 0 16,40-40 0</inkml:trace>
  <inkml:trace contextRef="#ctx0" brushRef="#br0" timeOffset="2669.8">5497 3930 0,'0'40'16,"0"0"15,0 0-16,0 0 1,40-40-16,-40 40 16,41-40-16,-41 40 0,40-40 15,-40 40-15,80-40 16,-40 0-16,0 0 0,0 0 16,0 0-16</inkml:trace>
  <inkml:trace contextRef="#ctx0" brushRef="#br0" timeOffset="3269.86">5778 3368 0,'40'0'328</inkml:trace>
  <inkml:trace contextRef="#ctx0" brushRef="#br0" timeOffset="3799.82">5818 3408 0,'-40'0'32,"80"0"-1,-80 0 47,40-40-15,0 0-48,0 0 1,40 40-1,-40 40 79,0 0-78,0 0-16,40 0 15,-40 1-15,41-1 0,-41 0 16,40-40-16,-40 40 0,40 0 0,0 0 16,-40 0-16,40-40 0,-40 40 15,40-40-15,0 40 0,0-40 0,1 41 16,-1-41 0,0 0-1</inkml:trace>
  <inkml:trace contextRef="#ctx0" brushRef="#br0" timeOffset="4259.74">6380 3248 0,'0'-40'47,"0"80"-15,0 0-32,0 0 15,0 0 1,40 0-16,0 0 0,-40 1 0,40-1 15,1-40-15,-41 40 0,0 0 16,40-40-16,-40 40 0,40 0 0,0 0 16,-40 0-1,40-40-15</inkml:trace>
  <inkml:trace contextRef="#ctx0" brushRef="#br0" timeOffset="4749.68">6942 3288 0,'-40'0'16,"0"0"0,-1 0-16,1 0 0,0 0 15,0 40 1,0 0-16,40 0 15,-40-40-15,0 40 16,40 1-16,-40-41 0,40 40 31,-41-40-31,82 0 110,-1 0-110,0-40 31,0 40-31,0 0 0,0 0 16,0 0-16,0 0 0,1 0 15,-1 0-15,0 0 16,0 0-16,-40 40 0,40-40 0,0 0 15,0 0 1,-40 40-16,40-40 16</inkml:trace>
  <inkml:trace contextRef="#ctx0" brushRef="#br0" timeOffset="5059.68">7102 3047 0,'0'-40'16,"0"80"31,40-40-47,-40 41 0,41-1 0,-1 0 15,0 0-15,-40 0 0,40-40 16,-40 40-16,40 0 0,-40 0 0,40 0 0,-40 0 16,40 1-16,-40-1 15,0 0-15,0 0 0,0 0 0,0 0 0,0 0 16,0 0-16,-40 0 16,40 1-16,-40-1 0,40 0 0,-40-40 0,40 40 15,-40-40-15,0 40 0</inkml:trace>
  <inkml:trace contextRef="#ctx0" brushRef="#br0" timeOffset="6289.68">5658 4210 0,'0'-40'16,"0"0"31,0 0-16,0 0 0,-40 40 1,40-40-17,0 80 32,0 0-31,0 0-16,0 0 0,0 0 15,0 1-15,40-1 16,-40 0-16,0 0 0,0 0 16,0 0-16,0 0 0,40-40 62,-40-40-62,0 0 16,0 0-16,-40 0 15,40 0-15,0 0 0,0-1 16,0 1 0,0 80 30,0 1-46,40-41 16,-40 40-16,40 0 16,-40 0-16,40-40 15,-40 40-15,0 0 32,0-80-1,0 0-31,0 0 0,0 0 0,-40 40 15,40-40-15,-40-1 16,0 1-16,40 0 16,-40 0-1</inkml:trace>
  <inkml:trace contextRef="#ctx0" brushRef="#br0" timeOffset="32368.22">7985 4010 0,'-40'0'0,"0"0"360,80 0-220,-80 0-108,80 0 14,0 0 79,-40-40-125,40 40 16,0 0 172,-40-40-173,41 40-15,-1 0 0,0 0 16,0 0-16,-40-40 15,40 40-15,0 0 0,0 0 0,0 0 16,1 0 0,-1 0-16,0 0 0,-40-40 15,40 40-15,0 0 16,0 0 0,0 0-1,0 0 16,-40-41-31</inkml:trace>
  <inkml:trace contextRef="#ctx0" brushRef="#br0" timeOffset="33448.15">6179 2165 0,'41'0'0,"-41"-40"16,40 40-1,-40 40 235,0 0-234,0 0-1,0 0-15,0 1 0,0-1 16,0 0 0,0 0-16,0 0 15,0 0-15,40-40 16,-40 40 0,40 0 15</inkml:trace>
  <inkml:trace contextRef="#ctx0" brushRef="#br0" timeOffset="34698.01">3692 3729 0,'40'0'250,"0"0"-235,0 0-15,0-40 0,0 40 0,0-40 16,41 40-16,-41 0 16,0 0-16,0-40 0,0 40 0,0 0 0,0 0 15,1 0-15,-1-40 0,0 40 16,0 0-16,0 0 0</inkml:trace>
  <inkml:trace contextRef="#ctx0" brushRef="#br0" timeOffset="36027.91">6099 5293 0,'0'-40'31,"0"0"-31,40 0 16,-40 80 78,0 0-79,0 40 1,0-39-16,0-1 0,0 0 16,0 0-16,40 0 15,-40 0-15,0 0 0,0 0 0,0 0 16,41 0-16,-41 1 0</inkml:trace>
  <inkml:trace contextRef="#ctx0" brushRef="#br0" timeOffset="58426.59">9871 3448 0,'40'0'31,"-40"-40"-31,0 80 234,0 1-234,0-1 0,0 0 16,0 0-16,0 0 0,0 0 0,0 40 16,0-40-16,0 1 0,0 39 15,40-40-15,-40 0 0,0 0 0,0 0 0,0 40 16,0-40-16,0 1 16,0-1-16,0 0 0,0 0 0,0 0 0,0 0 15</inkml:trace>
  <inkml:trace contextRef="#ctx0" brushRef="#br0" timeOffset="59996.49">6019 1002 0,'0'-40'32,"0"0"-1,0 0 0,0 0-15,0 0-1,80 40 1,-80-41 0,40 41-1,-40 41 32,0-1-16,40-40-31,-40 40 0,41-40 0,-1 0 16,-40 40-16,0 0 0,0 0 16,40-40-16,-40 40 15,0 0-15,0 0 16,0 0 0,0 1-1,-40-41-15,40 40 16,-40 0-16,40 0 0,0 0 15,-41-40-15,1 40 0,0-40 0,0 40 0,40 0 16,-40-40-16,0 40 16,0-40-16,0 41 0,-1-1 0,1-40 15,40 40-15,-40-40 16,80 0 78,0 0-79,-40-40-15,41 40 16,-41-40-16,40 40 16,0-41-16,0 41 0,0 0 15,40-40-15,-40 40 0,1-40 16,39 40-16,-40 0 0,0-40 0,40 40 0,-40-40 15,1 40-15,-1 0 0,0 0 0,0-40 0,0 40 16,0 0-16,0 0 16</inkml:trace>
  <inkml:trace contextRef="#ctx0" brushRef="#br0" timeOffset="61516.47">1886 3569 0,'0'-40'31,"0"0"-31,40-1 16,-40 1 0,40 40-1,0-40-15,0 0 32,1 40-32,-1-40 15,-40 0-15,160-40 16,-120 40-16,41 40 15,-41-40-15,40 40 32,-40 0-32,-40 40 0,40 0 31,-40 0-31,0 0 0,0 0 16,0 0-16,0 0 0,0 0 15,0 0-15,0 1 0,-40-1 0,40 0 0,-40 0 16,0 0-1,40 0-15,-40-40 0,0 40 0,40 0 16,-41-40-16,1 0 16,80 0 77,1 0-93,39 40 16,-40-40 0,-40 41-16,40-41 0,0 0 15,-40 40-15,40-40 0,-40 40 16,40-40-16,-40 40 0,41-40 16,-41 40-16,0 0 15,0 0 1,40-40-16,-40 40 15,0 0 1,-40 0-16,40 1 31,-41-41-31,41 40 0,-40-40 0,40 40 0,-40-40 16,0 0-16,40 40 0,-40-40 16,0 0-16,0 40 0,0-40 0,-1 0 0,1 40 15,0-40-15,0 0 16,0 0-16,0 0 0,0 0 0,0 0 15,-1 0-15,1 0 0,0 0 16,40-40-16,-40 40 16</inkml:trace>
  <inkml:trace contextRef="#ctx0" brushRef="#br0" timeOffset="65376.25">6300 6416 0,'-40'0'16,"0"0"702,40 40-702,-41-40 47,41 40-48,-40-40 16,0 0 1,40 41-32,0-1 93,-40-40-93,40 40 16,0 0 0,-40-40-1,40 40-15,-40-40 0,40 40 16,-40-40 0,80 40 15,-40 0-16,40-40-15,-40 40 0,0 1 32,40-41-32,-40 40 15,0 0 1,40 0 0,0-40-1,-40 40 1,40-40-1,1 0-15,-1 0 47,-40 40-31,40-40 0,0 0 15,0 0-16,0 0-15,-40-40 16,40 40-16,0 0 16,-40-40 31,41 40-32,-1-40 1,-40 0 15,40 40-31,-40-40 16,0-1-1,0 1 32,0 0-16,0 0 63,0 0-63,-40 40-15,40-40 15,0 0 1,0 0 46,-40 40-63,-1 0 79,1 0-63,40-40-31,-40 40 16,0 0 0,0 0 15,0 0-16,-40 0 48,39 0-47,1 0-1,0 40-15,0-40 16,0 40-1,0-40 1,40 40-16,-40-40 16</inkml:trace>
  <inkml:trace contextRef="#ctx0" brushRef="#br0" timeOffset="81195.38">12720 2446 0,'0'-40'47,"-40"40"15,0 0 63,0 0-93,0 0-32,40-40 15,-41 40 32,1 0-47,0 0 16,0 0 15,0 0 32,0 0-63,0 0 15,0 0-15,-1 0 16,1 0-1,0 0-15,0 0 0,0 0 16,0 0 0,0 0-1,0 0 1,-1 0 15,1 0-15,0 0-1,40 40 1,-40-40-16,0 0 16,0 0-1,0 0 1,40 40-16,-40-40 16,-1 0-16,1 0 31,0 0-16,40 40-15,-40-40 0,0 0 16,0 0 0,0 0-16,40 40 15,-40-40 1,-1 40-16,1-40 0,0 0 16,0 0-1,40 40-15,-40-40 0,0 0 16,40 40-16,-40-40 0,0 0 15,-1 40 1,1-40-16,0 0 16,40 41-1,-40-41-15,0 0 32,40 40-17,-40-40 1,40 40-16,-40-40 0,-1 0 15,1 0-15,40 40 16,-40-40 0,0 0-16,0 40 15,0-40 1,0 40-16,0-40 16,-1 0-1,41 40-15,-40-40 16,40 40-1,-40-40 1,40 40 0,0 1-1,-40-41-15,40 40 16,-40-40 0,40 40-16,-40-40 0,40 40 31,-40-40-31,40 40 47,0 0-16,0 0-31,0 0 31,-40-40-31,40 40 16,0 0 15,0 1 0,-41-41-15,41 40 0,0 0-16,0 0 15,0 0 1,0 0-1,0 0 32,-80-40-47,80 40 16,0 0 31,0 1-32,0-1 1,0 0 15,0 0-15,0 0 0,0 0 15,0 0-16,0 0 17,0 0-1,0 0 0,0 1-15,0-1 15,0 0 0,0 0 1,40-40-17,-40 40-15,0 0 16,0 0-1,40 0 17,-40 0-17,0 1 1,41-41-16,-41 40 16,0 0-1,40 0-15,-40 0 16,0 0-16,40-40 31,-40 40-31,0 0 31,0 0-31,0 0 0,40-40 16,-40 41-16,0-1 16,40-40-16,-40 40 0,40 0 15,-40 0-15,0 0 16,40-40-1,-40 40 1,40-40 0,-40 40-16,41-40 0,-1 0 15,-40 40 1,40-40-16,-40 41 16,40-41-1,0 0 1,-40 40-16,40-40 15,0 0 1,0 0-16,-40 40 16,41-40-1,-1 0-15,0 0 16,0 0 0,0 0-16,0 0 15,0 0-15,1 0 16,-1 0-1,0 0-15,0 0 16,0 0 0,0 0-1,0 0 1,0 0-16,1 0 16,-1 0-1,0 0-15,0 0 16,0 0-1,0 0 1,0 0 0,0 0-1,1-40-15,-1 40 16,0 0 0,0 0 62,0 0-63,-40-40 1,40 40-16,0 0 0,0-41 0,1 1 16,-1 40-16,0 0 0,0 0 15,0-40-15,0 40 0,0-40 16,0 40-16,1 0 0,-41-40 0,40 40 15,0 0 1,0-40-16,0 40 31,-40-40-31,40 40 0,-40-40 16,40 40 0,-40-40-1,0-1 1,40 41-16,-40-40 15,41 40 1,-1 0 0,-40-40-16,40 40 0,0 0 31,-40-40-31,40 40 16,0 0-1,-40-40-15,40 40 16,-40-40-1,40 40 1,-40-40-16,41 40 31,-41-40-31,40 40 32,-40-40-32,0 0 46,0-1-46,0 1 32,0 0-17,40 40 1,-40-40 15,0 0-15,40 40-16,-40-40 31,0 0 0,0 0 1,0 0-17,0-1 16,0 1 1,0 0-32,0 0 15,0 0 1,0 0 0,0 0-1,0 0-15,0 0 16,0 0-16,0-1 0,0 1 15,0 0 1,0 0-16,0 0 16,0 0-1,0 0-15,-40 40 16,40-40-16,0 0 16,0-1-1,0 1-15,0 0 16,-40 0-16,40 0 15,0 0-15,0 0 16,0 0 0,-40 40-16,40-40 15,0 0 1,0-1 15,-41 1-31,41 0 16,-40 0-16,40 0 15,0 0 1,-40 40 15,40-40-31,0 0 16,-40 40-16,40-40 16,0-1-16,0 1 15,-40 40-15,40-40 0,0 0 16,-40 40-1,40-40-15,0 0 32,0 0-17,-40 0 17,0 0 14,-1 40 1,1 0-15,0 0-17</inkml:trace>
  <inkml:trace contextRef="#ctx0" brushRef="#br0" timeOffset="83395.15">10393 3850 0,'-40'0'62,"40"-41"63,0 1-78,40 40 0,-40-40-31,40 40 77,-40-40-30,40 40-32,-40-40-31,40 40 16,0 0-1,0 0-15,-40-40 0,40 40 16,1 0 0,-41 40 30,0 0-46,40-40 0,-40 40 16,40-40 0,-40 40-16,40-40 0,-40 40 0,0 1 15,0-1 1,40-40-16,-40 40 0,0 0 16,0 0-16,0 0 15,0 0-15,0 0 16,-40 0-16,40 0 15,0 1 1,-40-41-16,40 40 0,-40 0 16,0 0-1,-1-40-15,41 40 0,-40-40 16,80 0 62,-40-40-62,0 0-16,41 40 0,-1-40 15,-40 0 1,0-1-16,40 41 0,-40-40 0,40 0 16,-40 0-1,40 40-15,-40-40 0,40 0 0,0 0 16,-40 0-16,41 40 0,-41-40 0,40 40 15,0-40-15,-40-1 16,40 1-16,0 0 0,-40 0 16,40 0-1,-40 0-15,40 0 16,-40 0 0,-40 40 15,0 0-16,0 40-15,0 0 16,0-40 0,40 40-16,-40-40 0,-1 40 0,41 0 15,-40-40 1,40 40-16,-40-40 0,40 40 0,-40 1 16,40-1-1,0 0 1,80-40-16,-80 40 0,40 0 31,1-40-31,-1 0 0,-40 40 16,40-40-16,0 0 15,0 0-15,0 0 0,0 0 16</inkml:trace>
  <inkml:trace contextRef="#ctx0" brushRef="#br0" timeOffset="84175.19">11276 4090 0,'-41'0'15,"82"0"63,-1 0-15,0 0-63,-40 40 0,40-40 16,-40 40-1,0 0-15,40-40 0,-40 41 16,0-1-16,0 0 0,0 0 15,-40 0 1,40 0-16,-40-40 16,40 40-16,0 0 47,-40-40-47,40-40 78,40 40-16,0 0-46,-40-40-16,40 40 0,0-40 15,0 40 1,0 0-16,1 0 16,-1 0-1,0 0-15,0 0 16,0 0 0,-40 40-16,40-40 0,0 0 15</inkml:trace>
  <inkml:trace contextRef="#ctx0" brushRef="#br0" timeOffset="84755.07">11717 3529 0,'0'0'0,"-40"0"16,40 40 93,0 0-109,0 0 16,0 0-16,0 0 16,0 0-16,-40-40 0,40 40 0,0 1 15,0-1-15,0 0 0,0 0 16,0 0-1,0 0-15,40-40 0,-40 40 16,40-40 0,-40 40-16,40-40 0</inkml:trace>
  <inkml:trace contextRef="#ctx0" brushRef="#br0" timeOffset="85035.09">11837 3930 0,'-40'0'0,"40"-40"15,40 40 16,0 0-15,1 0-16,-41-40 16,40 40-16,0 0 15,-40-41 17</inkml:trace>
  <inkml:trace contextRef="#ctx0" brushRef="#br0" timeOffset="85655.02">12118 3569 0,'0'40'141,"0"0"-126,0 0-15,0 0 0,40-40 0,-40 40 16,0 0-16,0 1 0,0-1 0,40-40 15,-40 40-15,0 0 0,41-40 16,-41 40-16,40-40 0,-40 40 0,40-40 16,-40 40-1,40-40 1</inkml:trace>
  <inkml:trace contextRef="#ctx0" brushRef="#br0" timeOffset="86245.04">12479 3609 0,'-40'0'0,"40"40"62,0 0-46,0 0-1,-40-40 1,40 40-16,-40 0 16,40 1-1,-40-41-15,0 40 16,80-40 31,-40-40-47,40 40 15,0 0 1,-40-41-16,40 41 31,0 0-15,-40 41 0,40-1-1,1 0-15,-1-40 16,0 0-1,0 40-15,0-40 0,0 0 16,0 0 0,-40-40-16</inkml:trace>
  <inkml:trace contextRef="#ctx0" brushRef="#br0" timeOffset="86695.03">12439 3448 0,'0'-40'0,"-40"40"16,40-40 15,40 40-15,0 0-1,0 0 1,1 40 15,79 121-15,-120-121-16,80 120 15,-40-120-15,-40 1 0,81 79 32,-81-80-32,80 80 15,-80-80-15,0 0 0,0 41 0</inkml:trace>
  <inkml:trace contextRef="#ctx0" brushRef="#br0" timeOffset="87344.93">13161 4050 0,'0'40'0,"-40"-40"0,80 0 47,1 0-32,-41-40-15,40 40 0,0 0 0,0-40 16,0 0-16,0 40 0,0 0 0,0-40 15,1 40 1,-1 0-16</inkml:trace>
  <inkml:trace contextRef="#ctx0" brushRef="#br0" timeOffset="88274.86">9630 4210 0,'40'0'31,"1"0"-15,-1 0-16,0 0 0,0 0 15,0-40 1,0 40-16,0-40 0,0 40 0</inkml:trace>
  <inkml:trace contextRef="#ctx0" brushRef="#br0" timeOffset="89124.81">11717 1965 0,'40'0'31,"-40"-41"0,0 82 47,0-1-62,40 0-16,-40 0 0,0 0 0,40 0 0,-40 0 16,0 0-16,0 0 15,40 1-15,1-1 0</inkml:trace>
  <inkml:trace contextRef="#ctx0" brushRef="#br0" timeOffset="90304.74">11476 5293 0,'0'-40'31,"0"80"16,0 0-31,40 1-16,-40-1 15,0 0 1,0 0-16,0 0 0,0 0 0,0 0 16,0 0-16,0 0 0,0 0 0,0 1 0,0-1 15,0 0-15</inkml:trace>
  <inkml:trace contextRef="#ctx0" brushRef="#br0" timeOffset="109733.76">14084 3649 0,'0'-40'203,"40"40"-187,-40-40-1,41 40 1,-41-40-16,40 40 16,0 0-1,-40-40-15,40 40 16,0 0-16,0 0 16,0 0-1,0 40-15,1 0 16,-41 0-1,40-40-15,-40 40 32,0 0-1,0 0-15,0 0-1,-40 0 1,-1 1-16,1-1 31,40 0-31,0 0 31,-40-40-31,40 40 16,-40-40 46,80 0 79,0 0-141,-40-40 0,81 40 0,-41-40 16,0 40-1,0 0-15,0 0 0,0 0 0,0 0 16,1 0-16,39 0 0,-40 0 0,0 0 0,0 0 16,0 0-16,0-40 15,1 40-15,-1 0 0,0 0 0,0 0 16,0 0-1</inkml:trace>
  <inkml:trace contextRef="#ctx0" brushRef="#br0" timeOffset="111103.68">11837 7018 0,'0'-40'0,"0"0"0,0 0 31,40 40-31,-40-41 0,0 82 157,0-1-157,0 40 0,0-40 15,0 0-15,0 0 0,0 0 16,0 0-16,0 0 0,0 41 0,0-41 0,0 0 15,0 0-15,0 0 16,0 0-16,0 0 0,0 0 0,0 1 0</inkml:trace>
  <inkml:trace contextRef="#ctx0" brushRef="#br0" timeOffset="114123.54">12319 882 0,'-40'0'0,"0"0"31,-1 0 48,1 80-64,0-80 1,0 80-16,0-80 0,40 40 0,-40 0 15,0-40-15,0 40 0,40 1 16,-41-41-16,1 40 0,40 0 0,-40-40 0,0 40 16,0-40-16,40 40 15,40-40 48,0 0-48,0 0 1,-40 40-16,40-40 0,1 0 16,-1 0-1,0 0-15,-40-40 0,40 40 0,0-40 16,0 40-16,0-40 16,0 40-16,1-40 0,-1 40 0,0 0 0,0-40 15,0 40-15,0-41 0,0 41 16,0-40-16,1 40 0,-1 0 0,-40-40 0,40 40 15,0 0-15,0 0 0,0 0 16,0 0-16,0 0 16</inkml:trace>
  <inkml:trace contextRef="#ctx0" brushRef="#br0" timeOffset="114653.47">12399 962 0,'-40'0'31,"40"40"125,0 0-140,0 0-16,0 0 0,40-40 0,-40 40 0,0 1 16,0-1-16,40 40 15,-40-40-15,0 0 0,0 0 0,40 0 0,0 0 0,-40 1 16,41 39-16,-41-40 0,40 0 0</inkml:trace>
  <inkml:trace contextRef="#ctx0" brushRef="#br0" timeOffset="132452.66">8748 3609 0,'40'0'140,"-40"-40"-77,0 0 15,0 0-16,0 80 95,0 0-95,0 0-46,40 0-16,-40 0 0,40 0 0,0 0 15,-40 0 1,0 1-16,40-1 0,-40 0 0,40-40 0,-40 40 16,40 0-16,-40 0 15,0 0-15,41-40 0,-41 40 0,40 0 0,0 0 16</inkml:trace>
  <inkml:trace contextRef="#ctx0" brushRef="#br0" timeOffset="170905.79">9309 3288 0</inkml:trace>
  <inkml:trace contextRef="#ctx0" brushRef="#br0" timeOffset="173405.66">9309 3288 0,'0'-40'15,"-40"40"1,40-40 0,0 0 202,0 0-186,0 0-17,40 40 1,-40-41-16,0 1 31,40 40-15,-40-40-16,41 40 31,-41-40-31,40 0 16,0 40 31,-40 40 31,0 0 0,0 0-63,40-40 1,-40 40 0,40-40-16,-40 41 31,0-1 0,0 0 32,0 0-63,0 0 15,0 0 1,0 0 0,0 0 109,-40-40-110,40-40 95,40 40 46,-40 40-141,40-40-15,-40 40 0,40-40 32,0 0 296,-40 40-328,41-40 15,-41 41 1,40-41-16,-40 40 31,0 0 110,0 0-110,-40-40-31,40 40 16,-41 0-1,1-40 1,40 40 47,-40-40-32,0 0 16,0 0 62,0 0-93,0 0 15,40-40 94,0 0-31</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8-22T04:27:04.661"/>
    </inkml:context>
    <inkml:brush xml:id="br0">
      <inkml:brushProperty name="width" value="0.05292" units="cm"/>
      <inkml:brushProperty name="height" value="0.05292" units="cm"/>
      <inkml:brushProperty name="color" value="#FF0000"/>
    </inkml:brush>
  </inkml:definitions>
  <inkml:trace contextRef="#ctx0" brushRef="#br0">17415 3128 0,'-40'0'15,"40"-40"126,0-1-125,0 1-1,0 0 1,40 40-16,-40-40 0,40 40 15,-40-40-15,40 40 16,0 0-16,0-40 0,0 40 0,1 0 16,-1 0-16,0 0 0,0 0 15,0 0 1,-40 40-16,40 40 0,0-40 16,-40 0-16,0 1 15,0-1-15,40 0 0,-40 0 0,0 0 16,0 0-16,0 0 15,0 0-15,0 0 0,-80 0 0,80 1 0,-40-1 16,40 0-16,-40 0 16,40 0-16,-40-40 0,40 40 0,-40 0 0,0-40 0,40 40 15,-41-40-15,41 40 0,-40-40 0,40 41 32,-40-41-32,40-41 31,40 41-31,-40-40 15,40 0-15,-40 0 16,81 0-16,-41 0 0,0 0 0,0 0 16,40 0-16,-40-1 0,1 1 0,-1 0 0,0 0 15,0 0-15,0 0 0,0 0 16,0 40-16,1-40 0,-41 0 0,40 40 0,-40-40 16,40 40-16,-40-41 15,0 1-15,0 0 31,0 0-31,-40 40 47,0 0-31,40 40 0,0 0-16,-41-40 0,41 40 15,0 1-15,0-1 16,-40 0-16,40 0 0,0 0 0,0 0 15,0 0-15,0 40 0,-40-40 16,40 1-16,0-1 0,0 0 0,0 0 0,0 0 16,0 0-16,0 0 0,0 0 0,0 0 15,0 1 1,40-41-16,0 0 0,1 0 16</inkml:trace>
  <inkml:trace contextRef="#ctx0" brushRef="#br0" timeOffset="579.94">18579 3729 0,'40'0'0,"-40"-40"15,40 0 1,40 0 0,-40 40-1,81-40 1,-41 40 0,0 120-1,-80-40 16,0 41-15,0-81 0,-40-40-16,0 40 15,40 0-15,40-40 32,-40-40-17,40 40 1,0 0-16,0 0 15,-40 40 1,40-40-16,1 0 0,-41 40 16,40 0-16,-40 0 0,0 0 31,0 0-31,-40 1 16,-1-1-1,1-40-15,0 40 0,0 0 0,0-40 0,0 40 16,0-40-16,40 40 15,-40-40-15,-1 40 0,1-40 0,0 0 16,40 40-16,-40-40 16,0-40-16</inkml:trace>
  <inkml:trace contextRef="#ctx0" brushRef="#br0" timeOffset="959.85">19863 2686 0,'0'-40'15,"0"80"-15,-41-80 0,1 40 0,40 40 32,-40 1-17,40 119 1,0-120-16,0 40 16,0-40-16,0 121 15,0-41 1,40-80-16,0 201 15,-40-201-15,41 0 16,-41 0-16,40-40 0,0 40 16,0-40-16,0 0 0</inkml:trace>
  <inkml:trace contextRef="#ctx0" brushRef="#br0" timeOffset="1309.91">20585 3128 0,'80'-40'32,"-80"-1"-32,120 41 15,-39 0-15,39 81 32,-120-41-32,40 40 15,-40-40-15,0 0 0,0 0 16,-80 0-16,40 0 31,-40-40-31,-41 41 16,81-41-16,-40-41 15,40-79 1,40 80 0,-40 0-16,40-40 15,0 40-15,0 0 0,40 40 16,-40-41-1,80-39-15</inkml:trace>
  <inkml:trace contextRef="#ctx0" brushRef="#br0" timeOffset="1619.89">21026 2606 0,'0'-40'31,"40"40"-31,0 0 16,81 40-1,-1 81 1,-40-41 0,-39-80-16,79 200 15,-80-160-15,-40 81 31,0-81-31,0 160 16,-40-200-16,40 40 0,-80 81 16,40-121-16,-1 40 0,-79 0 15,80 0-15</inkml:trace>
  <inkml:trace contextRef="#ctx0" brushRef="#br0" timeOffset="1899.87">22511 2847 0,'0'0'15,"-40"0"-15,40 40 32,40-40-17,-40-40-15,160 0 16,-119 0-16,79 40 16,-80-40-16,80-1 31,-79 41-31</inkml:trace>
  <inkml:trace contextRef="#ctx0" brushRef="#br0" timeOffset="2109.86">22792 3328 0,'0'40'15,"0"-80"-15,200 40 31,-159 0-31,-1-40 0,40 40 0,161-80 32,-41 40-17</inkml:trace>
  <inkml:trace contextRef="#ctx0" brushRef="#br0" timeOffset="7519.55">23675 2486 0,'0'0'0,"40"-40"16,0 40-1,-40-40-15,40 40 0,0 0 16,-40-40 0,40 40-16,0 0 62,0 0-62,1 0 16,-1 0-16,0 0 0,0 0 15,0 0 1,0 0-16,0 0 0,-40 40 16,40-40-16,1 0 0,-41 40 0,40 0 15,-40 0 1,0 0-16,0 0 0,0 0 16,0 0-1,0 1-15,-40-41 0,40 40 0,0 0 16,-41-40-1,41 40-15,-40-40 0,0 0 16,40-40 78,40 40-63,-40 40-31,40-40 0,-40 40 0,41-40 16,-41 40-16,40-40 0,0 40 0,0 0 0,0 0 15,0 1-15,0-41 16,-40 40-16,40 0 0,1-40 0,-1 40 16,0-40-16,0 0 15</inkml:trace>
  <inkml:trace contextRef="#ctx0" brushRef="#br0" timeOffset="7819.56">24678 2566 0,'0'0'16,"0"-40"-1,160 0 1,-120 40 0,0 0-16,81 120 15,-121-80-15,40 0 0,40 41 16,-40-41-16,41 40 16,-41-80-16,80 80 15,1 0 16,-81-80-31,0 0 0,0 0 16</inkml:trace>
  <inkml:trace contextRef="#ctx0" brushRef="#br0" timeOffset="8029.46">25480 2566 0,'-40'-40'15,"0"40"1,0 40 0,0 0-16,40 0 0,-40 0 0,40 1 15,-41-41-15,1 40 16,40 0-16,0 0 0,-40 0 0,40 0 0,0 0 16,-40 0-16,40 0 15,0 1-15</inkml:trace>
  <inkml:trace contextRef="#ctx0" brushRef="#br0" timeOffset="8409.51">25962 2285 0,'0'0'0,"0"-40"16,40 40-1,-40 40 17,0 41-32,-40-81 0,40 40 0,0 0 15,-40 0-15,40 40 0,0-40 0,-40 0 0,40 0 16,0 1-16,0-1 0,0 0 16,0 0-16,0 0 0,0 0 0,0 0 0,0 0 15,40-40-15,-40 40 16,0 1-16,40-41 0,-40 40 0,80-40 0</inkml:trace>
  <inkml:trace contextRef="#ctx0" brushRef="#br0" timeOffset="8769.5">26483 2686 0,'-40'0'16,"80"0"15,-40-40-31,41 40 0,-1-40 15,0 40-15,0 0 16,0 0-16,-40-40 0,40 40 0,0 0 16,0 0-16,1 0 0,-1-40 0,0 40 0,0 0 15,40 0-15,-40 0 0,0-40 16,1 40-16,39 0 0,-40 0 0,0 0 0,0 0 16,0 0-1,0 0-15,1 0 0,-41-40 0</inkml:trace>
  <inkml:trace contextRef="#ctx0" brushRef="#br0" timeOffset="9069.46">27085 2125 0,'-40'40'47,"40"0"-47,0 0 0,0 0 16,0 1-16,0-1 0,0 0 15,0 0-15,0 0 0,0 0 0,0 0 0,0 0 16,0 0-16,0 0 15,0 1-15,0-1 0,0 0 0,0 0 16,40-40-16</inkml:trace>
  <inkml:trace contextRef="#ctx0" brushRef="#br0" timeOffset="10459.39">28771 2045 0,'-81'40'110,"41"0"-110,0-40 0,40 40 0,-40-40 15,0 40-15,0-40 16,0 40-16,-1 0 0,1-40 0,0 41 0,0-41 16,40 40-16,-40-40 0,0 40 15,0-40-15,40 40 0,-40-40 16,80 0 31,0 0-32,0 0 1,0 0-16,0 0 16,0 0-16,0 0 0,1 0 0,-1 0 0,0 0 15,0 0-15,0 0 16,0 0-16,0 0 0,0 0 0,1 0 15,-1 0-15,0 0 16,0 0-16,0 0 16,0 0-16</inkml:trace>
  <inkml:trace contextRef="#ctx0" brushRef="#br0" timeOffset="12349.28">28169 1965 0,'-40'0'15,"40"-41"79,40 41-47,-40-40-47,40 40 16,0 0-16,0 0 15,-40-40 1,40 40-16,0 0 0,0 0 16,1 0-16,-1 0 15,0 0-15,0 0 31,-40 40-31,40-40 16,-40 40 0,40-40-1</inkml:trace>
  <inkml:trace contextRef="#ctx0" brushRef="#br0" timeOffset="13009.23">29533 1924 0,'-40'0'15,"80"41"63,-40-1-62,40 0-16,-40 0 0,40 0 0,0 0 16,-40 0-16,41 0 0,-41 0 0,40-40 0,-40 41 15,40-1-15,0 0 16,0 0-16,0-40 0,0 40 16,0-40-16,1 0 0,-1 0 15</inkml:trace>
  <inkml:trace contextRef="#ctx0" brushRef="#br0" timeOffset="13279.29">30055 2085 0,'0'0'0,"-40"-40"31,-1 40-16,-39 80 1,0 40 0,0 1 15,-41-1-15,121-80-1,-40 0-15,0 40 16,0-40-16</inkml:trace>
  <inkml:trace contextRef="#ctx0" brushRef="#br0" timeOffset="13699.21">31098 1924 0,'-40'0'16,"80"0"-16,-120 41 0,-41-41 16,81 0-16,0 40 0,-40 0 15,-41 40 16,81-40-31,0 0 16,40 0-16,0 0 31,80-40-15,41 0 0,120 0 15,-161 0-31,-40 0 0,161 0 31,-161 0-31,40 0 0</inkml:trace>
  <inkml:trace contextRef="#ctx0" brushRef="#br0" timeOffset="13929.18">31138 1965 0,'-80'-41'16,"80"82"15,0-1-15,0 0-16,0 0 0,-40 0 16,40 0-16,0 0 0,0 0 0,0 0 0,0 41 15,0-41-15,0 0 16,-40-40-16,40 80 0,0-40 0,0 0 15,0 0-15,0 0 0,0 1 16</inkml:trace>
  <inkml:trace contextRef="#ctx0" brushRef="#br0" timeOffset="15479.1">22872 4812 0,'40'0'109,"0"0"-77,0 0-32,1 0 0,-1 0 15,0 0-15,0 0 16,0 0-16,0 0 0,0 0 0,0 0 0,1 0 15,-1 0-15,40 0 16,-40 0-16,40 0 0,-40 0 0,41 0 0,-41 0 16,40 0-16,-40 0 0,0 0 0,0 0 0,1 0 15,-1 0-15,0 0 0,0-40 16</inkml:trace>
  <inkml:trace contextRef="#ctx0" brushRef="#br0" timeOffset="15809.07">23474 4571 0,'0'0'15,"-40"0"1,40 41 0,0-1-1,0 80 1,0-80-16,0 40 16,80-40-16,-40 121 15,-40 79 16,0-119-31</inkml:trace>
  <inkml:trace contextRef="#ctx0" brushRef="#br0" timeOffset="16389.03">24838 4411 0,'0'-40'31,"0"80"-31,80-120 16,-39 80-16,79-40 15,40 40 1,-39 40 15,-41 80-15,-80-40 0,0 41-1,-40-121-15,-40 80 16,40-40-16,-1 0 15,1-40 1,121 0 0,-41 0-1,0 0-15,0 0 16,0 0-16,0 0 0,0 0 0,1 0 16,-1 0-16,0 0 15,0 0-15,0 0 0,0 0 0,0 80 16,0-80-1,-40 40-15,41 0 0,-41 1 0,0-1 16,0 0-16,0 0 16,0 0-16,-81-40 0,81 40 15,-40 0-15,0-40 0,-40 40 0,40-40 0,0 40 16,-41-40-16,41 41 0,-40-41 16,40 40-16,0-40 0,-1 0 0,1 40 0,0-40 15,0 0-15</inkml:trace>
  <inkml:trace contextRef="#ctx0" brushRef="#br0" timeOffset="16699.09">26162 4531 0,'41'0'15,"-1"-40"1,40 120 0,-40-80-16,0 41 0,0-1 15,0 0-15,1-40 0,79 80 32,-80-40-32,0-40 0,0 40 0,0-40 0,81 40 31,39 0-16,-39 0 1,-121-120 0</inkml:trace>
  <inkml:trace contextRef="#ctx0" brushRef="#br0" timeOffset="16959.07">26885 4411 0,'0'0'16,"-81"0"0,1 0-1,40 120 17,-40 41-17,40-81 1,40-40-16,-81 80 15,81-80-15,-40 1 16,40 39-16,-40-80 0,40 40 16</inkml:trace>
  <inkml:trace contextRef="#ctx0" brushRef="#br0" timeOffset="17579.04">27246 4451 0,'0'-40'16,"0"0"-16,40 40 16,80-80 15,41 40-15,-41 40-1,-40 80 16,-80 40-15,-40 41 0,0-1-1,0-120 17,80-40-17,40 0 1,81 0 15,-1 0-15,-39 0-1,-41 80 1,-40 0 15,-80-39-31,40-1 0,-201 80 31,161-80-31,0 0 0,-80 0 16,80-40-16,-41 40 16</inkml:trace>
  <inkml:trace contextRef="#ctx0" brushRef="#br0" timeOffset="17918.97">29252 4612 0,'40'0'31,"0"0"-15,-40-41-16,81 41 0,-41 0 0,0 0 16,0 0-16,40 0 0,-40-40 15,1 40-15,-1 0 0,0 0 0,0 0 0,40 0 16,-40 0-16,0-40 0,41 40 16,-41 0-16,0 0 0,0 0 0,0 0 0,0 0 15,0 0-15,1 0 16,-1 0-16,0 0 0,0 0 0,0 0 0,0 0 15</inkml:trace>
  <inkml:trace contextRef="#ctx0" brushRef="#br0" timeOffset="18188.93">29974 4090 0,'0'40'47,"0"0"-31,0 0-16,-40 1 0,40-1 16,0 0-16,0 0 0,0 0 0,0 0 15,0 0-15,0 0 0,-40 0 16,40 1-16,0-1 0,0 0 0,0 0 15,0 0 1,40-40-16,-40 40 0</inkml:trace>
  <inkml:trace contextRef="#ctx0" brushRef="#br0" timeOffset="18738.9">31539 4210 0,'0'-40'15,"0"80"-15,40-80 0,-40 0 16,-40 40 0,0 0-1,40 40-15,-40-40 16,0 0-16,0 40 0,40 1 0,-40-1 16,40 0-16,-40-40 0,-1 40 15,1 0-15,40 0 0,-40 0 0,40 0 0,-40 0 16,40 1-1,0-1-15,-40-40 0,40 40 0,0 0 0,0 0 16,0 0-16,40-40 16,40 0-16,-40 0 15,1 0-15,-1 0 0,0-40 16,40 40-16,-40-40 0,0 40 16,0-40-16,1 40 0,-1-40 0,0 0 0,0 40 15,0-41-15,0 1 16,-40 0-16,0 0 15,0 0-15,0 0 16,-40 40-16,0-40 0,0 40 0,0 0 0,0-40 16,-1 40-16,1 0 0,0 0 0,0 0 0,0 0 15</inkml:trace>
  <inkml:trace contextRef="#ctx0" brushRef="#br0" timeOffset="18988.88">32021 4130 0,'0'0'0,"40"40"32,-40 0-17,40 1 1,0-1-16,0 0 0,0 0 15,-40 0-15,41-40 0,-1 40 16,0 0-16,-40 0 0,40-40 0,-40 40 0,40 1 16,0-41-16,0 40 0,-40 0 0,40-40 0,1 40 15,-1-40-15,0 0 16,0 0-16</inkml:trace>
  <inkml:trace contextRef="#ctx0" brushRef="#br0" timeOffset="19238.87">32663 4331 0,'0'0'16,"-40"0"-1,0 80 1,-41 0 15,41-80-31,-40 121 16,40-81-16,0 40 15,0-80-15,-1 40 16</inkml:trace>
  <inkml:trace contextRef="#ctx0" brushRef="#br0" timeOffset="19528.84">32984 4210 0,'0'41'32,"0"-1"-17,-40-40-15,40 80 0,0-40 16,0 0-16,0 0 0,0 0 0,0 0 0,0 41 16,-40-41-16,40 0 15,0 0-15,0 0 0,0 0 0,0 0 0,0 0 16,0 0-16,0 1 0</inkml:trace>
  <inkml:trace contextRef="#ctx0" brushRef="#br0" timeOffset="21298.75">21909 6857 0,'0'0'0,"-40"0"16,0 0 0,0 0-1,-1 0 16,41 41-15,0-1 15,-40-40-31,40 40 0,-40-40 16,40 40 0,-40-40-16,40 40 0,40-40 78,0-40-63,0 40 1,1 0-16,-1 0 0,0 0 16,0-40-16,40 40 0,-40 0 15,1 0-15,-1-40 0,0 40 0,0 0 0,0 0 16,0 0-16,0-40 15,0 40-15,1 0 0,-1 0 0</inkml:trace>
  <inkml:trace contextRef="#ctx0" brushRef="#br0" timeOffset="21528.73">21909 7379 0,'0'0'0,"-40"40"0,0-40 16,80-40 15,0 40-31,40 0 0,-40 0 16,1 0-16,-1 0 15,0 0-15,0-40 0,0 40 0,0 0 16,0 0-16</inkml:trace>
  <inkml:trace contextRef="#ctx0" brushRef="#br0" timeOffset="22938.65">24076 7058 0,'-40'0'16,"40"-40"109,0 0-110,40 0-15,0 40 16,-40-40-16,40 40 0,-40-41 0,40 41 16,0-40-16,0 40 0,1-40 15,-1 40-15,0 0 0,-40-40 0,40 40 0,0 0 16,0 0-16,0 0 16,0 0-1,-40 40 1,41 0-16,-41 0 0,0 1 0,40-41 15,-40 40-15,0 0 0,0 0 0,0 0 0,0 0 16,0 0-16,-40 0 0,40 0 16,-41-40-16,1 40 0,0 1 0,0-41 0,0 40 15,0 0-15,0 0 16,0-40-16,-1 40 0,1-40 0,0 0 16,0 40-16,0-40 15,80 0 48,0 0-48,0 0-15,0 0 16,1 0 0,-1 40-16,0-40 0,0 40 0,0-40 0,0 40 15,0 1-15,0-41 0,1 40 16,-1-40-16,40 40 0,-40-40 0,0 40 0,0-40 15,0 0-15,1 40 0,-1-40 0,0 0 0,0 0 16</inkml:trace>
  <inkml:trace contextRef="#ctx0" brushRef="#br0" timeOffset="23198.7">25159 7459 0,'-40'0'16,"80"0"-16,0-40 15,-40 0-15,81 40 0,39 0 32,-80 0-32,161 0 15,-121 0-15,-40 0 0,81 40 16,-81-40-16,80 0 15,-80 0-15,0 0 0,41-40 16</inkml:trace>
  <inkml:trace contextRef="#ctx0" brushRef="#br0" timeOffset="23478.62">25601 7018 0,'-40'-40'15,"80"80"-15,-121-80 16,81 80 0,0 0-16,0 80 31,0-80-31,0 161 15,0-161-15,41-40 0,-41 120 16,40 1 0,0-81-1</inkml:trace>
  <inkml:trace contextRef="#ctx0" brushRef="#br0" timeOffset="25228.54">27085 7098 0,'40'0'32,"1"0"-17,-1 0 251,0-40-251,0 40-15,0 0 16,0 0 0,0 0-1,0 0 17,1 0-17,-1 0 1,0 0-1,0 0-15,0 0 16,-40 40-16,0 0 31,0 0 1,0 0-32,0 0 31,0 1-31,-40-41 0,40 40 15,-40-40-15,40 40 0,-40-40 0,40 40 0,-81 0 16,41-40-16,0 40 16,0-40-16,0 40 0,40 0 0,-40-40 0,0 40 0,0-40 15,-1 41 1,1-41-16,0 40 16,40 0-1,0 0 16,0 0-31,0 0 16,40 0 0,-40 0-16,40-40 15,-40 40-15,41 0 0,-1 1 16,0-41 0,0 40-16,0-40 0,0 0 15,0 0-15,0 0 16,1 0-16,-1 0 0,0 0 15,-40-40-15,40 40 0,-40-41 0,40 41 16,-40-40 0,0 0-16,0 0 0,0 0 15,0 0-15,0 0 16,0 0-16,-40 40 0,40-40 16,-40 0-1,0-1-15,0 41 0,-1-40 16,1 40-16,40-40 0,-40 40 15,0-40-15,0 40 0,40-40 16,-40 40-16,40-40 0,-40 40 0,40-40 16,-40 40-1,40-40-15,0 0 16,0-1 0,0 1-16,40 40 15,-40-40 1,0 0-16,40 40 0,0 0 15,-40-40-15,40 40 0,0-40 16,0 40 0,-40-40-16,40 40 0,1 0 0,-1 0 15,0 0-15,0 0 16</inkml:trace>
  <inkml:trace contextRef="#ctx0" brushRef="#br0" timeOffset="25568.49">28409 7820 0,'-40'40'16,"80"-80"-16,-80 40 16,80 0-1,1-40 1,79 0 15,-40 40-31,-40 0 0,121 0 31,-121 0-31,0 0 0,0 0 0,161-40 16,-161 0-16</inkml:trace>
  <inkml:trace contextRef="#ctx0" brushRef="#br0" timeOffset="25858.55">28811 7258 0,'0'0'15,"0"41"1,-40 39 0,40 120-1,0-39 16,0-81-31,0 40 16,80-40 15</inkml:trace>
  <inkml:trace contextRef="#ctx0" brushRef="#br0" timeOffset="26698.45">30737 7058 0,'-80'0'16,"80"-40"-1,-41 40-15,1 0 32,0 0-17,-40 0 1,-40 120 15,79 0-15,41 1-1,0-81-15,81 0 16,-41 0-16,0-40 16,0 0-16,-40 40 15,40-40-15,0 0 0,0 0 0,1 0 0,-1 0 16,0-40-16,0 0 16,-40 0-16,40-80 31,-40 39-16,-40 41-15,0 0 16,40 0-16,0 0 16,-40 40-1,40-40 1,0 80 0,0 0-1,0 0-15,40 121 31,-40-121-31,0 0 0,0 0 0,0 0 0,0 0 16,40 0-16,-40 0 0,0 0 0,40 1 0,-40 79 31,0-80-31,0 0 0,0 0 0,-40 40 32,40-40-32,-40-40 0,-40 81 15,39-81-15,-159 40 16,160-40-16,0 0 0,-121 0 15,121 0-15,-121 0 16</inkml:trace>
  <inkml:trace contextRef="#ctx0" brushRef="#br0" timeOffset="27818.45">21307 9304 0,'0'0'15,"80"0"1,41-40 0,-1 40-1,161-40 1,0 0-1,-241 40-15,121 0 16,-121 0-16</inkml:trace>
  <inkml:trace contextRef="#ctx0" brushRef="#br0" timeOffset="28058.38">22230 9504 0,'-40'0'0,"80"0"0,-40 0 31,40 0-15,121 40-1,120-40 16,-1-80-31</inkml:trace>
  <inkml:trace contextRef="#ctx0" brushRef="#br0" timeOffset="29318.3">23915 8702 0,'0'0'0,"40"-40"31,-80 40 32,40 40-16,0 40-47,0-39 15,0-1-15,0 0 16,-40 0-16,40 0 0,0 40 0,0-40 0,0 0 16,0 41-16,0-41 15,0 0-15,0 0 0,0 0 0,40 0 0,-40 0 0,0 0 16,0 0-1,0 1-15,0-1 0,0 0 16,40-40-16,-40 40 0,41-40 0</inkml:trace>
  <inkml:trace contextRef="#ctx0" brushRef="#br0" timeOffset="30318.3">25199 9103 0,'0'0'15,"-40"0"-15,40-40 16,-40 40-16,0-40 16,-40 40-1,40 0-15,-41 0 32,41 0-32,0 0 0,0 0 15,40 40-15,-40-40 16,40 40-16,0 0 0,-40 1 15,40 39 1,0-40 0,40 0-1,-40 0-15,80 0 16,-40-40-16,0 0 16,0 0-16,1 0 15,-1 0-15,0 0 0,0 0 16,0 0-1,0-80-15,0 40 16,-40 0-16,40 40 0,-40-40 0,0 0 16,0-1-1,0 1-15,0 0 0,0 0 16,0 0 0,0 0-16,-40 40 15,40-40-15,0 120 78,0-40-62,0 0-16,0 0 0,0 0 16,0 1-1,0-1-15,40 0 0,-40 0 16,41 0-16,-41 0 15,0 0-15,40-40 0,-40 40 0,0 0 16,0 0-16,40 1 0,-40-1 16,0 0-1,0 0-15,0 0 0,0 0 16,0 0 0,0 0 15,0 0-16,-80-40-15,80 41 16,-41-1 0,1-40-16,40 40 0,-40-40 15,0 0-15,0 40 16,0-40-16,0 0 0,40 40 0,-40-40 16,-1 0-16,41 40 0,-40-40 15,0 0-15,0 0 0,40 40 0,-40-40 16,0 0-1,0 0 1,0 0-16</inkml:trace>
  <inkml:trace contextRef="#ctx0" brushRef="#br0" timeOffset="38107.75">1124 10467 0,'0'-40'313,"0"0"-219,40 40-94,-40-40 0,40-1 15,-40 1 1,40 40-1,0-40-15,0 40 94,0 40-94,0-40 0,1 0 16,-1 40-16,-40 1 0,40-41 15,-40 40-15,40-40 16,-40 40-16,40-40 0,-40 40 16,0 0-16,40 0 15,-40 0-15,0 0 0,0 0 0,-40 1 16,40-1-16,0 0 16,0 0-16,0 0 0,-40-40 0,40 40 0,0 0 15,0 0-15,-40 0 16,40 0-16,0 1 0,-40-1 0,40 0 15,-40-40-15,-1 40 0,41 0 0,-40-40 0,40 40 16,-40-40-16,40 40 16,-40 0-16,0 0 15,40-80 48,0 0-48,0 0-15,0 0 16,0 0-16,0 0 0,40 0 16,-40 0-1,40 40-15,-40-41 0,40 1 0,0 40 16,-40-40 0,41 40-16,-41-40 0,40 40 0,-40-40 0,40 0 15,0 0 1,0 0-16,0 0 0,0 40 15,-40-40-15,40 40 0,-40-41 0,41 41 16,-1 0-16,-40-40 16,40 40-16,0-40 0,-40 0 15,0 0 1,0 0 265,40 40-265,0 0-1,-40-40-15,0 0 16,0 0 15,0 80 32,0 0-48,-40-40-15,40 40 0,-40 0 0,40 0 16,-40 0-16,40 0 16,-40 0-16,40 1 0,-40-1 0,40 0 0,0 0 15,-41 0-15,41 0 16,-40 0-16,40 0 0,-40 0 0,40 0 16,-40-40-16,40 41 15,0-1-15,0 0 0,0 0 16,40 0-16,-40 0 15,40-40-15,-40 40 0,40-40 16,1 40-16,-1-40 0,0 0 0,-40 40 16,40-40-16,0 0 15,0 0-15,0 0 0,0 41 0,1-41 16</inkml:trace>
  <inkml:trace contextRef="#ctx0" brushRef="#br0" timeOffset="38797.78">2367 11269 0,'0'-40'16,"41"0"15,-1 40-15,0 0-1,0-40-15,0 40 16,0 0-16,0 0 16,0 0-16,1 0 0,-1 0 15,0 40 1,0-40-16,-40 40 0,40 0 15,-40 0-15,0 0 0,0 0 16,0 0 0,0 1-16,0-1 0,-40-40 0,40 40 15,-40 0-15,0 0 16,40 0-16,-40-40 0,40 40 0,0 0 16,-41-40-16,82 0 46,-1 0-30,0-40-16,0 40 16,0 0-1,0-40-15,0 40 0,0 0 16,1 40 0,-41 0-16,40-40 15,-40 40-15,0 0 16,0 1-16,0-1 0,0 0 15,0 0-15,-40-40 0,40 40 16,0 0-16,-41-40 16,41 40-16,-40-40 0,0 40 0,0-40 0,0 40 15,0-40-15,0 0 16,-41 41-16,41-41 0,0 0 0,-40 40 0,40-40 16,0 0-16,0 0 0,-1 0 15,1 40-15,0-40 0,0 0 0,0 0 16,0 0-16,40-40 15</inkml:trace>
  <inkml:trace contextRef="#ctx0" brushRef="#br0" timeOffset="39487.65">3411 10627 0,'0'0'0,"-40"0"15,-1 0 142,41 40-157,0 1 0,0-1 0,0 0 15,0 0-15,0 0 16,0 40-16,0-40 0,0 0 0,0 41 0,0-41 15,0 0-15,0 40 0,0-40 0,0 0 0,0 0 16,0 0-16,0 1 0,41-41 16,-41 40-16,0 0 0,40-40 0,-40 40 0,80-40 15,-40 0-15,0 40 16,0-40-16,1 0 0</inkml:trace>
  <inkml:trace contextRef="#ctx0" brushRef="#br0" timeOffset="39847.65">4053 10908 0,'-40'-40'32,"80"80"-32,-80-120 0,40 40 15,0 80 17,0 0-17,0 0-15,40 40 0,-40-40 0,0 0 16,40 41-16,-40-1 0,40-40 0,-40 40 0,40-40 15,-40 0-15,40 41 16,-40-41-16,40 0 0,-40 0 0,0 0 0,41 0 16,-41 0-16,0 0 0,40 0 15,-40 1-15,40-1 0</inkml:trace>
  <inkml:trace contextRef="#ctx0" brushRef="#br0" timeOffset="40217.69">4695 10708 0,'0'-41'0,"40"41"31,0 0-31,80 121 32,41 159-17,-121 122 1,-80-82-1,-241 1 17,241-241-32</inkml:trace>
  <inkml:trace contextRef="#ctx0" brushRef="#br0" timeOffset="54376.82">6821 11028 0,'0'-40'16,"0"0"-16,0 0 16,0 0-16,-40 0 0,40 0 15,40 40 79,-40 40-47,0 0-16,0 0-15,0 0-1,-40-40-15,40 40 16,-40-40-16,40 40 16,-40-40-16,40 40 0,-40-40 15,40 41-15,-40-41 0,40-41 47,0 1-31,0 0-16,0 0 15,40 40-15,-40-40 16,40 40-16,-40-40 16,40 40-16,0 0 0,-40-40 0,40 40 15,1 0-15,-1 0 16,0-40-16,0 40 0,0 0 0,0-40 0,0 40 15,0 0-15,41-40 0,-41 40 16,0 0-16,40 0 0,-40 0 0,1-41 0,-1 41 16,40 0-16,-40 0 15,0 0-15,0 0 0,0 0 0,1 0 0,-1 0 16,0 0-16,0 0 0,0 0 16,0 0-16,0 0 0</inkml:trace>
  <inkml:trace contextRef="#ctx0" brushRef="#br0" timeOffset="54866.75">6821 11911 0,'-40'0'16,"80"0"-16,-160 40 16,160-40 15,0 0-16,0 0-15,1 0 16,-1-40-16,0 40 0,40-40 0,0 40 0,1-41 16,-1 41-16,0 0 15,0-40-15,1 40 0,39-40 0,-40 40 0,1-40 16,-1 40-16,0-40 0,0 40 16,1-40-16</inkml:trace>
  <inkml:trace contextRef="#ctx0" brushRef="#br0" timeOffset="56576.65">11757 10347 0,'40'0'46,"-40"-41"33,-40 41-64,40-40 16,0 0 1,-40 40-32,0 0 15,0 0-15,0 0 16,-1 0-16,1 0 0,-40 40 0,40-40 0,-40 0 16,40 40-16,-41-40 0,1 0 0,40 0 0,-40 41 15,40-41-15,-41 40 16,41-40-16,-40 40 0,40-40 0,-41 0 0,41 40 15,0-40-15,0 40 0,0-40 16,0 0-16,0 40 0,0-40 0,-1 40 0,1-40 16,0 40-16,0-40 15,0 40-15,0 1 0,0-41 0,0 40 16,-1-40-16,41 40 0,-40 0 16,0-40-16,0 40 0,0 0 0,0 0 0,0 0 15,0-40-15,-1 40 0,1 0 16,0-40-1,80 0 17,0-40-17,1 40 1,-1-40-16,0 40 0,0 0 16,0 0-16,0 0 0,0 0 0,0 0 15,-40-40-15,41 40 0,-1 0 16,0 0-16,0 0 0,0 0 0,0 0 0,0 0 15,0 0 1,1 0-16,-1 0 0,0 0 0,0 0 0,0 0 16,0 0-16,0 40 0,0-40 15,1 0-15,-1 0 0,0 0 16,0 0-16,0 0 16,0 0-16,0 0 15,-40 40 1,-40-40-1,40 40 1,-40 1 0,0-1-16,0 0 0,0-40 15,0 40-15,-1 0 16,1-40-16,0 40 0,0 0 0,0 0 16,0-40-16,0 40 0,0 1 0,-1-41 0,1 40 15,-40 0-15,80 0 16,-40-40-16,0 40 0,0 0 0,0-40 0,-1 40 15,1 0-15,0-40 16,0 40-16,0-40 0,40 40 31,-40-40-31,40 41 32,0-1-17,40-40 1,0 0-1,40 0-15,-40 0 0,1 0 16,39 0-16,-40 0 0,0-40 16,40 40-16,-40 0 0,41-41 0,-41 41 0,40 0 15,0 0-15,1 0 16,-1-40-16,0 40 0,0 0 0,-39 0 0,39-40 16,0 40-16,0 0 0,1 0 0,-1 0 0,0-40 15,0 40-15,1 0 0,-1 0 16,0-40-16,0 40 0,41 0 0,-41-40 0,0 40 15,0 0-15,1-40 16,-1 40-16,-40 0 0,0 0 0,40 0 0,-80-40 16,41 40-16</inkml:trace>
  <inkml:trace contextRef="#ctx0" brushRef="#br0" timeOffset="57106.62">9911 12833 0,'-40'0'32,"40"40"46,0 0-78,0 0 0,0 1 15,0-1-15,40 0 0,-40 40 16,40-40-16,-40 0 0,40 40 0,-40-40 0,41 1 16,-41 39-16,0-40 15,0 0-15,0 0 0,40 0 0,-40 0 0,0 0 0,0 1 16</inkml:trace>
  <inkml:trace contextRef="#ctx0" brushRef="#br0" timeOffset="57616.59">10553 13114 0,'0'0'0,"-40"40"0,0-40 16,0 40-16,0-40 0,0 0 0,-1 0 0,1 40 16,0 0-16,0 0 15,0-40-15,40 40 0,-40 1 0,0-41 0,0 40 16,-1 0-16,41 0 16,-40-40-16,40 40 15,81-80 79,-41 40-78,0 0-1,0 0-15,0 0 16,0 0-16,-40 40 0,40-40 15,0 0-15,1 0 16,-1 40-16,0 0 0,40 0 0,0-40 16,-80 40-16,81-40 15,-41 0-15,0 0 0,0 0 0,0 0 0,0 0 16,0 0 0,1 0-16,-1-40 0</inkml:trace>
  <inkml:trace contextRef="#ctx0" brushRef="#br0" timeOffset="57886.65">11396 13314 0,'-40'-40'15,"80"80"-15,-80-120 0,0 40 16,40 0-16,40 40 31,0 0-15,40-40-1,161-40 17,-81 80-32</inkml:trace>
  <inkml:trace contextRef="#ctx0" brushRef="#br0" timeOffset="58146.63">11597 13715 0,'40'0'16,"0"0"-16,0 0 16,0-40-1,201 0 1,-41 40 0,-159-40-16,119 40 15,-120 0-15</inkml:trace>
  <inkml:trace contextRef="#ctx0" brushRef="#br0" timeOffset="58606.6">13282 12953 0,'0'0'16,"-40"41"-1,-81 79 17,121-80-32,-40 80 15,0-120-15,40 40 0,0 0 16,0 1-16,40 39 15,40-80-15,-39 40 32,-1 0-32,40-40 15,-40 0-15,0 0 16,0-40-16,0 0 16,-40-81 15,-40-39-16,0 160-15,-80-120 16,80 120-16,40-40 0,-121 0 31,41-1-31</inkml:trace>
  <inkml:trace contextRef="#ctx0" brushRef="#br0" timeOffset="59906.46">9670 9745 0,'0'-40'16,"0"0"0,0 0-16,0 0 0,41-1 15,-1 1-15,0 0 31,-40 0-31,40 40 0,0-40 16,0 40 0,-40-40-16,40 40 0,0 0 0,-40-40 0,41 40 15,-1 0-15,0-40 16,0 40-16,0 0 0,0 0 16,0 0-16,-40-40 0,40 40 0,1 0 15,-41 40 1,0 0-16,0 0 15,0 0 1,-41 0-16,41 0 0,-40 0 0,40 0 16,0 1-16,-40-41 0,40 40 15,0 0-15,0 0 0,-40-40 0,40 40 16,-40-40-16,0 40 16,0-40-16,40 40 0,-40-40 15,80 0 16,0-40-15,40 40 0,-40 0-16,0 0 15,-40 40 1,40-40-16,-40 40 16,0 0-16,41-40 0,-41 41 15,0-1 1,-41-40 15,41 40-31,-40-40 0,40 40 0,-40-40 16,0 0-1,40 40-15,-40-40 0,0 0 0,0 0 0,0 40 16,-1-40-16,1 0 0,0 0 16,0 0-16,40 40 0,-40-40 0,0 0 0,0 0 15,0 40-15,-1-40 16</inkml:trace>
  <inkml:trace contextRef="#ctx0" brushRef="#br0" timeOffset="61406.37">13121 11109 0,'0'0'0,"-40"0"16,40-41 15,0 1-31,80 40 0,-80-40 31,41 40-31,-1 0 0,0 0 16,-40-40-1,40 40-15,0 0 16,0 0 0,0 0-16,0 0 15,-40 40-15,41-40 16,-41 40-16,0 0 15,0 1-15,0-1 0,0 0 0,0 0 16,0 0-16,0 0 0,0 0 16,0 0-16,-41 0 0,41 1 0,-40-1 0,40 0 15,-40 0-15,0 0 16,40 0-16,-40 0 16,40-80 15,40 40-31,0-40 31,-40 0-31,40 0 0,0 0 0,1 0 16,-1-1-16,0 1 15,0 0-15,0 0 0,0 40 16,-40-40-16,40 0 16,0 40-16,1-40 0,-41 0 0,40 0 0,0 40 15,-40-41-15,40 1 0,0 0 0,-40 0 0,40 0 16,-40 0-16,40 40 0,-40-40 15,0 0-15,40 40 0,-40-40 0,0 0 16,0-1 0,-40 41-16,0 0 15,0 0 1,0 0-16,0 0 16,0 0-16,40 41 0,0-1 31,-40-40-31,40 40 0,0 0 0,0 0 0,0 0 15,-41 0-15,41 0 0,0 0 16,-40 0-16,40 1 0,0-1 0,0 0 0,0 0 16,0 0-16,0 0 15,0 0-15,0 0 0,0 0 0,0 1 0,0-1 16,0 0 0,40 0-16,1-40 15,-1 0-15,0 0 0,0 0 0,0 0 16</inkml:trace>
  <inkml:trace contextRef="#ctx0" brushRef="#br0" timeOffset="61676.35">14606 11389 0,'-40'0'16,"40"-40"-16,-40 40 0,0 0 31,40 40 0,0 0-31,0 1 0,0-1 16,0 0 0,0 0-16,80 0 0,-80 0 0,0 0 0,0 0 15,0 0-15,40-40 0,-40 40 0,40-40 16,0 41-16,0-1 15,1-40-15,-1 0 0,0 0 0</inkml:trace>
  <inkml:trace contextRef="#ctx0" brushRef="#br0" timeOffset="62596.35">15689 10667 0,'-40'0'94,"40"41"-78,0-1-1,-40 0 1,40 0-16,0 0 0,0 0 0,0 0 0,0 0 16,0 40-16,0-39 0,0 39 0,0-40 0,0 40 15,0-40-15,0 40 0,0-39 16,40-1-16,-40 40 0,0-40 0,40 0 0,-40 0 15,41 0-15,-41 0 16,40-40-16,-40 40 0,40-40 0,0 41 0,0-41 16,0 0-1,0 0-15,0 0 0</inkml:trace>
  <inkml:trace contextRef="#ctx0" brushRef="#br0" timeOffset="62986.34">16372 11068 0,'0'0'16,"0"-40"-1,0 0-15,40 40 32,-40 80-17,40 121 1,40-41-1,40 41 1,-120-161 0,121 80-1,-121-80-15</inkml:trace>
  <inkml:trace contextRef="#ctx0" brushRef="#br0" timeOffset="63556.25">17174 10908 0,'0'0'0,"-40"0"16,0 40-1,0 40 1,0 41 0,-1-121-16,1 40 15,0 0-15,0 0 16,-40 40-16,0-40 16,39 0-16,-119 41 15,120-81-15,0 40 0,0-40 16,-1 0-16,41-40 31,41 40 0,-41-40-31,40 40 0,0 0 0,-40-41 16,40 41-16,-40-40 16,40 40-16,0 0 0,0 0 15,-40-40-15,40 40 0,1 0 31,-1 40 1,-40 0-17,40-40 1,-40 41-16,40-41 0,0 0 0,0 0 0,0 40 16,0-40-16,1 40 0,-1-40 0,0 0 0,0 0 15,0 0-15,0 40 16,0-40-16,0 0 0,1 0 15,-1 0 1</inkml:trace>
  <inkml:trace contextRef="#ctx0" brushRef="#br0" timeOffset="64036.21">17696 10788 0,'40'0'15,"0"0"-15,0 0 16,0 0-1,0 40-15,0 0 0,-40 0 16,41 0-16,-41 0 0,40 0 16,0 0-16,-40 1 0,40-1 0,-40 40 0,0-40 15,40 0-15,-40 40 16,0-40-16,40 41 0,-40-41 0,0 40 0,0-40 16,0 0-16,0 0 0,0 0 0,0 41 0,-40-81 15,40 40-15,-40 0 0,40 0 16,-40-40-16</inkml:trace>
  <inkml:trace contextRef="#ctx0" brushRef="#br0" timeOffset="65086.15">19020 11349 0,'0'0'0,"-40"-40"16,40 0-1,0 0 1,80 40-16,0 0 31,-40-40-31,1 40 16,-1 0-16,0 0 15,0 40-15,0-40 16,-40 40-16,40-40 0,-40 40 0,40-40 0,-40 40 16,40 0-16,-40 0 15,0 1-15,41-1 0,-41 0 0,0 0 16,0 0-16,0 0 0,0 0 15,-81 40-15,81-40 0,-40 1 0,0-1 0,0 0 16,0 0-16,0 0 16,0-40-16,40 40 0,-41-40 0,41 40 15,-40-40-15,80-40 32,1 0-32,39-40 0,-40 40 15,0 0 1,0 40-16,0-41 0,0 1 0,1 0 0,-1 40 15,0-40-15,0 0 0,0 40 16,0-40-16,-40 0 0,40 40 0,0-40 0,-40 0 16,41 0-16,-1 40 15,-40-41-15,40 1 0,-40 0 0,40 0 16,-40 0-16,40 0 0,-40 0 16,0 0-1,-40 40 1,0 0-1,0 0 1,0 40-16,-1-40 16,41 40-16,-40-40 0,40 40 0,-40-40 15,40 40-15,-40-40 16,40 40-16,-40 0 0,40 0 0,0 1 16,-40-1-16,40 0 0,0 0 0,0 0 0,0 0 15,0 0-15,0 0 16,0 0-16,40-40 0,-40 40 0,0 1 0,40-41 15,-40 40-15,40-40 16,0 40-16,0-40 0,1 0 0,-1 40 16,0-40-16,0 0 15</inkml:trace>
  <inkml:trace contextRef="#ctx0" brushRef="#br0" timeOffset="65596.2">20304 11830 0,'0'-40'15,"40"0"1,0 40-16,0 0 16,0 0 30,-40 40-30,41-40-16,-41 40 16,0 1-1,0-1-15,40-40 0,-40 40 0,0 0 0,0 0 16,0 0-16,-40 0 0,40 0 16,-41-40-16,41 40 0,-40 1 15,0-41-15,40 40 0,-40-40 0,0 0 16,80 0 31,-40-40-47,40 40 0,0-41 15,-40 1 1,40 40-16,1 0 0,-1 0 16,0 0-16,-40-40 0,40 40 0,0 0 0,0 0 15,0 0-15,0 0 16,1 0-16,-1 0 0,0-40 15,0 40 1</inkml:trace>
  <inkml:trace contextRef="#ctx0" brushRef="#br0" timeOffset="66396.15">21949 10908 0,'-40'0'15,"0"40"157,0 0-156,0 0-16,40 0 16,-41 1-16,1-1 0,0 0 0,40 0 15,-40 0-15,40 0 16,-40 40-16,40-40 0,0 1 0,-40-1 0,40 0 15,0 0-15,-40 0 16,40 0-16,0 0 0,0 0 0,0 0 0,0 0 16,0 1-16,0-1 15,0 0-15,40-40 0,-40 40 0,0 0 0,80-40 16,-80 40-16,40-40 0,0 40 0,0 0 16,1-40-16,-1 40 0,0-40 15,0 41-15</inkml:trace>
  <inkml:trace contextRef="#ctx0" brushRef="#br0" timeOffset="68016">22752 11470 0,'0'-41'16,"-40"41"78,40-40-79,0 0 48,0 80 77,0 0-124,0 1 0,0-1-16,0 0 0,0 0 15,0 0-15,0 0 16,0 0-16,0 0 0,0 0 16,0 0-16,0 1 0,0-1 0,0 0 15,0 0-15</inkml:trace>
  <inkml:trace contextRef="#ctx0" brushRef="#br0" timeOffset="68855.93">23795 11830 0,'-40'0'31,"0"0"16,0 0-47,-1 0 31,41 41-31,-40-41 16,0 0 15,80 0 16,0 0-47,1 0 16,-1 0-16,0 0 0,0 0 0,0 0 0,0 0 15,0-41-15,0 41 16,1 0-16,-1 0 0,0-40 0,0 40 0,0 0 15,0 0-15,0 0 0,0 0 16,1 0-16,-1-40 16,0 40-1</inkml:trace>
  <inkml:trace contextRef="#ctx0" brushRef="#br0" timeOffset="69295.98">24758 11550 0,'0'-40'16,"0"0"-1,40 40 17,-40 40 30,0 0-46,0 0-16,0 0 0,0 0 15,0 0-15,0 0 16,0 0-16,0 0 0,0 1 16,40-1-16,-40 0 0,0 0 0,0 0 31,0 0-31,40-40 15</inkml:trace>
  <inkml:trace contextRef="#ctx0" brushRef="#br0" timeOffset="70055.87">25440 11550 0,'0'0'15,"0"-40"1,-80 40 15,80 40-15,-40-40-16,0 40 16,-1-40-1,1 40-15,0-40 0,0 0 16,0 40-16,0-40 15,0 40-15,0-40 0,-1 0 0,41 40 16,-40-40-16,0 0 16,0 0-16,40 40 0,-40-40 15,80 0 110,0 0-125,0 0 16,0 0-16,1 0 16,-1 0-1,0 0 32,0 40-31,0 1-1,0-1 1,0-40-16,-40 40 0,40-40 0,-40 40 0,41-40 16,-1 40-16,0-40 0,-40 40 15,40-40-15,0 0 16,0 0-16,0 0 15,1 0 1,-1 0-16</inkml:trace>
  <inkml:trace contextRef="#ctx0" brushRef="#br0" timeOffset="70765.82">25962 11068 0,'0'-40'16,"40"40"-16,-40-40 0,40 40 31,0 0 0,-40 40-15,0 0 0,40-40-16,-40 41 15,40-1-15,1 0 0,-41 0 16,40-40-16,-40 40 0,40 0 15,0 0-15,0 0 0,-40 0 0,40 1 16,-40-1-16,0 0 16,40 0-16,-40 0 0,0 0 0,0 0 0,0 0 15,0 0-15,0 0 0,0 1 16,0-1-16,0 0 0,0 0 0,-40 0 0,40 0 16,-40 0-16,0 0 0,-40 0 0,40-40 0</inkml:trace>
  <inkml:trace contextRef="#ctx0" brushRef="#br0" timeOffset="88548.21">5939 14598 0,'-40'0'0,"-1"0"156,41-40-156,-40 40 16,0 0-1,40-40 1,-40 40 0,0 0-1,0 0 1,0 0-16,0 0 31,-1 0-31,1 0 0,0 0 16,0 0-16,0 0 15,0 40-15,0-40 16,0 0-16,-1 0 0,41 40 0,-40-40 16,0 0-1,0 0-15,0 0 0,0 0 16,0 40 0,0-40-16,40 40 0,-41-40 15,1 0 1,40 40-16,-40-40 0,0 0 15,40 40-15,-40-40 0,0 40 0,0-40 16,40 40-16,-40-40 16,-1 40-16,1-40 0,40 41 0,-40-41 15,0 40 1,0-40-16,0 40 0,0 0 16,0-40-1,40 40-15,-41-40 0,41 40 16,-40 0-1,40 0-15,-40 0 16,40 1-16,0-1 0,-40-40 16,40 40-16,0 0 0,0 0 15,-40-40-15,40 40 0,0 0 0,-40 0 16,40 0-16,0 0 16,-40 1-16,40-1 0,-40 0 15,40 0-15,0 0 16,-41 0-16,41 0 0,0 0 15,0 0-15,0 1 16,0-1 0,0 0-16,-40 0 15,40 0-15,0 0 16,0 0-16,0 0 0,0 0 0,0 0 16,0 1-1,0-1-15,0 0 0,0 0 0,0 0 16,0 0-16,-40 0 15,40 0-15,0 0 0,0 1 16,40-1-16,-40 0 0,0 0 16,40 0-1,-40 0-15,41 0 0,-41 0 16,0 0 0,40-40-16,-40 40 0,40 1 15,0-1 1,0 0-1,0-40 1,-40 40-16,40-40 0,0 40 16,1 0-16,-1-40 15,-40 40 1,40-40-16,-40 40 0,40-40 0,0 0 0,0 40 16,0-40-1,0 41-15,1-41 0,-1 0 16,-40 40-1,40-40-15,0 0 0,0 0 16,-40 40-16,40-40 0,0 0 16,0 40-16,1-40 15,-1 0-15,0 0 0,0 0 16,0 0-16,0 0 16,0 0-16,0 0 0,1 0 15,-1 0-15,0 0 0,0 0 16,0 0-16,0 0 0,0 0 0,0-40 0,1 40 15,-1 0-15,0 0 0,0 0 0,-40-40 16,40 40-16,0 0 16,0 0-16,0 0 15,1 0-15,-1 0 16,0 0-16,0-40 16,0 40-16,0 0 15,0 0-15,0 0 0,1 0 0,-1 0 16,0 0-16,0-41 15,0 41-15,0 0 0,0 0 16,0 0-16,1 0 0,-1-40 0,0 40 16,0 0-1,0 0-15,0-40 0,0 40 0,0 0 16,1-40 0,-1 40-16,0 0 31,-40-40-31,40 40 15,-40-40-15,40 0 16,0 0 0,0 0-16,0-1 0,1 41 15,-1-40 1,0 0-16,0 0 16,0 0-1,-40 0-15,40 40 16,-40-40-1,40 40-15,-40-40 0,41 0 16,-41 0-16,0-1 0,40 41 0,-40-40 16,40 0-16,-40 0 15,0 0-15,40 0 16,-40 0 0,0 0-16,0 0 15,0-1-15,0 1 16,0 0-16,0 0 15,0 0-15,-40 0 0,40 0 16,-40 40 0,40-40-16,0 0 0,-40 40 0,40-40 15,-41-1-15,1 41 16,40-40-16,0 0 0,-40 40 16,40-40-16,-40 0 15,40 0-15,0 0 0,-40 40 16,40-40-16,0 0 0,-40 40 15,40-41-15,-40 1 0,-1 0 16,1 0-16,40 0 0,-40 40 16,40-40-16,-40 0 15,0 0-15,40 0 16,-40 40 0,40-40-16,-40-1 0,0 1 15,40 0 1,-41 40-16,1-40 0,40 0 15,-40 40-15,40-40 0,-40 40 16,40-40-16,-40 40 16,40-40-16,-40 40 0,40-40 0,-40 40 31,40-41-31,-40 41 0,40-40 31,-41 40-31,41-40 16,-40 40-1,0-40-15,0 0 16,0 40 15,0 0-31,0 0 16,0 0 0,40-40-16,-41 40 15,1 0 1,0-40-16,0 40 15,0 0-15,0 0 0,0-40 16,0 40 0,-1 0-16,1 0 15,0 0 1,0 0 46,0 80-62</inkml:trace>
  <inkml:trace contextRef="#ctx0" brushRef="#br0" timeOffset="90128.12">4294 16082 0,'0'0'0,"0"-40"16,0-1 0,0 1 46,40 40-46,0 0-1,0 0 1,0 0 0,0 0-16,-40 40 15,40-40-15,0 0 16,1 41 0,-1-1-1,0-40 1,-40 40-1,0 0 1,0 0-16,0 0 31,0 0-31,0 0 0,-40 0 16,40 0 0,-40-40-16,40 41 0,-41-1 15,1 0 1,40-80 62,40 40-62,-40-40-16,0-1 15,0 1 1,41 40-16,-41-40 0,0 0 0,40 0 15,-40 0 1,40 0-16,-40 0 16,0 0-16,40 40 15,-40-40-15,0-1 0,0 1 0,40 40 16,-40-40 0,0 0-16,-40 40 62,40 40-15,0 0-31,0 0-1,-40-40-15,40 41 0,-40-1 16,40 0-16,0 0 15,0 0-15,0 0 16,40 0-16,0 0 31,0-40-31,0 0 0,0 0 16,0 0 0,1 0-16</inkml:trace>
  <inkml:trace contextRef="#ctx0" brushRef="#br0" timeOffset="90808.01">5016 16402 0,'0'-40'46,"40"0"1,0 40-31,0 0-16,0 0 31,0 0-31,-40 40 31,0 0-31,0 1 16,0-1-16,0 0 16,0 0-1,0 0-15,-40 0 0,0 0 16,40 0-16,-40-40 16,40 40-16,-40-40 15,40 41 1,40-41-1,-40-41 1,40 1 0,0 40-1,0 0 1,1 0 0,-1 40-16,0-40 15,0 0-15,0 41 0,0-41 0,0 0 16,0 0-16,1 0 0,-1 0 0,0 0 15,0 0-15,0 0 16</inkml:trace>
  <inkml:trace contextRef="#ctx0" brushRef="#br0" timeOffset="91628.01">5457 15721 0,'40'0'78,"-40"40"125,0 0-187,0 0-1,0 0-15,0 0 16,0 0-16,40 0 0,-40 1 15,0-1-15,41-40 0,-41 40 16,40 0-16,-40 0 0,40-40 0,-40 40 16,40-40-16,-40 40 15,40-40-15,-40 40 0,40-40 0,0 0 16,0 0 0</inkml:trace>
  <inkml:trace contextRef="#ctx0" brushRef="#br0" timeOffset="93327.92">5858 15841 0,'0'-40'219,"0"80"-141,41-40-78,-41 40 16,0 0-16,0 0 15,40-40-15,-40 40 0,0 1 0,40-41 16,-40 40-16,0 0 0,0 0 31,40-40-15</inkml:trace>
  <inkml:trace contextRef="#ctx0" brushRef="#br0" timeOffset="93847.83">6220 16042 0,'40'0'125,"0"0"-125,0 0 15,0 0 1,0 0-16,0 0 0,0 0 16,1 0-1,-41-41-15,40 41 0</inkml:trace>
  <inkml:trace contextRef="#ctx0" brushRef="#br0" timeOffset="94267.8">6661 15881 0,'-40'0'0,"40"40"78,40 0-62,-40 0-1,40-40-15,-40 41 0,40-41 16,-40 40-16,40-40 16,-40 40-16,0 0 0,40-40 0,-40 40 0,41 0 15,-41 0 1,40 0-16,-40 0 16,0 0-1</inkml:trace>
  <inkml:trace contextRef="#ctx0" brushRef="#br0" timeOffset="95077.82">7022 15881 0,'0'-40'0,"-40"40"47,40 40 0,-40-40-47,40 40 0,0 0 16,-40-40-16,40 40 15,-40 1 1,-1-41 0,41 40 218,-40-40-203,80 0 110,-40 40-141,41 0 16,-1 0-1,0 0-15,0 0 0,0 0 16,0-40-16,0 40 15,0-40 1,1 0-16</inkml:trace>
  <inkml:trace contextRef="#ctx0" brushRef="#br0" timeOffset="96197.66">7303 16563 0,'0'-40'63,"0"0"-17,0 0 1,0-1-47,0 1 32,0 0-32,0 0 15,40 40 1,-40-40-16,0 0 15,0 0 1,0 0 0,-40 40-1,40-40 1,0 0-16,-40-1 31,40 1 0,0 0 1,-40 40-17,40-40 1,0 0 0,-40 40 30,40-40-46,-41 0 79,1 40-48,40-40 0,-40 40-31,40-40 31,-40 40 16,40 40 0</inkml:trace>
  <inkml:trace contextRef="#ctx0" brushRef="#br0" timeOffset="114056.62">7865 16362 0,'-40'0'31,"0"0"141,-1 0-125,41 40-47,-40-40 16,40 41 109,-40-41-47,0 0-63,80 0 189,0 0-204,0 0 0,1 0 15,-1-41-15,0 41 0,0 0 16,0-40-16,0 40 0,0 0 0,0 0 15,1 0 1,-1-40-16</inkml:trace>
  <inkml:trace contextRef="#ctx0" brushRef="#br0" timeOffset="115056.54">3491 16242 0,'40'0'47,"0"0"-31,0-40-1,1 40 17,-1 0-17,0 0 17,0 40-32,0-40 15,0 0-15,0 0 0,0 0 16,1 0-16,-1 0 0,40 0 0,-40 0 0,40 0 15,-40 0-15,41 0 16,-1-80-16</inkml:trace>
  <inkml:trace contextRef="#ctx0" brushRef="#br0" timeOffset="115766.5">5457 13796 0,'0'40'78,"40"-40"-63,-40 40 1,0 0-16,40-40 0,-40 40 0,0 0 16,41 0-16,-41 0 0,40 0 0,-40 1 0,40 39 15,-40-40-15</inkml:trace>
  <inkml:trace contextRef="#ctx0" brushRef="#br0" timeOffset="116906.46">5537 17726 0,'0'-40'0,"0"0"16,0 0 30,0 80 1,0 0-47,0 0 0,0 0 16,0 0-16,41 0 0,-41 0 16,40 0-16,-40 41 0,40-41 0,0 0 0,0 0 15,-40 0-15,40 0 0,0 0 0,0 0 16</inkml:trace>
  <inkml:trace contextRef="#ctx0" brushRef="#br0" timeOffset="128605.74">5537 14277 0,'0'-40'79,"41"40"46,-41-40-47,40 40-47,-40-40-31,40 40 16,-40 40 577,0 0-593,0 0 16,0 0-16,0 0 0,0 0 16,40 0-16,-40 0 15,0 1-15,0-1 16,0-80 62,0-1-62,-40 41-16,40-40 31,0 80 188,0 1-204,40-41 1,-40 40-16,40-40 0,-40 40 15,40-40-15,-40-40 47,-40 40-31</inkml:trace>
  <inkml:trace contextRef="#ctx0" brushRef="#br0" timeOffset="130415.63">5337 13034 0,'0'-40'16,"0"-1"-1,40 41 1,-40-40-1,40 0 251,0 40-250,0 0-1,0 0 1,1-40-16,-1 40 0,0 0 16,0 0-1,0 0-15,0 0 16,0 40-1,0-40 1,-40 40 0,41-40-16,-41 40 15,0 1 1,0-1-16,0 0 16,0 0-16,0 0 0,0 0 15,0 0-15,0 0 16,0 0-16,0 0 0,0 1 15,0-1 1,-41-40 0,41 40-16,0 0 47,0-80 46,0 0-77,0 0 0,41 40-1,-1 0 1,0-41-16,0 41 0,0 0 15,-40-40-15,40 40 16,0 0-16,0 0 0,1 0 0,-1 0 16,0 0-1,0 0-15,0 0 16,0 0-16,0 0 16,0 0-1,1 0-15,-1 0 0,0 0 16,0 0-16,-40-40 15</inkml:trace>
  <inkml:trace contextRef="#ctx0" brushRef="#br0" timeOffset="131875.64">2608 16001 0,'-40'0'0,"0"41"187,40-1-187,-40-40 0,40 40 0,-40-40 0,40 40 16,-40 0-16,40 0 16,-41 0-16,1 0 0,40 0 0,-40 0 0,0 1 0,0-1 15,40 0-15,-40 0 16,0-40-16,40 40 0,-40 0 0,-1 0 16,41 0-16,0 0 0,-40-40 0,80 0 140,1 0-124,-41-80-16,80 80 15,-40-40-15,0 40 0,0 0 0,0 0 0,41-40 16,-41 40-16,0-40 16,0 40-16,40 0 0,-40-40 0,0 40 0,1-40 15,-1 40-15,0 0 0,0-40 0,0 40 0,0 0 16,0 0-16,-40-41 16,40 41-16,1 0 0,-1 0 93,0 0-77,0-40 0</inkml:trace>
  <inkml:trace contextRef="#ctx0" brushRef="#br0" timeOffset="132375.53">2729 16001 0,'0'0'31,"0"-40"-15,0 121 109,40-81-125,-40 80 0,40-80 15,-40 40-15,40 0 0,-40 0 16,40-40-16,-40 40 0,0 0 0,40 0 16,-40 0-16,0 1 15,40-1-15,-40 0 0,0 0 16,40 0-16,-40 0 0,0 0 0,41 0 16,-41 0-16</inkml:trace>
  <inkml:trace contextRef="#ctx0" brushRef="#br0" timeOffset="134095.49">6300 18448 0,'-40'40'16,"40"-80"109,40 40-125,-40-40 0,40 0 0,0 0 15,-40-1-15,40 41 16,0-40-16,0 40 0,-40-40 16,41 40-16,-1 0 15,0 0 1,0 0-16,0 0 31,-40 40-15,40-40-16,-40 40 15,0 1-15,40-41 0,-40 40 16,0 0 0,0 0-16,-40 0 15,0-40-15,40 40 16,-40-40 0,40 40-16,0 0 15,-40-40 1,40-40 15,40 40 0,0 0-31,0 0 16,0 0-16,0 0 0,1 0 16,-1 0-16,0 0 15,0 0 1,0 0-16,0 0 15,-40 40 1,40 0 0,-40 0-16,0 1 0,0-1 15,0 0-15,0 0 0,0 0 16,-40 0 0,0 0-16,40 0 0,-40-40 0,0 40 15,-40 41 1,39-81-16,1 0 0,40 40 0,-40-40 15,0 0-15,40 40 16,-40-40-16,0 0 0,0 0 0,0 0 16,-1 0-16,1 0 15,0 0-15,40-40 0</inkml:trace>
  <inkml:trace contextRef="#ctx0" brushRef="#br0" timeOffset="135955.4">8908 16362 0,'0'-80'62,"0"40"-46,0 0 0,0 0-16,0 0 15,0 0 1,0 0-16,0-1 0,-40 41 15,40-40-15,0 0 0,0 0 16,-40 0-16,40 0 0,-40 40 16,40-40-1,-40 40-15,40 40 110,40 0-110,-40 0 0,0 0 15,40 0-15,-40 0 0,40 1 0,-40-1 0,40-40 16,-40 40-16,0 0 16,40-40-16,-40 40 0,0 0 0,40 0 15,-40 0 1,40-40-1,-40 40 1,0 0-16,41-40 0,-41 41 16,0-1-16,40-40 15,-40 40-15,0 0 0,40-40 0,-40 40 16,0 0-16,0 0 0,40-40 16,-40 40-1,-40-40 95,0 0-95,0 0 1,-1 0-16,1 0 15,40 40 1,-40-40-16,0 41 0,0-41 16,40 40-1,-40-40-15,40 40 0,-40-40 0,0 0 16,40 40-16,0-80 47,40 40-32,0 0 1,0 0 0,-40-40-16,40 40 0,0-40 15,0 40-15,0-41 0,1 41 0,-1-40 0,0 40 16,0-40-16,0 40 0,40-40 16,-40 40-16,1-40 0,-1 40 0,0-40 15,0 40-15,0 0 16,-80 0 46</inkml:trace>
  <inkml:trace contextRef="#ctx0" brushRef="#br0" timeOffset="-105106.14">13442 15721 0,'0'0'0,"-40"0"16,0 0-16,0 0 15,40-40 1,-40 40-16,0 0 31,40-41-15,0 1 31,0 0-32,40 40 1,-40-40-16,40 40 15,-40-40-15,40 40 16,0 0 0,0 0-1,0 0 1,1 40-16,-1-40 0,0 40 16,-40 0-16,40 0 0,0 1 15,-40-1-15,40 0 16,-40 0-16,0 0 0,0 0 15,0 0-15,40-40 0,-40 40 16,0 0-16,0 1 0,0-1 0,0 0 16,-80 0-16,80 0 15,-40 0-15,40 0 0,-40 0 16,40-80 46,0 0-62,40 40 16,-40-40-16,40 0 0,-40 0 16,40 0-16,-40 0 0,40-1 0,-40 1 15,40 0-15,-40 0 0,41 40 0,-41-40 16,0 0-16,40 40 16,-40-40-16,40 0 0,-40 0 0,40 40 0,-40-41 15,40 41-15,-40-40 0,40 0 16,0 0-16,-40 0 0,0 0 15,40 40 1,-40-40-16,0 0 16,0 80 31,-40-40-47,40 40 15,-40 0-15,40 0 0,-40 0 16,40 0-16,0 0 15,0 1-15,0-1 0,0 0 0,-40 0 0,40 0 16,0 0 0,0 0-16,0 0 0,0 0 0,0 1 15,0-1-15,40-40 0,-40 40 16,40-40-16,-40 40 0,40-40 16,-40 40-16,40-40 15</inkml:trace>
  <inkml:trace contextRef="#ctx0" brushRef="#br0" timeOffset="-104516.26">14405 16082 0,'0'0'16,"0"-40"-16,40 40 15,-40-41 1,0 1 0,81 40-1,-1-40 1,0 80 0,41 81 15,-81-81-31,0 80 15,0-80-15,-40 40 16,-40-80-16,-40 121 31,40-121-31,-1 40 0,41-80 47,41 0-31,-41-1-1,40 41-15,0 0 0,0 0 16,0 0 0,0 0-16,0 0 15,0 41-15,-40-1 16,41-40-16,-41 40 0,0 0 16,0 0-16,0 0 15,-41-40-15,41 40 16,-40 0-16,40 0 0,-40-40 0,40 41 0,-80-41 15,40 40-15,0-40 0,0 40 16,-1-40-16,1 40 0,0-40 0,0 0 0,40 40 16,-40-40-16,0 0 15,0 0-15,-1-40 16</inkml:trace>
  <inkml:trace contextRef="#ctx0" brushRef="#br0" timeOffset="-104186.26">15569 15199 0,'-120'40'15,"120"41"-15,-40-81 0,-1 120 16,1-80-16,40 120 31,-40-119-31,40-1 0,0 40 16,80 40 0,41 1-1,-1-41 16,-80-80-31,81 0 16,-81 0-16</inkml:trace>
  <inkml:trace contextRef="#ctx0" brushRef="#br0" timeOffset="-103936.29">16251 15360 0,'0'0'0,"0"-40"15,0 0 1,0 240 15,0 81-15,0-201-16,0 0 0,0 81 31,0-121-31,0 0 0,40 0 0,-40 0 0,40-40 16,-40 40-16,81-40 15</inkml:trace>
  <inkml:trace contextRef="#ctx0" brushRef="#br0" timeOffset="-103646.23">16612 15119 0,'40'0'16,"-40"40"15,41-40-31,-1 80 16,-40-39-16,40-1 0,0 80 16,-40 161-1,0-241-15,0 160 31,0-160-31,-40 1 0,0 39 16,0 0 0,-1-80-16</inkml:trace>
  <inkml:trace contextRef="#ctx0" brushRef="#br0" timeOffset="-103376.32">17294 15360 0,'0'0'0,"0"40"31,41-120 16,-1 80-31,0 0-16,0-40 0,0-1 0,0 1 15,0 40-15,0-40 0,1 0 0,-1 40 0,0-40 16,0 0-16,0 40 16,0-40-16</inkml:trace>
  <inkml:trace contextRef="#ctx0" brushRef="#br0" timeOffset="-103106.27">17656 15881 0,'-41'40'15,"82"-80"-15,-122 80 0,121-40 31,1 0-15,39-40 0,-40 40-16,120-40 15,-119 0-15,-1 40 0,120-80 32,-79 40-32</inkml:trace>
  <inkml:trace contextRef="#ctx0" brushRef="#br0" timeOffset="-98476.57">19221 14798 0,'0'-40'391,"0"80"-235,0 0-140,0 0-16,0 1 15,40-1-15,-40 0 16,0 0-16,40 0 0,-40 0 0,0 0 0,40 0 16,-40 0-16,40 1 0,-40-1 15,40 0-15,-40 0 0,40-40 0,-40 40 0,0 0 16,40-40-16,-40 40 0,0 0 0,41-40 0,-41 40 16,0 0-16,0 1 15,40-41-15,-40 40 0</inkml:trace>
  <inkml:trace contextRef="#ctx0" brushRef="#br0" timeOffset="-97916.57">20103 14959 0,'0'40'125,"0"0"-125,40 0 15,41 0-15,-81 0 0,40-40 0,0 40 16,0 0-16,0 1 0,40-1 0,-39-40 0,-1 40 16,0 0-16,40 0 0,-40-40 15,40 40-15,-39-40 0,-1 40 0,40-40 0,-40 40 16,0-40-16,0 0 15,-40 40-15,40-40 0,1 0 0,-41 40 16,40-40-16,0 0 16</inkml:trace>
  <inkml:trace contextRef="#ctx0" brushRef="#br0" timeOffset="-97606.59">20906 15039 0,'0'0'0,"-40"0"16,-81 80-1,41 40 16,40 1-15,40 39 0,0-40-1,0 1 17,0-81-32</inkml:trace>
  <inkml:trace contextRef="#ctx0" brushRef="#br0" timeOffset="-97236.68">21668 14598 0,'0'0'0,"-40"0"16,0 120 15,40 81-16,80 39 1,81-79 15,-161-121-31,40 40 0,0-40 0,-40 0 16,80 40-16,-40 1 16</inkml:trace>
  <inkml:trace contextRef="#ctx0" brushRef="#br0" timeOffset="-96666.68">23113 15079 0,'0'0'0,"0"40"16,-40-40-1,80 0 157,0 0-156,0 0-16,0 0 15,0 0-15,0 0 0,41 0 0,-41 0 0,0 0 16,0 0-16,40-40 0,-40 40 0,41 0 0,-41-40 16,40 40-16,-40 0 15,40 0-15,-39 0 0,-1 0 0,0-40 0,40 40 16,-40 0-16,0 0 0,0 0 15,1 0-15,-1 0 0,0 0 0</inkml:trace>
  <inkml:trace contextRef="#ctx0" brushRef="#br0" timeOffset="-96356.72">23835 14558 0,'-40'0'31,"40"40"0,0 0-15,0 40-16,0-40 16,0 0-16,0 0 0,0 41 0,40-41 0,-40 0 15,0 0-15,40 40 0,-40-40 0,40 0 0,-40 41 16,40-41-16,-40 0 16,41 0-16,-41 0 0,40 0 0,-40 0 0,40 0 15</inkml:trace>
  <inkml:trace contextRef="#ctx0" brushRef="#br0" timeOffset="-95596.74">25601 14397 0,'-40'-40'16,"80"80"-16,-80-120 16,40 40-1,0 0 32,40 40-31,0 0-16,0 0 0,0-40 0,0 40 15,0 0-15,0 0 0,1 0 0,-1 0 0,0 80 16,0-80 0,0 40-16,0 0 0,0-40 0,-40 40 0,40 0 15,-40 0-15,41 1 0,-41-1 16,0 0-16,0 0 0,40 0 0,-40 0 0,0 0 15,0 0-15,-81 0 16,81 0-16,-40-40 0,0 41 0,0-41 16,0 0-16,40 40 0,-40-40 15,0 0-15,-41 0 0,41 0 0,0 0 16,0 0-16,0 0 0,0 0 0,0-40 16,0 40-1,40-41-15,0 1 16,40 40-1,-40-40-15,40 40 0,0 0 0,40 0 16,0 40 0,-39-40-16,-1 40 0,40-40 0,-40 81 15,40-41-15,-40-40 0,41 40 0,-1 0 0,0 0 16,-40-40-16,41 40 0,-41-40 16,40 40-16,-40-40 0,40 0 0,-40 40 0,1-40 15,-1 0-15,0 0 16,0 0-16</inkml:trace>
  <inkml:trace contextRef="#ctx0" brushRef="#br0" timeOffset="-95346.73">26885 14558 0,'-40'0'15,"80"0"-15,-80-40 31,80 80-31,0 40 16,40-40 0,-40 0-16,121 161 15,-161-161-15,40 0 0,0 0 0,0 0 0,0 0 16,121 80 0,-81-120-1</inkml:trace>
  <inkml:trace contextRef="#ctx0" brushRef="#br0" timeOffset="-95146.81">27326 14638 0,'0'-40'16,"0"80"-16,-40-80 0,40 80 31,-40-40-31,40 40 0,0 0 0,-40 0 16,40 40-16,-40-40 0,40 1 15,-41-1-15,41 40 0,-40-40 0,40 0 0,0 0 16,0 40-16,-40-39 16,40-1-16,0 0 0,0 0 0,0 0 15,0 0-15</inkml:trace>
  <inkml:trace contextRef="#ctx0" brushRef="#br0" timeOffset="-94706.76">27888 14558 0,'80'-121'15,"-160"242"-15,160-282 0,81 81 31,-121 80-31,40-40 16,-40 40 0,-40 80-16,80 40 15,-40 41 1,-40 39 0,-80-119 15,40-41-16,40 0 1,40-40 0,201 0-1,0-40 1,-41 0 15,-119-1-31,-41 1 0</inkml:trace>
  <inkml:trace contextRef="#ctx0" brushRef="#br0" timeOffset="-94426.85">29613 14598 0,'0'0'0,"40"0"47,1 0-47,-1 0 16,-40-40-16,40 40 15,0 0-15,0 0 0,0-40 0,0 40 0,41 0 16,-41 0-16,0 0 15,0 0-15,40 0 0,-40 0 0,0 0 0,1 0 16,-1 0-16,0 0 0,-40-41 16,40 41-16</inkml:trace>
  <inkml:trace contextRef="#ctx0" brushRef="#br0" timeOffset="-94136.85">30015 14116 0,'0'41'31,"0"-1"-15,-41 200-1,1-200-15,0 121 31,0-121-31,40 0 0,0 0 0,0 0 16,0 0-16,0 41 16,0-41-16,0 0 0,80 0 15,-40 0-15</inkml:trace>
  <inkml:trace contextRef="#ctx0" brushRef="#br0" timeOffset="-93356.89">30857 14277 0,'-40'-40'16,"40"0"-16,0 0 16,0-1-1,0 1 1,0 0 31,40 40-32,0 0-15,0 0 0,1 0 16,-1 0-16,0 0 16,0 40-16,-40 0 15,40 1-15,-40-1 0,0 0 0,0 0 16,0 0-16,-40 0 16,0 0-16,40 0 0,-80 0 0,39 1 15,41-1 1,-40-40-16,0 40 0,0-40 0,0 40 15,40 0 1,40-40 0,0 0-1,-40 40 1,40-40-16,0 0 0,-40 40 0,41-40 0,-1 0 16,0 0-16,0 40 15,0-40-15,-40 40 0,40-40 0,-40 40 0,40-40 16,-40 41-16,0-1 15,0 0-15,0 0 16,-40 0-16,0 0 16,0 0-16,0 0 0,0-40 0,0 0 15,-1 40-15,1-40 0,0 0 0,0 41 0,0-41 16,0 0-16,0 0 16,0 0-16,-1 0 0,1 0 0,40-41 15</inkml:trace>
  <inkml:trace contextRef="#ctx0" brushRef="#br0" timeOffset="-93036.92">31740 14317 0,'0'0'15,"40"0"-15,-40-40 16,40 40 0,0 80-1,41 40 1,-1 41 0,0-81-1,0 80 1,81-39-1,-121-81 1</inkml:trace>
  <inkml:trace contextRef="#ctx0" brushRef="#br0" timeOffset="-92796.92">32302 14477 0,'-40'-40'16,"80"80"-16,-80-120 16,-1 80-1,41 40-15,-80-40 16,80 40-16,-80 1 16,80-1-16,-40 0 0,0 0 0,0 0 15,-1 0-15,1 0 0,40 0 16,-40 0-16,0 0 0,0-40 0,0 41 0,40-1 15,-40 0-15,40 0 16,0 0-16,0 0 0,0 0 0,-40-40 16</inkml:trace>
  <inkml:trace contextRef="#ctx0" brushRef="#br0" timeOffset="-92446.96">32984 14277 0,'0'0'16,"-40"0"-1,-161 120 1,0 1 15,161-41-15,80-40-1,81 0 1,120-40 15,-161 0-31,80 0 16,-119 0-16,-1 0 0,0 0 15,0 0-15,0 0 0,0 0 0</inkml:trace>
  <inkml:trace contextRef="#ctx0" brushRef="#br0" timeOffset="-92226.98">33064 14317 0,'0'0'16,"0"-40"-16,-40 40 0,0 0 15,40 40 1,0 0 0,-40 0-16,40 0 0,-40 0 0,40 1 0,0-1 15,-40 40-15,40-40 0,0 0 16,0 40-16,0-40 0,-41 41 0,41-41 0,0 0 16,0 0-16,0 0 15,-40 40-15,40-40 0,0 0 0</inkml:trace>
  <inkml:trace contextRef="#ctx0" brushRef="#br0" timeOffset="-91077.02">23835 17325 0,'-40'0'0,"80"0"78,0 0-62,40 0-16,-39 0 15,-1 0-15,0 0 0,0 0 0,40 0 0,-40 0 16,41 0-16,-1 0 16,-40 0-16,40 40 0,0-40 0,1 0 0,-41 40 15,40-40-15,0 0 0,-40 0 16,41 0-16,-41 0 0,0 40 0,40-40 0,-40 0 15,0 0-15</inkml:trace>
  <inkml:trace contextRef="#ctx0" brushRef="#br0" timeOffset="-90777.05">24557 16924 0,'-40'0'0,"40"80"47,0-40-47,0 0 0,0 40 15,-40-39-15,40-1 0,0 0 16,0 0-16,0 0 0,0 0 0,0 0 0,0 0 15,0 0-15,0 1 16,0-1-16,40 0 0,-40 0 0,40-40 16,-40 40-16,40-40 0,-40 40 0,41-40 15</inkml:trace>
  <inkml:trace contextRef="#ctx0" brushRef="#br0" timeOffset="-89997.04">26002 16884 0,'0'-40'0,"-40"40"31,0 0-16,0 0 1,-1 0-16,1 0 16,40 40-16,-40-40 0,40 40 0,-40-40 15,40 40-15,-40 0 16,0 0-16,0 0 0,40 0 0,-40-40 16,-1 40-16,41 1 15,-40-1-15,40 0 0,0 0 16,40 0-16,1 0 15,39 0-15,-40-40 16,0 40-16,0-40 16,0 0-16,0 0 0,1 0 0,-1 0 0,0 0 15,0 0-15,0 0 0,0 0 0,0-40 16,0 40-16,1-40 16,-1 40-16,-40-40 0,40 0 15,-40 0 1,0 0-16,0 0 0,0-1 0,0 1 15,0 0-15,-40 0 16,40 0-16,-40 40 0,40-40 0,-41 0 0,1 0 16,40 0-16,-40 40 0,0-40 0,0 40 0,0-41 15,0 41 1,0 0-16</inkml:trace>
  <inkml:trace contextRef="#ctx0" brushRef="#br0" timeOffset="-89737.13">26684 16643 0,'40'0'15,"0"0"1,0 0-16,1 40 0,-1-40 0,0 80 15,0-80-15,0 41 16,0-1-16,0 0 0,0 0 0,1 0 0,-1 0 16,0 40-16,40-40 0,-40 0 0,0 1 0,41-41 15,-41 40-15,0 0 0,0 0 16,0-40-16,0 40 0,0-40 0,0 0 0,1 0 16,-1 0-16,0 0 15</inkml:trace>
  <inkml:trace contextRef="#ctx0" brushRef="#br0" timeOffset="-89487.13">27607 16643 0,'0'0'16,"0"40"15,-40 0-31,-40 241 15,39-241-15,-39 121 16,40-121-16,-40 80 16,40-80-16,40 0 0,-40 0 15,40 0 1,-41 1-16</inkml:trace>
  <inkml:trace contextRef="#ctx0" brushRef="#br0" timeOffset="-88847.16">27968 16483 0,'0'-81'0,"0"162"0,40-162 15,0 41-15,0 40 0,41-40 16,39 40 15,-80 0-31,40 80 16,-39-39-16,39 39 15,0 0 17,-80-40-32,0 40 15,0-40-15,-40 1 16,0-41 0,40 40-16,-80-40 31,120 0 16,0 0-47,0 0 15,0 0 1,0 0-16,0 0 0,0 0 16,1 40-16,-1 0 15,0 0-15,0 0 16,-40 0-16,40-40 0,-40 40 15,0 0-15,0 0 0,0 1 16,-40-1 0,-40 0-16,40-40 0,-41 0 15,41 40-15,-40-40 0,40 0 0,-40 0 0,-1 0 16,41 0-16,-40 0 0,0 0 16,40 0-16,-41 0 0,1 0 0,0 0 0,40 0 15,-41 0-15,41 0 0,0 0 16,0 0-16</inkml:trace>
  <inkml:trace contextRef="#ctx0" brushRef="#br0" timeOffset="-87677.22">15409 18448 0,'40'0'31,"0"0"-31,0-40 16,0 40-16,0-40 15,0 40-15,41-40 0,-41-1 0,40 41 0,-40 0 16,40-40-16,-40 40 0,41-40 15,-41 40-15,0 0 0,40 0 0,-40 0 0,0 0 16,41 0-16,-41 0 16,0 0-16</inkml:trace>
  <inkml:trace contextRef="#ctx0" brushRef="#br0" timeOffset="-87427.25">15770 18809 0,'0'0'0,"-121"40"31,81-40-31,120 0 16,-39 0-1,-1 0-15,0 0 0,0 0 0,0 0 16,0 0-16,40 0 15,-39 0-15,-1 0 0,40-40 0,-40 40 0,40-40 16,-40 40-16,41-40 0,-41 40 16</inkml:trace>
  <inkml:trace contextRef="#ctx0" brushRef="#br0" timeOffset="-87037.28">17174 17646 0,'0'0'15,"-120"-40"1,120 80 31,40 0-47,-40 0 16,40 0-16,-40 0 0,0 0 0,0 0 15,40 41-15,-40-41 16,40 0-16,-40 0 0,40 0 0,-40 40 0,40-40 15,1 0-15,-41 1 0,40-1 16,0 0-16,-40 0 0,40-40 0,-40 40 0,40-40 16</inkml:trace>
  <inkml:trace contextRef="#ctx0" brushRef="#br0" timeOffset="-86747.23">18017 18087 0,'0'-40'16,"40"40"-16,0 0 31,0 0-16,81-40 1,119 40 0,1-81 15,-201 81-31</inkml:trace>
  <inkml:trace contextRef="#ctx0" brushRef="#br0" timeOffset="-86497.3">18338 17485 0,'0'0'0,"0"40"31,0 41-16,0-41-15,0 0 16,40 0-16,-40 0 0,0 40 0,40-40 0,-40 0 16,40 1-16,-40-1 0,0 0 0,40 0 0,-40 0 15,0 0-15,40 0 16,-40 0-16,0 0 0,0 1 0,0-1 16</inkml:trace>
  <inkml:trace contextRef="#ctx0" brushRef="#br0" timeOffset="-86037.33">19501 17686 0,'-40'0'0,"0"40"47,0 0-32,40 0-15,-40 0 0,40 0 16,-40-40-16,40 40 0,-40-40 15,40 41-15,-40-1 0,40 0 0,-41-40 0,41 40 16,0 0-16,-40-40 16,40 40-16,0 0 0,40-40 31,1 0-31,-1-40 16,0 40-16,40 0 0,-40 0 15,0 0-15,0-40 16,1 40-16,39 0 0,-40 0 0,0 0 0,40 0 15,-40 0-15,1 0 0,-1 0 16,0 0-16,0 0 0,0 0 0,0 0 0,0 0 16,0 0-16</inkml:trace>
  <inkml:trace contextRef="#ctx0" brushRef="#br0" timeOffset="-85777.29">19582 17606 0,'0'0'16,"0"120"0,40 161 15,0-201-31,-40 0 0,80 81 31,-80-121-31,40 0 0,0 80 16,1-120-16,-41 40 0</inkml:trace>
  <inkml:trace contextRef="#ctx0" brushRef="#br0" timeOffset="-85517.3">20344 18087 0,'40'0'15,"0"0"1,0 0-16,1 0 0,-1 0 0,0 0 15,0 0-15,0 0 0,0 0 16,0 0-16,0 0 0,1-40 0,-1 40 0,0 0 16,0 0-16,0 0 0,0 0 0,-40-40 15,40 40-15,0 0 0</inkml:trace>
  <inkml:trace contextRef="#ctx0" brushRef="#br0" timeOffset="-85227.33">20745 17726 0,'-40'-40'16,"80"80"-16,-120-80 15,80 80 1,0 0-16,0 0 15,0 0-15,0 0 16,0 0-16,0 1 0,80-1 0,-80 0 0,40 0 16,-40 0-16,41 40 0,-41-40 0,0 0 0,40 1 15,0-1-15,-40 0 0,40-40 16,0 40-16,-40 0 0,0 0 0,0 0 16,40-40-1,-40 40-15</inkml:trace>
  <inkml:trace contextRef="#ctx0" brushRef="#br0" timeOffset="-84927.34">21347 17606 0,'0'0'0,"0"40"16,0 40-1,0 120 1,0-159-16,40 119 31,0-120-31,1 0 0,-1 40 16,0 1-1,0-41-15</inkml:trace>
  <inkml:trace contextRef="#ctx0" brushRef="#br0" timeOffset="-84447.45">21789 17606 0,'0'0'15,"80"0"1,0 0 15,-40 40-31,41 0 16,-41-40-16,-40 40 0,40 40 15,0-80-15,-40 80 16,0-40-16,-40 1 16,-81-1-1,1 40 17,40-80-17,40 0 1,80 0 15,0 0-15,-40-40-16,40 40 0,0 0 15,0 0 1,0 0-16,1 40 0,-1-40 16,0 40-16,0-40 15,-40 40-15,40-40 0,0 40 0,0 0 16,0-40-16,1 40 15,-1-40-15,0 41 0,0-41 0</inkml:trace>
  <inkml:trace contextRef="#ctx0" brushRef="#br0" timeOffset="-83927.48">23153 18007 0,'-40'0'16,"80"0"15,0 0-15,0 0-1,0 40-15,0-40 0,1 0 16,-1 0-1,0 0-15,40 0 0,-40 0 0,40 0 0,-39 0 16,39 0-16,-40-40 0</inkml:trace>
  <inkml:trace contextRef="#ctx0" brushRef="#br0" timeOffset="-83707.42">23675 18287 0,'40'0'16,"160"0"15,-119 0-31,159 0 16,-159 0-16,-41 0 0,0 0 15,0 0-15,0 0 0,0 0 0</inkml:trace>
  <inkml:trace contextRef="#ctx0" brushRef="#br0" timeOffset="-80967.66">25882 17926 0,'-41'0'16,"1"0"-1,80 41 48,-40-1-32,0 0-31,0 0 0,41-40 16,-41 40-16,0 0 0,0 0 0,0 0 0,0 0 15,0 1-15,40-1 16,-40 0-16,0 0 0,0 0 16,40-40-1,-40 40-15</inkml:trace>
  <inkml:trace contextRef="#ctx0" brushRef="#br0" timeOffset="-80217.61">26363 17967 0,'-40'0'0,"80"0"79,0 0-79,0 0 0,0-41 15,1 41-15,-1 0 16,0 0-16,0-40 0,0 40 0,0-40 0,40 40 15,-39 0-15,-1-40 16,40 40-16,-40 0 0,0 0 0,0-40 0,0 40 0,1 0 16,-1 0-16,0 0 0,-40 40 31,0 0 0,-40-40 63,0 0-78,40 40-16,-41-40 0,41 40 31,0 1-31,-40-41 0,40 40 0,0 0 15,-40-40-15,40 40 0,0 0 16,0 0-16,0 0 0,-40 0 16,40 0-16,0 1 0,0-1 15,0 0 1,0 0-16,0 0 0,0 0 0,0 0 16,-40 0-1,40 0-15,0 0 16</inkml:trace>
  <inkml:trace contextRef="#ctx0" brushRef="#br0" timeOffset="-79847.71">26604 18448 0,'40'0'16,"0"0"0,40 0-1,41 0 1,119-80 0,81-1-1</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8-22T04:33:48.953"/>
    </inkml:context>
    <inkml:brush xml:id="br0">
      <inkml:brushProperty name="width" value="0.05292" units="cm"/>
      <inkml:brushProperty name="height" value="0.05292" units="cm"/>
      <inkml:brushProperty name="color" value="#FF0000"/>
    </inkml:brush>
  </inkml:definitions>
  <inkml:trace contextRef="#ctx0" brushRef="#br0">1846 1443 0,'-40'0'15,"40"-40"126,40 0-110,0 40-31,-40-40 0,40 40 16,0-40-1,0 0-15,0 0 16,1 40 0,-41-41-16,40 41 0,0 0 15,0 0-15,0 0 0,0 0 16,0 0-16,-40 41 15,40-41-15,-40 40 0,41-40 0,-1 40 0,-40 0 16,40-40-16,-40 40 0,40 0 16,-40 0-16,40 0 0,-40 0 0,40-40 0,-40 41 15,0-1-15,0 0 16,0 0-16,0 0 0,0 0 16,0 0-16,-40-40 15,40 40-15,-40-40 0,0 40 16,0-40-16,0 40 0,-1-40 31,41-40 0,0 0-15,41 0 0,-41 0-16,0 0 0,40 0 0,0 0 15,-40 0-15,40 0 0,-40-1 0,40 1 0,-40 0 16,0 0-16,40 40 0,-40-40 15,40 0-15,-40 0 0,40 0 0,1 0 16,-41-1-16,40 41 16,-40-40-16,40 40 0,0-40 0,0 40 15,-40-40-15,40 40 16,-40 40 15,0 0-15,0 0-16,40-40 15,-40 41-15,0-1 16,0 0-16,40 0 0,-40 0 0,0 0 16,0 0-16,0 0 15,0 0-15,0 1 0,0-1 0,0 0 0,0 0 16,0 0-16,41 0 0,-41 0 16,0 0-16,0 0 0,0 0 15,0 1-15,40-1 16,-40 0-1</inkml:trace>
  <inkml:trace contextRef="#ctx0" brushRef="#br0" timeOffset="279.97">3652 1443 0,'40'-80'16,"-80"160"-16,160-240 16,-80 120-16,0 40 0,121-40 15,-41-1 1,121 1-1,-161 40-15</inkml:trace>
  <inkml:trace contextRef="#ctx0" brushRef="#br0" timeOffset="529.97">3892 2005 0,'-40'0'0,"0"0"0,0 0 16,160 0-16,-280 0 0,200 0 15,0 0 17,0 0-32,201-40 15,80-1 16,-201 41-31,-80 0 0,201-80 32,-201 80-32</inkml:trace>
  <inkml:trace contextRef="#ctx0" brushRef="#br0" timeOffset="1070.01">5337 1082 0,'0'-80'16,"0"160"-16,80-240 16,-40 160-16,0 0 0,41 0 15,39 0 1,40 0-1,-119 40 1,39 160 0,-40 1 15,-80 0-15,-81-81-1,41-40 1,40-80 15,80 0-15,-40-40-16,121 0 15,-121 0-15,40 40 0,0 0 16,40-40 0,201-41-1,-80 41 1,-81 40-1,-120-40 17</inkml:trace>
  <inkml:trace contextRef="#ctx0" brushRef="#br0" timeOffset="1329.91">7624 681 0,'-40'0'0,"40"-40"16,-40 40-16,40 40 31,0 0-15,40 0-16</inkml:trace>
  <inkml:trace contextRef="#ctx0" brushRef="#br0" timeOffset="1529.98">7423 1884 0,'-40'121'32,"80"-242"-32,-120 322 15,80-161-15,-40 0 0,0-40 16,-81 80-1,1-40 1</inkml:trace>
  <inkml:trace contextRef="#ctx0" brushRef="#br0" timeOffset="2429.85">9630 1564 0,'0'0'15,"81"-81"1,199-79-1,41 120 17,-160 40-17,-81 200 1,-80 81 15,-160-80-15,-41-41-1,81-80 1,80-80 15,120-120-15,161-121 0,120 1-1,-281 200-15,161-121 31,-201 121-31,0 0 0,0 0 0,0 0 0,0 40 16,-40-40-16,41-1 0,-1-39 16,-40 40-16,0 0 31,0 0-31,-40 40 0,-1 0 0,41 80 16,-80-80-16,-40 201 15,80-121-15,0 0 0,40-40 16,-41 40-16,41-39 0,0 39 0,-40 120 31,40-160-31,40 0 0,-40 1 0,41-1 0,-41 0 16,80 0-16,40 0 15</inkml:trace>
  <inkml:trace contextRef="#ctx0" brushRef="#br0" timeOffset="2929.82">11316 1924 0,'0'-40'15,"0"80"-15,0-120 0,40 0 16,0 80-16,-40-40 0,80 40 16,-40 0-16,-40-40 15,40 40-15,1 0 0,-1 0 0,0 0 16,0 40-16,0 0 15,0-40-15,0 120 16,0-80-16,-40 1 0,0 79 31,-80 0-15,80-80-16,-80 0 16,80 1-16,40-41 31,0-81-16,0 81-15,121-80 16,-121 80-16,0-40 0,80 40 16,-79 0-16,79 80 31,-80-40-31,-40 0 0,0 1 16,0-1-16,-40 80 15,40-80-15,-40 0 0,-81 40 16,81-40-16,-200 81 31,199-121-31,-39 0 0,-40 0 16,80 0-16,0 0 0</inkml:trace>
  <inkml:trace contextRef="#ctx0" brushRef="#br0" timeOffset="3509.79">12881 1082 0,'-41'0'16,"41"40"15,0 0-15,-40 41-1,40-41-15,0 0 0,-40 0 0,40 0 0,-40 0 16,40 40-16,0-39 0,0 39 16,-40-40-16,40 0 0,0 40 0,0-40 0,0 40 15,0-39-15,0-1 0,0 0 0,0 0 0,0 0 16,40 0-16,-40 0 15,40-40-15,-40 40 0,40-40 0,0 0 0</inkml:trace>
  <inkml:trace contextRef="#ctx0" brushRef="#br0" timeOffset="4309.74">13121 1604 0,'0'-40'31,"0"80"-31,40-80 0,-40-1 0,41 1 16,-1 40-16,-40-40 0,40 0 16,0 40-1,0 0 16,-40 40-15,0 0 0,0 0-16,40-40 0,-40 41 15,0-1-15,0 0 16,40-40-16,-40 40 0,0 0 0,0 0 31,-40 0-15,0-40-16,0 0 15,40 40 1,-40-40-16,0 0 16,80 0 312,0 0-313,0 0-15,0 0 0,0 0 16,41 0 0,-41 0-16,0 0 0,0 40 0,0-40 0,40 0 15,-40 40-15,1-40 0,-1 0 16</inkml:trace>
  <inkml:trace contextRef="#ctx0" brushRef="#br0" timeOffset="4809.78">14004 1002 0,'40'-40'31,"-80"80"-31,160-120 16,-79 80 0,-1 40-16,160 201 15,-119 120 16,-122 80-15,-159-40 0,39-241-1</inkml:trace>
  <inkml:trace contextRef="#ctx0" brushRef="#br0" timeOffset="5989.66">15649 1764 0,'0'0'0,"-40"0"16,0 0-16,40-40 47,40 40 31,-40-40-78,80 40 0,-39 0 16,-1-40-16,0 40 0,0 0 0,0-40 15,0 40-15,0 0 0,0 0 0,1-40 16,-1 40-16,0 0 0</inkml:trace>
  <inkml:trace contextRef="#ctx0" brushRef="#br0" timeOffset="6249.7">15569 2326 0,'-80'40'16,"160"-80"-16,-240 80 16,240-40-1,-40 0-15,0-40 16,161-1 0,120 1-1,-81 0 1</inkml:trace>
  <inkml:trace contextRef="#ctx0" brushRef="#br0" timeOffset="7139.64">19221 882 0,'120'-40'15,"-80"40"-15,-40-40 32,-40 40-1,0 0-15,0 0-1,-41 40-15,41-40 0,0 0 0,-40 40 0,0-40 16,-1 40-16,41-40 0,-80 80 0,40-80 0,-1 40 15,1 0-15,0 0 16,0 0-16,-1-40 0,1 41 0,0-1 0,40 0 16,0 0-16,-1-40 0,1 40 15,0-40-15,0 40 0,0-40 0,40 40 0,-40 0 32,40 0-17,80-40-15,-40 41 0,0-41 16,0 0-16,41 0 0,-41 0 15,40 0-15,0 0 0,1 0 0,-1 0 0,40 0 16,-39 0-16,-1-41 16,0 41-16,0 0 0,-40 0 0,41 0 0,-41 0 15,0 0-15,0 0 16,0 0-16,-40 41 0,0-1 16,0 0-1,-40 0-15,40 0 0,-40 0 0,-40 0 16,40 0-16,-1 0 0,1 0 0,0 1 15,-40-1-15,40 0 0,-40 0 16,-1 0-16,41 0 0,-40 0 0,0 0 0,40 0 16,-41 1-16,1-41 15,40 40-15,-40 0 0,39 0 0,1-40 0,0 40 16,0-40-16,0 40 16,80-40-1,0 0 1,0 0-16,0 0 15,1 0-15,39 0 0,-40 0 0,40 0 0,1 0 16,-41-40-16,40 40 0,0 0 16,0 0-16,1-40 0,39 40 0,-80 0 0,81 0 15,-41 0-15,0 0 16,0 0-16,41-40 0,-41 40 0,40 0 0,-39 0 16,39-40-16,-40 40 0,0 0 15,1 0-15,-1 0 0,-40-40 0,40 40 0,-40 0 16,1 0-16,39 0 0,-40 0 0,0 0 15,0 0 1</inkml:trace>
  <inkml:trace contextRef="#ctx0" brushRef="#br0" timeOffset="7409.56">18418 2967 0,'-80'0'31,"160"0"-31,-160 40 0,80 0 31,0 1-31,0-1 0,0 0 16,0 0-16,0 0 0,0 0 0,0 0 15,0 0-15,0 0 0,0 41 16,0-41-16,0 0 0,0 0 0,0 0 0,0 0 16</inkml:trace>
  <inkml:trace contextRef="#ctx0" brushRef="#br0" timeOffset="7799.6">19221 2967 0,'0'0'0,"0"-40"0,-81 0 31,41 40-31,-80 40 16,-81 80-1,121-79 1,40-1-16,-121 40 15,121-80-15,40 40 0,-40-40 16,0 0-16,80 0 31,0 0-15,0 0 0,41 80-1,-41-40-15,0 0 16,0 0-16,-40 1 0,80 39 15,0 40 17,41-120-32</inkml:trace>
  <inkml:trace contextRef="#ctx0" brushRef="#br0" timeOffset="8019.59">19702 3328 0,'-120'-40'31,"80"40"-31,40-40 16,120-40 0,0 80-1,41 0 16,-121 0-31</inkml:trace>
  <inkml:trace contextRef="#ctx0" brushRef="#br0" timeOffset="8239.58">19461 3609 0,'-120'0'0,"240"0"0,-320-40 31,280 40-31,-40 0 16,40 0-1,1 0 1,39 0 0,161 0-1,-161 0-15</inkml:trace>
  <inkml:trace contextRef="#ctx0" brushRef="#br0" timeOffset="8569.49">20665 3248 0,'0'0'16,"-40"0"-16,0-40 15,40 0-15,-40 40 0,0 0 16,40 80 15,0 80-15,80-39-1,0-41 17,-40-80-32,0 0 0,0 0 0,1 0 15,39-80 1,-80 40-16,0-81 15,0 81-15,-40 40 0,40-40 16,-40 0-16,-1 0 16,1 0-16,0 40 0,0-40 0,0 0 0,0 40 0,-40-81 31,39 81-31,1-40 0,0 40 0</inkml:trace>
  <inkml:trace contextRef="#ctx0" brushRef="#br0" timeOffset="9609.51">17896 481 0,'0'-81'31,"40"81"-15,1-40 0,-1 40-1,0 0-15,0 0 16,0 0-1,0 0-15,0 40 0,1 1 16,-41-1 0,0 0-16,0 0 0,0 0 15,0 0-15,0 0 0,0 0 16,0 0-16,0 1 0,0-1 31,-41-40-31,41 40 0,-40-40 16,40-40 15,40 40-15,-40-40-1,41 40-15,-41 40 32,0 0-17,0 0-15,0 0 16,0 0-1,0 0-15,0 0 0,-81 0 16,41-40-16,40 40 16,-40-40-16,0 0 0,0 0 0,0 0 15,-1 0-15,1 0 16,0 0-16,0 0 0,0 0 0,0 0 0,0-40 16,0 40-16,-1 0 0,1 0 0,0 0 0,0 0 15,0 0-15,0 0 16</inkml:trace>
  <inkml:trace contextRef="#ctx0" brushRef="#br0" timeOffset="10369.39">20866 1203 0,'-40'0'0,"40"-41"0,0 1 15,40 0-15,0 40 0,0 0 16,0 0-16,40 0 15,-40 0-15,-40 40 0,41-40 0,-41 40 16,40 1-16,-40-1 0,0 0 16,0 0-16,40 0 0,-40 0 0,0 40 0,0-40 15,0 1-15,-40-1 16,40 40-16,-40-40 0,40 0 0,-41 0 0,41 0 16,-40 0-16,0-40 0,40 40 0,-40-40 15,40 41-15,-40-41 0,40-41 16,40 1-1,-40 0 1,80 0-16,-80 0 0,40 0 0,1 0 0,39 0 16,-40 0-16,0 0 0,40 40 15,-40-41-15,1 1 0,39 0 0,-40 0 0,0 0 16,0 40-16,0-40 16,0 0-16,1 0 0,-41 0 0,0-1 15,0 1-15,0 0 16,-41 40-16,41-40 15,-40 40-15,0 0 0,0 0 0,0 0 16,0 0-16,0 40 16,0-40-16,-1 40 0,1 0 0,0 1 0,0-1 15,40 0-15,-40 0 0,40 40 16,0-40-16,-40 0 0,40 41 0,0-41 0,0 0 16,80 0-16,-80 0 0,80 0 0,-40 0 0,1-40 15,-1 40-15,40 0 16,-40-40-16,0 40 0,40-40 0</inkml:trace>
  <inkml:trace contextRef="#ctx0" brushRef="#br0" timeOffset="10599.44">22190 1804 0,'-80'0'31,"160"0"-31,-160 40 16,80 0-16,0 41 16,0 79 15,40-40-15,120-39-1</inkml:trace>
  <inkml:trace contextRef="#ctx0" brushRef="#br0" timeOffset="11169.33">22952 1122 0,'0'0'0,"0"-40"0,0 0 31,0 0-31,-40 40 32,40 40-17,-40-40 1,40 80-16,0-40 0,0 41 0,-40-41 0,0 40 16,40 0-16,-40 0 0,40 1 0,-40-41 0,40 40 15,0 0-15,0 0 0,0-40 16,0 1-16,0 39 0,40-40 0,-40 0 0,80 0 15,-40 0 1,40-40-16,-40 40 0,1-40 0,-1 0 0,0 0 16,0 0-16,0 0 0,0 0 15,0 0-15</inkml:trace>
  <inkml:trace contextRef="#ctx0" brushRef="#br0" timeOffset="11409.35">23594 1483 0,'0'0'0,"-40"0"0,40-40 31,0 120-15,0 161-1,0 40 1,0-81 15,40-119-31</inkml:trace>
  <inkml:trace contextRef="#ctx0" brushRef="#br0" timeOffset="11819.33">24477 1363 0,'0'0'16,"-80"0"0,-41 80 15,-79 41-15,39-41-1,81-40-15,0 0 16,40-40-16,-81 40 15,81 0 1,80-80 31,0 40-31,1 0-16,-1 0 15,0 0 1,-40 40-16,40-40 0,0 40 15,0-40-15,0 40 0,0 0 0,1-40 0,-1 41 16,0-1-16,0 0 16,0 0-16,0-40 0,0 40 0,-40 0 0,40-40 15,1 40-15,-1-40 0,0 0 16,0 40-16,0-40 0,0 0 0</inkml:trace>
  <inkml:trace contextRef="#ctx0" brushRef="#br0" timeOffset="12159.34">24397 1203 0,'0'-41'0,"0"82"0,40-162 31,0 121-31,40 40 16,41 121 0,-1 120 15,-80-41-15,-40-200-16,-40 201 15,0-161-15,-40 40 16,-81-39 15,161-41-31</inkml:trace>
  <inkml:trace contextRef="#ctx0" brushRef="#br0" timeOffset="12839.26">25681 1764 0,'0'-40'0,"40"0"31,0 40-31,0-40 0,0 40 0,1-40 0,-1 40 16,0 0-16,0 0 15,0-40-15,0 40 0,0 80 16,-40-40 0,0 0-16,0 0 0,0 0 0,0 0 0,0 0 15,0 0-15,0 1 0,-40-1 0,40 40 0,-40-40 16,40 0-16,-40 0 15,40 0-15,-40-40 0,40 40 0,-40 1 0,40-1 16,-40-40-16,40 40 16,-41-40-16,82-40 31,-1 0-31,-40-1 16,40 1-16,0 40 0,0-40 0,0 0 0,0 0 15,0 0-15,1 0 0,-1 40 16,0-40-16,0 0 0,0-1 0,0 1 0,0 0 15,0 40-15,1-40 16,-41 0-16,40 40 0,0-40 0,-40 0 0,40 0 16,-40 0-16,0 0 15,40 40-15,-40-41 0,0 1 0,0 0 32,-40 40-17,40 40-15,-40-40 0,0 81 0,40-41 0,-40 0 16,-1 0-16,1 0 0,0 40 15,0-40-15,40 0 0,-40 0 0,40 1 0,0-1 16,0 0-16,0 0 16,0 0-16,0 0 0,40 0 0,0 0 15,0-40-15,0 40 16,1-40-16,-1 0 0,0 0 0,40 41 0,-40-41 16,0 0-16,0 0 0</inkml:trace>
  <inkml:trace contextRef="#ctx0" brushRef="#br0" timeOffset="13319.3">26845 2205 0,'0'-80'0,"40"80"0,0-40 31,0 40-31,0 0 0,0 40 32,-40 0-32,0 121 31,-80-41-15,0 0-1,-1-80 1,41 0-16,-40-40 31,160-40-15,1 0-1,159 0 17,-79 40-17,-81 0 1,-40 0 62</inkml:trace>
  <inkml:trace contextRef="#ctx0" brushRef="#br0" timeOffset="13879.17">27727 1243 0,'0'0'0,"0"-40"16,0-1-1,0 1 1,-40 40 0,40 40 30,-40-40-46,40 81 0,0-41 0,-80 0 0,80 0 16,0 0-16,-80 40 16,80-40-16,-41 41 0,1-41 0,40 40 0,-40-40 15,40 0-15,-40 0 0,40 40 16,-40-39-16,40-1 0,0 0 0,0 0 0,0 0 16,0 0-16,0 0 0,40 0 0,-40 0 15,40 1 1,0-1-16,0-40 0,1 0 0,-1 40 15,0-40-15</inkml:trace>
  <inkml:trace contextRef="#ctx0" brushRef="#br0" timeOffset="14409.21">27968 1604 0,'0'0'0,"40"0"16,0-40-1,0 40-15,81 0 16,-81 0-16,0 0 0,40 0 31,-40 40-31,1 80 16,-1-80-16,-40 80 15,-40-80-15,-81 121 32,81-161-32,0 40 0,0 0 0,-81 40 15,81-80 16,40-40-15,81 0 0,39 0 15,0 40-15,41 40-1,-1 40 1,1 1 15,-81-81-31</inkml:trace>
  <inkml:trace contextRef="#ctx0" brushRef="#br0" timeOffset="14649.2">29132 2045 0,'0'0'16,"-40"0"-16,80-80 16,40 80-16,-40-41 31,121 41-15,-81 0-1,-40 0 1,121 41-1,-81-41 1</inkml:trace>
  <inkml:trace contextRef="#ctx0" brushRef="#br0" timeOffset="14909.11">30135 1684 0,'-40'-80'15,"40"40"-15,0-1 16,0 82 31,0 39-47,0-40 0,0 0 16,-40 0-16,40 40 0,0-40 0,-40 0 0,40 1 15,0-1-15,-41 0 16,41 0-16,0 0 0,0 0 0,0 0 0,0 0 15,-40 0-15,40 1 0,0-1 16,0 0-16,40-40 0,1 0 16</inkml:trace>
  <inkml:trace contextRef="#ctx0" brushRef="#br0" timeOffset="15369.17">30697 1764 0,'0'-40'16,"0"80"-16,0-120 0,0 40 31,-40 40-31,-1 0 16,1 0-16,0 0 0,-40 40 0,40-40 15,0 0-15,0 40 0,-1-40 16,1 40-16,0-40 0,0 40 0,0-40 0,0 40 15,0-40-15,0 0 16,-1 40-16,1 0 0,0-40 16,80 0 31,0 0-32,1 0-15,-1 0 0,0 0 16,0 0-16,0 0 15,0 41-15,0-41 0,-40 40 0,40 0 16,1-40-16,-1 40 16,0 0-16,0 0 0,0-40 0,0 40 0,0 0 15,0-40-15,-40 40 0,41 1 16,-1-41-16,0 40 0,0-40 0,0 40 16,0-40-16,0 0 15,0 0 1,1-40-16</inkml:trace>
  <inkml:trace contextRef="#ctx0" brushRef="#br0" timeOffset="15689.14">31379 1283 0,'0'-40'0,"40"40"16,120 160 15,-79 121-16,-41 40 1,-241 40 15,-160-81-31</inkml:trace>
  <inkml:trace contextRef="#ctx0" brushRef="#br0" timeOffset="22138.72">6179 4491 0,'0'-40'46,"0"0"-30,0 0 0,-40 40 15,0 0-15,0 0-1,0 0 1,40-40-16,-40 40 0,0 0 15,0 0 1,-1 0-16,1 0 0,0 0 0,0 40 16,0-40-16,0 0 15,0 0-15,0 0 0,-1 0 0,1 40 0,0-40 16,0 0-16,0 0 0,0 0 0,40 40 16,-40-40-16,0 0 15,-1 0-15,1 0 0,0 40 0,0-40 16,0 0-16,0 40 0,0-40 15,0 0-15,-1 40 0,1-40 0,0 0 0,40 41 16,-40-41-16,0 0 16,40 40-16,-40-40 0,0 0 0,40 40 0,-40-40 15,-1 0-15,41 40 0,-40 0 16,0-40-16,40 40 0,-40-40 0,40 40 0,-40 0 16,0 0-16,0 0 0,40 1 0,-40-1 15,40 0-15,-41 0 16,1 0-16,40 0 0,-40 0 0,40 0 15,0 0-15,-40 1 0,40-1 16,-40 0-16,40 0 0,-40 0 0,40 0 16,-40 0-16,40 0 15,-40 0-15,40 0 0,-41 1 0,41-1 0,0 0 16,-40 0-16,0 0 0,40 0 0,0 0 16,0 0-16,-40 0 0,40 1 15,0-1-15,-40 0 0,40 0 0,0 0 16,0 0-16,0 0 15,-40 0-15,40 0 0,0 0 0,0 1 16,0-1-16,0 0 16,0 0-16,0 0 0,0 0 0,0 0 15,0 0-15,0 0 16,0 1-16,0-1 0,40 0 0,-40 0 16,40 0-16,-40 0 0,40 0 0,-40 0 0,40-40 15,0 40-15,-40 0 0,41-40 16,-1 41-16,-40-1 0,40-40 0,0 40 0,-40 0 15,40-40-15,-40 40 16,40 0-16,0-40 0,0 40 0,1 0 16,-1 0-16,0 1 15,0-41-15,-40 40 0,40-40 0,0 40 0,0 0 16,0 0-16,1-40 0,-1 40 0,0-40 16,-40 40-16,40-40 15,0 40-15,0-40 0,0 0 0,0 40 0,1-40 16,-1 40-16,0-40 15,0 0-15,0 0 0,-40 41 0,40-41 16,0 0-16,0 0 16,1 40-16,-1-40 0,0 0 0,0 0 15,0 0-15,0 40 16,0-40-16,0 0 0,1 0 0,-1 0 16,0 0-16,0 0 0,0 0 0,0 0 15,0 0 1,0 0-1,1 0 1,-1 0 0,0 0-1,0 0-15,0 0 0,0 0 16,0 0-16,0 0 16,1 0-16,-41-40 0,40 40 15,0 0-15,0 0 16,0 0-1,0 0-15,0 0 0,0-40 0,1 40 16,-1 0-16,0 0 16,0 0-16,0 0 0,0 0 0,0-41 0,0 41 15,1 0 1,-1 0-16,0-40 0,0 40 16,0 0-16,0-40 15,0 40 1,0 0-16,-40-40 0,41 40 15,-1 0 1,-40-40-16,40 40 0,0-40 0,0 40 16,-40-40-1,40 40-15,-40-40 0,40 40 16,-40-40-16,41 0 0,-41-1 0,40 41 16,-40-40-16,40 0 15,-40 0-15,40 40 0,0-40 0,0 0 16,-40 0-16,40 40 15,-40-40-15,40 40 0,-40-40 0,41 40 0,-41-41 16,40 1 0,-40 0-16,0 0 0,0 0 15,40 0-15,-40 0 16,40 0-16,-40 0 0,40 0 0,-40-1 16,0 1-16,40 0 0,-40 0 15,0 0-15,0 0 16,0 0-16,0 0 15,0 0 1,0-1-16,0 1 16,0 0-1,0 0-15,0 0 0,0 0 16,0 0-16,0 0 31,-40 0-31,40 0 0,0-1 16,-40 41-1,40-40-15,0 0 0,0 0 16,0 0 0,-40 40-16,40-40 0,-40 0 15,40 0 1,-40 40-16,40-40 16,-41 40-16,41-41 0,0 1 31,-40 40-31,0-40 0,40 0 15,-40 40 1,40-40-16,-40 0 0,40 0 16,-40 40-1,40-40-15,-40 40 0,40-40 0,-40 40 16,40-40-16,-41 40 16,41-41-16,-40 41 15,40-40-15,-40 40 16,40-40-16,-40 0 15,0 40-15,40-40 0,-40 40 16,40-40-16,-40 0 16,-1 40-16,41-40 15,-40 40 1,40-40-16,-40 40 0,40-41 16,-40 41-16,40-40 15,-40 40 1,40-40-16,-40 40 15,40-40 1,-40 40-16,0-40 0,-1 40 31,1 0-31,40-40 0,-40 40 16,0-40 0,0 40-1,40-40 1,-40 40-16,0 0 15,40-40-15,-40 40 16,-1 0-16,1 0 16,40-40-16,-40 40 0,0 0 15,0 0 1,0-41-16,0 41 0,0 0 0,-1 0 16,1 0-16,0 0 0,0 0 0,0 0 15,0 0-15,0 0 0,0 0 16,-1 41-16,1-41 0,0 0 0,0 40 15,0-40-15,0 40 16</inkml:trace>
  <inkml:trace contextRef="#ctx0" brushRef="#br0" timeOffset="22738.68">8065 6256 0,'41'-40'78,"-1"40"-62,0 0-16,0 0 15,0 0-15,0 0 0,0 0 0,0-40 0</inkml:trace>
  <inkml:trace contextRef="#ctx0" brushRef="#br0" timeOffset="23588.6">3250 6898 0,'-40'0'15,"0"0"-15,0 0 16,0 0 0,80 0 46,0 0-46,-40-41-16,40 41 0,0 0 0,0 0 15,0 0-15,1 0 16,-1 0-16,0-40 0,0 40 0,0 0 16,40 0-16,-39-40 0,-1 40 0</inkml:trace>
  <inkml:trace contextRef="#ctx0" brushRef="#br0" timeOffset="24538.58">4294 6055 0,'0'-40'15,"0"0"17,40 40-32,0 0 15,0 0-15,0 0 16,0 0-16,0 0 15,0 0 1,-40 40-16,41-40 0,-41 40 16,0 0-16,40-40 0,-40 41 15,0-1-15,0 0 0,0 0 0,40-40 16,-40 40-16,0 0 0,0 0 0,-40 0 16,40 0-1,-40-40-15,40 40 0,-41-40 0,1 0 16,80 0 31,-40-40-47,41 40 0,-1 0 15,-40-40 1,40 40-16,-40-40 0,40 0 0,0 40 0,0-40 16,-40 0-16,40 0 0,0 40 0,1-40 0,-41 0 15,40 40-15,0-41 0,-40 1 16,40 40-16,-40-40 0,0 0 0,40 40 15,-40-40 1,-40 40 15,40 40-15,-40-40-16,40 40 0,0 0 16,-40 0-1,40 1-15,0-1 0,0 0 0,0 0 16,0 0-16,0 0 15,0 0-15,0 0 0,40 0 16,0-40 0,0 0-16</inkml:trace>
  <inkml:trace contextRef="#ctx0" brushRef="#br0" timeOffset="24758.6">5457 6336 0,'0'0'16,"-40"0"-16,40 40 0,-40-40 0,40 40 31,0 0-15,0 41 0,40-1-1,0-40 16</inkml:trace>
  <inkml:trace contextRef="#ctx0" brushRef="#br0" timeOffset="25088.5">6019 5895 0,'0'-40'15,"0"80"-15,0-120 16,-40 80 0,40 40-1,-40-40-15,40 40 16,-40 0-1,40 0-15,0 0 16,0 0 0,0 0-16,0 1 0,0-1 15,0 0-15,0 0 16,0 0-16,0 0 0,40-40 0,-40 40 0,0 0 16,40 0-16</inkml:trace>
  <inkml:trace contextRef="#ctx0" brushRef="#br0" timeOffset="25328.49">6420 6015 0,'-40'-40'0,"0"40"16,40 80-1,0-40 1,0 1-16,0-1 16,40 0-16,-40 0 0,40 0 15,-40 0-15,40-40 16,-40 40-16,40 0 0,-40 0 16,41-40-16</inkml:trace>
  <inkml:trace contextRef="#ctx0" brushRef="#br0" timeOffset="25688.47">7022 5975 0,'0'0'0,"0"-40"16,0 0-1,-40 40 16,-121 80-15,121-80-16,-120 80 16,160-40-16,-40-40 0,-41 41 31,41-1-31,80-40 16,-40 40-1,41-40 1,79 0-1,0 40 1,41 0 15,-41-40-31</inkml:trace>
  <inkml:trace contextRef="#ctx0" brushRef="#br0" timeOffset="25938.53">7223 5895 0,'-40'-80'16,"80"160"-16,-80-200 31,80 160-15,-40 0-16,80 40 31,-80-40-31,40 80 15,0-79-15,-40-1 0,0 80 16,0-80-16,-160 120 31,160-119-31,-40-1 0,-1-40 0</inkml:trace>
  <inkml:trace contextRef="#ctx0" brushRef="#br0" timeOffset="26728.41">6300 7820 0,'0'0'0,"-40"0"0,40 40 31,-40-40-31,40 80 16,0-40-16,0 0 15,0 1-15,-41-1 0,41 40 16,0 40 0,0 1-1</inkml:trace>
  <inkml:trace contextRef="#ctx0" brushRef="#br0" timeOffset="27468.38">5778 4170 0,'0'-40'15,"0"0"1,40 0-16,0 0 16,-40 0 15,0 80 16,0 0-47,0 0 15,0 0-15,0 0 0,0 0 16,0 1-16,0-1 0,0 40 0,41-40 16,-41 0-16,0 40 15</inkml:trace>
  <inkml:trace contextRef="#ctx0" brushRef="#br0" timeOffset="31418.23">9390 6015 0,'-41'0'31,"41"40"16,0 0-31,0 1-1,0-1-15,0 0 16,0 0-16,0 40 0,0-40 0,0 0 0,0 0 15,0 41-15,0-41 16,0 0-16,0 0 0,0 40 0,0-40 0,0 0 16,0 0-16,0 1 0,0-1 15</inkml:trace>
  <inkml:trace contextRef="#ctx0" brushRef="#br0" timeOffset="32438.19">6059 3328 0,'0'0'15,"0"-40"1,0 0 15,0 0-15,80 0-1,1 0 1,-41 40-16,80-40 31,-80 40-31,0 0 0,81 0 16,-81 0-16,80 0 15,-80 0-15,-40 120 32,0-80-32,0 0 0,-80 80 15,40 1 17,0-41-17,40-40 1,40-40-1,0 0-15,80 0 16,-79 0-16,-1-40 0,160 40 31,81-161-15,-200 161-16</inkml:trace>
  <inkml:trace contextRef="#ctx0" brushRef="#br0" timeOffset="33418.07">2408 6336 0,'-41'0'15,"82"0"-15,-122-40 16,121 40 31,1 0-47,-41-40 16,80 40-16,-40-40 0,0 40 0,0 0 15,0-40-15,0 0 16,1 40-16,-1 0 0,0 0 15,-40 40 1,0 0 0,-40 0-1,40 0-15,-40 0 0,40 0 0,-41 0 16,1 0-16,40 0 0,-40 1 0,40-1 16,-40 0-16,0 0 15,80-40 32,0 0-31,0 40-16,0 0 0,1-40 15,-41 40-15,0 0 0,40 0 32,-40 1-32,0-1 0,0 0 15,-40 0-15,-1 0 16,-39 0-16,40 0 15,0-40-15,0 0 16,0 40-16,0-40 0,-1 40 0,-39-40 0,40 40 16,0-40-16,0 0 0,0 41 15,0-41-15</inkml:trace>
  <inkml:trace contextRef="#ctx0" brushRef="#br0" timeOffset="34268.01">5377 8863 0,'-40'-40'16,"0"40"15,40 40-31,-40-40 16,-1 0-1,41 40-15,-40-40 0,40 40 0,-40-40 16,40 40-16,-40 0 15,40 0-15,0 0 0,0 0 0,-40-40 16,40 41-16,0-1 16,0 0-16,0 0 0,40 0 15,-40 0-15,80 0 0,-80 0 16,40 0-16,1-40 16,-1 0-16,-40 40 0,40-40 0,0 0 0,0 0 15,0 0 1,0 0-16,0 0 0,1 0 0,-41-40 0,40 40 15,-40-40-15,40 40 0,-40-40 16,0 0-16,40 0 0,-40 0 0,0 0 16,0 0-1,-40 0-15,40-1 0,0 1 0,-80 0 0,80 0 16,-41 0-16,1 0 0,0 40 0,40-40 16,-40 40-16,0-40 0,0 40 15,0 0-15,0-40 0,-1 40 0,1 0 16,0 0-16,0 0 15,40 80-15,-40-80 0,40 40 16</inkml:trace>
  <inkml:trace contextRef="#ctx0" brushRef="#br0" timeOffset="36547.87">14847 5173 0,'-40'0'0,"40"-40"31,0 0-15,-40 40 0,-1-40-1,1 40-15,0 0 16,0-40-1,0 40-15,0 0 16,0-41 0,-1 41-16,1 0 0,0 0 15,40-40-15,-40 40 0,0 0 0,0 0 16,0 0-16,0 0 16,-1 0-16,41 40 0,-40-40 0,0 0 0,0 0 15,0 41-15,0-41 16,0 40-16,0 0 0,-1-40 0,1 0 0,0 40 15,0 0 1,0-40-16,40 40 0,-40-40 0,0 40 0,40 0 16,-40-40-16,40 40 0,-41 1 15,41-1-15,-40-40 0,0 40 0,40 0 0,-40 0 16,40 0-16,-40 0 0,0 0 0,40 0 0,-40 0 16,40 1-16,-40-1 15,40 0-15,-41 0 0,41 0 0,0 0 0,-40 0 16,40 0-16,0 0 15,0 1-15,0-1 0,0 0 0,0 0 0,0 0 16,0 0 0,0 0-16,40-40 0,-40 40 0,0 0 0,0 0 15,0 1-15,41-41 0,-41 40 0,0 0 0,0 0 16,0 0-16,0 0 16,40 0-16,-40 0 0,0 0 0,40 1 15,-40-1-15,40 0 16,-40 0-16,40 0 0,-40 0 0,40 0 0,-40 0 15,40 0-15,0 0 16,1 1-16,-1-1 0,0-40 16,-40 40-16,40-40 15,0 40-15,0-40 0,-40 40 0,40-40 0,0 40 16,1-40-16,-1 40 0,0-40 0,0 0 0,0 40 16,0-40-16,0 40 0,0-40 15,1 0-15,-1 41 0,0-41 0,0 0 16,0 0-1,0 0-15,0 0 0,0 40 0,1-40 16,-1 0-16,0 0 0,0 0 16,0 0-16,40 0 0,-39 0 0,-1 0 15,0 0-15,40-40 0,-40 40 0,40 0 0,-39 0 16,-1-41-16,40 41 16,-40 0-16,0 0 0,0-40 0,0 40 0,1 0 15,-1 0-15,0 0 0,0-40 16,0 40-16,0-40 0,0 40 15,-40-40-15,40 40 16,1 0-16,-41-40 0,40 40 0,0-40 0,0 0 16,0 40-16,0-40 15,0-1-15,0 1 0,1 0 16,-1 40-16,-40-40 0,40 40 0,-40-40 0,40 0 16,0 0-1,-40 0-15,0 0 0,40 0 0,-40-1 16,40 1-16,-40 0 15,40 0-15,-40 0 0,41 0 0,-41 0 16,0 0-16,40 0 16,-40-1-16,0 1 0,40 40 0,-40-40 0,0 0 15,0 0-15,0 0 0,40 0 0,-40 0 16,0 0-16,0 0 16,0-1-16,0 1 0,-80 0 0,80 0 15,0 0-15,0 0 16,0 0-16,0 0 0,0 0 0,0-1 15,0 1-15,0 0 0,0 0 16,0 0-16,0 0 0,-40 0 16,40 0-1,-41 0-15,41 0 0,0-1 16,-40 1-16,40 0 16,-40 40-16,40-40 0,0 0 15,-40 40-15,40-40 0,0 0 16,-40 40-1,40-40-15,-40 40 0,40-40 16,-40 40 0,40-41-16,-40 41 0,-1-40 15,1 40-15,40-40 0,-40 40 0,0-40 16,0 40 0,0 0-16,40-40 0,-40 40 15,0 0-15,-1 0 16,1 0-16,0 0 0,0 0 0,0 0 15,0 0-15,0 0 16,0 0-16,-1 0 0,1 0 0,0 0 0,0 0 16,0 0-16,0 0 0,0 0 15,0 0-15,-1 0 0,1 0 16,0 0-16,0 0 0,0 0 16,0 0-16,0 0 15,0 40-15,-1 0 0,1-40 16,40 40-16,-40-40 0,0 40 15,40 1-15,-40-41 0,0 40 0,0 0 0,-1-40 16,1 40-16,0 0 16,0-40-16,0 40 0,0 0 0,0-40 0,0 40 15,-1-40-15</inkml:trace>
  <inkml:trace contextRef="#ctx0" brushRef="#br0" timeOffset="37727.8">13362 6296 0,'0'40'16,"-40"-40"-16,40-40 47,40 40-32,-40-40-15,40 40 16,-40-40 0,40 40-1,0 0 16,1 0-31,-41 40 16,40-40 0,-40 40-16,0 0 0,0 0 15,0 0-15,0 0 0,-40 0 16,40 1-16,-41-1 16,1 0-16,0-40 15,40 40-15,-40-40 16,80-40 46,0 0-62,-40 0 16,40-1-16,1 1 16,-1 0-1,0 0-15,-40 0 16,40 40-16,0-40 15,0 40-15,-40-40 0,40 40 16,-40-40-16,0 0 16,40 40-16,-40-40 15,0 80 63,-40 0-62,40 0-16,0 0 0,0 0 16,0 0-1,0 0-15,0 0 16,0 0-16,0 1 16,40-1-16,-40 0 15</inkml:trace>
  <inkml:trace contextRef="#ctx0" brushRef="#br0" timeOffset="38127.78">13844 6577 0,'0'-40'16,"40"40"15,-40-41-31,40 41 0,0 0 15,0 41 17,-40-1-17,0 0-15,0 0 0,0 0 16,-40-40-16,40 40 0,-40-40 31,40 40-31,-40-40 0,80 0 63,0-40-63,0 40 15,0 0-15,0 0 16,0 0-16,1 0 16,-1 0-16,0 0 31,0 0-16</inkml:trace>
  <inkml:trace contextRef="#ctx0" brushRef="#br0" timeOffset="38457.83">14445 6055 0,'0'40'47,"-40"-40"-47,0 0 15,40 41-15,0-1 16,-40-40-16,40 40 0,0 0 15,0 0 1,0 0-16,0 0 0,0 0 16,0 0-16,40-40 15,-40 40-15,40 1 0,0-1 16,1-40-16,-1 40 0,0-40 16</inkml:trace>
  <inkml:trace contextRef="#ctx0" brushRef="#br0" timeOffset="38997.72">14606 6296 0,'0'0'15,"0"-40"1,40 0 15,0 0-15,0 40-1,-40 40 1,41 0 15,-41 0-31,0 40 16,0-40-16,0 0 15,0 0-15,-41-40 63,1 0-47,0 0-16,0 0 15,80 0 32,0 0-31,0 0-1,1 0 1,-1 0-16,-40 41 0,40-41 16,0 40-1,0-40-15,0 0 16,0 0-16</inkml:trace>
  <inkml:trace contextRef="#ctx0" brushRef="#br0" timeOffset="39317.78">14927 6416 0,'-40'0'0,"80"0"31,0 0-15,-40-40-1,40 40-15,0 0 0,1 0 0,-1 0 0,-40-40 16,40 40-16,0 0 0,0 0 16,0 0-16,0 0 0,0-40 15</inkml:trace>
  <inkml:trace contextRef="#ctx0" brushRef="#br0" timeOffset="39947.68">15449 6095 0,'0'-40'31,"0"80"47,0 1-78,0-1 16,0 0-16,0 0 0,0 0 15,0 0-15,40 0 16,-40 0-16,40 0 0,-40 0 0,0 1 16,40-1-16,-40 0 15,0 0-15,40 0 16</inkml:trace>
  <inkml:trace contextRef="#ctx0" brushRef="#br0" timeOffset="40347.72">15890 6136 0,'0'0'16,"-40"0"15,0 0-16,40 40-15,-40-40 16,0 0-16,-1 0 0,41 40 16,-40-40-16,0 40 15,0-40-15,40 40 0,-40-40 16,40 40-16,-40-40 0,40 40 16,40-40 30,0 0-46,0 0 16,0 0 0,0 0-16,1 0 0,-1 0 0,0 40 15,0-40-15,0 0 0,0 40 0,0-40 16,-40 40-16,40-40 16,-40 41-16,41-41 15</inkml:trace>
  <inkml:trace contextRef="#ctx0" brushRef="#br0" timeOffset="40607.65">15850 5895 0,'0'0'15,"0"40"1,40 40 0,0 121-1,0-41 17,-40-40-32,-120-39 15</inkml:trace>
  <inkml:trace contextRef="#ctx0" brushRef="#br0" timeOffset="41427.58">16572 5935 0,'40'0'16,"-80"0"15,0 0-16,0 0 1,0 0 15,40 40 1,-40-40-32,40 40 31,80-40-31,-40 0 0,0 0 0,0 0 15,41-40-15,-1 40 16,0-40-16,0 40 0,1-40 0,39 40 0,-40 0 16,0 0-16,-39-40 0,39 40 0,-40 0 0,0 0 15</inkml:trace>
  <inkml:trace contextRef="#ctx0" brushRef="#br0" timeOffset="42147.61">12560 6336 0,'0'0'16,"40"0"-16,40-40 15,121 0 17,-161 40-32,80 0 15,-80 0-15,0 0 16,121 0-1,-121 0-15</inkml:trace>
  <inkml:trace contextRef="#ctx0" brushRef="#br0" timeOffset="42777.53">14726 4491 0,'-40'0'15,"40"40"64,0 0-64,-40 1-15,40-1 0,0 0 0,0 0 16,0 0-16,0 0 0,0 0 15,0 0-15,0 0 0,0 0 0,0 1 0,0-1 16,0 0-16,0 0 16,0 0-16,40 0 0</inkml:trace>
  <inkml:trace contextRef="#ctx0" brushRef="#br0" timeOffset="43797.44">14847 7660 0,'-40'0'16,"40"40"155,0 0-171,0 0 0,0 0 16,0 0-16,0 0 16,0 0-16,0 0 0,0 0 0,0 1 0,0-1 0</inkml:trace>
  <inkml:trace contextRef="#ctx0" brushRef="#br0" timeOffset="80015.42">14646 3649 0,'0'0'0,"0"-40"47,-40 40 47,40-40-48</inkml:trace>
  <inkml:trace contextRef="#ctx0" brushRef="#br0" timeOffset="80765.33">14686 3248 0,'-40'-40'16,"40"0"0,0 0 15,0 80 47,0 0-78,0 0 16,0 0-1,0 0-15,0 0 0,40 40 0,-40-39 0,0-1 16,0 40-16,0-40 0,0 0 0,0 0 0,0 40 15,0-39-15,0-1 16,0 0-16</inkml:trace>
  <inkml:trace contextRef="#ctx0" brushRef="#br0" timeOffset="81965.22">11597 6095 0,'0'-40'15,"-41"40"1,41-40-16,0 0 15,0 0 17,41 40-32,-41-40 0,0 0 15,40 40 1,-40-40-16,40 40 0,0-40 31,0 40-31,0 0 16,0 40-1,-40 0 1,0 0-16,0 0 0,0 0 0,0 0 16,0 0-16,0 0 15,0 1-15,-40-1 0,40 40 0,0-40 0,-40 0 16,40 0-16,-40 0 0,0 0 16,40 0-16,-40 1 0,0-1 0,40 0 0,0 0 15,-41-40-15,41 40 16,41-40 15,-41-40-15,40 40-16,0 0 0,0-40 15,0 40-15,0-40 16,0 40-16,0 0 0,1 0 0,-1 0 16,0-40-16,40 40 0,-40 0 15,0 0-15</inkml:trace>
  <inkml:trace contextRef="#ctx0" brushRef="#br0" timeOffset="82865.17">15047 8742 0,'41'0'31,"-1"0"-31,-80 0 63,40 40-48,-41-40-15,1 41 0,40-1 0,-40 0 16,0-40-16,40 40 16,-40 0-16,0 0 0,0-40 0,0 40 0,40 0 15,-41-40-15,41 40 0,-40-40 16,40 41-16,-40-41 0,40 40 0,-40-40 16,40 40-16,-40-40 15,120 0 32,-40 0-47,0 0 0,1 0 0,-1 0 16,0 0-16,40 0 15,-40 0-15,40 40 0,-39-40 0,39 0 0,-40 0 16,40 0-16,-40 0 0,41 0 16,-41 0-16,0 0 0,0 0 0,0 0 0,0 0 15,0 0-15,0 0 16,1 0-16,-1-40 0,0 40 0</inkml:trace>
  <inkml:trace contextRef="#ctx0" brushRef="#br0" timeOffset="83115.22">15328 8903 0,'0'40'0,"0"-80"0,-40 80 15,40 0 1,0 0-16,-40 0 16,40 121-1,0-121-15,0 160 32,0-160-32,0 0 0,0 121 15,0-121-15,0 0 0</inkml:trace>
  <inkml:trace contextRef="#ctx0" brushRef="#br0" timeOffset="84165.1">17936 5414 0,'-40'0'0,"40"-40"63,40 40-48,-40-41-15,41 41 0,-41-40 16,40 40-16,0-40 0,0 40 16,0 0-1,0-40-15,0 40 16,1 0 0,-41 40-1,40-40 1,-40 40-16,0 0 0,0 1 15,40-41-15,-40 40 0,0 0 0,0 0 16,0 0 0,0 0-16,-40-40 0,40 40 0,-40 0 0,40 0 15,-41-40-15,41 40 0,-80 1 16,40-1-16,0-40 0,40 40 0,-40-40 16,40 40-16,-40-40 15,80 0 16,0 0-15,0 0-16,0 0 0,0 0 16,0 0-16,1 0 15,-1 0-15,0 0 0,0 0 0,0 0 16,0 0 0,-40 40-16,40-40 0,0 40 0,-40 0 0,0 0 15,41-40-15,-41 40 0,0 1 0,0-1 16,-41-40-16,41 40 15,-40-40-15,0 40 0,0-40 0,0 40 0,-40-40 16,-1 40-16,1-40 16,0 0-16,0 40 0,-41-40 0</inkml:trace>
  <inkml:trace contextRef="#ctx0" brushRef="#br0" timeOffset="106773.8">19943 5494 0,'40'0'15,"0"0"204,-40-40-203,40 40-16,0 0 0,0 0 15,1 0-15,-41-40 0,40 40 16,0 0-16,0 0 0,0 0 0,0 0 15,0-40-15,0 40 0,1 0 16,-1 0-16,0 0 0,0 0 0,0 0 0</inkml:trace>
  <inkml:trace contextRef="#ctx0" brushRef="#br0" timeOffset="107523.75">19943 6376 0,'40'0'31,"-40"-40"0,40 40-15,0 0 31,0 0-16,0 0-31,1 0 0,-1 0 16,0 0-16,0 0 0,0 0 0,0 0 15,40 0-15,-39 0 16,-1-40-16,40 40 0,-40 0 0,40 0 0,-40 0 15,41 0-15,-41-40 0,40 40 16,-40-40-16,40 40 0</inkml:trace>
  <inkml:trace contextRef="#ctx0" brushRef="#br0" timeOffset="114183.38">22792 5574 0,'0'-40'15,"0"0"1,0 0 0,-40 40-16,40-40 15,0 0 16,0 80 63,0 40-94,0-40 0,0 40 16,0-40-16,0 40 15,40 1-15,-40-1 0,0 0 0,0-40 0,0 40 16,0 1-16,40-1 0,-40-40 16,0 0-16,0 40 0,0-40 0,0 0 0,0 1 15,40-1-15,-40 0 16</inkml:trace>
  <inkml:trace contextRef="#ctx0" brushRef="#br0" timeOffset="114523.35">23233 5534 0,'0'40'16,"0"-80"-16,40 80 31,0 0-15,81 0 0,-1 81-1,1-81 1,79 80-1,-79-40 1</inkml:trace>
  <inkml:trace contextRef="#ctx0" brushRef="#br0" timeOffset="114823.31">23875 5654 0,'-80'0'16,"40"0"-16,0 0 16,0 40-16,-81 161 31,1-1-16,40 41 1,39-40 15,41-81-31,0-80 0</inkml:trace>
  <inkml:trace contextRef="#ctx0" brushRef="#br0" timeOffset="115383.31">24156 5454 0,'-40'-40'15,"80"80"-15,-80-161 16,40 81-16,40 0 31,40 0-15,41 0 0,-1 80-1,-80 121 16,-80 39-15,-40-40 0,0-79 15,120-81 0,0 0-31,0 0 16,0 0-16,0 0 0,0 0 15,0 0 1,1 0-16,-1 0 0,-40 40 16,40-40-16,-40 40 0,40 0 15,-40 0-15,0 0 16,0 0-16,0 0 0,-40-40 0,40 41 16,-80-1-16,80 0 15,-41-40-15,1 40 0,-40-40 0,40 40 0,0-40 16,0 40-16,0-40 0,-1 0 15,1 40-15,0-40 0</inkml:trace>
  <inkml:trace contextRef="#ctx0" brushRef="#br0" timeOffset="115633.28">25440 6336 0,'0'0'16,"40"40"-1,-40 0 17,-40 40-32,40-39 15,-80-1-15,40 0 0,0 0 0,-1 0 0,1 0 16,-40 0-16,40 0 15,0 0-15,0 1 0,-41-1 0,41-40 0</inkml:trace>
  <inkml:trace contextRef="#ctx0" brushRef="#br0" timeOffset="118843.17">25159 6697 0,'0'-40'16,"40"40"62,0 0-62,-40-40 93,0 0-109,0 0 0,41-1 0,-41 1 16,40 0-1,-40 0-15,0 0 0,40 0 16,-40 0-16,40 0 16,-40 0-16,40 40 0,-40-40 0,0-1 15,0 1-15,0 0 0,40 0 0,-40 0 0,0-40 16,0 40-16,0 0 16,0-1-16,0 1 0,0 0 0,0 0 15,0 0-15,0 0 16,-40 40 62,40 40-47</inkml:trace>
  <inkml:trace contextRef="#ctx0" brushRef="#br0" timeOffset="119303.08">25119 6055 0,'-40'0'0,"80"0"0,-40 0 47,40 0-16,0 0-15,0 0 0,1 0-16,-1 0 0,0 0 0,0 0 15,0 0-15,0 0 0,0 0 0,1 0 16,-1 0-16,0 0 16,0 0-16,0 0 0,0 0 0,0 0 15,0 0 1,1 0-16,-1 0 15,0 0 1,0 0 0,0 0-1,0 0-15</inkml:trace>
  <inkml:trace contextRef="#ctx0" brushRef="#br0" timeOffset="122122.89">27848 5374 0,'40'0'125,"-40"-41"-125,40 41 15,0-40-15,0 0 0,0 0 32,0 0-17,1 40 1,-1-40-1,0 40 1,0 0 0,-40 40-1,0 0-15,40 0 0,-40 0 0,0 0 16,0 1-16,0-1 0,40-40 0,-40 40 0,0 0 16,0 0-16,0 0 0,0 0 15,0 0-15,0 0 16,-40 0-1,0-40 17,0 41-32,0-41 0,0 40 15,-1-40-15,1 0 16,0 0 0,0 0-16,40-40 31,40 40 0,0 0-31,0 0 31,1 0-31,-1 0 0,-40 40 0,40-40 16,0 0-16,0 40 0,0-40 0,-40 40 16,40 0-16,0 0 0,1-40 15,-41 40-15,40-40 0,0 0 0,0 40 0,0-40 16,0 0-16,0 0 15</inkml:trace>
  <inkml:trace contextRef="#ctx0" brushRef="#br0" timeOffset="122382.88">29011 5374 0,'0'0'15,"0"-41"1,41 41 0,-1 81-1,120 79 1,41 41 0,-1-41-1,-39-80 16,-121-80-31</inkml:trace>
  <inkml:trace contextRef="#ctx0" brushRef="#br0" timeOffset="122612.93">29894 5374 0,'-120'0'16,"240"0"-16,-240 40 0,-1 40 31,121-40-31,-40 0 0,-80 80 16,-41 81-1,41-1 1,0-79 15</inkml:trace>
  <inkml:trace contextRef="#ctx0" brushRef="#br0" timeOffset="122882.9">30295 5173 0,'-40'0'16,"80"0"-16,-80-40 0,40 120 15,0 0 1,40 1-16,1 119 31,-1-160-31,-40 40 0,40 81 16,0-121-16,0 80 15</inkml:trace>
  <inkml:trace contextRef="#ctx0" brushRef="#br0" timeOffset="124272.75">20866 8742 0,'-40'40'0,"-1"-40"31,82 0 0,-41-40 0,40 40 1,40 0-17,-40 0-15,0 0 16,0 0-16,41 0 16,-41 0-16,40 0 0,-40 0 15,0 0-15,40 0 16,1 0-16,-41 0 0,40 0 0,0 0 0,-40 0 0,41 0 15,-41 0-15,40 0 16,-40-40-16,0 40 0,1 0 0,-1 0 0</inkml:trace>
  <inkml:trace contextRef="#ctx0" brushRef="#br0" timeOffset="124602.75">21789 8462 0,'0'0'16,"-41"0"-1,82 40 32,-41 0-47,0 0 16,0 0-16,40 0 15,-40 0-15,0 0 0,0 41 0,40-41 0,-40 40 16,0-40-16,0 40 0,0-40 0,0 41 0,0-41 16,0 0-16,0 40 0,0-40 15,0 0-15</inkml:trace>
  <inkml:trace contextRef="#ctx0" brushRef="#br0" timeOffset="125272.7">22752 8301 0,'0'0'16,"0"-80"-1,40 0 16,80 0-15,1 39 0,-1 1-1,0 80 17,-120 81-17,0-1 1,-40 41 15,-80-41-15,80-80-1,0 0 1,120-40 0,-40 0-1,0 0 1,80 40-1,-39 40 17,-81-40-17,-40 41 1,-1-1 0,-39-80-16,-80 120 15,120-120-15,-1 40 0,1-40 16,-120 0-1,80 0 1</inkml:trace>
  <inkml:trace contextRef="#ctx0" brushRef="#br0" timeOffset="125592.71">23394 8301 0,'0'-40'16,"0"80"-16,40-120 15,0 80 17,0 0-32,0 0 15,0 40-15,41-40 16,-41 40-16,40-40 0,-40 40 0,40-40 0,-40 40 15,41-40-15,-41 41 0,40-41 16,-40 40-16,40 0 0,-39-40 0,-1 0 0,40 40 16,-40-40-16,0 40 15,0-40-15,41 40 0,-41-40 0,0 40 0,0-40 16,0 40-16,0-40 0,0 0 0,0 0 0,1 0 16,-1 40-16,0-40 15</inkml:trace>
  <inkml:trace contextRef="#ctx0" brushRef="#br0" timeOffset="125882.73">24597 8141 0,'0'0'16,"-40"0"-16,0 0 0,0 40 0,0 0 31,-40 80-15,40 41 0,40-1-1,40 1 16,-40-121-31</inkml:trace>
  <inkml:trace contextRef="#ctx0" brushRef="#br0" timeOffset="126322.63">24838 8101 0,'0'-40'16,"0"80"-16,0-121 15,40 81-15,41 0 16,79-40 15,-80 40-31,-40 0 0,121 121 31,-161-81-31,40 0 0,0 40 16,-40-40-16,0 81 16,0-81-16,0 0 0,-80 40 15,-40 0 17,39-80-32,41 40 15,80-40 1,41 0-1,-81-40 1,40 40-16,0 0 0,0 0 0,0 0 0,0 0 16,0 0-16,1 0 15,-1 0-15,0 0 0,0 0 0,40 0 0,-40 0 16,0-40-16,41 40 0,-41 0 0</inkml:trace>
  <inkml:trace contextRef="#ctx0" brushRef="#br0" timeOffset="126602.69">26243 8301 0,'0'-40'15,"0"0"-15,0 0 16,40 40-1,40 0 1,-40 0-16,0 0 16,0 0-16,121 0 15,120-40 1,-161 40 0,-80-40-16,81 0 0</inkml:trace>
  <inkml:trace contextRef="#ctx0" brushRef="#br0" timeOffset="126922.6">26644 7820 0,'0'-40'16,"0"80"15,0 0-15,0 0-16,40 40 0,-40-40 15,0 1-15,0-1 0,0 40 0,40-40 0,0 0 16,-40 0-16,40 40 16,-40-39-16,41-41 0,-1 40 0,-40 0 0,40 0 15</inkml:trace>
  <inkml:trace contextRef="#ctx0" brushRef="#br0" timeOffset="127422.57">28409 7660 0,'-80'0'16,"160"0"-16,-280 0 15,160 80-15,-41 0 16,41 40 0,0-80-16,40 41 0,-40-1 0,40 80 31,161-80-16,119-39 1,-239-41-16,159-81 31,1-39-15,-161 0 0,-80 80-1,40-1-15,-161-39 16,81 80-16,40-40 0,-80 0 15,79 40-15,-79-80 32,80 80-32,0-40 15</inkml:trace>
  <inkml:trace contextRef="#ctx0" brushRef="#br0" timeOffset="127672.55">28771 7539 0,'0'40'15,"40"-40"1,0 0-16,0 40 16,0-40-16,121 121 15,-121-81-15,0 0 0,120 40 31,-119-40-31,39 0 0,-40 0 0,120 1 32,-160-1-32</inkml:trace>
  <inkml:trace contextRef="#ctx0" brushRef="#br0" timeOffset="127902.61">29493 7539 0,'-40'0'0,"80"0"0,-120 0 16,40 0-16,-1 0 15,-39 121 1,40-81-16,-40 120 31,40-120-31,40 0 0,-81 81 16,1-1-1,80-80-15,-40 0 0</inkml:trace>
  <inkml:trace contextRef="#ctx0" brushRef="#br0" timeOffset="128872.48">30496 7299 0,'-40'0'62,"0"40"-46,0 0 0,0-40-16,-1 40 0,1 0 0,0-40 15,40 40-15,-40 0 0,0-40 16,40 40-16,-40-40 0,40 40 0,40-40 47,0 0-47,0 41 0,0-41 0,0 0 15,1 0-15,-1 0 0,40 0 16,-40 0-16,0 0 0,40 0 0,-39 0 0,-1 0 16,40 0-16,-40 0 15,0 0-15,0 0 0,41 0 0,-41 0 0,0 0 16,0 0-16,0 0 15,0-41-15</inkml:trace>
  <inkml:trace contextRef="#ctx0" brushRef="#br0" timeOffset="129112.49">30657 7258 0,'-81'-40'31,"81"0"-31,0 80 16,40-40-1,41 281 1,-1 0 15,-40 40-31</inkml:trace>
  <inkml:trace contextRef="#ctx0" brushRef="#br0" timeOffset="130482.43">19822 10146 0,'0'0'0,"0"40"16,-40-40-1,80 0 16,1 0 1,-1 0-17,0-40-15,0 40 0,0 0 16,0 0-16,0 0 0,0 0 16,1 0-16,39 0 0,-40-40 0,0 40 0,40 0 15,-40 0-15,1 0 16</inkml:trace>
  <inkml:trace contextRef="#ctx0" brushRef="#br0" timeOffset="130732.38">20063 11068 0,'-40'81'32,"80"-162"-32,-120 202 15,120-121-15,0 0 16,81 0 0,159-40 15</inkml:trace>
  <inkml:trace contextRef="#ctx0" brushRef="#br0" timeOffset="132632.31">22872 10186 0,'0'0'0,"-40"0"16,0 0 15,40-40 16,40 40-31,-40-40-16,40 40 15,-40-40-15,40 40 0,0 0 0,-40-40 0,40 40 16,1-40-16,-1 40 16,-40-40-16,40 40 0,0-41 0,0 41 15,0 0 1,0 0-16,0 0 15,-40 41 1,0-1-16,0 0 0,0 0 16,0 0-16,0 0 0,0 0 0,0 0 15,0 0-15,0 0 16,0 1-16,-40-41 0,40 40 0,-40 0 16,0 0-1,0 0-15,0-40 16,80 0 31,0-40-47,0 40 0,-40-40 15,40 40-15,0 0 0,1 0 0,-1 0 16,0 0-16,0 0 16,0 0-16,0 0 0,0 40 0,0 0 15,1-40-15,-1 40 16,-40 0-16,0 0 31,0 0-31,0 1 0,-40-41 16,-1 40-16,1-40 0,0 40 15,0-40-15,0 40 0,0 0 16,-40-40-16,39 40 0,1 0 0,-40 0 0,40-40 16,0 40-16,-40 0 15,39-40-15,1 41 0,0-41 0,0 40 0,0-40 16,0 0-16,80-40 15</inkml:trace>
  <inkml:trace contextRef="#ctx0" brushRef="#br0" timeOffset="133022.23">24317 10587 0,'-41'0'15,"1"0"-15,40-40 31,40 40-15,81 0 0,-81 0-16,0 0 15,40-40-15,-40 40 0,1 0 0,-1 0 0,40 0 0,-40 0 16,201 0 0,-201 0-16,40 0 0,-40 0 15,41 0-15,-41-40 0,120 40 31,-120 0-31,1 0 16</inkml:trace>
  <inkml:trace contextRef="#ctx0" brushRef="#br0" timeOffset="133302.27">24838 10266 0,'-80'-40'16,"160"80"-16,-200-80 0,120-40 16,-40 80-16,40 40 47,0 0-47,0 0 0,0 0 15,0 1-15,0-1 0,40 0 16,0 0-16,-40 0 0,40 0 0,-40 0 15,40-40-15,-40 40 16,40 0-16,-40 1 0,40-41 0,-40 40 16,0 0-16,0 0 0,41-40 0,-41 40 15</inkml:trace>
  <inkml:trace contextRef="#ctx0" brushRef="#br0" timeOffset="133922.18">25681 10026 0,'-40'0'0,"40"-40"0,0 0 15,40-1 1,40 41 0,-40 0-16,0 0 15,1 0-15,-1 0 0,0 0 0,0 0 16,0 0-16,0 0 0,0 0 15,0 41-15,1-41 0,-41 40 0,40-40 0,0 80 16,0-40 0,-40 0-16,0 0 0,0 0 0,40-40 0,-40 40 15,0 0-15,0 1 0,0-1 0,-80-40 0,80 40 16,-40 0-16,0 0 0,-1 0 16,1-40-16,0 40 0,0-40 0,0 0 15,0 40-15,0-40 16,0 0-16,40 40 0,-41-40 0,1 0 0,0 0 15,80 0 17,0-40-1,1 40-31,-1 0 0,0 0 16,0 0-16,0 0 15,0 40-15,0-40 0,0 0 0,1 41 0,-1-41 16,0 0-16,40 40 15,-40-40-15,0 0 0,41 0 0,-41 40 0,0-40 16,40 0-16,-40 40 0,0-40 16,0 0-16,1 0 0,-1 40 0,0-40 0,0 0 15</inkml:trace>
  <inkml:trace contextRef="#ctx0" brushRef="#br0" timeOffset="134282.19">27166 10507 0,'0'0'0,"-41"0"16,1-40-1,80 40 17,1-40-32,119 40 15,-120 0-15,161-40 32,-161 40-32,0 0 0,80 0 15,1 0 1,39 0-1,-39 0 1,-121-40-16</inkml:trace>
  <inkml:trace contextRef="#ctx0" brushRef="#br0" timeOffset="134562.17">27527 9986 0,'-40'-40'15,"40"-1"-15,-41 41 0,41 41 32,0-1-17,0 0-15,0 0 16,0 0-16,0 0 0,0 0 0,0 0 0,0 0 15,0 0-15,41 1 16,-41-1-16,0 0 0,80 0 0,-80 0 0,0 0 16,0 0-16,40 0 0,-40 0 15,40-40-15,-40 41 0</inkml:trace>
  <inkml:trace contextRef="#ctx0" brushRef="#br0" timeOffset="135902.07">29092 9785 0,'0'0'0,"-40"0"31,-1 0 172,1 0-187,40 40-1,-40 0 1,0-40-16,40 40 0,-40-40 0,40 41 16,-40-41-16,40 40 0,0 0 15,-40-40-15,40 40 0,0 0 16,0 0-16,-41-40 0,41 40 16,0 0-1,0 0-15,81 0 0,-81 1 16,0-1-16,0 0 15,40 0-15,0 0 0,-40 0 0,40 0 16,-40 0 0,40-40-16,-40 40 0,40-40 0,1 0 15,-41 41-15,40-41 16,0 0 0,0 0-16,0 0 15,-40-41 1,40 41-16,-40-40 0,40 40 0,-40-40 15,0 0 1,40 40-16,-40-40 0,0 0 16,-40 40-1,0 0 1,40-40-16,-40 40 0,0 0 16,0 0-1,0 0-15,0 40 0,-1 0 16,1-40-16,0 80 15,0-40-15,0 0 0,0-40 0,0 41 16,-1-1-16,41 0 0,-40-40 16</inkml:trace>
  <inkml:trace contextRef="#ctx0" brushRef="#br0" timeOffset="137171.99">20063 12753 0,'-80'0'16,"40"0"-1,80 0 32,0 0-47,-40-40 0,80 40 16,-80-40-16,40 40 0,1 0 15,-1 0-15,0-40 0,0 40 0,0 0 16,0 0-16,0-41 16,0 41-16,1 0 0,-1 0 0,0-40 15,0 40-15,0 0 0</inkml:trace>
  <inkml:trace contextRef="#ctx0" brushRef="#br0" timeOffset="137502.04">20745 12953 0,'-40'0'15,"80"0"-15,-80 41 0,-80-1 16,80-40-16,40 40 15,40-40 17,0 0-17,120 0 1,81-80 0,-201 80-16,201-81 31,-201 41-31,40 40 0,-39 0 0</inkml:trace>
  <inkml:trace contextRef="#ctx0" brushRef="#br0" timeOffset="138771.9">23434 11991 0,'-40'0'0,"40"-40"16,-40 40-16,40-40 15,-41 40-15,41 40 125,0 0-125,0 0 0,0 0 16,0 0-16,0 0 0,41 41 16,-41-41-16,40 0 0,-40 40 0,40-40 0,-40 0 15,0 0-15,40 0 16,0 0-16,-40 1 0,40-41 0,0 40 15,0 0-15,1 0 16</inkml:trace>
  <inkml:trace contextRef="#ctx0" brushRef="#br0" timeOffset="139451.85">24878 11871 0,'-40'0'16,"0"0"-16,0 0 31,0 0 0,40 40 47,0 0-62,0 0-1,0 0-15,0 0 16,0 0-16,0 0 0,0 0 0,0 1 16,40-1-16,-40 0 0,0 0 15,40 0-15,-40 0 0,40 0 0,-40 0 0,0 0 16,40 0 0</inkml:trace>
  <inkml:trace contextRef="#ctx0" brushRef="#br0" timeOffset="147071.44">11717 13314 0,'0'-40'47,"0"0"281,40 40-312,-40-40-1,40 40-15,-40-40 16,40 40 0,-40-40-1,40 40-15,1 0 16,-1 0-1,0 0 1,0 40 0,0-40-16,0 40 0,0 0 15,-40 0-15,40 0 16,-40 0-16,41-40 0,-41 41 0,0-1 16,0 0-1,0 0-15,0 0 0,0 0 16,0 0-16,0 0 15,0 0-15,0 1 0,0-1 0,-41-40 16,41 40-16,0 0 0,0 0 0,0 0 0,-40-40 16,40 40-1,0-80 17,40 40-17,-40-40 1,0 0-16,0 0 0,0 0 15,41 40-15,-41-40 0,0-1 16,40 1-16,0 0 0,-40 0 0,0 0 16,40 0-16,0 0 0,-40 0 15,40 0 1,0-1-16,0 1 0,1 0 16,-1 40-1,-40-40-15,40 40 0,-40 40 47,0 0-16,40-40-31,-40 40 0,40-40 16,-40 41-16,40-1 16,-40 0-16,0 0 15,40-40 1,-40 40-16,0 0 0,0 0 15,0 0 1,0 0-16,0 1 0,0-1 16,0 0-16,0 0 0,0 0 15,0 0-15,0 0 16,0 0-16,40 0 0</inkml:trace>
  <inkml:trace contextRef="#ctx0" brushRef="#br0" timeOffset="147451.44">13242 13515 0,'40'0'47,"0"-40"-31,0 40-1,0 0-15,-40-40 0,40 40 0,0 0 16,1-40-16,-1 40 0,0 0 0,0 0 16,0-41-16,0 41 15,0 0-15,0 0 0,1-40 0,-1 40 16,0 0-16,0 0 16,0 0-16</inkml:trace>
  <inkml:trace contextRef="#ctx0" brushRef="#br0" timeOffset="147711.47">13603 13796 0,'-40'0'31,"80"0"-31,-40 0 16,0-40-16,40 40 15,40-41 1,-40 41-16,0 0 0,1 0 16,-1-40-1,80 0 1,-80 0-16</inkml:trace>
  <inkml:trace contextRef="#ctx0" brushRef="#br0" timeOffset="148401.37">14285 13154 0,'0'-40'0,"40"40"31,-40-40-15,80 0 0,-40 40-1,-40 40 16,0 0-15,41-40 0,-41 40-16,0 0 0,0 0 15,0 0 1,0 0-16,-41 0 0,1 1 16,0-1-1,0 0-15,0-40 0,0 40 16,80-40 31,-40-40-32,40 40 1,0 0 0,0 0-1,0 0 1,1 0-16,-1 40 15,0 0 1,0-40-16,-40 40 0,40-40 16,-40 40-16,0 0 31,0 0-31,-40-40 16,40 41-16,-40-41 15,40 40-15,-40-40 0,0 0 0,-1 40 16,1-40-1,0 0-15,0 0 0,0 40 0,0-40 16,0 0-16,0 0 0,-1 0 0</inkml:trace>
  <inkml:trace contextRef="#ctx0" brushRef="#br0" timeOffset="149081.38">15529 12833 0,'0'0'0,"0"-40"32,-40 40 30,40 40-62,40-40 63</inkml:trace>
  <inkml:trace contextRef="#ctx0" brushRef="#br0" timeOffset="149321.31">15569 13635 0,'0'40'0,"0"-80"0,40 120 16,-40-39-16,40-41 15,-40 40-15,0 80 16,0-80-16,-40 0 16,0 0-16,40 0 0,-40 0 15,40 1-15,-40-41 0,0 40 16,0 0-16,-1 0 0</inkml:trace>
  <inkml:trace contextRef="#ctx0" brushRef="#br0" timeOffset="150531.27">16693 13996 0,'-41'-40'0,"41"0"32,0 0-1,41 40-31,-41-40 0,40 40 15,0 0 1,0 0 0,0 40-1,0-40 1,0 40-16,-40 0 0,0 0 0,40-40 16,-40 40-16,0 0 15,41 0-15,-41 1 0,0-1 0,0 0 0,0 0 16,0 0-16,0 0 15,-41 0-15,41 0 0,-40 0 0,0 1 16,0-41-16,40 40 0,0 0 16,-40-40-1,40-40 32,0 0-31,40 40-16,-40-41 0,0 1 0,40 0 15,-40 0-15,40 0 0,0 0 16,1 0-16,-41 0 0,40 0 16,0-1-16,0 1 0,0 0 0,0 0 0,0 0 15,0 0-15,1 0 16,-1 0-16,0 0 0,-40 0 0,40-1 0,0 1 16,0 0-16,-40 0 15,0 0-15,40 40 0,-40-40 0,-40 40 31,0 0-15,0 0-16,0 0 0,0 0 0,0 0 16,-1 40-16,1 40 15,0-80-15,40 40 0,-40 0 0,40 1 16,-40-1-16,0 0 16,40 0-16,0 0 0,-40 0 0,40 0 0,-40 0 15,40 0-15,0 0 0,0 1 16,0-1-16,0 0 0,0 0 0,40 0 15,-40 0-15,40-40 0,40 40 16,-40-40-16,0 40 16,0-40-16</inkml:trace>
  <inkml:trace contextRef="#ctx0" brushRef="#br0" timeOffset="151221.24">17896 14197 0,'-40'-40'0,"80"-1"110,0 41-95,1 0-15,-1 0 16,0 0-16,0 41 0,-40-1 16,40 0-16,-40 0 15,40-40-15,-40 40 0,0 0 0,0 0 16,40 0-16,-40 0 16,0 1-16,0-1 0,-40-40 15,40 40-15,-40-40 16,0 0-16,80 0 47,0 0-47,0 0 31,1 0-31,-1 0 16,0 0-1,0 0-15,0 40 0,-40 0 16,40 0-1,-40 0-15,0 0 0,0 0 16,0 0-16,-40 1 0,0-1 16,-40-40-1,80 40-15,-40-40 0,-1 0 0,1 40 16,0-40-16,0 0 16,0 0-16,0 0 0,0 0 0,-1 0 0,1-40 15,0 40-15</inkml:trace>
  <inkml:trace contextRef="#ctx0" brushRef="#br0" timeOffset="151661.28">18940 13756 0,'0'0'0,"0"-41"31,0 1-31,0 0 15,0 80 32,-40 0-31,40 1-16,0-1 0,0 0 0,-41 0 16,41 0-16,0 0 15,0 0-15,0 0 0,0 0 0,0 0 0,0 1 16,0-1-16,0 0 0,0 0 15,41 0-15,-41 0 0,0 0 16,40 0-16,0 0 0,0 1 16</inkml:trace>
  <inkml:trace contextRef="#ctx0" brushRef="#br0" timeOffset="152241.17">19381 13876 0,'80'-40'15,"-160"80"-15,200-120 31,-79 80-31,-41-40 0,40 40 0,0 0 16,0 0 15,-40 80 1,0-40-32,0 0 0,0 0 15,0 0 1,-40 0-16,0 0 15,0-40-15,80 0 63,0 0-32,-40 40-31,40-40 0,-40 41 16,40-41-16,0 40 15,0 0-15,-40 0 16,40-40-16,-40 40 0,0 0 0,0 0 16,0 0-1,-40 0-15,0 1 16,0-1-16,0-40 16,0 0-16,0 40 0,0-40 0,-1 0 15,1 0-15,0 0 16,0 0-16</inkml:trace>
  <inkml:trace contextRef="#ctx0" brushRef="#br0" timeOffset="152551.19">20224 13756 0,'0'0'0,"40"0"0,0 0 31,-40 40-31,0 0 16,40 0 0,-40 0-16,0 0 0,0 0 0,0 0 0,40 0 15,-40 0-15,0 1 16,0-1-16,40 0 0,-40 0 0,0 0 15,0 0-15,0 0 0,0 0 0,-40-40 16,40 40-16,0 1 16,-40-1-16,40 0 0,-40-40 0,40 40 15</inkml:trace>
  <inkml:trace contextRef="#ctx0" brushRef="#br0" timeOffset="152811.21">21147 14317 0,'0'-40'0,"0"80"0,40-120 31,0 80-31,0-40 15,40 40 1,-40 0-16,81-40 16,-81 40-16,0 0 0</inkml:trace>
  <inkml:trace contextRef="#ctx0" brushRef="#br0" timeOffset="153031.15">21588 14558 0,'-80'40'15,"160"-80"-15,-200 80 0,79-40 0,82 0 47,-1 0-47,0 0 16,0 0-16,0 0 0,0 0 0,0 0 15,0 0-15,41 0 0,-41 0 0,0 0 0,40 0 16,-40 0-16,41 0 16</inkml:trace>
  <inkml:trace contextRef="#ctx0" brushRef="#br0" timeOffset="154271.06">23955 13796 0,'0'0'0,"0"-40"16,-40 40 140,0 0-125,0 0-31,0 0 16,0 40 0,0-40-16,0 40 0,-1-40 0,1 0 15,0 40-15,0-40 16,0 0-16,0 40 0,0-40 0,-41 0 0,41 0 16,0 40-16,0-40 15,0 0-15,0 40 0,0-40 0,0 0 0,-1 40 16,1-40-16,0 40 15,0-40-15,40 40 16,40-40 15,40 41-15,1-41 0,-41 0-16,0 0 0,0 0 0,0 0 15,0 40-15,0-40 16,1 0-16,-1 0 0,0 0 0,0 0 15,0 0-15,0 0 0,0 0 0,0 0 0,1 40 16,-1-40-16,0 0 0,0 0 16,0 0-16,-40 40 0,40-40 0,0 0 15,-40 40 1,40-40-16,-40 40 0,41-40 16,-41 40-1,0 0-15,0 0 31,-41-40-31,41 41 0,-40-41 0,40 40 0,-40-40 16,0 0-16,40 40 0,-40-40 0,0 0 0,40 40 16,-40-40-16,0 0 0,-1 40 15,1-40-15,0 40 0,0-40 0,0 40 0,-40-40 16,40 40-16,-1 0 16,1 0-16,0-40 0,40 41 0,-40-41 0,0 40 15,0 0-15,0-40 16,40 40-16,0 0 15,0 0 1,40-40 0,-40 40-16,0 0 31,40-40-31,0 0 16,0 0-1,0 0-15,0 0 0,1 0 16,-1 0-16,40 0 15,-40-40-15,0 40 0,40 0 0,-39 0 0,39 0 16,-40 0-16,40 0 0,-40 0 0,0 0 0,1 0 16,-1 0-16,0-40 15,0 40-15,0 0 0,0 0 0,0 0 0,0 0 16,1 0-16,-1 0 0,0 0 16,0 0-16,0 0 0,0 0 0,0 0 15,0 0 1,1 0-16</inkml:trace>
  <inkml:trace contextRef="#ctx0" brushRef="#br0" timeOffset="154741.03">22952 15801 0,'0'40'47,"0"0"-31,0 0-1,0 0-15,0 0 0,0 1 0,0-1 16,0 0-16,0 0 0,-40 0 0,40 0 0,0 0 16,0 0-16,0 0 15,0 0-15,0 1 0,0-1 0,0 0 0,0 0 16,0 0-16,0 0 16,40 0-16,-40 0 0,40-40 31,1 0-31,-1 0 0</inkml:trace>
  <inkml:trace contextRef="#ctx0" brushRef="#br0" timeOffset="155161">23394 16001 0,'0'0'15,"-40"0"1,40 41-16,-41-1 31,-119 40-15,120-40 0,0 0-16,-81 0 15,81-40-15,0 0 0,80 0 31,0 0-15,0 0 0,1 0-16,-1 0 0,0 0 15,0 40-15,0-40 16,0 40-16,0-40 0,0 0 16,1 0-16,-1 40 15,0-40-15,0 0 0,0 41 0,0-41 16,0 40-16,0-40 15,1 0-15,-1 0 0,-40 40 0,40-40 16,0 0-16,0 0 0</inkml:trace>
  <inkml:trace contextRef="#ctx0" brushRef="#br0" timeOffset="155411.06">23875 16282 0,'0'-40'16,"40"40"-1,-40-40 1,81 40 0,-41-40-16,40 40 15,-40 0-15,0 0 0,81 0 31,-1 0-15,-80 0-16,40 0 16</inkml:trace>
  <inkml:trace contextRef="#ctx0" brushRef="#br0" timeOffset="155680.97">24036 16563 0,'-40'0'15,"80"0"-15,-40 0 16,40 0-16,0 0 16,0-40-1,80 40 16,41 0-15,40-40 0,-41 0-1</inkml:trace>
  <inkml:trace contextRef="#ctx0" brushRef="#br0" timeOffset="156120.94">25239 16122 0,'-40'0'0,"40"-40"16,-40 40 0,0 40-1,0 0-15,0 0 16,40 0-16,-40 40 15,0 41 1,120-41 15,80-40-15,-39-40 0,-1-40 15,-80-40-16,-40 39 1,0-39 0,-40 40 15,-40 0-15,0 0-1,39 0-15</inkml:trace>
  <inkml:trace contextRef="#ctx0" brushRef="#br0" timeOffset="157480.85">23073 13314 0,'0'0'0,"0"-40"63,0 0-48,40 40 1,0 0-16,-40-40 0,40 40 15,0 0-15,-40-40 0,40 40 16,0 0-16,1 0 16,-1 0-16,0 0 15,0 0 1,-40 40 31,-40 0-32,40 0-15,0 0 16,-40-40-16,40 40 0,-40-40 0,40 41 0,-41-41 16,41 40-16,-40 0 15,0-40-15,40 40 0,-40-40 16,40 40 0,40-40 15,0 0-16,0 0-15,1 0 16,-1 0 0,0 0-16,-40 40 0,40-40 0,0 40 15,0-40 1,-40 40-16,0 0 16,40-40-16,-40 41 15,0-1-15,0 0 31,-40-40-31,0 40 0,0-40 16,0 0-16,0 0 0,0 40 0,-1-40 0,1 0 16,0 0-16,0 0 0,0 0 15,0 0-15,0 0 0,0 0 0,-1 0 0,1 0 16,0 0 0,0 0-16,0 0 0,40-40 0,0 0 15</inkml:trace>
  <inkml:trace contextRef="#ctx0" brushRef="#br0" timeOffset="158310.84">24838 14317 0,'0'0'15,"-40"0"-15,40-80 16,0 40-1,40 0 1,0 40-16,0 0 16,1 0-1,-1 0-15,0 0 16,-40 40-16,40-40 16,0 40-16,0 0 0,-40 0 15,0 0 1,0 0-16,0 0 0,-40-40 0,40 40 0,-40 1 15,-40-1-15,40-40 0,40 40 16,-41-40-16,82 0 47,-1-40-47,0 40 0,0-40 16,0 40-16,0-41 15,0 1-15,41 40 0,-41-40 0,0 0 0,0 0 16,0 0-16,0 40 0,-40-40 15,40 0-15,1 0 0,-1-1 0,-40 1 16,40 0-16,-40 0 0,0 0 16,0 0-1,-40 40 1,0 0 0,40 40-16,-41 0 15,41 0-15,-40-40 16,40 40-16,-40 0 0,0 1 0,40-1 15,-40 0-15,40 0 0,0 0 0,0 0 16,0 0-16,40 0 16,-40 0-16,40 1 0,0-1 0,0-40 15,1 0 1,-1 40-16</inkml:trace>
  <inkml:trace contextRef="#ctx0" brushRef="#br0" timeOffset="158550.87">26042 14477 0,'0'41'0,"40"-1"47,-40 0-47,0 0 16,0 0-16,0 0 0,0 0 15,0 0-15,0 0 0,0 0 16,0 1 0,0-1-16,0 0 15</inkml:trace>
  <inkml:trace contextRef="#ctx0" brushRef="#br0" timeOffset="158990.84">26644 14036 0,'40'0'16,"-80"0"-16,80-40 0,-40 0 0,40 40 0,-80 0 47,0 0-32,0 80 16,0-40-31,40 0 0,-40 1 16,40-1-16,0 0 0,0 0 0,-41 0 0,41 0 16,0 0-16,0 0 15,0 0-15,0 1 0,0-1 0,41 0 16,-1 0 0,0 0-16,0 0 0,0-40 15,0 40-15,0-40 0,0 0 16,1 0-16,-1 0 0</inkml:trace>
  <inkml:trace contextRef="#ctx0" brushRef="#br0" timeOffset="159270.76">27286 14076 0,'0'0'15,"0"-40"-15,0 80 47,0 0-47,0 1 0,0-1 16,0 0-16,0 0 0,0 40 16,0-40-16,0 0 0,0 0 0,0 1 0,0-1 15,0 0 1,0 0-16,0 0 0,0 0 15,40-40-15</inkml:trace>
  <inkml:trace contextRef="#ctx0" brushRef="#br0" timeOffset="159770.73">27767 14197 0,'0'0'0,"41"0"16,-41-40-16,-41 40 15,1 0 17,-40 40-17,40-40-15,0 40 16,0-40-16,-81 80 15,81-80 1,0 40 31,40 0-16,0 0-15,40-40-16,0 0 15,0 40 1,1-40-16,-1 0 0,0 0 16,0 0-1,0 0-15,0 0 16,0 0 0,0 0-16,1 0 15,-41 41-15,40-41 16,0 0-16,-40 40 15,40-40-15,-40 40 0</inkml:trace>
  <inkml:trace contextRef="#ctx0" brushRef="#br0" timeOffset="160120.71">28249 13836 0,'0'0'15,"40"-40"-15,0 40 16,81 40-1,-1 120 1,-80-80-16,-40-40 16,40 1-16,-40-1 0,0 40 0,0-40 0,0 0 15,0 40-15,0-40 0,-40 1 16,40-1-16,-40 0 0,-80 80 31,79-80-31,41 0 0,0 0 0,-40-40 0</inkml:trace>
  <inkml:trace contextRef="#ctx0" brushRef="#br0" timeOffset="160750.74">29052 14277 0,'40'0'16,"-80"0"-16,80-40 0,0 40 16,40-40-1,-40 40 1,0 0 15,0 40-15,1-40-1,-41 80 1,-121 0 15,41 41-15,0-81 0,120-40 15,0 0-31,-40-40 0,241-41 15,-201 81-15,40-40 0,81-40 32,-121 80-32,40-80 15,-40 40-15,-40 0 0,0-1 16,0 1 0,-40 40-1,40-40-15,-40 40 16,0 0-1,0 80 1,40-39-16,-81 119 31,41-120-31,40 0 0,0 0 0,0 0 16,0 1-16,0 39 16,0-40-16,40-40 0,-40 40 31,40-40-31,41 40 0</inkml:trace>
  <inkml:trace contextRef="#ctx0" brushRef="#br0" timeOffset="161160.72">29974 14638 0,'41'-40'0,"-1"40"0,0-40 15,201 40 1,-121 40 15,-80-40-31,0 40 32,-120 40-17,40-40-15,-40 0 16,39-40-16,1 40 15,0-40 17,80 0-1,0 0-31,1 0 16,159-40-1,-39 0 1,39 0 15,-160 40-31</inkml:trace>
  <inkml:trace contextRef="#ctx0" brushRef="#br0" timeOffset="161530.7">31379 13956 0,'0'0'0,"-40"0"0,0 0 16,-1 0-16,1 0 15,0 80 1,-80 81 15,80-1-15,40 41 0,120-121 15,-80-40-31,81 0 15,-81-40-15</inkml:trace>
  <inkml:trace contextRef="#ctx0" brushRef="#br0" timeOffset="162020.6">31499 14357 0,'0'0'15,"40"-40"-15,41-40 16,-41 80-16,0 0 0,40-40 16,-40 40-16,0-40 15,0 40-15,1 0 0,-41-41 0,40 41 16,-40 41 31,0-1-47,0 0 15,0 0-15,0 0 0,0 0 0,0 0 16,-40-40-16,40 40 16,-41 0-16,1 1 0,0-41 0,40 40 15,-40-40-15,40 40 0,80-40 47,-40 0-31,1 0-16,-1 0 0,0 0 15,0 0-15,0 0 16,-40 40-16,0 0 31,0 0-31,-40 0 0,40 0 16,-40 0-16,0-40 16,0 40-16,-1-40 0,41 41 15,-40-41-15,0 0 16,0 0-16,0 0 0,0 0 0,0 40 15,0-40-15</inkml:trace>
  <inkml:trace contextRef="#ctx0" brushRef="#br0" timeOffset="162300.57">32141 14598 0,'0'0'0,"80"-40"16,1 40-1,-1-40 17,0 40-17,-40 0 1,41 0-1,39 0 17,-80 0-32,40-41 0</inkml:trace>
  <inkml:trace contextRef="#ctx0" brushRef="#br0" timeOffset="162570.57">33064 14157 0,'0'0'15,"-40"40"32,40 0-31,-40-40-16,40 40 0,-40 0 0,40 0 0,-40 0 15,40 0-15,-40 0 0,40 1 0,0-1 16,-41-40-16,41 40 0,0 0 16,-40 0-16,40 0 0,0 0 15,0 0 1</inkml:trace>
  <inkml:trace contextRef="#ctx0" brushRef="#br0" timeOffset="163000.54">33305 14317 0,'0'40'16,"-80"-40"-1,40 0 1,-1 0-16,-39 0 16,40 0-16,0 40 31,0 0-31,0 0 16,0-40-16,80 0 62,0 0-62,0 0 16,0 0-1,0 0-15,0 0 0,-40 41 16,40-41-16,1 40 16,-1 0-16,0-40 15,-40 40-15,0 0 16,40-40-16</inkml:trace>
  <inkml:trace contextRef="#ctx0" brushRef="#br0" timeOffset="163550.59">33064 15239 0,'40'0'31,"0"0"-16,1 0-15,-41-40 16,40 40 0,0 0-16,-40-40 0,40 40 15,0 0-15,-40-40 16,40 40-16,0 0 0,-40-40 0,40 40 16,-40-40-1,41 40-15,-41-40 0,40 40 0,-40-40 16,40 0-16,0-1 15,-40 1-15,40 40 16,-40-40-16,0 0 0,40 0 0,-40 0 16,0 0-16,0 0 15,40 0-15,-40 0 0,0-1 0,40 41 16,-40-40-16,0 0 16,0 0-16,0 0 0,0 0 31,0 0-16,0 0 1,0 0 0,0-1-16,0 1 15</inkml:trace>
  <inkml:trace contextRef="#ctx0" brushRef="#br0" timeOffset="170320.15">3772 11670 0,'-40'0'141,"0"0"-110,0 0-15,-1 0-16,1 0 0,0 0 15,0 0-15,0 0 0,0 0 16,0 0-16,-1 40 16,1-40-16,0 0 0,0 0 15,0 40-15,0-40 0,0 0 16,0 40-16,-1-40 0,1 0 0,40 40 16,-40-40-16,0 0 15,40 41-15,-40-41 0,0 0 16,40 40-16,-40-40 0,40 40 0,-40-40 0,-1 40 15,1 0-15,0-40 16,40 40-16,-40-40 0,40 40 0,-40-40 16,40 40-16,-40 0 15,0 1-15,40-1 16,0 0 0,0 0-16,-40-40 0,40 40 0,0 0 15,0 0 1,0 0-16,-41-40 0,41 40 0,0 0 15,0 1-15,0-1 0,0 0 0,0 0 16,0 0 0,0 0-16,0 0 0,0 0 0,0 0 15,0 1-15,0-1 16,0 0-16,0 0 0,0 0 16,0 0-16,0 0 15,0 0-15,0 0 0,0 0 16,0 1-16,0-1 0,0 0 0,0 0 15,41 0 1,-41 0-16,0 0 16,0 0-1,0 0-15,0 1 0,40-1 32,-40 0-32,40 0 15,-40 0-15,40 0 16,-40 0-16,40-40 15,-40 40-15,40 0 0,-40 0 16,40-40-16,-40 41 16,40-1-16,1 0 15,-41 0 1,40-40-16,-40 40 0,40-40 16,-40 40-16,40-40 15,-40 40-15,40-40 0,-40 40 0,40-40 16,-40 40-16,40-40 0,-40 41 0,40-1 15,1-40 1,-41 40-16,40-40 0,-40 40 16,40-40-16,0 40 15,0 0-15,0 0 16,0 0 0,0-40-16,1 40 0,-1-40 0,0 40 15,0-40 1,-40 41-16,40-41 0,0 0 0,-40 40 0,40-40 15,1 0-15,-41 40 0,40-40 0,0 40 16,0-40-16,0 40 16,0-40-16,0 0 0,0 0 0,1 0 15,-1 0-15,0 40 16,0-40-16,0 0 0,0 0 0,0 0 0,0 0 16,1 0-16,-1 0 15,0 0-15,0 0 0,0 0 0,0 40 16,0-40-16,0 0 0,1 0 0,-1 0 15,0 0-15,0 0 16,0 0-16,0 0 0,0 0 0,0 0 0,1 0 16,-1 40-16,0-40 0,0 0 15,0 0-15,0 0 0,0 0 0,0 0 0,1 0 16,-1 0-16,0 0 16,0-40-16,0 40 0,0 0 0,0 0 15,0 0-15,1-40 16,-1 40-16,0 0 0,0 0 15,0-40-15,0 40 0,0 0 16,0-40 0,1 40-16,-1 0 0,-40-40 15,40 40-15,0 0 0,0-40 16,0 40-16,0-40 0,0 40 0,1-41 16,-1 41-16,0 0 15,0-40-15,0 40 0,0-40 0,0 40 0,0 0 16,-40-40-16,41 40 0,-1-40 0,0 40 0,-40-40 15,40 40-15,0-40 0,0 0 16,0 40-16,-40-40 0,40 40 16,-40-40-16,41 40 15,-41-41-15,40 41 0,0-40 0,-40 0 16,40 40-16,-40-40 16,40 0-16,-40 0 15,40 0 1,-40 0-16,40 0 0,-40-1 15,0 1-15,40 40 0,-40-40 0,0 0 16,0 0-16,41 40 16,-41-40-16,0 0 0,0 0 15,40 40-15,-40-40 16,0 0-16,0-1 0,0 1 16,0 0-16,0 0 15,0 0-15,0 0 0,0 0 16,0 0-16,0 0 0,0-1 15,0 1 1,0 0-16,0 0 0,0 0 0,-40 0 16,40 0-1,0 0-15,0 0 16,-41 40-16,41-40 16,0-1-16,-40 41 0,40-40 0,0 0 15,-40 0-15,40 0 16,-40 0-16,40 0 0,-40 0 15,40 0-15,-40 40 0,40-41 16,-40 1 0,0 0-16,40 0 0,-41 40 15,41-40-15,-40 40 16,40-40-16,-40 40 0,40-40 0,-40 40 16,40-40-16,-40 40 15,0-40-15,0 0 16,0-1-16,-1 41 15,41-40-15,-40 0 16,0 40-16,40-40 0,-40 40 0,0-40 31,0 40-31,40-40 32,-40 40-32,0 0 15,40-40 1,-41 40-16,1 0 0,40-40 15,-40 40-15,0-40 0,0 40 16,0 0-16,40-41 16,-40 41-16,0 0 15,40-40-15,-41 40 16,1 0-16,40-40 16,-40 40-16,0 0 15,0-40-15,0 40 0,0 0 16,0 0-16,-1-40 15,1 40 1,0 0-16,0 0 16,0 0-1,0 0 17,0 0-32,0 0 15,-1 0 1,1 0-16,0 0 15,0 0-15,0 0 16,0 0-16,0 0 16,0 0-16,-1 0 0,1 0 15,0 0-15,0 0 16,0 0-16,40 40 0,-40-40 16,0 0-1,0 0-15,-1 0 16,1 0-16,0 0 15,0 0 1,0 0-16,0 0 16,0 0-1,0 0-15,-1 0 16,1 0-16,0 0 16,0 0-1,0 0 1,0 0-1,0 0 1,0-40 0,-1 40-16,1 0 31,40-40-31,-40 40 0,0 0 16,0 0-1,0 0 1,0 0 15,0 0 0,-1 0-31,1 0 16,40-40 0,-40 40-16,0 0 15,0 0 1,0 0-1,0 0 1,-1 0 15,41 40-15,0 0-16</inkml:trace>
  <inkml:trace contextRef="#ctx0" brushRef="#br0" timeOffset="171830.08">3050 12833 0,'0'-40'125,"40"40"-109,-40-40-1,40 40-15,0 0 0,-40-40 31,40 40-15,-40 40 0,40-40-16,-40 40 15,40 0 1,-40 0 0,40 0-16,-40 0 0,0 1 15,41-1-15,-41 0 0,0 0 0,0 0 16,0 0-1,0 0-15,0 0 0,0 0 16,0 0 0,0 1-16,0-1 15,0 0 1,0 0 0,-41-40-16,41 40 15,-40-40 1,40-40 46,0 0-46,40 0-16,-40 0 0,0-1 16,41 1-16,-41 0 0,40 0 0,-40 0 15,0 0-15,40 40 0,-40-40 0,40 0 16,-40 0-16,40 0 0,0-1 15,-40 1-15,40 0 0,-40 0 16,41 0-16,-41 0 16,40 0-16,-40 0 31,40 40-31,-40-40 0,0 80 109,-40 0-109,40 0 16,0 0 0,0 0-16,0 0 0,0 0 15,0 0-15,0 1 0,0-1 16,0 0-16,0 0 15,0 0-15,0 0 0,40 0 32,-40 0-32,40-40 0,0 40 15,0-40-15,0 0 16,-40 40-16,40-40 0</inkml:trace>
  <inkml:trace contextRef="#ctx0" brushRef="#br0" timeOffset="172600.05">4173 13234 0,'0'-40'78,"40"40"-46,-40-40-32,40 40 0,1 0 15,-1 0 16,-40 40-15,0 0 0,0 0-16,0 0 0,0 0 15,0 1-15,0-1 16,0 0-16,-40 0 0,40 0 0,0 0 16,0 0-1,0 0-15,-41-40 0,41 40 0,-40-40 0,0 41 16,80-41 46,-40-41-62,40 41 47,1 0-16,-1 0-31,0 0 0,0 0 0,0 0 16,0 0-16,0 0 0,0 0 16,1 41-16,-1-41 0,0 0 0,0 0 0,0 0 15,0 0-15,0 0 16,-40 40-16,40-40 0,1 0 0,-1 0 16,0 0-16,0 0 15</inkml:trace>
  <inkml:trace contextRef="#ctx0" brushRef="#br0" timeOffset="173130.01">4895 12713 0,'0'0'16,"-40"0"0,0 0 15,40 40 0,0 0-31,-40-40 16,40 40-1,0 0-15,0 0 0,0 0 16,0 1-16,0-1 16,0 0-16,0 0 0,0 0 15,0 0-15,0 0 16,0 0-16,0 0 0,0 0 16,40-40-16,-40 41 15,40-1-15,0-40 16,1 0-16</inkml:trace>
  <inkml:trace contextRef="#ctx0" brushRef="#br0" timeOffset="173879.94">5096 12793 0,'0'-40'16,"40"40"-16,-40-40 31,40 40-15,0 0-1,1 0-15,-1-40 32,0 40-32,0 0 0,0 0 15,0 0 16,-40 40-31,0 0 32,0 0-32,0 40 15,0-40-15,-40 0 16,40 1-16,-40-41 0,40 80 31,0-40-31,40-40 63,0 0-48,0 0 17,0 0-32,-40 40 15,41-40-15,-41 40 0,40-40 16,-40 40-16,0 0 15,0 0 17,-40-40-32,40 40 0,-41-40 15,41 41-15,-40-41 16,0 0-16,40 40 0,-40-40 16,0 0-1,0 0-15,0 40 16</inkml:trace>
  <inkml:trace contextRef="#ctx0" brushRef="#br0" timeOffset="174219.91">5858 13074 0,'41'0'94,"-1"0"-94,0 0 16,0 0-16,0 0 15,0 0-15,0 0 0,0 0 0,1-40 0,-1 40 16,0 0 0,0 0-16,0 0 0,-40-40 15</inkml:trace>
  <inkml:trace contextRef="#ctx0" brushRef="#br0" timeOffset="174549.9">6420 12633 0,'0'40'32,"0"0"-17,0 0 1,0 0-16,40-40 16,-40 40-16,0 0 0,40 0 0,-40 0 15,0 1-15,0-1 0,0 0 0,0 0 16,41-40-16,-41 40 15,0 0-15,0 0 0,0 0 0,40 0 16,-40 0 0,0 1-16,40-41 0,-40 40 15</inkml:trace>
  <inkml:trace contextRef="#ctx0" brushRef="#br0" timeOffset="175009.87">6982 12913 0,'0'0'16,"0"-40"-16,-40 40 46,40 40-46,-40-40 16,0 40 0,-1 1-16,41-1 15,-40-40-15,40 40 0,-40-40 16,40 40-16,-40-40 0,40 40 16,-40-40-16,0 0 15,40 40 1,40-40 15,0 0 0,0 0-15,0 0 0,0 0-16,-40 40 15,41-40-15,-41 40 0,40-40 0,0 40 16,0 0-1,0 1-15,0-41 0</inkml:trace>
  <inkml:trace contextRef="#ctx0" brushRef="#br0" timeOffset="175479.84">7183 13796 0,'40'0'47,"-40"-40"-31,0-1-1,0 1 1,40 40-16,-40-40 0,0 0 16,40 0-1,-40 0-15,0 0 0,0 0 0,0 0 16,40-1-16,-40 1 0,0 0 15,0 0-15,0 0 0,0 0 16,0 0-16,-40 0 0,40 0 16,-40 40-1,40-40-15,-40-1 0,0 1 16,40 0-16,-41 0 16,41 0-16,-40 40 0,40-40 0,0 0 15</inkml:trace>
  <inkml:trace contextRef="#ctx0" brushRef="#br0" timeOffset="176649.81">7544 13996 0,'0'-40'31,"-40"40"63,0 0-63,-1 0 1,1 0-17,0 0 1,0 0 0,0 0-1,0 0-15,0 0 16,80 0 15,0 0 0,0 0-31,0 0 0,0 0 16,0 0 0,1 0-16,-1 0 0,0 0 15,0 0-15,0 0 0,-40-40 0,80 40 16,-80-40-16,40 40 0,1 0 15,-1 0-15,0-40 0,0 40 0,0 0 16,-80 0 31,0 0-47,0 0 16,0 40-16,-1-40 15,1 0-15,40 40 0,-40-40 0,0 0 16,0 0-16,0 40 0,0-40 0,0 0 15,-1 40-15,1-40 16,0 0-16</inkml:trace>
  <inkml:trace contextRef="#ctx0" brushRef="#br0" timeOffset="177569.72">2006 13756 0,'0'0'0,"0"-41"16,0 1 15,40 40 78,41 0-93,-41 0-16,0 0 16,0-40-16,0 40 0,40 0 0,-39-40 0,39 40 15,0-40-15,-40 40 0,40 0 16,-39-40-16,39 40 0,-40-40 0</inkml:trace>
  <inkml:trace contextRef="#ctx0" brushRef="#br0" timeOffset="178409.67">4936 11149 0,'0'-40'0,"0"-1"16,40 41 0,-40-40-16,0 80 78,0 41-78,0-41 15,0 0-15,40 0 0,-40 0 16,40 0-16,-40 40 0,40-39 0,-40-1 0,40 40 16,-40-40-16</inkml:trace>
  <inkml:trace contextRef="#ctx0" brushRef="#br0" timeOffset="179289.61">5257 15039 0,'0'-40'16,"0"0"-1,0 80 64,0 40-64,0-40-15,0 0 0,40 0 0,-40 0 16,0 1-16,0-1 15,0 0-15,0 40 0,0-40 0,40 0 0,-40 0 0,0 0 16,0 0-16,0 1 16,0-1-16,-40 0 0,40 0 0,0 0 0</inkml:trace>
  <inkml:trace contextRef="#ctx0" brushRef="#br0" timeOffset="188799.06">4895 10066 0,'0'-40'313,"41"40"233,-1-40-530,0 40 0,0 0 62,0 0-47,-40 40-31,40-40 16,0 0 31,-40 40-16,0 0-16,0 0 1,0 0 0,-40-40-16,40 40 15,0 0-15,-40-40 16,40 40-16,-40-40 0,40 41 16,40-82 109,0 41-110,0 0-15,0 0 16,1 0-1,-1 0 1,0 0-16,0 0 16,-40 41-1,0-1 1,0 0 0,0 0-1,0 0 1,0 0-1,-40 0 1,40 0 0,-40-40-1,0 0-15,-1 0 0,1 0 16,40 40 0,-40-40-16,0 0 0,0 0 15,0 0-15,0 0 16,0 0-1,-1 0-15,1-40 0,0 40 0,0 0 16,0 0 0,0 0-16,0 0 0,0 0 0</inkml:trace>
  <inkml:trace contextRef="#ctx0" brushRef="#br0" timeOffset="190188.96">762 13475 0,'41'0'31,"-41"40"126,0 0-157,0 0 15,0 0 1,0 0-16,0 0 0,0 1 0,0-1 15,40 0-15,-40 0 0,0 0 16,0 0-16,0 0 0,40 0 0,-40 0 0,0 0 16,40-40-16,-40 41 0,40-1 15,-40 0-15,0 0 0,40-40 16</inkml:trace>
  <inkml:trace contextRef="#ctx0" brushRef="#br0" timeOffset="192098.95">4735 16683 0,'0'40'0,"-40"-40"15,0 0 1,80 0 93,-40-40-109,40 40 0,-40-40 16,40 0-1,0 40-15,0 0 0,-40-40 16,40 40-16,1 0 16,-1 0-16,0-40 0,0 40 15,0 0 1,0 0-16,0 0 16,-40 40-16,40-40 0,-40 40 0,41-40 15,-41 40-15,0 0 16,0 0-16,0 0 15,0 1 1,0-1-16,0 0 0,-41 0 16,41 0-16,-40 0 15,40 0-15,0 0 0,-40 0 16,0 0 0,40 1-16,-40-41 0,40 40 0,-40-40 0,40 40 15,-40-40-15,40 40 0,-40-40 0,40 40 16,-41-40-16,1 0 15,80 0 48,1 0-63,-1 0 16,0 0-16,0 0 15,0 0 1,0 0-16,0 0 0,0 0 0,1 0 15,-1 0-15,0 0 16,0 0-16,0 0 0,0 0 0,0 0 0,0 0 16,1 0-1,-1 0-15,0 0 16</inkml:trace>
  <inkml:trace contextRef="#ctx0" brushRef="#br0" timeOffset="193168.87">9028 13876 0,'41'0'0,"-1"0"16,0-40 0,0 40-1,-80 0 48,40 40-63,-40 0 15,40 0 1,-40-40-16,40 40 0,-41-40 16,41 40-16,-40 0 0,0-40 0,0 40 0,0 1 15,0-1-15,0-40 0,0 40 16,-1 0-16,1-40 0,40 40 0,-40-40 15,40 40-15,-40-40 0,0 40 16,40 0 15,40-40 1,0 0-17,0 0-15,0 0 16,1 0-1,-1 0-15,0 0 0,0 0 0,0 0 16,0 0-16,0 0 0,0 0 16,1 0-16,-1 0 0,0 0 0,0 0 15,0 0-15,0 0 16,0 0-16,0 0 0,1 0 0,-1 0 16,0 0-16,0 0 0,0 0 15,0 0-15,0 0 16,0 0-16,1 0 15,-1 0 1</inkml:trace>
  <inkml:trace contextRef="#ctx0" brushRef="#br0" timeOffset="193668.76">9149 14116 0,'0'0'0,"-40"0"16,40 41 124,0-1-140,0 0 16,0 0-16,0 0 0,0 0 0,0 0 0,0 0 16,0 0-16,0 1 0,0-1 0,0 0 15,0 0-15,0 0 0,0 0 16,0 0-16,0 40 0,0-40 0,0 1 0,0-1 15,0 0 1,0 0-16,0 0 0,-40-40 16</inkml:trace>
  <inkml:trace contextRef="#ctx0" brushRef="#br0" timeOffset="199928.47">12840 16563 0,'0'0'0,"0"-40"16,-40 40 46,0 0-62,0 0 32,0 0-17,0 0 17,0 0-17,0 0 1,-1 0-16,1 0 15,0 0-15,0 0 16,40 40-16,-40-40 47,40 40-31,0 0-1,-40-40 16,80 0 1,0-80-1,0 80-31,0 0 16,0 0-16,1 0 15,-1 0-15,0 0 0,0 0 16,0 0-16,0 0 0,0 0 0,0 0 0,1 0 15,-1 0-15,0 0 16,0 0-16,0 0 0,0 0 16,0 0-16,0 0 0,1 0 15,-1 0-15,0 0 0</inkml:trace>
  <inkml:trace contextRef="#ctx0" brushRef="#br0" timeOffset="200308.44">12560 17164 0,'0'0'0,"-41"0"0,-39 0 16,80-40-16,-40 40 31,80 0 16,0 0-47,41 40 0,-41-40 16,40 0-1,-40 41-15,0-41 0,0 0 0,0 0 0,1 0 16,-1 0-16,0 0 0,0 0 16,0 0-16,0 0 0,0 0 0,0 0 0,1 0 15,-1 0-15,0 0 16</inkml:trace>
  <inkml:trace contextRef="#ctx0" brushRef="#br0" timeOffset="200838.48">14084 16402 0,'0'-40'0,"40"0"31,-40 80 16,0 0-31,0 41-1,0-41-15,0 0 0,0 40 16,0-40-16,0 0 0,0 41 15,0-41-15,0 40 0,0 0 0,0-40 0,0 40 16,0-40-16,0 1 16,0-1-16,0 0 0,0 0 0,41 0 0,-41 0 15,0 0-15,0-80 32</inkml:trace>
  <inkml:trace contextRef="#ctx0" brushRef="#br0" timeOffset="201288.37">15288 16483 0,'0'-81'16,"-40"41"0,40 0-16,40 80 62,-40 0-46,40-40-16,-40 41 15,40-41-15,-40 40 0,0 0 0,41 0 16,-41 0-16,40 0 0,0 0 0,0 0 16,-40 0-1,40-40-15,-40 41 0,40-41 0,0 40 16,0-40-1,-40 40-15,41-40 0,-41 40 16,40-40-16</inkml:trace>
  <inkml:trace contextRef="#ctx0" brushRef="#br0" timeOffset="201668.43">15689 16362 0,'0'0'0,"0"-40"0,-40 40 15,0 0-15,40-40 32,-80 160-17,-40 1 1,-1 79 0,81-119-1,0-41-15,0 40 16,0-80-16,0 120 15,-1-40 1</inkml:trace>
  <inkml:trace contextRef="#ctx0" brushRef="#br0" timeOffset="202288.31">16572 16362 0,'40'-40'15,"-80"80"-15,80-40 94,-80 0-78,0 0-16,40 40 0,0 1 15,-40-41-15,0 40 16,0 0-16,0-40 0,40 40 16,-41-40-16,41 40 0,-40-40 15,40 40-15,0 0 16,0 0-16,0 0 15,0 1 1,40-1 0,1-40-1,-41 40-15,40-40 0,0 0 0,0 0 0,0 0 16,0 0-16,40 0 0,-39 0 0,-1 0 16,0 0-16,0 0 0,0 0 15,0 0-15,0 0 0,0 0 0,1 0 0,-1 0 16,0 0-1,0 0-15,0 0 0,0 0 16,-40 40-16</inkml:trace>
  <inkml:trace contextRef="#ctx0" brushRef="#br0" timeOffset="202648.37">16933 16402 0,'-40'41'78,"40"-1"-63,-40-40-15,40 80 16,-40-40-16,40 0 0,-40 0 0,40 0 0,-40 0 16,40 1-16,0-1 0,0 40 0,-40-40 15,40 0-15,-41 0 0,41 0 16,0 0-16,0 0 0,0 1 0,-40-1 0,40 0 15,0 0 1</inkml:trace>
  <inkml:trace contextRef="#ctx0" brushRef="#br0" timeOffset="203428.26">18538 16884 0,'0'0'0,"-40"0"0,0 0 16,80 0 171,0 0-171,1-40-16,-1 40 0,0-40 15,0 40 1,0 0-16,0 0 0,0 0 0,0 0 0,1 0 16,-1 0-16,0 0 0,0 0 0,0 0 15,0 0-15,0 0 0,0 0 16,1 40-16,-1-40 0,0 0 0,0 0 15,0 0 1,0 0-16,0 0 16,0 0-1</inkml:trace>
  <inkml:trace contextRef="#ctx0" brushRef="#br0" timeOffset="204718.22">19421 16402 0,'0'41'141,"0"-1"-126,0 0-15,0 0 16,0 0-16,0 0 0,0 0 0,0 0 0,0 0 16,0 1-16,0-1 15,0 0-15,0 0 0,0 0 0,0 0 16,0 0-16,0 0 0,0 0 16</inkml:trace>
  <inkml:trace contextRef="#ctx0" brushRef="#br0" timeOffset="205728.12">21147 16563 0,'0'0'0,"0"-40"32,40 40-17,0 0 17,-40-40-32,40 40 0,0 0 15,0 0 1,0 0-16,0 0 0,1 0 15,-1 0 1,0 0-16,0 0 0,0 0 16,-40 40-16,0 0 15,0 0-15,0 0 0,0 0 16,0 0-16,0 0 0,-40 1 0,40-1 0,0 0 16,-40-40-16,40 40 15,-40 0-15,40 0 0,-40-40 0,40 40 0,-41-40 16,41 40-16,-40-40 0,0 0 15,0 0-15,40 40 0,-40-40 0,0 0 32,80 0-17,-40-40 1,40 40-16,-40-40 16,40 40-16,0-40 31,0 40-31,1 0 15,-1 0-15,0 0 16,-40 40-16,40-40 0,0 40 0,0 0 16,-40 0-1,40-40-15,-40 41 0,40-41 0,-40 40 0,41 0 16,-41 0-16,40 0 0,-40 0 16,40-40-16,-40 40 0,40-40 15,-40 40-15</inkml:trace>
  <inkml:trace contextRef="#ctx0" brushRef="#br0" timeOffset="206088.09">22150 17004 0,'40'0'15,"0"0"1,0 0 0,0 0-16,41 80 15,-41-40-15,0 0 16,0 41-1,-40-1-15,80 80 16,-80-120-16,0 1 0,0-1 16,40 0-16,-40 0 0,40 0 15,41 0 1,-1-40 0</inkml:trace>
  <inkml:trace contextRef="#ctx0" brushRef="#br0" timeOffset="206368.15">22912 17285 0,'0'0'31,"0"-40"-31,-40 40 31,0 40-31,-40-40 16,80 40-16,-40-40 16,-1 40-16,1 0 0,0 0 15,0-40-15,40 40 0,-40-40 0,0 40 0,40 1 16,-40-1-16,40 0 16,-40 0-16,-1-40 0,1 40 0,40 0 0,-40 0 15,40 0-15,-40-40 0,40 40 16,-40 0-16</inkml:trace>
  <inkml:trace contextRef="#ctx0" brushRef="#br0" timeOffset="207588.01">19381 16804 0,'0'-41'31,"40"41"31,0 0-46,-40 41 140,0-1-140,40-40-16,1 0 15,-1 0 1,0 0-16,0 40 0,0-40 16,0 0-16,0 0 0,0 0 15,1 0-15,-1 0 0,0 0 0,0 40 16,0-40-16,0 0 0,0 0 16,0 0-1,-80 0 32,0 0-31,0 0-1</inkml:trace>
  <inkml:trace contextRef="#ctx0" brushRef="#br0" timeOffset="208858.01">23715 17606 0,'0'0'0,"-40"0"0,40-40 31,0-1 47,0 1-46,40 40-32,0-40 15,0 40 1,0 0-16,-40-40 0,40 40 0,0 0 0,0 0 15,1-40 1,-1 40-16,0 0 16,0 0-1,-40 40-15,40-40 16,-40 40-16,40-40 16,-40 40-1,0 0 1,0 1-16,0-1 15,0 0-15,0 0 16,0 0 0,-40-40-1,40 40-15,-40-40 0,0 0 16,0 0 0,80 0 46,0 0-46,0 40-1,0-40-15,0 40 0,0-40 16,1 0-16,-41 40 0,40-40 0,0 40 16,0 1-1,-40-1-15,0 0 0,0 0 16,0 0-1,-40-40-15,40 40 0,-40 0 16,0 0 0,40 0-16,-41-40 0,1 0 15,0 0-15,0 0 0,0 0 16,0 0 0,0-40-16,0 40 0,-1-40 0,1 0 15,0 0 1</inkml:trace>
  <inkml:trace contextRef="#ctx0" brushRef="#br0" timeOffset="211087.8">25280 17806 0,'0'0'0,"-41"0"16,1 0-16,0 0 31,80 0 31,0 0-30,41 0-17,-41 0-15,0 0 0,40 0 0,-40 0 16,1 0-16,39 40 0,-40-40 15,40 0-15,-40 0 0,41 0 0,-41 0 0,40 40 16,-40-40-16,0 0 16,0 40-16,0-40 0,1 0 0,-1 0 0,0 0 15,0 41-15,0-41 0,0 0 0,0 0 0,0 0 16</inkml:trace>
  <inkml:trace contextRef="#ctx0" brushRef="#br0" timeOffset="211387.79">26082 17525 0,'0'41'32,"0"-1"-32,0 0 15,0 0-15,0 0 0,0 0 16,0 0-16,0 0 16,0 0-16,0 0 0,0 1 0,0-1 15,0 0-15,0 0 0,0 0 16,0 0-16,0 0 0,0 0 15,40-40 1,-40 40-16</inkml:trace>
  <inkml:trace contextRef="#ctx0" brushRef="#br0" timeOffset="212177.81">27206 17405 0,'0'-40'16,"40"40"15,0 0-15,0-40-1,0 40-15,40-40 32,-39 40-32,-1 0 15,0 0-15,80 0 16,-80 0-16,0 40 16,1-40-16,-1 40 31,-40 0-31,0 0 15,-40-40-15,-41 80 16,81-39-16,-80-1 31,0-40-15,80 40 0,40-40-1,0 0 16,-40 40-15,80 0 0,-80 0-16,81 40 15,-81-40-15,40 0 32,-40 1-32,0-1 15,0 0-15,-40 0 16,-1-40-16,-79 40 31,80-40-31,-121 0 16,121 0-16,-40-40 15</inkml:trace>
  <inkml:trace contextRef="#ctx0" brushRef="#br0" timeOffset="212517.72">28209 17606 0,'0'0'15,"40"0"1,0 40 0,40 0-1,-40-40-15,1 40 0,-1-40 0,0 40 0,0 0 16,0 0-16,0-40 0,0 40 0,0 0 0,1 1 16,-1-1-16,0 0 15,40 0-15,-40-40 0,0 40 0,-40 0 0,41 0 16,-1-40-16,0 40 0,0-40 15,0 40-15,0-40 0</inkml:trace>
  <inkml:trace contextRef="#ctx0" brushRef="#br0" timeOffset="212797.77">29011 17405 0,'-40'40'15,"80"-80"-15,-80 120 0,-80 41 16,80-81-16,0 0 0,-41 40 31,-79 80-15,160-119-16,-80 39 15,39-40-15,41 0 16,-40-40 0,40 40-16,-40 0 0</inkml:trace>
  <inkml:trace contextRef="#ctx0" brushRef="#br0" timeOffset="213247.67">29413 17245 0,'0'40'62,"0"0"-62,0 0 0,0 0 0,0 0 16,0 0-16,0 0 15,-40 1-15,40-1 0,0 0 0,0 0 0,0 0 16,0 0-16,0 0 0,0 0 0,0 0 0,80 0 16,-80 1-16,0-1 15,80-40-15,-80 40 0,40 0 0,0-40 16,0 40-1</inkml:trace>
  <inkml:trace contextRef="#ctx0" brushRef="#br0" timeOffset="213657.72">30255 17806 0,'0'0'16,"-40"0"-1,40-40 16,40 40-15,41 0 0,39 0-1,81-40 17,-1 0-17,-39 40 1,-41 0 15</inkml:trace>
  <inkml:trace contextRef="#ctx0" brushRef="#br0" timeOffset="213967.66">30857 17405 0,'0'40'63,"0"0"-63,0 0 0,0 1 0,0-1 15,-40 0-15,40 0 16,0 0-16,0 0 0,0 0 0,0 0 0,0 0 16,0 0-16,0 1 0,-40-1 15,40 0-15,0 0 0,0 0 0,0 0 16,0 0-16</inkml:trace>
  <inkml:trace contextRef="#ctx0" brushRef="#br0" timeOffset="-214029.1">31740 17646 0,'0'-40'0,"40"40"16,-40-40-16,0-1 15,-40 41 17,0 0-1,0 0-31,40 41 0,0-1 15,-40-40 1,40 40-16,-41-40 0,41 40 0,-40 0 16,40 0-1,0 0 1,0 0 78,0 0-79,0 0-15,0 1 0,0-1 16,0 0-16,0 0 16,40-40 15,1 0-16,-1 0 1,0 0-16,0 0 31,0 0-31,0 0 16,0 0 0,-40-40 30,40 40-30,1 0 0,-41-40-16,0 0 15,40 40-15,-40-41 16,0 1 0,0 0-16,40 0 15,-40 0-15,0 0 16,0 0-16,0 0 0,0 0 0,0 0 15,0-1 1,0 1-16</inkml:trace>
  <inkml:trace contextRef="#ctx0" brushRef="#br0" timeOffset="-213719.12">32262 17646 0,'40'40'47,"0"0"-47,0 0 15,0 0 1,0-40-16,-40 40 0,40 0 0,0 0 0,1-40 16,-1 41-16,-40-1 0,40 0 15,0-40-15,0 40 0,0 0 0,0-40 16,-40 40-16,41-40 15,-41 40-15,40-40 16</inkml:trace>
  <inkml:trace contextRef="#ctx0" brushRef="#br0" timeOffset="-213469.15">32783 17566 0,'0'0'0,"-40"0"16,40 40-16,-40-40 15,40 40-15,-40-40 0,40 40 16,-40 0-16,0 0 0,40 0 0,-41 0 0,1 0 16,0-40-16,0 40 15,40 1-15,-40-1 0,0-40 0,40 40 0,0 0 16,-40-40-16,40 40 0,0 0 15,0 0 1</inkml:trace>
  <inkml:trace contextRef="#ctx0" brushRef="#br0" timeOffset="-212839.23">33024 17566 0,'0'0'0,"40"0"16,0 0-1,0 0 16,1 0-15,-1 0 0,0 0-16,0 40 15,0 0 1,0-40-16,0 80 16,-40-40-16,0 0 15,0 0 1,-40-40 15,40 40-31,-40-40 16,0 40-16,0 1 15,0-41-15,40 40 16,-40-40-16,-1 40 0,1-40 31,40 40-31,-40-40 16,80 0 31,0 0-47,1 0 15,-41-40-15,40 40 0,0 0 0,0 0 16,0 0-16,0 0 16,0 0-16,0 0 0,1 0 15,-1 40-15,0-40 16,0 0-16,0 0 0,0 0 15,0 40 1</inkml:trace>
  <inkml:trace contextRef="#ctx0" brushRef="#br0" timeOffset="-210269.34">9229 18167 0,'0'-40'47,"0"0"-47,40 40 16,0 0 171,0 0-171,1 0-16,-1-40 0,0 40 15,0 0-15,0 0 0,40 0 16,-40-40-16,41 0 0,-41 40 0,40 0 0,-40-41 16,40 41-16,-39 0 15,-1-40-15,0 40 0,0 0 0,0 0 0</inkml:trace>
  <inkml:trace contextRef="#ctx0" brushRef="#br0" timeOffset="-209909.42">9630 18528 0,'0'0'15,"-80"40"1,40-40 15,80 0-15,0 0-1,0-40 1,81 40 0,119 0-1,-39-40 1,40 0 0</inkml:trace>
  <inkml:trace contextRef="#ctx0" brushRef="#br0" timeOffset="-208169.46">11155 17686 0,'0'-40'47,"40"40"-15,-40-40-17,40 40-15,1 0 16,-1 0-1,0 0 1,-40-40-16,40 40 0,0 0 16,-40 40 46,-40-40-46,0 0-1,40 40-15,0 0 0,-40-40 0,40 40 16,-40 0 0,40 0-16,-41-40 0,41 40 15,-40 0-15,0-40 0,40 40 16,-40-40-16,40 41 0,-40-41 16,40 40-16,-40-40 0,80 0 109,0 0-93,0 0-1,0 0-15,0 0 0,1 0 0,-1 0 16,0 0-16,0 0 0,0 0 15,0 0-15,0 0 0,0 0 0,1 0 0,-1 0 16,0 0-16,0 0 16,0 0-16,-40 40 0,40-40 0,0 0 15</inkml:trace>
  <inkml:trace contextRef="#ctx0" brushRef="#br0" timeOffset="-207759.55">11436 17686 0,'-40'0'15,"80"0"-15,-80 40 79,40 0-79,40 0 31,-40 0-31,40 0 15,-40 0-15,0 1 16,40-1-16,-40 0 0,0 0 0,0 0 16,40-40-16,-40 40 0,0 0 0,0 0 0,41 0 15,-41 1-15,0-1 16,0 0-16,0 0 0,40 0 16,-40 0-1</inkml:trace>
  <inkml:trace contextRef="#ctx0" brushRef="#br0" timeOffset="-207329.52">12158 18167 0,'0'0'16,"40"0"-1,1 0 1,-1 0-1,0 0 1,40 0 0,40 0-1,121 0 17,-40 0-17,-81 0 1,-80 0-1,0 0 1</inkml:trace>
  <inkml:trace contextRef="#ctx0" brushRef="#br0" timeOffset="-206909.59">12840 17846 0,'-40'0'16,"80"0"31,1 0-16,-41 40 0,40-40-31,-40 40 0,40 1 16,-40-1-1,40 0-15,-40 0 0,0 0 16,40 0 0,-40 0-16,0 0 0,0 0 0,40 1 15,-40-1-15,0 0 0,0 0 0,0 0 16,0 0-16,0 0 16</inkml:trace>
  <inkml:trace contextRef="#ctx0" brushRef="#br0" timeOffset="-205649.6">14606 17566 0,'-40'0'16,"0"0"109,0 0-94,40 40-15,-41-40-16,41 40 0,-40-40 15,0 0-15,0 0 16,40 40-16,-40-40 0,0 0 31,40 40 0,-40-40-15,40 40-16,-40 0 16,40 0-1,-41 0-15,41 0 31,-40-40-31,40 41 16,0-1 0,-40-40-16,40 40 0,0 0 15,0 0-15,0 0 0,-40-40 16,40 40 0,0 0-16,0 0 31,40-40-16,-40 41 1,0-1-16,40-40 0,-40 40 16,40-40-16,-40 40 0,41-40 15,-41 40-15,40-40 16,0 0-16,0 0 31,0 0 0,0 0-31,0 0 32,0 0-32,1 0 15,-1 0 17,0 0-1,-40-40-16,0 0 17,0 0-32,0 0 31,-40 40-15,40-41-1,-40 41-15,-1 0 16,1 0-1,0 0-15,0 0 16,0 0-16,0 41 16,0-41-16,0 40 15,-1-40-15,1 40 0</inkml:trace>
  <inkml:trace contextRef="#ctx0" brushRef="#br0" timeOffset="-204819.73">13121 18287 0,'-40'0'31,"0"0"94,0 0-63,0 0-30,0 0-32,80 0 47,0 0-47,0 0 15,0 0-15,0 0 16,0 0-16,1 0 0,-1 0 15,0 0-15,0 0 16,0 0-16,0 0 0,0 0 0,0 0 16,1 0-16,-1 0 0</inkml:trace>
  <inkml:trace contextRef="#ctx0" brushRef="#br0" timeOffset="-203669.73">15328 18207 0,'40'0'32,"-40"40"30,41-40 48,-1 0-95,0 0-15,0 0 0,0 0 0,0 0 16,0 0-16,0 0 15,1 0-15,-1 0 0,0 0 0,0 0 16,0 0-16,0 0 0,0 0 0,0 0 0,1 0 16,-1 0-16,0 0 0,0 0 15,0 0-15,0 0 0,0 0 32</inkml:trace>
  <inkml:trace contextRef="#ctx0" brushRef="#br0" timeOffset="-203279.75">15850 18047 0,'-40'0'16,"80"0"15,-40 40-15,40-40-16,0 0 16,-40 40 15,0 0-31,0 0 0,0 0 15,0 0-15,0 1 16,0-1-16,0 0 0,0 0 16,0 0-16,0 0 15,0 0 1,0 0 0</inkml:trace>
  <inkml:trace contextRef="#ctx0" brushRef="#br0" timeOffset="-202369.83">16492 18007 0,'-40'-40'0,"0"40"0,40-41 16,0 1 15,40 40-31,0 0 0,-40-40 16,40 40-16,0 0 0,0-40 16,0 40-16,1 0 0,-1 0 15,0-40-15,0 40 16,0 0-16,0 0 0,0 0 15,0 0-15,1 0 0,-1 0 16,0 0-16,0 0 0,0 0 16,0 0-16,-40 40 31,0 0-15,0 0-1,0 0-15,-40-40 16,40 41-16,-40-41 15,40 40-15,-40-40 0,40 40 16,-40-40-16,0 40 0,-1-40 16,41 40-16,-40-40 15,0 0-15,0 0 32,80 0-1,-40 40-31,40-40 0,0 0 15,-40 40 1,41-40-16,-1 0 0,-40 40 0,40-40 16,0 0-16,0 0 15,-40 40 1,40-40-16,-40 41 31,0-1-31,0 0 16,-40-40-16,40 40 15,-40-40-15,40 40 0,-40-40 16,40 40-16,-40-40 0,0 0 16,-1 40-1,1-40-15,0 0 0,0 40 16,0-40-16,0 0 16,0 0-16,0 0 0,-1 0 0,1 40 15,0-40-15,0 0 16,0 0-16,0 0 0,0 0 0,0 40 15,-1-40-15</inkml:trace>
  <inkml:trace contextRef="#ctx0" brushRef="#br0" timeOffset="-200220">17736 18207 0,'-40'0'0,"40"-40"63,40 40 15,0-40-62,0 40-1,0 0 1,0 0-16,0 0 0,1-40 0,-1 40 16,0 0-1,0 0-15,0 0 0,0 0 0,0 0 0,1 0 16,-1 0-1,0 0-15,0 0 16</inkml:trace>
  <inkml:trace contextRef="#ctx0" brushRef="#br0" timeOffset="-199969.95">18017 18488 0,'-40'40'0,"80"-80"0,-161 80 16,81-40-1,40 40 1,0 0-16,161-40 31,-121 0-31,201 0 16,-161-40-16,-40 40 0,121-40 15,-121 40-15,40 0 16</inkml:trace>
  <inkml:trace contextRef="#ctx0" brushRef="#br0" timeOffset="-197460.18">19421 17926 0,'0'-40'0,"0"0"31,40 40-31,-40-40 31,40 40-31,1 0 16,-1 0 0,-40 40 30,0 0-14,0 0-17,0 1 1,0-1-16,0 0 0,-40 0 16,40 0-16,0 0 0,0 0 15,0 0-15,0 41 0,0-41 0,0 0 0,0 0 16,0 0-1,0 0-15,40-40 0,-40 40 0,40-40 0,0 0 16,0 0-16,0 0 16</inkml:trace>
  <inkml:trace contextRef="#ctx0" brushRef="#br0" timeOffset="-196680.22">19983 17967 0,'-40'-41'0,"80"41"47,0-40-31,0 40-16,0 0 15,0 0-15,1 0 16,-1-40-16,0 40 0,0 0 16,0 0-16,0 0 0,0 0 15,0 0-15,1 0 16,-1 40 0,-40 0-1,0 1 1,-40-1-1,-1 0-15,1-40 16,40 40-16,-40-40 0,0 0 0,40 40 0,-40-40 16,40 40-16,-40-40 15,0 0-15,40 40 0,-40-40 16,80 0 31,0 0-32,0 0 1,-40 40-16,40-40 16,-40 40-16,40-40 0,-40 41 0,40-41 15,-40 40-15,40-40 0,-40 40 16,41 0-16,-41 0 16,0 0-1,-41-40-15,1 0 16,-40 0-1,40 0-15,0 0 0,0 0 16,0 0-16,-1 0 0,1 0 0,0 0 0,0 0 16,0 0-16,0 0 15,0 0-15,0 0 0,-1 0 0,1 40 0</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8-22T04:37:49.949"/>
    </inkml:context>
    <inkml:brush xml:id="br0">
      <inkml:brushProperty name="width" value="0.05292" units="cm"/>
      <inkml:brushProperty name="height" value="0.05292" units="cm"/>
      <inkml:brushProperty name="color" value="#FF0000"/>
    </inkml:brush>
  </inkml:definitions>
  <inkml:trace contextRef="#ctx0" brushRef="#br0">1685 2366 0,'0'0'0,"-40"0"0,40-40 31,-40 40 1,80 0 108,0 0-124,0 0 0,-40-41-16,41 41 15,-1 0-15,-40-40 0,40 40 16,0 0-1,0 0 1,0 0-16,-40 40 0,40-40 0,-40 41 16,40-41-16,1 40 15,-1 0-15,-40 0 0,0 0 0,40-40 16,-40 40-16,0 0 16,0 0-16,0 40 0,0-39 0,-40-1 0,40 0 15,-40 0-15,40 0 0,-41 0 16,-39 0-16,40 0 0,0 0 15,0 1-15,0-41 0,0 0 0,-1 40 0,1-40 16,0 0 0,40 40-16,-40-40 0,80 0 31,-40-40-31,40 0 0,0-1 16,1 41-16,-1-40 15,0 0-15,0 40 0,0-40 0,0 0 0,0 0 0,0 40 16,41-40-16,-41 0 15,0 0-15,40 40 0,-40-41 0,41 1 0,-41 0 16,40 0-16,-40 0 0,0 0 0,0 40 0,41-40 16,-81 0-16,40 40 0,0-40 15,0 0-15,0-1 0,-40 1 16,40 40-16,-40-40 16,0 0-1,-40 40 1,0 40-1,0 0-15,0-40 0,40 40 0,-40 1 16,-1-1-16,1 0 16,40 0-16,-40-40 0,40 40 0,-40 0 0,40 0 15,-40 0-15,40 0 16,0 0-16,0 1 0,0-1 16,0 0-16,40 0 15,-40 0-15,40 0 0,-40 0 0,40 0 0,0 0 16,1 1-16,-1-1 15,0 0-15</inkml:trace>
  <inkml:trace contextRef="#ctx0" brushRef="#br0" timeOffset="579.97">3250 3007 0,'0'-80'16,"40"40"-1,0 40 1,1 0 0,39-40-1,-40 40-15,80 0 31,-79 0-31,-1 0 0,0 0 16,-40 40-16,40 40 16,-40-40-16,0 0 15,0 41-15,0-41 0,-80 120 32,40-120-32,-1 40 15,1-80-15,0 41 16,80-41 15,0 0-15,1 0-16,39 0 15,-80 40 1,40-40-16,0 40 0,0-40 0,0 40 16,-40 0-1,0 0-15,0 0 0,-40 0 16,0 0-1,40 1-15,-40-41 0,0 40 0,0-40 16,0 40-16,-1-40 0,41 40 0,-40-40 0,0 40 16,0-40-16,0 0 0,0 0 15,0 0-15,-1 0 0,1 0 0,0 0 16,0 0 0</inkml:trace>
  <inkml:trace contextRef="#ctx0" brushRef="#br0" timeOffset="950.01">4534 2085 0,'0'0'16,"-40"0"-16,0 0 16,0 0-1,0 80 1,0 0 0,40-40-16,0 121 15,-40-121-15,40 0 0,0 80 16,0-80-16,40 121 15,40-81-15,-80-40 0,40 0 16,80 161 0,-79-161-1,-1-40-15</inkml:trace>
  <inkml:trace contextRef="#ctx0" brushRef="#br0" timeOffset="1459.94">4895 2686 0,'0'0'15,"-40"-40"-15,40 0 0,0 0 0,0 0 16,81 0 0,-41 0-16,40 40 15,-40 0 1,0 40-16,0 0 15,0-40-15,1 160 16,-1-119-16,-40-1 0,0 80 16,0-80-16,-40 121 31,40-121-31,0 0 0,0-80 31,0 0-31,80-121 31,-80 121-31,120-161 16,-80 161-16,0 0 0,81-40 16,-121 40-16,160 0 15,-160 0-15,40 40 0,1 0 16,-1 0 0,0 40-1,-40 0-15,0 80 16,0-80-16,0 0 0,0 1 15,-40-1-15,40 40 0,0 40 16,0-80-16,0 0 16,0 81-16,40-1 31,-40-80-31</inkml:trace>
  <inkml:trace contextRef="#ctx0" brushRef="#br0" timeOffset="1749.97">6701 2366 0,'0'-40'16,"0"80"-16,40-80 31,0 120-16,41 40 1,-41-80-16,0 121 16,-40-121-16,40 40 0,-40 120 31,-120 41-31,-41 80 31,81-241-31,80-40 0,-80 0 16</inkml:trace>
  <inkml:trace contextRef="#ctx0" brushRef="#br0" timeOffset="2009.95">8025 2646 0,'0'0'16,"40"0"-1,1 0 1,-1 0 15,0 0-31,120 0 16,-120 0-16,1 0 0,79 0 15</inkml:trace>
  <inkml:trace contextRef="#ctx0" brushRef="#br0" timeOffset="2249.93">8186 3408 0,'-80'40'15,"160"-80"-15,-120 80 16,80-40-16,80-40 16,-40 40-16,81-40 31,-121 40-31,0 0 0,81 0 16,-81-40-16,120 40 15,-120-40-15,0 40 0,1-40 16</inkml:trace>
  <inkml:trace contextRef="#ctx0" brushRef="#br0" timeOffset="2819.83">10834 1323 0,'-40'-80'16,"80"160"-16,-120-160 0,-81 40 15,121 40-15,0 0 0,-80 80 16,-81 80 15,121 41-15,40-161-16,40 160 15,0-160-15,80 1 0,-80-1 16,40 40-16,-40-40 0,40 0 0,-40 0 0,40 40 16,-40-39-16,0-1 0,-40 240 31,40-199-31,-120 79 16,80-120-16,0-40 0,40 40 15,-41-40-15,1 0 16,0 0-1,40-40-15,0 0 16,0 0-16,0 0 16,80 40-16,-80-40 0,41 40 31,-1 0-31,-40 40 16,40-40-16,80 120 15,-120-80-15,40 40 0,0-39 16,1 39-16,-1-40 15,0 40-15,80 161 16,-80-201-16,0 40 0,-40-40 0,41 0 0,-1 0 16,0 0-16,161 121 15,-161-161-15,0 40 0,40-40 16,-40 0-16</inkml:trace>
  <inkml:trace contextRef="#ctx0" brushRef="#br0" timeOffset="8239.51">11797 2446 0,'0'-40'15,"40"40"-15,-40-40 0,0 0 16,0-1 15,0 82 78,0-1-109,0 0 16,-40-40 0,40 40-16,0 0 0,-40 0 0,40 0 0,0 0 15,0 40-15,0-39 16,0-1-16,0 0 0,0 0 0,0 0 0,0 0 0,0 0 16,0 0-16,0 0 15,0 1-15,0-1 0,0 0 0,0 0 16</inkml:trace>
  <inkml:trace contextRef="#ctx0" brushRef="#br0" timeOffset="9019.52">12840 2446 0,'0'0'0,"0"-40"16,0 0-1,-40 40 16,0 0-15,40 40 15,-40 0-31,40 0 0,0 0 16,0 0 0,0 0-16,0 0 0,0 0 0,0 1 15,0-1-15,40-40 0,-40 40 16,0 0-16,40-40 0,0 0 31,-40-40-15,41 40-16,-41-40 0,40 40 0,-40-81 15,40 41-15,-40 0 16,40 0-16,0 0 0,-40 0 16,40 40-16,-40-40 15,40 40-15,-40-40 0,-40 40 78,40 40-78,0 0 32,0 0-32,0 0 0,0 0 15,0 0-15,0 0 16,0 1-16,0-1 0,0 0 0,0 0 15,0 0-15,0 0 0,0 0 0,0 0 0,0 0 16,0 1-16,0-1 0,0 0 16,0 0-16,0 0 0,0 0 0,0 0 15,0 0-15,0 0 16,0 0-16,-40 1 0,0-41 16,40 40-16,-40-40 15,0 40-15,0-40 0,40 40 0,-41-40 0,1 0 16,0 40-16,0-40 0,0 0 0,0 0 15,0 0-15,0 0 16,-1 0-16,41-40 0</inkml:trace>
  <inkml:trace contextRef="#ctx0" brushRef="#br0" timeOffset="9349.51">13683 3408 0,'40'0'0,"-80"0"0,80 81 16,-40-41-1,0 0 1,0 0-16,-80 80 16,40-40-1,-121 41 1,81-81 0,40-40-16</inkml:trace>
  <inkml:trace contextRef="#ctx0" brushRef="#br0" timeOffset="9759.49">14927 2366 0,'40'0'31,"-40"-40"-31,-40 40 47,40 40-47,0 0 0,0 0 15,0 0-15,0 0 16,0 0-16,0 0 0,-40 0 0,40 0 0,0 1 16,0-1-16,0 0 15,0 0-15,0 0 0,0 0 0,0 40 0,0-40 16,0 1-16,0-1 0,40 40 0,-40-40 15</inkml:trace>
  <inkml:trace contextRef="#ctx0" brushRef="#br0" timeOffset="10259.42">15609 2486 0,'40'0'15,"0"-40"1,1 40-16,-1 0 31,0 0-31,0 0 0,0-40 16,0 40-16,0 0 0,0 0 15,1 0-15,-41-40 0,40 40 0,0 0 0,0 0 16,0 0 0,-40 40 15,-40-40-31,40 40 15,-40-40-15,40 40 0,0 0 16,-40 0-16,0-40 16,40 40-16,0 0 0,-41 0 0,41 1 0,-40-1 15,0 0-15,40 0 16,0 40-16,-40-40 0,40 0 0,-40 0 0,40 1 16,0-1-16,0 0 15,-40 0-15,40 0 0,0 0 0,0 0 0,0 0 16,0 0-16,0 0 0,0 1 15</inkml:trace>
  <inkml:trace contextRef="#ctx0" brushRef="#br0" timeOffset="10539.37">15689 3088 0,'0'0'15,"41"0"-15,-1-41 16,0 41-16,0-40 16,0 40-1,0 0 1,0 0-16,161 0 31,-161 0-31</inkml:trace>
  <inkml:trace contextRef="#ctx0" brushRef="#br0" timeOffset="10719.38">16652 3208 0,'0'40'15,"0"-80"-15,0 240 32,0-160-32,0 121 15,-120 39 1,-81-79 0</inkml:trace>
  <inkml:trace contextRef="#ctx0" brushRef="#br0" timeOffset="14919.15">17575 2486 0,'0'-40'31,"0"80"47,0 0-62,0 0 0,-40 0-16,40 0 0,0 0 0,0 1 15,-40-1-15,40 0 16,0 0-16,0 40 0,0-40 0,0 0 0,0 0 15,0 1-15,0-1 0,0 0 0,0 0 16,0 0-16,0 0 16,40 0-16,0-40 0</inkml:trace>
  <inkml:trace contextRef="#ctx0" brushRef="#br0" timeOffset="15219.19">18258 2566 0,'0'40'16,"0"0"-1,0 0-15,-41 41 32,41-41-32,0 0 0,-40 0 0,40 0 0,0 0 15,0 0-15,0 41 16,0-41-16,0 0 0,0 0 0,0 0 0,0 120 31</inkml:trace>
  <inkml:trace contextRef="#ctx0" brushRef="#br0" timeOffset="15499.11">18739 3649 0,'40'0'16,"-40"40"-16,0 0 31,-40 0-15,0 0-16,40 1 0,-40-41 16,0 40-16,0 0 0,-1-40 15,1 40-15,40 0 0,-40-40 0,0 40 0,0-40 16,40 40-16,-40-40 0</inkml:trace>
  <inkml:trace contextRef="#ctx0" brushRef="#br0" timeOffset="15859.06">19943 2566 0,'0'-40'16,"40"80"15,-40 0-31,0 40 16,0-39-16,0-1 15,0 0-15,0 0 0,0 0 0,-40 0 16,40 0-16,0 0 0,-40 41 16,40-41-16,0 0 0,-40 0 0,40 0 0,0 0 15,0 0-15,0 0 16,0 0-16</inkml:trace>
  <inkml:trace contextRef="#ctx0" brushRef="#br0" timeOffset="16479.06">20505 2727 0,'0'0'0,"0"-41"0,40 1 16,0 0 0,40 0-1,81 40 1,-81 0-1,-40 0-15,40 0 32,-40 0-32,-40 40 15,-80 121 1,-80-41 15,39-40-15,41 0-1,120-80 32,0 0-47,0 0 16,0 41-16,1-41 0,-1 40 16,0 0-16,0 0 15,0 0 1,-40 0-16,0 0 0,40-40 0,-40 40 15,0 0-15,0 0 0,0 1 16,-40-41-16,40 40 16,-80-40-16,40 0 0,0 40 0,-1-40 0,1 0 15,0 40-15,0-40 0,0 0 16,-40 0-16,40 0 0,-1 0 0,1 0 0,0 0 16,0 0-16,0 0 15,40-40-15</inkml:trace>
  <inkml:trace contextRef="#ctx0" brushRef="#br0" timeOffset="17238.97">21909 2045 0,'0'0'15,"80"-40"-15,81 0 16,-41 40 15,-80 0-31,41 40 31,-41 0-15,-40 0-16,0 40 16,0 0-16,0-40 15,0 1 1,-40 39-16,-1 40 15,41-80-15,-40 121 32,40-121-32,0 0 0,0 0 0,40-40 31,81 0-15,-81 0-1,40 0 1,-40-80-1,-40 40 1,40 40 0,-80 40-1,0 0 1,0 80 0,40-80-16,-40 121 15,40-121-15,0 0 0,-40 40 16,40-40-16,0 0 15,-40 81-15,40-41 0,0-40 16,-81 80 0,-39 81-1,-81-81 1,1-40 15,79-40-31</inkml:trace>
  <inkml:trace contextRef="#ctx0" brushRef="#br0" timeOffset="55876.28">4213 14477 0,'-40'-40'0,"-40"0"0,40 40 16,0-40-16,-41-40 0</inkml:trace>
  <inkml:trace contextRef="#ctx0" brushRef="#br0" timeOffset="58056.15">10714 5654 0,'0'0'0,"0"-40"0,0 0 32,-40 40-32,40-40 0,0 0 46,0 80-46,40-40 16,-80 0-16,-1 0 31,1 0-15,40 40-16,-80-40 0,80 40 0,-40-40 0,0 40 16,0 0-16,0-40 15,40 40-15,-41 1 0,1-1 0,0 0 0,0 0 16,0 0-16,40 0 15,0 0-15,-40 0 0,40 0 0,-40 1 0,40-1 16,0 0-16,0 0 16,0 0-16,0 0 0,40-40 0,-40 40 15,40 0-15,-40 0 0,40-40 0,0 40 0,0 1 16,-40-1-16,40 0 0,1 0 16,-41 0-16,0 0 0,0 0 0,0 0 0,0 0 15,0 1-15,-41-1 16,41 40-16,-40-40 0,40 0 0,-40 0 0,40 0 15,-40-40-15,40 40 0,-40-40 16,40 40-16,-40-40 0,0 0 0,0 41 16,-1-41-16,41-81 31,0 41-31,81 0 16,-81 0-16,0 0 15,40 40-15,-40-40 0,40 40 0,-40 40 31,0 40-31,40-40 16,-40 0-16,0 0 0,0 41 16,40-1-16,-40 0 0,0-40 0,40 0 0,-40 41 15,0-1-15,0-40 0,40 0 0,-40 40 0,41-40 16,-1 0 0,-40 0-16,40-40 0,-40 41 0,40-41 0,0 40 15,0-40-15,0 0 16,0 0-16,-40 40 0,41-40 15,-1 0 1,0 0-16,0 0 16,0 0-16,-40-40 0,40 40 0</inkml:trace>
  <inkml:trace contextRef="#ctx0" brushRef="#br0" timeOffset="58476.16">11918 6376 0,'80'0'15,"-160"0"-15,200-40 0,81 0 16,-121 0-16,201 40 16,-241 0-16,120 80 31,-120 80-15,-80-39-1,40-81-15,-120 80 0,80-40 0,-121 81 31,121-81-15,80-80 0,41-40-1,240 0 17,-121 0-32</inkml:trace>
  <inkml:trace contextRef="#ctx0" brushRef="#br0" timeOffset="58676.18">13683 7138 0,'0'0'15,"80"0"1,1 40 15,-41 81-15,-161-1-1,-79 40 17,160-120-32,-81 1 0</inkml:trace>
  <inkml:trace contextRef="#ctx0" brushRef="#br0" timeOffset="59176.09">15168 6296 0,'0'40'31,"40"0"-15,-40 0-16,0 0 15,0 0 1,0 1-16,0-1 0,0 0 15,40-40-15,-40 40 16,40-40-16,-40 40 0,40-40 0,0 0 16,1 0-16,-1 0 15,0 0-15,0 0 16,0 0-16,0 0 0,0 0 0,0 0 16,1 40-16,-1-40 15,0 0-15,-40 120 0,40-79 0,-40-1 0,40 0 16,-40 0-16,0 0 0,0 0 15,0 0-15,0 40 0,-40-80 0,40 40 0,-80 1 16,40-1-16,-1 0 16,1-40-16,0 40 0,-40-40 0,0 0 0,40 0 15,-41 0-15</inkml:trace>
  <inkml:trace contextRef="#ctx0" brushRef="#br0" timeOffset="59376.11">15128 6496 0,'40'-40'0,"-80"80"0,80-120 0,0 80 0,120-80 16,202 0 15,-82 40-15,-79 0-1,-161 40-15</inkml:trace>
  <inkml:trace contextRef="#ctx0" brushRef="#br0" timeOffset="59636.07">16853 7419 0,'80'120'16,"-160"-240"-16,160 401 31,-80-241-31,-80 40 16,80-40-16,-80 0 15,40 0-15,-201 0 16,121-40-16</inkml:trace>
  <inkml:trace contextRef="#ctx0" brushRef="#br0" timeOffset="59946.11">17736 6496 0,'0'0'15,"40"0"-15,0 0 16,-40 41 15,0-1-31,0 160 31,40 121-15,81 0 0,-121-201-1,40-80-15,40 41 0</inkml:trace>
  <inkml:trace contextRef="#ctx0" brushRef="#br0" timeOffset="60186.02">18739 6737 0,'0'-40'16,"0"80"-16,40-80 0,0 80 15,-40 0-15,40 121 31,-40-121-31,0 200 16,0-200-16,0 1 0,-40 119 16,40-80-16</inkml:trace>
  <inkml:trace contextRef="#ctx0" brushRef="#br0" timeOffset="60406.08">19501 7860 0,'41'0'15,"-82"0"-15,162 0 16,-81 0-16,-40 40 0,0 0 31,-40 81-15,-40-81-16,-81 40 15,121-40-15,0-40 0,-40 80 32,39-80-32</inkml:trace>
  <inkml:trace contextRef="#ctx0" brushRef="#br0" timeOffset="60736.01">20264 6938 0,'0'-40'0,"0"80"0,80-161 31,-40 121-31,-40 40 16,40-40-16,0 201 16,-40-161-16,0 0 0,0 121 15,41-121-15,-41 80 16,0-80-16,40 161 16,0-121-1</inkml:trace>
  <inkml:trace contextRef="#ctx0" brushRef="#br0" timeOffset="61235.98">21227 6978 0,'0'0'0,"0"-40"0,0 0 16,0-1-16,80-39 16,0 40-1,-40 40-15,41-40 16,-41 40 0,0 0-16,40 80 31,-40-40-31,-40 121 15,0-121-15,-40 0 16,0 40-16,40-40 0,-201 81 16,161-81-16,0-40 15,40 40 1,161 0 15,79 0-15,-39 80-1,-161 1 17,-80-81-32,0 0 0,-241 40 15,161-40-15,39-40 0,41 40 16,-241 0 0</inkml:trace>
  <inkml:trace contextRef="#ctx0" brushRef="#br0" timeOffset="61435.96">22391 7780 0,'0'40'16,"0"-80"-16,40 120 15,0-120-15,-80 120 0,80-40 16,-40 0-16,0 81 15,0-81-15,-40 0 0,-41 0 16,-39 80 0,40-80-1</inkml:trace>
  <inkml:trace contextRef="#ctx0" brushRef="#br0" timeOffset="61726">23474 6777 0,'0'0'31,"0"40"-31,0 41 16,-40 79 0,40-80-16,0 161 15,0-201-15,0 40 0,0 81 32,0-121-32,0 0 0</inkml:trace>
  <inkml:trace contextRef="#ctx0" brushRef="#br0" timeOffset="62125.98">23915 7018 0,'121'-80'16,"-242"160"-16,282-160 0,39 40 15,-159 40-15,-1-41 0,40 41 32,-40 0-32,80-40 15,-79 0-15,-1 40 0,40 0 16,-40 0-16,80 0 16,-79 0-16,-41-40 31,-41 80-16,1-40-15,-40 201 16,80-161-16,0 40 0,-80 80 16,80-119-16,-80 159 31,80-160-31,0 0 0,-41 81 16,41-1-1,0-80 1</inkml:trace>
  <inkml:trace contextRef="#ctx0" brushRef="#br0" timeOffset="62315.9">24156 7780 0,'-40'-40'16,"120"40"-16,-40-40 0,0 40 15,1 0-15,39 0 16,-40 0-16,161-40 16,-161 40-16,0 0 0,0 0 0,0 0 0,0 0 15,40 0-15,-39 0 0,-1-41 16,0 41-16</inkml:trace>
  <inkml:trace contextRef="#ctx0" brushRef="#br0" timeOffset="62535.88">25360 8061 0,'0'40'16,"0"-80"-16,0 120 0,0 40 16,0-80-16,-40 81 31,0-121-31,-41 40 0,41 0 0,-120-40 31,120 40-31</inkml:trace>
  <inkml:trace contextRef="#ctx0" brushRef="#br0" timeOffset="63135.86">26845 6978 0,'40'0'31,"-40"40"0,-40-40-31,-1 120 16,1-80-16,0 201 31,40-201-31,0 40 0,0 121 16,0-161-16,0 80 15,0-80-15,40 121 16,-40-121-16</inkml:trace>
  <inkml:trace contextRef="#ctx0" brushRef="#br0" timeOffset="63495.82">27286 7379 0,'0'0'0,"40"-40"0,80-41 31,-79 41-31,-1 40 0,80 0 16,-80 0-16,40 40 15,-39-40-15,-41 161 16,0-121-16,0 0 0,-81 80 31,81-79-31,-160 119 16,120-120-16,0 0 15,80-40 17,0 0-32,40 0 0,-40 0 15,0 0-15,0 0 0,41 0 0,-1 0 0,-40 0 16,40 0-16,1 40 16,-41-40-16,40 0 0,0 0 0,-40 0 0,41 0 15,-41 0-15,40 0 0,-40 0 16,0 0-16,0 0 0</inkml:trace>
  <inkml:trace contextRef="#ctx0" brushRef="#br0" timeOffset="64105.81">29132 6657 0,'0'0'0,"40"0"32,80-40-17,-120 80-15,121 0 16,-81-40-16,-40 40 15,40 0 1,-120 121 0,80-121-16,-81 200 15,81-159-15,0-41 0,0 0 16,0 0-16,0 0 0,0 0 0,0 0 0,0 0 16,41-40-16,-41 40 15,80 1 1,0-41-1,-80-41-15,80-39 16,-40 80-16,-40-40 0,41 0 16,-41 0-16,0 80 15,0 0 17,0 0-17,-41-40-15,41 40 0,0 0 16,0 1-16,0-1 0,-40 0 0,40 0 0,0 0 15,0 0-15,0 40 16,-40-80-16,40 80 0,-40-39 0,40 39 0,-40-40 16,0 40-16,40-40 0,-40 0 0,0 41 0,-1-41 15,-39 0-15,40 0 0,0 0 16,0 40-16,0-80 0,0 40 0,-41 0 0,41 0 16,-40 1-16,40-41 15,-41 40-15,1-40 0,0 0 0</inkml:trace>
  <inkml:trace contextRef="#ctx0" brushRef="#br0" timeOffset="67425.6">1846 6817 0,'-40'0'0,"0"0"32,-1 0-32,1 0 187,0 0-156,40-40 47,0 0-62,0 0-16,80 40 0,-80-40 16,41 40-16,-1-40 0,0 40 0,-40-40 0,40 40 15,0-40-15,0 40 16,0-41-16,0 41 0,1-40 0,-1 40 0,0 0 16,0-40-16,0 40 15,0 0-15,0 0 0,0 0 16,1 40-1,-1 0-15,-40 1 0,40-41 16,-40 40-16,40 0 0,-40 0 0,40 0 16,-40 0-16,0 40 0,0-40 15,40 1-15,-40 39 0,0-40 0,0 40 0,0 0 16,0-40-16,0 41 16,-80-41-16,80 40 0,0-40 0,-40 0 0,40 0 15,0 0-15,0 0 0,-40-40 16,40 41-16,-40-41 0,40-41 47,40 41-47,-40-80 0,40 40 15,-40 0-15,40 0 16,-40 0-16,0 0 0,40 0 0,-40-1 0,0 1 16,40 0-16,-40 0 15,40 0-15,-40-40 0,40 40 0,1 0 0,-41 0 16,40-1-16,-40 1 0,40 0 15,0 0-15,0 40 0,-40-40 0,40 0 16,0 0-16,-40 0 63,-40 40-32,0 0-31,0 0 31,40 40-31,-40-40 0,0 40 16,40 0-16,0 0 15,-40-40 1,40 40-16,0 0 0,0 0 0,-41 1 0,41-1 16,0 0-16,0 0 15,0 40-15,0-40 0,0 0 0,0 0 0,0 41 0,0-41 16,0 0-16,41 0 15,-41 0-15,0 0 0,40 0 0,-40 0 0,40-40 16,0 40-16,0-40 0,0 41 0,0-41 0,0 0 16,1 0-16,-1 0 0,40 0 15,-40 0-15</inkml:trace>
  <inkml:trace contextRef="#ctx0" brushRef="#br0" timeOffset="67955.56">3652 7339 0,'0'0'15,"0"-40"16,120-81-15,-80 121-16,121-80 16,-121 80-16,0 0 15,40 0-15,-40 0 16,-40 160 0,-40 41 15,40-161-31,-40 0 0,40 0 31,0 0-31,40-40 31,0 0-15,0 0-16,0 41 0,1-41 0,-1 40 16,0-40-16,-40 40 0,40-40 15,-40 40-15,40-40 0,-40 40 0,0 0 16,0 0-16,0 0 15,0 0-15,-40-40 0,0 40 0,0-40 16,0 41-16,-41-1 0,41-40 0,-40 0 0,40 40 16,-40-40-16,39 40 0,1-40 15,-40 0-15,40 0 0,0 0 0,0 0 16,40-40 0</inkml:trace>
  <inkml:trace contextRef="#ctx0" brushRef="#br0" timeOffset="68265.53">4936 6617 0,'-81'80'16,"162"-160"-16,-162 280 16,81-160-16,0 1 15,40 39-15,121 200 32,-1-39-17,1-121 1,-41-79-1</inkml:trace>
  <inkml:trace contextRef="#ctx0" brushRef="#br0" timeOffset="68735.5">5818 6777 0,'0'0'0,"0"-40"0,0 0 16,81 40 15,-41 0-31,40 40 16,-40 0-16,-40 0 0,80 81 16,-40 79 15,-40-80-16,0-160 17,41 40-32,39-200 31,0 39-15,40 41-1,1 80 16,-1 80-15,-80-40-16,0 161 16,-40-121-16,0 40 0,0-40 15,41 0-15,-41 0 0,0 0 0,40 40 16,-40-39-16,40-1 16,-40 0-16,40 0 15</inkml:trace>
  <inkml:trace contextRef="#ctx0" brushRef="#br0" timeOffset="68985.52">7584 6537 0,'0'0'15,"0"-41"-15,120 41 31,81 161-15,-81 160 0,-160 200-1,-80-360 1,-241 119 0,200-200-16</inkml:trace>
  <inkml:trace contextRef="#ctx0" brushRef="#br0" timeOffset="70625.39">1083 4932 0,'0'40'188,"0"1"-173,0-1-15,0 0 0,0 40 0,0-40 0,0 0 16,0 0-16,0 41 0,0-41 0,-40 0 0,40 0 16,0 0-16,-40-40 0,40 40 15,0 0-15,-40-40 0,40 40 16,40-40 31,0 0-16,0 0-15,1 0-16,-1-40 0,0 40 15,0 0-15,0-40 0,0 40 16,0-40-16,0 40 0,1-40 0,-1 40 16,40 0-16,-40-40 15,0 40-15,0-40 0,0 40 0,41 0 0,-41 0 16,0-40-16,0 40 0,0 0 15,0 0-15</inkml:trace>
  <inkml:trace contextRef="#ctx0" brushRef="#br0" timeOffset="70915.42">2367 5053 0,'-40'-40'16,"80"80"-16,-80-121 16,40 122 31,0-1-32,40-40-15,-40 40 0,0 0 0,0 0 16,0 0-16,41 0 0,-41 0 15,40 0-15,-40 1 0,40-41 0,-40 40 0,0 0 16,40 0-16,-40 0 0,40 0 0</inkml:trace>
  <inkml:trace contextRef="#ctx0" brushRef="#br0" timeOffset="71175.45">2448 4852 0,'0'0'0,"-40"0"0,-1-120 31,1 80-31,40-40 16,40 80 15,-40 40-31,41-40 0</inkml:trace>
  <inkml:trace contextRef="#ctx0" brushRef="#br0" timeOffset="71625.34">3210 4772 0,'0'40'16,"40"0"0,-40 0-1,0 0-15,0 0 0,40 1 16,-40-1-1,40-40-15,-40 40 0,41-40 16,-1 0 0,-40-40-1,40 40 1,-40-40-16,0-1 16,40 41-16,0-40 0,0 0 15,0 0 1,1 40-16,-1 0 0,-40-40 0,40 40 31,0 0-15,-40 40-16,0 0 0,0 40 15,0-39-15,0-1 16,0 0-16,0 0 0,0 0 0,0 0 0,0 0 16,0 0-16,40-40 15,-40 40-15,0 1 0,40-1 0,0 0 16,0-40-16,1 40 15</inkml:trace>
  <inkml:trace contextRef="#ctx0" brushRef="#br0" timeOffset="72025.37">4574 5213 0,'0'-40'16,"0"0"-16,0 0 15,41 40-15,-41-40 0,40 40 16,-40-40-16,80 40 0,-40-41 0,0 41 16,-40-40-16,40 40 0,-40-40 0,40 40 0,-40-40 15,41 40-15,-41-40 16,40 0-16,-40 0 16,0 0-1,-40 40-15,-41 0 16,41 0-1,0 0-15,0 40 0,0 0 16,0-40-16,40 40 0,-40-40 0,-1 40 0,41 0 16,-40 0-16,40 0 15,0 1-15,0-1 0,0 0 16,0 0-16,40 0 16,1 0-16,-41 0 0,40 0 0,0-40 15,-40 40-15,40-40 0,0 41 16,0-41-16,-40 40 0,40-40 0,0 0 0,1 0 15,-1 0 1,0 0-16,0-40 0</inkml:trace>
  <inkml:trace contextRef="#ctx0" brushRef="#br0" timeOffset="72555.37">5818 4812 0,'0'0'0,"0"-40"31,-80 40-15,-80 40 0,-1 0 15,121 0-16,40 0 1,0 0-16,80 41 16,0-41 15,41-40-15,-41-80-1,-40-1 16,-40 1-15,0 0 0,-40 40-1,0 40 1,40 40 31,0 0-47,40-40 0,0 40 15,-40 0 1,40-40-16,-40 40 0,0 0 0,40 1 0,1-1 16,-1 0-16,-40 0 0,40-40 15,-40 40-15</inkml:trace>
  <inkml:trace contextRef="#ctx0" brushRef="#br0" timeOffset="72915.28">6220 4812 0,'0'0'0,"40"0"31,0 0-15,0 0 0,0 0-16,0 40 0,0 0 0,0-40 15,1 40-15,-1 0 16,0-40-16,-40 41 0,40-1 15,0 0 1,-40 0-16,0 0 16,0-80 15,-40 40-31,40-40 0,0 0 16,-40 0-16,40-1 15,0 1-15,0 0 0,0 0 0,0 0 16,40 40-1,-40-40-15,40 40 0,-40-40 0,80 40 0,-40-40 16,1 40-16,-1-40 0,0 40 0,0-40 16,0 40-16</inkml:trace>
  <inkml:trace contextRef="#ctx0" brushRef="#br0" timeOffset="73345.31">8065 4451 0,'0'0'16,"-40"0"-16,-40 40 15,40 0-15,0-40 16,-121 121 0,81 39 15,40-120-31,0 80 31,120-39-15,0-81-16,1 40 15,159-40 1,-200 0-16</inkml:trace>
  <inkml:trace contextRef="#ctx0" brushRef="#br0" timeOffset="73705.22">8507 4772 0,'-40'-40'0,"80"80"0,-80-120 32,80 80-17,-40 40-15,40-40 16,-40 40-16,40 0 0,0 0 31,-40 0-31,0 0 0,0 0 16,0 1-16,0-1 0,0-80 0,-80 120 0,80-40 15,-40 0 1,0-40-16,0 0 0,40 0 0,-41 0 16,1 0-1,0-40-15,0 0 0,0-40 16,0 39-16,40 1 15,0 40-15,0-40 0,0 0 0,0 0 16,0 0-16,40 40 0,-40-40 0,40 40 31,-40-40-31,40 40 0,-40-40 0,40 80 16,0-40-16,1 0 16</inkml:trace>
  <inkml:trace contextRef="#ctx0" brushRef="#br0" timeOffset="74165.28">8948 4732 0,'0'0'0,"-40"-40"16,40 80 15,0 0-16,0 0 1,40 0 0,0-40 15,-40 40-15,0-80 15,40 40-31,-40-40 15,0 0 1,41 0-16,-41 0 0,40 40 16,-40 40 15,40 0-15,0 0-1,-40 0-15,40 0 0,-40 0 16,40 0-16,-40 1 15,40-41-15,-40 40 0,0 0 0,40-40 16,1 0-16,-1 0 16,-40-40-16</inkml:trace>
  <inkml:trace contextRef="#ctx0" brushRef="#br0" timeOffset="74565.25">9711 4612 0,'-41'-41'15,"41"82"17,0-1-32,0 0 15,0 0-15,0 0 0,0 0 16,41 0-1,-41 0-15,40 0 0,-40 0 16,40-40-16,-40 41 0,40-41 0,0 40 16,0-40-1,-40-40 17,40-1-32,-40 1 0,40 0 15,-40 0-15,0 0 16,41 40-16,-41-40 0,0 0 0,40 0 0,0 0 15,-40 0-15,40-1 0,0 1 16,0 0 0,0 40-1</inkml:trace>
  <inkml:trace contextRef="#ctx0" brushRef="#br0" timeOffset="74945.15">10754 4531 0,'40'0'0,"-40"40"15,0 41 1,40-1-1,-40-40-15,40 0 32,-40 0-32,-40-40 31,0 0-31,0 0 16,0 0-16,0 0 15,-1-40-15,1 40 0,0-40 16,0 40-1,40-40-15,0 0 32,40 40-32,0 0 15,0 0-15,1 0 0,-1 0 16,0 0-16</inkml:trace>
  <inkml:trace contextRef="#ctx0" brushRef="#br0" timeOffset="75245.22">11276 4411 0,'0'40'15,"0"0"1,-41 0 0,41 0-16,0 41 15,0-41-15,41 0 32,-41 0-32,40 40 15,-40-120-15,0 120 0,0-40 16,40 0-16</inkml:trace>
  <inkml:trace contextRef="#ctx0" brushRef="#br0" timeOffset="76145.08">11958 4571 0,'0'0'15,"-40"0"32,40 41-47,0-1 16,-41 0-1,41 0 1,0 0-16,0 0 16,81 0-1,-41-40 17,-40 40-32,40-40 15,-40-40 1,40 0-1,-40 0-15,0 0 16,0 0 0,40 40-1,-40 40 1,0 0-16,40-40 16,-40 40-16,40-40 0,-40 40 15,41-40-15,-1 40 0,0 0 0,0-40 16,0 0-1,-40 40-15,40-40 0,0 0 16,0-40-16,1 40 0,-41-40 16,40 40-16,-40-40 0,40 40 15,-40-40-15,40 0 0,-40 0 0,0 0 16,0 0 0,0 0-16,0-1 0,0 1 0,-40 40 15,40-40-15,0 0 16,-40 40-16,40-40 0,0 80 62,0 0-46,0 0-16,0 0 16,40 1-16,-40-1 15,0 0-15,40 0 0,0-40 0,-40 40 0,40 0 16,-40 0-16,40-40 0,-40 40 15,40 0-15,1 0 0,-41 1 0</inkml:trace>
  <inkml:trace contextRef="#ctx0" brushRef="#br0" timeOffset="76595.07">12560 4852 0,'40'0'16,"0"0"-1,40 0 1,81-40-1,39 40 1,-120-40 0,1 0-1,-41-40 17,-40 40-17,0 80 16,0 0-31,0 40 16,0-40 0,0 0-16,0 0 0,0 0 0,40-40 15,-40 40-15,0 1 0,0-1 16,0 0-16,0 0 0,0 0 0,0 0 16,0 0-1</inkml:trace>
  <inkml:trace contextRef="#ctx0" brushRef="#br0" timeOffset="76775.11">13202 4571 0,'-41'-80'15,"82"160"-15,-122-200 0,41 80 16</inkml:trace>
  <inkml:trace contextRef="#ctx0" brushRef="#br0" timeOffset="77175.09">13803 4571 0,'0'41'0,"-40"-41"15,-40 80 17,80-120-32,-40 240 31,40-160-16,40 0-15,40-40 32,41-40-17,-41-40 1,-40-40 15,-160 40-15,80 39-1,-1 41 1,82 0 15</inkml:trace>
  <inkml:trace contextRef="#ctx0" brushRef="#br0" timeOffset="77525.02">14325 4571 0,'40'0'15,"-80"0"-15,120 0 0,-40 0 32,-40 41-32,41 39 15,-41-40 1,40 40 15,-40-80-15,0 0-1,80-80 1,0 0 15,41 80-15,-41 80 0,0 120 15,-80 41-16,0-40-15</inkml:trace>
  <inkml:trace contextRef="#ctx0" brushRef="#br0" timeOffset="79144.89">1725 320 0,'-40'0'15,"0"0"32,0 0-31,0 0 0,0 0-1,40 40 1,-40-40-16,0 0 0,40 40 15,-41 1-15,1-1 0,0-40 0,40 40 16,-40 0-16,0-40 16,0 40-16,0 0 0,0 0 0,-1 0 15,41 0-15,-40 1 0,40-1 16,0 0-16,0 0 0,0 0 16,40 0-1,1 0-15,-41 0 0,40-40 0,0 40 16,0-40-16,0 40 0,0-40 15,0 41-15,0-41 0,1 0 0,-1 0 0,40 0 16,-40 0-16</inkml:trace>
  <inkml:trace contextRef="#ctx0" brushRef="#br0" timeOffset="79404.89">2568 601 0,'0'40'31,"0"0"-15,0 0-16,0 0 15,0 1-15,0-1 16,0 0-1,0 0-15,40-40 0,-40 40 0,0 0 16,0 0-16</inkml:trace>
  <inkml:trace contextRef="#ctx0" brushRef="#br0" timeOffset="80134.87">2929 721 0,'40'0'31,"0"0"-31,1 0 16,-1 0-1,0 0 1,80 0 0,-40 81-1,1 39 17,-81-80-32,0 0 15,0 0 1,-81 0-1,41-80 17,40 0-32,0-80 31,0 80-31,81-41 16,-81 41-16,40 40 0,0-40 15,0 0-15,40 40 16,41-80-1</inkml:trace>
  <inkml:trace contextRef="#ctx0" brushRef="#br0" timeOffset="81594.83">4213 601 0,'-40'0'31,"80"0"-31,-120 0 0,40 40 16,0-40-16,0 40 15,40 0 1,0 41 0,0-41-16,40 40 15,-40-40-15,40 0 0,-40 0 32,0 0-32,80-40 15,-40 0-15,-40 40 0,81-40 16,-41-40-16,80-40 15,-120 40-15,40 0 0,40-40 32,1-41-17,-81 81 1,0 0 0,-40 40-1,40 40 16,0 0-15,40 0-16,-40 1 0,40-41 16,-40 40-16,40-40 15,-40 40-15,40-40 0,-40 40 16,40-40-16,0 0 16,0 0-1,1-40 1,-1 40-16,-40-40 0,40 0 15,0-1-15,-40 1 16,40 0-16,-40 0 16,0 80 15,0 0-15,0 0-1,40-40-15,-40 41 0,40-41 16,0 0-1,-40 40-15,41-40 0,-1 0 16,0 0-16,0 0 0,-40-40 0,40 40 0,0-41 16,0 41-16,0-40 0,1 0 15,-1 0-15,-40 0 16,0 0 0,40 40-16,-40-40 0,0 0 0,0 0 15,0-1-15,-40 41 0,40-40 16,-40 40-16,40-40 0,-41 40 0,41-40 0,-40 40 15,40-40-15,0 80 47,0 0-31,0 0-16,0 0 0,0 1 16,0-1-16,40-40 15,-40 40-15,0 0 0,41 0 0,-41 0 16,0 0-16,40 0 15,-40 0-15,40-40 0,-40 41 0,40-41 0,0 40 16,0-40-16,0 40 0,0-40 16,1 0-1,-1 0-15,0 0 0,0 0 0,40-40 0,-40 40 16,0 0-16,41-40 0,-41 40 16,0 0-16,0-41 0,0 41 0,0-40 0,0 40 15,1-40 1,-1 40-16,-40-40 0,0 0 15,0 0-15,-40 40 16,40-40-16,-41 40 0,1 0 16,0 0-16,0 0 0,0 0 15,0 0-15,0 40 16,40 0-16,-40 0 31,40 0-31,0 0 0,0 0 31,40-40-31,0 0 16,-40 41-16,40-41 0,0 0 16,0 0-1,-40-41-15,40 1 0,-40 0 16,0 0 0,0 0-16,0 80 46,40-40-46,-40 40 16,41-40-16,-41 40 16,40-40-16,0 40 0,0 1 0,0-41 15,0 40-15,0-40 16,0 0-16,-40 40 0,41-40 0,-1 0 16</inkml:trace>
  <inkml:trace contextRef="#ctx0" brushRef="#br0" timeOffset="81984.73">6781 481 0,'0'0'16,"40"-40"0,41 40 15,-41 0-31,0 40 0,40 0 0,-40 40 15,81 0 17,-121 0-17,-40-39 1,40-41 15,-41 40-15,1-161-1,80 41 1,41 0 15,39 40-15,121 0 0,-201 40-16</inkml:trace>
  <inkml:trace contextRef="#ctx0" brushRef="#br0" timeOffset="82414.72">8868 320 0,'40'-40'16,"-80"80"-16,0-40 0,0-40 31,40 0-31,-81 80 15,41-40-15,0 0 16,0 40 0,40 0-16,-80 41 31,80-122-31,0 122 0,0-1 16,-40-80-16,40 80 15,0-80-15,40 120 16,120-79-1,-120-41 1,1 0-16,119-81 0</inkml:trace>
  <inkml:trace contextRef="#ctx0" brushRef="#br0" timeOffset="82764.69">9550 441 0,'40'0'15,"-40"40"17,40 0-17,-40 40 1,-40 0 15,40-40-31,-40-40 0,0 0 16,0 0-16,0 0 15,-41 0 1,41 0 0,40-40-16,-40 40 15,40-40 17,40 0-17,0 0 1,1 0-16,-1 40 15,-40-40-15</inkml:trace>
  <inkml:trace contextRef="#ctx0" brushRef="#br0" timeOffset="83224.65">9831 521 0,'0'-40'0,"0"0"16,0 80 31,0 0-31,80-40-16,-80 40 0,40-40 15,-40 40-15,0 0 16,40-40 31,-40-40-16,41 40-15,-41-40-16,40 40 15,0 0 16,0 0-15,-40 40 0,40-40-16,-40 40 0,40-40 15,-40 40-15,0 0 0,40-40 0,-40 40 16,40-40-16,-40 41 0,41-1 16,-1-40-16,-40 40 0,40-40 0,0 0 0,0 0 15</inkml:trace>
  <inkml:trace contextRef="#ctx0" brushRef="#br0" timeOffset="84364.59">10995 561 0,'-40'0'63,"40"-40"-48,40 80 48,-40 0-16,40 0-47,-40 0 15,40-40-15,-40 40 0,40 0 16,0 1-1,-40-1-15,40-40 0,-40 40 16,40 0-16,1-40 31,-41-40 32,40 40-63,-40-40 0,0 0 15,40-1-15,-40 1 0,40 0 32,-40 0-32,40 0 15,-40 0 1,40 40-16,0 0 31,0 0-31,1 0 0</inkml:trace>
  <inkml:trace contextRef="#ctx0" brushRef="#br0" timeOffset="84744.58">12158 681 0,'40'0'16,"-40"40"-16,0 0 47,0 1-47,0-1 15,0 0-15,0 0 16,0 0-16,-40 0 16,40 0-1,-40-40-15,0-40 31,40 0-15,0 0-16,-40 40 0,40-40 0,0 0 16,0 0-16,0-1 15,0 1-15,0 0 0,0 0 16,0 0 0,40 40-1,0 0 1,0 0-16</inkml:trace>
  <inkml:trace contextRef="#ctx0" brushRef="#br0" timeOffset="85064.54">12560 360 0,'0'0'16,"0"40"31,0 1-47,0-1 15,0 0 1,0 0-16,0 0 0,0 0 0,0 0 15,0 0-15,40 0 0,-40 1 0,40-1 16,-40 0 0,0 0-16,40-40 0,-40 40 0,40-40 0,-40 40 15,0 0-15,0 0 0</inkml:trace>
  <inkml:trace contextRef="#ctx0" brushRef="#br0" timeOffset="86204.48">13322 641 0,'0'40'47,"0"0"-47,0 0 16,0 1-16,0-1 16,0 0-16,40-40 15,-40 40 1,40-40-16,-40 40 15,40-40-15,0 0 16,1 40 0,-1-40-16,0-40 0,0 40 15,-40-40 1,40 40-16,-40-40 0,0 0 16,40 40-16,-40-40 15,0-1-15,0 82 31,0-1-15,40-40 0,-40 40-16,40-40 0,1 0 15,-41 40-15,40-40 0,0 0 16,-40 40-16,40-40 16,0 0-16,0 0 0,0 0 0,0 0 15,1-40 1,-1 40-16,-40-40 0,40 40 0,-40-80 0,40 80 0,-40-41 15,0 1-15,0 0 0,0 0 0,0 0 0,0 0 16,0 0-16,0 0 16,-40 0-16,0-1 0,40 1 0,0 0 15,-40 40 1,-1 0-16,41-40 0,0 80 31,0 0-31,0 0 16,0 1-16,0-1 0,0 0 0,0 0 15,0 0-15,0 0 16,0 0-16,0 40 0,0-39 0,0-1 0,0 0 16,0 0-16,41 0 0,-41 0 15,0 0-15,0 0 0,0 0 16</inkml:trace>
  <inkml:trace contextRef="#ctx0" brushRef="#br0" timeOffset="86564.47">13964 842 0,'80'0'16,"0"-40"-1,1 40-15,119-41 16,-160 1-16,1 40 0,79-40 31,-80 0-31,121 0 16,-121 0-16,-40 0 15,0 80 48,0 0-63,0 0 15,0 0-15,0 0 0,0 0 0,0 1 16,0-1-16,0 0 16,0 0-16,0 0 0,0 0 0,0 0 15,0 0 1</inkml:trace>
  <inkml:trace contextRef="#ctx0" brushRef="#br0" timeOffset="86724.52">14847 360 0,'-40'-40'15,"40"0"-15</inkml:trace>
  <inkml:trace contextRef="#ctx0" brushRef="#br0" timeOffset="87194.51">15770 441 0,'0'0'16,"-40"40"-16,40 0 15,-41 0 1,41 40-1,0-40 17,41-40-32,-41 40 0,40-40 0,0 0 15,0 0 1,40 0 0,-40 0-16,-40-40 15,40 40-15,1 0 16,-41-40-16,0 0 15,-81 40 1,81-40-16,-40 40 0,0-40 16,0 40-16,0-40 15,0 40-15,0 0 16</inkml:trace>
  <inkml:trace contextRef="#ctx0" brushRef="#br0" timeOffset="87694.42">16171 360 0,'0'40'47,"0"1"-31,0-1-16,0 0 0,40 0 15,-40 0 1,0 0-16,40-40 0,-40 40 0,0 0 16,40-40-1,-40 40 17,0-80-17,0 0 1,0 0-16,40 40 0,1-40 15,-1 0-15,0 40 16,0 0-16,-40-40 16,40 40-16,-40 40 31,40-40-15,-40 40-1,40-40-15,-40 40 0,40 0 0,-40 0 16,0 0-16,41-40 0,-41 41 0,40-1 0,-40 0 15,40-40-15,-40 40 16,40-40-16,0 40 0,0-40 0,0 40 16,0-40-16,1 0 15,-1 0-15,0 0 0,40 0 0,-40 0 16</inkml:trace>
  <inkml:trace contextRef="#ctx0" brushRef="#br0" timeOffset="92414.24">8226 7018 0,'0'-40'16,"0"0"46,40 0-46,40 40 187,-40 0-203,-40-41 0,41 41 16,-1 0-16,0 0 15,-40-40-15,40 40 0,0 0 16,-40-40-16,40 40 0,0 0 31</inkml:trace>
  <inkml:trace contextRef="#ctx0" brushRef="#br0" timeOffset="93274.1">8386 7579 0,'-40'0'0,"80"0"157,1 0-142,-1 0-15,0 0 16,0 0-16,40 0 0,-40 0 0,41-40 0,-1 40 15,0-40-15,0 40 0,1-40 0,-1 0 0,0 40 16</inkml:trace>
  <inkml:trace contextRef="#ctx0" brushRef="#br0" timeOffset="138891.49">12439 8582 0,'-40'0'15,"40"-40"64,-40 80 108,0 0-171,0-40-1,0 40-15,-1 0 16,1 0 0,40 0-16,-40 1 0,40-1 15,0 0-15,0 0 16,0 0-16,0 0 0,-40-40 0,40 40 15,0 0 1,0 0 0,0 1-1,40-41 157,0 0-156,0 0-16,1 0 15,-1 0-15,0 0 16,0 0-16,0 0 0,0 0 0,0 0 16,0 0-16,1 0 15,-1 0-15,0-41 0,0 41 0,0 0 0,0 0 16,0 0-16,0 0 0,1 0 0,-1 0 0,0 0 16,0 0-16,0 0 15,0 0-15,0 0 0,0 0 16,1 0-1,-1 0-15,0 0 0,0 0 16,0 0-16,0 0 16,0 0-16,0 0 15,1 0-15,-1 0 16,0 0 0,0 0-16,0 41 0,0-41 15,0 0 1,0 0-16,1 0 0,-1 0 0,0 0 0,0 0 15,0 0 1,0 0-16,0 0 0,0 0 0,1 0 0,-1 0 16,0 0-16,0 0 0,0 0 15,0 0-15,0 0 0,0 0 0,1 0 16,-1 0-16,0 0 0,0 0 0,0 0 16,0 0-16,0 0 15,1 0-15,-1 0 0,0 0 16,0 0-16,0 0 15,0 0-15,0 0 0,0 0 16,1 0 0,-1 0-16,0 0 15,-40 40-15,40-40 0,0 0 0,0 0 16,0 0 0,0 0-16,1 0 0,-1 0 15,0 0-15,0 0 16,0 0-16,0 0 0,0 0 15,0 0-15,1 0 0,-1 0 16,0 0-16,0 0 0,0 0 16,0 0-16,0-40 15,0 40-15,1 0 0,-1 0 0,0 0 0,0 0 16,0 0-16,0 0 0,40 0 0,-39 0 0,-1 0 16,0 0-16,0 0 0,0 0 15,0 0-15,0 0 0,0 0 0,1 0 16,-1 0-16,0 0 15,0 0-15,0 0 16,0 0 0,0 0-16,0 0 0,1 0 15,-1 0-15,0 0 0,0 0 16,0 0-16,0 0 16,0 0-16,0 0 0,1 0 0,-1-41 15,0 41-15,0 0 0,0 0 16,0 0-16,0 0 0,0 0 0,1 0 15,-1 0-15,0 0 16,0 0-16,0 0 0,0 0 0,0 0 0,0 0 16,1 0-16,-1 0 0,40 0 15,-40 0-15,0 0 0,0 0 0,41 0 0,-41 0 16,0 0-16,0 0 0,0 0 0,0 0 0,0 0 16,1 0-1,-1 0-15,0 0 0,0 0 0,0 0 16,0 0-16,0 0 15,0 0-15,1 0 16,-1 0-16,0 0 16,0 0-16,0 0 0,0 0 15,0 0-15,0 0 0,1 0 0,-1 0 16,0 0-16,0 0 16,0 0-16,0 0 15,0 0 1,0 0-16,1 0 15,-1 0-15,0 0 16,0 0-16,0 0 0,0 0 16,0 41-1,0-41-15,1 0 16,-1 0-16,0 0 0,0 0 16,0 0-1,0 0-15,0 0 31,0 0-31,1 0 16,-1 0 0,0 0-16,0 0 15,0 0-15,0 0 16,0 0 0,0 0-1,1 0 1,-1 0-16,0 0 15,0 0 1,0 0-16,-40 40 0,40-40 16,0 0-1,0 0-15,1 0 0,-1 0 16,0 0-16,0 0 16,0 0-1,0 0-15,0 0 0,0 0 16,1 0-1,-1 0-15,0 0 0,0 0 0,0 0 16,0 40 0,0-40-16,0 0 0,1 0 15,-1 0-15,0 0 32,0 0 14,0 0-30,0 0 15,0 0-15,0 0 0,1 0-1,-1 0 1,0 0 31,0 0-32,-40-40 204,0 0-203,40-1-1,-40 1 1,0 0 0,40 40-16,-40-40 15,0 0 1,40 40-1,-40-40 1,0 0-16,41 0 16,-41 0-1,0-1 17,40 41-32,-40-40 15,0 0 32</inkml:trace>
  <inkml:trace contextRef="#ctx0" brushRef="#br0" timeOffset="145711.14">24276 8662 0,'0'-40'63,"-40"40"-48,0 0 79,40-40-63,0 80 126,-40-40-157,40 40 15,-40-40 1,40 40-16,0 0 31,-40-40-31,40 40 16,0 1 15,0-1 0,0 0-31,-40-40 0,40 40 16,-40 0-16,-1 0 15,41 0 1,0 0 0,-40-40-16,40 40 0,0 1 0,-40-1 15,40 0-15,-40 0 16,40 0-16,0 0 16,-40 0-16,40 0 0,0 0 15,0 0-15,-40-40 16,40 41-16,0-1 0,-40 0 0,40 0 0,0 0 15,-40-40-15,40 40 0,0 0 16,-41 0-16,41 0 0,-40 1 0,40-1 16,-40 0-16,40 0 0,-40-40 0,40 40 15,-40 0-15,0 0 16,0 0-16,0 0 0,-1 0 16,1 1-1,0-1-15,40 0 0,-40-40 0,0 40 16,0-40-1,40 40-15,-40-40 0,0 40 0,-1-40 16,41 40-16,-40-40 0,0 40 16,0-40-16,40 40 0,-40-40 0,0 0 15,0 0-15,0 41 0,-1-41 16,1 0 0,0 40-16,0-40 0,0 0 0,0 40 15,0-40 1,0 40-16,-1-40 0,41 40 15,-40-40 1,0 0-16,40 40 0,-40-40 0,0 0 16,0 0-16,0 40 0,0-40 15,-1 0 1,1 0-16,0 0 0,0 0 16,0 0-1,0 0-15,0 0 16,-1 0-16,1 0 15,0 0-15,40 40 0,-40-40 16,0 0-16,0 0 16,0 40-16,0-40 0,-1 0 15,1 0-15,0 0 0,0 0 16,0 0-16,0 0 16,0 0-16,0 0 0,-1 0 31,41 40-31,-40-40 0,0 0 15,0 41-15,0-41 16,0 40-16,0-40 0,0 40 0,-1-40 16,1 0-16,0 40 0,0-40 0,0 0 15,0 0-15,0 0 16,0 40-16,-1-40 0,1 0 16,0 0-16,0 40 15,0-40-15,0 0 0,0 0 16,0 0-1,-1 0-15,1 0 0,0 40 0,0-40 16,0 0-16,0 0 16,0 0-16,0 0 0,-1 0 0,1 0 15,0 0-15,0 0 0,0 0 0,0 0 16,0 0 0,0 0-16,-1 0 0,1 0 0,0 0 15,0 0-15,0 0 0,0 0 16,0 0-16,0 0 0,-1 0 0,1 0 0,0 0 15,0 0-15,0 0 16,0 0-16,0 0 0,0 0 0,-41 0 0,41 0 16,0 0-16,0 0 0,0 0 0,0 0 0,0 0 15,-1 0-15,1 0 0,0 0 16,0 0-16,0 0 0,0 0 0,0 0 0,0 0 16,-1 0-16,1 0 15,0 0-15,0 0 0,0 0 0,0 0 16,0 0-16,-1 0 0,1 0 15,0 0-15,0 0 0,0 0 16,0 0-16,0 0 16,0 0-16,-1 0 0,1 0 0,0 0 0,0 0 15,0 0-15,0 0 0,0 0 0,0 0 16,-1 0-16,1 0 16,0 0-16,0 0 15,0 0-15,0 0 16,0 0-16,0 0 0,-1 0 15,1 0-15,0 0 16,0 0-16,0-40 0,0 40 0,0 0 16,0 0-16,-1 0 0,1 0 0,0 0 15,0 0-15,0 0 16,0 0-16,-40 0 0,39 0 0,1 0 0,0 0 16,0 0-16,0 0 0,0 0 15,0 0-15,0 0 0,-1 0 0,1-40 0,0 40 16,0 0-16,0 0 15,0 0-15,0 0 0,0-40 0,-1 40 0,1 0 16,-40 0-16,40 0 0,0 0 16,0-40-16,0 40 0,-1 0 0,1 0 0,0 0 15,0 0-15,0-40 0,0 40 0,0 0 0,0 0 16,-1 0-16,1 0 16,0 0-16,0 0 0,0 0 0,0-40 0,-40 40 15,39 0-15,1 0 16,40-41-16,-40 41 0,0 0 0,0 0 0,0 0 15,40-40 1,-40 40-16,-1 0 0,1 0 16,0 0-1,40-40-15,-40 40 16,0 0-16,0 0 0,0 0 16,0 0-1,-1 0-15,1 0 0,0 0 16,0-40-16,0 40 15,0-40-15,0 40 0,0 0 16,-1 0 0,1 0-16,0 0 15,40-40-15,-40 40 0,0-40 16,0 40 0,40-40-16,-40 0 0,0 0 15,40-1 1,-41 41-16,41-40 0,-40 40 15,40-40-15,0 0 16,-40 0-16,40 0 0,0 0 16,-40 40-16,40-40 0,0 0 15,0-1 1,0 1-16,0 0 16,0 0-16,0 0 15,0 0-15,0 0 0,0 0 31,0 0-31,0 0 47,0-1-15,0 1-17,0 0 1,0 0 31,-40 40-32,40-40 1,0 0 15,0 0 79,0 0-79,-40 40-16,0 40 142,0-40-157,-1 40 15,1 0-15,0-40 0,40 40 0,-40 0 16,0-40-16,0 40 16,0-40-16,0 40 0,40 1 0,-41-41 0,1 40 15,0-40-15,40 40 16,-40-40-16,0 40 0,0-40 31,120 0 16,-80-40-47,40 40 16,-40-40-16,40 0 15,-40-1-15,40 41 0,-40-40 0,0 0 16,41 40-16,-41-40 15,40 40-15,-40-40 0,40 40 0,-40-40 0,40 40 16,0 0-16,-40-40 16,40 40-16,0 0 0,-40-40 15,40 40-15,1 0 0,-1 0 94,0 0-94,-40 40 16,40-40-16,0 0 0,0 0 0,0 0 15,0 40-15,1-40 0,-41 40 16,40-40-16,40 0 0,-40 40 0,0-40 16</inkml:trace>
  <inkml:trace contextRef="#ctx0" brushRef="#br0" timeOffset="150000.81">27567 8582 0,'0'-40'15,"40"40"1,-40-40-16,40 40 16,0 0-16,-80 0 62,0 0-15,0 0-16,40 40-31,-40-40 16,0 40-16,-1-40 16,41 40-16,-40-40 0,0 0 15,40 40 1,-40-40-16,40 40 15,-40-40-15,40 40 16,-40-40-16,40 40 0,-40-40 16,0 41-16,40-1 0,0 0 15,-41-40-15,41 40 16,-40 0-16,40 0 0,-40 0 0,0 0 16,40 0-16,0 1 15,-40-1-15,40 0 0,-40 0 16,40 0-1,0 0-15,-40-40 0,40 40 0,-40 0 16,40 0-16,-41-40 16,41 40-16,-40 1 0,40-1 15,0 0-15,-40-40 0,40 40 0,-40 0 0,0 0 16,40 0 0,-40 0-16,0 0 0,0 1 0,-1-1 0,41 0 15,-40 0-15,0 0 0,0 0 16,0 0-16,40 0 0,-40 0 0,0-40 0,40 40 15,-40 1-15,-1-1 16,1 0-16,40 0 0,-40-40 16,0 40-16,40 0 0,-40 0 0,0 0 15,0 0-15,0 1 0,-1-1 16,1 0-16,0 0 0,0 0 0,40 0 16,-40 0-16,0 0 15,0-40-15,0 40 0,-1 0 0,41 1 0,-40-41 16,0 40-16,0-40 0,40 40 15,-40-40-15,40 40 0,-40-40 0,0 0 0,40 40 16,-41-40-16,1 0 16,0 0-16,0 0 0,0 40 0,0-40 0,0 0 15,0 40-15,-1-40 0,1 0 0,-40 40 0,40-40 16,0 0-16,-40 40 0,39-40 16,-39 41-16,40-41 0,-40 0 0,40 40 0,0-40 15,-1 40-15,1-40 16,-40 0-16,40 40 0,0-40 0,0 0 15,0 0-15,-1 0 0,1 0 16,0 0-16,0 0 0,0 0 0,-40 0 0,40 40 16,-1-40-16,-39 0 0,40 0 0,0 0 0,0 40 15,-40-40-15,39 0 16,-39 0-16,40 0 0,0 40 0,0-40 0,-40 0 16,39 0-16,1 0 0,0 0 15,0 0-15,0 0 0,0 0 0,0 0 0,0 0 16,40 40-16,-41-40 15,1 0-15,0 0 0,0 0 0,0 0 0,0 0 16,0 0-16,0 0 16,-1 0-16,1 0 0,0 0 0,0 0 0,0 0 15,0 0-15,0 0 0,0 0 0,-1 0 16,1 0 0,0 0-16,0 0 0,0 0 0,0-40 15,0 40-15,-1 0 0,1 0 16,0-40-16,0 40 0,0 0 0,0 0 15,0 0-15,0 0 16,-1 0-16,1 0 0,-40 0 0,40 0 0,0 0 16,0 0-16,0 0 0,-1 0 0,1 0 15,0 0-15,0 0 16,0 0-16,0 0 0,0 0 16,0 0-16,-1 0 15,1-40-15,0 40 0,0 0 0,0 0 16,0 0-16,0-40 0,0 40 15,-1-40-15,1 40 0,0-40 16,0 40-16,0-40 16,0 40-16,0 0 0,40-41 15,-40 41-15,-1 0 0,1-40 0,0 40 16,0 0 0,0-40-16,0 40 15,0 0 1,0 0-16,40-40 0,-41 40 0,1 0 15,0 0 1,0 0-16,40-40 0,-40 40 16,0 0-16,0 0 15,0 0-15,-1 0 16,1-40-16,0 40 16,0 0-16,0 0 15,0 0-15,40-40 0,-40 40 0,0 0 16,-1 0-1,1 0-15,0 0 0,0-40 16,0 40-16,0 0 0,0 0 16,0 0-16,-1 0 15,1 0-15,40-40 0,-40 40 0,0 0 16,0 0 0,0 0-16,0 0 15,0 0-15,-1-41 16,1 41-16,0 0 0,0 0 0,0-40 15,0 40-15,0 0 16,0 0-16,-1 0 0,1-40 0,0 40 16,0 0-16,0 0 0,0 0 0,0-40 15,-1 40-15,1 0 16,0 0-16,0-40 0,0 40 0,0-40 16,0 40-1,0 0-15,40-40 0,-41 40 0,1 0 16,40-40-16,-40 40 0,0 0 15,0-40-15,0 40 16,0-40-16,0 40 31,40-41-31,-41 41 0,1-40 16,40 0-16,-40 40 16,40-40-16,0 0 0,-40 40 15,40-40 1,-40 40-16,40-40 0,-40 40 0,0-40 15,40 0 1,-40 40-16,40-41 16,-41 1-16,1 40 15,40-40-15,-40 0 16,40 0-16,-40 40 0,0-40 16,0 0-1,40 0 1,-40 40-1,40-40-15,0 0 16,-40 40-16,-1 0 16,41-41-16,-40 41 15,40-40-15,-40 40 16,40-40 0,0 0 15,-40 40-31,40-40 31,-40 40-31,40-40 16,-40 40-16,40-40 15,-40 40 1,40-40-16,0 0 16,-40 40-1,40-41 16,0 1 1,-41 40-32,1 0 47,40-40-47,-40 40 62,40-40-46,0 0 46,-40 40 141,40 40-187,-40-40-16,40 40 16,-40-40-16,40 40 15,-40 0-15,0 1 0,-1-1 16,1 0-16,0 0 15,0 0-15,0 0 0,0-40 0,0 40 16,0 0-16,-1-40 0,41 40 16,-40-40-1,80 0 95,-40-40-110,41 40 0,-41-40 0,0 0 0,40 40 15,-40-40-15,40 0 0,-40 0 16,40 0-16,0 0 0,-40-1 0,40 1 16,0 0-16,0 0 15,1 40-15,-41-40 0,40 0 0,0 40 16,-40-40-16,40 0 15,0 40 1,0 0 109,0 0-109,0 0-16,1 40 15,-1 0 1,0-40-16,0 40 0,0-40 0,0 40 16,0-40-16,41 40 15,-1 0-15,-40-40 0,80 40 0,-39-40 0,39 0 16,-40 41-16,0-41 15,41 0-15,-41 0 0</inkml:trace>
  <inkml:trace contextRef="#ctx0" brushRef="#br0" timeOffset="151350.72">7343 13194 0,'-40'0'0,"0"0"0,80 0 31,0 0-15,-40-40-16,40 40 16,0 0 30,1 0-30,-1 0-16,0 0 0,0 0 16,0 0-16,0 0 15,0 0-15,0 0 0,1 0 0,-1 0 16,40 0-16,-40 0 0,0 0 16,40 0-16,-39 0 0,39 0 0,0-40 0,-40 40 15</inkml:trace>
  <inkml:trace contextRef="#ctx0" brushRef="#br0" timeOffset="151650.76">7704 14076 0,'-120'0'0,"240"0"0,-360 40 31,280-40-31,0 0 16,120-40 0,-120 40-16,201-40 31,-161 40-31,1 0 0,119-40 15,-119 40-15,240-40 16,-281 40-16,40-40 0</inkml:trace>
  <inkml:trace contextRef="#ctx0" brushRef="#br0" timeOffset="152640.71">11436 12472 0,'0'-40'15,"0"80"-15,0-120 0,0 40 16,0 0-16,40 40 16,-40-40-16,40 0 15,-40-1-15,-40 41 16,-40 0 15,80-40-15,-40 40 15,40 40-31,-40 1 16,-201 79-1,80 0 17,41 0-17,80 41 1,40-1 15,0 41-15,0-1-1,-80 41 1,-1-81 15,-39-79-15,-41-1-1,41-80 1,80 0-16,-40-40 31,-1 0-15,81 0 0,41-1 15,-1 1-16,0 40 1,0 0-16,0 81 16,0-81-16,-40 40 0,0 40 15,0-40-15,40 40 16,0-40-16,1 81 16,-41 39-1,40-80 1,-40-40-16,0 121 15,40-121-15,-40 0 0,0 80 16,40-80-16,-40 41 16,0-41-16,40 40 15,40-40 17,-80 0-32,40-40 0,41 0 31,-41 0-31,0 0 0,121 0 15,-121-40-15,80 0 16,-80 40-16</inkml:trace>
  <inkml:trace contextRef="#ctx0" brushRef="#br0" timeOffset="153140.63">12078 13395 0,'-40'-41'31,"40"1"-31,0 80 125,0 1-125,0-1 0,0 0 0,0 0 16,0 0-16,0 0 15,0 0-15,0 40 0,0-39 0,0-1 0,0 40 16,0-40-16,0 0 0,40 0 16,-40 0-16,0 0 0,0 0 0,0 1 0,0-1 15,0 0-15,0 0 16,0 0-16,0 0 0,0 0 0,0 0 15,0 0-15</inkml:trace>
  <inkml:trace contextRef="#ctx0" brushRef="#br0" timeOffset="153890.57">13282 13475 0,'-40'-40'16,"80"80"-16,-80-120 0,0-1 15,40 41-15,-41 0 16,41 0-16,-40 40 16,0-40-1,0 40-15,0 0 16,40 40-16,-120 40 16,39 121-1,81-121 1,0-40-16,40 80 15,1-79 1,-1-41-16,0 0 16,40-41-1,40-39 17,-79-80-17,-41 80 1,0-41-1,0 81 1,0 0-16,0 80 47,0 0-31,0 0-16,0 0 0,0 1 15,40-41-15,-40 40 0,0 40 0,40-40 0,-40 0 16,40 0-16,-40 0 15,0 0-15,40 41 0,-40-41 0,0 0 0,40 0 16,-40 0-16,0 0 0,0 0 0,0 0 0,0 0 16,40-40-16,-40 41 0,0-1 15,0 0-15,-40 0 16,0-40 0,40 40-16,-80-40 0,80 40 0,-40-40 15,0 0-15,-1 40 0,-39-40 16,40 40-16,0-40 0,0 0 0,0 40 0,0-40 15,-1 0-15,1 0 16</inkml:trace>
  <inkml:trace contextRef="#ctx0" brushRef="#br0" timeOffset="154260.54">14044 14477 0,'0'41'15,"0"-1"48,0 0-32,0 0-31,0 0 0,0 0 0,-40-40 16,40 40-16,0 0 0,0 0 15,-40-40-15,40 40 0,0 1 0,0-1 16,-40 0-16,40 0 15</inkml:trace>
  <inkml:trace contextRef="#ctx0" brushRef="#br0" timeOffset="154690.57">15649 13354 0,'0'0'0,"-40"0"16,40-40-1,0 80 17,0 41-32,0-41 0,0 160 31,0-160-31,0 41 0,0 79 15,40-120-15,-40 121 16,0-121-16,40 0 0,-40 40 16,0-40-16,41 0 31,-41 0-31</inkml:trace>
  <inkml:trace contextRef="#ctx0" brushRef="#br0" timeOffset="155210.54">16372 13595 0,'0'0'16,"0"-40"-16,0 0 15,40 40-15,0 0 16,120-40 0,1 0 15,80 0-15,-41-1-1,-120 1 16,-39 40-15,-82 0 0,41 81-1,-80 39 17,40-40-32,40-40 0,-80 121 31,40-121-31,40 0 0,-81 80 15,81-80-15,-40 161 16,40-161-16,-40 0 16,40 0-16,0 0 0,0 0 0,0 0 15,0 1 1,0-1-16,0 0 0</inkml:trace>
  <inkml:trace contextRef="#ctx0" brushRef="#br0" timeOffset="155490.54">16452 14317 0,'0'0'31,"0"40"-31,40-40 16,0 0-16,0-40 0,81 0 15,-81 40-15,40 0 16,-40 0-16,0 0 0,40 0 0,81-40 31,-81 40-31,-40 0 0,81 0 16,-81 0-16</inkml:trace>
  <inkml:trace contextRef="#ctx0" brushRef="#br0" timeOffset="155820.44">17936 14598 0,'0'0'16,"41"0"-1,-82 0 32,41 80-31,-40-40-1,40 0-15,0 0 0,0 0 0,-40 0 16,40 1-16,0-1 0,-40 0 0,40 0 0,-40-40 16,0 40-16,0 0 0,0 0 15,-1-40-15,1 40 0,0-40 0,0 0 0,0 40 16</inkml:trace>
  <inkml:trace contextRef="#ctx0" brushRef="#br0" timeOffset="156320.43">19301 13635 0,'-40'0'63,"40"40"-47,0 0-1,0 1-15,0-1 0,0 0 0,0 0 16,0 0-16,0 0 0,0 0 15,0 0-15,0 0 0,40 0 0,-40 1 0,40-1 16,-40 0-16,0 0 0,0 0 0,40 0 0,0 0 16,-40 0-1,40-40-15,-40 40 0,40 1 0,1-41 16</inkml:trace>
  <inkml:trace contextRef="#ctx0" brushRef="#br0" timeOffset="156710.38">20143 13715 0,'0'-40'15,"0"80"-15,0-120 0,0 120 63,0 0-63,0 1 15,0-1-15,0 0 16,41 0-16,-41 0 0,0 0 0,0 0 16,40 0-16,-40 0 0,0 0 0,40 1 0,-40-1 15,0 0-15,40-40 0,-40 40 16,0 0-16,40 0 0,-40 0 0,0 0 16</inkml:trace>
  <inkml:trace contextRef="#ctx0" brushRef="#br0" timeOffset="156970.44">20906 14718 0,'0'0'16,"40"80"-1,-40 41 1,0-81 0,0 0-16,-80 40 15,40-40-15,-1 0 16,1-40-16,0 40 0,-120-40 16</inkml:trace>
  <inkml:trace contextRef="#ctx0" brushRef="#br0" timeOffset="157390.44">22591 13796 0,'0'40'47,"0"40"-31,0-40-1,0 0-15,0 0 0,0 0 16,0 0-16,0 1 0,0-1 16,0 0-16,0 0 0,-40 0 0,40 0 0,0 0 15,0 0-15,0 0 16,0 1-16,-40-41 0,40 40 0,0 0 15,0 0 1</inkml:trace>
  <inkml:trace contextRef="#ctx0" brushRef="#br0" timeOffset="158110.37">23273 13956 0,'40'-40'0,"-80"80"0,161-120 31,-81 40-31,0 40 0,0 0 15,80-40 1,-39 40 0,39 0-1,-40 80 1,1-40 15,-81 40-15,-81 40-1,-79 1 1,80-121 0,39 40-16,-79 0 15,80-40-15,0 0 16,80 0 15,0 0-15,0 0-16,0 40 15,0-40 1,1 40-16,-1-40 0,0 0 0,0 40 16,0 0-16,0 1 0,0-41 0,-40 40 15,40 0-15,-40 0 16,41-40-16,-41 40 0,0 0 16,0 0-16,40 0 15,-40 0-15,0 0 0,0 1 16,-81-41-16,81 40 0,-40-40 15,40 40-15,-40-40 0,0 40 0,0-40 0,0 0 16,0 0-16,0 40 0,-1-40 0,-39 0 0,40 0 16,0 0-16,0 0 15,-40 0-15,39 0 0,1 0 0,0 0 16,0 0-16,0 0 0,0-40 16,0 40-16,40-40 0</inkml:trace>
  <inkml:trace contextRef="#ctx0" brushRef="#br0" timeOffset="159040.25">25601 13475 0,'0'0'0,"40"0"0,0-40 16,0 40-16,40 0 15,1-40 1,-41 40-1,-40 40 1,0 0 0,0 40-1,40 80 17,40 41-17,-40-161 1,-40 0-16,0 80 15,40-79-15,-40-1 0,0 0 16,40 0-16,41 0 16,-41 0-16,0-40 31,40 0-15,41-40-1,-41 40 16,-120 0 16,40 40-15,-40-40-32,40 40 0,-41 0 0,1 0 15,40 1 1,-40-1-16,40 0 0,-40 0 0,40 0 0,-40-40 15,40 40-15,-40 0 0,40 0 0,-40 40 0,40-39 16,0-1-16,-40 0 0,40 0 16,-41 0-16,41 0 0,-40 0 0,40 40 0,0-39 15,-40-1-15,40 0 16,-40 0-16,0 0 0,40 0 0,-40 0 0,0 0 16,0-40-16,-41 40 0,41 0 15,0 1-15,-40-1 0,0-40 0,39 40 0,-39 0 16,0-40-16,40 40 15,-41-40-15,1 0 0,40 40 0,-40-40 0,0 0 16,39 0-16,-39 40 0,40-40 0,0 0 0,-40 0 16</inkml:trace>
  <inkml:trace contextRef="#ctx0" brushRef="#br0" timeOffset="161250.13">1605 13475 0,'-40'0'0,"40"-40"0,0 0 16,40 40-16,-40-41 16,40 41-1,0 0-15,0 0 16,1 0 0,-1 41-16,0-1 0,0-40 0,0 40 15,0 0 1,0 0-16,-40 0 0,40 0 0,-40 0 0,41 0 15,-41 41-15,0-41 0,0 40 0,0-40 0,0 0 16,0 40-16,0-40 0,0 1 16,-41-1-16,41 0 0,0 0 0,-40 0 0,40 0 15,0 0 1,-40-40-16,40-40 31,0 0-15,40 40-16,-40-80 15,40 80-15,-40-40 0,41 0 0,-41-1 0,40 1 16,-40 0-16,40 0 0,-40 0 0,40-40 0,0 40 16,-40 0-16,0 0 0,40-1 15,-40 1-15,0 0 0,40 0 0,-40 0 16,0 0 0,0 0-16,0 0 31,0 80-16,-40-40 1,40 40-16,-40 0 16,40 0-16,-40 0 0,40 40 0,0-39 0,0-1 15,-40 40-15,40-40 0,0 0 16,0 0-16,80 0 0,-80 0 0,80 0 0,-40 1 16,1-1-16,-1 0 15,40-40-15,-40 40 0,40 0 0,-40-40 0,1 0 16,39 0-16,-40 0 0,0 0 15</inkml:trace>
  <inkml:trace contextRef="#ctx0" brushRef="#br0" timeOffset="161730.1">3330 14036 0,'-80'0'15,"120"0"1,-40-40-16,40 40 16,1-40-16,-1 40 0,0 0 0,0 0 0,40-40 15,-40 40-15,1 0 16,-1 0-16,0 0 0,0 0 0,0 0 0,0 0 16,0 0-16,0 0 0,1 0 15,-1 40-15,-40 0 31,-40 0-31,40 0 0,-81 0 0,81 1 16,-40-41-16,0 40 0,0 0 0,0 0 16,40 0-16,40-40 15,-40 40 1,80-40-16,-40 0 16,0 0-16,1 0 0,39 0 0,-40 0 0,0 0 15,40 0-15,-40 0 0,1 40 16,-1-40-16,-40 40 0,40-40 0,-40 40 15,0 1-15,-40-1 0,-41 0 16,41 0 0,0 0-16,0 0 0,0 0 0,-40 0 0,40-40 15,-41 80-15,41-80 0,0 41 16,0-1-16,-40 0 0,40-40 0,40 40 0,-41-40 16,1 40-16,0-40 15</inkml:trace>
  <inkml:trace contextRef="#ctx0" brushRef="#br0" timeOffset="162070.15">4735 13274 0,'0'0'0,"-120"-40"31,120 80-31,0 0 31,0 0-31,40 161 16,-40-161-16,0 0 0,80 161 15,-40-121-15,40 161 16,-40-201-16,1 40 0,-41-40 16,80 40-1,-40-40-15,80 41 16,-80-81-16</inkml:trace>
  <inkml:trace contextRef="#ctx0" brushRef="#br0" timeOffset="162520.04">5337 13595 0,'-40'-40'16,"80"80"-16,-120-80 0,80 80 31,40 0-16,-40 0-15,120 121 16,-80-121-16,0 80 31,-40-80-31,0 0 0,0-80 47,0 0-31,0 0-16,0 0 0,0 0 15,40 0-15,-40 0 0,41 40 0,-41-40 16,40 40-16,-40-41 16,40 41-16,0 0 0,0 0 15,0 0 1,0 0-16,-40 41 0,40-41 0,-40 40 16,0 0-16,41 0 0,-41 0 15,0 0-15,0 0 0,0 40 0,0-40 16,0 1-16,0-1 15,0 0-15,0 40 0,0-40 0,0 0 16</inkml:trace>
  <inkml:trace contextRef="#ctx0" brushRef="#br0" timeOffset="162760.1">6300 13715 0,'0'-40'16,"40"40"-16,0 40 16,-40 81 15,40-81-31,0 160 16,-40-160-16,0 41 0,40 79 15,-40 1 1,-80-1-1</inkml:trace>
  <inkml:trace contextRef="#ctx0" brushRef="#br0" timeOffset="163859.96">1003 10467 0,'0'0'0,"-40"40"0,0-40 16,0 40 15,0-40-15,40 40-1,-40 0 1,-1-40-16,41 40 0,-40-40 16,40 41-16,-40-41 15,40 40-15,-40 0 0,0 0 0,40 0 0,-40 0 16,40 0-16,-40 0 0,40 0 15,-40 0-15,40 1 0,0-1 0,-41 0 0,41 0 16,0 0-16,0 0 0,0 0 0,0 0 16,41 0-16,-41 1 15,40-41-15,-40 40 0,40-40 0,0 40 0,0-40 16,0 40-16,0-40 0,0 0 16,1 0-16,-1 40 0,0-40 0,0 0 0,0 0 15,0 0 1</inkml:trace>
  <inkml:trace contextRef="#ctx0" brushRef="#br0" timeOffset="164119.94">1525 11109 0,'-40'0'31,"40"-41"-31,0 82 32,40-41-17,-40 40-15,0 0 0,40 0 0,-40 0 16,0 0-16,0 0 0,0 0 16,0 0-16,0 1 0,0-1 15,0 0-15,0 0 0,0 0 16</inkml:trace>
  <inkml:trace contextRef="#ctx0" brushRef="#br0" timeOffset="164310.01">1445 10988 0,'0'-40'16,"0"80"-16,-41-80 0,-39 0 16,40 40-16,40-40 15</inkml:trace>
  <inkml:trace contextRef="#ctx0" brushRef="#br0" timeOffset="164739.91">1806 10988 0,'0'0'0,"40"0"46,0 40-46,0 0 16,0-40-16,0 41 0,0-1 0,1-40 0,-41 40 16,40 0-16,0-40 0,0 40 15,0-40-15,-40 40 0,40 0 0,0 0 16,-40 0-16,0 1 16,0-1-16,0 0 0,0 0 31,-40-40-31,0 0 0,40-40 31,0 0-15,40 0-16,-40-1 0,40 1 0,-40 0 0,40 0 0,-40-40 15,41 40-15,-41 0 16,40 0-16,0-1 0,0 1 16,0 40-1,0 0 1</inkml:trace>
  <inkml:trace contextRef="#ctx0" brushRef="#br0" timeOffset="166549.81">3130 10948 0,'-40'40'0,"80"-80"0,-120 80 0,-1 0 32,41-40-32,0 40 0,40 1 15,-40 39 1,40-40-16,0 0 0,0 80 31,40-80-31,-40 1 0,40 39 16,0-80-16,-40 40 15,40-40-15,-40 40 0,41-40 16,-41-80 15,40 80-31,0-121 32,0 81-32,-40 0 0,80-80 31,-40 80-31,-40 0 15,0 80 32,0 0-31,0 0-16,0 0 16,0 0-1,40 0-15,-40 0 0,41-40 0,-41 41 16,40-41-16,-40 40 0,40-40 15,-40 40-15,40-40 0,0 0 0,-40 40 0,40-40 16,0 0-16,1 0 0,-1 0 16,-40-40-16,40 40 15,0-40-15,-40 0 0,40 40 16,-40-41-16,40 41 0,-40-40 16,40 40-16,-40-40 0,0 0 0,0 0 15,40 40-15,-40-40 16,-40 40 62,40 40-62,0 0-1,40-40-15,-40 40 0,41 0 0,-1 0 16,0 1-1,0-41-15,0 40 0,0-40 16,0 0-16,0 0 0,1 0 16,-1-40-1,0-1-15,-40 1 0,40 40 16,-40-40-16,0 0 16,0 0-16,0 0 0,0 0 0,0 0 0,0 0 15,0-1-15,-40 1 0,40-40 16,-40 40-16,40-40 0,-40 40 0,40 0 0,-41-41 15,1 41-15,40 0 0,-40 40 0,40-40 16,-40 40 0,40 40 15,0 0 0,0 0-31,40 1 0,-40-1 16,0 0-16,0 0 0,40 40 15,-40-40-15,0 0 0,40 0 0,-40 0 0,0 1 16,0-1-16,41 0 0,-1 0 0,-40 0 0,40 0 16,0 0-1,0 0-15,0-40 0,0 40 0,0-40 16,1 0-16,-1 0 16,0 0-16,0 0 0,0 0 0,0-40 0,40 40 15,-39-40-15,-1 40 16,0-40-16,0 40 0,0-40 0,0 0 0,-40 0 15,40 40-15,0-40 0,-40 0 0,41-1 0,-41 1 16,40 40-16,-40-40 0,0 0 16,0 0-16,0 0 0,0 0 0,0 0 15,0 0 1,-40 40-16,-1 0 16,1 0-1,0 40-15,40 0 0,-40-40 16,40 40-1,-40 0-15,40 0 0,0 0 16,0 0-16,0 0 0,40 1 16,-40-1-16,80-40 15,-40 40-15,1-40 0,-1 0 16,0 0 0,0 0-16,-40-40 0,40 40 0,-40-40 15,40 40-15,-40-41 0,0 1 16,40 0-16,-40 0 0,0 0 15,0 0-15,0 0 16,0 80 0,0 0-1,40 40 1,1-40-16,-41 0 0,40 1 0,0-41 16,0 40-16,0-40 15,0 40-15,0-40 0,0 0 0,1 0 16,-1 0-1,0 0-15,-40-40 16,0 0-16,0-1 16,0 1-16,0 0 15,0 0-15,-40 0 0,40 0 0,0-40 0,0 40 16,0 0-16,0-1 16,0 1-16,40 80 46,40-40-46,-80 41 0,40-41 0,0 0 16,0 40-16,-40 0 16,41-40-16,-41 40 0,40-40 0,-40 40 0,0 0 15,40-40-15,-40 40 16,0 0-16,0 0 0,80-40 31,-40 0-15,0 0-1,0 0-15,1 0 0,-1 0 0,0-40 16,0 40-16,0 0 0,0 0 0,0-40 16,0 40-16,1-40 15</inkml:trace>
  <inkml:trace contextRef="#ctx0" brushRef="#br0" timeOffset="167009.82">7584 10347 0,'0'0'0,"-40"0"0,0 0 0,0 0 15,-1 0 1,41 40-16,-40-40 0,40 40 0,-40-40 0,40 40 15,-40 0-15,40 0 0,0 0 16,0 0-16,0 0 16,0 1-16,0-1 0,0 0 0,40 0 15,0 0 1,-40 0-16,40-40 0,1 40 0,-41 0 0,40-40 16,0 40-16,0-40 0,-40 40 15,40-40-15,0 0 0,0 0 0,0 0 16,1 0-1</inkml:trace>
  <inkml:trace contextRef="#ctx0" brushRef="#br0" timeOffset="167309.79">7985 10708 0,'40'0'31,"0"0"-31,-40 40 15,41 0-15,-41 0 0,0 0 16,0 0 0,40-40-16,-40 40 0,0 0 0,0 0 0,0 0 15,0 1-15,0-1 16,0 0-16,-40-40 16,-41 0-1,41-40 1,0 0-1,40-1-15,0 1 0,0 0 16,0 0-16,0 0 0,0 0 0,0 0 16,0 0-1,40 40-15,-40-40 0,40 40 0</inkml:trace>
  <inkml:trace contextRef="#ctx0" brushRef="#br0" timeOffset="167709.82">8507 10708 0,'0'0'0,"0"40"31,0 0-15,40 40-1,-40-40 1,0 0-1,0 0 1,40-40 0,-40-80-1,40-40 17,0 40-17,0 80 1,-40 40-1,0 0-15,41 80 32,-1-80-32,40 40 31,-40-40-15</inkml:trace>
  <inkml:trace contextRef="#ctx0" brushRef="#br0" timeOffset="168009.72">8908 10788 0,'0'0'31,"80"0"-15,41 160 0,-81-160-1,40 120 1,-40-79-1,-40-82 17,0 1-1,0 0-31,40-80 31,0 40-15,1 40-1</inkml:trace>
  <inkml:trace contextRef="#ctx0" brushRef="#br0" timeOffset="168309.78">9711 10748 0,'0'0'0,"40"0"0,0 40 31,-40 0-31,0 40 15,0 0-15,0 41 32,-40-121-17,40 40 1,-40-40 0,-41-121-1,1 1 16,80 80-31,0-40 16,0 40-16,40 40 31</inkml:trace>
  <inkml:trace contextRef="#ctx0" brushRef="#br0" timeOffset="168589.76">10152 10387 0,'-40'0'16,"80"0"-16,-80 40 31,80 80-15,-40-80-16,40 201 15,-40-201-15,40 40 0,0 81 16,0 79 15,1-119-15,-1-121-16</inkml:trace>
  <inkml:trace contextRef="#ctx0" brushRef="#br0" timeOffset="169039.66">10353 10347 0,'0'-81'16,"0"41"-16,80 40 15,0 0 17,-40 40-17,0 81 1,0-41-1,1-40 17,-41-80-1,40 0-31,-40 0 0,40 40 16,0-40-1,0 40-15,0 40 31,-40 40-31,40-40 0,1 0 0,-41 0 16,40 0-16,0 0 0,-40 1 0,40-1 0,0 0 16,0 0-16</inkml:trace>
</inkml:ink>
</file>

<file path=ppt/ink/ink1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40:28.676"/>
    </inkml:context>
    <inkml:brush xml:id="br0">
      <inkml:brushProperty name="width" value="0.05292" units="cm"/>
      <inkml:brushProperty name="height" value="0.05292" units="cm"/>
      <inkml:brushProperty name="color" value="#FF0000"/>
    </inkml:brush>
  </inkml:definitions>
  <inkml:trace contextRef="#ctx0" brushRef="#br0">3214 2469 0,'-39'0'62,"39"39"423,-39-39-485,39 39 0,0 0 15,0 1 1,0-1-16,0 0 0,0 0 0,0 0 15,0 1-15,0 38 16,0-39-16,0 40 0,0-40 0,0 39 0,0 1 16,0-40-16,0 0 0,0 39 15,39-38-15,-39-1 0,0 39 0,0-39 0,0 1 16,0-1-16,0 0 0,0 0 0,0 0 16,0 1-1,0-1-15,-39 0 0,-1-39 16,40 39-16,-39-39 15,39 39-15,-39-39 0,0 0 16,0 0 0,-1 0-16,1 0 15,0 0-15,39-39 0,-39 0 0,0 39 16,39-39-16,0 0 16,-39 39-16,39-40 0,0 1 0,0 0 15,0 0 1,39 0-16,0-1 15,0 40-15,0-39 16,0 39-16,1 0 16,-1 0-1,0 0-15,0 0 0,0 0 16,1 0-16,-1 39 0,0-39 16,0 0-16,-39 40 0,39-40 15,-39 39-15,40-39 0,-1 0 0,-39 39 16,39-39-1,0 0-15,0 0 16,1-39 0,-1 0-16,0 39 15,0-40-15,-39 1 0,0 0 16,39 39 0,-39-39-16,40 39 0,-40-39 0,0-1 15,0 1 1,0 0 15,0 0-15,0 0-1,-40 39 1,40 39 15,0 0-15,0 0-16,0 0 15,0 1-15,0-1 0,0 0 0,0 0 0,0 0 16,0 1-16,0-1 16,0 0-16,0 0 0,0 0 0,40 1 15,-40-1-15,39-39 0,-39 39 16,0 0 0,-39-39-1</inkml:trace>
  <inkml:trace contextRef="#ctx0" brushRef="#br0" timeOffset="269.89">3880 2939 0,'-39'0'16,"78"0"-16,-117 0 0,78-39 16</inkml:trace>
  <inkml:trace contextRef="#ctx0" brushRef="#br0" timeOffset="738.26">4351 3331 0,'0'0'16,"0"39"-1,0 1 1,39 38 0,0 40 15,0-79-31,1 39 31,-1-39-15,-39-117-16,0 0 31,0 38-31,78-77 16,-39 78-16,1 39 15,38-40 1,-39 40-16,40 118 15,-40-79-15,-39 0 0,39 1 16,-39-1-16,0 157 16,0-118-1,0 79 1,0-118 0</inkml:trace>
  <inkml:trace contextRef="#ctx0" brushRef="#br0" timeOffset="1738.2">5566 3802 0,'39'0'31,"40"0"-15,-40 0-16,78 0 15,-77 0 1,-40-40-16,39 1 0,-39 0 16,39 0-16,-39 0 15,0-1-15,-39 40 0,39-39 16,-39 39 0,-1 0-16,1 0 15,0 39-15,0 1 16,39-1-16,-39-39 0,39 39 0,0 0 15,-40 0-15,40 1 16,0-1-16,0 0 0,0 0 16,0 0-16,0 1 0,40-1 0,-1 0 15,0 0 1,0-39-16,0 0 0,40 39 0,-40-39 0,0 0 16,0 0-16,0 0 15,1 0-15,-1 0 0,0-39 0,0 39 0,40 0 16,-40-39-16,0 39 0,0-39 15,0 39-15,1-79 0,-1 79 0,0-39 0,0 0 16,-39 0-16,0 0 0,39-1 0,-39 1 16,0 0-1,0 0-15,0 0 0,0-1 0,-39 40 16,39-39-16,-39 39 16,0 0-16,0 0 0,-1 0 15,40 39-15,-39-39 16,39 40-16,-39-1 0,39 0 0,-39 0 0,39 0 15,0 1-15,0-1 0,0 0 0,0 0 16,0 0-16,39-39 16,0 40-16,0-40 0,1 0 15,-1 0 1,0-40-16,0 40 0,-39-39 0,39 39 16,-39-39-16,40 0 0,-40 0 15,39-1-15,-39 1 0,0 0 16,0 0-1,-39 117 1,39-39-16,0 1 0,0-1 16,0 0-16,0 0 0,0 0 15,0 1-15,39-1 0,0 0 16,-39 0-16,39-39 16,0 39-16,1-39 0,-1 0 15,0 0-15,0 0 16,-39-39-16,39 39 0,1-78 0,-40 39 0,39-1 15,-39 1-15,39 0 0,-39 0 0,0-40 0,0 40 16,39 0-16,-39-39 16,0 38-16,0 1 0,0 0 0,0 0 0,0 0 15,39 39 17,-39 39-17,40 0-15,-40 0 16,39 0-16,0 1 15,-39-1-15,39 0 0,-39 0 16,39-39-16,-39 39 0,40-39 0,-1 0 16,0 0-16,0 40 15,0-40-15,1 0 0,38 0 0,-39 0 0,0 0 16,1 0-16,77 0 16,-78-40-16</inkml:trace>
  <inkml:trace contextRef="#ctx0" brushRef="#br0" timeOffset="2308.17">9760 3018 0,'0'0'16,"0"-40"-16,-39 1 15,39 0 1,0 0-1,0 0 1,-79 39 0,40 0-1,0 78-15,0-78 0,0 39 0,-1 0 16,1 40-16,39-1 0,-39-39 16,39 40-16,0-1 0,0 1 0,0-1 0,0 0 15,0 1-15,39-1 16,-39 1-16,79-40 0,-40 39 0,0-39 0,0 1 15,0-1-15,1 0 0,-1 0 0,0-39 0,0 0 16,0 39-16,1-39 0,-1 0 16</inkml:trace>
  <inkml:trace contextRef="#ctx0" brushRef="#br0" timeOffset="2598.14">10544 3449 0,'39'0'15,"-39"39"1,39 0-16,-39 79 16,40-118-16,-40 39 15,0 0-15,0 0 0,0 40 16,-40-40 0,-38-39-16,0 0 31,78-39-31,-40-40 15,40 40-15,0 0 0,0 0 0,0 0 16,40-1 0,-1 1-16,0 39 31,0 0-31,0 0 0</inkml:trace>
  <inkml:trace contextRef="#ctx0" brushRef="#br0" timeOffset="2918.21">11093 3449 0,'39'0'16,"-78"0"-16,156 0 16,-117 39-1,40 0-15,-40 0 0,0 118 32,-40-118-32,40 1 0,0-1 0,-39 0 15,39 0-15,39-39 31,40-39-31,-40 39 0,118-157 32,-79 118-32,-39 39 0,1-39 0,116-40 31,-77 79-31,-1 79 31,-78-40-31,0 118 16,0-118-16,0 0 0,39 0 15,-39 40-15,0-40 0,0 0 16,40 0-16</inkml:trace>
  <inkml:trace contextRef="#ctx0" brushRef="#br0" timeOffset="3218.18">12543 3527 0,'39'0'15,"-39"39"-15,0 79 16,0-79-16,118 118 16,-118-118-16,78 40 31,1-1-15,-40-78-16,0 0 15,0 0-15,-39-39 0,79-79 16,-1 40-1,-39 39-15,40-118 16,-79 118-16,39-1 0,-39 1 0,39 0 16,0-39-1,0 38-15</inkml:trace>
  <inkml:trace contextRef="#ctx0" brushRef="#br0" timeOffset="3488.17">13719 3606 0,'0'0'0,"39"78"32,0-39-32,1 0 0,77 79 31,-78-79-15,-78-39-1,-118-39 1,118 0-16,-118-118 15,118 157-15,39-39 0,0 0 16,-39-1-16,39 1 0,0 0 16,78 0-1,1 39 1,-40-39-16,0 39 0,0 0 16</inkml:trace>
  <inkml:trace contextRef="#ctx0" brushRef="#br0" timeOffset="3708.08">14621 2939 0,'0'-39'31,"0"78"-31,0-39 31,-40 0-31,40 79 0,-39-1 16,39 0-16,0-38 0,-39 38 15,39 0-15,0 118 16,0-117-16,39 156 16,-39-157-16,39-38 0,-39-1 15,40 0-15,-40 0 0,0 0 0</inkml:trace>
  <inkml:trace contextRef="#ctx0" brushRef="#br0" timeOffset="4358.04">15248 3645 0,'0'-39'0,"0"78"0,0-39 31,0 39-15,39 118-1,-39-118-15,39 0 16,0 0-16,1-39 15,-1 40-15,0-40 16,39-118 0,1 40-1,-79 38 1,0 80 0,78 77 15,-39-38-31,157 38 15,39-117 17,-117 0-32,-79 0 0,118-117 31,-118 77-31,-39 1 0,39 0 0,1 0 0,-40 0 0,0-1 16,0-38-16,0 39 15,39 0-15,-39-40 0,0 40 0,0 0 0,39-40 16,-39 40-16,0 0 0,0 0 15,0 0-15,0-1 16,0 80 15,0-1-31,0 0 0,0 0 0,0 0 16,0 40-16,0-40 0,0 0 16,0 0-16,0 40 0,0-40 0,0 0 0,39 0 15,-39 40-15,39-40 16,1-39-16,-1 39 0,-39 0 0,39 1 0,0-40 15,0 39-15,1-39 0,-1 0 0,0 0 0,0 0 16,0 0-16,1 0 0,-1 0 16,0 0-16,-39-39 0,39 39 0,0-40 0,1 40 15,-1 0 1,-39-39-16,39 0 0,-39 0 16</inkml:trace>
  <inkml:trace contextRef="#ctx0" brushRef="#br0" timeOffset="4778.02">16463 3410 0,'-39'0'16,"78"0"-16,-39 0 16,78 0-16,-39 0 0,40 0 15,-40 0-15,0 0 0,40 39 16,-1-39-16,-39 0 0,40 39 0,-40-39 16,39 0-16,-39 0 0,1 0 15,-1 0-15,0 0 0,0 0 0,0 0 0,1 0 16,-1-78-1,-39 38-15,0 1 16,0 78 15,0 1-31,0 38 32,0-39-32,0 40 0,0-40 0,0 0 0,0 0 15,0 0 1,39-39-16,-39 79 15</inkml:trace>
  <inkml:trace contextRef="#ctx0" brushRef="#br0" timeOffset="4938.01">17717 3174 0,'-39'-78'15,"78"156"-15,-156-313 16,117 196-16,39 39 0</inkml:trace>
  <inkml:trace contextRef="#ctx0" brushRef="#br0" timeOffset="5208.01">18501 3292 0,'0'39'16,"0"-78"-16,-39 78 0,39 0 16,-39 1-16,39-1 15,-39-39-15,39 39 0,-40 0 16,1 0-16,0-39 0,0 0 0,0 40 16,-1-40-16,1 0 15,0 0-15,0 0 0,0 0 16,39-40-1,0 1-15,39 0 0,-39 0 16,39 39-16,-39-39 0,78 39 0,-38 0 0,-40-40 16,78 40-16,-39-39 15,0 39-15,1 0 0,-1 0 0</inkml:trace>
  <inkml:trace contextRef="#ctx0" brushRef="#br0" timeOffset="5468.05">18893 3370 0,'39'40'15,"-39"-1"1,0 0 0,0 0-16,0 0 31,0 1-15,39-40-1,1 0-15,156-40 16,-118 40-16,-39 0 0,0 0 15,1 0-15,38 40 16,40 156 0,-118-79-1,0-38-15,-40 195 0</inkml:trace>
  <inkml:trace contextRef="#ctx0" brushRef="#br0" timeOffset="6455.88">6428 7290 0,'0'-39'15,"-39"39"64,39 39-48,0 0-31,0 1 0,0-1 15,0 0-15,0 0 0,0 40 0,0-40 0,-78 39 16,78 1-16,0-40 0,0 39 16,-40 1-16,40-1 0,-39 0 0,39 40 0,-39-40 15,39 40-15,0 0 16,0-1-16,-39 1 0,39 38 0,0-38 0,-39 0 16,39 38-16,-40-38 0,40 0 15,-39 38-15,39-38 0,-39 0 0,0-1 16,39 40-16,-39-39 0,39-1 0,-39 40 15,39-39-15,-40 38 0,40 1 0,-39-39 16,0 39-16,39-40 0,-39 40 0,39-39 0,-39-1 16,39 1-16,0-1 0,0-38 15,0-1-15,0 0 0</inkml:trace>
  <inkml:trace contextRef="#ctx0" brushRef="#br0" timeOffset="7235.84">6546 7369 0,'0'-40'16,"0"80"-16,0-119 15,0 40-15,0 0 32,39 0-17,-78 39 16,78 0 16,0 0-15,40 0-32,-40 0 0,39 0 15,1-40-15,-1 40 0,40 0 16,-1 0-16,40 0 0,39 0 0,-39 0 0,78 0 15,-39-39-15,78 39 16,-38 0-16,38 0 0,0 0 0,1-39 0,-1 39 16,0 0-16,1 0 0,-1 0 15,-39 0-15,1 0 0,-1 0 0,-39-39 16,-39 39-16,-1 0 0,-38 0 16,0 0-16,-40-39 0,0 39 0,1-40 0</inkml:trace>
  <inkml:trace contextRef="#ctx0" brushRef="#br0" timeOffset="12255.54">5056 7800 0,'0'0'0,"0"-39"0,-39 39 0,39-40 16,-39 40-1,0 0 126,0 0-125,39 40-1,-40-40 16,40 39 1,0 0-17,-39 0-15,39 0 0,0 1 0,0-1 16,0 39-16,-39-39 0,39 40 0,-39-1 0,39 1 16,-39-1-16,-1 0 15,40 1-15,-39 38 0,0-38 0,39-1 0</inkml:trace>
  <inkml:trace contextRef="#ctx0" brushRef="#br0" timeOffset="12972.17">4312 9799 0,'0'0'0,"0"-39"0,-40 39 0,1 0 15,39-40-15,-39 40 16,0 0 15,0 0-15,39 40-1,-40-40-15,40 39 16,-39 0-16,39 0 0,0 0 16,-39-39-16,39 40 15,0-1-15,0 0 0,-39 0 0,39 0 0,0 1 16,0-1-16,0 0 0,0 0 0,0 0 0,0 1 15,0-1-15,0 0 0,39 0 16,-39 0-16,39-39 0,-39 40 0,39-1 0,1 0 16,-1-39-1,0 0-15,0 0 0,0 0 0,1 0 0,-1 0 16,0-39-16,0 39 0,0-79 16,1 79-16,-1-39 0,0 39 0,-39-39 0,39 0 15,-39 0-15,39 39 16,-39-40-16,0 1 0,0 0 0,0-39 0,0 38 15,0 1-15,-39 0 0,39 0 0,-39 0 0,39-1 16,-39 40-16,39-39 0,-39 39 16,39-39-16,-40 39 0,1 0 0,0 0 15,0 0 1,39 39-16</inkml:trace>
  <inkml:trace contextRef="#ctx0" brushRef="#br0" timeOffset="13372.13">4076 11876 0,'-39'0'0,"78"0"0,-117-39 16,78 78-1,0 0 1,0 1-16,-39 38 0,39-39 0,-39 0 16,39 40-16,-40-40 15,40 39-15,0-38 0,0 38 0,-39-39 0,39 0 16,0 40-16,0-40 0,0 0 16,0 40-16,0-40 0,0 0 0,0 0 0,0 0 15</inkml:trace>
  <inkml:trace contextRef="#ctx0" brushRef="#br0" timeOffset="14282.08">7643 5997 0,'0'0'0,"-39"0"15,39-40-15,0 1 16,0 78 46,0 1-46,0-1-16,0 0 0,0 39 0,0-38 16,-39 38-16,39-39 15,0 40-15,-39-40 0,39 39 0,0-39 0,0 40 16,-39-40-16,39 39 0,0-38 0,0-1 0,0 39 0</inkml:trace>
  <inkml:trace contextRef="#ctx0" brushRef="#br0" timeOffset="15072.04">10466 6153 0,'-40'-39'16,"80"78"-16,-80-117 15,1 78-15,39 39 78,-39-39-78,39 39 0,0 1 0,-39-40 0,39 39 16,-39 0-16,39 0 0,-40 0 16,40 1-16,-39-1 0,39 0 0,0 0 0,0 0 15,0 1-15,0-1 16,0 0-16,0 0 0,39 0 0,-39 1 0,40-1 15,38 0-15,-39-39 0,0 39 0,1-39 16,-1 0-16,0 0 0,0 0 16,40-78-16,-40 78 0,0-39 0,39-1 0,-38 1 15,-1 0-15,-39 0 16,39 0-16,-39-1 0,0 1 0,39 0 0,-39 0 16,0 0-16,0-1 0,0 1 15,-78 0-15,78 0 0,-39 39 0,-1-39 0,1-1 16,0 40-16,0-39 0,0 39 0,-1 0 0,1 0 15,0 0-15,0 0 16,0 0-16,-1 39 16,40 1-16</inkml:trace>
  <inkml:trace contextRef="#ctx0" brushRef="#br0" timeOffset="15691.99">13131 6075 0,'0'-39'16,"-39"39"-16,0 0 31,-1 0 16,40 39-31,-39-39-16,0 39 0,0 0 15,39 1-15,-39-1 0,-1 0 0,40 0 0,0 0 16,0 1-16,0-1 0,0 0 0,0 0 0,40 0 15,-40 1-15,39-1 16,-39 0-16,78-39 0,-39 39 0,1 0 16,-1-39-16,0 0 0,0 0 15,40 0-15,-40 0 0,0 0 0,0-78 0,0 78 16,1-39-16,-1 0 16,0-40-16,-39 40 0,39 0 0,-39 0 0,0-1 15,0-38-15,0 39 0,0 0 0,0-1 0,-39 1 16,0 0-16,-40 0 15,40 39-15,0 0 0,0 0 16,0 0-16,-1 0 16,1 39-16,0-39 0,0 39 0,0-39 0</inkml:trace>
  <inkml:trace contextRef="#ctx0" brushRef="#br0" timeOffset="16892.02">11681 6859 0,'0'0'0,"0"39"187,0 0-171,-39-39-16,39 40 16,0-1-16,0 0 15,-40-39-15,80 0 172,-1 0-156,0 0-1,0 0-15,0 0 16,1 0-16,-1 0 16,0 39-16,0-39 0,0 0 0,1 0 0,-1 0 15,39 0-15,-39 0 0,1 0 0,-1 0 0,0 0 16,39 0-16,-39 0 0,-39 39 15,40-39-15,-1 0 0,0 0 0,0 0 0,0 0 16,1 0-16,-1 0 16,0 40-16,0-40 0,40 0 0,-40 39 0,0-39 15,39 0-15,-38 0 0,38 0 16,-39 39-16,40-39 0,-1 0 0,-39 0 0,40 0 16,-1 0-16,0 0 15,1 0-15,-40 0 0,39 0 0,1 0 0,-40 0 16,39 0-16,-38 0 0,38 0 0,-39 0 0,0 0 15,40 0-15,-40 0 0,0 0 16,0 0-16,1 0 0</inkml:trace>
  <inkml:trace contextRef="#ctx0" brushRef="#br0" timeOffset="18301.84">7996 7878 0,'-39'0'62,"39"39"1,-39 40-32,0-40-31,39 0 0,-40 0 16,40 1-16,-39 38 0,39-39 0,-39 40 0,39-40 15,-39 39-15,39-39 0,-39 40 16,39-1-16,-40-39 0,40 0 0,-39 40 0</inkml:trace>
  <inkml:trace contextRef="#ctx0" brushRef="#br0" timeOffset="19201.78">10818 8153 0,'-39'0'0,"0"0"0,39-40 16,-39 40-16,0 0 140,-1 0-140,1 0 16,0 0-16,0 40 16,0-40-16,39 39 0,-40-39 0,40 39 0,-39 0 15,39 0-15,-39 1 16,0-1-16,39 39 0,0-39 0,-39 1 16,39-1-16,0 39 0,0-39 15,0 0-15,0 1 0,0-1 0,39 0 0,-39 0 16,0 0-16,39 1 0,0-40 15,0 0-15,1 0 16,-1 0-16,0 0 0,0 0 0,0-40 0,40 40 16,-40-39-16,0 0 0,0 0 15,1 0-15,-1-1 0,0 1 0,0-39 0,-39 39 16,39 0-16,-39-1 16,40 1-16,-40-39 0,0 39 0,0-1 0,0 1 15,-79 0-15,79 0 0,-78 39 0,78-39 16,-39 39-16,-1-40 0,1 40 15,0 0-15,0 0 0,0 0 0,-1 0 32,40 40-32,-39-40 0,39 39 0,0 0 15</inkml:trace>
  <inkml:trace contextRef="#ctx0" brushRef="#br0" timeOffset="19651.84">12857 8270 0,'0'-39'15,"0"78"-15,-40-78 0,1 39 16,-39 0-1,-40 0 17,79 118-17,39-79-15,-39 78 16,39-77-16,0-1 0,0 0 16,0 0-16,0 0 0,0 0 15,39-39-15,-39 40 0,0-1 0,78-39 16,-78 39-16,40-39 0,-1 0 0,0 0 0,0 0 15,40-78 1,-79 38-16,78-116 31,-78 77-31,0-38 16,0 78-16,-157-79 16,118 118-16,0-39 15,-79 39-15,79 0 0,-196 117 31,196-77-31</inkml:trace>
  <inkml:trace contextRef="#ctx0" brushRef="#br0" timeOffset="20421.71">8035 9995 0,'-39'0'15,"0"0"17,0 0-17,0 0 16,39 39-31,-40-39 0,40 39 0,-39 0 0,39 1 16,-39-1-16,0 0 16,39 0-16,0 0 0,0 1 0,0-1 15,0 0-15,0 0 16,0 0-16,39 1 0,-39-1 0,0 0 16,39-39-16,-39 39 15,79-39-15,-40 0 16,0 0-16,0 0 0,0 0 0,1-39 0,-1 0 15,0 39-15,0-39 16,-39-40-16,39 40 0,-39 0 0,0 0 16,0-1-16,0 1 15,0 0-15,0 0 0,-39 0 0,39-1 0,-78 1 16,39 0-16,-1 39 0,1-39 16,0 39-16,0 0 0,0-39 0,-1 39 0,1 0 15,0 0-15,39 39 0,-39-39 16,39 78-16,0-39 15,0 1-15,78-1 0,-78 0 0,39 0 16</inkml:trace>
  <inkml:trace contextRef="#ctx0" brushRef="#br0" timeOffset="20896.82">10426 10191 0,'0'-39'32,"-39"39"-32,0 0 0,0 0 15,0 0-15,-1 78 0,1-78 16,0 0-16,39 39 0,-39 0 15,39 1-15,-39-1 0,39 0 0,0 0 16,0 0 0,0 1-16,39-40 0,-39 39 0,39-39 15,0 39-15,0-39 16,1 0-16,-1 0 0,0 0 0,0 0 16,0-39-1,1 39-15,38-39 0,-39 39 0,0 0 0,1 0 16,-1-40-16,0 1 0,0 0 0,-39 0 15,0 0-15,0-1 16,-39 1-16,0 0 0,0 39 16,39-39-16,-79 39 0,79-39 15,-39 39-15,0 0 0,0-40 16,-1 40-16,1 0 16,39 40-1,0-1-15,0 0 0,39 0 16</inkml:trace>
  <inkml:trace contextRef="#ctx0" brushRef="#br0" timeOffset="21316.88">12230 10348 0,'39'0'16,"-78"0"-16,78-40 15,-78 40 17,-1 0-32,40 40 15,0-1 1,-39-39-16,0 39 0,39 0 0,0 0 16,0 1-16,0-1 15,0 0-15,0 0 0,39 0 0,-39 1 0,39-40 16,-39 39-16,40 0 0,-1-39 0,0 39 15,0-39-15,0 0 16,0 0-16,1 0 0,-1-39 0,0 0 16,0 39-1,0-39-15,-39-1 0,40 1 0,-1 0 0,-39 0 16,39 0-16,-39-1 16,0 1-16,-78 0 15,38 39-15,40-39 16,-78 39-16,39 0 15,0 0-15,-1 0 0,1 0 16,0 39-16,0-39 16,0 0-16,0 39 0</inkml:trace>
  <inkml:trace contextRef="#ctx0" brushRef="#br0" timeOffset="22686.7">7722 12033 0,'-39'0'0,"78"0"63,-39 39 453,0 0-501,0 1-15,-39-1 0,39 0 0,0 0 0,0 0 16,0 1-16,0 38 0,0-39 0,0 0 0,0 1 15,0 38-15,39-39 16,-39 0-16,39 1 0,0-1 0,-39 0 0,39 0 0,1 0 16</inkml:trace>
  <inkml:trace contextRef="#ctx0" brushRef="#br0" timeOffset="23386.66">10583 12347 0,'0'-40'15,"0"1"1,-39 39-16,0 0 31,0 39-15,-1-39-1,40 79-15,0-40 16,0 0-16,0 0 0,-39 1 0,39-1 16,0 0-16,0 0 15,0 0-15,0 1 0,79-1 0,-40 0 16,-39 0-16,78-39 0,-39 39 16,1-39-16,-1 0 0,0 0 15,0 0-15,0 0 0,1-39 0,-1-39 16,0 78-16,0-39 15,-39-40-15,0 40 0,39 0 0,-39 0 0,0-1 16,0 1-16,0 0 0,0 0 16,-39 0-16,0-1 0,39 1 15,-39 39-15,-40-39 16,79 0-16,-39 39 0,0 0 16,39 39-1</inkml:trace>
  <inkml:trace contextRef="#ctx0" brushRef="#br0" timeOffset="23816.76">12308 12347 0,'39'0'15,"-78"0"-15,0 0 16,0 0 0,-40 0-16,40 0 0,-79 39 31,79-39-31,39 78 16,0-39-16,0 40 15,0-40-15,39 0 16,1 40-16,-1-79 0,118 39 31,-118 0-31,0-39 0,0 0 0,39 0 16,-38-39-16,77-79 15,-117 79-15,39 0 0,-39 0 16,40-40 0,-40 40-16,0 0 0,0 0 0,0-1 0,0 1 15,-79-39 1,40 78-16,-79-39 15,79 39-15,0 0 0,0 0 16,-39 39-16</inkml:trace>
  <inkml:trace contextRef="#ctx0" brushRef="#br0" timeOffset="25156.6">9682 7369 0,'0'-40'16,"0"1"15,0 78 0,0 1-31,-40-40 0,40 39 16,-39-39 93,39 39-93,-39-39-16,39 39 0,-39-39 15,39 39 1,-39-39-16,39 40 0,-40-40 16,40 39-16,-39 0 15,0 0-15,0 0 16,0 1-16,-1-1 0,1 0 15,0 0-15,0 0 0,0 1 16,0-1-16,-1 0 0,1 0 0,0 0 16,0 1-16,39-1 0,-39-39 15,39 39-15,0 0 0,-40-39 0,40 39 16,-39-39 0,39 40-16,-39-40 0,39 39 0,-39 0 15,0 0-15,-1 0 0,40 1 16,-39-1-16,0 0 0,0 0 15,39 0-15,-39 0 0,-1 1 0,1-1 0,39 0 16,-39 0-16,0 40 16,0-40-16,-40 0 0,40 39 0,0-38 0,-40 38 15,40-39-15,0 40 0,-39-40 16,38 39-16,-38-39 0,39 1 0,0 38 16,-40-39-16,40 0 0,0 1 15,-40-1-15,40 39 0,0-39 0,-39 1 0,38-1 16,-38 0-16,39 0 0,0 0 0,-1 1 0,1-1 15,0 0-15</inkml:trace>
  <inkml:trace contextRef="#ctx0" brushRef="#br0" timeOffset="27125.09">12661 7369 0,'-40'0'0,"40"-40"109,0 1-77,40 39 61,-80 0 48,1 39-125,39 1-1,-39-40-15,39 39 0,0 0 16,-39-39-16,39 39 0,0 0 15,0 1-15,-39-1 0,-1 0 16,40 0-16,-39 0 16,0 1-16,0-1 0,39 0 0,-39 0 15,0-39-15,39 39 0,-40 1 0,1-40 0,39 39 16,-39-39-16,39 39 0,-39-39 16,39 39-16,-39-39 0,39 39 0,-40-39 15,40 40-15,-39-40 16,0 39-16,0 0 15,0-39-15,-1 39 16,1-39-16,0 39 0,0 1 0,0-1 0,-1-39 16,1 39-16,0 0 15,0 0-15,0-39 0,-1 40 0,1-1 16,0 0-16,0-39 16,39 39-16,-39-39 15,39 39-15,-40-39 0,40 39 16,0 1-1,-39-40-15,39 39 0,-39-39 0,39 39 0,-39 0 16,39 0-16,-39-39 16,39 40-16,-40-1 0,1-39 0,39 39 0,-39-39 15,39 39-15,-39 0 0,39 1 0,-39-40 16,39 39-16,-40-39 16,40 39-16,-39-39 0,39 39 0,-39 0 15,39 1 1,0-1-16,-39-39 0,39 39 0,-39-39 0,-1 39 15,40 0-15,-39-39 16,39 40-16,-39-1 0,39 0 16,-39 0-16,0 0 15,-1 1 1,1-1-16,39 0 0,-39 0 16,39 0-16,-39-39 15,39 40-15,-39-1 0,-1 0 0,1 0 0,0-39 16,39 39-16,-39 1 15,0-1-15,-1-39 0,1 39 0,0 0 0,0-39 0,39 39 16,-39 1-16,-1-40 16,40 39-16,-39-39 0,0 39 0,0-39 0,0 39 15,-1-39-15,1 39 0,0-39 0,39 40 16,-39-1-16,0 0 0,-1-39 16,1 39-16,0 0 0,0-39 0,0 40 0,-1-1 15,1 0-15,0 0 16,0-39-16,0 39 0,-40 1 0,40-1 0,0 0 15,0-39-15,0 39 0,-1 0 16,1-39-16,-39 40 0,39-1 0,-1 0 0,1 0 16,0 0-16,-39 1 15,38-40-15,1 39 0,0 0 0,0 0 0,-40 0 16,40 1-16,0-1 0,0 0 0,0 0 0,-40 0 16,40 1-16,-39-1 0,38 0 15,-38 0-15,39 39 0,-40-38 0,40-1 0,0 0 16,-39 0-16,38 0 15,1 1-15,-39-1 0,39 0 0,-1 39 0,-38-38 16,39-1-16,-40 39 0,40-39 16,-39 40-16,-1-1 0,1-39 0,0 79 0,-1-40 15,1 1-15,-1-1 0,1 1 0,0-1 0,38 0 16,1 1-16,-39-1 16,39-39-16,-1 40 0,1-1 0,0-39 0,0 1 15,0-1-15,39 0 0</inkml:trace>
  <inkml:trace contextRef="#ctx0" brushRef="#br0" timeOffset="28015.04">14033 9054 0,'0'0'16,"-40"0"-16,40-39 0,-39 39 31,39 39-15,-39-39-1,39 39-15,-39-39 0,39 39 0,-39-39 16,-1 40-16,1-1 15,0-39-15,0 0 0,0 39 0,-1 0 0,1-39 16,0 39-16,0 1 16,0-40-16,-40 39 0,40 0 0,-39 0 0,-1 0 15,1 1-15,-1-1 0,1 0 0,0 39 0,-1-38 16,1-1-16,-40 39 0,40-39 16,-1 40-16,-38-40 0,39 39 0,-40 1 0,40-40 15,-40 39-15,40 1 16,-40-1-16,40-39 0,-40 40 0,40-1 0,-40 1 15,0-1-15,40 0 0,0 1 16,-40-1-16,0 1 0,1-1 0,-1 40 0,1-40 16,-1 0-16,0 40 15,1-40-15,-40 40 0,39-1 0,-38-38 0,38 38 16,-39-38-16,0 38 0,1 1 0,-1 0 0,0-40 16,0 40-16,1-40 0,38 0 15,-39 1-15,79-1 0,-40-39 0,40 40 0,-1-40 16</inkml:trace>
  <inkml:trace contextRef="#ctx0" brushRef="#br0" timeOffset="28874.98">14189 10426 0,'-39'0'47,"0"0"-32,0 0 1,0 39-16,-1 0 16,1 1-16,39-1 0,-39 0 15,0 0-15,0 0 0,-1 1 0,1 38 0,0-39 16,-39 40-16,38-1 0,-38 0 0,39-38 16,-40 38-16,1 0 0,-40 1 15,40-1-15,-40 40 0,40-40 0,-40 1 0,1-1 16,-1 39-16,1-38 15,-40-1-15,79 1 0,-40-1 0,0 0 0,1 1 16,38-1-16,1 1 0,0-1 16,-40-39-16,40 40 0,-1-40 0,1 39 0,-40-39 15,40 40-15,-1-40 0,-38 0 0,38 40 0,1-40 16,-40 0-16,40 0 0,0 0 16,-1 40-16,1-40 0,39 0 0,-40 0 0,1 40 15,39-40-15</inkml:trace>
  <inkml:trace contextRef="#ctx0" brushRef="#br0" timeOffset="31024.86">15326 8858 0,'-39'0'0,"0"0"16,117 0 93,-39 0-93,1 0-16,-1 0 0,0 0 16,0 0-16,0-39 0,0 39 15,1 0-15,-1 0 0,0 0 0,0-39 16,0 39-16,1 0 15</inkml:trace>
  <inkml:trace contextRef="#ctx0" brushRef="#br0" timeOffset="31284.84">15052 9564 0,'-39'0'0,"-1"0"31,119 0-31,-118 0 16,78 0-16,0 0 16,0 0-16,0 0 15,1 0-15,38 0 0,-39 0 0,40 0 0,-40 0 16,39 0-16,0 0 15,-38 0-15,-1 0 0,39 0 0,-39 0 0</inkml:trace>
  <inkml:trace contextRef="#ctx0" brushRef="#br0" timeOffset="32194.78">17717 7604 0,'-39'0'16,"78"0"-16,-78-39 0,0 39 16,0 39 15,-1-39-15,40 39-16,-39-39 15,0 39-15,0 0 0,0-39 0,-1 40 0,1-1 16,0-39-16,39 39 15,-39 0-15,0 0 0,39 1 0,-40-1 0,40 0 16,0 0-16,-39 0 16,39 1-16,0-1 0,0 0 0,0 0 0,-39 0 15,39 1-15,-39-1 0,39 0 0,-39 0 0,39 0 16,-40 1-16,40-1 0,-39 0 16,39 0-16,-39 0 0,0 0 0,39 1 0,-39-1 15,-1 0 1,40 0-16,-39-39 0,39-39 47,39 39-47,-39-39 15,40 0-15,-1-1 0,0 1 16,-39 78 15,0 1-15,0-1-1,0 0-15,0 0 0,0 40 0,0-40 16,0 0-16,0 39 0,0-38 16,-39-1-16,39 39 0,0 1 0,-39-40 0,39 39 15,0-39-15,0 40 0,0-40 0,0 39 0,-40-38 16,40-1-16,0 0 16,0 0-16,0 0 0,0 1 0,0-1 15,0 0-15,0 0 16,40-39-1,-1 0 1,0 0-16,0 0 0,0 0 16,-39-39-16,40 39 0,-1-39 15</inkml:trace>
  <inkml:trace contextRef="#ctx0" brushRef="#br0" timeOffset="32804.75">17600 8505 0,'0'0'16,"0"-39"-16,0 0 16,0 0-16,0 0 15,0 78 235,0 0-234,-40 0-16,40 0 0,0 1 16,0-1-16,0 0 15,-39 0-15,39 39 0,0 1 0,0-40 0,0 39 16,0 1-16,0-1 15,0-39-15,0 40 0,0-40 0,0 39 0,0-38 16,0-1-16,0 0 0,0 0 16,0 0-16</inkml:trace>
  <inkml:trace contextRef="#ctx0" brushRef="#br0" timeOffset="33214.71">18188 9681 0,'0'-39'0,"0"0"0,0 78 63,0 39-63,-40-78 0,40 40 15,-39-1-15,39 0 16,-39 0-16,0 0 0,0 1 0,-1-40 16,1 39-16,39 0 0,-39-39 15,0 39-15,0-39 0,-1 39 0,1-39 0,0 0 16</inkml:trace>
  <inkml:trace contextRef="#ctx0" brushRef="#br0" timeOffset="33863.75">19520 8662 0,'0'0'0,"0"-39"0,0 0 31,-39 39-31,39 39 47,-39-39-47,39 39 16,-39-39-16,39 39 16,-40 0-16,40 1 0,-39-1 0,0 0 0,39 0 15,0 0-15,-39 1 16,39-1-16,0 0 0,0 0 0,0 0 0,0 1 15,0-1-15,0 0 0,0 0 16,39 0-16,0 1 0,0-40 16,1 0-16,-1 0 0,0 0 0,0 0 15,0 0-15,1 0 16,-1-40-16,0 1 0,0 39 0,-39-39 16,39 0-16,-39 0 0,0-1 15,0 1-15,40 0 0,-40 0 0,0 0 16,0-1-16,0 1 15,0 0-15,-79 0 0,79 0 0,0-1 0,0 1 16,-39 0-16,39 0 0,-39 39 0,39-39 0,-39 39 16,-1 0-1,40 39 1,-39 0 0,39 39-16</inkml:trace>
  <inkml:trace contextRef="#ctx0" brushRef="#br0" timeOffset="34163.71">20265 9524 0,'0'0'16,"0"40"-1,0-1 17,-78 78-17,-79 40 1,118-118-16,-118 79 15</inkml:trace>
  <inkml:trace contextRef="#ctx0" brushRef="#br0" timeOffset="34843.6">21598 8545 0,'0'-40'0,"0"1"31,0 118 63,-39-40-79,39 0-15,-40 0 0,1 0 0,39 0 0,-39 1 16,39 38-16,0-39 0,0 40 0,-39-40 0,39 0 16,0 39-16,0-38 0,0-1 15,0 39-15,0-39 0,0 1 0,0-1 0,0 0 16</inkml:trace>
  <inkml:trace contextRef="#ctx0" brushRef="#br0" timeOffset="35123.58">21911 9838 0,'0'39'15,"0"-78"-15,0 117 16,-39-38 0,-39-1-16,-1 39 15,40-78-15,0 39 0,0 1 16,0-40-16,-1 39 16,1 0-16,-39 0 15</inkml:trace>
  <inkml:trace contextRef="#ctx0" brushRef="#br0" timeOffset="35683.64">22930 9211 0,'0'0'0,"-39"-39"0,0-1 16,39 80 31,-39-1-47,39 0 16,-39 0-16,39 0 15,0 1-15,-40-40 0,40 39 0,0 0 0,0 0 16,0 0-16,0 1 0,40-1 15,-1 0-15,0-39 16,-39 39-16,39-39 0,0 0 0,1 0 0,-1 0 16,0 0-16,0-39 15,0 39-15,-39-39 0,40 0 0,-40-1 16,0 1-16,39 0 0,-39 0 16,0 0-16,0-1 0,0 1 0,-39 0 15,39 0-15,-79 0 16,79-1-16,-39 1 0,0 39 0,0-39 0,-1 39 15,1-39-15,0 39 16,0 0-16,0 39 0,39 0 16</inkml:trace>
  <inkml:trace contextRef="#ctx0" brushRef="#br0" timeOffset="35953.54">23479 9956 0,'39'0'16,"-78"0"-16,78 39 0,1-39 16,-40 39-16,0 0 15,-79-39 1,1 79-1,39-40-15,-118 78 16,118-117-16,-1 40 0,1-1 16,0-39-16,0 39 0,0-39 15</inkml:trace>
  <inkml:trace contextRef="#ctx0" brushRef="#br0" timeOffset="37023.47">24498 9250 0,'0'-39'32,"-39"39"108,0 0-140,39 39 16,-78-39-16,78 39 15,-40-39-15,40 39 0,-39-39 0,0 40 0,39-1 16,-39 0-16,39 0 0,0 0 16,0 1-1,0-1-15,39-39 16,-39 39-16,39-39 16,0 0-16,1 0 0,-1 0 15,0 0-15,0 0 0,0 0 16,1-39-16,-1 39 0,0-39 0,0-1 15,-39 1 1,39 39-16,-39-39 0,0 0 0,0 0 0,0-1 16,0 1-16,-39 0 15,0 0-15,0 39 16,39-39-16,-39 39 0,-1 0 0,1 0 16,0 0-1,0 0-15,0 0 0,-1 39 16</inkml:trace>
  <inkml:trace contextRef="#ctx0" brushRef="#br0" timeOffset="37813.43">25008 8584 0,'78'0'94,"-39"39"-94,-39 0 16,0 0-16,40-39 0,-40 39 0,0 1 15,39-1-15,-39 0 16,0 0-16,0 0 0,0 1 0,0-1 0,-39-39 16,39 39-16,-40 0 15,40 0-15,-39 1 0,39-1 0,-39 0 0,0 0 16,39 0-16,0 1 15,-39-40-15,39 39 0,0 0 16,0 0-16,78-39 31,-39 0-15,0 0 0,1-39-16,-40 78 78,-40 0-78,40 1 15,-39-1 1,0 0-16,39 0 0,-39 0 0,39 1 16,-39-1-16,39 0 0,-39 0 15,39 0-15,-40 1 0,1 38 0,39-39 0,-39 0 16,39 40-16,-39-40 15,0 0-15,-1 40 0,1-40 0,0 0 0,0 0 16,-40 0-16,40-39 0,-39 40 0,-1-1 0,1-39 16,0 39-16,-1-39 0</inkml:trace>
  <inkml:trace contextRef="#ctx0" brushRef="#br0" timeOffset="47157.68">1215 13954 0,'0'-39'0,"0"-1"31,0 1-31,0 0 32,-39 39 202,0 39-234,-1-39 16,40 39-16,-39-39 15,0 0-15,0 0 16,0 40 0,-1-40-16,1 0 0,0 39 0,0-39 15,0 39-15,-1-39 16,1 39-16,39 0 15,0 1 1,-39-40-16,39 39 16,0 0-16,0 0 15,0 0 1,39-39-16,-39 40 16,39-40-1,1 39-15,-1 0 0,0-39 16,-39 39-16,39-39 0,0 39 15,1-39-15,-1 0 0,0 0 0</inkml:trace>
  <inkml:trace contextRef="#ctx0" brushRef="#br0" timeOffset="47747.74">1803 14111 0,'39'-40'16,"-78"80"-16,117-119 15,-38 79 1,-40-39 15,78 39-15,40 78 0,-40 1 15,-39-1-16,-39 1 1,-39-1 0,0-78-16,-118 39 31,118-39-31,0 0 0,-1 0 0,1 0 16,0 0-1,0 0-15,0 0 0,-1-78 31,40 39-31,0-1 16,0 1-16,79-78 16,-79 77-16,39 40 0,-39-39 15,39 0-15,0 0 16,1 39 0,-1 0-1</inkml:trace>
  <inkml:trace contextRef="#ctx0" brushRef="#br0" timeOffset="48377.61">2705 14111 0,'39'0'78,"0"0"-63,-39 39-15,0 0 16,39-39-16,-39 39 16,39-39-16,-39 39 0,0 1 15,0-1 1,0 0-16,0-78 78,39 0-78,1-1 16,-1 40-1,0-39-15,-39 0 0,39 39 16,0 0-16,-39-39 16,40 39-16,-1 0 15,-39-39-15,39 39 16,0 0-1,-39 39-15,0 0 16,39 0 0,-39 0-16,40-39 0,-40 40 15,0-1 1,39-39-16,-39 39 0,0 0 16,39 0-16,-39 1 15</inkml:trace>
  <inkml:trace contextRef="#ctx0" brushRef="#br0" timeOffset="48967.61">3841 14032 0,'0'0'0,"0"39"78,0 1-78,39-1 16,-39 0 0,40 0-16,-40 0 0,0 1 0,39-1 0,-39 0 15,0 0 1,0 0-16,0 1 0,0-1 0,0 0 15,39-39-15,-39 39 16,0-78 31,78 0-47,-78 0 16,0-1-16,40 40 15,-40-39-15,39 39 0,-39-39 0,0 0 16,39 0-16,-39-1 15,39 40-15,-39-39 16,39 39-16,-39-39 0,40 39 31,-1 0-31</inkml:trace>
  <inkml:trace contextRef="#ctx0" brushRef="#br0" timeOffset="49407.58">4743 14385 0,'39'0'16,"-78"0"-16,117 0 0,1 0 16,-40 0-16,0 0 15,0 0-15,0 0 31,1 0-31,-1 0 16,-39-39-16,39 39 16,0-39-1,-39-1 17,-78 40-17,39 0-15,-40 0 16,40 0-16,0 0 0,0 40 15,-1-40-15,1 78 32,39-39-32,0 0 15,0 1-15,0 38 16,0-39-16,39-39 0,-39 39 16,0 1-16,40-40 15,-1 39-15,0-39 0,0 39 0,0-39 16,79 0-1,-79 0-15</inkml:trace>
  <inkml:trace contextRef="#ctx0" brushRef="#br0" timeOffset="49807.53">5331 14503 0,'0'0'15,"39"-40"-15,39 40 16,-38-39-16,-1 39 16,0 0-16,0 0 0,40 39 31,-79 1-31,39-1 0,-39 0 16,39-39-16,-39 78 15,0-38-15,39-1 16,-39 39-1,-39-39 1,0-39 0,0 0-1,39-39-15,0 0 32,0 0-32,0 0 0,0-1 15,39 40-15,-39-39 0,39 0 16,0 39-16,40-78 15,-40 78-15,39-40 32,-78 1-32,39 39 0</inkml:trace>
  <inkml:trace contextRef="#ctx0" brushRef="#br0" timeOffset="50147.6">6350 14189 0,'39'0'15,"-78"0"32,39 39-47,0 0 16,0 1-16,0-1 15,-39 0-15,39 0 0,0 0 16,0 1-16,0-1 16,0 0-16,0 0 0,0 0 0,0 1 15,39-40-15,-39 39 0,0 0 16,39-39-16,-39 39 0,0 0 0,39-39 16,-39 40-1,39-40-15,1 0 16,-1-40-16</inkml:trace>
  <inkml:trace contextRef="#ctx0" brushRef="#br0" timeOffset="50477.49">6546 14581 0,'-39'0'16,"78"0"-16,-118-39 0,79 0 31,40 39 16,-1 0-31,0 0-16,0 0 0,0-40 15,1 40-15,-1 0 0,0 0 0,0 0 0,0 0 16,1 0-16,-1 0 0,0 0 15,-78 0 48</inkml:trace>
  <inkml:trace contextRef="#ctx0" brushRef="#br0" timeOffset="51967.41">8898 14111 0,'39'0'16,"-39"-40"-16,-39 40 63,39 79-32,-39-40-16,39 0-15,-40 0 0,40 1 16,0 77-16,-39-78 16,39 1-16,0 38 0,0-39 0,-39 0 0,39 1 15,0-1-15,0 0 16,0 0-16,-39 0 0,39 1 0,0-1 16,39-39 77,0 0-61,0 0-17,1 39 1,-1-39-16,0 0 15,0 0-15,0 0 0,1 0 16,-1 0-16,0 0 16,0 0-16,0 0 15,0 0 1</inkml:trace>
  <inkml:trace contextRef="#ctx0" brushRef="#br0" timeOffset="52917.39">9760 14542 0,'0'-39'0,"0"-1"31,0 80 16,0-1-31,0 0 15,0 0-31,0 0 16,0 1-16,0-1 15,0 0-15,0 0 0,-39 0 0,39 1 16,0-1-16,0 0 0,0 0 0,0 0 15</inkml:trace>
  <inkml:trace contextRef="#ctx0" brushRef="#br0" timeOffset="53157.33">9799 14267 0,'0'0'16,"-39"0"-16,0 0 31,117 0-15</inkml:trace>
  <inkml:trace contextRef="#ctx0" brushRef="#br0" timeOffset="53618.37">10152 14463 0,'39'0'15,"-39"40"1,39-40-16,-39 39 16,0 0-16,40-39 0,-40 39 0,0 0 0,39-39 15,-39 40-15,0-1 16,0 0-16,0 0 16,0-78 46,39 0-46,-39 0-16,39 39 15,-39-40-15,39 40 0,1 0 16,-1 0 0,0 0-16,0 0 15,0 40 1,1-40-16,-40 39 15,0 0-15,0 0 0,0 0 16,0 1 0,0-1-16,0 0 0,-40 0 15,1 0 1,39 0-16</inkml:trace>
  <inkml:trace contextRef="#ctx0" brushRef="#br0" timeOffset="54007.94">10858 14973 0,'39'0'16,"0"-39"-1,0 39-15,-39-39 0,39 39 16,1-40-16,-1 40 15,-39-39-15,0 0 32,0 0-32,0 0 0,0-1 0,-39 40 31,-1 0-31,1 0 31,0 0-31,0 79 16,0-79-16,39 39 15,0 0-15,-40 0 0,40 1 16,0-1-16,0 0 16,40 39-1,-1-39 1,78-39 0,-77 40-16,77-40 15</inkml:trace>
  <inkml:trace contextRef="#ctx0" brushRef="#br0" timeOffset="54467.98">11798 14816 0,'0'-39'31,"0"0"-31,-39 39 16,0 0-1,-39 39 1,38 0 0,40 0-16,0 1 15,0-1 17,40-39-32,-1 0 0,0 0 15,0 0 1,0 0-16,1-39 0,-1-1 15,-39 1-15,39 0 16,-39 0 0,0 0-16,-39 39 31,39 39 0,0 0-15,0 0-1,0 0-15,0 1 0,0-1 0,0 0 16,39 0-16,-39 0 0,39 0 0,0 1 16,-39-1-16,40-39 15,-1 39-15,0-39 16</inkml:trace>
  <inkml:trace contextRef="#ctx0" brushRef="#br0" timeOffset="54917.87">12230 14816 0,'0'-39'0,"0"0"16,39 0-1,0 39-15,0 0 16,0 0-16,0 0 0,1 39 16,-1 0-1,0 0-15,-39 0 0,0 1 16,39-1-16,-39 0 16,0 0-16,0 0 0,0 0 15,-39 1 1,0-1-1,39-78 1,0-40 0,0 40-16,0 0 0,0 0 0,39 0 15,-39-1 1,39 1-16,0 0 0,1 0 16,-1 39-16,0 0 15,-39-39-15,39 39 0,0 0 16,1 0-16,-1 0 15,-39 78-15,39-78 0,0 0 16</inkml:trace>
  <inkml:trace contextRef="#ctx0" brushRef="#br0" timeOffset="55377.84">13641 14581 0,'0'-39'15,"39"39"1,-39-39 0,-39 39 15,-1 39-15,1 0-1,39 0-15,-78 79 16,39-118-16,39 39 0,-40 0 15,40 0-15,0 1 0,0-1 16,0 0-16,-39 0 0,39 0 16,0 0-16,39 1 31,79-40-15,-40 0-1</inkml:trace>
  <inkml:trace contextRef="#ctx0" brushRef="#br0" timeOffset="55767.82">13954 14699 0,'39'0'16,"1"0"31,-40 39-47,0 0 15,39-39-15,-39 39 0,0 0 16,0 1 0,0-1-16,0 0 0,0 0 15,-39-39 1,39 39-16,-40-39 16,1 0-1,0 0-15,0 0 16,39-39-16,-39 39 15,-1-39-15,40 0 0,-39 39 16,39-39-16,0-1 0,0 1 16,0 0-16,0 0 15,0 0-15,39 39 16,1 0 15,-1 0-15</inkml:trace>
  <inkml:trace contextRef="#ctx0" brushRef="#br0" timeOffset="56187.88">14229 14777 0,'39'0'0,"-78"0"0,78-39 0,0 39 16,-39-39-1,39 39 1,-39 39-1,0 39 1,-39 118 0,39-157-1,0 0-15,-39 40 16,39-118 15,39 39-15,-39-40-16,39 1 0,0 0 15,1 0-15,-1 0 0,0 0 16,0 39 0,0 0-16,1 39 31,-40 0 0,0 0-31,0 0 0,0 0 0,39-39 16,-39 40-16,0-1 15,0 0 1</inkml:trace>
  <inkml:trace contextRef="#ctx0" brushRef="#br0" timeOffset="56557.77">14973 14777 0,'0'0'0,"0"39"32,0 0-17,0 1-15,0-1 16,40 0-16,-40 0 0,0 0 16,0 0-1,39 1 1,-39-1-1,0-78 17,39 39-17,0-40-15,-39 1 0,39 39 16,-39-39-16,40 39 16,-40-39-16,39 0 15,0 0-15,0 39 16,-39-40-16,39 40 0,-39-39 15,0 78 17</inkml:trace>
  <inkml:trace contextRef="#ctx0" brushRef="#br0" timeOffset="56757.75">15561 15208 0,'0'0'16</inkml:trace>
  <inkml:trace contextRef="#ctx0" brushRef="#br0" timeOffset="57307.73">16933 14424 0,'0'-39'31,"39"39"-31,-39 39 31,-39-39-31,39 39 0,-39-39 16,39 40-16,-39-40 0,0 0 15,39 39-15,0 0 0,-40-39 16,40 39-16,0 0 0,0 1 0,-39-1 16,39 0-16,0 0 15,0 0-15,0 1 0,-39-1 0,39 0 0,0 0 16,0 0-16,0 0 0,0 1 16,0-1-16,0 0 0,0 0 0,0 0 15,39 1 1,0-1-16,1-39 15,-40 39-15,39-39 0,0 0 0,0 0 0,0 0 16,1 0-16,-1 0 0,0-39 16</inkml:trace>
  <inkml:trace contextRef="#ctx0" brushRef="#br0" timeOffset="57817.7">16855 15130 0,'-39'0'16,"39"-40"-16,39 1 31,-39 0-31,78 0 16,-39 39-16,1-39 16,38 0 15,-39 39-31,0 0 0,40 0 15,-40 0-15,0 0 16,0 0-16,1 0 0,-1 0 16,0 0-16,-39 39 0,39-39 0,40 0 31,-40 39-31,-39 0 31,0 0-31,39-39 31,-39 39-31,-39 1 0,0-40 16,-1 0 15,1 0-31,0-79 32,39 40-32,0-39 15,0 39-15,0-1 16,39 40-1,0 0 17,-39 40-32,40-40 0</inkml:trace>
  <inkml:trace contextRef="#ctx0" brushRef="#br0" timeOffset="59377.6">18775 14385 0,'0'0'0,"0"-39"15,40 39 1,-1-39-16,0 39 15,-78 0 48,0 39 15,39 0-78,-40-39 0,1 39 16,0-39-16,39 39 15,-39-39-15,0 0 0,39 40 0,-39-1 0,-1-39 16,40 39-16,-39-39 16,39 39-16,-39-39 0,39 39 0,-39-39 15,39 40-15,0-1 16,-39-39-16,39 39 0,0 0 15,0 0-15,0 1 16,0-1-16,39 0 16,0 0-16,-39 0 0,39-39 0,0 39 15,1-39-15,-1 0 16,0 40-16,0-40 0,0 0 0,0 0 0,1 0 16,-1 39-16,0-39 0,0 0 15,0 0-15,1 0 0</inkml:trace>
  <inkml:trace contextRef="#ctx0" brushRef="#br0" timeOffset="59657.59">19128 14816 0,'0'39'63,"0"1"-63,0-1 15,0 0-15,0 0 16,0 0-16,0 0 16,0 1-1,0-1-15,0 0 16</inkml:trace>
  <inkml:trace contextRef="#ctx0" brushRef="#br0" timeOffset="59877.57">19324 14620 0,'0'-39'15,"0"78"-15,-39-78 0,39 0 16,-39 0-16,0-1 16</inkml:trace>
  <inkml:trace contextRef="#ctx0" brushRef="#br0" timeOffset="60357.55">19481 14816 0,'39'0'0,"-39"39"16,39-39-1,1 0 1,-1 40-16,0-40 0,-39 39 16,39-39-16,-39 39 15,39-39-15,-39 39 0,40 0 0,-40 0 16,39-39-16,-39 40 0,0-1 0,0 0 15,0 0-15,0 0 16,0 1-16,0-1 0,-39-39 31,-1-39-15,1 39 0,39-40-16,0 1 0,0 0 15,0 0 1,0 0-16,39-1 0,40 1 0,-79 0 15,39 0-15,0 39 0,0-39 0,1 0 16,-1 39-16,0 0 0,-39-40 16,39 40-16,0 0 0,1 0 0,-1 0 15,0 0 1,0 0 0</inkml:trace>
  <inkml:trace contextRef="#ctx0" brushRef="#br0" timeOffset="60587.62">20343 15326 0,'0'-40'31,"0"1"-16,40 39 17,-1 0-17,0 0 1</inkml:trace>
  <inkml:trace contextRef="#ctx0" brushRef="#br0" timeOffset="61017.5">21598 14816 0,'0'-39'0,"0"0"16,0 0 0,-39 39 15,-1 39-31,-38 0 31,39-39-31,-40 78 16,40-38-16,0-40 0,39 39 0,-39-39 0,39 39 15,-39 0-15,-1 39 16,1-38-16,39-1 0,0 0 16,0 0-1,39 40 1,40-40-16,-1 0 16,-39-39-16,1 0 0,-1 0 15,0 0-15,0 0 16</inkml:trace>
  <inkml:trace contextRef="#ctx0" brushRef="#br0" timeOffset="61349.3">21950 15012 0,'79'0'15,"-158"0"-15,197 0 0,-79 0 0,0 0 16,1 39-16,-40 0 15,39 1-15,-39-1 16,0 0-16,0 0 0,-39-39 16,39 39-16,-40-39 15,40 40-15,-78-40 0,39 0 0,0 39 16,-1-39-16,1 0 16,0 0-16,0 0 0,0-39 15,39-1 1,0 1-16,0 0 0,0 0 15,0 0-15,39-1 16,0 1-16,0 0 0,0 39 16,1-39-16,-1 39 0,0 0 0,0 0 15,0-39-15,1 39 16,-1 0-16,0-39 0</inkml:trace>
  <inkml:trace contextRef="#ctx0" brushRef="#br0" timeOffset="61757.8">22578 14934 0,'39'39'15,"-78"-78"-15,78 117 0,0-78 16,-39 39-16,39-39 0,-39 39 16,0 1-16,0 38 31,-39-39-31,39 0 0,0 1 15,-39-40-15,78-40 47,0 1-47,40 0 16,-40 39-16,0-39 0,0 39 16,0 0-16,1-39 15,-1 39-15,0 0 0,0 0 16,0 0-16,-39 39 15,0 0-15,0 0 16,0 0-16,0 1 16,0-1-1,0 0-15,0 0 0,-39 0 16,39 1 0,0-1-16</inkml:trace>
  <inkml:trace contextRef="#ctx0" brushRef="#br0" timeOffset="62127.84">23401 15169 0,'0'0'15,"39"0"1,-39 39-1,39 39 1,-39-38-16,39-1 0,-39 0 0,0 39 31,0-38-31,0 38 16,0-39 0,0-78-1,0 0 1,40-40-1,-1 40-15,39-39 16,-39 39-16,-39-1 0,40 1 16,-1 0-16,0 0 0,0 0 15,0 39-15,-39-40 0,40 40 16,-1 0-16,-39-39 16</inkml:trace>
  <inkml:trace contextRef="#ctx0" brushRef="#br0" timeOffset="73653.45">22146 10779 0,'40'0'359,"-40"-39"-343,39 39-1,0-40-15,0 40 0,0-39 16,1 39-16,-1 0 16,0 0-16,0 0 0,0 0 15,1 0-15,-1 0 16,0 0-16,-39 39 0,39-39 31,0 0-15,1 0-1,-1 0-15,0 0 16,0 0-16,0 0 0,1 0 0,-1 0 16,0 0-16,0 0 15,-39 40-15,39-40 16,1 0 15,-1 0-31,0 0 0,0 0 16,0 0-1,1 0-15,-1 0 0,0 0 0,0 0 16,0-40-16,1 40 16,-1 0-16,0 0 0,0 0 15,0 0 1,1 0-16,-1 40 15,0-40 1,0 0-16,0 0 16,1 0-16,-1 39 15,0-39 1,0 0 15,0 0-31,1 0 31,-1 0-31,0 0 16,0 0 62,0 0-62,1 0-16,-1 0 0,0 0 15,0 0 1,0 0-16,1 0 47,-1 0-47,0-39 16,0 39-1,0 0 1,-78 0 46</inkml:trace>
  <inkml:trace contextRef="#ctx0" brushRef="#br0" timeOffset="76433.32">22734 10661 0,'-39'0'32,"39"-39"-17,0 0 126,0 78-79,0 0-62,0 0 16,0 1 0,0-1-16,0 0 15,-39-39 1,39 39-16,0 0 0,-39-39 0,39 40 15,0-1 1,-39-39-16,39 39 0,0 0 16,-40-39-16,40 39 0,0 1 15,-39-1-15,39 0 16,-39 0-16,39 0 0,-39 1 16,39-1-1,-39-39-15,39 39 0,-40-39 0,40 39 0,-39 0 16,0-39-1,39 40-15,-39-40 0,39 39 0,-39-39 16,-1 39-16,1 0 16,0-39-1,39 39-15,-39-39 0,0 0 16,39 40-16,-40-40 16,1 0-16,39 39 15,-39-39-15,0 0 16,0 0-16,0 0 0,39 39 15,-40-39-15,1 0 16,0 0-16,0 0 0,0 39 0,-1-39 16,1 0-16,0 0 15,0 39 1,0-39-16,-1 0 0,1 0 16,0 0-16,0 0 0,0 39 15,-1-39-15,1 0 0,0 0 16,0 0-1,0 40-15,-1-40 0,1 0 16,0 0-16,0 0 0,0 0 16,-1 0-16,1 39 15,0-39-15,0 0 16,0 0-16,-1 0 16,1 0-16,39 39 0,-39-39 0,0 0 15,0 0-15,-1 0 16,1 0-16,0 0 0,0 0 0,0 0 15,-1 0 1,1 0-16,0 0 0,0 0 16,0 0-16,-1-39 0,1 39 0,0 0 15,0 0-15,0 0 16,-1 0-16,1 0 0,0 0 0,0 0 16,0-39-1,-1 39-15,1 0 0,0 0 16,39-40-16,-39 40 15,0 0-15,-1 0 0,1 0 16,0-39-16,0 39 0,0 0 16,-1 0-1,1 0-15,0 0 0,0 0 16,39-39-16,-39 39 0,-1 0 16,1 0-16,0 0 31,39-39-31,-39 39 15,39-39-15,-39 39 16,39-39-16,-40 39 16,1 0-16,39-40 15,-39 40-15,0 0 16,0 0-16,0 0 31,-1 0-15,40-39-16,-39 39 15,0 0 1,0 0 0,39-39-1,-39 39-15,-1 0 16,40-39 0,-39 39-16,0 0 15,39-39-15,-39 39 16,0 0-1,-1 0 1,1 0 0,39-40-16,-39 40 15,0-39 1,0 39-16,-1-39 16,1 39-1,39-39-15,-39 39 0,39-39 16,-39 39-16,39-40 15,-39 40-15,39-39 0,0 0 16,-40 39-16,40-39 16,-39 39-16,39-39 15,-39 39-15,39-40 0,-39 40 16,39-39-16,-39 39 16,-1-39-16,1 39 15,39-39 1,-39 39-16,39-39 78,0-1-78,0 1 16,0 0-1,-39 0-15,39 0 31,0-1-31,0 1 32,0 0-17,0 0 48,0 0-32,0-1-31,0 1 0,0 0 16,0 0-16,39 0 31,-39-1-31,0 80 78,0-1-78,-39-39 31,39 39-31,0 0 0,-39-39 0,39 39 0,-40 1 16,40-1-16,0 0 16,-39-39-16,39 39 0,-39 0 0,39 1 31,-39-40-31,39 39 0,-39-39 15,39 39-15,39-39 63,-39-39-47,39 39-1,-39-39-15,39 39 0,-39-40 0,39 1 0,1 0 16,-1 0-16,0 0 15,0-1-15,0 1 0,1 39 16,-40-39-16,39 39 0,-39-39 16,39 39-16,-39-39 15,39 39 48,0 39-63,1-39 31,-1 39-31,0 0 0</inkml:trace>
  <inkml:trace contextRef="#ctx0" brushRef="#br0" timeOffset="79133.16">24381 10583 0,'0'-39'32,"0"-1"30,0 1-46,-39 39 109,39 39-125,0 1 31,-40-40-31,40 39 0,0 0 0,0 0 16,0 0-16,-39 1 0,39-1 15,0 0-15,0 0 16,0 0-16,0 1 0,0-1 16,-39 0-16,39 0 15,0 0-15,-39 1 0,39-1 0,0 0 16,-39 0-16,39 0 15,-40 1-15,1-1 0,39 0 16,-39-39-16,0 39 0,0-39 31,39 39-31,-40-39 0,40 40 0,-39-40 0,0 0 16,39 39-16,-39-39 0,0 39 16,-1 0-16,1 0 0,0 1 15,0-1-15,0-39 16,39 39-16,-40-39 0,1 39 0,0 0 15,0 0-15,0-39 0,39 40 16,-40-40-16,1 39 16,0-39-16,39 39 0,-39-39 0,0 0 0,39 39 15,-40-39-15,1 0 16,39 39-16,-39-39 0,0 0 0,0 40 0,-1-40 16,1 0-16,0 0 15,0 39-15,0-39 0,-1 0 0,1 0 0,0 39 16,0-39-16,0 0 15,-1 39-15,1-39 0,0 0 0,0 39 16,0-39-16,-1 0 0,1 0 0,39 40 16,-39-40-16,0 0 0,0 0 15,-1 0-15,1 0 0,0 0 16,0 0 0,0 0-16,-1 0 0,1 0 15,0 0 1,0 0-16,0 0 0,0 0 0,-1 0 15,1 39-15,0-39 0,0 0 0,0 0 16,-40 0-16,40 0 16,0 0-16,0 0 0,-1 0 0,1 0 0,0 0 15,0 0-15,0 0 16,-1 0-16,1 0 16,0 0-1,0 0 1,0 0-1,-1 0-15,40-39 16,-39 39-16,0 0 0,39-40 0,-39 40 16,0-39-1,-1 39-15,40-39 0,-39 39 16,39-39 0,-39 39-16,39-39 15,-39 39-15,0 0 16,39-40-16,-40 1 15,1 39-15,39-39 16,-39 39-16,39-39 16,-39 39-16,0-39 0,-1 39 15,40-40-15,-39 40 16,0 0-16,39-39 0,-39 39 0,0 0 16,-1 0-1,1-39-15,0 39 0,0 0 16,0 0-16,-1 0 15,40-39 1,-39 39-16,39-39 16,-39 39-16,0-39 15,0-1 1,39 1 0,-40 39-16,40-39 15,-39 39 1,39-39-16,0 0 15,-39 39-15,39-40 0,-39 1 16,39 0 0,-39 0-16,39 0 15,0-1-15,0 1 16,-40 39-16,40-39 0,0 0 0,-39 0 16,39-1-16,0 1 15,0 0-15,0 0 0,-39 0 0,39-1 16,0 1-16,0 0 15,0 0-15,0 0 0,0-1 0,0 1 16,0 0-16,0 0 0,0 0 16,0-1-1,-39 40 17,39-39-1,0 0-16,0 0 17,-39 39 77,39 39-109,-40 0 16,1 0-16,39 1 15,-39-1-15,39 0 0,-39 0 0,0 0 0,-1 1 16,40-1 0,0 0-16,-39 0 0,39 0 31,39-78-16,1 0-15,-1 39 16,0-39-16,0 0 16,0-1-16,1 1 0,-1 0 0,0 0 0,0 0 15,0 39-15,1-40 0,-1 1 16,0 0-16,0 0 0,0 39 0,-39-39 16,40 39-16,-40-40 15,39 40-15,0 0 47,-39 40-31,39-40-1,0 0-15,1 39 0,-1 0 0,0 0 16,0-39-16,0 39 0,1 1 16,-40-1-16,39 39 0,-39-39 0,39 1 15,-39-1-15,39 39 16</inkml:trace>
  <inkml:trace contextRef="#ctx0" brushRef="#br0" timeOffset="81313.42">9250 16541 0,'-39'-39'0,"0"-1"16,78 40 171,0 0-187,1 0 16,-1 0-16,0 0 15,0 0-15,0 0 0,1 0 0,-1 0 0,0 0 16,39 0-16,-38 0 0,38 0 0,-39 0 0,0 0 16,1 0-16,-1 0 0</inkml:trace>
  <inkml:trace contextRef="#ctx0" brushRef="#br0" timeOffset="81613.81">9055 17246 0,'-79'40'0,"158"-80"0,-197 80 31,157-40-15,0 0-16,1 0 0,-1 0 16,0 39-16,0-39 15,0 0-15,0 0 0,1 0 0,-1 0 0,0 0 16,0 0-16,0 0 0,40 0 16,-40 0-16,0 0 0,40 0 0,-40 0 0</inkml:trace>
  <inkml:trace contextRef="#ctx0" brushRef="#br0" timeOffset="82413.75">11642 16345 0,'39'-39'15,"-78"78"-15,117-118 0,-39 79 0,-39-39 0,39 39 16,40-39 0,-79 0-16,39 39 0,-78 0 31,0 0 0,-1 0-31,1 0 0,0 0 16,0 0-16,0 0 0,-1 0 15,1 0-15,0 39 0,0-39 16,0 39-16,-1 0 0,1 1 0,0-40 0,0 39 16,0 0-16,-1 0 15,1-39-15,0 39 0,0 1 0,39-1 0,-39-39 16,39 39-16,-40 0 0,40 0 15,0 1-15,0-1 16,0 0-16,0 0 0,0 0 0,0 1 16,0-1-1,0 0-15,0 0 0,0 0 16,-39 1-16,0-1 16,0-39-16,-40 39 15,40-39 1,0 0-16,0 0 0,0-39 15,39 0 1,0-1 0,39 40 31,-39 40-32,39-1-15,-39 0 16,0 0-1,39 0-15,-39 1 0,0-1 0,39 0 0,-39 0 16,0 0-16,40 1 0,-40-1 0,39 0 16,-39 0-16,0 0 0,0 1 15,39-1-15,-39 0 0,0 0 16,39-39-16,-39 39 16,39 1-16,1-1 0,-1 0 15,0-39-15,0 39 0,0 0 16,1-39-16,38 0 0,0 40 15,-38-40 1</inkml:trace>
  <inkml:trace contextRef="#ctx0" brushRef="#br0" timeOffset="82963.73">12817 16541 0,'0'0'0,"0"-39"16,0 117 46,0-39-46,0 0-16,0 1 0,0-1 0,0 0 15,0 0-15,0 0 16,0 1-16,0-1 0,0 0 0,0 0 0,0 40 16,0-40-16,0 0 0,0 0 0,0 0 0,0 1 15,0-1-15,0 0 0,-39-39 16</inkml:trace>
  <inkml:trace contextRef="#ctx0" brushRef="#br0" timeOffset="83293.7">13523 17560 0,'0'0'16,"0"39"15,0 40-15,0-40-1,0 0-15,-39 0 16,39 0-16,-79-39 15,40 40-15,39-1 0,-78-39 0,39 39 0,-1-39 16,1 39-16,0-39 0</inkml:trace>
  <inkml:trace contextRef="#ctx0" brushRef="#br0" timeOffset="83943.76">14699 16815 0,'0'0'15,"0"39"-15,-39-39 16,39 40 15,0-1-15,-39 0-16,-1-39 15,40 39-15,-39-39 16,39 39-16,-39-39 0,39 40 0,-39-40 0,39 39 16,-39 0-16,39 0 0,0 0 0,0 1 15,0-1-15,0 0 16,0 0-16,39 0 0,-39 1 0,39-40 16,-39 39-16,39-39 0,-39 39 15,39-39-15,1 0 0,-1 0 16,0 0-1,0 0-15,0-39 0,1 39 0,-40-39 16,39 39-16,0 0 0,0-40 0,0 1 0,1 0 16,-40 0-16,39 0 15,-39-1-15,0 1 0,0 0 0,0 0 16,0 0-16,-39 39 16,39-40-16,-79 40 0,40-39 0,0 39 0,0 0 15,-1-39-15,1 39 16,0 0-16,0 0 15,0 0 1,-1 0-16,40 39 0,-39 0 16,39 1-16</inkml:trace>
  <inkml:trace contextRef="#ctx0" brushRef="#br0" timeOffset="84233.67">15600 17678 0,'0'39'0,"0"-78"0,40 78 31,-40 0-31,39-39 15,-39 39 1,0 0-16,-39 40 16,-40-40-16,40-39 0,-235 118 31,156-79-31</inkml:trace>
  <inkml:trace contextRef="#ctx0" brushRef="#br0" timeOffset="84673.63">17090 16737 0,'0'-39'15,"0"78"-15,0-118 16,0 119 15,0-1-31,0 0 16,0 0-16,0 0 16,0 1-16,0-1 0,0 0 0,0 0 15,0 0-15,0 40 0,0-40 16,0 0-16,0 40 0,0-40 0,0 0 0,0 0 15,0 0-15,0 1 0,0-1 16,39 0-16,-39 0 0</inkml:trace>
  <inkml:trace contextRef="#ctx0" brushRef="#br0" timeOffset="85413.64">18070 16658 0,'0'-39'0,"0"78"0,0-117 16,39 78 15,-39 39-31,39-39 0,-39 39 16,40-39-1,-1 0-15,-39 40 0,39-1 0,0 0 16,0-39-1,-39 39-15,40-39 0,-1 0 0,0 0 16,-39 39-16,39-39 0,0 0 16,1 0-1,-1 0 1,-39-39-16,-39 39 47,39 39-47,-40 1 0,1-1 15,39 0 1,-39-39-16,39 39 0,-39-39 0,39 39 16,0 1-16,-39-40 15,39 39 1,0-78 187</inkml:trace>
  <inkml:trace contextRef="#ctx0" brushRef="#br0" timeOffset="86583.59">18227 16541 0,'-39'0'31,"39"39"-15,0 0 109,0 0-110,0 1-15,39-40 0,-39 39 16,39-39 0,-39 39-16,39-39 0,-39 39 15,39-39 1,1 39-16,-1-39 31,-39 40-31,39-40 0,-39 39 16,39-39-16,-39 39 0,39-39 15,-39 39-15,0 0 16,40-39-16,-40 40 0,0-1 31,0 0-31,0 0 16,39-39-16,-39 39 15,39-39-15,-39 40 16,39-40-16,0 0 16,0 0-1,-39 39-15,40-39 0,-1 0 16,0 0-16,0 0 16,0 0-16,1 0 0,-1 0 15,0-39 1,-39-1-1,0 1 1,39 39-16,-39-39 16,-39 39-1,39-39 1,-78 39-16,38 0 31,1 0-31,0 0 16,39 39-1,-39-39-15,39 39 0,-39-39 0,39 39 16,-40 1-16,40-1 0,-39 0 0,39 0 16,0 0-16,-39 1 15,39-1-15,-39-39 0,39 39 0,0 0 0,-39 0 16,39 1 0,0-1-16,-39 0 0,39 0 15,-40 0 1,40 1-16,-39-1 0,39 0 15,-39-39 1,39 39-16,-39 0 0,39 1 16,-39-40-16,39 39 0,-40 0 15,40 0-15,-39-39 16,0 39-16,0-39 0,39 39 16,-39-39-16,-1 0 15,1 0-15,0 0 0,0 0 16,0 0-16,-1 0 15,1 0-15,0 0 0,39-39 16,-39 39-16,0 0 16,-1 0-1,1-39-15,0 39 0</inkml:trace>
</inkml:ink>
</file>

<file path=ppt/ink/ink2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42:55.992"/>
    </inkml:context>
    <inkml:brush xml:id="br0">
      <inkml:brushProperty name="width" value="0.05292" units="cm"/>
      <inkml:brushProperty name="height" value="0.05292" units="cm"/>
      <inkml:brushProperty name="color" value="#FF0000"/>
    </inkml:brush>
  </inkml:definitions>
  <inkml:trace contextRef="#ctx0" brushRef="#br0">1881 1215 0,'0'39'125,"-39"-39"-110,39 39-15,-39-39 16,39 39 0,-39-39-1,0 0 360,-1 0-328,40-39 78,0 0-109,40 39-16</inkml:trace>
  <inkml:trace contextRef="#ctx0" brushRef="#br0" timeOffset="1090.03">1803 1215 0,'0'39'15,"0"0"188,0 0-203,0 0 0,0 1 0,0-1 16,-39 39-16,39 1 16,0-40-16,0 39 0,-39 1 0,39-40 0,0 39 15,0 1-15,0-40 0,0 39 16,0-39-16,0 40 0,0-40 0,39 0 0,-39 0 16,0 0-16,0 1 0,0-1 0,39-39 15,-39 39 1,0-78-1</inkml:trace>
  <inkml:trace contextRef="#ctx0" brushRef="#br0" timeOffset="1619.93">1764 1332 0,'-79'39'15,"40"-39"16,78 0 1,1 0-17,-1-39 1,0 39-16,0-39 0,40 0 0,-40 39 16,0-39-16,0 39 0,40 0 0,-1-40 0,-39 40 15,40-39-15,-1 39 16,0-39-16,-38 39 0,-1-39 0,39 39 0,-39 0 15,-39-39-15,40 39 0,-1 0 16,-39-40-16,39 40 0</inkml:trace>
  <inkml:trace contextRef="#ctx0" brushRef="#br0" timeOffset="1958.35">1881 1959 0,'0'40'31,"0"-80"-31,0 119 15,0-40 1,40-39 31,-1 0-47,0-39 0,0 39 0,0-39 16,40 39-16,-40-40 0,0 40 15,0-39-15,40 0 0,-40 39 0,0-39 0,0 39 16,1-39-16,-1-1 0</inkml:trace>
  <inkml:trace contextRef="#ctx0" brushRef="#br0" timeOffset="2228.43">2744 1607 0,'-39'0'16,"39"78"-1,39-39 1,-39 0-16,0 1 0,0-1 0,39 0 16,-39 0-16,0 0 15,0 1-15,0-1 0,0 0 0,0 0 0,0 0 16,39 1-16,-39-1 0,0 0 15,39-39-15,-39 39 0</inkml:trace>
  <inkml:trace contextRef="#ctx0" brushRef="#br0" timeOffset="2478.39">2705 1528 0,'-118'-39'16,"236"78"-16,-275-117 0,118 39 16,78 39-1,0 0 1,39 0-1</inkml:trace>
  <inkml:trace contextRef="#ctx0" brushRef="#br0" timeOffset="2878.29">3410 1567 0,'0'0'0,"39"40"31,0-1-15,-39 0-16,0 0 0,40 0 0,-40 1 0,0-1 15,0 0-15,0 0 16,0 0-16,0 1 0,0-1 0,0 0 16,39-39 15,-39-39-16,78 0-15,-78-1 0,39 1 16,1 0-16,-1 0 0,0 0 16,0-1-16,0 1 0,1 0 0,-1 0 0,0 0 15,0-1-15,0 40 0,1 0 16,-1 0 0,0 40-16,0-1 15,-39 0 1,39 0-16,-39 0 0,0 1 0,0-1 0,0 0 0,0 0 15,0 0 1,0 1-16,0-1 0,0 0 0,40-39 0,-40 39 16,78-39-16,-39 39 0</inkml:trace>
  <inkml:trace contextRef="#ctx0" brushRef="#br0" timeOffset="3378.29">5409 1489 0,'-78'-78'16,"156"156"-16,-313-156 31,235 156-31,-39-78 0,-118 196 31,157-157-31,-39 79 16,39-79-16,0 0 0,39 0 15,0 1-15,79-1 16,-79-39-16,79 0 31,-79-39-31,78-79 16,-117 79-16,40 0 0,-40-1 15,0 1-15,0-39 0,0-79 16,-40 118-16,40-40 16,-39 40-16,39-39 0,-39 39 0,39-1 0,-78-38 15,78 39-15,-40 39 16,40 39 0,-39 39-1,39-38 1,0 38-16,0-39 0,0 0 0,0 1 15,0 38-15,0-39 0,0 40 16,39-40-16,-39 0 0,40 39 0,-40-38 0,78-1 16,-39 0-16,0 0 0,1 0 0,-1 1 0</inkml:trace>
  <inkml:trace contextRef="#ctx0" brushRef="#br0" timeOffset="3938.23">6624 1136 0,'-39'-39'15,"78"39"79,-39 39-47,0 0-47,0 1 0,0 38 0,0-39 16,0 40-16,0-40 0,0 39 0,0-39 0,0 1 15,0 38-15,39-39 16,-39 0-16,0 40 0,0-40 0,0 0 0,0 0 16,0 1-16,40-40 0,-40 39 15,0 0-15,39-39 0</inkml:trace>
  <inkml:trace contextRef="#ctx0" brushRef="#br0" timeOffset="4198.29">7487 1567 0,'-79'0'31,"40"40"-31,39-1 16,0 0-16,0 79 15,0-79-15,0 78 16,118 1 15</inkml:trace>
  <inkml:trace contextRef="#ctx0" brushRef="#br0" timeOffset="4388.22">7369 1293 0,'-78'-78'31,"156"156"-31,-196-156 0,118 38 0,0 1 16,40 39-16</inkml:trace>
  <inkml:trace contextRef="#ctx0" brushRef="#br0" timeOffset="4778.19">8075 1450 0,'39'0'15,"-39"39"17,0 0-32,0 0 0,0 1 0,0-1 15,0 0-15,0 0 16,0 0-16,0 1 0,0-1 0,0 0 15,-39-39-15,39 39 16,0 0-16,78-39 16,-78-39-16,39 39 0,-39-39 15,39 0-15,-39 0 16,40-1-16,-1 1 0,0 0 0,0 0 0,-39 0 16,39-1-16,1 1 15,-1 39-15,0 39 31,-39 1-31,0-1 0,39 0 0,-39 0 16,0 0 0,0 1-16,0-1 0,0 0 0,0 0 0,39-39 15,-39 39-15,0 1 0,40-40 0,-40 39 0,39-39 16,0 39-16</inkml:trace>
  <inkml:trace contextRef="#ctx0" brushRef="#br0" timeOffset="5118.16">9211 1763 0,'39'0'0,"1"0"16,-1-39-16,0 39 16,0 0-16,0 0 0,1-39 15,-1 39-15,0-39 0,0 39 0,0 0 16,-39-39-16,40 39 15,-40-40-15,0 1 16,0 0-16,-40 39 16,-38 0-16,39 0 15,0 39-15,-1-39 0,40 39 16,-39-39-16,39 40 16,-39-1-16,0 0 0,39 0 0,0 0 15,0 1-15,0-1 0,0 0 16,0 0-16,0 0 0,0 1 0,0-1 15,39-39-15,-39 39 16,39 0-16,40 0 0,-40-39 16,0 40-16</inkml:trace>
  <inkml:trace contextRef="#ctx0" brushRef="#br0" timeOffset="5528.14">10270 1528 0,'-40'0'16,"80"0"-16,-119 0 0,1 39 15,39-39-15,39 40 0,-40 38 32,40-39-32,0 79 15,0-79-15,40 0 16,-1 0-16,118-39 31,-79-39-15,-78 0-16,0-79 15,-78 79-15,78 0 0,0 0 16,-40 0-16,40-1 0,0 80 31,0-1-15,0 0-1,0 0-15,0 0 0,0 1 16,0-1-16,0 0 16,0 0-16,0 0 15,79-39-15,-79 40 0,39-40 16</inkml:trace>
  <inkml:trace contextRef="#ctx0" brushRef="#br0" timeOffset="5868.13">10701 1607 0,'39'0'0,"-78"0"0,117 0 31,-39 0-31,1 39 16,38 0-1,0 79 1,-38-1-1,-1-78 1,-39-78 31,0 0-31,0 0-16,39 39 0,-39-39 0,0-1 0,0 1 15,39 0 1,-39 0-16,39 39 0,-39-39 0,40-1 15,-1 40-15,-39-39 0,39 39 16,0 0-16,0 0 0,1 0 0,-1 0 16,0 0-16</inkml:trace>
  <inkml:trace contextRef="#ctx0" brushRef="#br0" timeOffset="6388.11">12739 1136 0,'-78'0'0,"156"0"0,-235 0 32,157 39-32,0 1 15,0-1 1,0 0-16,0 0 0,0 0 0,0 1 0,0-1 15,0 0-15,0 0 0,0 0 16,0 1-16,0-1 0,0 39 0,0-39 0,39 1 16,-39-1-16,40 0 0,-1-39 0,-39 39 0,39 0 15,39-39-15</inkml:trace>
  <inkml:trace contextRef="#ctx0" brushRef="#br0" timeOffset="6768.06">13680 1293 0,'0'0'0,"39"0"0,0 39 32,-39 0-32,39 118 31,1-78-31,-40 77 31,0-116-31,-40 38 16,1-78-16,-39 39 31,39-39-31,-1-78 16,1-1-1,39-38 1,0 38-1,0 40-15,39-39 16,1 78-16,-40-39 0,39 39 16,0 0-16,-39-40 0,78 40 0</inkml:trace>
  <inkml:trace contextRef="#ctx0" brushRef="#br0" timeOffset="7138.04">14385 1254 0,'40'0'16,"-40"39"-16,0 0 15,0 0 1,39 79 0,-39-40-1,0-38-15,-39-1 16,39 0-16,39-39 31,-39-39-31,39 39 16,0-39-16,0-1 0,1 1 0,-1 0 15,0 0-15,0 39 0,0-39 16,1 39-16,-1 0 16,0 0-16,-39 39 15,0 0-15,39-39 16,-39 39-16,0 0 0,0 1 0,0-1 0,0 0 15,0 0 1,0 0-16,0 1 0,0-1 16,0 0-16,39-39 15</inkml:trace>
  <inkml:trace contextRef="#ctx0" brushRef="#br0" timeOffset="7498.02">15365 1293 0,'0'39'15,"0"0"-15,0 1 32,0-1-32,0 0 0,0 0 15,40 0-15,-40 1 16,0-1-16,39-39 0,-39 39 0,0 0 15,0 0 1,39-39-16,0-39 31,-39 0-15,39 39-16,-39-39 0,0 0 0,39-1 0,1 1 16,-40 0-16,0 0 15,39 39-15,-39-39 0,0-1 0,0 1 16,39 39-1,-39-39-15,39 0 32</inkml:trace>
  <inkml:trace contextRef="#ctx0" brushRef="#br0" timeOffset="7828.01">16267 1371 0,'0'0'0,"0"40"0,0-1 47,0 39-47,0-39 0,0 1 16,0-1-1,-39-39-15,39 39 0,0 0 16,0 0-1,-40-39-15,40-39 32,0 0-17,0 0-15,0 0 0,0-1 16,0 1-16,40 0 16,-40 0-16,0 0 0,39-1 0,-39 1 31,39 39-31</inkml:trace>
  <inkml:trace contextRef="#ctx0" brushRef="#br0" timeOffset="8118">16816 979 0,'0'0'16,"0"-39"-16,0 78 31,0 1-31,0-1 0,0 0 0,0 0 16,0 0 0,0 1-16,0-1 0,0 0 0,0 0 0,0 0 15,0 40-15,0-1 16,0-39-16,0 1 0,0-1 0,0 0 0,0 0 15,0 0 1,0 1-16,0-1 0,0 0 0</inkml:trace>
  <inkml:trace contextRef="#ctx0" brushRef="#br0" timeOffset="8728.06">17325 1528 0,'0'-39'0,"0"78"16,0-117-16,0 117 31,0 0-15,0 79-1,79-1 1,-40-117-16,39 79 31,-39-79-31,1-39 16,-40-1-16,78-38 31,-78 39-31,39 0 0,0 78 47,-39 0-32,40 0-15,-1 0 0,0-39 16,-39 40-16,39-40 0,0 0 16,1 0-16,-1 39 0,0-39 0,0 0 0,0 0 15,1 0-15,-1 0 0,-39-79 0,78 40 16,-78 0-16,39 39 16,-39-39-16,40 0 0,-40-40 0,0 40 0,0 0 15,0 0-15,0-40 0,0 40 16,0 0-16,0 0 0,0-40 0,0 40 0,0 0 15,0 0-15,-40-1 16,40 1-16,0 0 0,-39 78 16,39 0-1,0 1 1,0-1-16,0 0 0,0 0 0,0 40 0,0-40 0,0 39 16,0-39-16,0 40 15,0-40-15,0 39 0,39-38 0,-39-1 0,0 39 16,40-39-16,-40 1 0,0-1 15,39 0-15,-39 0 0,0 0 0</inkml:trace>
  <inkml:trace contextRef="#ctx0" brushRef="#br0" timeOffset="9058.02">18423 1528 0,'78'0'16,"1"0"0,-40 0-16,39-39 0,-39 39 0,40 0 31,-40-39-31,39 0 16,-78-1-16,39 40 15,1-78 1,-40 117 15,0 40-15,0-40-16,0 0 0,0 0 0,0 0 15,0 1-15,0-1 0,0 0 0,0 39 0,0-38 16,0-1 0,0 0-16,0 0 0,0 0 0,39-39 0,-39 40 0</inkml:trace>
  <inkml:trace contextRef="#ctx0" brushRef="#br0" timeOffset="9208.08">19089 979 0,'0'0'0,"-39"-39"0,39 0 0,0 0 31</inkml:trace>
  <inkml:trace contextRef="#ctx0" brushRef="#br0" timeOffset="9568">19755 1215 0,'0'0'0,"-39"0"16,0 39-16,0-39 16,0 39-16,-1 0 0,40 0 15,-39-39-15,39 40 0,0-1 16,0 0-16,0 0 0,0 0 0,0 1 16,0-1-16,39 0 15,-39 0-15,40-39 0,-1 0 31,0 0-31,0-39 16,-39 0-16,39 39 16,-39-39-16,0-1 0,0 1 0,0 0 0,0 0 15,0 0-15,0-1 0,-39 40 0,39-39 16</inkml:trace>
  <inkml:trace contextRef="#ctx0" brushRef="#br0" timeOffset="9957.95">20108 1215 0,'0'-40'15,"39"40"1,-39 40-1,0-1 1,0 0-16,40 79 16,-40-79-1,0 0-15,39-39 32,0 0-17,-39-39 1,39 39-16,0-39 0,1-1 0,-1 40 15,0-39-15,0 39 0,0 0 16,1 0-16,-1 0 0,0 39 16,0 1-16,-39-1 0,0 0 15,0 0-15,39-39 16,-39 39-16,0 1 0,0-1 0,0 0 0,0 0 16,0 0-16,0 1 15,0-1-15,-39-39 0,39 39 0,-39 0 0,39 0 16</inkml:trace>
  <inkml:trace contextRef="#ctx0" brushRef="#br0" timeOffset="11057.9">21872 1332 0,'0'0'0,"0"-39"15,0 0-15,-39 39 47,39 39-31,0 39-16,-39-38 0,39-1 15,0 0-15,0 0 0,-39 0 16,39 1-16,0-1 0,0 0 0,0 0 16,39-39-16,0 39 15,0-39 1,0 0-16,0 0 0,1 0 16,-40-39-16,39 39 0,0-39 15,0-39-15,0 38 0,1 40 0,-40-39 16,39 0-16,0 0 15,0 0-15,-39 78 47,0 0-47,0 0 0,0 0 16,39-39-16,-39 40 16,40-40-16,-40 39 0,39-39 0,0 0 0,-39 39 15,39-39-15,0 0 0,1 0 16,-1 0-16,0 0 0,0 0 0,0-39 15,1 0 1,-1 39-16,-39-79 0,39 40 0,-39 0 16,39 0-16,-39-1 0,0 1 0,0 0 0,39 0 15,-39 0-15,0-1 0,0 1 16,0 0-16,0 0 16,0 117-1,0-39 1,0 1-16,0-1 15,-39 0-15,39 0 0,0 0 0,0 1 0,0-1 16,0 0-16,0 0 16,0 0-16,39 1 0,-39-1 0,0 0 0,0 0 15,40 0-15,-40 1 0,0-1 16,0-78 31,0-1-47,0 1 31,0 0-31,78 39 0,-78-39 0,39 39 16,0-39-16,1-1 0,-1 1 15,-39 0 1,39 39-16,0-39 0,-39 0 0,39 39 16,-39-40-16,40 1 0,-1 0 15,-39 0-15,0 0 0,39 39 16,-39 39 15,0 0-15,0 0-16,-39 0 0,39 1 0,0-1 0,0 0 15,0 0-15,-39 0 0,39 1 0,-40-1 16,40 0-16,0 0 16,-39-39-16,39 39 0,0 1 0,0-1 0,0 0 15</inkml:trace>
  <inkml:trace contextRef="#ctx0" brushRef="#br0" timeOffset="11487.95">23871 1019 0,'-39'0'0,"78"0"0,-117 0 31,78-40-15,0 1-1,39 39-15,-39-39 16</inkml:trace>
  <inkml:trace contextRef="#ctx0" brushRef="#br0" timeOffset="12567.81">23754 1215 0,'0'39'78,"0"0"-78,0 0 15,0 0 1,0 1-16,0-1 0,39 0 0,-39 0 16,0 0-16,0 1 15,0-1-15,0 0 16,39-39-1,0 0 1,-39-39-16,39 0 16,1 39-16,-40-40 0,39 40 15,0-39-15,0 39 0,0-39 16,1 39 0,-1 0-1,-39 78-15,39-78 0,-39 40 16,39-40-16,-39 39 0,39-39 0,1 0 0,-1 39 15,0-39 1,-39 39-16,39-39 0,0 0 0,1 0 16,-40-39-16,39 39 0,-39-39 15,0 0-15,0-1 16,0 1-16,0 0 0,0 0 0,-39 39 16,39-39-16,0-1 15,-40 40-15,40 40 31,-39-1-31,39 39 0,0-39 16,0 1-16,0-1 0,39-39 31,-39 39-31,40-39 0,-1 0 16,-39-39-16,39 39 16,-39-39-16,39-1 0,-39 1 15,0 78 32,-39-39-47,39 79 0,0-40 0,0 0 16,0 0-16,-39 1 0,39-1 0,0 0 0,-39 0 15,39 0-15,-40 40 16,40-40-16,-39 0 0,39 0 0,-39 40 0,39-40 16,-39 0-16,39 0 0,-39 0 15,39 40-15,-40-79 0,40 39 0,-39 0 0,0-39 16,39 39-1,-39-39-15,39-39 16,0 0-16,0 0 0,0 0 16,0-1-16,0 1 15,39 0-15,-39 0 0,0 0 0,39 0 0,-39-1 0,39 1 16,-39 0-16,0 0 16,40 39-16,-40-39 0,39 39 15</inkml:trace>
  <inkml:trace contextRef="#ctx0" brushRef="#br0" timeOffset="14007.73">2665 3292 0,'40'0'15,"-40"-39"-15,0 0 16,0-1-1,39 40 1,-78 0 47,-1 0-32,1 0-31,39 40 0,-39-40 15,0 0 1,0 0-16,39 39 0,-40-39 0,1 0 16,39 39-16,-39-39 0,0 0 0,0 39 0,-1 0 15,1 1 1,39-1-16,-39-39 0,39 39 0,0 0 0,-39 0 16,39 1-16,0-1 0,0 0 15,0 0-15,0 0 0,0 1 0,0-1 0,0 0 16,39-39-16,-39 39 15,39 0-15,0 1 0,1-1 16,-1-39-16,0 0 0,0 0 0,0 39 0,1-39 16,-1 0-16,0 0 15</inkml:trace>
  <inkml:trace contextRef="#ctx0" brushRef="#br0" timeOffset="14337.71">3136 3802 0,'-40'0'0,"40"39"78,0 0-62,40 0-16,-1 0 16,0 1-16,-39-1 0,39-39 0,-39 39 15,0 0-15,39 0 16,-39 1-16</inkml:trace>
  <inkml:trace contextRef="#ctx0" brushRef="#br0" timeOffset="14547.77">3175 3566 0,'0'0'0,"-39"0"0,39-39 0,-40 39 16,40-39-16,-39 39 15,39-39-15,39 39 32,1 0-32,-40 39 0</inkml:trace>
  <inkml:trace contextRef="#ctx0" brushRef="#br0" timeOffset="14947.69">3763 3684 0,'39'39'47,"39"0"-31,-78 1-16,0-1 15,79 0-15,-79 0 0,39-39 0,0 39 16,-39 1-16,39-1 16,-39 0-16,40-39 0,-40 39 0,39-39 15,-39 39 1,-39-39-1,39-39 1,-40 39-16,40-39 0,-39 39 0,39-39 16,-39 0-16,39-1 0,0 1 0,0 0 15,0 0 1,39 0-16,40-1 0,-79 1 0,39 39 16,0-39-16,0 0 15,40 39-15,-40-39 0,0 39 0,0 0 0,0-40 0,1 40 16,-1 0-16</inkml:trace>
  <inkml:trace contextRef="#ctx0" brushRef="#br0" timeOffset="16647.58">5056 3684 0,'-78'0'0,"39"0"31,0 0-15,39 39 30,0 0-46,-40-39 16,40 40-16,0-1 0,-39-39 0,39 39 0,0 0 16,0 0-16,0 1 15,0-1-15,0 0 0,39 0 0,1 0 16,38 1 0,-39-40-16,0 0 0,1 0 15,-1 0-15,0 0 16,0 0-16,0 0 0,1-40 0,-1 40 15,0-39-15,0 39 0,0-39 16,1 39-16,-40-39 0,39 39 0,-39-39 0,39-1 16,-39 1-16,0 0 0,0 0 15,0 0 1,0-1-16,0 80 47,0-1-32,-39-39-15,39 39 0,0 0 16,0 0-16,0 1 0,0-1 16,39-39-1,-39 39-15,39-39 0,0 0 16,1 0-16,-1 0 16,0 0-16,0-39 0,0 39 15,-39-39-15,40-1 16,-1 1-16,-39 0 0,0 0 15,0 0 1,-39 39 0,39 39-16,0 0 15,0 0 1,0 0-16,0 1 0,0-1 16,39-39-16,-39 39 15,0 0-15,39-39 0,0 0 16,0 0-16,0 0 0,1 0 15,-1 0-15,-39-39 0,39 0 16,0 0-16,0-1 0,-39 1 16,40 0-16,-40 0 15,39 0-15,-39-1 0,0-38 0,0 39 0,0 0 16,0-40-16,0 40 0,0 0 16,0 0-16,0-1 0,-39 1 0,39 0 15,0 0 1,-40 39-16,40 39 31,0 0-15,0 0-16,0 1 0,0-1 0,0 0 15,0 0-15,0 0 16,0 1-16,0-1 0,0 0 0,0 0 0,40 0 16,-40 1-16,0-1 0,39-39 15,-39 39-15,39 0 0,0 0 0,0-39 16,1 40-16,-1-40 15,39 39-15,-39-39 0,1 0 0,-1 0 16,0 0-16,39 0 0,-38 0 0,-1 0 0,39 0 16,-39 0-16,1 0 0,-1 0 15,0 0-15,-39-39 0,39 39 0,-39-40 16,0 1 0,39 39-16,-39-39 0,0 0 0,0 0 15,0-1-15,0 1 16,0 0-16,-39 0 0,0 39 31,39-39-31,-39 39 0,0 0 16,39 78-16,0-39 15,0 0 1,0 1-16,0-1 0,39-39 16,-39 39-16,39 0 15,0-39 16,0 0-15,-39-39-16,40 0 0,-1 0 16,-39-1-16,39 40 15,-39-39-15,39 0 0,-39 78 47,39 0-31,-39 1-16,0-1 0,40-39 0,-40 39 15,39 0-15,0 0 16,0 1-16,0-40 16,1 0-16,-1 0 0,0 0 15,0 0 1,-39-40-16,39 40 0,1-39 0,-40 0 16,39 0-16,-39 0 0,39-1 15,-39 1-15,0 0 0,0 0 16,39 0-1,0 39 1,-39-40-16,40 40 16,-40 40-16,39-40 15,0 39-15,0 0 0,-39 0 16,39-39-16,-39 39 16,0 1-16,0-1 0,40-39 15,-40 39-15,0 0 16,39-39-16,0 0 31,0 0-31,0 0 0,1 0 0,-1 0 16,0 0-16,0 0 0,0 0 0,1 0 15,-1 0-15,0 0 0,0 0 16</inkml:trace>
  <inkml:trace contextRef="#ctx0" brushRef="#br0" timeOffset="17147.6">10309 3292 0,'-39'0'0,"78"0"0,-78-39 0,-1 39 16,40-39-16,-39 39 0,0 0 16,0 0-1,39 39-15,-39-39 0,39 39 16,0 0-16,-40 0 0,40 1 16,-39-40-16,39 39 0,0 0 0,-39 39 15,39-38-15,0-1 16,0 0-16,0 0 0,0 0 0,0 1 15,39-1-15,40 0 16,-79 0-16,39 0 0,0 1 0,157 38 16,-78-78-1</inkml:trace>
  <inkml:trace contextRef="#ctx0" brushRef="#br0" timeOffset="17487.59">10975 3566 0,'0'0'16,"39"0"-1,-39 40-15,0-1 16,40-39-16,-40 39 0,0 0 16,39 40-1,-39 38 1,-39-38 15,-1-79-31,-38 39 16,39-39-16,39-39 15,-39-79 1,39 40 15,0 38-31,39 40 0,0-78 16,79 0-1,-118 38-15,78 1 16</inkml:trace>
  <inkml:trace contextRef="#ctx0" brushRef="#br0" timeOffset="17847.5">11446 3488 0,'0'0'16,"39"0"-16,0 0 15,0 78 1,-39-38-16,0-1 16,0 0-16,39 0 0,-39 0 0,0 1 15,40-40-15,-40 39 0,0 0 16,0 0-16,39-39 0,-39 39 0,0 1 31,39-40-31,-39-40 16,39 1-1,0-39-15,1 39 0,-40-1 16,39 40-16,-39-39 0,39 0 0,0 0 16,0 39-1,-39-39-15,40 39 16,-40 39 0,0 0-16,0 39 0,39-38 15,-39-1 1,0 0-16,39 0 0,0 0 15,-39 1-15,39-40 0,-39 39 16</inkml:trace>
  <inkml:trace contextRef="#ctx0" brushRef="#br0" timeOffset="18207.57">12621 3606 0,'40'0'16,"-1"39"15,0 0-15,-39 0-16,78 79 16,-38-79-16,-1 0 31,-39 0-31,39-39 0,0 0 0,-39 40 0,39-40 15,1 0 1,-1 0-16,-39-40 0,39 1 16,-39 0-16,39 0 0,-39 0 15,0-1-15,39 40 0,-39-39 16,0 0-16,0 0 0,0 0 0,0-1 16,40 40-1,-40-39-15,39 39 16,0 0-1</inkml:trace>
  <inkml:trace contextRef="#ctx0" brushRef="#br0" timeOffset="18547.53">13837 3723 0,'0'0'0,"39"39"31,0 40-15,-39-40-16,0 0 0,0 0 0,-39 1 15,0-40 1,39 39-16,-118-39 31,79 0-31,0-39 16,39-1-1,0 1-15,0 0 16,0-39 0,39 38-1,39 1 17,-39 39-32</inkml:trace>
  <inkml:trace contextRef="#ctx0" brushRef="#br0" timeOffset="18827.45">14346 3331 0,'-39'-39'16,"78"78"-16,-117-78 0,39 0 15,39 78 32,0 0-47,0 0 0,0 1 16,0-1-1,0 0-15,0 0 0,0 0 0,0 1 0,39-1 16,0 0-16,-39 0 16,39 0-16,-39 1 0,39-40 0,-39 39 0,0 0 15,40-39-15,-40 39 16,0 0-16,39-39 0,-39 40 0</inkml:trace>
  <inkml:trace contextRef="#ctx0" brushRef="#br0" timeOffset="19497.4">14856 3606 0,'0'-40'0,"-39"1"16,78 118-16,-118-158 31,79 118-31,-39-39 16,39 118 0,79 0 15,-40-79-31,0 39 15,0-78-15,0 39 16,1-39-16,38 0 16,-39 0-16,40-78 31,-40 39-31,0 0 0,39-1 31,-78 1-15,40 39-1,-40 39 1,39 1-16,0 38 16,0-78-16,0 0 15,118 39 1,39-78 0,-157 39-16,40-118 31,-79 79-31,39 0 0,-39 0 0,0-40 15,0 1 1,0 39-16,0-157 16,-39 157-16,39-1 0,0 1 31,0 118-15,0-1-1,0-39-15,0 0 0,0 1 0,0 38 16,0-39-16,0 118 15,0-118-15,0 0 0,0 1 16,0-1-16,0 0 0,0 0 0,39 0 0</inkml:trace>
  <inkml:trace contextRef="#ctx0" brushRef="#br0" timeOffset="19827.46">16188 3684 0,'0'0'0,"0"-39"0,40 0 16,-1-1-16,78 1 31,-77 39-31,77 0 16,-117-39-16,39 39 0,1 0 15,-1 0-15,39-39 31,-39 39-15,-39 39 0,0 79-1,0-1 17,0-78-32,0 79 15,0-79-15</inkml:trace>
  <inkml:trace contextRef="#ctx0" brushRef="#br0" timeOffset="19997.38">16659 3174 0,'0'-39'16,"0"78"-16,-39-78 0,39 0 0,0-79 15,0 79 1,39 39 0,-39 39-16</inkml:trace>
  <inkml:trace contextRef="#ctx0" brushRef="#br0" timeOffset="20367.34">17286 3370 0,'-78'0'31,"38"0"-31,1 0 0,0 0 0,0 40 16,0-40-16,-1 78 15,1-39-15,0-39 0,39 39 0,-39 40 16,78 78-1,0-118 1,40 0-16,-1-39 16,-39 0-16,40 0 15,-79-39-15,39 39 16,-39-79 0,-39-38-1,-1 38 1,1 79-16,39 40 31</inkml:trace>
  <inkml:trace contextRef="#ctx0" brushRef="#br0" timeOffset="20767.32">17443 3410 0,'0'-40'0,"39"80"32,-39-1-17,39-39-15,-39 39 0,0 0 0,0 0 0,0 1 16,39-40-16,-39 39 16,0 0-16,0 0 0,40-39 0,-40 39 15,0 1 1,39-40 15,0 0-31,-39-40 0,39 40 16,0-39-16,1 39 0,-40-39 0,39 39 0,0-39 15,0 39-15,-39-39 0,39 39 16,1-40-16,-1 40 16,-39 40 15,39-40-31,-39 39 0,0 0 15,39-39-15,-39 39 0,39 0 0,1 1 0,-40-1 16,39 0-16,0 0 0,0 0 0,0 1 16,1-1-16,-1 0 15,0-39-15,0 39 0,0-39 0,1 39 0</inkml:trace>
  <inkml:trace contextRef="#ctx0" brushRef="#br0" timeOffset="24797.18">18775 4076 0,'-39'0'0,"39"-39"16,39 39-16,-39-39 16,40 39-1,-1 0-15,0-40 0,0 40 16,-39-39 0</inkml:trace>
  <inkml:trace contextRef="#ctx0" brushRef="#br0" timeOffset="30547.09">2077 2822 0,'0'-40'0,"40"40"438,38 0-422,-39 0-16,0 0 0,1 0 15,-1 40-15,0-40 16,0 0-16,40 0 0,-40 0 0,0 0 0,39 0 15,-38 0-15,38 0 0,-39 0 0,39 0 0,-38-40 16,38 40-16,-39 0 16,0 0-16,40 0 0,-40 0 0,0 0 0,0 0 15,1-39-15,-1 39 0,0 0 16,0 0-16,0 0 0,1-39 0,-1 39 0,0 0 16,0 0-16,0 0 15,1 0-15,-1 0 0,0 0 0,-39 39 16,39-39-16,0 0 15,-39 39-15,40-39 0,-1 0 16,0 0-16,0 0 0,0 0 16,1 0-1,-1 0-15,39 0 0,-39 0 0,40 0 0,-1 0 16,1 0-16,-1 0 0,0 0 16,40 0-16,-40 0 0,1 0 0,38 0 0,-38 0 15,-1 0-15,1 0 16,-1 0-16,-39 0 0,40 0 0,-1 0 0,-39 0 15,40 0-15,-40 0 0,39-39 0,1 39 0,-40 0 16,39 0-16,-39 0 0,40 0 16,-40 0-16,39 0 0,-39 0 0,40 0 0,-1 0 15,1 0-15,-1 0 16,-39 0-16,40 0 0,-1 0 0,0 0 0,-38 0 16,38 0-16,-39 0 0,0 0 15,40 0-15,-40 0 0,0 0 0,40 0 0,-40 0 16,39 0-16,-39 0 15,40 0-15,-1 0 0,1 0 0,38 0 0,-38 0 16,-1 0-16,40 0 0,-40 0 0,40 0 0,-40 0 16,0 0-16,40 39 0,-40-39 15,1 0-15,38 0 0,-38 0 0,38 0 0,-38 0 16,-1 0-16,40 0 16,-40 0-16,0 0 0,40 0 0,-40 0 0,1 0 15,-1 0-15,1 0 0,-1 0 16,0 0-16,1 0 0,-1 0 0,1 0 0,-1 0 15,0 0-15,40 0 0,-40 0 0,1 0 0,-1 0 16,1 0-16,38 0 16,-38 0-16,-1 0 0,0 0 0,1 0 0,-40 0 15,39 0-15,-38 0 0,38 0 16,-39 0-16,0 0 0,1 0 0,-1 0 0,0 0 16,0 0-16,0 0 15,1 0-15,38 0 0,-39 0 0,40 0 0,-40 0 16,39 0-16,1 0 15,-1 0-15,0 0 0,40 0 0,-40 0 0,1 0 0,-1 0 16,40 40-16,-40-40 0,0 0 0,40 0 0,-40 0 16,1 0-16,-1 39 15,1-39-15,-1 0 0,-39 0 0,40 0 0,-40 39 16,39-39-16,-39 0 0,40 0 16,-40 0-16,39 0 0,-38 0 0,38 0 0,0 0 15,1 39-15,-1-39 16,1 39-16,-1-39 0,40 40 0,-40-40 0,40 39 15,-40-39-15,40 39 0,-40-39 0,40 0 0,-1 39 16,-38-39-16,38 0 0,-39 39 16,40-39-16,-40 0 0,40 0 0,-40 0 0,1 0 15,38 40-15,-38-40 16,38 0-16,-38 0 0,38 0 0,1 0 0,0 0 16,-1 0-16,-38 0 0,38 0 15,1 0-15,-1 0 0,1 0 0,0 0 0,-1 0 16,1 0-16,-1 39 15,40-39-15,-39 0 0,39 0 0,-1 39 0,-38-39 16,39 39-16,-1-39 0,1 39 0,-39-39 0,39 40 16,-1-40-16,1 39 0,0-39 15,39 0-15,-39 39 0,0-39 0,-1 0 0,1 0 16,0 0-16,0 39 16,-40-39-16,40 0 0,-39 0 0,39 0 0</inkml:trace>
  <inkml:trace contextRef="#ctx0" brushRef="#br0" timeOffset="32676.97">1842 5448 0,'-39'0'0,"78"0"0,-39 0 79,39 0-17,1 0-46,-1-39-1,0 39-15,0-39 16,0 39-16,1 0 0,-1 0 16,0 0-16,0 0 0,0-40 0,1 40 0,38 0 15,-39 0-15,40 0 16,-1-39-16,0 39 0,1 0 0,-1 0 0,0 0 15,40 0-15,-40 0 0,1-39 0,38 39 0,1 0 16,0 0-16,-1-39 16,-38 39-16,38 0 0,1 0 0,-1-39 0,1 39 15,0 0-15,-40 0 0,40 0 16,-40 0-16,40 0 0,-40 0 0,40-40 0,-40 40 16,0 0-16,1 0 0,38-39 15,-38 39-15,-1 0 0,40 0 0,-40-39 0,1 39 16,38 0-16,-38 0 15,-1 0-15,0 0 0,1 0 0,-1 0 0,40 0 16,-40 0-16,0 0 0,40 0 0,-40 0 0,1 0 16,38 0-16,-38 0 0,-1 0 15,1 0-15,-1 0 0,0 0 0,1 0 0,-1 0 16,1 0-16,-1 0 16,0 0-16,40 0 0,-40 0 0,1 0 0,-1 0 15,40-39-15,-40 39 0,1 0 16,-1 0-16,40-39 0,-40 39 0,0 0 0,40 0 15,-40-40-15,1 40 0,-1 0 0,40 0 0,-40 0 16,0 0-16,1 0 16,38 0-16,-38 0 0,-1 0 0,-39 0 0,40 0 15,-1 0-15,1 0 0,-40 0 16,39 0-16,1 0 0,-1 0 0,-39 0 0,40 0 16,-1 0-16,0 0 15,1 0-15,-1 0 0,1 0 0,-1 0 0,0 0 16,1 0-16,-1 0 0,-39 0 15,40 0-15,-1 0 0,-39 0 0,40 0 0,-1 0 16,-39 0-16,40 0 0,-1 0 0,1 0 0,-40 0 16,39 0-16,1 0 15,-1 0-15,0 0 0,40 0 0,-40 0 0,1 0 16,-1 0-16,-39 0 0,40 0 16,-1 0-16,-39 0 0,40 0 0,-40 0 0,39 0 15,-39 40-15,1-40 16,38 0-16,-39 0 0,0 0 0,1 0 0,-1 0 15,0 0-15,0 39 0,0-39 0,1 0 0,-1 0 16,0 0-16,39 0 0,-38 39 16,38-39-16,0 0 0,-38 0 0,38 39 0,0-39 15,-38 0-15,38 0 16,0 0-16,-38 0 0,38 39 0,0-39 0,-38 0 16,-1 0-16,39 0 0,-39 0 15,1 0-15,-1 0 0,39 0 0,-39 0 16,1 40-16,-1-40 0,0 0 15,0 0-15,0 0 0,1 0 0,38 0 0,-39 0 16,40 0-16,-40 39 0,39-39 0,-39 0 0,40 0 16,-40 0-16,39 0 0,-38 0 15,38 0-15,-39 0 0,39 39 0,-38-39 0,-1 0 16,39 0-16,-39 0 16,40 0-16,-40 0 0,39 0 0,-38 0 0,38 0 15,0 0-15,1 0 0,-1 0 16,-39-39-16,40 39 0,-1 0 0,1 0 0,-1 0 15,0 0-15,1 0 0,38 0 0,-38 0 0,-1 0 16,1 0-16,38 39 16,-38-39-16,-1 0 0,0 39 0,1-39 0,-1 0 15,1 0-15,-1 39 0,0-39 16,1 0-16,38 0 0,-77 0 0,38 0 0,0 40 16,-38-40-16,38 0 15,-39 0-15,40 0 0</inkml:trace>
  <inkml:trace contextRef="#ctx0" brushRef="#br0" timeOffset="97770.96">5135 6075 0,'0'-39'47,"-39"39"-15,-1 39 1202,40 0-1234,-39 0 16,39 1-1,-39-1-15,39 0 16,0 0-16,-39-39 0,39 39 0,0 1 0,0-1 15,-39 0-15,39 0 0,0 0 16,0 1-16,-40-1 0,40 0 0,0 0 16,0 0-16,0 1 15,0-1-15,0 0 0,-39 0 0,39 40 0,0-40 16,0 0-16,0 0 0,0 0 16,0 1-16,0-1 0,0 0 15,0 0-15,-39 0 0,39 1 16,0-1 15,0-78 94,0-1-109,0 1-1,0 0 1063,0 0-1046,0-40-32,0 40 0,0 0 15,0 0-15,0 0 16,0-1-16,0 1 0,0 0 16,0 0-1,0 0-15,0-1 0,0 1 16,0 0-16,0 0 15,0 0-15,0-1 16,0 1-16,0 0 0,39 39 0,-39-39 16,0 0-1,0-1-15,0 1 16,0 0 0,0 0 30,39 39-30,-39-39-16,40 39 266,-40 39-266,39-39 0,-39 39 15,39-39 1,-39 39-16,39-39 0,0 39 16,1-39-1,-40 40-15,39-40 16,-39 39-16,39-39 0,-39 39 0,39-39 15,0 0-15,1 39 0,-1-39 16,0 39-16,0-39 0,0 0 0,1 40 16,-1-1-1,0-39-15,-39 39 0,39-39 0,0 0 0,-39 39 16,40-39-16,-40 39 0,39-39 16,-39 40-16,39-40 0,-39 39 0,39-39 0,-39 39 15,39-39-15,1 0 0,-1 0 16,-39 39-1,39-39-15,0 39 16,0-39 0,-39-78 62,39 78-78,-39-39 0,40 0 15,-40-1-15,0 1 16,0 0-16,0 0 0,39 0 0,-39-1 0,0 1 16,0 0-16,0 0 0,0-40 15,0 40-15,0 0 0,0 0 0,0 0 0,0-1 16,0 1 0,0 0-16,0 0 0,39 39 15,-39-39-15,0-1 16,39 40 31,0 0-47,1 0 15,38 0 1</inkml:trace>
  <inkml:trace contextRef="#ctx0" brushRef="#br0" timeOffset="98000.85">7016 6271 0,'0'39'0,"0"-78"0,39 78 32,1-39-32,-1 0 15,0-39-15,0 39 0,0-39 16,1 39-1,-1 0-15,39 0 0,-39 0 0,1-39 0,-1 39 16,0 0-16,0 0 0,0 0 16,1-40-16,-1 40 0,0 0 0,0 0 0</inkml:trace>
  <inkml:trace contextRef="#ctx0" brushRef="#br0" timeOffset="98225.2">7408 6781 0,'0'0'0,"0"-40"15,196 1 17,0 0-32,-117 39 0,77-39 15,-77 39-15,-1 0 16,-39 0-16,40 0 0,-40 0 0,0 0 0,40 0 0</inkml:trace>
  <inkml:trace contextRef="#ctx0" brushRef="#br0" timeOffset="98425.21">9368 5801 0,'0'0'0,"-39"0"0,39-40 32,0 80-32,78-40 0,1 196 31,-79-118-31,39-39 0,-39 0 0,39 79 16,0-79-16,-39 40 0,0-40 0</inkml:trace>
  <inkml:trace contextRef="#ctx0" brushRef="#br0" timeOffset="98665.16">9603 5722 0,'39'0'31,"1"0"-16,-1 0-15,0 39 0,0-39 0,40 40 16,-40-40-16,0 39 16,0-39-16,40 39 0,-40 0 0,39 0 0,-39-39 15,1 40-15,-1-1 0,39-39 16,-39 39-16,1-39 0,-1 0 0,39 0 0,-39 0 16,1 0-16,-1 0 0</inkml:trace>
  <inkml:trace contextRef="#ctx0" brushRef="#br0" timeOffset="98925.21">10740 5644 0,'-39'0'16,"78"0"-16,-117-39 0,38 39 0,1-79 16,118 79-1,-40 0 1,0 0-16,0 39 15,0-39-15,1 40 16,-40-1-16,39 0 16,-39 0-16,0 0 0,39 1 0,0-1 0,-39 0 15,39 0-15,-39 0 0,0 1 16,40-1-16,-1 0 0,-39 0 0,39 0 0,-39 1 16,39-1-16,0-39 0</inkml:trace>
  <inkml:trace contextRef="#ctx0" brushRef="#br0" timeOffset="99145.18">11681 5840 0,'0'0'15,"39"0"-15,0 117 31,-39-77-31,0-1 0,39 39 16,1 118 0,-1-78-1</inkml:trace>
  <inkml:trace contextRef="#ctx0" brushRef="#br0" timeOffset="99375.18">12778 5957 0,'0'-39'16,"0"78"-16,0-117 0,39 78 0,79-39 15,-79 39-15,79 0 16,-79 0-16,39 0 0,-38 0 15,-1 0-15,39 0 0,-39 0 0,1 0 16,38 0-16,118 39 16,-157-39-16,0 0 0</inkml:trace>
  <inkml:trace contextRef="#ctx0" brushRef="#br0" timeOffset="99625.15">13484 5565 0,'-39'-39'15,"78"78"-15,-78-117 16,39 156-16,39 40 16,0-40-16,-39 197 15,0-197-15,39-39 0,-39 40 16,0-1-16,39 118 15,-39-117-15,40-40 0,-40 39 16,39-39-16,0 1 0</inkml:trace>
  <inkml:trace contextRef="#ctx0" brushRef="#br0" timeOffset="100025.16">14542 5409 0,'0'-39'16,"0"78"-16,39-78 15,1 78 1,-40 0-1,39-39-15,0 39 16,0 0 78,0 40-79,-39-40-15,40 0 0,-40 0 16,0 0-16,39 40 0,-39-40 0,39 39 0,0 1 16,-39-1-16,0-39 15,39 40-15,-39-1 0,0-39 0,0 40 0,0-40 16,0 0-16,0 0 0</inkml:trace>
  <inkml:trace contextRef="#ctx0" brushRef="#br0" timeOffset="100295.12">14934 5605 0,'0'0'0,"-39"-40"15,117 1 1,40 118 15,78 77-15,117-38-1,-195-79 1,-79 0-16,118 1 16,-118-40-16</inkml:trace>
  <inkml:trace contextRef="#ctx0" brushRef="#br0" timeOffset="100495.06">16110 5565 0,'0'0'0,"-39"0"31,39-39-31,-39 39 0,78 39 16,-39 40-1,39-79-15,-39 78 16,39-39-16,-39 1 0,39-1 0,-39 39 0,40-39 15,-40 40-15,39-1 0,-39-39 16,0 1-16,39 38 0,-39-39 0,0 0 0,39 1 16</inkml:trace>
  <inkml:trace contextRef="#ctx0" brushRef="#br0" timeOffset="100815.01">16541 6193 0,'0'-40'16,"0"80"-16,0-119 0,79 40 15,-1 39-15,-39 0 16,0 0-16,1 39 0,38 118 16,-78-118-16,-39 118 31,-40-118-31,79 0 0,-39 1 0,-39-1 31,156 0-15,1-39-16,273 0 15,-234 0-15,0-39 16,195 39 0,-117-39-16,-78 39 0,39 0 15</inkml:trace>
  <inkml:trace contextRef="#ctx0" brushRef="#br0" timeOffset="101084.99">18540 6271 0,'-78'0'15,"156"0"-15,-195 0 0,117-39 32,78 39-32,-39 0 0,1 0 0,-1 0 15,39 0-15,157-39 16,-156 39-16,-1 0 0,-39 0 15,40 0-15</inkml:trace>
  <inkml:trace contextRef="#ctx0" brushRef="#br0" timeOffset="101275">19755 5644 0,'-39'0'0,"78"0"0,-78 39 31,78 235-15,-39-156-16,0-40 15,0 40-15,0-40 0,0 40 0,0 0 0,0-1 16,-39-38-16</inkml:trace>
  <inkml:trace contextRef="#ctx0" brushRef="#br0" timeOffset="106084.73">7839 8113 0,'-39'0'0,"39"-39"0,0 0 15,39 39 1,-39-39-16,40 39 15,-40-39 1,39 39-16,0 0 47,39 0-31,-38 0-16,-1 0 0,39 0 15,-39 0-15,40 0 0,-1-40 0,40 40 0,-40 0 16,1-39-16,-1 39 15,0-39-15</inkml:trace>
  <inkml:trace contextRef="#ctx0" brushRef="#br0" timeOffset="106324.72">8271 8662 0,'-40'0'16,"80"0"-16,-40-39 31,117 39-31,40-78 16,-79 78-16,79-40 16,-118 1-16,40 39 0,78-39 15,-1 0-15</inkml:trace>
  <inkml:trace contextRef="#ctx0" brushRef="#br0" timeOffset="106764.66">10034 8035 0,'0'0'15,"0"-39"-15,40 39 0,-40-39 16,117-79-1,-78 118-15,1-39 16,-1 39-16,0 0 0,0 0 0,-39-39 0,39 39 16,1 39-1,-1-39-15,-39 39 0,39-39 0,-39 78 0,0-38 16,-39 77 0,39-78-1,-39 1-15,-1-1 16,40 0-16,40-39 15,77 0 17,-78 0-32,79 0 0,-79 0 0,0 0 15,1 39-15,-1-39 0,0 79 16,0-40-16,0-39 0,-39 78 0,0 79 16,0-118-16,-156 118 31,156-118-31,-40-39 0,-38 39 0,39 0 0,0-39 15,-40 40 1,-38-80 0,77-77-16</inkml:trace>
  <inkml:trace contextRef="#ctx0" brushRef="#br0" timeOffset="106984.71">11485 8270 0,'78'-78'15,"-156"156"-15,313-274 16,-157 196-16,-38-39 16,156 0-16,-118 0 0,0 39 15,118-40 1,-39 40-1,-157-39-15</inkml:trace>
  <inkml:trace contextRef="#ctx0" brushRef="#br0" timeOffset="107194.63">11994 7721 0,'-39'-39'0,"78"78"0,-78-117 16,0 78-16,39 78 16,118 79 15,-79 235-15,0-235-16,-39-79 0,39 236 31,-39-236-31</inkml:trace>
  <inkml:trace contextRef="#ctx0" brushRef="#br0" timeOffset="108714.54">13366 7721 0,'0'40'266,"0"-1"-266,0 0 0,0 0 15,0 0-15,0 40 0,0-40 16,0 0-16,39 0 0,-39 1 0,40 38 0,-40-39 15,0 0-15</inkml:trace>
  <inkml:trace contextRef="#ctx0" brushRef="#br0" timeOffset="109464.5">14581 8153 0,'-39'0'0,"78"0"63,1 0-63,-1 0 0,0 0 15,0 0-15,0 0 16,1-40-16,38 40 0,0 0 0,1 0 0,-40 0 15,39-39-15,1 39 0</inkml:trace>
  <inkml:trace contextRef="#ctx0" brushRef="#br0" timeOffset="109754.47">15718 7800 0,'-39'0'0,"78"0"0,-117 0 0,38 0 16,40 39-1,0 0 1,-39 0-16,39 197 15,0-158-15,0 0 0,0 1 16,0-1-16,0 1 0,0-1 0,39 79 16,-39-79-16,40-39 0</inkml:trace>
  <inkml:trace contextRef="#ctx0" brushRef="#br0" timeOffset="110154.46">16776 8231 0,'-78'0'16,"156"0"-16,-156-39 0,117 0 15,40 39-15,-40 0 16,0 0-16,0 0 16,40 0-16,-1 0 0,0 0 0,1-40 0,-1 40 15,118 0 1,-117-39-16,-1 39 0</inkml:trace>
  <inkml:trace contextRef="#ctx0" brushRef="#br0" timeOffset="110354.54">17012 8740 0,'-79'0'16,"158"0"-16,-79-78 15,78 78-15,0-39 0,-38 39 16,38-39-16,40 39 15,-40-39-15,0 39 0,1 0 0,117 0 16,-157 0-16,39 0 0</inkml:trace>
  <inkml:trace contextRef="#ctx0" brushRef="#br0" timeOffset="111944.38">18815 7957 0,'0'-40'94,"0"1"-94,78 39 15,-39-39 1,0 39-16,1-39 0,-1 39 0,0 0 16,0 0-16,0-39 15,1 39-15,-1 0 0,0 0 0,0 0 0,0 0 16,1 0-16,-1 0 0,0 0 0,0 0 16,0 0-1,-39 39 1,0 0-1,0 0-15,0 0 16,0 1-16,0-1 16,0 0-16,0 0 0,0 0 15,0 1 1,0-1-16,-39-39 0,39 39 16,-39-39-16,39 39 31,-39-39-31,78 0 62,0 0-46,0 39 0,1-39-1,-40 40-15,39-40 0,0 39 0,0 0 0,0-39 16,1 39-16,-1-39 15,0 39-15,0-39 0,0 40 0,1-1 16,-1 0 0,-39 0-1,-79-39-15,40 0 16,0 0-16,0 39 0,0-39 0,-40 0 16,40 0-16,0 0 0,0 0 0,-40 0 0,40-39 0,-39 39 15,38-39-15,-38 39 16</inkml:trace>
  <inkml:trace contextRef="#ctx0" brushRef="#br0" timeOffset="122681.21">1411 9642 0,'0'0'0,"-39"0"15,39-39 313,39 39-312,-39-39 0,39 39-1,0 0 16,-39-40-31,40 40 0,-1 0 0,0 0 16,0 40-16,0-40 16,-39 39-16,40-39 0,-40 39 0,39-39 15,0 39-15,0 0 16,0 1-16,-39-1 16,40-39-16,-40 39 0,0 0 15,0 0-15,0 1 0,0-1 16,0 0-16,0 0 15,0 0-15,-40-39 16,40 40-16,-39-40 0,39 39 0,-39 0 16,0-39-16,39 39 15,-39-39-15,-1 0 0,40 39 0,-39-39 0,0 0 16,0 0 0,39 40-16,-39-40 31,39-40-16,39 40 1,-39-39 0,39 0-16,0 0 0,0 0 15,1-1 1,-1 1-16,0 0 0,0 0 0,0 0 16,-39-1-1,40 1-15,-1 39 0,-39-39 0,39 0 0,0 39 16,0-39-16,1-1 0,-1 40 0,-39-39 15,39 39-15,-39-39 16,39 39-16,0 0 0,-39-39 16,-39 39 77,39 39-77,0 0 0,-39-39-16,0 39 15,39 1-15,-39-40 16,39 39-16,-40-39 0,1 39 0,39 0 0,-39-39 16,39 39-16,-39-39 15,39 40-15,0-1 0,-39 0 16,39 0-1,78 0 32,-39 1-47,0-40 16,1 0 0,-1 0-16,0 0 0,0 39 15</inkml:trace>
  <inkml:trace contextRef="#ctx0" brushRef="#br0" timeOffset="123391.18">2744 10112 0,'0'0'0,"0"40"188,0-1-188,0 0 0,0 0 0,0 0 15,0 40-15,0-40 16,0 0-16,0 0 0,0 40 0,-39-40 0,39 39 16,0-38-16,0 38 15,0-39-15,0 0 0,0 40 0</inkml:trace>
  <inkml:trace contextRef="#ctx0" brushRef="#br0" timeOffset="124041.14">3998 9564 0,'-39'0'0,"39"-40"31,-39 40 1,39 40-17,-40-1 1,40 0-16,0 0 0,-39 0 0,39 1 0,0-1 15,-39 0-15,39 0 0,0 0 0,0 40 0,0-40 16,0 0-16,0 0 0,0 1 16,0 38-16,0-39 0,39 0 0,-39 1 0,39-1 15,-39 0-15,40 0 16,-40 0-16,39-39 0,0 40 0,0-40 0</inkml:trace>
  <inkml:trace contextRef="#ctx0" brushRef="#br0" timeOffset="125261.58">4351 9838 0,'0'-39'32,"39"39"-1,-39-39 47,39 39 0,0 0 16,1 0-94,-1 0 15,0 0 17,0 0-32,0 39 31,1 0-15,-1-39-1,-39 39-15,39 0 0,-39 1 16,39-40-16,-39 39 0,0 0 0,0 0 0,39-39 15,-39 39-15,0 1 0,0-1 16,0 0-16,0 0 16,-39-39-16,39 39 0,-39-39 15,39 40-15,0-80 63,0 1-48,0 0-15,0 0 0,0 0 16,0-1-16,0 1 16,0 0-16,0 0 15,39 39 1,-39-39-16,0-1 0,39 40 0,1 0 16,-40-39-16,39 39 15,0-39-15,0 39 16,0 0 15,-39 39-15,40-39-1,-40 39-15,0 1 0,39-40 16,-39 39-16,0 0 16,39 0-16,-39 0 0,39 1 15,-39-1-15,0 0 16,39 0-16,-39 0 0,0 1 15,0-1-15,0 0 16,0 0 0,0 0-16</inkml:trace>
  <inkml:trace contextRef="#ctx0" brushRef="#br0" timeOffset="125741.56">5801 9760 0,'0'0'15,"0"39"32,39-39-31,-39 39-16,0 0 15,0 0-15,40 1 0,-40-1 0,0 0 0,39-39 16,0 39-16,-39 0 16,0 1-16,0-1 0,39 0 0,-39 0 0,39-39 15,-39 39-15,0 1 0,0-1 16,0 0-16,-39 0 0,39 0 0,-78-39 15,78 40-15,-39-1 0,-1 0 0,40 0 16,-39-39-16,39 39 16</inkml:trace>
  <inkml:trace contextRef="#ctx0" brushRef="#br0" timeOffset="126111.59">6624 10230 0,'0'-39'0,"0"78"0,-39-78 0,39 0 32,78 39-32,1-79 31,-40 79-31,0 0 0,0-39 0,1 39 0,-1 0 16,0 0-16,0 0 0,0 0 15,-39-39-15,40 39 0,-1 0 0,0 0 16,0 0-16,0 0 0,1 0 15,-1 0-15</inkml:trace>
  <inkml:trace contextRef="#ctx0" brushRef="#br0" timeOffset="126331.54">6663 10622 0,'0'0'16,"118"-39"0,-79 0-16,157-40 31,-157 79-31,1-39 0,-1 39 0,0 0 0,0 0 0,0 0 16,40 0-1,-40 39 1,0-39-16</inkml:trace>
  <inkml:trace contextRef="#ctx0" brushRef="#br0" timeOffset="127031.46">8545 9681 0,'0'-78'15,"0"39"1,-39 39-16,-40 0 31,40 0-31,-39 0 16,39 39-16,39 0 16,-40 0-16,40 79 31,0-79-31,0 0 0,0 40 15,0-40-15,79 78 16,-79-77-16,0-1 0,0 0 16,0 0-16,0 0 0,0 79 31,-39-79-31,39 0 0,-79-39 31,40 0-31,0-39 16,0-39 15,39 117 16,39-39-47,0 0 16,-39 78-16,39-78 0,-39 40 0,39-1 0,1 0 15,-40 0-15,0 40 16,39-40-16,-39 39 0,0-39 0,39 40 0,-39-40 15,39 39-15,-39 1 0,0-40 0,39 0 0,1 0 16,-40 40-16,39-40 16,-39 0-16,39-39 0,0 39 0,0-39 0,-39 40 0,79-40 15,-1 0 1,-39 0-16,1 0 0,38 0 0,-39 0 0</inkml:trace>
  <inkml:trace contextRef="#ctx0" brushRef="#br0" timeOffset="132480.66">9682 10034 0,'0'-39'15,"0"0"1,-40 39-16,40 39 94,0 0-79,0 0 1,0 0-16,0 1 16,0-1-16,0 0 0,0 0 0,0 0 15,0 1-15,0-1 0,0 0 0,0 39 16,0-38-16,0-1 0,0 39 15,0-39-15,0 1 0,0 38 0,0-39 0,0 0 16,0 1-16</inkml:trace>
  <inkml:trace contextRef="#ctx0" brushRef="#br0" timeOffset="132900.64">10662 11053 0,'0'39'78,"0"1"-63,0-1 1,0 0-16,-40 0 0,1 0 16,0-39-1,39 40-15,-39-40 0,0 0 0,-1 39 0,1-39 16,0 0-16</inkml:trace>
  <inkml:trace contextRef="#ctx0" brushRef="#br0" timeOffset="133880.57">12269 10073 0,'-39'0'0,"-1"0"32,1 0 14,0 0-30,0 0 0,0 39-16,-1 1 0,1-1 15,0 0 1,0 0-16,39 0 0,-39-39 16,39 40-16,0-1 0,-40-39 15,40 39-15,0 0 0,0 0 0,0 1 16,0-1-16,0 0 0,0 0 15,40 0-15,-40 1 16,39-40-16,-39 39 0,39-39 31,0 0-31,0 0 16,1 0 0,-1 0-16,0-39 0,0 39 15,-39-40-15,39 40 0,1-39 0,-40 0 0,39 0 16,0 0-16,-39-1 15,0 1-15,39 0 0,-39 0 16,0 0 0,0-1-16,0 1 0,0 0 15,-39 39 1,0-39-16,0 39 0,-1-39 16,40-1-1,-39 40-15,39-39 16,-39 39-16,39-39 15,0 0 1</inkml:trace>
  <inkml:trace contextRef="#ctx0" brushRef="#br0" timeOffset="134230.56">13131 10544 0,'0'0'0,"0"39"32,0 0-17,0 0 1,0 0 0,0 1-16,0-1 0,0 0 0,0 0 15,0 0-15,0 1 0,-39-1 0,39 0 16,-39-39-16,39 39 0,-40 0 15,40 1-15,-39-40 0,0 39 0,0-39 0,0 0 16</inkml:trace>
  <inkml:trace contextRef="#ctx0" brushRef="#br0" timeOffset="134950.51">14189 9995 0,'0'0'0,"0"78"172,0-39-172,0 1 0,0-1 16,0 39-16,0-39 0,0 1 16,0-1-16,0 39 0,0-39 0,0 40 0,0-1 15,0-39-15,0 40 0,0-1 0,0-39 0,0 1 16</inkml:trace>
  <inkml:trace contextRef="#ctx0" brushRef="#br0" timeOffset="137208.56">15405 9916 0,'0'-39'15,"39"78"157,0-39-140,0 0-32,-39 40 15,39-40 1,-39 39-1,0 0 1,39 0 0,-39 0-16,0 1 15,0-1-15,0 0 0,0 0 0,0 0 16,0 1 0,40-1-16,-1 0 0,-39 0 15,39-39-15,0 39 16,0-39-16,-39 40 15,40-40-15,-1 0 16,0 39-16,0-39 16,0 0-16,1 0 15,-40-79-15,39 79 0,0-39 0,0 39 16,-39-39 0,0 0-1,0 0 16,-39 78 16,39 0-47,0 0 16,-39-39-16,39 39 0,0 1 16,0-1-16,-39 0 0,39 0 0,0 0 0,-40 1 15,40 38-15,0-39 16,-39 0-16,39 1 0,0-1 0,-39 39 0,39-39 15,0 1-15,-39-1 0,39 0 16,0 0-16,0 0 0,-39 1 0,39-1 0,0 0 16,0 0-1,-40-39-15,40 39 0,-39-39 16,39 40-16,-39-40 0,0 0 16,0 0-1,39 39-15,-40-39 0,1 0 0,-39 0 16,39 0-16,0 0 15,-1 39-15</inkml:trace>
  <inkml:trace contextRef="#ctx0" brushRef="#br0" timeOffset="139268.49">1921 12229 0,'0'-39'0,"0"0"32,0-1-1,-40 40-31,1 0 15,0 0 1,78 0 31,0 0-16,-39-39-31,0 0 31,40 39-31,-40-39 16,39 39-16,0 0 16,-39-39-16,39 39 15,0 39 1,1 0-16,-1-39 16,-39 78-16,0-38 0,39-1 0,-39 0 0,0 0 15,39 0-15,-39 1 16,0-1-16,0 0 0,0 0 0,0 0 0,0 1 0,-78-1 15,78 0-15,0 0 16,0 0-16,-79 1 0,40-1 0,0 0 16,39-78 15,39 39-15,-39-39-16,39-1 15,-39 1-15,40 0 0,-40 0 0,39 39 16,0-39-16,-39-1 0,39 1 15,0 0-15,1 39 0,-40-39 0,39 0 0,0-1 16,0 1 0,0 0-16,-39 0 0,40 39 0,-40-39 0,39-1 15,-39 1-15,39 0 32,-78 39 46,39 39-78,-39-39 15,39 39 1,-40 1-16,1-1 0,39 0 16,-39 0-1,39 0-15,0 1 0,0-1 0,0 0 16,0 0-1,0 0-15,39 1 0,-39-1 0,39 0 16,-39 0 0,40 0-16,-1 1 0,0-40 15,-39 39-15,39-39 0</inkml:trace>
  <inkml:trace contextRef="#ctx0" brushRef="#br0" timeOffset="139708.24">2940 12699 0,'39'-39'31,"0"0"-31,0 39 16,0-39-16,40 39 15,-40 0-15,0 0 16,40 39-1,-40 79 17,-39 38-17,0-77 1,-79 38 0,1-77-1,78-1 1,-39-39-16,78-39 31,0 39-31,40-79 16,-40 40-16,0 0 15,0 39-15,0 0 16,1-39-16,77 39 31,-78-40-31,1 40 16</inkml:trace>
  <inkml:trace contextRef="#ctx0" brushRef="#br0" timeOffset="140058.15">4076 12268 0,'-39'0'16,"78"0"-16,-117 39 31,39 1-31,0-40 16,39 39-16,0 0 15,0 0-15,0 0 0,0 1 0,0-1 16,0 0-16,39 0 0,-39 0 16,39 1-16,-39-1 0,39 0 15,-39 0-15,39 0 0,1-39 0,-40 40 0,39-40 16,0 39-16,0-39 16,-39 39-16,39-39 0,1 0 0</inkml:trace>
  <inkml:trace contextRef="#ctx0" brushRef="#br0" timeOffset="140588.21">4508 12347 0,'0'0'0,"0"-40"31,0 1-31,39 39 0,39 0 32,-78 39-32,39 1 15,1-40-15,-40 39 0,0 0 0,39 0 0,-39 0 16,39 1-16,-39-1 0,0 0 16,39 0-16,-39 0 0,0 1 15,0-1 1,0 0-1,0-78 17,0 0-32,0-1 0,0 1 0,0 0 15,0 0 1,0 0-16,0-1 0,0 1 0,39 0 0,1 0 16,-40 0-1,39 39-15,0 0 31,-39 39-15,39-39-16,-39 39 0,39 0 16,1 0-16,-1 1 0,0-1 0,0 0 15,0 0-15,-39 0 0,40 1 0,-1-1 16,-39 0-16,39 0 16,-39 0-16,0 1 0,0-1 15,0 0-15,0 0 16,-39-39-1</inkml:trace>
  <inkml:trace contextRef="#ctx0" brushRef="#br0" timeOffset="140878.1">5840 12386 0,'40'-39'15,"-80"78"-15,119-78 0,-40-1 0,0 40 32,39 0-17,1 79 1,-1 38 0,-39-38-1,-39-40-15,40 79 16,-40-79-16,0 0 0,0 0 15,0 0-15,0 40 16,-79-40 0</inkml:trace>
  <inkml:trace contextRef="#ctx0" brushRef="#br0" timeOffset="141108.17">6624 12778 0,'0'-39'0,"39"39"16,1-40-16,-1 40 16,0 0-16,-39-39 0,39 39 15,0 0-15,1 0 16,77 0-1,-38 0 1</inkml:trace>
  <inkml:trace contextRef="#ctx0" brushRef="#br0" timeOffset="141328.07">6703 13327 0,'-40'39'32,"80"-78"-32,-1 78 15,0-39 1,0-39-16,0 39 16,1 0-16,38 0 15,-39 0-15,79-40 16</inkml:trace>
  <inkml:trace contextRef="#ctx0" brushRef="#br0" timeOffset="142788">9250 12151 0,'0'0'0,"-39"0"47,0 0-47,0 0 15,0 0 1,39 39-16,-39-39 15,39 39-15,-40-39 16,40 39-16,0 0 0,0 1 0,-39-40 16,39 39-16,0 0 0,0 0 0,0 0 0,-39 1 15,39-1-15,0 0 16,0 0-16,0 0 0,0 1 0,0-1 0,0 0 16,0 0-16,0 0 15,-39-39-15,39 40 0,0-1 0,-39 0 16,-1 0-1,1-39-15,0 0 16,0 0 0,0 0-16,39-39 0,-40 39 15,40-39-15,-39 39 0,39-39 16,0-1 0,39 40 15,-39 40-16,40-40 1,-40 39-16,39-39 0,-39 39 0,0 0 16,39 0-16,-39 1 0,0-1 0,0 0 15,39-39-15,-39 39 0,0 0 16,0 1-16,39-1 0,-39 0 0,0 0 16,0 0-1,40 1-15,-40-1 0,0 0 16,39 0-16,-39 0 15,39-39-15,0 0 16,-39 40 0,39-40-16,1 0 0,-1 0 15,0 0-15,0 0 0,0 0 16</inkml:trace>
  <inkml:trace contextRef="#ctx0" brushRef="#br0" timeOffset="143277.97">9838 12503 0,'0'-39'16,"0"78"-16,0-117 0,0 39 15,40 39-15,-1 0 16,-39 39 47,0 0-48,39-39-15,-39 39 0,39-39 16,-39 40-16,39-1 15,-39 0-15,0 0 0,0 0 0,40 1 0,-40-1 16,39 0-16,-39 0 16,0 0-16,0 1 0,0-1 0,39 0 0,-39 39 15,0-38-15,0-1 0,0 0 0,0 0 0,0 0 16,0 1-16</inkml:trace>
  <inkml:trace contextRef="#ctx0" brushRef="#br0" timeOffset="144077.91">11250 13170 0,'0'-39'32,"39"39"-17,-39 39-15,0 0 16,0 0 0,0 0-16,0 1 0,0-1 0,0 0 15,0 0-15,-39 0 16,-1 1-16,-38-1 0,0 0 0,-1 0 0</inkml:trace>
  <inkml:trace contextRef="#ctx0" brushRef="#br0" timeOffset="149004.41">11720 12425 0,'-39'0'0,"78"0"203,-78 0 63,39 39-251,-39-39 1,39 39 0,0 1 15,-40-40-16,40 39-15,-39-39 16,39 39-16,-39-39 16,39 39-16,-39-39 62,39 39-46,0 1-1,0-1 1,0 0-16,0 0 16,0 0-1,0 1 1,0-1 0,39-39-1,-39 39-15,0 0 16,0 0-1,39-39-15,-39 40 0,39-40 16,-39 39-16,40-39 16,-1 0 31,-39 39-47,39-39 31,0 0 0,0 0-15,1 0-1,-1 0 17,0 0-1,0 0-16,-39-39 32,0 0-15,0-1-17,39 40-15,-39-39 16,40 0-1,-40 0 1,0 0 15,0-1-15,0 1 0,0 0-1,39 39 1,-39-39-16,0 0 0,0-1 0,0 1 31,0 0-15,0 0 31,0 0-32,-39 39 1,39-40-1,-40 1 1,1 39 0,0 0 15,0 0 16,0 0-47,-1 0 15,1 0 1,0 0-16,0 0 16,0 39-16,-1-39 15,1 0-15</inkml:trace>
  <inkml:trace contextRef="#ctx0" brushRef="#br0" timeOffset="149854.34">13013 13483 0,'40'0'0,"-1"0"31,-39 40 47,-39-1-78,39 0 16,0 0-16,-40 0 15,40 1-15,-39-40 0,0 39 16,39 0-16,-39-39 0</inkml:trace>
  <inkml:trace contextRef="#ctx0" brushRef="#br0" timeOffset="151024.28">14111 12699 0,'-39'0'78,"0"0"-63,-1 0 1,1 0 31,39 40-32,-39-40-15,39 39 0,-39-39 16,39 39-16,-39 0 16,-1-39-16,40 39 0,-39 1 15,39-1 1,0 0-16,0 0 0,0 0 16,0 1-16,39-1 0,-39 0 15,0 0 1,40-39-16,-1 39 0,0-39 15,0 40-15,0-40 16,1 0-16,-1 0 16,0 0-16,0 0 15,0 0-15,1-40 0,-1 40 16,0 0 0,-39-39-16,0 0 15,0 0-15,0 0 16,0-1-1,0 1-15,0 0 0,0 0 16,0 0-16,0-1 16,-39 40-16,39-39 0,-39 39 15,39-39 1,-40 0-16,1 39 16,39-39-16,-39 39 0,0 0 0,39-40 15,-39 40 1,39-39-16,-40 39 0,1-39 31,0 0-15,0 39-1,0 0-15,39 39 16</inkml:trace>
  <inkml:trace contextRef="#ctx0" brushRef="#br0" timeOffset="152264.21">14699 12347 0,'39'0'109,"-39"39"-93,39-39-1,1 0-15,-1 39 0,0-39 16,0 39 0,-39 0-16,39-39 15,-39 40-15,0-1 16,0 0-16,0 0 0,0 0 16,0 1-16,0-1 15,0 0 1,0 0-16,40 0 15,-40 1 1,39-40-16,-39 39 0,39 0 16,0-39-1,0 0-15,1 0 16,-1 0-16,0 0 16,0 0-16,0 0 15,1 0-15,-80 0 63,40-39-32,0 78 31,-39 0-46,39 0-16,0 1 16,0-1-16,0 0 15,0 0-15,0 0 0,0 1 16,0-1-16,0 0 16,39 0-1,-39 0-15,0 1 16,0-1-16,0 0 15,40 0-15,-40 0 16,0 1-16,0-1 16,0 0-16,0 0 15,0 0 1,0 1-16,-40-40 0,40 39 16,0 0-16,0 0 0,-39 0 31,0-39-16,39 40 1,-39-40 0,39 39-1,-39-39-15,-1 39 0,1-39 0</inkml:trace>
</inkml:ink>
</file>

<file path=ppt/ink/ink2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46:10.153"/>
    </inkml:context>
    <inkml:brush xml:id="br0">
      <inkml:brushProperty name="width" value="0.05292" units="cm"/>
      <inkml:brushProperty name="height" value="0.05292" units="cm"/>
      <inkml:brushProperty name="color" value="#FF0000"/>
    </inkml:brush>
  </inkml:definitions>
  <inkml:trace contextRef="#ctx0" brushRef="#br0">1960 862 0,'39'0'219,"0"0"-219,0-39 16,1-1-1,-1 40-15,0 0 16,0 0 15,0 0-31,-39-39 0,40 39 16,-1 0-16,0 0 15,0 0-15,0 39 0,1 1 16,-1-1 0,-39 0-16,0 0 0,39 0 0,-39 40 15,0-40-15,0 39 0,0-38 0,0 38 0,-39-39 16,39 0-16,0 40 0,-79-40 15,79 0-15,0 0 0,0 1 0,-39-1 0,0 0 16,0-39 0,39 39-16,-39-39 0,39 39 0,-40-39 15,40-39 17,0 0-17,40 39-15,-40-39 0,0 0 0,39 39 16,-39-40-16,39 1 0,-39 0 0,0 0 15,39 0-15,0-1 16,-39 1-16,40 0 0,-40 0 0,39 39 0,0-39 16,-39-1-16,39 40 15,0-39-15,-39 0 0,40 0 0,-1 39 0,-39-39 16,39 39-16,-39-40 0,39 40 16,-39-39-16,39 39 0,-39-39 0,39 39 15,-39-39-15,0 0 0,0-1 31,-39 40-31,0 0 16,0 0 0,0 0-1,39 40 1,-39-40-16,39 39 16,-40 0-1,40 0-15,0 0 0,-39 1 16,39-1-16,0 0 0,0 0 15,0 0-15,0 1 16,0-1-16,39 0 0,-39 0 0,79 0 16,-79 1-16,39-1 0,-39 0 15,39-39-15,-39 39 0,39-39 0,0 39 0,1-39 16,-40 40-16,39-40 16</inkml:trace>
  <inkml:trace contextRef="#ctx0" brushRef="#br0" timeOffset="229.98">3332 1411 0,'39'0'31,"-39"39"-31,0 0 0,0 0 0,0 0 16,0 1-16,0-1 0,0 0 0,0 0 15,0 0-15,0 1 16,0-1-16,0 0 0,0 0 16,39-39-1</inkml:trace>
  <inkml:trace contextRef="#ctx0" brushRef="#br0" timeOffset="559.95">4037 783 0,'-117'0'15,"77"-39"-15,1 39 0,0 0 16,39 39 0,-39-39-1,39 40-15,0 38 0,0-39 0,0 0 16,0 1-16,0-1 16,0 39-16,39 1 0,-39-1 0,0-39 0,78 40 15,-78-40-15,40 39 0,-40-39 0,39 1 0,-39-1 16,39 0-16,0 0 0,-39 0 15,39-39-15,1 40 0</inkml:trace>
  <inkml:trace contextRef="#ctx0" brushRef="#br0" timeOffset="1039.99">3998 1136 0,'0'-39'16,"0"78"-16,0-117 0,39 78 31,0 39-31,118 118 31,-118-40-15,1-38 0,-40-40-1,0 0-15,0-117 16,39 78 0,78-196-1,-38 39 1,-40 118-1,0 39-15,40 39 16,-40-39-16,-39 39 0,39 0 16,-39 1-16,39-40 15,-39 39-15,39 157 16,-39-157-16,40 0 0,-40 0 16,0 1-16,39-1 0,0 39 15,0-78 1</inkml:trace>
  <inkml:trace contextRef="#ctx0" brushRef="#br0" timeOffset="1249.92">5448 940 0,'40'39'0,"-40"1"16,39-1-16,-39 0 15,39 0-15,-39 0 16,39 40-16,-39 78 31,-39-79-31,0-78 0</inkml:trace>
  <inkml:trace contextRef="#ctx0" brushRef="#br0" timeOffset="3879.76">6075 1175 0,'40'0'156,"-40"-39"-140,39 39 0,0 0-16,0-39 0,0 39 0,1 0 0,-1 0 15,0 0-15,0 0 16,0-39-16,1 39 0,-1 0 0,0 0 0,0 0 16,0 0-16</inkml:trace>
  <inkml:trace contextRef="#ctx0" brushRef="#br0" timeOffset="4099.75">6115 1607 0,'-40'39'15,"1"-39"-15,118 0 16,-79-39-1,78 39-15,-39 0 0,0 0 0,40-40 0,-40 40 16,39 0-16,-38 0 16,38 0-16,0 0 0,-38 0 0,-1-39 0,39 39 15,-39 0-15</inkml:trace>
  <inkml:trace contextRef="#ctx0" brushRef="#br0" timeOffset="4629.81">7800 627 0,'-39'0'15,"78"0"-15,-117 0 0,39 0 31,-1 39-31,1 78 16,39 40 0,39 0 15,-39 78-15,0-78-1,-39-118 1,39 0-16,-157 40 15,118-40-15,0-39 0,0 39 16,0-39 0,-1 0-1,158-117 17,0 77-17,-79 40-15,39 118 31,-78-79-31,79 118 16,-40-118-16,-39 0 0,39 1 16,-39-1-16,39 0 0,-39 0 0,39 0 0,1-39 15,-1 40-15,0-40 16,-39 39-16,157-39 16,-118 0-16,0-39 0</inkml:trace>
  <inkml:trace contextRef="#ctx0" brushRef="#br0" timeOffset="4839.71">8545 1293 0,'-39'-39'32,"0"39"-32,39 39 15,0 0-15,0 0 0,0 1 16,0-1-16,0 39 15,0-39-15,0 40 0,0-40 0,0 39 0,0-38 16,0-1-16,0 39 0,0-39 16,0 1-16,0 38 0,0-39 0</inkml:trace>
  <inkml:trace contextRef="#ctx0" brushRef="#br0" timeOffset="5059.78">9250 2038 0,'0'0'0,"0"39"16,0 0-1,-39 0 17,0 1-32,-39-1 0,39-39 0,-118 78 15,78-39-15,40-39 0,-39 39 31</inkml:trace>
  <inkml:trace contextRef="#ctx0" brushRef="#br0" timeOffset="5600">10387 901 0,'0'0'0,"-39"0"15,39 39 17,0 0-32,0 1 15,-39-1-15,39 0 16,0 39-16,-39-38 0,39-1 0,0 39 0,-40-39 16,40 40-16,0-40 0,0 0 15,0 0-15,0 40 0,40-40 0,-40 0 0,39-39 16,-39 39-16,39 1 0,0-40 0,0 39 0,1-39 15,-1 0 1,0 0-16,0 0 0,0 0 0,1 0 0,38-39 16,-39 39-16,0-40 0,1 40 15,-1-39-15,0 0 0,0 0 0,-39 0 0,39-1 16,-39 1-16,0 0 16,0 0-16,0-40 0,0 40 0,0 0 0,-39 0 15,39 0-15,-39-1 0,39 1 0,-39 0 0,39 0 16,-39 39-16,39-39 0,-40 39 15,1 0-15,0 0 0,0 0 0,0 78 16,-1-78-16,40 39 16,-39 0-16,0-39 0,39 40 0,-39-1 0</inkml:trace>
  <inkml:trace contextRef="#ctx0" brushRef="#br0" timeOffset="5840">11524 1803 0,'0'39'32,"0"0"-32,0 0 15,0 0-15,0 1 0,-39-1 16,39 0-16,-39 0 15,-1 0-15,40 1 0,-39-40 0,0 39 16,0 0-16,0-39 0,-1 0 16,1 0-16,0 0 0</inkml:trace>
  <inkml:trace contextRef="#ctx0" brushRef="#br0" timeOffset="6590.02">10230 1136 0,'-39'0'0,"78"0"172,1-39-172,-1 0 15,0 39-15,0-39 0,40-1 16,-1 1-16,-39 39 15,0 0-15,40 0 0,-40 0 0,0-39 0,0 39 16,1 0-16,-1 0 16,0 0-16,0 39 0</inkml:trace>
  <inkml:trace contextRef="#ctx0" brushRef="#br0" timeOffset="7147.64">12230 1058 0,'0'0'0,"0"-39"16,-40 39 0,40-40-1,0 80 16,0 38-31,0 0 16,0-38-16,0-1 16,0 39-16,0 1 0,0-40 0,0 39 0,0 1 15,0-40-15,0 39 0,0-39 0,0 40 0,0-40 0,0 0 16,40 0-16,-40 1 16,0-1-16,39 0 0,-39 0 0,0 0 15</inkml:trace>
  <inkml:trace contextRef="#ctx0" brushRef="#br0" timeOffset="7887.5">12935 862 0,'-39'-39'0,"39"-1"31,39 40 0,0 0-15,-39 40-16,39-40 16,1 39-16,-1 0 0,-39 0 15,39 0-15,-39 1 0,0-1 16,0 0-16,0 0 16,0 0-16,39 1 0,-39-1 0,0 0 0,0 0 15,39 0 1,-39 1-16,40-40 0,-1 0 15,-39 39-15,39-39 0,0 0 16,0 0-16,1 0 0,-1-39 16,-39-1-1,0 80 32,-39-1-47,39 0 0,0 0 16,0 0-16,0 40 15,0-40-15,-40 0 0,40 0 0,0 40 0,-39-40 16,39 0-16,0 0 0,-39 40 16,39-40-16,-39 0 0,0 0 0,39 40 0,-40-40 15,40 0-15,-39 0 0,0 0 0,0 1 0,0-1 16,-1-39 0,1 39-16,0-39 0,0 0 0</inkml:trace>
  <inkml:trace contextRef="#ctx0" brushRef="#br0" timeOffset="9067.43">13954 1058 0,'-39'-39'0,"39"-1"0,-39 40 0,39-39 16,-39 39-1,39 39 32</inkml:trace>
  <inkml:trace contextRef="#ctx0" brushRef="#br0" timeOffset="9297.42">14111 2038 0,'0'39'16,"0"-78"-16,-39 156 15,39-77-15,0-1 16,-39 0-16,39 0 16,-40-39-16,40 39 0,-39 0 15,0-39 1</inkml:trace>
  <inkml:trace contextRef="#ctx0" brushRef="#br0" timeOffset="9977.36">14856 1528 0,'0'-78'0,"0"156"0,0-195 31,39 117-31,0 0 16,40 0 0,38 78-1,-78-78-15,40 157 16,-40-157-16,-39 39 0,0 0 16,0 0-16,0 1 0,-39 38 15,-79 79 1,79-118-1,0 0 1,39-78 0,39 0-1,39-40 1,-38 40-16,38 0 0,-39 0 0,0 0 16,196-118-1,-78 39 16,-157 79-31,79 0 16,-79 0-16,0-1 16,0 1-1,0 0-15,0 78 32,-79 79-17,79-79-15,-39 118 16,0-79-16,39-39 0,0 1 15,0-1-15,0 0 16,0 118-16,0-118 0,39 0 16,39 40-16</inkml:trace>
  <inkml:trace contextRef="#ctx0" brushRef="#br0" timeOffset="10417.34">16110 2038 0,'-39'0'0,"39"-39"0,-39 39 0,39-40 31,39 40-31,0 0 0,0 0 16,0 0-16,1 0 0,-1 40 15,-39-1 1,39 0-16,-39 0 0,0 0 16,0 1-1,0-1-15,-39-39 0,39 39 0,0 0 0,-39-39 16,39 39-16,-40-39 15,40 39-15,-39-39 0,39 40 0,-39-40 0,39-40 32,78 40-17,-78-39-15,40 39 0,-40-39 0,39 39 0,0-39 16,0 39 0,-39-39-16,39 39 0,1 0 0,-1-39 15,0 39-15,0 0 16,0 0-16,1 0 0,-1-40 0</inkml:trace>
  <inkml:trace contextRef="#ctx0" brushRef="#br0" timeOffset="10767.34">16894 1254 0,'0'0'16,"-39"0"-16,0-39 16,39 78 15,-40 0-31,40 118 31,0-118-31,0 39 0,0-38 0,0-1 0,0 78 16,0-38-1,0 78 1,79-79 0</inkml:trace>
  <inkml:trace contextRef="#ctx0" brushRef="#br0" timeOffset="11177.3">17012 1685 0,'0'0'32,"0"-39"-32,39 39 15,0 0 1,-39 39 15,0 0-31,0 0 0,0 1 16,0-1-16,0 0 15,39-39 17,0 0-17,-39-39-15,40 39 0,-1-39 16,0 39-16,0-40 15,-39 1-15,39 39 16,-39 39 0,0 1-1,0-1-15,0 0 0,0 0 0,0 0 16,0 1-16,0-1 16,0 0-16,0 0 0,0 0 15,0 1 1,40-40-16</inkml:trace>
  <inkml:trace contextRef="#ctx0" brushRef="#br0" timeOffset="11437.32">17835 1646 0,'-39'0'0,"78"0"31,0 0-15,0 39-16,-39 0 15,39-39-15,-39 39 0,0 1 0,0-1 16,0 0-16,0 0 16,0 0-16,0 1 0,-39-1 0,39 0 15,0 0-15,-39 0 0,0 1 16,0-1-16,39 0 15</inkml:trace>
  <inkml:trace contextRef="#ctx0" brushRef="#br0" timeOffset="11647.35">18227 1920 0,'0'0'0,"0"-39"0,39 0 16,0 0-16,0 39 0,1-40 16,-1 40-16,0 0 0,0-39 0,0 39 0,1 0 15,-1 0-15,0-39 0,0 39 0,0 0 0,0 0 16,1 0-16,-1 0 16,0 39-16</inkml:trace>
  <inkml:trace contextRef="#ctx0" brushRef="#br0" timeOffset="11827.34">18423 2234 0,'-39'0'31,"78"0"-31,-39 0 0,78 0 31,1-39-31,38-1 16,40 40-1,-118-39-15,39 39 0</inkml:trace>
  <inkml:trace contextRef="#ctx0" brushRef="#br0" timeOffset="12307.23">20147 1097 0,'-39'-39'0,"78"78"0,-78-117 0,0 78 16,0-40-16,0 119 15,-1-40-15,40 0 16,-39 40-16,0-1 0,39 40 16,0-79-16,0 0 15,0 39-15,0-38 0,0-1 0,0 196 31,0-196-31,0 0 0,0 1 0,0-1 0,0 0 16,0 0-16,-78-39 0,78 39 16,-40 1-16,1-1 0,0-39 15,0 39-15,0-39 16,-1 0-16,40-39 31,40 39-15,-1 0-16,0 0 15,-39-39 1,39 39 0,-39 39-16,0 0 15,39-39-15,-39 39 16,0 0-16,40-39 0,-40 39 0,39 1 16,-39-1-16,39-39 0,-39 39 15,39 0-15,0 0 0,1-39 16,-1 40-16,0-40 15,0 0-15,0 0 0</inkml:trace>
  <inkml:trace contextRef="#ctx0" brushRef="#br0" timeOffset="12547.22">20618 1959 0,'0'-39'31,"0"0"-31,0 78 31,0 0-31,0 1 16,0-1-16,0 0 0,0 0 0,0 0 0,0 1 16,0-1-16,0 0 15,0 0-15,0 0 0,0 0 0,0 1 0,0-1 16,0 0-16,0 0 0,0 0 15</inkml:trace>
  <inkml:trace contextRef="#ctx0" brushRef="#br0" timeOffset="12757.21">21323 2704 0,'-39'39'0,"0"-39"15,39 39 1,-39 1 0,0 38-1,39-39-15,-40 0 16,40 1-16</inkml:trace>
  <inkml:trace contextRef="#ctx0" brushRef="#br0" timeOffset="13167.46">22499 1959 0,'-78'0'0,"39"-39"16,-1 39-16,40 39 0,-39 40 15,0-79-15,39 39 0,-39 0 16,39 0-16,0 1 0,-39-1 0,39 0 0,0 0 16,117 118-1,-78-118-15,40 0 31,-40-39-31,79 0 16,-79-39-16,0 39 16,0-78-16,-39 38 0,39-77 15,-39 78-15,0 0 0,0-1 16,-39 1-16,39 0 0,-39 39 16,39-39-16,-39 0 0</inkml:trace>
  <inkml:trace contextRef="#ctx0" brushRef="#br0" timeOffset="13377.34">23166 2508 0,'0'39'16,"0"-78"-16,0 117 15,0-38-15,0-1 0,-40 0 32,-38 39-17,39-38-15,-40-1 0,40-39 0,0 0 0,0 39 16</inkml:trace>
  <inkml:trace contextRef="#ctx0" brushRef="#br0" timeOffset="13887.33">24185 1920 0,'-39'0'0,"-1"0"16,1 0-16,0 39 15,0 1-15,0-40 16,39 39-16,0 0 0,-40-39 0,40 39 0,0 0 16,0 1-16,0-1 0,40 0 15,-40 0-15,39-39 16,0 39-16,0-39 0,0 0 16,1 0-16,-1 0 15,0-39-15,0 39 16,-39-39-1,0 0-15,0 0 0,0-1 16,0 1 0,0 0-16,-39 39 0,39-39 0,-39 0 15,0 39-15,39-40 0,0 1 16,-40 39 0,1 0-16,39-39 0</inkml:trace>
  <inkml:trace contextRef="#ctx0" brushRef="#br0" timeOffset="14437.3">24498 1450 0,'-39'-79'15,"39"40"-15,39 39 16,-39 39 0,0 40-1,0-40 1,0 0-16,0 0 0,0 1 0,0-1 0,0 0 15,0 0-15,0 40 0,0-40 16,0 0-16,0 0 0,0 0 0,0 1 0,0-1 16,0 0-16,40 0 0,-1 0 15,0-39 1,-39 40-16,39-40 0,0 0 0,1 0 16,-1 0-16,0 0 15,0-40-15,-39 80 63,0-1-63,-39 0 15,39 0-15,0 0 0,0 0 0,-39 1 16,0-1 0,-1 0-16,40 0 0,-39 0 0,0 40 0,0-40 15,0 0-15,-40 0 0,40-39 16,-39 40-16,38-1 0,-38 0 0,0 0 0,-1-39 15,40 39-15,-39-39 0</inkml:trace>
  <inkml:trace contextRef="#ctx0" brushRef="#br0" timeOffset="17816.29">3175 4311 0,'0'-39'0,"-39"39"187,-1 0-156,1 0-15,0 0-16,0 0 16,0 39-16,-1-39 0,-38 0 0,39 0 0,0 0 15,-40 39-15,40-39 16,0 0-16,-39 0 0,38 0 0,-38 0 0,39 0 15,-40 40-15,40-40 0,0 0 0,0 0 0,0 0 16,-1 0-16,80 0 63,-40 39 15,0 0-63,0 0 1,0 0 0,0 1-1,39-1-15,-39 0 16,0 0-16,0 0 0,0 1 0,39-1 15,-39 0-15,0 0 0,39 0 0,-39 1 0,39-1 16,-39 0-16,0 39 16,40-38-16,-40-1 0,0 39 0,0-39 0,0 1 15,0 38-15,0-39 0,0 0 16,0 0-16,0 1 0,0 38 0,0-39 0,0 0 16,0 1-16,0-1 15,0 0-15,0 0 0,0 0 0,0 1 0,0-1 16,0 0-16,0 0 0,0 0 15,0 1-15,0-1 0,0 0 0,0 0 16,0 0-16,-40 1 0,40-1 0,0 0 0,0 0 16,-39 0-16,39 1 15,0-1-15,0 0 0,0 0 0,0 0 0,0 1 16,-39-1-16,39 0 0,-39 0 16,39 0-16,0 1 0,0-1 0,0 0 0,0 0 15,0 0-15,0 1 16,0-1-16,0 0 0,0 0 0,0 0 0,0 1 15,0-1-15,0 0 0,0 0 0,39 0 0,-39 1 16,0-1-16,39 0 0,-39 0 16,0 0-16,0 1 0,0-1 0,0 0 0,0 0 15,0 40-15,0-40 16,0 0-16,0 0 0,0 0 0,0 1 0,0-1 16,0 0-16,0 0 15,0 0-15,-39 1 0,39-1 0,0 0 16,0 0-16,0 0 15,0 1-15,0-1 0,0 0 0,0 0 16,0 0-16,0 0 0,0 1 0,0 38 0,0-39 16,0 0-16,0 1 0,-39-1 15,39 0-15,0 0 0,0 0 0,0 1 0,0-1 16,0 0-16,0 0 16,-39 0-16,39 1 0,0-1 0,0 0 15,0 0-15,0 0 16,0 1-16,0-1 0,0 0 0,0 0 15,-40-39-15,40 39 0,0 1 0,0-1 16,0 0-16,-39 0 16,0 0-16,0 1 0,39-1 15,0 0 1,-39-39 0,78 0 171,-39 39-171,0 0-16,0 1 15,0-1 63,0 0-62,0 0-16,78 0 16,-78 1-16,0-1 15,0 0 1,0 0 0,0 0-16,0 1 31,39-40 203,1-40-218,-1 40-16,0 0 0,0 0 0,0-39 0,40 39 15,-40 0-15,39 0 0,-38 0 0,38 0 0,0 0 16,-38 0-16,38 0 0,-39 0 16,0 0-16,0 0 0,1 0 0,-1 0 0,0 0 15,0 0 1</inkml:trace>
  <inkml:trace contextRef="#ctx0" brushRef="#br0" timeOffset="20656.03">4429 4860 0,'0'0'0,"0"-39"0,0 0 16,-39 39-16,0 0 93,39-40-30,0 80 124,0-1-187,0 0 0,0 0 0,-79 40 16,79-40-16,0 39 0,-39 1 16,39-40-16,0 39 0,0 1 0,0-1 0,0 0 15,0-39-15,0 40 16,0-1-16,0-39 0</inkml:trace>
  <inkml:trace contextRef="#ctx0" brushRef="#br0" timeOffset="21875.96">4233 6937 0,'-39'-39'15,"78"78"-15,-117-78 0,39 0 16,-1 39 0,1 0-1,0 39 16,0-39-31,-40 79 16,40-40-16,0-39 0,39 39 0,-39-39 0,-40 78 31,40-38-31,39-1 0,0 78 32,0-77-32,39 116 15,1-116-15,-1-1 16,0 39-16,39-39 15,40 1 1,0-80 0,-40-116 15,-78 116-31,0 1 0,0 0 0,0 0 0,0 0 16,0-1-16,0 1 15,0 0-15,-39 0 0,39 0 0,0-1 0,0 1 16,0 0-16,0 0 15,0 0-15,-39-1 0,39-38 16,-40 78-16,1 0 16,-39 78-1,39-38-15</inkml:trace>
  <inkml:trace contextRef="#ctx0" brushRef="#br0" timeOffset="22345.94">3880 8819 0,'0'0'0,"-39"0"15,0 0 63,39 39-78,0 0 0,0 0 0,0 1 16,-39 38-16,39 0 0,0 1 0,0-1 0,0 1 16,-39-1-16,39 40 0,0-40 15,-40 40-15</inkml:trace>
  <inkml:trace contextRef="#ctx0" brushRef="#br0" timeOffset="28980.03">6350 4938 0,'0'0'0,"0"40"391,0-1-360,0 0-31,-39-39 0,39 39 16,-40 0-1,40 1-15,0-1 16,0 0-16,0 0 0,0 0 0,0 1 15,-39 38-15,39-39 16,0 39-16,-39-38 0,39 38 0,0-39 0,-39 40 16,39-1-16,0-39 0,0 40 15,0-40-15,0 39 0</inkml:trace>
  <inkml:trace contextRef="#ctx0" brushRef="#br0" timeOffset="30019.98">6036 7016 0,'0'-39'31,"-39"39"-15,78 0 31,-39 39 31,0 0-78,0 0 16,0 0-16,0 1 0,0 38 15,-39-39-15,39 0 0,0 40 0,0-40 0,0 39 16,0 1-16,0-40 16,-39 39-16,39-38 0,0 38 0,0-39 0,-39 40 15</inkml:trace>
  <inkml:trace contextRef="#ctx0" brushRef="#br0" timeOffset="31489.89">5762 8858 0,'-39'0'0,"39"-39"47,-39 39 109,-1 0-140,40 39-1,-39-39-15,0 39 0,0 0 16,39 1-16,-39-40 0,39 39 15,0 0 1,-40 0-16,40 0 0,0 1 16,-39-1-16,39 0 0,0 0 15,-39 0-15,39 1 0,0-1 0,0 0 0,0 0 16,0 0 0,0 1-16,0-1 0,0 0 0,0 0 15,39-39-15,-39 39 0,39 1 31,1-40-31,-1 39 0,0-39 32,-39 39-32,39-39 0,0 0 15,1 0 1,-1 0 0,0 0-1,0 0 1,-39-78-16,39 78 0,-39-79 15,40 40-15,-40 0 16,0 0-16,39 39 16,-39-40-16,0 1 15,0 0-15,0 0 0,0 0 16,39-1-16,-39 1 16,0 0-16,0 0 0,0 0 15,0-1-15,0 1 16,0 0-1,0 0-15,-39 0 16,39-1-16,0 1 16,-39 0-16,39 0 15,0 0 1,-40 39 62,40 39-62,0 0-1,-39-39-15,39 39 0,-39-39 0,0 0 16</inkml:trace>
  <inkml:trace contextRef="#ctx0" brushRef="#br0" timeOffset="38319.48">9486 5448 0,'0'-39'32,"-40"39"280,1 0-281,39-39-31,-39 39 16,0 0 0,0 0 62,-1 0-78,40 39 0,-39-39 15,0 0-15,39 39 16,-39 0-16,0 0 16,39 0-16,0 1 31,0-1-31,0 0 15,0 0 1,39-39-16,-39 39 0,39-39 16,-39 40-16,39-40 15,0 39-15,1-39 16,-1 0 0,0 39-16,0-39 0,0 0 15,1 0-15,-1 0 0,0 0 16,0 0-1,-39-39 17,39 39-32,-39-39 0,40-1 15,-40 1 1,0 0-16,39 39 0,-39-39 0,0 0 16,39 39-16,-39-40 0,0 1 15,0 0 1,0 0-1,-39 39 1,39-39-16,-39 39 0,39-39 0,-40 39 0,40-40 16,-39 40-1,0-39-15,0 39 16,0 0 0,39-39-16,-40 39 0,1 0 15,39 39 16,0 0-31,-39 1 16</inkml:trace>
  <inkml:trace contextRef="#ctx0" brushRef="#br0" timeOffset="38939.48">9015 7486 0,'-39'0'15,"39"-39"-15,0 0 47,0 0-15,0 78 61,0 0-77,0 0-16,0 0 16,0 1-16,0-1 0,0 0 0,0 39 0,-39-38 15,39-1-15,0 39 16,-39-39-16,39 1 0,0 38 0,0-39 0,-39 40 15,39-40-15,-40 39 0,40-39 16,-39 1-16</inkml:trace>
  <inkml:trace contextRef="#ctx0" brushRef="#br0" timeOffset="39409.28">8702 8897 0,'0'39'62,"-39"-39"-62,39 79 0,0-40 16,-79 0-16,79 40 0,0-40 0,0 0 0,0 0 15,0 0-15,0 1 16,0 38-16,0-39 0,0 0 0,0 1 16,0-1-16,0 0 0,-78 0 0,78 0 0,-39 1 15,39-1-15,0 0 16,-40 0-16</inkml:trace>
  <inkml:trace contextRef="#ctx0" brushRef="#br0" timeOffset="41474.58">10387 4625 0,'0'0'0,"-39"0"0,0 0 15,39-39 1,0-1 15,39 40 16,0 0-31,40 0-16,-40 0 15,0 0-15,0 0 0,0 0 16,1 0 0,-1 0-16,0 0 0,0 0 15,0 0 1,-39 40 31,0-1-32,0 0 1,40 0 15,-40 0 1,0 1-32,39-1 15,-39 0-15,0 0 0,0 0 0,0 1 16,0-1-1,0 0-15,0 0 0,0 0 0,0 1 16,0-1-16,0 0 0,0 0 16,0 0-16,0 1 0,0-1 0,0 0 15,-39 0-15,39 0 16,0 0-16,-40 1 0,40-1 0,0 0 16,0 0-16,0 0 0,0 40 0,0-40 0,0 0 15,0 0-15,0 1 0,0-1 16,0 0-16,0 0 0,0 0 0,0 1 0,0-1 15,-39 0-15,39 0 16,0 0-16,0 1 0,-39-1 0,39 0 0,0 0 16,-39 0-16,39 1 0,0-1 15,0 0-15,0 0 0,0 0 0,0 1 0,0-1 16,-39 39-16,39-39 16,0 1-16,0 38 0,-40-39 0,40 0 0,0 40 15,0-40-15,0 39 0,-39-38 0,39-1 0,0 0 16,0 39-16,0-38 0,-39-1 15,39 0-15,0 0 0,0 0 0,0 1 16,0-1-16,0 0 16,0 0-16,0 0 0,0 1 15,0-1-15,0 0 16,0 0-16,0 0 0,0 1 0,0-1 0,0 0 16,0 0-16,0 0 0,0 1 0,0 38 0,0-39 15,0 0-15,0 1 16,0-1-16,0 0 0,0 0 0,0 0 15,0 0-15,-39-39 16,39 40-16,0-1 0,0 0 0,0 0 31,0 0-31,0 1 0,0-1 16,0 0-16,0 0 0,0 0 16,39 1-16,-39-1 0,0 0 0,0 0 15,0 0-15,0 1 0,0-1 16,0 0-1,0 0-15,0 0 16,0 1-16,0-1 16,0 0-16,0 0 15,0 0 1,0 1-16,0-1 0,0 0 16,0 0-16,0 0 0,-39-39 0,39 40 15,0-1 1,-39-39-16,39 39 0,-40 0 31,40 0-15,0 1-1,-39-1 1,39 0 0,-39-39 171,0 0-156,0 0-15,-1 0 0,1 0-16,0 0 0,0 0 15,0 39-15,-1-39 0,1 0 0,0 0 0,0 0 16,0 0-16,-1 0 15,40 39-15,-39-39 0,0 0 0,0 0 16,0 0 0,-1 0-16,1 0 0,0 0 15,0 0-15</inkml:trace>
  <inkml:trace contextRef="#ctx0" brushRef="#br0" timeOffset="58243.1">12425 4782 0,'40'-40'16,"-1"40"-16,-39-39 15,39 39-15,0 0 16</inkml:trace>
  <inkml:trace contextRef="#ctx0" brushRef="#br0" timeOffset="60722.87">12700 4703 0,'0'-39'0,"0"0"47,0 0-31,-39 39 109,-1 0-78,1 0-32,39 39 1,-39-39-16,0 0 0,0 0 15,-1 0-15,1 0 16,0 0-16,0 0 16,0 0-1,39 39 142,0 0-142,0 0-15,0 1 16,0-1-16,0 0 0,0 0 0,0 0 15,0 1-15,0 38 16,0-39-16,0 0 0,0 1 0,39 38 0,-39-39 16,0 0-16,0 1 15,0-1-15,39 0 0,-39 0 0,0 0 0,39 0 16,-39 40-16,0-40 0,0 0 0,0 0 0,39 1 16,-39-1-16,0 0 0,0 0 15,0 40-15,0-40 0,0 0 16,0 0-16,0 0 0,40 1 15,-40-1-15,0 0 0,0 0 0,0 0 0,39 1 16,-39-1-16,0 0 16,0 0-16,0 0 0,0 1 0,0-1 0,0 0 15,0 0-15,0 0 0,0 1 0,0-1 16,0 0-16,0 0 0,0 0 16,0 1-16,0-1 0,0 0 0,0 0 0,0 40 15,0-40-15,0 0 16,0 0-16,0 0 0,0 1 0,0-1 0,0 0 15,0 0-15,0 0 0,0 1 16,0-1-16,0 0 0,0 0 0,0 0 0,0 1 16,0-1-1,0 0-15,0 0 0,0 0 16,0 1-16,0-1 0,-39 0 16,39 0-16,0 0 15,0 1-15,0-1 0,0 0 16,0 0-1,0 0-15,0 1 0,0-1 0,0 0 16,0 0-16,0 0 0,0 1 16,0-1-16,0 0 0,0 39 0,0-39 15,0 1-15,0-1 0,0 0 0,0 0 16,0 0-16,0 1 16,39-1-16,-39 0 0,0 0 15,0 0 1,0 1-16,0-1 0,0 0 0,0 0 15,0 0 1,0 1-16,0-1 0,0 0 16,0 0-16,0 0 15,0 1-15,0-1 0,0 0 16,-39 0-16,39 0 0,0 1 16,0-1-1,0 0 1,0 0 15,0 0 16,0 1-31,39-40-16,-39 39 15,39-39 79,0 0-94,0 0 16,1 0-16,-1 0 0,0 0 15,0 0-15,0 0 0,1 0 0,38 0 0,-39 0 16,0 0-16,1 0 15,-1 0-15,39 0 0,-39 0 0,1 0 0,-1 0 16,0 0-16,0 0 0,40 0 16,-40 0-16,0 0 0,0 0 0,-39-39 15,39 39-15</inkml:trace>
  <inkml:trace contextRef="#ctx0" brushRef="#br0" timeOffset="61442.82">14503 5056 0,'0'-39'0,"39"39"47,-39 39 47,0 0-94,39 0 0,-39 1 16,40-1-16,-40 0 15,0 0-15,0 0 0,0 1 0,0 38 0,0-39 16,0 0-16,0 40 0,39-40 15,-39 39-15,0-39 0,39 40 0,-39-40 0,0 39 16,0-38-16</inkml:trace>
  <inkml:trace contextRef="#ctx0" brushRef="#br0" timeOffset="62292.77">14895 6820 0,'0'0'0,"-39"-39"0,39-1 31,-39 40 0,-1 40-31,1-40 16,39 39 0,0 0-16,-39-39 0,0 39 15,39 0-15,0 1 0,-39-1 16,39 0-16,0 0 16,0 0-16,0 1 0,0-1 0,0 0 0,0 0 15,0 0-15,0 1 16,0-1-16,-40 0 0,40 0 0,0 0 15,40 1-15,-40-1 16,39-39-16,-39 39 0,39-39 16,0 0-16,0 0 0,1 0 15,-1 0-15,0 0 16,0-39-16,0 0 0,1-1 0,-1 1 16,-39 0-16,0 0 0,39 0 15,-39-1-15,39 1 0,-39-78 16,0 38-16,0 40 15,0 0-15,0 0 0,0-1 0,-39 1 16,0 0-16,0 39 16,39-39-16,-79 39 0,79-39 0,-39 39 15,0 0-15,0 0 0,-1 0 0,1 39 16,0-39 0,39 78-16,-39-78 0,39 39 0,-39 1 0,39-1 15,-40 0-15,40 0 0,0 0 16,-39 1-16,39-1 0</inkml:trace>
  <inkml:trace contextRef="#ctx0" brushRef="#br0" timeOffset="62932.71">15013 8819 0,'-40'0'0,"1"0"31,39 39 47,0 0-62,-39-39-16,39 39 0,0 1 0,0-1 15,0 0-15,0 0 0,0 0 16,0 1-16,0-1 16,0 0-16,0 0 0,0 0 0,39 1 15,-39-1-15,39-39 0,-39 39 16,40-39-16,-1 39 0,0-39 0,0 0 15,0 0 1,1 0-16,-1-39 0,0 0 16,0 39-16,-39-39 0,39-1 0,-39 1 0,0 0 15,0 0-15,0 0 16,0-1-16,-39 40 0,39-39 0,-39 0 0,0 0 16,-40 39-1,79-39-15,-39 39 0,0 0 0,0 0 16,0 0-16,-1 0 15,1 0-15</inkml:trace>
  <inkml:trace contextRef="#ctx0" brushRef="#br0" timeOffset="64552.64">15444 4664 0,'0'-39'16,"39"39"62,0 0-78,0 0 16,0 0-16,1 0 15,-1 0-15,0 0 0,0 0 0,40 0 0,-40 0 16,39 0-16,-39 0 15,40 0-15,-1 0 0,-39 0 0,1 0 0,38 0 16,-39 0-16,0 0 16,1 0-16,-1 0 0,-39 39 31,0 0-15,0 0-16,0 1 0,0-1 15,0 0-15,0 0 0,0 40 16,0-40-16,0 39 0,0 1 0,0-40 0,0 39 15,0 1-15,-39-1 16,39 0-16,0 1 0,0-40 0,0 39 0,39 1 16,-39-1-16,39 0 0,-39-38 0,39 38 0,0 0 15,-39-38-15,0 38 16,40 40-16,-1-40 0,-39 0 0,39 1 0,-39-40 16,0 39-16,39 1 15,-39-1-15,0 1 0,0-1 0,0-39 0,0 40 16,0-1-16,0 0 0,0-38 15,0 38-15,0-39 0,0 0 0,0 40 0,0-40 16,0 0-16,0 0 16,0 1-16,0-1 0,0 0 0,0 0 0,0 0 15,79 1-15,-79-1 0,0 0 0,0 0 16,0 0-16,0 1 0,39-40 16,-39 39-16,0 0 0,0 0 0,0 0 15,0 1 1,0-1-16,0 0 0,0 0 15,0 0-15,0 1 16,0-1-16,0 0 0,0 0 0,0 0 16,0 0-16,0 1 0,0-1 15,0 0-15,0 0 16,0 0-16,0 1 0,0-1 16,0 0-16,0 0 0,-39 0 15,39 1-15,0-1 0,0 0 0,0 0 16,0 0-1,0 1-15,0-1 16,0 0 0,39-39-16,-39 39 0,0 0 15,-39 1-15,39-1 32,0 0-17,0 0 1,0 0 31,0 1-16,-40-40 78,-38 0-93,39 0 0,0 0-16,-40 0 0,40 0 0,-39 0 15,-1 39-15,1-39 16,-40 0-16,40 0 0,-40 39 0,40-39 0,-1 0 15,-38 0-15,38 0 0</inkml:trace>
  <inkml:trace contextRef="#ctx0" brushRef="#br0" timeOffset="65752.57">17521 6741 0,'0'0'0,"-39"0"0,39-39 16,0 0 30,39 39-30,0 0 0,1-39-16,-1 39 0,0 0 15,39 0-15,-38 0 0,-1 0 0,0 0 0,39 0 0,-38-39 16,-1 39-16,0 0 16,0 0-16,0 0 0</inkml:trace>
  <inkml:trace contextRef="#ctx0" brushRef="#br0" timeOffset="66002.55">17756 7447 0,'-78'0'15,"156"0"-15,-117 0 31,78 0-15,118 0 0,-118 0-16,197 78 15,-119-78 1,-78 40-16,1-40 0,-1 0 16,39 0-16</inkml:trace>
  <inkml:trace contextRef="#ctx0" brushRef="#br0" timeOffset="67552.53">20187 4390 0,'-40'0'0,"1"0"46,0 0-30,0 0 0,0 0-16,-1 0 15,1 0-15,0 0 0,0 0 0,0 0 16,-1 0-16,1 0 0,0 0 16,0 39-16,0-39 0,-1 0 0,1 0 0,0 39 15,0-39-15,0 0 16,-1 0-16,1 39 0,0-39 15,39 39 1,0 1 0,0-1-1,0 0 1,0 0 0,0 0-1,0 1-15,0-1 0,0 0 0,0 0 16,0 0-16,0 1 15,0 38-15,-39-39 0,39 0 0,0 1 0,0 38 16,0-39-16,0 0 0,0 40 16,0-40-16,0 39 0,0-39 0,0 1 0,0 38 15,0-39-15,0 40 0,0-40 0,0 0 0,39 0 16,-39 40-16,0-40 16,0 0-16,0 0 0,0 40 0,0-40 0,-78 0 15,78 0-15,0 0 0,0 40 16,-40-40-16,40 0 0,-39 0 0,39 1 0,0 38 15,0-39-15,0 0 16,-39 1-16,39 38 0,0-39 0,-39 0 0,39 40 16,0-40-16,0 39 0,0-38 0,0 38 0,0-39 15,0 40-15,0-40 0,0 0 16,0 39-16,0-38 0,0-1 0,0 0 0,0 39 16,0-38-16,0-1 15,0 0-15,0 0 0,0 40 0,0-40 0,0 0 16,0 0-16,0 0 0,0 1 15,-39-1-15,39 0 0,0 0 0,0 40 0,0-40 16,0 0-16,0 0 16,0 0-16,0 1 0,-40-1 0,40 0 15,0 0-15,0 0 0,0 0 0,40 1 16,-40-1 0,0 0-16,0 0 0,0 0 31,0 1-31,0-1 0,0 0 15,0 0-15,0 0 16,0 1-16,0-1 16,0 0-1,0 0 1,0 0 15,0 1-31,0-1 16,0 0-1,0 0-15,0 0 0,39 1 16,-39-1-16,0 0 16,0 0-16,0 0 47,0 1-32,0-1 1,0 0-16,0 0 31,39-39 110,0 0-126,40 0-15,-40 0 0,0 0 16,0 0-16,0 0 0,40 0 16,-40 0-16,0 0 0,40 0 0,-40 0 0,0 0 15,0 0-15,40 0 16,-40 0-16,0 0 0,0 0 0,0-39 0,1 39 15</inkml:trace>
  <inkml:trace contextRef="#ctx0" brushRef="#br0" timeOffset="69812.62">21833 5017 0,'0'-39'157,"0"-1"-95,0 1-31,0 0 1,0 0-1,0 78 453,0 0-484,0 0 0,0 1 16,0-1-16,-39 0 16,39 0-16,0 40 0,0-40 0,-39 0 0,39 39 15,0-38-15,0 38 0,0-39 16,0 0-16,0 40 0,0-40 0,0 39 0,0-39 15,0 1-15,0-1 16,0 0-16</inkml:trace>
  <inkml:trace contextRef="#ctx0" brushRef="#br0" timeOffset="73792.42">21363 7133 0,'0'-39'0,"-40"39"1312,1 0-1077,0 0-204,39 39-16,-39-39 1,0 0 78,-1 0 0,1 0-48,39 40-30,0-1 31,0 0-31,0 0 15,-39-39-16,39 39-15,0 1 16,0-1-16,0 0 16,0 0-1,-39-39-15,39 39 16,0 1 0,0-1-1,0 0-15,0 0 31,0 0 1,0 1-17,78-40 17,-78 39-17,39-39 1,1 0-1,-1 0 1,0 0-16,0 0 16,0 0-1,1 0-15,-40 39 16,39-39-16,0 0 16,0 0-1,0 0 1,-39-39-16,40 39 15,-1-39-15,0 39 16,-39-40-16,39 40 16,0-39-16,1 39 15,-40-39-15,39 39 16,-39-39 0,39 39-1,-39-39 1,0-1-16,0 1 15,0 0 1,0 0-16,0 0 16,0-1-16,0 1 15,-39 39-15,39-39 16,0 0 0,0 0-1,-39 39-15,39-40 0,0 1 16,0 0-1,-40 39-15,40-39 16,-39 39 0,0 0-1,0 0 17,39 39-32,-39-39 0,39 39 0,-40-39 15,1 39-15,0-39 16,0 40-16</inkml:trace>
  <inkml:trace contextRef="#ctx0" brushRef="#br0" timeOffset="75352.84">21637 8819 0,'0'0'0,"-39"0"31,39 39 110,0 0-141,0 0 0,0 1 15,0-1-15,0 0 0,0 0 16,0 0-16,0 1 0,0 38 0,0-39 0,0 0 15,0 40-15,0-40 16,0 0-16,0 40 0,0-40 0,-39 0 0,39 0 16,0 0-16,0 1 0,0-1 15,0 0-15</inkml:trace>
  <inkml:trace contextRef="#ctx0" brushRef="#br0" timeOffset="77412.7">22656 4703 0,'-39'0'0,"0"0"15,-1 0 1,40-39 0,40 39 31,-1 0-16,0 0-31,0 0 15,0-39 1,1 39-16,-1 0 0,0 0 16,0 0-16,0 0 0,1 0 15,-1 0-15,0 0 16,0 0-16,-39 39 0,39-39 0,1 0 16,-1 0-1,-39 39-15,39-39 0,0 0 16,0 0-16,1 0 15,-40 39 17,0 1 15,0-1-32,0 0 1,0 0-16,0 0 0,0 1 15,0-1-15,0 0 0,0 0 16,0 0-16,0 1 0,0-1 0,0 0 0,0 0 16,0 0-16,0 40 0,0-40 0,0 0 0,0 0 15,0 0-15,0 1 16,0-1-16,0 0 0,0 0 0,0 0 0,0 1 16,0-1-16,0 0 0,0 0 15,0 0-15,-40 1 0,40-1 0,0 0 0,0 39 16,-39-38-16,39-1 15,0 0-15,0 0 0,-39 0 0,39 1 0,0-1 16,-39 0-16,39 0 0,0 0 16,0 1-16,-39-1 0,39 0 0,0 0 0,0 0 15,0 1-15,-40-1 0,40 0 0,0 0 0,0 0 16,0 1-16,0-1 16,0 0-16,0 0 0,0 0 0,0 1 0,0-1 15,0 0-15,0 0 0,-39 0 16,39 1-16,-39-1 0,39 0 0,-39 0 15,39 0-15,0 1 16,0-1-16,0 0 0,-39-39 16,39 39-16,0 0 0,0 1 0,0-1 15,0 0-15,0 0 16,0 0-16,0 1 0,-40-40 0,40 39 16,0 0-16,0 0 15,0 0-15,-39-39 0,39 40 0,0-1 16,0 0-16,0 0 15,-39 0-15,39 1 0,0-1 0,0 0 16,0 0-16,0 0 16,0 1-16,0-1 15,0 0-15,0 0 0,0 0 16,0 0 0,0 1-16,0-1 15,-39-39 1,39 39-16,0 0 0,0 0 15,0 1 1,0-1-16,0 0 0,0 0 16,0 0-16,0 1 0,0-1 15,0 0 1,0 0-16,0 0 0,0 1 16,0-1-16,0 0 15,0 0-15,0 0 16,0 1-1,0-1-15,0 0 16,0 0-16,-79-39 16,79 39-16,0 1 0,0-1 15,0 0-15,0 0 32,-39-39-17,39 39-15,-78-39 78,78 40-62,-79-40-16,40 39 0,0-39 16,0 0-16,0 0 15,-1 0-15,1 0 0,-39 39 0,39-39 0,-40 0 16,40 0-16,-39 0 0</inkml:trace>
  <inkml:trace contextRef="#ctx0" brushRef="#br0" timeOffset="79242.6">3332 12543 0,'0'39'16,"-40"-39"0,40 39-1,0 0-15,-39-39 0,39 39 0,0 1 16,0-1-16,0 0 15,-39 0-15,39 0 0,0 1 0,0-1 0,-39 0 16,39 39-16,0-38 0,0-1 16,-39 0-16,39 39 0,0-38 0,0-1 0,-40 0 15,40 0-15,0 40 0,0-40 0,0 0 0,-39 0 16,39 0-16,0 1 16,0-1-16,-39-39 0,39 39 0,-39 0 15,39 0 1,0-78 31,0 0-32,0 0-15,39 0 16,-39-1-16,39 40 31,0 0-31,1 0 16,-1 0-16,0 40 15,0-40-15,0 0 0,1 0 0,-1 39 0,0-39 0,39 0 16,-38 0-16,-1 0 16,0 0-16,39 0 0,-38 0 0,-1 0 0,0 0 15,0 0-15,0-39 0,-39-1 16,0 1 0,0 0-1,0 0 1,0 0-16,0-1 15,0 1 1,0 0-16,0 0 16,0 0-16,0 78 62,0 0-46,79-39-16,-79 39 15,0 0-15,0 1 0,0-1 0,0 0 16,0 0-16,39-39 0,-39 39 16,0 1-16,0-1 0,0 0 0,0 0 15,39-39-15,-39 39 16</inkml:trace>
  <inkml:trace contextRef="#ctx0" brushRef="#br0" timeOffset="79442.66">4037 13091 0,'-39'-39'16,"78"78"-16,-78-117 0,0 39 15,39 0-15,-39 39 0,39-40 0,0 1 16,-40 39-1,40-39-15,40 39 16</inkml:trace>
  <inkml:trace contextRef="#ctx0" brushRef="#br0" timeOffset="79892.6">4508 13209 0,'0'39'31,"0"0"-15,0 1-16,0-1 0,39 0 0,-39 0 0,39 0 16,-39 1-16,39-1 0,0 0 15,-39 0-15,40 0 0,-40 1 0,39-1 16,0 0-1,-39 0 1,0-117 0,39 78-1,-39-39-15,0-1 0,39 1 0,1 0 0,-40 0 16,39 0-16,0-1 16,-39 1-16,39 0 0,0 0 0,1 0 15,-1 39 1,-39 39-1,39-39-15,-39 78 16,0-39-16,0 1 0,39-1 0,-39 0 16,0 0-16,0 0 0,39 1 0,-39-1 0,0 0 15,0 0-15,40-39 0,-40 39 16,0 1-16,0-1 0,39-39 0,-39 39 0,0 0 16,39-39-1</inkml:trace>
  <inkml:trace contextRef="#ctx0" brushRef="#br0" timeOffset="80922.61">5605 13836 0,'39'-39'0,"-78"78"0,157-117 32,-79 78-32,0-39 0,0 39 0,40-40 0,-40 40 0,157-78 31,-157 39-31,0 39 0,0-39 15,1-1 1,-40 1-16,-40 0 16,1 39-1,0 0 1,0 0-16,0 39 31,-1 0-31,40 40 16,-39-79-16,39 78 15,0-39-15,0 1 0,0 77 32,0-78-32,39 40 15,1-79-15,-40 39 0,39-39 0,0 0 0,-39 39 0,196-39 32,-118-39-32,158-39 31,-158 78-31,-39-40 0,40 1 0,-40 39 0,78-117 31,-38-1-15,-79 79-16,0 0 0,-79-1 31,40 40-31,0 0 16,0 0-16,-40 40 15,79-1-15,-39 39 31,39 1-15,39-1 0,1-78-16,38 0 15,-39 0-15,0-39 32,-39 0-32,40-40 15,-40 40-15,0 0 0,0 0 16,0-1-16,0 1 31,0 78-15,39 40-1,39 38 1,1 1 15,-40-118-31,39 39 16,-39-39-16,1 0 15,-1 0 1,39-117 0,-39-1-1,40 79 17,-40 39-32,0 0 31,0 39-16,1-39-15,-1 78 16,-39-38-16,0-1 16,39 0-16,0 0 31,0 0-31,118 1 16,-118-40-16,1 0 0,38 0 15,-39 0-15,40 0 0,-40 0 0,39 0 16</inkml:trace>
  <inkml:trace contextRef="#ctx0" brushRef="#br0" timeOffset="81372.52">9172 13170 0,'-39'0'16,"0"0"0,39 39-16,-39-39 0,-1 0 15,40 39-15,0 0 0,-39-39 0,39 40 16,0-1-16,-39-39 16,39 39-16,0 0 0,0 0 0,0 1 15,0-1-15,0 0 16,39 0-16,-39 0 0,39-39 0,-39 40 15,40-1-15,-1-39 16,-39 39-16,39-39 0,0 39 0,0-39 16,0 39-16,1-39 0,-1 0 0,0 0 15,0 0-15,0 0 0,1-39 16,-1 39-16,0-78 0</inkml:trace>
  <inkml:trace contextRef="#ctx0" brushRef="#br0" timeOffset="81692.5">10034 13366 0,'40'-39'16,"-40"-1"-16,39 40 16,39 40-1,1 116 17,-79-116-32,39 38 15,-39-39-15,0 0 16,0 1-16,-79-40 31,40 0-31,-78-79 16,77 40-16,40 0 0,-39 39 0,39-39 0,-39-1 0,39 1 15,0 0-15,-39-39 16,39 38 15,0 1-31,78 39 16,-39 0-16,40 0 15,-79 39-15,39-39 16</inkml:trace>
  <inkml:trace contextRef="#ctx0" brushRef="#br0" timeOffset="82062.48">10348 13287 0,'0'0'16,"39"0"-16,0 0 16,1 0 15,38 40-16,-78-1-15,78 39 16,-38-39-16,-40 1 0,0-1 16,39 0-16,-39 0 0,0 0 31,0 1-31,0-80 31,0 1-31,78-39 16,-78 39-16,39-1 15,-39 1-15,40 39 0,-40-39 16,39 39 0,0 0-1,-39 39-15,39 0 16,-39 1-16,0-1 16,0 0-16,0 0 0,39-39 15,-39 39-15,0 1 16,0-1-16,40-39 0,-40 39 0,39-39 15</inkml:trace>
  <inkml:trace contextRef="#ctx0" brushRef="#br0" timeOffset="82402.53">11328 13405 0,'0'0'15,"0"-39"1,39 39-1,-39 39-15,39 0 16,1 0-16,-1 40 16,39 38-1,-78-38 17,0-118-1,0-1-31,0 1 15,39-118 1,1 118-16,38-157 16,-78 157-16,39-39 31,0 78-31,-39 39 31,40 0-31</inkml:trace>
  <inkml:trace contextRef="#ctx0" brushRef="#br0" timeOffset="82852.45">12190 13483 0,'40'0'16,"-1"0"-16,0 0 15,0 0 1,39 0 0,-78 40-16,0-1 62,0 0-62,-39 0 0,39 0 16,0 1-16,0-1 15,0 0-15,-39-39 0,39 39 0,-39 0 0,0 1 16,0-1 0,-1-39-1,40-39-15,-39-1 16,39 1-16,0 0 16,-39 0-16,39 0 0,0-1 0,0 1 0,-39 39 15,39-39-15,0 0 0,0 0 16,39 39 15,0 0-31,0 0 16,1 0-16,-1 0 0,0 39 15,0-39-15</inkml:trace>
  <inkml:trace contextRef="#ctx0" brushRef="#br0" timeOffset="83262.42">12700 12778 0,'0'-39'16,"0"78"-16,0-118 0,39 79 31,-39 40-15,0 38-16,39 118 15,0-118-15,-39-38 0,40 38 16,-40 0-16,0-38 0,39 38 16,-39 40-16,39 78 15,-39-118 1,0-39-16,0 40 16,-39-79-16</inkml:trace>
  <inkml:trace contextRef="#ctx0" brushRef="#br0" timeOffset="83732.37">13249 12699 0,'0'-39'0,"-40"39"15,40-39-15,40 39 32,-40-39-17,39 39-15,0 0 16,-39 78-16,39-39 15,-39 1-15,0-1 0,0 0 16,0 0-16,0 0 0,0 1 0,0-1 0,0 0 16,-39-39-16,78-39 31,0-40-15,1 40-1,-40 0-15,39 39 0,-39-39 0,39 39 0,-39-39 16,39 39-1,-39 39 1,39 0 0,-39 0-16,0 0 0,40 1 0,-40-1 0,0 0 15,39 0-15,-39 40 0,0-40 0,39 0 0</inkml:trace>
  <inkml:trace contextRef="#ctx0" brushRef="#br0" timeOffset="84232.34">14189 13640 0,'40'0'62,"-1"0"-46,0 0-1,-39-39-15,39 39 0,0 0 0,1-39 0,-1 39 16,0 0-16,0 0 0,0 0 16,1 0-16,-1 0 0,0 0 0,0 0 15,0 0-15,1-39 0</inkml:trace>
  <inkml:trace contextRef="#ctx0" brushRef="#br0" timeOffset="84432.4">14385 14150 0,'-39'39'16,"78"-78"-16,-39 78 31,40-78-31,38 39 0,-39 0 16,0 0-16,1 0 15,-1 0-15,0 0 0,0 0 0,0-39 0</inkml:trace>
  <inkml:trace contextRef="#ctx0" brushRef="#br0" timeOffset="86032.28">16228 12582 0,'0'0'0,"-40"0"0,40-39 0,0 78 62,-39-39-46,0 39-16,0-39 0,0 39 0,-1 0 16,1 1-16,0-1 15,0 0-15,0 0 0,39 0 0,-40 1 0,1-1 16,39 0-16,0 39 15,0-38-15,-39-1 0,39 0 0,0 0 0,0 40 16,0-40-16,0 0 0,0 0 16,0 0-16,0 1 0,0-1 0,0 0 0,0 0 15,0 0-15,0 1 0,-39-40 0,39 39 16,-39-39-16,-1 39 16,1-39-16,0 0 0,39 39 0,-39-39 0,0 0 15,0 0-15,-1 0 16,1 0-16,39-39 0,0 0 31,39 39-31,1 0 0,-40-39 16,39 39-16,0 0 0,0 0 15,0 0-15,-39 39 16,39-39-16,-39 39 0,40 0 0,-40 0 0,0 1 16,39-1-16,-39 0 15,0 0-15,0 0 0,39 1 0,-39-1 0,0 0 16,0 0-16,0 0 0,0 40 15,0-40-15,0 0 0,39 0 0,-39 1 0,0 38 16,0-39-16,39 0 16,-39 1-16,0 38 0,40-39 0,-1-39 0,-39 39 15,39 1-15,0-1 0,0-39 0,1 39 0,-1-39 16,0 39-16,0-39 0,0 39 16,1-39-16,-1 0 0,0 0 0,0 0 15</inkml:trace>
  <inkml:trace contextRef="#ctx0" brushRef="#br0" timeOffset="86432.21">17364 13248 0,'-39'0'31,"39"39"-15,0 1 0,0-1-16,0 0 0,0 118 31,0-118-31,0 0 0,0 0 0,0 1 0,0 38 0,0-39 16,0 0-16,0 1 15,0-1-15,0 0 0,0 39 0,0-38 0,0-1 16,0 0-16,0 0 0,0 40 15,0-40-15,0 0 0</inkml:trace>
  <inkml:trace contextRef="#ctx0" brushRef="#br0" timeOffset="86742.19">18384 14738 0,'39'0'0,"-78"0"0,117-39 31,-39 39-31,-39 39 31,0 0-31,-39-39 16,39 39-16,-39 0 0,0 1 16,39-1-16,-40-39 0,40 39 0,-39 0 15,0-39-15,0 39 0,0 0 0,-1-39 16,1 0-16</inkml:trace>
  <inkml:trace contextRef="#ctx0" brushRef="#br0" timeOffset="87419.1">19991 13248 0,'-40'0'0,"80"0"0,-119 0 16,40 0-16,0 0 31,0 39-31,-40 1 31,79-1-31,-117 118 16,117-118-16,-40 0 0,40 0 15,0 0-15,-39 1 0,39-1 0,0 39 16,0 118 0,79-117-1,117-40 17,0-196-17,0 39 1,-157 40-1,0-40 1,-39 79-16,-78-39 16,-1 39-16,-78-40 31,118 79-15,0 0-16,0 0 15,0 0-15,39 39 16</inkml:trace>
  <inkml:trace contextRef="#ctx0" brushRef="#br0" timeOffset="87818.99">20696 14463 0,'39'0'0,"-39"-39"31,40 39-31,-40 39 16,0 1-16,0-1 16,0 0-1,0 0-15,0 0 0,-79 1 0,79-1 16,-39-39-16,0 39 0,0 0 15,-1-39-15,1 39 0,-39-39 0,39 40 0,-1-40 16,1 39-16</inkml:trace>
  <inkml:trace contextRef="#ctx0" brushRef="#br0" timeOffset="88608.93">21911 13170 0,'0'39'156,"0"39"-156,0-38 16,0-1-16,0 0 15,-39 0-15,39 0 0,0 1 0,0-1 0,-39 0 16,39 39-16,0-38 0,0-1 16,0 0-16,0 0 0,0 0 0,0 1 0,0-1 15,0 0-15,0 0 16,0 0-16,0 1 0</inkml:trace>
  <inkml:trace contextRef="#ctx0" brushRef="#br0" timeOffset="89608.88">22774 12739 0,'0'0'0,"39"0"47,0 0-47,39 39 15,-38-39-15,-1 0 0,0 0 16,0 0-16,0 0 0,-39 39 0,40-39 0,-1 39 15,0 0 1,0 1-16,-39-1 16,39-39-16,-39 39 0,0 0 15,0 0-15,0 1 0,-39-1 16,39 0-16,-39-39 0,39 39 0,-39 0 16,39 1-16,-39-1 15,39 0-15,0 0 0,-40 0 0,40 1 16,0-1-16,0 0 0,0 0 15,0 0-15,0 1 0,40-40 32,-40 39-32,39-39 15,0 0 1,0 0-16,-39-39 0,39 39 0,1-40 16,-1 40-1,-78 0 32,39 40-16,0-1-31,0 0 16,0 39-16,-40-38 0,40-1 0,0 39 16,-39-39-16,39 40 0,-39-1 15,39 1-15,-39-1 0,39 0 0,-39 1 0,39-1 16,-40 1-16,40-40 15,-39 39-15,0 1 0,39-40 0,-39 0 0,0 39 16,-1-39-16,1 1 0,-39-40 16,39 39-16,-40-39 0,1 39 0,-1-39 0,1 0 15,-40 0-15,1 0 16,38 0-16,-38 0 0</inkml:trace>
</inkml:ink>
</file>

<file path=ppt/ink/ink2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53:50.022"/>
    </inkml:context>
    <inkml:brush xml:id="br0">
      <inkml:brushProperty name="width" value="0.05292" units="cm"/>
      <inkml:brushProperty name="height" value="0.05292" units="cm"/>
      <inkml:brushProperty name="color" value="#FF0000"/>
    </inkml:brush>
  </inkml:definitions>
  <inkml:trace contextRef="#ctx0" brushRef="#br0">1764 1881 0,'-39'0'16,"-1"0"46,80 0 47,-40-39-109,78 39 0,-39 0 0,0-39 16,1 39-16,-1-40 16,0 40-16,0-39 0,0 39 0,40-39 0,-40 39 15,0-39-15,40 39 0,-40-39 0,0 39 0,39 0 16,-38 0-16,-1 0 0,0 0 16,0 0-16,-39 39 0,39 0 15,-39 0-15,0 0 16,40 1-16,-40-1 0,0 39 0,0-39 0,0 40 15,0-40-15,-40 39 0,40-38 16,-78 38-16,39-39 0,0 39 0,-1-38 0,-38 38 16,39-39-16,0 0 0,-1 1 0,1-1 15,0-39-15,39 39 0,-39-39 16,117-39 0,-39 0-1,1-1-15,-40 1 0,39 39 0,0-39 16,0 0-16,0 0 15,1 39-15,-1-40 0,0 1 0,0 0 16,0 0-16,1 39 0,-1-39 0,0 0 0,0-1 16,0 40-16,0-39 0,-39 0 15,40 0-15,-1 39 0,0-39 0,0-1 0,0 1 16,-39 0-16,40 39 0,-40-39 0,39 0 16,0-1-1,-39 1-15,39 39 0,-39-39 16,0 78 46,0 0-46,-39-39 0,39 40-16,-39-1 0,39 0 0,0 0 0,0 40 15,-39-40-15,39 0 0,0 0 0,-40 0 16,40 1-16,0 38 15,-39-39-15,39 0 0,0 0 0,0 1 0,0-1 16,0 39-16,39-39 16,-39 1-16,79-1 0,-1 0 15,-39-39-15,1 0 0,38 0 16,-39 0-16,40 0 0</inkml:trace>
  <inkml:trace contextRef="#ctx0" brushRef="#br0" timeOffset="220.06">3841 2312 0,'-78'-39'16,"156"78"-16,-195-78 15,77 39-15,40 39 16,0 39 0,0 79-1,0-118-15,79 79 16,-40 39-1,0-79 17,0-78-32</inkml:trace>
  <inkml:trace contextRef="#ctx0" brushRef="#br0" timeOffset="499.97">4821 1567 0,'-78'0'16,"156"0"-16,-195 0 0,38 79 15,40-79-15,39 39 0,-39 0 0,39 0 0,0 1 16,0-1-16,-39 0 15,39 39-15,0-38 0,0-1 0,0 0 0,78 0 0,-78 0 16,39 1-16,-39-1 16,39 0-16,1 0 0,-1 0 0,0 0 0,39-39 15,-38 40-15,-1-40 0,0 39 16,0-39-16,0 0 0</inkml:trace>
  <inkml:trace contextRef="#ctx0" brushRef="#br0" timeOffset="900.04">5331 1842 0,'0'-39'16,"39"39"0,0 0-16,40 78 15,-40-39-15,0 118 31,-39-118-31,0 0 0,0 1 0,0-1 16,0 0-16,0 0 16,0-78 15,39-39-31,-39 38 0,79 1 0,-40 0 16,0 0-16,0 0 0,0-1 0,1 1 0,-40 0 15,39 0-15,0 39 0,0-39 16,0 39-16,0 0 0,1 0 0,-1 0 15,-39 39 1,39-39-16,-39 39 0,0 0 0,39 0 0,-39 1 16,0-1-16,0 0 0,0 0 15,0 0-15,0 1 0,0-1 0,-39 39 0,39-39 16,0 0-16,0 1 16,0-1-16,0 0 0</inkml:trace>
  <inkml:trace contextRef="#ctx0" brushRef="#br0" timeOffset="1120">6663 1646 0,'0'39'16,"0"0"-16,0 0 15,40 1-15,-1 195 16,-39-196-16,0 118 31,0-118-31,-39 78 0,39-77 0,-79 38 31,79-39-31</inkml:trace>
  <inkml:trace contextRef="#ctx0" brushRef="#br0" timeOffset="1299.93">7330 2077 0,'-79'-78'16,"79"38"-16,0 1 0,0 0 15,40 0 1,-40 0-16,78 39 0,-39-40 0,0 40 0,1-39 16,-1 39-16,0 0 0,39 0 15,40 39 1</inkml:trace>
  <inkml:trace contextRef="#ctx0" brushRef="#br0" timeOffset="1479.91">7487 2469 0,'0'0'0,"-40"0"0,1 0 15,78 0 1,-39-39-16,79 39 15,-40 0-15,0 0 0,0 0 0,40 0 0,-40 0 16,0 0-16,40 0 16,-40 0-16,39 0 0,1-40 0,-40 40 0,39-39 0</inkml:trace>
  <inkml:trace contextRef="#ctx0" brushRef="#br0" timeOffset="1949.98">9564 1019 0,'-39'-79'0,"78"158"0,-117-158 0,-40 40 32,79 39-32,0 0 0,-1 78 15,40 1-15,-117 156 16,117-157-16,0 1 0,0-40 15,0 39-15,39 40 0,39 117 32,-78-117-32,-39 39 31,39-118-31,-196 39 16,118-78-16,39 0 0,0 0 0,-40-39 31,79 0-31,39 0 31,118 39-15,-118 0-16,79 78 15,-79 0-15,0-39 0,0-39 16,-39 40-16,40-1 16,38 78-16,40 40 15,-118-118-15,78 1 16,-78-1-16,39 0 0,0-39 15,40 39 1,-40-39-16</inkml:trace>
  <inkml:trace contextRef="#ctx0" brushRef="#br0" timeOffset="2209.87">10583 1803 0,'0'0'16,"0"-40"-16,0 1 15,-39 39 1,0 79 0,0-40-16,39 78 15,-40-77-15,40-1 0,0 0 0,0 39 16,0-38-16,118 195 15,-118-157-15,39-39 16,0 40 0,1-40-16</inkml:trace>
  <inkml:trace contextRef="#ctx0" brushRef="#br0" timeOffset="2449.94">11367 2547 0,'0'0'15,"0"39"17,0 40-32,-78 117 15,-1-79 1,1 1-1,39-79-15,-79 196 16</inkml:trace>
  <inkml:trace contextRef="#ctx0" brushRef="#br0" timeOffset="3039.82">12425 1842 0,'0'-39'15,"40"-1"1,38 1-16,-39 39 0,0 0 0,1 0 15,-1-39-15,39 39 16,-39 0-16,1 0 0,38 0 0,-39 39 0,0-39 16,1 79-16,-1-79 0,0 39 15,0 0-15,0 0 0,-39 0 0,0 1 0,0-1 16,0 0-16,0 0 16,0 0-16,0 1 0,-39-1 0,39 39 0,-78-39 15,39 0-15,-1 1 0,1-1 0,0-39 16,39 39-16,-39-39 15,78 0 17,0-39-32,0 39 0,1 0 0,-1-39 15,0 39-15,0 0 0,0 0 16,1 0-16,-1 0 0,0-40 0,39 40 0,-38 0 16,-1 0-16,0 0 0,0 0 0,0 0 0,1-39 15,-1 39-15,0 0 16,0 0-16</inkml:trace>
  <inkml:trace contextRef="#ctx0" brushRef="#br0" timeOffset="3249.83">14621 2351 0,'39'39'15,"-78"-78"-15,78 118 16,-39-1-1,-39 0 1,39-38-16,-40 116 16,1-116-16,0-1 0,39 39 15,-39-39-15,0 1 16,39-1-16,-40 0 0,1-39 0,39 39 0</inkml:trace>
  <inkml:trace contextRef="#ctx0" brushRef="#br0" timeOffset="5874.73">15600 1685 0,'0'0'0,"-39"0"15,0-39-15,0 0 0,39-1 16,-39 40-16,39 40 31,0-1-15,0 0-1,39 0-15,-39 0 0,0 1 0,39-1 0,-39 0 16,39 0-16,-39 0 16,0 40-16,0-40 0,39 0 0,1 40 0,-40-40 15,39 0-15,-39 39 0,0-39 16,39 1-16,-39 38 0,39-39 0,-39 0 0</inkml:trace>
  <inkml:trace contextRef="#ctx0" brushRef="#br0" timeOffset="6214.75">16816 2586 0,'0'40'32,"39"-1"-32,-39 0 15,0 0-15,0 0 0,0 1 16,0-1-16,0 0 0,0 0 0,-79-39 0,79 79 15,-39-40-15,0 0 16,39 0-16,-39-39 0,0 39 0,-1-39 16</inkml:trace>
  <inkml:trace contextRef="#ctx0" brushRef="#br0" timeOffset="8274.65">17952 1607 0,'0'0'0,"-39"0"15,0 0 1,78 0 828,-39-40-829,39 40 16,1-39-15,-1 39 0,0 0-1,0 0-15,0 0 16,1 0 0,-1 0-1,0 0 1,-39 39-16,39-39 15,-39 40-15,39-40 0,-39 39 16,0 0-16,40-39 16,-40 39-16,39-39 0,-39 39 0,0 1 15,39-40-15,-39 39 0,0 0 16,0 0-16,0 0 0,-39-39 16,39 40-16,0-1 0,-39-39 0,39 39 0,-40-39 15,40 39-15,-39-39 16,39 39-16,-39-39 0,0 0 15,39 40-15,-39-40 16,78 0 78,0 0-79,0 0-15,0 0 0,1 0 16,38 0-16,-39-40 0,40 40 16,-1 0-16,0 0 0,1 0 0,-1 0 0,0 0 15,1 0-15,-40 0 16,39 0-16,-38 0 0,-1 0 0,0 0 16,-78 0 30</inkml:trace>
  <inkml:trace contextRef="#ctx0" brushRef="#br0" timeOffset="9224.6">19716 1097 0,'0'-39'47,"39"39"15,1 39-46,-1-39-16,0 39 0,0-39 15,0 39 1,1-39-16,-1 0 0,0 40 0,0-40 16,-39 39-16,39 0 15,-39 0-15,0 0 16,0 1-16,0-1 0,0 0 16,0 0-16,-39 40 15,39-40-15,0 0 0,-39 0 0,39 0 0,0 1 16,0-1-16,0 0 0,0 0 15,0 0-15,0 1 0,0-1 0,0 0 0,0 0 16,0 0 0,39-39-16,0 0 15,1 0 1,-1-39-16,0 0 16,0 39-16,-39-39 31,0 78 0,0 0-31,0 0 16,0 1-1,0-1-15,0 0 0,39 0 0,-39 0 0,0 0 16,0 1-16,0-1 0,0 39 0,0-39 0,0 40 16,0-40-16,0 39 0,0 1 15,-39-1-15,39 1 0,-39-1 0,39 0 0,-39 1 16,39-1-16,-39-39 15,-1 40-15,1-1 0,39-39 0,-39 40 0,0-40 16,39 0-16,-39 0 0,-1 1 16,40-1-16,-39 0 0,39 0 0,-39-39 0,39 39 15,-39 1 1,39-80 93</inkml:trace>
  <inkml:trace contextRef="#ctx0" brushRef="#br0" timeOffset="12402.63">22460 1254 0,'-39'0'16,"39"39"93,0 0-109,-39 0 0,39 1 0,0-1 16,0 0-1,-40 0-15,40 0 0,0 1 0,0-1 0,0 39 16,0-39-16,0 1 0,0 38 0,0-39 0,0 0 16,40 1-16,-40 38 0,0-39 15,0 0-15,39 1 0,-39-1 0,0 0 0,0 0 16,0 0 0,0 0-16,-39-39 0,-1 0 15</inkml:trace>
  <inkml:trace contextRef="#ctx0" brushRef="#br0" timeOffset="12782.59">22303 1646 0,'0'-79'15,"0"158"-15,0-197 0,0 79 16,0 0-16,0 78 94,39-39-94,-39 39 15,40 0-15,38 1 16,-78-1-16,39 0 0,0 0 0,1 0 0,-1-39 16,39 40-16,-39-1 0,1 0 0,-1-39 0,0 39 15,0-39-15,-39 39 16,39-39-16,1 0 0,-40 40 0,39-40 16,0 0-1,-39-40-15</inkml:trace>
  <inkml:trace contextRef="#ctx0" brushRef="#br0" timeOffset="13032.58">23166 1332 0,'-40'0'16,"80"0"-16,-80-39 0,1 39 15,39 39 1,0 0-1,0 1 1,0-1-16,39 39 0,-39-39 0,0 40 0,0-40 16,40 39-16,-40-38 0,0 38 0,0-39 0,0 0 15,0 40-15,39-40 0,-39 0 16,39 0-16,-39 1 0,0-1 0,0 0 16,39-39-16,-39 39 15</inkml:trace>
  <inkml:trace contextRef="#ctx0" brushRef="#br0" timeOffset="13222.56">23479 2116 0,'0'39'15,"-39"-39"-15,0 79 16,39-1 15,0-39-31,39 79 16,0-118-16,-39 39 0</inkml:trace>
  <inkml:trace contextRef="#ctx0" brushRef="#br0" timeOffset="13702.53">23558 1724 0,'0'0'0,"0"-39"47,39 39-47,-39-39 0,39 39 0,-39-39 15,78 39-15,-38-40 16,-1 40-16,0-39 0,0 39 0,0 0 15,40-39-15,-40 39 16,0 0-16,0 0 0,1-39 0,-1 39 0</inkml:trace>
  <inkml:trace contextRef="#ctx0" brushRef="#br0" timeOffset="13902.57">24028 1999 0,'-39'39'16,"78"-78"-16,-117 78 0,117-39 31,0 0-31,39 39 16,-38-39 0,-1 0-16,0 0 0,0 0 0,0 0 0,1 0 15,-1 0-15,0 0 0</inkml:trace>
  <inkml:trace contextRef="#ctx0" brushRef="#br0" timeOffset="14202.57">25204 1293 0,'-39'0'0,"78"0"0,-78-39 0,-1 39 15,1-39-15,0 39 16,39 78-1,-39-78-15,0 39 0,39 0 0,-39 1 16,-1 38-16,40-39 0,-39 0 0,39 1 0,0-1 0,-39 0 16,39 0-16,0 0 15,0 1-15,0-1 0,39-39 32,40 0-32,-40-39 0,0 39 15,0 0 1,0-40-16,0 40 0,-39-39 0,40 39 0,-1-39 15,0 0-15,0 39 16,-39-39-16,39 39 0</inkml:trace>
  <inkml:trace contextRef="#ctx0" brushRef="#br0" timeOffset="14402.58">25165 1450 0,'-40'0'15,"80"0"-15,-40 0 32,0 78-32,39-78 15,-39 39-15,39 1 0,-39 38 0,39-39 0,-39 40 16,39-40-16,-39 39 16,0 1-16,0-1 0,40 0 0,-40 1 0,0-1 15,0 0-15,0-38 0</inkml:trace>
  <inkml:trace contextRef="#ctx0" brushRef="#br0" timeOffset="16229.85">1842 4899 0,'0'0'0,"-39"0"15,0-39-15,39 0 16,-39 39-16,39-39 0,0-1 31,39 40-31,0 0 0,39-39 16,-38 39-1,-1 0-15,0 0 0,39 0 0,-38 0 0,-1 0 16,39 0-16,-39 0 0,1 0 0,-1 0 0,0 0 16,0 39-16,0-39 15,-39 79-15,0-40 0,40 0 0,-40 0 0,0 40 16,0-40-16,-79 39 0,79 1 16,-39-1-16,0 1 0,0-1 0,-1 0 0,1 1 15,-39-1-15,78-39 16,-39 0-16,-1 1 0,40-1 0,0 0 0,-39-39 0,39 39 15,0-78 1,79 0 0,-79 0-16,39-1 0,0 1 0,39-78 15,-38 77 1,-1 1-16,0 0 0,0-39 0,0 39 0,1-1 0,-1-38 16,0 39-16,0 0 15,-39-40-15,39 40 0,1 0 0,-40 0 0,39-1 16,-39 1-16,0 0 0,0 0 0,0 0 15,0-1 1,0 1-16,0 78 47,0 1-31,0-1-16,0 0 0,0 0 0,-39 40 0,39-40 15,0 39-15,0-39 0,-40 1 0,40 38 0,0-39 16,0 0-16,0 1 15,0-1-15,79 0 0,-79 0 0,39 0 0,0-39 16,0 39-16,0-39 0,1 0 16,-1 0-16,39 0 0,-39 0 0,1 0 0,-1 0 15</inkml:trace>
  <inkml:trace contextRef="#ctx0" brushRef="#br0" timeOffset="16549.82">3214 5605 0,'0'-40'16,"39"1"-16,-39 0 0,39 0 16,1 0-16,-1 39 0,39-39 15,-39-1-15,1 40 0,-1 0 0,0 0 0,0 0 16,0 0-16,1 0 16,-1 40-16,0-40 0,-39 39 0,39-39 0,-39 78 15,0-39-15,0 0 0,39-39 0,-39 40 0,0-1 16,0 0-16,-78 0 0,78 0 15,0 1-15,-39-40 0,39 39 16,-39-39-16,78 0 47,0 0-47,-39-39 16,39 39-16,0 0 0,1-40 0,-1 40 15,0 0-15,0-39 16,40 39-16,-40-39 0,0 39 0</inkml:trace>
  <inkml:trace contextRef="#ctx0" brushRef="#br0" timeOffset="16779.84">4625 4938 0,'-78'-39'0,"78"0"0,-118 0 16,79 39-1,39 39-15,0 39 16,0-38-16,0-1 16,39 0-16,-39 39 0,39-38 0,-39-1 0,40 39 15,-1-39-15,0 1 16,0 38-16,0-39 0,1 0 0,-1 0 0,0 1 16,-39-1-16,39-39 0,0 39 0,1-39 0</inkml:trace>
  <inkml:trace contextRef="#ctx0" brushRef="#br0" timeOffset="17139.8">4900 5095 0,'39'-39'32,"-78"78"-32,78-117 0,0 78 15,0 0-15,0 0 0,1 39 0,-1 39 16,0 40-1,0-79-15,-39 118 32,0-118-32,39-39 15,-39-117 1,79-119 0,-1 80 15,-39 156-31,1 0 0,38 39 31,-39 0-31,-39 0 0,39-39 0,-39 39 0,0 1 0,40-1 16,-40 39-16,0-39 15,39 1-15,-39-1 0,0 0 0,39 0 0,-39 0 16,39 0-16,-39 1 16,39-40-16</inkml:trace>
  <inkml:trace contextRef="#ctx0" brushRef="#br0" timeOffset="17359.82">6271 4978 0,'0'-40'16,"0"80"-16,40-80 0,-40 80 31,0 38-31,0-39 0,39 196 31,-39-195-31,0 38 0,0-39 0,0 79 16,0-40-16,-39 79 15,39-118-15</inkml:trace>
  <inkml:trace contextRef="#ctx0" brushRef="#br0" timeOffset="17569.79">7095 5291 0,'0'-78'16,"0"156"-16,0-195 0,39 38 16,0 40-16,-39 0 0,39 39 0,0-39 0,1-1 0,-1 40 15,0 0 1,0 0-16,-39 40 0,79-1 15,-40-39-15,0 39 0,0 0 16</inkml:trace>
  <inkml:trace contextRef="#ctx0" brushRef="#br0" timeOffset="17759.76">7251 5918 0,'-39'0'15,"39"-39"1,79 0 0,-40 0-16,0 39 0,0-40 0,0 40 15,1-39-15,-1 39 16,0 0-16,0 0 0,0 0 0,40-39 0,-40 39 16,0 0-16</inkml:trace>
  <inkml:trace contextRef="#ctx0" brushRef="#br0" timeOffset="18337.29">9172 4468 0,'-39'0'16,"78"0"-16,-117 0 0,78 39 31,0 0-15,39 1-16,-39-1 16,0 0-16,39 39 0,-39-38 0,0-1 0,0 39 15,39-39-15,-39 40 0,39-1 16,-39-39-16,0 40 0,0-40 0,0 39 0,0-38 15,0-1-15,0 0 16,0 0-16,0 0 0,-39 0 0,39 1 16,-78-1-16,39-39 0,0 0 15,-1 0-15,1-39 16,0-1-16,0 1 31,39 0-15,39 39-16,0 0 15,0 0-15,1 0 16,-1 39-16,-39 0 16,39 1-16,-39-1 15,39 0-15,-39 0 0,0 0 0,39 1 0,-39-1 16,39 0-16,-39 0 0,0 0 16,40 1-16,-40-1 0,39-39 0,-39 39 0,39 0 15,-39 0 1,39 1-16,0-40 0,1 0 0,-1 0 15,0 39-15,0-39 16,0 0-16,1 0 0,-1 0 0,0-79 0,0 79 16</inkml:trace>
  <inkml:trace contextRef="#ctx0" brushRef="#br0" timeOffset="18717.25">10152 5134 0,'0'-39'0,"-39"0"16,78 117-16,-78-195 0,78 117 63,-39 39-48,39 39-15,-39-38 16,39-1-16,-39 0 0,0 39 15,40-38-15,-1-1 0,0 39 0,-39-39 0,39 0 16,-39 1-16,39 38 0,-39-39 0,0 0 0,0 1 16,40-1-16</inkml:trace>
  <inkml:trace contextRef="#ctx0" brushRef="#br0" timeOffset="19047.23">11328 5801 0,'39'0'16,"-39"39"15,0 0-15,0 0-16,0 0 16,0 1-16,0-1 0,0 0 0,-39 0 15,39 0-15,-39 1 0,0-1 16,-1 0-16</inkml:trace>
  <inkml:trace contextRef="#ctx0" brushRef="#br0" timeOffset="19517.22">11994 4899 0,'-117'0'31,"234"0"-31,-273 0 0,116 39 0,-38 40 15,39-40-15,39 0 0,-39 0 0,39 1 0,0 38 16,0-39-16,0 0 0,0 40 16,0-40-16,78 39 0,-78-39 0,78 1 15,-38-1-15,-1 0 0,0 0 16,0-39-16,0 39 0,40-39 0,-40 40 0,0-40 16,40 0-16,-40 0 0,0 0 15,39-79-15,-39 79 0,-39-39 0,40 0 16,-1 0-16,-39-1 0,0-38 15,0 39-15,0 0 0,0-40 0,-79 40 0,79-39 16,-39-1-16,39 40 0,-78 0 0,39-39 0,0 38 16,-1 1-1,40 0-15,-39 39 16,39 39 0,0 40-16,0-40 0</inkml:trace>
  <inkml:trace contextRef="#ctx0" brushRef="#br0" timeOffset="19827.18">12896 5801 0,'0'0'16,"-39"0"-16,39 39 15,0 0 17,0 0-32,0 0 15,0 1-15,0-1 16,-40 0-16,40 0 0,-78 0 0,78 1 15,0-1-15,-39 0 0,0 0 0,39 0 0,-40-39 16,1 40-16</inkml:trace>
  <inkml:trace contextRef="#ctx0" brushRef="#br0" timeOffset="20417.14">13209 4938 0,'-78'40'16,"156"-80"-16,-195 80 0,78-1 0,-40 0 15,118 0 17,1-39-32,38-39 31,-39 0-15,0 0-16,-39-1 15,0 119 173,0-1-188,0-39 0,0 1 0,0 38 15,0-39-15,0 40 16,0-40-16,0 39 0,0 0 0,40 1 0,-40-40 16,39 39-16,-39 1 0,0-40 15,39 39-15,-39-38 0,39-1 0,-39 0 0,0 0 16,0 0-16</inkml:trace>
  <inkml:trace contextRef="#ctx0" brushRef="#br0" timeOffset="21117.14">14111 4703 0,'-39'-39'16,"78"78"-16,-78-117 0,39 39 15,39 39 1,0 0-16,118 39 15,-157 0-15,118 118 32,-79-118-32,-39 0 0,39 0 0,-39 1 0,39-1 0,-39 39 15,0-39-15,0 1 16,0-1-16,39 78 16,-39-77-16,0-1 15,0 0 1,0 0-16,40-39 15,-40-39 1,0 0 0,39 39-1,-39-39-15,0 78 32,0 0-32,0 0 15,0 0-15,0 0 0,0 40 16,0-40-16,0 0 0,0 0 0,0 40 0,0-40 15,0 39-15,0-38 0,0 38 0,0 0 0,-39-38 16,39 38-16,-40 0 16,1 1-16,0-1 0,0 1 0,-40 38 0,40-38 15,0-1-15,0-39 0,-40 40 16,40-40-16</inkml:trace>
  <inkml:trace contextRef="#ctx0" brushRef="#br0" timeOffset="22067.06">18227 4860 0,'0'0'0,"0"-39"15,0 0-15,0-1 16,0 119 15,0-40-31,0 0 0,0 40 16,0-40-16,0 0 16,0 0-16,0 40 0,0-40 0,0 39 0,0-39 15,0 40-15,0-1 0,39-39 16,-39 40-16,0-1 0,0-39 0,0 40 0,0-40 15,0 0-15,0 0 0</inkml:trace>
  <inkml:trace contextRef="#ctx0" brushRef="#br0" timeOffset="22347.03">18109 5056 0,'0'0'16,"0"-39"-16,0 0 16,39 78 15,1 0-31,-40 0 16,39 0-16,0 1 0,0-1 0,0 0 0,1 0 15,-1 0-15,39 1 16,-39-1-16,1-39 0,-1 39 0,0 0 0,0-39 15,39 0-15,-78 39 0,79-39 0,-40 0 0,0 0 16,0 0-16,-39-39 0,40 39 16,-40-78-16,0 39 0</inkml:trace>
  <inkml:trace contextRef="#ctx0" brushRef="#br0" timeOffset="22537.09">18932 5095 0,'-39'-78'0,"78"156"0,-117-235 31,39 118-31,-1 39 16,40 39-1,79 40 1,-79 78 0,39 117-1,39-39 17,1-117-17,-40-79-15</inkml:trace>
  <inkml:trace contextRef="#ctx0" brushRef="#br0" timeOffset="22877">19403 5565 0,'0'-39'16,"0"78"-16,0-117 0,39 39 15,0 39 1,0 0-1,-39 39-15,79 157 16,-79-39 15,0-79-31,0 1 32,-40-79-32,80 0 46,-1 0-46,0 0 16,0 0-16,0-40 16,1 40-16,-1 0 0,0 0 0,0 0 0,0 0 15,1 0-15,38-39 16,-39 39-16,0-39 0,1 39 0</inkml:trace>
  <inkml:trace contextRef="#ctx0" brushRef="#br0" timeOffset="23136.98">20422 5213 0,'0'-39'15,"0"78"-15,0-118 0,78 79 32,-78-39-32,39 39 0,157 0 31,-156 0-31,38 0 0,-39 0 0,0 0 0,1 0 0,-1 39 16</inkml:trace>
  <inkml:trace contextRef="#ctx0" brushRef="#br0" timeOffset="23346.98">20461 5801 0,'-39'0'16,"78"0"-16,-117 39 15,117-39 1,0 0-16,79 0 15,-79 0-15,157 0 32,-157 0-32,0 0 0,0 0 0</inkml:trace>
  <inkml:trace contextRef="#ctx0" brushRef="#br0" timeOffset="25286.9">21755 4742 0,'0'-39'0,"0"0"46,0 0-30,39 39 31,-39-39-47,39 39 0,0 0 16,0-40-16,0 40 15,1 0-15,-1 0 0,0 0 31,0 0-31,-39 40 32,0-1-32,0 0 15,0 0-15,0 0 0,0 1 16,0-1-16,-39 0 16,39 0-16,0 0 0,-39 1 0,39-1 0,-39 0 15,-1 0-15,40 0 0,-39 1 16,0-1-16,39 0 0,-39-39 15,39 39-15,39-78 32,0 39-17,0-39 1,1 39-16,-1 0 0,0 0 31,0 0-15,-39 39-16,0 0 15,0 0-15,0 1 0,0-1 0,0 0 16,39-39-16,-39 39 0,0 0 0,0 0 0,0 1 16,0-1-16,0 0 15,0 0-15,0 0 0,-39-39 16,39 40-16,-39-40 16,0 0-16,-40 0 0,40 0 0,-39 0 0,39 0 15,-40 0-15,1 0 16,0-40-16,-1 40 0</inkml:trace>
  <inkml:trace contextRef="#ctx0" brushRef="#br0" timeOffset="37120.94">2469 7486 0,'0'-39'16,"-39"39"77,39 39-30,0 0-63,-39-39 0,39 40 16,-39-40-1,39 39-15,0 0 0,0 0 16,-39 0-16,39 1 0,0-1 0,-40 0 15,40 0-15,0 0 16,-39 1-16,39 38 0,0-39 0,0 0 0,-39 1 16,39-1-16,0 0 0,0 39 15,0-38-15,0-1 0,0 0 0,0 0 0,0 0 16</inkml:trace>
  <inkml:trace contextRef="#ctx0" brushRef="#br0" timeOffset="37550.92">2195 7682 0,'39'-39'15,"0"39"-15,-39-39 32,0 78 14,0 0-46,0 0 0,0 1 16,40-40-16,-40 39 0,0 0 16,39-39-16,-39 39 0,39 0 0,0 1 0,0-40 15,1 39-15,-40 0 16,39 0-16,0 0 0,0 1 0,0-1 16,1 0-16,-1 0 0,0 0 15,0-39-15,0 0 0,0 0 16</inkml:trace>
  <inkml:trace contextRef="#ctx0" brushRef="#br0" timeOffset="37850.94">3057 7761 0,'0'-40'15,"0"80"-15,-39-119 0,39 40 16,0 0-16,0 78 47,0 0-47,39-39 0,-39 39 16,0 1-16,0-1 15,39 0-15,-39 0 0,0 0 0,0 1 16,40-1-16,-40 0 0,0 0 0,39 0 15,-39 1-15,0-1 0,0 0 16,0 0-16,0 0 0,0 1 16</inkml:trace>
  <inkml:trace contextRef="#ctx0" brushRef="#br0" timeOffset="38198.35">3763 7996 0,'-39'0'16,"78"0"31,-39-39-47,39 39 16,0 0-16,0 0 0,1 0 15,-1 0-15,0-40 0,0 40 16,0 0-16,1 0 15,-1 0-15,0 0 0,0 0 0,0 0 0,40 0 16,-40 0-16</inkml:trace>
  <inkml:trace contextRef="#ctx0" brushRef="#br0" timeOffset="38448.31">3959 8388 0,'-39'0'15,"78"-39"1,39 39 15,-39 0-31,1 0 0,-1 0 0,0 0 16,0 0-16,40 0 0,-40 0 15,0 0-15,39 0 0,-38 0 0,-1 0 0</inkml:trace>
  <inkml:trace contextRef="#ctx0" brushRef="#br0" timeOffset="39648.37">2352 8349 0,'0'0'16,"0"-40"-16,39 1 16,0 39-16,0 0 15,-39-39 1,40 39-16,-1 0 0,0 0 62,0 0 141,-39 39-187,39-39 0,1 39-16,-1-39 15,0 40-15,0-40 16,0 0 0,0 39-16,1-39 0,-1 0 15,-39 39-15,39-39 16,-39 39-1,0 0 17,39-39-17,-39 40 1,39-40 0,1 0 15,-1 0-16,0 0 48,-39-40-47,39 40-16,-39-39 15,0 0 1,0 0-1,0 0-15,39-1 16,-39 1-16,0 0 16,0 0 15,0 78 0</inkml:trace>
  <inkml:trace contextRef="#ctx0" brushRef="#br0" timeOffset="40658.25">5409 7604 0,'0'0'0,"-39"-39"0,0 39 15,39 39 16,0 0-15,-39 0-16,39 0 0,0 1 0,0-1 16,0 39-16,-40-39 0,40 1 0,0-1 0,0 0 15,0 39-15,0-38 16,0-1-16,-39 0 0,39 0 0,0 0 16,0 1-16,0-1 15</inkml:trace>
  <inkml:trace contextRef="#ctx0" brushRef="#br0" timeOffset="40958.21">5331 7761 0,'0'0'16,"39"-79"-1,79 40 1,-1 78 0,-38 118 15,-40-118-31,39 118 16,-39-118-16,1-39 0,-40 39 15,39 1-15,0-40 0,0 0 0,0 39 16,0-39-16,1 0 15</inkml:trace>
  <inkml:trace contextRef="#ctx0" brushRef="#br0" timeOffset="41148.18">6154 7800 0,'0'39'47,"39"-39"-47,-39 39 0,0 40 16,39-79-16,-39 39 0,0 0 0,0 0 15,0 0-15,39 1 16,-39-1-16,0 0 0,40 0 16,-40 0-16,39-39 15</inkml:trace>
  <inkml:trace contextRef="#ctx0" brushRef="#br0" timeOffset="41348.26">6467 8113 0,'0'40'32,"0"-1"-32,40 0 15,-40 0 1,0 0-16,0 1 0,39-1 15,-39 0-15,39 0 16,-39 0-16,39 1 0,-39-1 16,39-39-16</inkml:trace>
  <inkml:trace contextRef="#ctx0" brushRef="#br0" timeOffset="41618.18">7251 8153 0,'79'-40'31,"-40"40"-31,79 0 15,78 0 1,-118 0 0,-39 0-16,118 40 15,-118-40-15,0 0 0</inkml:trace>
  <inkml:trace contextRef="#ctx0" brushRef="#br0" timeOffset="41858.15">7761 7878 0,'0'-39'15,"0"0"-15,39 39 16,-39 39 0,0 118 15,-39-118-31,39 157 15,0-118-15,0-38 0,-39-1 16,39 0-16,0 118 16,78-40-1</inkml:trace>
  <inkml:trace contextRef="#ctx0" brushRef="#br0" timeOffset="42088.2">8741 7957 0,'0'0'0,"0"-40"15,-39 40 1,39 79 0,0 78 15,0-1-16,0-116 1,0-1-16,39-39 0</inkml:trace>
  <inkml:trace contextRef="#ctx0" brushRef="#br0" timeOffset="42308.15">8623 7996 0,'0'0'15,"-39"0"-15,39-39 32,39 39-32,1 39 15,-40 39 1,39-39-16,39 79 16,-39-79-16,1 0 0,-1 1 15,0-40 1,0 39-16,118 0 15,-118-39-15</inkml:trace>
  <inkml:trace contextRef="#ctx0" brushRef="#br0" timeOffset="42538.2">9250 7917 0,'0'-39'0,"0"78"0,0-156 31,40 156-15,-40 0 0,0 40-16,39-79 0,-39 39 15,0 0-15,0 0 0,0 0 0,39 1 0,-39-1 16,0 0-16,0 0 0,39-39 16,-39 39-16,0 1 0,0-1 0,39 0 15,-39 0 1</inkml:trace>
  <inkml:trace contextRef="#ctx0" brushRef="#br0" timeOffset="42858.09">9564 8270 0,'0'-39'31,"0"78"-31,78-117 16,1 78-16,-40 0 15,0 0-15,0 78 32,-39-39-32,0 40 0,0-40 0,0 39 15,-39-38 17,78-40 30,1 0-62,-1 0 16,0 0-16,0 0 0,0 0 0,1 0 15,-1 0-15</inkml:trace>
  <inkml:trace contextRef="#ctx0" brushRef="#br0" timeOffset="43108.08">10779 8270 0,'39'0'0,"1"0"31,-1 0-31,0 0 15,0-39-15,0 39 16,1 0-16,-1 0 0,0 0 16,0 0-16,0 0 0,1 0 0,-1 0 0,0 0 15</inkml:trace>
  <inkml:trace contextRef="#ctx0" brushRef="#br0" timeOffset="43338.09">11602 7957 0,'0'-40'16,"0"80"0,0 38-1,0-39 1,0 0-16,0 1 0,0 38 0,0-39 0,0 0 15,-39 1-15,39 38 16,0-39-16,0 0 0,0 40 0,0-40 0,0 0 16,0 0-16</inkml:trace>
  <inkml:trace contextRef="#ctx0" brushRef="#br0" timeOffset="44158.01">12543 8427 0,'39'0'0,"0"0"0,-39-39 16,40 39-16,-1 0 0,0-39 0,0 39 0,-39-40 15,39 40-15,1 0 0,-1 0 16,0 0-16,0 0 0,0 0 0,1 0 16,-1 0-1,0 0-15</inkml:trace>
  <inkml:trace contextRef="#ctx0" brushRef="#br0" timeOffset="44408">12621 8897 0,'-39'0'0,"39"-39"31,79 39-31,-40-39 0,39 39 16,-39-39-16,1 39 0,-1 0 15,0 0 1,0 0-16,0 0 0,1 39 0,38-39 0,-39 0 16,0 0-16,1 0 15,-1 0-15,39 0 0</inkml:trace>
  <inkml:trace contextRef="#ctx0" brushRef="#br0" timeOffset="45427.94">14856 8074 0,'0'-39'0,"-39"39"15,39-39-15,-40 78 63,40 0-48,-78 0-15,78 1 0,-39-40 16,39 39-16,0 0 0,-39-39 16,-1 39-16,40 0 0,-39-39 0,0 40 0,39-1 15,-39-39-15,39 39 16,-39-39-16,39 39 0,39-39 47,0 0-47,0 0 15,0 0-15,1 0 16,-1 0-16,0 0 0,0 0 0,40 0 0,-40 0 16,0 0-16,0 0 0,40 0 15,-40 0-15,0 0 0,0 0 0,0 0 0,1-39 16,-1 39-16</inkml:trace>
  <inkml:trace contextRef="#ctx0" brushRef="#br0" timeOffset="45697.93">15052 8035 0,'-39'0'0,"78"0"0,-78-39 0,-1 39 31,40 39-15,-39 0-16,39 0 15,0 1-15,0 38 0,0-39 16,0 0-16,0 1 0,0 38 0,0-39 0,-39 40 16,39-40-16,0 39 15,-39 0-15,39-38 0,0 38 0,0-39 0,0 40 16,0-40-16,0 0 0,0 0 15,-39 0-15,39 1 0,0-1 0</inkml:trace>
  <inkml:trace contextRef="#ctx0" brushRef="#br0" timeOffset="46007.9">15992 8427 0,'0'0'0,"0"-39"31,40 39-16,-1 0-15,0 0 0,0 0 16,0 0-16,1 0 0,38 0 16,-39 0-16,0 0 0,40 0 0,-40 0 0,39 39 15,-38-39-15,38 0 0,-39 0 0,0 0 0,1-39 16,-1 39-16,0 0 16,0-39-16,0 39 0</inkml:trace>
  <inkml:trace contextRef="#ctx0" brushRef="#br0" timeOffset="46447.88">16463 8074 0,'39'0'0,"-39"39"62,0 1-46,0-1-16,0 0 0,0 0 0,0 0 0,0 40 16,0-40-16,0 0 0,0 40 15,0-40-15,0 0 0,0 39 0,0-39 0,0 1 16,0 38-16,0-39 15,0 0-15,0 1 0,0-1 0,0 0 0</inkml:trace>
  <inkml:trace contextRef="#ctx0" brushRef="#br0" timeOffset="47004.12">17325 8231 0,'0'0'0,"0"-78"31,118-1-15,-79 79-16,118-39 15,-118 39-15,0 0 0,0 0 16,1 0-16,-1 39 16,0 79-1,-157 39 17,1-40-17,78-78-15,-118 40 16,157-40-16,-39-39 15,39 39-15,0 0 16,39-39 0,0 39-16,39-39 0,40 40 31,-79-1-31,0 0 0,-39 0 16,40 0-16,-40 40 15,0-40-15,-79-39 0,79 39 16,-78-39-16,-40 39 15,79-39-15,0 0 16,0 40-16,-1-40 0,1 0 0,0 0 0,0 0 31,39-79-31</inkml:trace>
  <inkml:trace contextRef="#ctx0" brushRef="#br0" timeOffset="47274.04">18462 8701 0,'0'-39'0,"39"0"31,0 39-15,118-39 0,39 39-1,39 78 1,-196-78-16</inkml:trace>
  <inkml:trace contextRef="#ctx0" brushRef="#br0" timeOffset="47494.01">19599 8231 0,'-40'-39'16,"80"78"-16,-119-78 31,79 117-16,-39-39-15,39 1 16,-39-1-16,39 39 0,0-39 0,-39 1 16,39 38-16,-40-39 0,40 39 15,-39-38-15,39 38 0,0-39 0,-39 40 0,39-40 16</inkml:trace>
  <inkml:trace contextRef="#ctx0" brushRef="#br0" timeOffset="47804.07">20069 8623 0,'0'-78'16,"0"38"-16,78 1 31,-38 39-31,38-39 0,-39 39 0,0-39 16,1 39-16,77 0 0,-78-39 0,1 39 16,77 0-1,-78 0-15,1 0 0,77 39 16,-78-39-16</inkml:trace>
  <inkml:trace contextRef="#ctx0" brushRef="#br0" timeOffset="47983.99">20304 9054 0,'-39'39'16,"78"-78"-16,40 78 15,-40-39-15,0-39 0,157 0 16,-118 39-16,158 0 31,-197 0-31,0 0 0</inkml:trace>
  <inkml:trace contextRef="#ctx0" brushRef="#br0" timeOffset="49273.92">22225 8153 0,'39'-40'15,"-78"80"-15,78-119 0,0 79 0,-39-39 16,39 39-16,-39-39 16,0 0-1,-39 39 32,39 39-31,-39-39-16,0 0 15,39 39-15,-39-39 0,-1 39 0,1-39 0,0 39 16,0-39-16,39 40 0,-39-40 0,39 39 16,-40-39-16,40 39 15,-39-39-15,39 39 0,-39 0 0,39 1 0,-39-1 16,39 0-16,0 0 15,-39 0-15,39 1 0,0-1 0,-39 0 16,39 0-16,0 39 16,0-38-16,0-1 0,0 0 0,0 39 0,0-38 15,39-1-15,-39 0 0,39 0 0,0 0 0,0 1 16,0-40 0,1 0-1,-40-40-15,39 40 16,-39-39-16,39 39 0,-39-39 0,39 39 0,-39-39 15,39 39-15,-39-39 16,0-1-16,-39 40 31,0 0-31,0 40 16,0-40-16,-1 39 0,1 39 0,0-39 16,39 1-16,0-1 15</inkml:trace>
  <inkml:trace contextRef="#ctx0" brushRef="#br0" timeOffset="59802.84">1921 10387 0,'0'-39'31,"0"-1"172,39 40-203,-39-39 0,0 0 16,39 39-16,0-39 16,0 39-16,1 0 15,-1-39-15,0 39 0,0 0 16,0 0 0,1 0-16,-1 0 0,0 0 15,0 39 1,-39 0-16,39 0 15,-39 0 1,0 1-16,0-1 0,0 0 16,0 0-16,0 0 0,0 1 15,-39-1-15,0 0 16,39 0-16,-39 0 0,0 1 0,39-1 16,-40-39-16,40 39 15,0 0-15,-39-39 0,39 39 0,-39 1 16,78-40 46,-39-40-46,39 40-16,-39-39 16,40 0-16,-40 0 0,39 39 0,-39-39 0,39-1 15,0 40-15,-39-39 16,39 0-16,1 0 0,-1 0 0,0-1 15,0 1 1,0 0-16,1 39 0,-1-39 16,0 39-16,-39-39 0,39 39 15,0 0 1,-39-40-16,39 40 16,-39-39-1,40 39-15,-1 0 16,-39-39-1,39 39-15,0 0 0,-78 0 94,39 39-78,-39-39-16,0 39 15,-1 1 1,1-40-16,0 39 16,0-39-1,39 39-15,-39-39 0,0 39 0,-1-39 16,1 39 0,0 1-16,39-1 15,0 0 1,-39-39-16,39 39 0,0 0 15,0 1 1,0-1-16,0 0 0,0 0 16,0 0-16,0 1 15,0-1 1,39-39-16,-39 39 0,39-39 16,0 0-16,1 0 15,-1 0-15,0 0 0,0 0 16,0 0-1</inkml:trace>
  <inkml:trace contextRef="#ctx0" brushRef="#br0" timeOffset="60133.65">3606 10857 0,'0'-39'16,"0"78"31,0 0-47,0 1 15,0-1-15,0 0 0,0 0 0,0 0 16,0 1-16,0-1 16,0 0-16,0 0 0,0 0 0,0 1 15,-39-1-15,39 0 0,0 0 16,0 0 0</inkml:trace>
  <inkml:trace contextRef="#ctx0" brushRef="#br0" timeOffset="60553.62">4429 10230 0,'-39'0'0,"78"0"0,-117 0 16,39 0-1,-1 0 1,40 39-16,-39 0 15,0 1-15,-79 116 16,118-116-16,0-1 16,-39 0-16,39 0 0,0 40 15,0-40-15,0 0 0,0 0 0,0 0 0,0 1 16,0-1-16,0 0 0,39 0 0,-39 0 0,40 1 16,-1-1-1,0 0-15,0-39 0,79 39 31</inkml:trace>
  <inkml:trace contextRef="#ctx0" brushRef="#br0" timeOffset="61083.57">4704 10622 0,'0'-39'16,"0"78"-16,78-157 16,-39 118-16,0-39 15,1 39-15,-1 0 16,-39 118 0,39 39-1,0 39 16,-39-118-31,0 0 32,0-38-32,0-119 15,0 40 1,0 0-16,39-40 16,1 40-16,-40-39 0,39 39 0,-39-1 0,39-38 15,0 39 1,-39 0-16,79-40 15,-40 79 1,0 0-16,0 39 16,-39 1-16,39 38 15,1-78-15,-40 39 0,39 0 16,-39 1-16,39-1 0,-39 0 0,0 0 16,39 0-16,-39 1 0,0-1 15,0 0-15,0 0 0,0 0 0,0 1 0,0-1 16,0 0-16,-39 0 15,39 0 1</inkml:trace>
  <inkml:trace contextRef="#ctx0" brushRef="#br0" timeOffset="61383.56">6193 10583 0,'0'0'0,"39"0"16,0 0 0,40 78-1,-79-39 1,0 1-16,0 116 15,-39-116-15,39-1 0,0 0 16,0 0-16,-40 0 16,40 1-16,-39 38 15,39-39-15,0 0 0,-39-39 16</inkml:trace>
  <inkml:trace contextRef="#ctx0" brushRef="#br0" timeOffset="61633.54">6859 10975 0,'40'-39'0,"-80"78"0,119-78 16,-40-1-1,0 40-15,79-39 32,-79 39-32,79-39 15,-1 39 1</inkml:trace>
  <inkml:trace contextRef="#ctx0" brushRef="#br0" timeOffset="61893.45">7251 11406 0,'0'39'0,"40"-39"31,-1 0-31,39-39 32,-39 0-32,118 0 15,-118 39-15,1 0 0,-1 0 16,0-40-16,0 40 16</inkml:trace>
  <inkml:trace contextRef="#ctx0" brushRef="#br0" timeOffset="62613.49">9211 10152 0,'-39'0'0,"78"0"0,-117 0 15,39 0 17,-40 78-17,79-39-15,-39-39 0,39 39 16,-39 1-16,39-1 0,-39 0 0,39 0 0,-39 0 15,39 40 1,-40-40-16,40 79 16,0-79-16,0 0 0,0 0 0,40 0 15,-40 1 1,78 116 0,-78-38-1,-157 0 16,118-118-31,39 39 0,-39-39 0,0 0 0,-1 0 16,40 39-16,-39-39 0,0 0 16,39-39-1,0 0 1,39-40 0,40 40 15,-40 39-16,0 0-15,-39 78 16,39-78-16,-39 40 0,0-1 16,0 0-16,39 0 0,-39 0 0,0 1 15,0-1-15,0 0 16,0 0-16,40 79 16,-1-79-16,-39 0 0,0 0 15,39-39-15,-39 39 0,39 1 31,0-40-31,1 39 0,-1-39 16,39 39 0,0-39-16,1 0 15</inkml:trace>
  <inkml:trace contextRef="#ctx0" brushRef="#br0" timeOffset="63043.38">10074 10661 0,'0'-39'16,"0"78"-16,0-117 16,0 117 15,0 0-16,0 0 1,0 1-16,0-1 0,0 0 0,0 0 16,0 0-16,0 1 0,0-1 0,0 0 0,0 39 15,0-38-15,0-1 0,39 0 16,-39 0-16,0 0 0,0 1 0,0-1 0,0 0 16,0 0-16,39 0 15,-39 1-15,0-1 0,0 0 0,0 0 0,39 0 16,0 1-16</inkml:trace>
  <inkml:trace contextRef="#ctx0" brushRef="#br0" timeOffset="63443.64">11054 11563 0,'0'39'62,"0"0"-62,0 0 16,0 1 0,0-1-16,0 0 0,-40 0 0,40 0 15,-39 0-15,39 1 16,0-1-16,-39-39 0,39 39 0,0 0 15,-39-39-15</inkml:trace>
  <inkml:trace contextRef="#ctx0" brushRef="#br0" timeOffset="64443.55">11602 10818 0,'0'0'16,"-39"0"-16,39-39 31,0 78 63,0 0-78,0 0 31,0-78 62,39 39-15,1 0-94,-1 0 15,-39-39 1,39 39-16,0 0 16,0 0-16,1 0 15,-1 0 1,0 0-16,0 0 0,0 0 15,1 0 1,-1 39-16,0 0 16,-39 1-16,0-1 15,0 0-15,0 0 0,0 0 0,0 1 16,0-1-16,0 0 0,0 0 0,-39-39 0,39 39 16,0 1-16,-39-1 0,39 0 15,-40 0-15,1 0 16,39-78 31,0 0-47,39 39 15,-39-39-15,40 39 16,-1 0 0,0 0-16,0 0 0,0 0 15,1 0-15,-1 0 16,0 0-16,0 0 0,0 0 0,0 39 0,1-39 15,-1 0 1,0 0-16</inkml:trace>
  <inkml:trace contextRef="#ctx0" brushRef="#br0" timeOffset="64693.6">13170 11445 0,'0'0'16,"39"0"0,-39 39-1,-39 1 17,39-1-32,-39 78 15,39-77-15,-39-1 16,39 0-16,0 0 0,-39 39 31</inkml:trace>
  <inkml:trace contextRef="#ctx0" brushRef="#br0" timeOffset="65163.51">14033 10818 0,'0'-39'15,"0"78"-15,39-117 16,-39 117 31,0 0-32,0 0-15,0 0 16,0 1 0,0-1-16,0 0 0,0 0 0,0 0 15,0 1-15,0-1 0,0 0 0,0 39 0,0-38 16,0-1-16,0 39 0,0-39 16,0 1-16,0 38 0,0-39 0,0 0 0,0 1 15,0-1-15,39 0 16,0 0-16</inkml:trace>
  <inkml:trace contextRef="#ctx0" brushRef="#br0" timeOffset="65453.5">14699 11720 0,'0'0'0,"0"39"31,-39-39-15,39 39-16,0 0 0,0 0 15,0 0 1,-39-39-16,-1 40 0,1-40 15,0 39 1,0-39-16</inkml:trace>
  <inkml:trace contextRef="#ctx0" brushRef="#br0" timeOffset="66223.43">15248 10936 0,'-39'-40'31,"78"80"-31,-78-119 0,39 40 16,39 39-16,0 0 15,0 0-15,0 0 32,1 0-32,38 39 15,-39-39-15,0 0 0,40 118 32,-1 78-17,-78-157-15,0 0 16,0 0-16,0 1 0,-39-1 0,39 0 0,-39 0 0,-40 0 15,40 1 1,0-1-16,-39 0 16,38-39-16,1 0 15,78 0 32,1 0-47,-1 0 16,0 0-16,0 0 15,0 0-15,0 0 0,1 0 0,-1 0 16,0 0-16,0 0 16,-39 39-16,39-39 0,1 0 0,-1 0 125</inkml:trace>
  <inkml:trace contextRef="#ctx0" brushRef="#br0" timeOffset="66623.42">16698 11680 0,'39'0'16,"-39"40"62,0-1-63,0 0-15,0 0 0,0 0 0,0 0 16,0 1-16,0-1 16,0 0-16,0 0 0,-39 0 0,39 1 15,-39-1-15,39 0 0,-39-39 0,39 39 0,-40 0 16,1-39-16</inkml:trace>
  <inkml:trace contextRef="#ctx0" brushRef="#br0" timeOffset="68783.28">17796 10936 0,'-40'0'15,"40"-40"1,-39 40 62,0 0-62,0 0-1,0 0 1,-1 40 0,1-40-16,0 0 0,0 39 15,0 0 1,39 0-16,-40-39 0,40 39 15,0 1 1,-39-40-16,39 39 0,0 0 0,0 0 16,0 0-16,0 1 0,0-1 15,39 0-15,-39 0 16,40-39-16,-1 0 0,-39 39 16,39-39-1,0 0-15,0 0 16,1 0-1,-1 0-15,0-39 16,0 39 0,-39-39-16,39 39 0,1-39 0,-40 0 15,39 39-15,-39-40 0,0 1 0,39 39 16,-39-39-16,0 0 0,39 39 16,-39-39-16,0-1 0,0 1 0,0 0 15,0 0 1,0 0-16,-39 39 15,39-40-15,-39 40 16,39-39-16,-39 39 16,39 39 15,0 1-15,39-40-1,-39 39-15</inkml:trace>
  <inkml:trace contextRef="#ctx0" brushRef="#br0" timeOffset="69103.27">18540 11641 0,'40'0'0,"-80"0"0,80 39 62,-40 1-46,-40-1-16,40 0 15,-39 0-15,39 0 0,0 0 0,-78 1 16,78-1-16,-39-39 16,39 39-16,-40 0 0,1-39 0,0 39 0,0 1 15</inkml:trace>
  <inkml:trace contextRef="#ctx0" brushRef="#br0" timeOffset="70203.22">19755 11092 0,'0'0'0,"0"-39"15,40 39 16,-80 0 126,1 0-126,0 0 0,0 0-31,0 0 16,-1 0-1,1 0-15,0 0 16,0 0-16,39 39 16,-39-39-16,39 40 0,-40-40 0,40 39 15,0 0-15,-39 0 0,39 0 16,-39 1 0,39-1-16,0 0 15,0 0-15,39 0 16,-39 1 15,39-40-31,1 39 0,-1-39 16,0 0-16,-39 39 0,39-39 0,0 0 15,1 0-15,-1 0 16,0 0-16,0 0 0,0 0 0,1 0 16,-1 0-16,-39-39 15,39 39-15,0 0 0,-39-39 0,39-1 16,-39 1-16,40 0 15,-40 0-15,0 0 0,0-1 16,0 1-16,0 0 16,0 0-16,0 0 0,-40 39 0,40-40 15,-39 1-15,0 0 0,0 0 16,0 39 0,-1 39 15,40 0-16,-39-39-15,39 39 0,0 1 16</inkml:trace>
  <inkml:trace contextRef="#ctx0" brushRef="#br0" timeOffset="71223.14">20539 10661 0,'0'0'0,"0"-39"31,-39 39-31,39-39 16,0 78 46,0 0-46,39-39-16,-39 39 15,0 1-15,40-1 0,-40 0 16,39-39 0,-39 39-16,0 0 0,0 1 31,0-1-31,0 0 0,-39 0 15,39 0-15,0 1 0,-40-40 16,40 39-16,0 0 0,-39 0 0,39 0 16,0 1-16,0-1 0,0 0 15,0 0 1,39-39 0,1 0-1,-1 0-15,0 0 0,0 0 31,0 0-31,1 0 16,-80 0 78,40 39-94,-39-39 15,39 40 1,0-1-16,-39-39 0,39 39 0,0 0 16,-39 0-16,39 1 0,-39-40 0,39 39 15,0 0-15,0 0 0,-40 0 16,40 0-16,0 1 0,0-1 16,0 0-1,0 0-15,0 0 0,0 1 0,0-1 16,0 0-1,0 0-15,-39 0 0,39 1 32,-39-1-32,0-39 15,39 39-15,-39-39 16,39 39-16,-40-39 0,40 39 16,-39-39-16,0 0 0,39 40 15,-39-40 1,0 0-16,39 39 15,-40-39 1,1 0 0,0 0-16</inkml:trace>
  <inkml:trace contextRef="#ctx0" brushRef="#br0" timeOffset="76352.88">1607 12856 0,'0'-39'0,"0"0"31,39 39-15,-39-39-1,39 39 1,1 0-1,-1 0 1,0 0-16,0 0 16,0 0-16,1 0 15,-1 0-15,0 0 0,0 0 0,0 0 16,1 0-16,-40 78 16,39-78-16,0 39 0,-39 0 0,39 1 0,-39-1 15,39 0-15,-39 39 0,0-38 16,0-1-16,0 0 0,0 0 0,0 0 0,0 1 15,-78-1-15,78 0 16,-39 0-16,0 0 0,-1-39 0,1 40 0,0-1 16,0 0-16,0-39 0,-1 0 0,40 39 15,-39-39-15,0 0 16,117-39 15,-78 0-31,40 39 16,-40-39-16,39-1 0,0 40 15,0-39-15,0 0 0,1 39 0,-1-39 0,0 0 16,0 39-16,0-40 0,1 1 0,-1 0 0,0 39 16,0-39-16,0 0 15,1 39-15,-40-40 0,39 40 0,0-39 0,-39 0 16,39 39-16,-39-39 0,39 0 16,-39-1-16,40 40 0,-40-39 15,-40 39 48,-38 39-48,39 1 1,39-1-16,-39-39 0,-1 39 0,40 0 0,-39-39 16,39 39-16,-39 1 0,39-1 15,-39 0-15,0 0 0,39 0 0,0 1 16,-40-1-1,40 0-15,0 0 0,0 0 16,0 1-16,0-1 0,40-39 0,-40 39 16,39-39-16,-39 39 0,78-39 15</inkml:trace>
  <inkml:trace contextRef="#ctx0" brushRef="#br0" timeOffset="76782.82">2861 13640 0,'39'-39'16,"1"39"-16,38 0 31,-39 0-31,118-39 16,-118 39-16,0 0 0,1 0 15,-1 39-15,0 0 0,39 0 31,-38-39-31,-40 40 0,39-1 0,-39 0 16,-118 39 15,79-78-31,39 40 0,-78-1 32,38-39-32,80 0 46,-1 0-30,0 0-16,0 0 0,0-39 0,1 39 16,-1-40-16,0 40 0,0 0 0,0 0 15,40 0-15,-40 0 16,0 0-16,0 0 0,1 0 0,38 0 0,-39 0 16,0 0-16,1 0 0,-1 0 15,39 0-15,-39 0 0</inkml:trace>
  <inkml:trace contextRef="#ctx0" brushRef="#br0" timeOffset="77102.82">4939 13052 0,'39'0'15,"-78"0"-15,78-39 0,-39 0 16,-39 39 0,0 39-16,-1 39 15,1-78 1,0 40-16,-39 116 16,38-116-16,40-1 0,-39 0 15,39 39-15,-39 40 31,39-79-31,39 40 16,0-40-16,1-39 0,77 0 16</inkml:trace>
  <inkml:trace contextRef="#ctx0" brushRef="#br0" timeOffset="77602.82">5331 13287 0,'39'0'15,"-78"0"-15,78-39 0,0 39 0,79 0 16,-79 0-16,0 0 16,0 0-16,1 0 15,77 79 1,-117-1-1,39-39-15,-39 0 0,0 79 32,0-79-32,-39 0 15,0-39 1,39-39 0,39 39-16,-39-39 0,79-79 31,-79 79-31,39 0 0,39 0 15,-39 0-15,40-1 16,-40 40 0,0 40 15,-39-1-15,0 0-16,0 0 15,39 0-15,-39 1 0,39-1 16,-39 0-16,0 0 15,40-39-15,-40 39 0,0 1 16</inkml:trace>
  <inkml:trace contextRef="#ctx0" brushRef="#br0" timeOffset="77852.87">6624 13287 0,'39'0'16,"1"0"-1,-1 0 1,39 118 0,-39 39-1,-117 0 16,0-40-15,38-38 0</inkml:trace>
  <inkml:trace contextRef="#ctx0" brushRef="#br0" timeOffset="78062.8">7487 13523 0,'39'-40'16,"-78"80"-16,117-80 0,-39 40 0,79-39 31,-79 39-31,0 0 0,40 0 31,-40 0-31,0 0 0</inkml:trace>
  <inkml:trace contextRef="#ctx0" brushRef="#br0" timeOffset="78262.8">7565 14071 0,'0'0'0,"0"-39"15,78 0 1,118 0 0,-117 39-1,-1 0-15,118-39 16,-157-1-16,40 40 0,-40 0 16,39-39-16</inkml:trace>
  <inkml:trace contextRef="#ctx0" brushRef="#br0" timeOffset="78812.75">9878 12817 0,'-40'0'0,"-77"78"16,117-38-16,-39-40 0,-1 39 16,1 0-16,0 0 0,0 40 15,0 38 1,39-38 0,0-40-16,-40 78 15,40-77-15,0-1 0,-39 0 16,39 0-16,-39 0 15,0 1-15,-79-1 16,79-39 0,0 0-16,0 0 15,39-39 1,39-1 0,0 40-16,0 0 15,0 0-15,1 0 16,-1 0-16,0 0 0,-39 40 0,39-40 15,0 39-15,-39 0 16,40 0-16,-40 0 0,0 1 16,0-1-16,0 39 0,0-39 0,0 1 15,-40-1-15,40 0 16,0 0-16,0 0 0,0 1 0,0-1 0,0 0 16,0 0-16,0 0 15,0 1-15,40-40 0,-40 39 0,39-39 16,0 39-16,0-39 0,0 0 15,1 39-15,-1-39 0,0 0 0,0 0 0</inkml:trace>
  <inkml:trace contextRef="#ctx0" brushRef="#br0" timeOffset="79162.72">10583 13679 0,'0'-39'31,"0"78"-31,0-117 16,0 117 15,0 0-31,-39 1 0,39-1 0,0 0 16,0 0-16,0 0 15,-39 1-15,39-1 0,0 0 0,0 0 0,0 0 16,0 1-16,0-1 0,0 0 16,0 0-16,0 0 0,0 1 0,0-1 15,39-39-15,-39 39 16</inkml:trace>
  <inkml:trace contextRef="#ctx0" brushRef="#br0" timeOffset="79442.77">11250 14463 0,'0'40'16,"0"-80"-16,39 80 0,-39-1 16,0 0-16,0 0 15,0 40 17,-118-1-17,1-39 1,38-39-1</inkml:trace>
  <inkml:trace contextRef="#ctx0" brushRef="#br0" timeOffset="80202.83">13013 13836 0,'0'39'0,"0"-78"0,0 0 16,-39 0 0,0 39 31,0 0-32,0 0 1,-1 39-16,1-39 0,0 0 0,0 39 0,0-39 15,39 39-15,-40-39 16,1 40-16,39-1 0,-39-39 0,39 39 16,0 0-16,0 0 0,0 1 0,0-1 15,0 0-15,0 0 0,39-39 16,40 39-16,-40 1 0,0-40 16,0 39-16,0-39 15,1 0-15,-40 39 0,39-39 0,0 0 0,0 0 16,0 0-16,1 0 0,-1-39 15,0 39-15,0-39 0,-39-1 16,39 1-16,-39 0 16,0 0-16,0 0 0,0-1 0,-78 1 15,78 0 1,-39 0-16,39 0 0,0-1 0,-39 1 16,-1 0-16,40 0 0,0 78 46,0 0-30,0 0-16</inkml:trace>
  <inkml:trace contextRef="#ctx0" brushRef="#br0" timeOffset="80502.81">13954 14424 0,'0'0'0,"-39"39"16,39 1 15,0 116-16,0 1 1,-39-39 0,0-79-1,-79-39 1</inkml:trace>
  <inkml:trace contextRef="#ctx0" brushRef="#br0" timeOffset="81432.73">15169 13601 0,'-39'0'0,"39"39"266,0 0-266,0 1 16,0-1-16,0 0 15,0 0-15,0 0 0,0 1 0,0-1 0,0 0 16,0 0-16,0 40 16,0-40-16,0 0 0,0 0 0,0 0 0,0 1 15,0-1-15,0 0 0,0 0 16,0 0-16,0 1 0,0-1 0,0 0 15</inkml:trace>
  <inkml:trace contextRef="#ctx0" brushRef="#br0" timeOffset="81762.77">15953 14581 0,'0'0'0,"0"39"31,0 40-16,-78 77 1,78-116-16,-79 38 16,79-39-16,-39-39 15,0 39 1,39 0-16,-39-39 0</inkml:trace>
  <inkml:trace contextRef="#ctx0" brushRef="#br0" timeOffset="82522.66">17521 13915 0,'0'-40'16,"-39"40"-1,0 0 1,0 0-1,-1 40 1,-38 77 0,0 1 15,78-79-31,-40 39 16,40-38-16,0-1 0,0 0 15,0 0-15,0 0 16,40-39-16,-1 40 15,0-1-15,39-39 16,79 0 0,39-39-1,-117-79 17,-40-39-17,-39 40 1,0 77-1,-39 1-15,-1-39 16,40 39-16,-39 39 16,39-40-16,-39 40 15,0 40 1,39-1 0</inkml:trace>
  <inkml:trace contextRef="#ctx0" brushRef="#br0" timeOffset="82802.7">18384 14738 0,'0'0'0,"0"39"15,0 39 1,-118 40 0,0-1 15,79-38-31,-39-1 31,78-39-31</inkml:trace>
  <inkml:trace contextRef="#ctx0" brushRef="#br0" timeOffset="83562.62">19912 14111 0,'0'0'16,"-39"0"46,0 0-30,0 0-1,39 39-31,-40-39 0,1 0 16,39 78-16,-39-78 15,0 0-15,39 39 0,0 1 16,0-1-16,0 0 15,0 0-15,0 0 0,0 1 0,0-1 16,0 0-16,0 0 0,39 0 16,0-39-16,-39 40 15,39-40-15,1 0 0,-1 0 0,-39 39 0,39-39 16,0 0 0,0 0-16,1 0 0,-1 0 0,-39-39 15,39 39-15,-39-40 0,39 40 16,-39-39-16,39-39 0,-39 39 15,0-1-15,0 1 16,0 0-16,0 0 0,0 0 0,0-1 16,-39 1-16,0 0 15,0 0-15,0 39 16,39-39-16,-40 39 16,1 0-1,39 39 1,0 0-1</inkml:trace>
  <inkml:trace contextRef="#ctx0" brushRef="#br0" timeOffset="84972.52">20853 13562 0,'39'0'63,"0"39"-48,1-39 1,-1 0-16,-39 39 0,39 0 0,-39 1 15,39-1 1,-39 0-16,39-39 0,-39 39 16,0 0-16,0 1 15,-39-1-15,39 0 16,-39 0-16,39 0 0,-39 1 0,0-40 16,39 39-16,0 0 15,-40 0-15,1-39 0,39 39 0,0 1 0,0-1 31,39-39-31,1 0 0,-40 39 16,39-39-16,0 0 0,0 0 0,0-39 31,1 39-31,-40-39 0,39 39 16,-39-40-16,0 80 78,-39-40-62,-1 0-1,40-40 142,40 40-126,-40 40 234,0-1-249,0 0 15,0 0-15,0 0-16,0 1 16,0-1-16,0 0 15,0 0-15,0 0 16,0 1-16,0-1 15,0 0 1,0 0-16,-40-39 0,40 39 16,0 1-16,0-1 15,-39 0-15,0 0 0,39 0 0,0 0 16,0 1-16,-39-1 16,39 0-16,-39 0 0,39 0 0,-40 1 15,1-1 1,0-39-16,0 0 31,0 0-31,-1 0 16,1 0-16,0 0 0</inkml:trace>
  <inkml:trace contextRef="#ctx0" brushRef="#br0" timeOffset="85502.56">20422 14934 0,'-39'0'16,"-1"0"15,40 39-31,-39-39 0,0 78 15,0-39 1,39 1-16,-39-1 0,-1-39 16,40 39-16,-39-39 0,0 0 15</inkml:trace>
  <inkml:trace contextRef="#ctx0" brushRef="#br0" timeOffset="86272.43">20775 14738 0,'39'0'0,"-39"-39"15,0-1 1,0 1 0,-39 39 109,-1 0-110,1 39-15,0-39 16,0 40-16,0-1 0,-1 0 15,1 0 1,0 0-16,39 1 0,0-1 16,0 0-16,0 0 15,0 0 1,39-39-16,0 39 0,1-39 31,-1 40-31,0-40 16,0 0-1,0 0-15,-39-40 16,40 40-16,-40-39 0,0 0 0,39 39 16,-39-39-16,0 0 15,39 39-15,-39-39 0,39-1 16,-39 1-16,0 0 16,39 39-16,-39-39 0,0 0 0,40 39 15,-40-40 16,-79 40 1,40 0-32,0 0 31,0 0-31,-1 40 0,1-40 0,0 0 16,39 39-16,-39-39 15</inkml:trace>
  <inkml:trace contextRef="#ctx0" brushRef="#br0" timeOffset="92006.68">22303 11484 0,'0'-39'16,"39"39"-16,1 0 125,-1 0-110,0 0-15,0 0 0,0 0 0,1 0 0,38 39 16,0-39-16,1 0 15,-1 0-15,1 0 0,-1 0 0,0 0 0,-38 0 16,38 0-16,-39 0 0,0 0 0,1 0 0,-1 0 16,0-39-16,-78 39 15,39-39-15,-79 39 16,40 0-16,-39-39 16,39 39-16,-1 0 0</inkml:trace>
  <inkml:trace contextRef="#ctx0" brushRef="#br0" timeOffset="92696.73">22460 13836 0,'0'0'16,"-39"0"-16,39-39 78,39 39 16,0 0-79,0 0-15,40 0 0,-40 0 0,39 0 0,1 0 16,-1 0-16,1 0 16,-1 0-16,0 0 0,1 0 0,-40 0 0,39 39 15,1-39-15,-40 0 0,0 0 16,0 0-16,1 0 0,-80 0 31,1 0-15,0 0-16,0 0 15</inkml:trace>
  <inkml:trace contextRef="#ctx0" brushRef="#br0" timeOffset="93126.64">23479 13405 0,'0'0'16,"0"-39"-1,39 78 32,1 0-47,-1 0 16,0 1-16,0-1 15,0 0-15,1 0 0,-1 0 16,0 1 0,0-40-16,0 39 0,1-39 15,-40 39-15,-40-39 31,-38 39-31,0 0 0,38-39 16,1 40-16,0-40 16,0 39-16,39 0 0,-39-39 0,-1 39 0,40 0 15,0 1-15,0-1 0,0 0 16</inkml:trace>
  <inkml:trace contextRef="#ctx0" brushRef="#br0" timeOffset="93966.56">23087 11092 0,'-39'0'15,"78"0"-15,-117 0 0,117 0 63,0 0-47,0 40-16,1-40 15,-1 0 1,0 39-16,0-39 0,0 39 0,1 0 0,-1 0 15,39-39-15,1 40 0,-40-1 0,39-39 0,1 39 16,-40-39-16,0 39 0,39-39 16,-38 39-16,-1-39 0,0 0 0,-39 40 15,-39-40 17,39 39-32,-39-39 0,39 39 15,-40 0-15,1-39 0,0 39 0,0-39 0,0 40 16,-40-1-16,40-39 0,0 39 0,0 0 15,-1 0-15,1-39 16,0 39-16,39 1 0,-39-40 16</inkml:trace>
  <inkml:trace contextRef="#ctx0" brushRef="#br0" timeOffset="94796.6">24773 11014 0,'39'0'15,"-39"-39"1,-39 39 78,0 39-79,-1 0-15,1 0 16,0 1-16,0-40 0,39 39 0,-39 0 15,-1 0-15,1 0 0,0 1 0,39-1 16,0 0-16,-39 0 16,39 0-16,0 1 0,0-1 0,0 0 0,0 0 15,0 0-15,0 1 0,0-1 16,0 0-16,39-39 0,-39 39 0,0 0 0,39-39 16,-39 39-16,39 1 15,1-40 1,-1 0-16,0 0 15,-39-40-15,39 40 16,-39-39-16,0 0 31,-39 39-31,0 0 0,0 0 16,-1 0-16,1 0 0,0 0 16,0 0-16,0 0 0,-1 39 0,1-39 15,39 39 1,0 1-16</inkml:trace>
  <inkml:trace contextRef="#ctx0" brushRef="#br0" timeOffset="95906.45">24538 13366 0,'-40'0'125,"40"39"-125,-39 0 0,0 0 16,0 1-16,0-1 0,39 0 15,-40 0-15,40 0 16,-39 1-16,39-1 0,0 0 0,0 0 0,-39 0 16,39 1-1,0-1-15,0 0 0,0 0 16,0 0-16,0 1 16,39-1-16,-39 0 0,39-39 15,-39 39-15,40-39 16,-1 0-16,0 0 0,-39 39 15,39-39-15,0 0 0,1 0 32,-40-39-32,0 0 0,0 0 15,-40 39 1,1 0-16,0 0 0,0 0 16,0 0-16,-1 39 15,1 0-15,0-39 0</inkml:trace>
</inkml:ink>
</file>

<file path=ppt/ink/ink2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55:37.710"/>
    </inkml:context>
    <inkml:brush xml:id="br0">
      <inkml:brushProperty name="width" value="0.05292" units="cm"/>
      <inkml:brushProperty name="height" value="0.05292" units="cm"/>
      <inkml:brushProperty name="color" value="#FF0000"/>
    </inkml:brush>
  </inkml:definitions>
  <inkml:trace contextRef="#ctx0" brushRef="#br0">1568 940 0,'-39'0'16,"39"-39"140,78 39-141,-78-39-15,39 39 16,-39-39 0,39 39-16,-39-40 0,40 40 0,-1-39 15,0 39-15,0 0 16,-39-39-16,39 39 16,-39 39-1,40-39 1,-40 79-16,39-40 0,-39 0 0,39 0 15,-39 0-15,0 1 16,0-1-16,0 0 0,0 0 0,0 0 0,0 1 16,0-1-16,0 0 15,-39 0-15,39 0 0,-39-39 16,39 40 0,0-80 15,0 1-16,0 0 1,0 0 0,0 0-16,0-1 0,0 1 15,0 0 1,0 0-16,0 0 0,78-1 0,-78 1 16,39 39-16,-39-39 15,39 0-15,1 0 0,-40-1 16,39 40-16,0-39 0,0 39 0,-39-39 15,39 39 1,1 0-16,-80 0 31,40 39 1,-39 0-17,0 1 1,0-1-1,39 0-15,-39 0 16,39 0 0,0 1-16,0-1 0,0 0 15,0 0 1,0 0-16,39 1 16,-39-1-1,39-39-15,0 0 0,-39 39 16,39-39-1</inkml:trace>
  <inkml:trace contextRef="#ctx0" brushRef="#br0" timeOffset="234.84">2509 1254 0,'-40'0'15,"40"39"17,0 0-32,0 0 0,0 1 15,0-1-15,0 0 16,0 0-16,0 0 0,0 1 16,0-1-1,40-39 1</inkml:trace>
  <inkml:trace contextRef="#ctx0" brushRef="#br0" timeOffset="559.39">2861 744 0,'0'0'15,"-39"0"-15,0 0 16,0 39 15,39 1-31,0 38 16,0-39-16,0 0 15,39 1-15,-39-1 0,0 0 16,39 0-16,-39 0 0,0 1 0,0-1 0,0 0 16,0 0-16,0 0 15,39-39-15,-39 40 0,0-1 0</inkml:trace>
  <inkml:trace contextRef="#ctx0" brushRef="#br0" timeOffset="989.35">3057 940 0,'0'0'31,"39"0"-15,1 39-1,-1 1 1,0 38-1,-39-39-15,0 40 16,39-79-16,-39 39 16,0-78 31,39-1-47,1 1 15,-1 0 1,-39 0-16,39 39 0,0 0 0,-39-39 0,39 39 15,1 0-15,-1 0 0,0 0 16,-39 39 0,39-39-16,-39 39 15,39 0 1,-39 0-16,0 1 0,0-1 16,0 0-1,0 0-15,0 0 0,40-39 0,-1 0 16</inkml:trace>
  <inkml:trace contextRef="#ctx0" brushRef="#br0" timeOffset="1239.34">4116 901 0,'0'0'0,"0"39"47,0 0-47,78-39 0,-78 40 0,0-1 15,0 0-15,39 0 16,-39 0-16,0 1 0,0-1 0,0 0 0,0 0 16,0 0-16,0 1 0,0-1 15,-39-39-15,39 39 0,0 0 0,-39 0 16</inkml:trace>
  <inkml:trace contextRef="#ctx0" brushRef="#br0" timeOffset="4779.2">4547 940 0,'-39'0'16,"39"39"15,39-39 63,0 0-94,0 0 15,0 0-15,1 0 0,-1 0 0,0 0 0,0 0 16,0 0-16,1 0 0,-1 0 0,0 0 15,0 0 1,0 0-16</inkml:trace>
  <inkml:trace contextRef="#ctx0" brushRef="#br0" timeOffset="4999.09">4664 1293 0,'0'0'0,"40"0"31,38 0 0,-39 0-31,0 0 0,1-39 16,-1 39-16,0 0 0,-39-39 0,39 39 0,0 0 15,1 0-15</inkml:trace>
  <inkml:trace contextRef="#ctx0" brushRef="#br0" timeOffset="5609.07">5801 627 0,'0'0'16,"0"-40"-16,-78 40 15,39 0-15,-1 40 16,-38 77 15,39 40-15,39-118-1,0 0-15,78 40 16,-39-40-16,-39 0 16,0 0-16,40 1 0,-1-1 31,-39 0-31,0 0 0,-118 40 15,1-40 17,77 0-17,80-39 17,-40-39-17,39 39 1,0 0-1,-39 39-15,0 0 16,0 0-16,0 1 16,0-1-16,39 0 15,-39 0-15,39 0 0,-39 1 16,40-40-16,-40 39 16,39-39-16,0 39 0,0-39 0,0 0 15,1 0 1,-1 0-16,0 0 0</inkml:trace>
  <inkml:trace contextRef="#ctx0" brushRef="#br0" timeOffset="5899.04">6271 1058 0,'0'-79'15,"0"158"-15,-39-158 0,39 40 0,-39 0 16,39 78 15,0 0-15,0 1-16,0-1 16,0 0-16,0 0 0,0 40 0,0-40 0,0 0 15,0 0-15,0 0 0,0 1 16,0-1-16,0 0 0,0 0 0,0 0 0,39 1 15,-39-1-15,39 0 0,1 0 16,-1-39 0</inkml:trace>
  <inkml:trace contextRef="#ctx0" brushRef="#br0" timeOffset="6139.11">6977 1607 0,'-39'0'16,"0"0"-1,-1 0 1,40 39-16,0 0 16,-39-39-16,39 39 0,-39-39 0,39 39 0,-39 1 15,0-1 1,39 0-16,-40-39 0,40 39 0,-39-39 15,39 39-15</inkml:trace>
  <inkml:trace contextRef="#ctx0" brushRef="#br0" timeOffset="6549">7173 1175 0,'0'-78'15,"0"156"-15,39-156 0,-39 0 16,39 38-16,-39 1 16,40 39-16,-1 0 0,0 0 15,0 39 1,0 118-1,-39 39 17,-39-39-17,0-79 1,0-78 15,78 0-15,0 0-1,0 0 1,40 0 0,-40 0-16,39 0 15</inkml:trace>
  <inkml:trace contextRef="#ctx0" brushRef="#br0" timeOffset="6759.08">7957 1528 0,'0'0'0,"0"39"47,0 1-47,0-1 0,0 0 16,0 0-16,0 0 0,-39 1 15,39-1-15,-39 0 0,39 0 0,-40 0 0,40 1 16,-39-40-16,39 39 0,-39 0 0,39 0 0,-39 0 15</inkml:trace>
  <inkml:trace contextRef="#ctx0" brushRef="#br0" timeOffset="9568.87">8271 901 0,'-40'0'0,"1"0"15,39-39-15,-39 39 16,39 39 78,-39-39-94,39 39 0,0 0 15,0 1 1,0-1-16,0 0 0,0 0 0,0 0 16,0 1-16,0-1 15,0 0-15,0 0 0,0 0 16,39-39-16,-39 40 0</inkml:trace>
  <inkml:trace contextRef="#ctx0" brushRef="#br0" timeOffset="9918.85">8702 1489 0,'-39'0'0,"78"0"31,-39 39 16,0 0-31,0 1-16,0-1 15,-39-39-15,39 39 0,0 0 0,0 0 16,0 1 0,0-1-16</inkml:trace>
  <inkml:trace contextRef="#ctx0" brushRef="#br0" timeOffset="10438.85">9250 1058 0,'0'-39'0,"0"-1"31,40 40-15,-1 0-1,0 40-15,0-40 0,0 39 16,1 39-16,-1-39 15,-39 1-15,39-1 16,-39 0-16,0 0 0,0 0 16,0 1-16,-39-1 15,39 0-15,-39-39 0,39 39 0,-40-39 16,1 0 0,39 39-16,-39-39 0,78 0 78,0 0-78,1 0 15,-1 0-15,0 0 0,0 0 16,0 0-16</inkml:trace>
  <inkml:trace contextRef="#ctx0" brushRef="#br0" timeOffset="10712.65">10230 1646 0,'0'39'31,"0"0"-31,0 0 16,0 1-16,0-1 0,-39 0 15,39 0-15,0 0 16,-39-39-16,39 40 16,-39-1-16,0-39 0,39 39 0,-40-39 0,1 0 15</inkml:trace>
  <inkml:trace contextRef="#ctx0" brushRef="#br0" timeOffset="11239.13">10701 1215 0,'0'0'0,"0"-40"0,-39 80 47,-1-1-32,1 0-15,39 0 16,-39-39-16,39 39 0,0 1 0,0-1 16,0 0-1,-39-39-15,39 39 0,0 0 0,0 1 16,39-40-16,-39 39 16,39-39-16,0 0 0,-39 39 0,40-39 15,-1 0 1,0 0-16,0 0 0,0 0 0,1 0 15,-1-39-15,0 0 16,0-1-16,-39 1 16,39 0-16,-39 0 0,0 0 15,0-1 1,0 1-16,0 0 0,-39 39 16,39-39-1</inkml:trace>
  <inkml:trace contextRef="#ctx0" brushRef="#br0" timeOffset="11499.12">11446 1724 0,'-40'39'16,"40"1"0,0-1-1,0 0 1,-39-39-16,39 39 0,0 0 16,0 1-1,-39-1-15,39 0 16,-39-39-16,0 0 0</inkml:trace>
  <inkml:trace contextRef="#ctx0" brushRef="#br0" timeOffset="12064.89">12269 1254 0,'0'0'15,"-39"0"-15,-1 0 16,40 39 0,-39 0-1,0 40 1,0 77-1,39-116 1,0-1-16,39 39 31,0-78-31,0 39 16,1-39 0,38-156 15,-78-1-16,-39 0 1,0 118 0,-1 0-1,1 39-15,0 0 16</inkml:trace>
  <inkml:trace contextRef="#ctx0" brushRef="#br0" timeOffset="13024.84">12621 744 0,'40'0'31,"38"0"0,-78 39-31,39 1 16,0-40 0,-39 39-16,0 0 0,0 0 15,0 0-15,0 1 16,0-1-16,0 0 0,0 0 0,0 0 0,0 1 15,0-1-15,0 0 0,0 0 0,0 0 16,0 1-16,0-1 16,40-39-16,-40 39 0,39-39 15,39 0-15,-39 0 16,1 0-16,-1 0 16,0-39-16,0 39 15,0 0-15,-39 39 63,0 0-63,0 0 15,0 1-15,0-1 0,0 0 0,0 0 16,0 0-16,0 1 16,0-1-16,0 0 0,-39 0 0,39 0 15,0 1-15,-39-1 0,39 0 16,-39 0-16,39 0 0,-39 1 0,39-1 0,-40-39 15,40 39-15,-39 0 0,0-39 0,0 39 16</inkml:trace>
  <inkml:trace contextRef="#ctx0" brushRef="#br0" timeOffset="14404.75">13876 1136 0,'0'-39'0,"-39"39"0,39-39 15,-40 39-15,40-39 16,0 78 46,40-39-62,-40 39 0,0 0 0,0 0 0,0 1 16,0-1-16,0 39 0,0-39 0,0 1 0,0-1 16,0 0-16,0 0 15,-40 0-15,40 1 0,0-1 0,-39-39 0,39 39 16,0 0-16,-39 0 16,0 1-1,39-80 1,0 1-1,39-39-15,0 39 16,-39-1-16,39 1 0,1 0 16,-1 39-16,0-39 0,0 0 0,0-1 0,1 1 15,-1 39-15,-39-39 16,39 39-16,0-39 0,0 39 0,1-39 16,-1 39-1,0 0-15,-39-40 16,0 1 46,0 0-15,-39 39-31,39 39 15,0 0-15,-39-39-16,39 40 0,0-1 15,-40-39-15,40 39 0,-39 0 16,39 0-16,-39 1 0,39-1 0,-39-39 0,39 39 16,-39 0-16,39 0 15,0 1-15,-40-1 0,40 0 0,0 0 16,0 0-16,40-39 15,-40 40-15,78-40 0,-39 39 0,0-39 16,1 0-16,-1 0 0,39 0 0,-39 0 0</inkml:trace>
  <inkml:trace contextRef="#ctx0" brushRef="#br0" timeOffset="14784.74">14503 1646 0,'0'-39'0,"39"39"0,0-40 15,1 40 1,-40 40 15,0-1-15,0 0-1,0 79 1,0-79-16,0 0 31,39-39 32,-39-39-63,39 39 0,-39-39 15,39 39-15,0 0 0,1 0 16,-1 0-16,0 0 0,0 0 16,0 0-16,1 0 0</inkml:trace>
  <inkml:trace contextRef="#ctx0" brushRef="#br0" timeOffset="15104.81">15365 1136 0,'0'0'0,"-39"0"0,39-39 0,-39 39 31,0 0-16,0 118 1,-1-40 0,40-39-16,-39 118 15,39-118-15,0 0 0,0 1 16,0-1-16,0 39 31,39-78-31,1 39 0,-1-39 16</inkml:trace>
  <inkml:trace contextRef="#ctx0" brushRef="#br0" timeOffset="15564.69">15522 1450 0,'0'-39'15,"0"-1"1,39 40-1,-39 40 17,0-1-32,0 0 0,39 0 15,-39 0-15,0 1 0,0-1 16,0 0-16,0 0 16,0 0-1,0 1 1,40-40 15,-40-40-31,0 1 0,39 39 0,0-39 0,-39 0 16,39 39-16,-39-39 15,39-1-15,-39 1 16,40 39-16,-40 39 31,0 1-15,39-40-16,-39 39 0,0 0 0,0 0 15,0 0-15,0 1 0,0-1 16,0 0 0,0 0-16,0 0 0,0 1 31</inkml:trace>
  <inkml:trace contextRef="#ctx0" brushRef="#br0" timeOffset="15834.85">16384 1450 0,'40'0'15,"-1"0"1,-39 117-1,0-77-15,39 116 16,-39-116-16,0-1 0,0 0 16,-39 0-16,0 79 15,-79-40 1,79-39 0</inkml:trace>
  <inkml:trace contextRef="#ctx0" brushRef="#br0" timeOffset="16244.84">16855 1567 0,'0'0'0,"0"-39"16,39 39-16,-39-39 16,196 0-1,0 39 17,-39 39-17,-118-39 1,0 39-16</inkml:trace>
  <inkml:trace contextRef="#ctx0" brushRef="#br0" timeOffset="16414.77">16894 1920 0,'0'0'0,"39"0"31,0 0-31,197-39 16,-158 39-16</inkml:trace>
  <inkml:trace contextRef="#ctx0" brushRef="#br0" timeOffset="19504.58">18384 901 0,'39'0'0,"-39"-39"32,-39 39 61,-1 0-93,1 0 16,0 39-16,0-39 16,39 39-1,0 0-15,-39-39 0,39 40 16,0-1-1,-40 0-15,40 0 0,0 0 16,0 1-16,0-1 16,0 0-16,0 0 15,0 0-15,0 1 0,0-1 0,0 0 16,0 0-16,0 0 16,0 1-16,0-1 0,0 0 0,-39 0 15,0 0 1,0-39-16,0 0 15,-1 0-15,1 0 16,39-39 0,0 0-16,0 0 15,39 39 1,-39-39-16,40 39 0,-1 0 16,0 0-1,0 0-15,-39 39 16,0 0-1,0 0-15,0 0 16,0 1-16,-39-1 0,39 0 16,0 0-16,0 0 15,0 1-15,0-1 0,0 0 0,0 0 16,0 0-16,39 1 16,-39-1-16,0 0 0,0 0 15,39-39 1,1 0-16,-40 39 0,39-39 15,0 0-15,0 0 0</inkml:trace>
  <inkml:trace contextRef="#ctx0" brushRef="#br0" timeOffset="19854.64">18815 1489 0,'-40'-39'16,"80"78"-16,-119-117 15,79 117 16,0 0-15,0 0-16,0 0 16,0 1-16,0-1 0,-39 0 0,39 0 0,-39 0 15,39 1-15,0-1 16,0 0-16,0 0 0,0 0 0,0 1 0,0-1 16,0 0-16,0 0 0,0 0 15,39-39-15,0 40 0,0-40 16</inkml:trace>
  <inkml:trace contextRef="#ctx0" brushRef="#br0" timeOffset="20174.62">19599 2077 0,'0'0'15,"0"39"17,0 0-17,-40 1 16,40-1-31,-39 0 0,0 0 16,39 0-16,-39-39 0,0 39 16,-1-39-1,1 0-15</inkml:trace>
  <inkml:trace contextRef="#ctx0" brushRef="#br0" timeOffset="20674.59">20383 1567 0,'0'0'0,"-40"0"16,40 40 15,-39-40-15,39 39 0,-39-39-16,39 39 0,-39 0 0,39 0 0,0 1 15,-39-1-15,39 0 16,0 0-16,0 0 0,0 1 15,39-1-15,0 0 0,0-39 16,0 0 0,1 0-16,-1 0 0,0 0 0,0 0 0,0 0 15,1 0-15,-1 0 0,0 0 16,0 0-16,0-39 0,1 39 0,-1 0 16,0-39-16,-39-1 15,0 1-15,0 0 0,0 0 16,-39 0-16,39-1 15,-39 40-15,39-39 0,-40 0 0,1 39 0,0-39 16,0 39-16,0 0 0,-1 0 31</inkml:trace>
  <inkml:trace contextRef="#ctx0" brushRef="#br0" timeOffset="20954.56">21245 2038 0,'0'39'0,"0"0"0,-39 0 31,-40 40-15,40-40-16,39 0 0,-39-39 0,0 78 31,-40-38-15,40-40-16</inkml:trace>
  <inkml:trace contextRef="#ctx0" brushRef="#br0" timeOffset="21284.47">21598 1685 0,'0'0'0,"0"39"32,0 0-1,0 1-31,0-1 0,0 0 0,0 0 15,39 0-15,-39 1 0,0-1 16,39 0-16,-39 0 16,0 0-16,0 1 0</inkml:trace>
  <inkml:trace contextRef="#ctx0" brushRef="#br0" timeOffset="21564.45">22225 2312 0,'-39'0'0,"-1"0"31,40 39-31,-39 0 0,39 1 15,-39-40-15,39 39 0,-39-39 16,39 39 0,-39-39-16,39 39 0,-40 0 15,1-39 1,39 40-16,-39-40 0,0 0 0</inkml:trace>
  <inkml:trace contextRef="#ctx0" brushRef="#br0" timeOffset="22064.42">22930 1920 0,'0'0'0,"-39"-39"15,0 39 1,39-39-16,0 78 31,0 0-31,0 40 16,0-40-1,0 0-15,0 0 0,0 0 16,0 1-16,39-1 0,-39 0 16,39 0-16,1-39 15,-1 39-15,0-39 16,0 0 0,-39-39-16,0 0 0,39 0 15,-39 0-15,0-1 16,0 1-16,0 0 0,0 0 0,0 0 0,0-1 15,0 1-15,0 0 0,0 0 0,0 0 16,0-1-16,0 1 16,-39 39-16,0 0 15,39 39 1,-39-39-16</inkml:trace>
  <inkml:trace contextRef="#ctx0" brushRef="#br0" timeOffset="22354.42">23518 2312 0,'-39'39'15,"39"0"-15,0 1 16,0-1 0,-39 0-16,0 0 15,-40 40 1,1-40 15,78 0-31,-39-39 0</inkml:trace>
  <inkml:trace contextRef="#ctx0" brushRef="#br0" timeOffset="23014.36">24146 1920 0,'0'0'16,"-40"0"-1,1 0 1,39 39-1,-39-39-15,39 40 0,-39-40 0,0 39 32,39 0-32,-118 79 15,118-79-15,0 0 16,-39 39 0,117-39-1,-39-39 1,79 0-1,-79 0-15,118-117 16,-118 78 0,-39-40-1,0 40-15,-78-78 32,-1 38-17,40 40 1,-39 39-1</inkml:trace>
  <inkml:trace contextRef="#ctx0" brushRef="#br0" timeOffset="23804.31">24381 1332 0,'0'-39'15,"0"78"-15,0-117 16,0 39 0,39 39-16,0 0 31,-39 39-31,39 0 15,1-39 1,-40 39-16,39 0 0,-39 1 16,39-1-16,-39 0 0,0 0 15,39 0-15,-39 1 0,0-1 0,0 0 16,0 0-16,0 0 16,-39-39-16,39 40 0,0-1 0,-39 0 0,39 0 15,-39 0-15,39 1 16,-40-1-16,40 0 15,40-39 1,-1 0 0,0 0-1,-39-39-15,39 0 16,-39-1 15,0 80 16,0-1-47,-39 0 16,39 0-1,0 0-15,0 1 0,0-1 16,0 0-16,0 0 0,0 0 16,0 0-16,0 1 0,0-1 0,0 0 0,0 0 15,0 0-15,0 1 16,0-1-16,0 0 0,0 0 0,0 0 0,-39-39 15,39 40-15,0-1 0,0 0 0,-39 0 0,39 0 16,-40-39-16,40 40 0,-39-1 16,0-39-16,0 0 0,0 39 0,-1-39 15,1 0-15,0 0 0</inkml:trace>
  <inkml:trace contextRef="#ctx0" brushRef="#br0" timeOffset="25714.2">23048 1842 0,'-39'0'0,"0"0"16,78 0 46,-39-39-30,39 39-1,-39-40 141,39 40-172,-39-39 47,0 78 93,-39-39-124,39 40-16,-39-40 15,39 39 1,-39-39-16,39 39 0,-40-39 16,40 39-1,-39-39-15,39 39 32,-39-39-32</inkml:trace>
  <inkml:trace contextRef="#ctx0" brushRef="#br0" timeOffset="29094.09">22382 1920 0,'-40'0'0,"1"0"234,39 39-218,-39-39 15,39 40 110,0-1-126,-39-39 1,39 39-16,0 0 31,0 0-15,0 1 46,39-40-46,0 0 0,-39 39-1,39-39 79,1 0-47,-1 0-16,-39-39-31,39 39 16,0 0 15,-39-40-15,39 40-1,-39-39 1,40 39 15,-40-39-15,0 0 15,-40 39 31,40-39-46,0-1 0,-39 40-1,39-39 17,-39 39-17,0 0 1,0 0 15,39-39-15,-40 39-1,1 0 1</inkml:trace>
  <inkml:trace contextRef="#ctx0" brushRef="#br0" timeOffset="29603.98">22774 2469 0,'0'39'109,"0"0"-93,-40 0-1,1 1-15,39-1 0,-78 0 0,39-39 16,-1 39-16,1-39 0</inkml:trace>
  <inkml:trace contextRef="#ctx0" brushRef="#br0" timeOffset="35974.08">1842 3958 0,'-39'0'15,"39"-39"1,0 0-1,0 78 48,0 0-47,-78-39 140,38 0-156,1 0 0,0 0 15,0 0-15,0 0 16,-1 0-16,1 0 0,0 40 0,0-40 16,0 0-16,-1 0 0,1 0 15,0 0-15,0 0 0,0 0 0,-1 0 0,1 39 16,0-39 0,0 0-16,0 0 0,39 39 15,-40-39-15,80 39 125,-40 0-109,0 1-16,0-1 0,39-39 0,-39 39 15,0 0-15,0 0 16,0 1-16,0-1 0,0 0 16,0 0-1,0 0-15,0 1 0,0-1 0,0 0 0,0 0 16,0 0-16,0 40 0,0-40 16,0 39-16,-39-38 0,39 38 0,-40 0 0,40 1 15,0-1-15,-39 1 16,39-1-16,0-39 0,-39 39 0,39 1 0,0-1 15,-39-39-15,39 40 0,0-40 0,-39 39 0,39-38 16,0-1-16,0 39 0,-40-39 16,40 1-16,0-1 0,0 39 0,-39-39 0,39 1 15,0-1-15,0 0 16,0 0-16,0 0 0,0 1 0,0-1 0,0 0 16,0 0-16,0 0 0,0 1 15,0-1-15,0 0 0,0 0 0,0 0 0,0 1 16,0-1-16,0 0 0,0 0 0,0 0 0,0 1 15,0 38-15,0-39 16,-39 0-16,39 1 0,0 38 0,0-39 0,-39 0 16,39 40-16,0-40 0,0 0 15,-39 0-15,39 40 0,0-40 0,0 0 0,0 0 16,0 1-16,0-1 16,-40 0-16,40 0 0,0 0 15,0 1-15,0-1 16,0 0-16,0 0 0,0 0 15,0 1-15,0-1 0,0 39 0,0-39 0,-39 1 16,39 38-16,0-39 16,0 39-16,0-38 0,-39 38 0,39 0 0,0-38 15,0 38-15,0-39 0,-39 0 16,39 1-16,0-1 0,0 39 0,0-39 16,0 1-16,0-1 15,0 0-15,-39 0 0,39 0 0,0 1 16,0-1-16,0 0 0,0 0 0,0 0 15,0 1-15,0-1 16,0 0-16,0 0 0,0 0 16,39-39-1,-39 40-15,0-1 0,39-39 16,-39 39-16,0 0 0,0 0 16,0 1-16,0-1 0,0 0 15,0 0 1,0 0-16,0 1 0,0-1 15,0 0-15,0 0 0,0 0 16,0 1-16,0-1 0,0 0 16,0 0-16,0 0 0,39 1 0,-39-1 0,0 0 15,0 0 1,0 0-16,39 1 0,-39-1 16,0 0-16,0 0 15,0 0-15,0 1 16,0-1-16,0 0 15,0 0 1,0 0-16,-39-39 16,39 40-16,0-1 15,0 0 17,0 0-17,0 0 1,0 1-16,0-1 0,0 0 15,0 0-15,0 0 16,0 1 0,-39-40-16,39 39 0,0 0 15,0 0 1,0 0-16,0 0 16,0 1-1,0-1 1,0 0-16,0 0 15,-39-39-15,39 39 16,0 1-16,0-1 0,-39-39 0,39 39 16,0 0-1,0 0-15,-40 1 0,40-1 32,-39-39-17,39 39 1,0 0-16,0 0 15,0 1 1,0-1 0,0 0 15,0 0 0,0 0-15,0 1-16,0-1 31,0 0 16,0 0-31,39-39-16,-39 39 0,40 1 15,-40-1 1,39-39-16,-39 39 0,39-39 0,-39 39 15,39 0-15,0 1 16,-39-1 0,0 0-16,40 0 15,-40 0 1,39-39-16,-39 40 0,39-40 31,-39 39-31,39-39 16,0-39 62,1-1-62,-1 40-16,-39-39 15,39 39 1,0 0 15,0 0-15,1 0-1,-1 0 1,0 0-16,0 0 0,0 0 16,1 0-16,-1 0 15,0 0 1,0 0 15,-39 39-31,39-39 0,1 0 16,-1 0-1,0 0-15,-39 40 0,39-40 16,-78 0 15,39-79-15,-39 79-16</inkml:trace>
  <inkml:trace contextRef="#ctx0" brushRef="#br0" timeOffset="36334.08">2940 6232 0,'0'-39'16</inkml:trace>
  <inkml:trace contextRef="#ctx0" brushRef="#br0" timeOffset="37303.96">2391 4311 0,'0'-39'16,"39"39"-16,0-39 16,-39 78 46,-39-39-62,39 39 109,-39-39-109,39 39 0,-39 1 16,39-1-16,-39 0 16,39 0-16,-40 0 0,40 1 0,-39-1 0,39 39 15,0-39-15,0 1 16,-39-1-16</inkml:trace>
  <inkml:trace contextRef="#ctx0" brushRef="#br0" timeOffset="38703.88">1881 5997 0,'0'0'0,"-39"0"31,39-40 79,0 1-95,39 39 1,1-39-16,-1 0 15,0 39-15,0-39 0,0 39 0,1 0 16,-40-40-16,39 40 0,0 0 16,0 0-16,0 0 0,1 0 31,-40 40-31,0-1 16,39-39-16,-39 39 0,0 0 15,0 0-15,0 1 0,0-1 16,0 0-16,-39 0 0,39 0 15,-40 1-15,-38-1 16,78 0-16,-39-39 0,0 39 0,-1-39 16,1 39-16,0-39 0,0 0 15,39 40-15,-39-40 0,-1 0 0,40 39 32,40-39 14,-1 0-46,39 0 16,-39 0 0,1 0-16,-1 0 0,0-39 0,39 39 15,-38 0-15,-1-40 0,0 40 16,39 0-16,-38 0 0,-1 0 0,0 0 0,-39-39 16,39 39-16,0 0 15,1 0-15,-40-39 16,-40 39 46,1 0-46,0 0 0,0 0-16,0 39 0</inkml:trace>
  <inkml:trace contextRef="#ctx0" brushRef="#br0" timeOffset="39463.84">2077 7721 0,'-39'0'15,"0"0"1,39 40 93,0-1-93,0 0-16,0 0 0,-39-39 0,39 39 16,0 40-16,-39-40 0,39 0 15,-40 0-15,40 40 0,-39-40 0,39 39 0,-39-38 16,0 38-16,39-39 16,0 40-16,-39-40 0,-1 39 0,1-39 0,39 0 15,0 1-15</inkml:trace>
  <inkml:trace contextRef="#ctx0" brushRef="#br0" timeOffset="40753.85">1372 9642 0,'0'-39'47,"0"0"63,39 39-95,0 0 1,40 0-16,-40 0 16,0 0-16,0 0 15,0 0-15,1 0 0,-1 0 16,-39 39-16,39-39 0,-39 39 15,39-39 1,-39 39-16,0 0 16,0 1-1,0-1-15,0 0 0,0 0 16,-39 0-16,39 1 16,-39-1-16,0-39 0,-1 39 0,40 0 0,-39 0 15,0 1-15,0-40 0,39 39 16,-39-39-16,-1 39 0,1 0 15,78-39 48,1 0-47,-1 0-1,0 0-15,0 0 0,0 0 0,1 0 16,38 0-16,-39 0 0,0 0 0,1 0 0,38 0 15,-39 0-15,0 0 0,1 0 16,-1 0-16,0 0 0,0 0 0,0 0 0,1 0 16,-1 0-1,-78 0 48</inkml:trace>
  <inkml:trace contextRef="#ctx0" brushRef="#br0" timeOffset="41663.82">1725 11171 0,'0'-39'31,"-40"39"32,1 0-63,0 0 15,0 0-15,0 0 16,-1 0-16,40 39 0,-39-39 16,0 0-16,39 39 0,-39-39 0,0 39 31,39 0-31,-40-39 0,40 40 16,0-1-1,-39-39-15,39 39 0,0 0 16,0 0-16,0 1 15,0-1 1,39-39-16,-39 39 0,40-39 16,-1 39-1,0-39-15,0 0 0,0 0 16,1 0 0,-1 0-16,0 0 0,0 0 15,0 0-15,-39-39 0,40 39 0,-1 0 16,-39-39-16,39 39 0,-39-39 15,39-1-15,-39 1 0,39 39 0,-39-39 16,0 0 0,0 0-16,0-1 15,0 1 1,-39 39-16,39-39 0,-39 39 16,39-39-1,-39 39-15,0 0 0,39-39 16,-40 39-16,1 0 0,0 0 15,0 0 1,39 39-16,-39-39 0,39 39 16,-40-39-1</inkml:trace>
  <inkml:trace contextRef="#ctx0" brushRef="#br0" timeOffset="42773.85">1568 12503 0,'0'-39'16,"-39"39"-1,-1 0 64,1 39-79,39 1 15,-39-40 1,39 39-16,-39-39 0,0 0 15,39 39-15,-40-39 16,1 39 0,0-39-16,39 39 0,-39-39 0,39 40 15,-39-40 1,39 39 0,0 0-1,39-39 1,-39 39-16,0 0 0,39 1 15,-39-1 1,39-39-16,-39 39 0,39-39 16,-39 39-1,40-39-15,-1 0 0,0 39 32,0-39-32,0 0 15,1 0-15,-1 0 16,0 0-1,-39-39 17,39 39-32,0-39 15,-39 0-15,40 39 0,-40-39 16,39-1-16,-39 1 16,39 0-1,-39 0-15,0 0 16,0-1-16,0 1 15,0 0 1,-39 39 15,0 0-15,-1 0 0,1 0-16,0 0 0,0 0 15,0 0 1,-1 0-16,1 0 15,0 0 1</inkml:trace>
  <inkml:trace contextRef="#ctx0" brushRef="#br0" timeOffset="45803.58">4468 4390 0,'-39'0'469,"0"0"-438,0 0 1,0 0-1,-1 0-16,1 0 1,0 0 31,39 39-47,0 0 31,0 0-15,0 0-1,0 1 1,-78-40 0,78 39-1,0 0 1,0 0 46,78-39-46,-78 39 0,0 1-1,0-1 1,39-39-16,0 39 16,1-39-1,-40 39 1,39-39-16,0 0 0,-39 39 15,39-39 1,0 0 0,1 0 15,-1 0-15,0 0-16,0-39 15,0 39-15,1 0 16,-40-39-1,39 39-15,-39-39 0,0 0 16,39-1 0,-39 1-16,0 0 15,39 0 1,-39 0 0,0-1-1,0 1 1,-39 39-1,0 0 1,0 0 15,-1 0-31,1 0 16,0 0-16,0 0 16,0 0-16,-1 0 0,1 0 15,0 0-15,0 0 0,0 0 16,-1 0-1,1 0-15,39-39 16,0 78 0,0 0-1,0 1 1</inkml:trace>
  <inkml:trace contextRef="#ctx0" brushRef="#br0" timeOffset="46563.53">4312 5801 0,'-40'0'0,"40"39"187,-39 0-171,39 0-16,0 0 15,0 1-15,0-1 0,-39-39 0,39 39 16,0 0-16,0 0 16,0 1-16,0-1 0,0 0 0,0 0 15,0 0-15,0 1 0,0-1 16,0 0-16,0 0 0</inkml:trace>
  <inkml:trace contextRef="#ctx0" brushRef="#br0" timeOffset="47733.46">3684 7839 0,'-39'0'0,"39"-39"172,39 39-172,1 0 15,-40-39 1,39 39-16,0 0 16,0 0-1,0 0-15,1 39 0,-1 0 32,-39 0-32,39-39 0,-39 39 0,0 1 15,0-1-15,0 0 0,0 0 0,0 0 16,-39 1-16,39-1 0,0 0 15,-39 0-15,39 0 0,-40 1 0,40-1 0,0 0 16,0 0-16,-39-39 16,0 39-16,0 1 0,0-40 15,-1 39-15,1-39 16,0 0-16,0 0 0,39 39 0,-39-39 16,-1 0-1,1 0-15,78 0 63,1 0-48,-1 0-15,0 0 0,0 0 16,0 0-16,1 39 16,-1-39-16,0 0 0,-39 39 0,39-39 0,0 0 15,1 39-15,-1-39 0,0 0 0,0 40 16</inkml:trace>
  <inkml:trace contextRef="#ctx0" brushRef="#br0" timeOffset="48483.44">3724 9720 0,'0'-39'15,"0"78"79,-40 1-78,40-1-1,0 0-15,0 0 0,0 0 0,0 1 16,0-1-16,0 0 16,0 0-16,0 0 0,0 1 0,0-1 15,0 0-15,0 0 0,0 0 0,0 1 16</inkml:trace>
  <inkml:trace contextRef="#ctx0" brushRef="#br0" timeOffset="49453.45">3214 11484 0,'0'0'0,"0"-39"16,0 0 0,39 39-1,-39-39-15,0 0 16,39 39-16,-39-40 31,40 40-31,-40-39 16,39 39-16,0 0 15,0 0-15,0 0 16,1 0-16,-1 39 16,0 1-1,0-40 1,-39 39-16,0 0 16,39-39-16,-39 39 0,0 0 15,0 1-15,-39-1 0,0 0 16,39 0-16,-39-39 15,0 39-15,-1 1 0,1-40 0,0 39 0,0 0 16,0-39-16,39 39 16,-40-39-16,40 39 0,-39-39 15,118-39 17,-40 0-17,0 39-15,0 0 16,0 0-16,1 0 0,-1 0 15,0 0-15,0 0 16,0 0-16,1 0 0,-1 0 16,0 39-16,0-39 15,0 0-15,1 0 0,-1 0 16,0 0 0</inkml:trace>
  <inkml:trace contextRef="#ctx0" brushRef="#br0" timeOffset="50893.28">3410 12582 0,'0'-39'0,"0"-1"63,0 1 280,-39 39-280,0 0-32,39 39-31,-40 1 0,1-1 16,0 0-1,39 0-15,0 0 32,0 1-32,0-1 15,0 0-15,0 0 0,39 0 16,-39 1-16,0-1 15,0 0-15,0 0 0,39-39 0,-39 39 16,40-39 0,-40 40-16,39-40 15,-39 39-15,39-39 16,0 0-16,0 0 16,1-39-1,-1 39-15,-39-40 16,39 40-16,0 0 0,-39-39 15,39 39-15,-39-39 16,40 39-16,-1-39 0,0 0 31,-39-1-31,39 1 16,-39 0 0,0 0-1,0 0-15,-78 39 16,78-40-1,0 1 1,-39 39-16,39-39 16,-40 39-16,40-39 0,-39 39 15,0 0 1,0 0-16,0 0 16,-1 0-1,1 0-15,0 0 0,0 0 16,0 39-1,-1-39 1</inkml:trace>
  <inkml:trace contextRef="#ctx0" brushRef="#br0" timeOffset="53633.11">7173 4429 0,'-39'0'187,"0"0"-156,39-39-31,-40 39 16,40-40 0,-39 40-1,0 0 17,0 0-17,0 0 1,-1 0 15,1 0 0,0 0 1,39 40-32,-39-40 15,39 39-15,-39-39 63,39 39-63,-40-39 0,40 39 0,0 0 15,-39-39-15,39 40 16,0-1-16,-39-39 0,39 39 16,0 0-1,-39-39-15,78 0 78,0 0-62,-39 39 0,39-39-16,-39 40 0,40-40 0,-1 0 15,0 39-15,0-39 16,0 0-1,1 0-15,-1 0 16,0 0-16,0 0 16,0-39-16,1 39 15,-40-40 1,39 40-16,0 0 31,0 0-15,0 0-16,1 0 15,-1 0 1,0 0-16,0-39 16,-39 0-1,39 39-15,-39-39 16,0 0 0,0-1-16,0 1 15,0 0 1,0 0-1,-39 39 1,39-39 0,-39 39-16,0 0 15,0 0-15,-1 0 16,1 0-16,0 39 16,0-39-16,0 0 31,-1 0-31,40 39 0,-39-39 0,0 39 15,0 0 1</inkml:trace>
  <inkml:trace contextRef="#ctx0" brushRef="#br0" timeOffset="54803.52">6781 5997 0,'-39'0'15,"0"0"-15,39-40 16,-40 40 109,1 0-110,0 0 1,0 0 0,39 40-16,-39-40 0,-1 39 15,1 0 1,39 0 0,-39-39-16,39 39 15,0 1-15,0-1 0,0 0 16,0 0-16,0 0 15,0 1 1,0-1-16,39 0 16,-39 0-1,39-39-15,-39 39 0,40 1 16,-1-40 0,-39 39-1,39-39-15,0 0 31,0-39-15,1-1 0,-1 1-16,0 39 15,-39-39-15,39 39 16,-39-39-16,39 39 0,1-39 16,-40-1-1,39 40-15,-39-39 0,39 39 0,-39-39 16,0 0-16,39 39 0,-39-39 15,0-1 1,0 1-16,0 0 31,0 0-31,0 0 16,-39 39 0,0 0-16,39-40 0,-39 40 0,-1 0 15,1 0 1,0 0-1,0 0-15,0 0 16,-1 40 0</inkml:trace>
  <inkml:trace contextRef="#ctx0" brushRef="#br0" timeOffset="55613.44">6428 7525 0,'0'-39'0,"0"78"0,0-39 218,0 40-218,0-1 16,-39 0 0,39 0-16,0 0 0,-39-39 0,39 40 15,0-1-15,0 0 0,-39 0 16,39 0-16,0 1 0,0-1 0,0 0 0,0 0 16,0 0-16,0 40 15,-40-1-15,40-39 0,-39 1 0,39-1 16,-39 0-16,39 0 0,-39 0 0</inkml:trace>
  <inkml:trace contextRef="#ctx0" brushRef="#br0" timeOffset="56743.46">5644 9642 0,'-78'0'15,"78"-39"-15,0 0 32,0-1-17,0 1 17,39 39-17,-39-39-15,39 39 0,1 0 16,-1 0-1,0 0 1,0 0 0,0 39-16,-39 0 15,40-39-15,-40 40 16,39-40-16,-39 39 16,0 0-16,39 0 0,-39 0 0,0 1 15,0-1-15,0 0 0,0 0 16,-39 0-16,39 1 0,-39-1 15,-40 0-15,79 0 0,-39 0 0,0-39 16,0 40-16,39-1 16,-40-39-16,1 39 0,0-39 0,39 39 0,-39-39 15,0 0 1,78 0 15,0 0-15,-39-39-16,39 39 0,0 0 15,1 0-15,-1 0 16,0 0-16,0 0 0,0 0 0,1 0 16,-1 0-16,0 0 15,0 0-15,0 0 0,0 0 16</inkml:trace>
  <inkml:trace contextRef="#ctx0" brushRef="#br0" timeOffset="57353.37">5762 11092 0,'0'-39'16,"0"78"93,0 1-109,0-1 16,0 0-16,0 0 0,0 0 0,0 1 0,0-1 15,-39 0-15,39 0 16,0 0-16,-39 1 0,39-1 0,0 0 0,-40 0 16,40 0-16,0 1 0,-39-1 15,0 0-15</inkml:trace>
  <inkml:trace contextRef="#ctx0" brushRef="#br0" timeOffset="58353.27">5213 12739 0,'0'-40'0,"0"1"0,0 0 16,0 0-1,39 39 17,1 0-1,-1 0-31,-39-39 16,39 39-16,0 0 15,0 0-15,1 0 0,-1 0 16,0 0-16,0 0 15,0 39 1,-39 0 0,0 0-1,0 0-15,0 1 0,0-1 16,0 0-16,0 0 16,0 0-16,0 1 0,0-1 0,0 0 15,-39-39-15,39 39 0,-39 0 16,0-39-16,0 40 15,-1-40 1,80 0 78,-1 0-79,0 0-15,0 0 16,0 0-16,1 0 0,-1 0 0,0 0 16,0 0-16,0 0 15,40 0-15,-40 0 0,0 0 0,0 0 0,0 0 16,1 0-16,-1 0 16,0 0-16,0 0 0,0 39 15,-117-39 32,78-39-31,0-1 46</inkml:trace>
  <inkml:trace contextRef="#ctx0" brushRef="#br0" timeOffset="60893.12">8623 4429 0,'79'0'234,"-79"-39"-218,0-1 0,39 40-1,0 0-15,-39-39 16,39 39 0,1 0 30,-1 0-46,0 0 16,0 0 0,0 0-16,1 0 31,-40 39-15,39 1-1,-39-1 1,0 0-16,0 0 31,0 0-31,-39 1 31,39-1-15,-40-39-16,1 0 16,39 39-16,-39-39 0,0 39 15,0-39-15,39 39 16,-40-39-1,1 0-15,39 40 16,-39-40 0,78 0 140,0 0-125,1 0-15,-1 0-1,0 0-15,0 0 16,0 39-16,1-39 16,-1 0-16,0 39 0,0-39 0,0 39 15,0-39-15,1 39 16,-1-39-16,-39 40 0,39-40 0,0 39 0,0 0 16,-39 0-16,40-39 15,-40 39-15,39-39 0,-39 40 0,39-1 16,-39 0-1,39-39 1</inkml:trace>
  <inkml:trace contextRef="#ctx0" brushRef="#br0" timeOffset="62693.05">9211 6075 0,'-39'0'312,"0"0"-281,0 0 16,0 0-15,-1 0-32,1 0 15,0 39-15,0 0 31,39 1-15,-39-40-16,39 39 16,0 0-1,-40-39-15,40 39 16,0 0-16,0 1 0,0-1 16,40-39-16,-40 39 15,39 0 1,0 0-1,0-39 1,0 0 15,1 0-31,-1 0 16,0 0 0,0 0-16,0 0 15,-39-39 1,0 0-16,39 39 15,-39-39-15,0 0 0,40 39 16,-40-40 0,0 1-16,0 0 15,39 39-15,-39-39 0,0 0 16,0-1 0,0 1 15,-39 39-31,-1 0 15,1 0 1,0 0 0,39-39-1,-39 39-15,0 0 0,0 0 16,-1 0-16</inkml:trace>
  <inkml:trace contextRef="#ctx0" brushRef="#br0" timeOffset="63832.97">8819 7917 0,'40'40'0,"-80"-40"141,1 0-110,0 0-31,0 0 16,39 39-16,-39 0 15,39 0-15,-40-39 16,40 39-16,-39-39 16,39 40-16,-39-40 0,39 39 0,0 0 15,-39 0-15,39 0 0,0 1 16,0-1-1,0 0-15,39-39 32,0 0-32,0 0 15,1 0-15,-1 0 16,0 39-16,0-39 0,0 0 16,1 0-16,-1 0 15,-39-39-15,39 0 16,-39 0-16,0-1 15,39 1 1,-39 0-16,0 0 16,39 0-1,-39-1-15,0 1 16,0 0-16,0 0 16,0 0-1,-39 39-15,0 0 31,0 0-31,39-40 16,-39 40-16,-1 0 16,1 0-16,0 0 0,0 0 15,0 40 1,-1-40-16,1 39 0,0-39 0,0 0 16,0 39-16</inkml:trace>
  <inkml:trace contextRef="#ctx0" brushRef="#br0" timeOffset="64762.95">8584 9564 0,'0'0'0,"-39"0"0,39-40 125,0 80-32,0-1-93,0 0 16,-39-39-16,39 39 16,0 0-16,0 1 0,-39-40 0,39 39 0,-40 0 15,40 0-15,0 0 0,-39 1 0,0-1 16,39 0-16,0 0 15,-39 0-15,39 1 0,-39-40 16</inkml:trace>
  <inkml:trace contextRef="#ctx0" brushRef="#br0" timeOffset="65762.85">7918 11288 0,'-39'0'0,"39"40"0,0-80 47,0 1-32,0 0 1,39 39-16,0-39 31,0 39-31,0 0 16,1 0-16,-1 0 15,0 0-15,0 0 16,0 0 0,1 0-16,-40 39 15,0 0-15,0 0 16,39-39-16,-39 40 0,0-1 15,0 0-15,0 0 0,0 0 16,0 1 0,-39-40-16,39 39 0,-40 0 15,1 0 1,0-39-16,0 0 0,39 39 0,-39-39 0,-1 0 16,40 40-16,-39-40 0,0 0 0,39 39 15,39-39 32,0 0-31,1 0-1,-40 39-15,78-39 0,-39 0 0,0 0 16,1 0-16,-1 0 0,0 0 16,0 0-16,40 0 0,-40 39 0,0-39 15,0 0-15,0 0 0,1 0 0,-1 39 0,0-39 16,0 0-1,0 0-15,1 0 0,-1 0 16</inkml:trace>
  <inkml:trace contextRef="#ctx0" brushRef="#br0" timeOffset="66342.82">8349 12543 0,'0'0'0,"0"-40"15,0 1 1,0 0 15,0 78 32,0 0-48,0 1-15,0-1 0,0 0 16,0 0-16,0 0 0,0 1 16,0-1-16,0 0 0,0 0 0,0 0 15,0 1 1,0-1-16,0 0 0,0 0 16,-39 0-16,39 1 0</inkml:trace>
  <inkml:trace contextRef="#ctx0" brushRef="#br0" timeOffset="69352.65">11406 4468 0,'-39'0'0,"0"0"16,78 0 15,-39-39 78,0 117 204,0-39-313,0 1 15,0-1 1,0 0-16,0 0 0,0 0 0,0 1 0,0 38 16,0 0-16,0-38 0,0 38 0,-39 0 0,39-38 15,0 38-15,0-39 0,0 40 16,0-40-16</inkml:trace>
  <inkml:trace contextRef="#ctx0" brushRef="#br0" timeOffset="70672.57">11093 6271 0,'-39'0'32,"39"-39"77,39 39-93,0 0-16,0 0 15,0 0 1,1 0-1,-1 0 1,-39 39 0,39-39-16,-39 39 15,0 0-15,0 1 16,0-1-16,0 0 16,-39-39-16,39 39 0,-39-39 0,39 39 15,-40-39-15,1 40 0,0-40 0,0 39 0,0-39 16,-1 39-16,1 0 0,-39-39 15,39 39-15,-1-39 0,40 40 0,-39-1 16,0-39-16,0 0 16,39 39-16,39-39 47,0 0-47,0 0 15,1 0-15,-1 0 0,0 0 16,0 0-16,40 0 0,-40 0 0,0 0 0,0 0 15,0 0-15,40 0 0,-40 0 16,0 39-16,0-39 0,1 0 0,-1 39 0,0-39 16,0 0-1,0 40-15</inkml:trace>
  <inkml:trace contextRef="#ctx0" brushRef="#br0" timeOffset="72052.57">11054 7996 0,'39'0'0,"-78"0"218,39-39-218,-40 39 0,1 0 32,0 0-32,0 39 15,0 0-15,-1-39 0,40 39 31,-39-39-31,39 39 0,0 1 16,0-1 0,0 0-16,0 0 15,0 0-15,0 1 16,0-1-16,0 0 16,0 0-16,39-39 0,1 39 15,-1-39 1,0 0-1,0 0-15,0-39 16,1 39-16,-40-39 0,39 39 0,-39-39 16,0 0-16,39 39 15,-39-40-15,0 1 0,39 0 0,-39 0 16,0 0 0,0-1-16,0 1 0,-78 39 15,78-39-15,-39 39 0,-1 0 31,1 0-31,0 0 16,0 0 0,0 39-16,-1 0 15,40 1 1</inkml:trace>
  <inkml:trace contextRef="#ctx0" brushRef="#br0" timeOffset="73259.08">10779 10034 0,'-39'0'31,"39"-39"-31,0 0 31,-39 39 110,0 0-126,-1 0 1,1 0 15,39 39-15,-39-39-16,0 0 0,39 39 15,-39-39 1,-1 0-16,40 39 0,-39-39 16,39 39-1,0 1-15,0-1 16,0 0-16,0 0 0,0 0 16,0 1-1,0-1 1,39-39-1,1 0 1,-1 0 0,0 0-16,0 0 0,0 0 15,1 0 1,-1 0-16,0 0 16,0-39-16,0-1 15,1 40-15,-1-39 16,-39 0-16,39 0 15,-39 0 1,39 39-16,-39-40 0,0 1 0,0 0 16,-39 0-1,0 39 1,-40-39 0,40 39-16,0 0 15,0 0-15,0 39 16,-1-39-16,40 39 0,-39-39 0,0 39 0,0 0 15,0-39 1,39 40-16,0-1 0</inkml:trace>
  <inkml:trace contextRef="#ctx0" brushRef="#br0" timeOffset="74099.03">10622 11367 0,'-39'0'16,"0"0"218,39 39-234,0 0 47,0 0-16,0 1-31,0-1 16,0 0-1,0 0-15,-39-39 0,39 39 0,0 1 16,0-1-16,0 0 16,-39 0-16,39 0 0,0 0 0,0 1 0,0-1 15,0 39-15,0-39 16,0 1-16</inkml:trace>
  <inkml:trace contextRef="#ctx0" brushRef="#br0" timeOffset="76094.57">10309 13091 0,'-39'0'16,"39"-39"-1,39 0 204,0 39-203,-39-39-16,39 39 0,0 0 15,1 0-15,-40-39 16,39 39-16,0 0 0,0 0 16,0 0-16,1 0 15,-1 0 1,-39 39 0,39-39-16,-39 39 0,0 0 15,0 0 1,0 1-16,0-1 15,-39-39-15,39 39 0,-39-39 16,39 39-16,-40-39 0,1 39 16,0-39-16,39 40 0,-39-40 0,0 39 15,-1-39 1,40 39-16,-39-39 0,39 39 16,-39-39-1,78 0 48,0 0-63,1 0 15,-1 0 1,0 0-16,0 0 0,0 0 0,1 0 0,-1 0 16,0 0-16,0 0 0,0 0 15,1 0-15,-1 0 0,0 0 16,0 0-1,-39-39 204,-39 39-219</inkml:trace>
  <inkml:trace contextRef="#ctx0" brushRef="#br0" timeOffset="81294.3">12817 4546 0,'40'0'62,"-40"-39"48,39 39-110,0 0 15,0 0 1,-39-39-16,39 39 0,1 0 0,-1 0 16,0 0-1,0 0-15,0 0 16,1 0-16,-1 0 16,0 0-16,0 0 31,-39 39-31,0 0 15,0 1-15,0-1 16,0 0 0,0 0-16,0 0 31,-39-39-31,39 40 16,-39-40-16,0 39 15,-1 0-15,1 0 0,0 0 16,0 1-16,0-40 15,39 39-15,-40-39 16,40 39-16,-39-39 31,39 39-31,39-39 78,-39-39-78,79 39 0,-40 0 32,0 0-32,0 0 15,1 0 17,-1 39-17,0-39-15,0 39 16,0-39-16,1 40 0,-1-40 15,0 0-15,0 39 0,0-39 16,1 0-16,-1 0 0,0 0 0,-39 39 16,39-39-16,0 0 15,-39-39 48,0 78-16,-39-39-47,0 0 15</inkml:trace>
  <inkml:trace contextRef="#ctx0" brushRef="#br0" timeOffset="82680.33">13288 6075 0,'0'39'735,"0"0"-720,0 1 1,0-1-16,-79 0 0,79 0 0,0 0 15,0 1-15,0 38 0,0-39 16,0 0-16,0 1 0,0-1 0,0 0 0,0 0 16,0 0-16,-39-39 0,39 40 0,-39-1 0,39 0 15,0 0-15,-39-39 0</inkml:trace>
  <inkml:trace contextRef="#ctx0" brushRef="#br0" timeOffset="83948.82">12504 8113 0,'0'-39'125,"39"39"-110,-39-39-15,39 39 16,0-39-16,1 0 16,-1 39-16,0 0 15,0 0-15,0 0 0,1 0 16,-40 39 15,39 0-31,-39 0 16,0 0-16,0 1 15,0-1-15,0 0 0,0 0 0,0 0 16,0 1-16,0-1 16,0 0-16,0 0 0,0 0 0,-79-39 15,79 40-15,-39-40 16,39 39-16,-39 0 0,0-39 0,0 39 15,-1-39-15,40 39 0,-39-39 0,0 39 16,0-39 0,39 40-16,-39-40 31,78 0 16,39 0-47,-39 0 15,1 0 1,-1 0-16,0 0 0,0 0 0,0 0 0,1 0 16,-1 0-16,0 0 15,0 0-15,0 0 0,1 0 0,-1 0 0,0 0 0,0 0 16,0 0 0,-78 0 93</inkml:trace>
  <inkml:trace contextRef="#ctx0" brushRef="#br0" timeOffset="84988.75">12778 10152 0,'0'-40'93,"-78"40"-61,78-39-17,-39 39 1,-1 0-16,1 0 15,0 39 1,0 1-16,39-1 16,-39 0-16,39 0 15,-40-39-15,40 39 16,-39-39-16,39 40 0,0-1 0,-39-39 0,39 39 16,0 0-16,0 0 15,0 1-15,0-1 16,0 0-16,39-39 15,-39 39 1,39-39-16,1 0 0,-1 0 16,0 0-1,-39-39-15,39 39 0,0-39 0,1 0 16,-1 39-16,-39-40 16,39 1-16,0 39 0,-39-39 0,39 39 0,-39-39 15,40 39-15,-40-39 0,0-1 16,39 40-16,-39-39 15,0 0-15,-39 39 16,39-39 0,-40 39-16,1-39 0,0 39 15,0 0-15,0-40 16,-1 40-16,1 0 0,0 0 16,0 40-1,39-1-15,-39 0 16,39 0-16</inkml:trace>
  <inkml:trace contextRef="#ctx0" brushRef="#br0" timeOffset="86338.66">12504 11641 0,'-79'0'219,"40"0"-219,39 39 0,-39-39 15,0 0 16,39 40-31,-39-40 0,39 39 16,-39-39 0,39 39-16,-40-39 15,40 39-15,0 0 16,0 0-16,0 1 31,0-1-15,40 0-1,-1-39 1,-39 39-16,39-39 0,-39 39 16,39-39-1,0 0-15,-39 40 16,39-40 0,1 0-1,-1 0 1,0 0-1,-39-40-15,39 40 0,-39-39 16,39 39-16,-39-39 16,0 0-1,0 0 1,0-1-16,0 1 0,0 0 16,0 0-1,0 0-15,0 0 16,-39 39-16,0 0 31,0 0-31,0 0 16,-1 0-1,1 0-15,0 0 16,0 39 0,39 0-16,-39 0 0,39 0 15</inkml:trace>
  <inkml:trace contextRef="#ctx0" brushRef="#br0" timeOffset="87148.71">12269 12935 0,'39'0'109,"-78"0"-15,39 39-63,0 0-15,0 0-1,0 0-15,0 1 0,0-1 0,0 0 16,0 0-16,0 0 16,0 1-16,0-1 0,0 0 0,0 0 15,0 0-15,0 1 16,0-1-16,0 0 0,0 0 0,0 0 16,0 1-1,0-1-15,0 0 16,0-78 46,0 0-46,0-1 46,0 1-46,0 0 0</inkml:trace>
  <inkml:trace contextRef="#ctx0" brushRef="#br0" timeOffset="92658.29">14385 4272 0,'-39'0'16,"39"39"156,-39-39-141,0 0 16,39-39-16,-39 39-31,-1 0 31,1 0-15,0 0 0,0 0-1,0 0 17,-1 0-17,80 0 204,-1 0-203,0 0-16,0 0 0,0 0 15,1 0-15,-1 0 0,0 0 0,0 0 16,0 0-16,1 0 15,-1 0-15,0 0 32,0 0-32,-39 39 78,0 0-78,0 1 31,0-1-31,0 0 16,0 0-1,0 0-15,-39-39 0,39 40 0,0-1 16,0 0 0,-39 0-16,39 0 0,0 1 0,0-1 15,-39-39-15,39 39 0,0 0 0,0 0 0,-40 1 16,40-1-16,-39 0 0,39 0 15,0 0-15,-39 1 0,0-1 0,39 0 16,-39 0 0,39 0-16,0 1 0,-40-40 0,40 39 0,0 0 15,-39-39-15,39 39 0,0 0 16,-39 0-16,39 1 0,0-1 0,0 0 16,-39 0-16,39 0 15,0 1-15,-39-1 0,39 0 16,0 0-16,-40 0 0,40 1 15,0-1 1,-39 0-16,39 0 0,0 0 16,-39-39-16,39 40 0,0-1 15,0 0-15,-39-39 0,39 39 0,0 0 16,0 1 0,0-1-16,-39-39 0,39 39 0,0 0 15,0 0 1,0 1-1,0-1-15,0 0 32,0 0-32,0 0 0,0 1 15,0-1-15,-40 0 16,40 0-16,0 0 16,0 1-16,0-1 15,0 0-15,0 0 16,0 0-16,0 1 0,0-1 15,0 0 1,0 0-16,0 0 0,-39 1 0,39-1 16,0 0-1,0 0-15,0 0 0,0 1 16,0-1 0,0 0-16,0 0 15,0 0-15,-39 1 0,39-1 0,0 0 16,0 0-16,0 0 15,0 1-15,0-1 0,0 0 16,0 0-16,0 0 16,-39-39-16,39 40 0,0-1 0,0 0 15,0 0 1,0 0-16,0 1 0,0-1 16,0 0-16,-39-39 0,39 39 15,0 0-15,0 1 0,0-1 0,0 0 16,0 0-16,0 0 0,0 0 15,0 1-15,0-1 0,0 0 16,0 0-16,0 0 0,-40 1 0,40-1 16,0 0-1,0 0-15,0 0 16,0 1 0,0-1-16,0 0 15,0 0-15,0 0 0,0 1 16,0-1-16,0 0 15,0 0-15,0 0 0,0 1 32,0-1-32,0 0 15,0 0 1,0 0-16,0 1 0,0-1 16,0 0-16,0 0 15,0 0-15,0 1 0,0-1 0,0 0 16,0 0-16,0 0 0,0 1 0,0-1 15,0 0-15,0 0 16,0 0-16,0 1 0,0-1 16,0 0-1,-39 0-15,39 0 0,0 1 16,0-1 0,0 0-16,0 0 0,-39 0 0,39 1 15,0-1-15,0 0 0,0 0 0,0 0 0,0 1 0,0-1 16,0 0-16,0 0 15,0 0-15,-39 1 0,39-1 0,0 0 0,0 0 16,0 0-16,0 1 16,-39-1-16,39 0 0,0 0 0,0 0 0,-40 1 0,40-1 15,0 0-15,-39-39 16,39 39-16,0 0 0,-39-39 0,39 40 16,0-1-16,-39-39 0,39 39 15,0 0-15,0 0 0,-39-39 0,39 39 0,0 1 16,0-1-16,-40 0 0,40 0 0,0 0 0,0 1 15,-39-1-15,39 0 16,-39 0-16,39 0 0,0 1 16,-39-1-16,39 0 15,-39 0-15,39 0 16,0 1-16,0-1 16,-40-39-16,40 39 0,0 0 15,0 0-15,0 1 16,0-1-1,0 0-15,0 0 16,0 0 0,0 1-1,0-1 1,0 0-16,0 0 31,0 0-31,0 1 16,0-1-1,0 0 1,0 0-16,0 0 31,0 1-15,0-1 15,0 0-31,0 0 16,0 0-1,0 1-15,0-1 16,0 0-16,0 0 16,-39-39-16,39 39 0,0 1 0,-39-1 15,39 0 1,0 0-16,-39-39 31,39 39-31,0 1 16,0-1 15,-39-39-31,39 39 0,0 0 31,-40-39 1,40 39-32,0 1 15,-39-40-15,0 0 203,0 0-187,0 0 0,-1 0-1,1 0-15,0 0 0,0 0 16,0 0-16,-1 0 0,-38 0 15,39 0-15,0 0 0,-40 0 0,40 0 0,0 0 16,0 0-16,0 0 16,-1 0-16,1-40 0</inkml:trace>
  <inkml:trace contextRef="#ctx0" brushRef="#br0" timeOffset="107758.62">15365 4194 0,'0'-40'32,"-78"40"296,39 40-328,0-40 15,-1 39 1,1-39-16,0 0 16,39 39 218,-39-39-234,39 39 0,0 0 16,0 1-1,0-1-15,0 0 0,39 0 0,-39 0 16,0 1-16,39-1 0,-39 0 15,0 0-15,0 0 16,0 1-16,0-1 0,39 0 0,-39 0 16,0 0-16,0 1 15,0-1-15,0 0 0,0 0 0,0 0 16,0 1-16,0-1 0,0 0 16,0 0-16,0 0 0,0 1 0,0-1 15,40 0-15,-40 0 0,0 0 16,0 0-16,0 1 15,0-1-15,0 0 0,0 0 16,0 0-16,-40 1 16,40-1-16,0 0 0,-39 0 0,39 0 15,0 1-15,0-1 0,0 0 16,0 0-16,-39-39 0,39 39 0,0 1 16,0-1-16,0 0 0,-39 0 15,39 0-15,0 1 0,0-1 0,-39-39 0,39 39 16,0 0-16,0 0 0,-40 1 0,40-1 15,0 0 1,-39 0-16,39 0 0,0 40 0,-39-40 16,39 0-16,0 0 0,0 1 15,0-1-15,0 0 0,0 0 0,0 0 0,0 1 16,-39-1-16,39 0 0,0 0 16,0 0-16,0 1 0,-39-1 0,39 0 15,0 0-15,0 0 0,0 1 0,-40-1 0,40 0 16,0 0-16,-39 0 15,39 1-15,0-1 0,0 0 16,-39-39-16,39 39 16,0 0-16,0 1 15,0-1 1,0 0-16,0 0 0,0 0 16,0 1-16,0-1 15,-39-39-15,39 39 0,0 0 0,0 0 16,0 1-16,0-1 0,0 0 0,0 0 15,0 0-15,0 1 16,0-1-16,0 0 31,0 0-31,0 0 16,0 0-16,0 1 16,0-1-16,0 0 0,0 0 15,0 0-15,0 1 0,0-1 16,0 0-16,0 0 15,0 0-15,0 1 0,0-1 16,-39-39-16,39 39 0,0 0 16,0 0-16,0 1 0,-40-1 0,40 0 15,0 0-15,0 0 16,-39 1-16,39-1 0,0 0 16,-39-39-1,39 39-15,0 0 0,0 1 16,-39-40-16,39 39 0,0 0 0,0 0 15,0 0 1,0 1-16,-39-1 0,39 0 0,0 0 0,0 0 16,0 1-16,0-1 15,0 0-15,0 0 0,0 0 0,0 1 16,0-1-16,0 0 16,-40 0-16,40 0 15,0 1-15,0-1 0,-39 0 0,39 0 16,0 0-1,0 1-15,-39-1 0,39 0 0,0 0 16,0 0-16,-39-39 16,39 40-16,0-1 0,0 0 15,0 0-15,-39-39 0,39 39 16,0 1-16,0-1 16,0 0-1,-40-39-15,40 39 0,0 0 16,0 1-16,-39-40 0,39 39 0,0 0 15,-39 0 1,39 0-16,0 1 0,0-1 16,0 0-1,0 0-15,0 0 16,0 1 0,0-1-16,0 0 0,0 0 15,-39 0-15,39 0 16,0 1-1,0-1-15,0 0 0,0 0 16,0 0-16,0 1 16,0-1-16,0 0 15,0 0 1,0 0-16,0 1 16,0-1-1,-39 0-15,39 0 0,0 0 16,-40 1-16,40-1 0,0 0 15,0 0-15,0 0 16,0 1-16,0-1 16,0 0-1,0 0-15,0 0 16,-39 1 0,39-1-16,0 0 0,0 0 15,-39-39-15,39 39 0,0 1 16,0-1-1,0 0 1,0 0 0,0 0-1,0 1 1,0-1-16,0 0 0,0 0 16,0 0-1,0 1-15,0-1 0,0 0 16,0 0-1,0 0 1,0 1 0,0-1-1,0 0-15,0 0 0,0 0 16,-39-39-16,39 40 0,0-1 16,0 0-16,-39-39 0,39 39 15,39-39 173,0 0-173,0 0-15,0 0 0,1 0 16,-1-39-16,0 39 16,0 0-16,0 0 0,1 0 0,-1 0 0,0 0 15,0 0-15,0 0 0,1 0 0,-1 0 0,0 0 16,0 0-16,0 0 15</inkml:trace>
  <inkml:trace contextRef="#ctx0" brushRef="#br0" timeOffset="109088.46">16149 4978 0,'0'-40'16,"0"1"15,39 39-15,-39-39 15,0 0 78,0 0-78,0-1 1,0 80 30,0-1-46,0 0-1,0 0 1,0 0-16,0 1 0,0-1 0,0 0 0,0 0 16,0 40-16,-39-40 0,39 0 15,0 39-15,0-38 0,-39 38 0,39-39 0,0 39 16,0-38-16,0-1 16,-39 39-16,39-39 0,0 1 0,0 38 0,0-39 0</inkml:trace>
  <inkml:trace contextRef="#ctx0" brushRef="#br0" timeOffset="110238.39">16032 6741 0,'0'-39'0,"0"78"0,0-117 31,-40 78-31,40-39 0,-39 39 63,0 0-17,0 39-46,0 39 16,-1-38-16,1-40 16,39 39-16,-39 0 0,0 0 0,39 0 15,-39 1 1,39-1-16,0 0 0,0 0 0,0 0 16,0 1-16,0-1 15,0 0-15,39 0 0,-39 0 16,39 1-16,0-1 0,-39 0 0,39-39 15,-39 39 1,40-39-16,-1 0 0,0 0 16,0 0-16,0 0 15,1-39-15,-1 0 0,0 39 16,-39-39-16,39 39 16,0-40-16,-39 1 0,40 0 0,-40 0 15,39 0-15,-39-1 0,0 1 0,0 0 0,0 0 16,0 0-16,0-1 15,0 1-15,0 0 0,0 0 0,-39 0 0,39-1 16,0 1 0,0 0-16,0 0 0,-40 39 15,1 0 1,0 39-16,0 0 16,0-39-1,-1 39-15,1 1 0,39-1 0,-39 0 16,39 0-16,0 0 0</inkml:trace>
  <inkml:trace contextRef="#ctx0" brushRef="#br0" timeOffset="111328.33">15836 8780 0,'0'-40'16,"0"1"0,0 0-16,0 0 15,0 0 1,0 0 140,-40 39-156,40-40 16,-39 40-1,39-39-15,0 0 0,0 0 16,0 0 0,0 78 46,0 0-46,0 0-16,0 0 15,-39 1-15,39-1 16,0 0-16,0 0 0,0 39 0,-39-38 0,39 38 16,0-39-16,0 40 15,0-40-15,0 39 0,-39-39 0,39 1 0,0 38 16,0-39-16,-40 0 0,40 1 16,0-1-16,0 0 0</inkml:trace>
  <inkml:trace contextRef="#ctx0" brushRef="#br0" timeOffset="112358.27">15561 10622 0,'0'-39'0,"0"0"16,0-1-1,0 1 1,0 0-1,-39 39 48,39 39-47,-39-39-16,0 0 15,0 39-15,-1-39 16,40 40-16,-39-40 0,39 39 0,-39-39 0,0 39 15,39 0-15,-39-39 16,39 39-16,-40-39 0,40 40 0,0-1 0,-39 0 16,39 0-16,0 0 15,-39 1-15,39-1 0,0 0 0,0 0 16,0 0 0,0 1-16,39-1 0,-39 0 0,39 0 15,1 0-15,-1-39 0,0 40 16,0-40-1,0 0-15,1 0 0,-1 0 16,-39-40-16,39 40 16,0-39-16,-39 0 0,39 39 15,-39-39-15,39 0 16,-39-1-16,40 1 0,-40 0 0,0 0 16,39 0-16,-39-1 15,0 1-15,0 0 0,0 0 0,0 0 16,0-1-16,0 1 0,0 0 0,0 0 15,-39 39-15,39-39 16,-40 39-16,1-40 16,0 40-1,0 0 17,0 0-32,0 0 15,39 40-15,-40-40 16</inkml:trace>
  <inkml:trace contextRef="#ctx0" brushRef="#br0" timeOffset="113318.3">15483 12739 0,'0'0'0,"0"-40"31,-39 40 1,0 0-1,-1 0 0,40 40-31,0-1 0,-39-39 0,0 0 16,39 39-16,-39 0 0,0 0 15,39 1 1,-40-40-16,40 39 0,-39 0 16,39 0-16,-39 0 15,39 1-15,0-1 0,0 0 16,0 0 0,0 0-16,39 1 15,0-1-15,1-39 16,-40 39-16,39-39 0,0 0 15,0 0-15,0 0 16,1 0 0,-1 0-16,0 0 0,0 0 15,-39-39-15,39 39 16,-39-39-16,39 39 0,-39-40 0,0 1 16,0 0-1,0 0-15,0 0 0,0-1 0,0 1 0,0 0 16,-39 0-16,39 0 0,-39-1 15,39 1-15,-39 0 16,0 39-16,39-39 0,-39 39 0,-1-39 31</inkml:trace>
  <inkml:trace contextRef="#ctx0" brushRef="#br0" timeOffset="116478.43">16659 4272 0,'39'0'281,"0"0"-281,0 0 16,1 0-16,-1 0 15,0 0-15,0 0 0,0 0 0,1 0 0,-1 0 16,0 0 0,0-39-16,0 39 0,1 0 0,-1 0 15,0 0-15,0 0 32,-78 39 30,39 0-46,0 0-1,0 1-15,-39-1 16,39 0-16,0 0 16,0 0-16,-39-39 0,39 40 0,-40-1 0,40 0 15,0 0-15,0 0 0,0 1 0,-39-1 16,39 0-16,0 0 15,0 0-15,-39 1 0,39-1 0,0 0 0,0 0 16,0 40-16,0-40 0,0 0 16,0 0-16,0 0 0,0 1 0,0-1 0,0 0 15,0 0-15,0 0 16,0 0-16,0 1 0,0-1 0,0 0 0,0 0 16,0 0-16,0 1 0,0-1 0,0 0 15,-39 0-15,39 0 0,0 1 16,0-1-16,-39-39 0,39 39 0,0 0 15,0 0 1,0 1-16,-40-40 0,40 39 0,0 0 16,0 0-16,-39 0 0,39 1 15,0-1-15,0 0 0,0 0 0,0 0 16,0 1-16,0-1 0,0 0 16,0 0-16,0 0 0,0 1 0,0-1 15,-39 0-15,39 0 0,0 0 0,0 1 0,-39-1 16,39 0-16,0 0 0,0 0 15,0 1-15,0-1 0,0 0 0,0 0 16,-39 0 0,39 1-16,0-1 0,0 0 0,0 0 0,0 0 15,0 1-15,0-1 16,0 0-16,0 0 0,0 0 0,0 1 0,0-1 16,0 0-16,0 0 0,0 0 0,0 1 15,0-1-15,0 0 16,0 0-16,0 0 0,0 1 15,0-1-15,0 0 16,0 0-16,0 0 0,0 1 16,0-1-1,0 0-15,0 0 0,0 0 0,0 1 16,0-1-16,0 0 0,0 0 16,0 0-16,0 0 0,0 1 0,39-1 15,-39 0-15,0 0 0,0 40 0,0-40 0,39 0 16,-39 0-16,0 40 15,0-40-15,0 0 0,0 0 0,0 40 0,0-40 16,0 0-16,0 0 0,0 0 16,0 1-16,0-1 0,0 0 0,0 0 0,0 0 15,0 1 1,0-1-16,0 0 0,0 0 0,0 0 16,0 1-16,0-1 0,0 0 0,0 0 15,0 0-15,0 1 0,0-1 16,0 0-16,0 0 0,0 0 0,0 1 0,0-1 15,0 0-15,0 0 16,0 0-16,-39 1 0,39-1 16,0 0-16,0 0 15,-39 0-15,39 1 0,0-1 16,0 0 0,0 0-16,0 0 0,-40 1 15,40-1-15,0 0 0,0 0 0,0 0 0,0 1 16,0-1-16,0 0 15,0 0-15,0 0 0,0 1 0,0-1 16,-39-39-16,39 39 16,0 0-16,0 0 0,0 1 0,0-1 15,0 0 1,-39 0-16,39 0 0,0 1 0,0-1 16,-39-39-16,39 39 0,0 0 0,0 0 15,0 0 1,0 1-16,0-1 0,0 0 0,-39-39 15,39 39-15,0 0 16,0 1-16,0-1 0,0 0 0,0 0 16,0 0-16,0 1 15,0-1-15,0 0 0,0 0 16,0 0 0,0 1-16,0-1 0,0 0 15,0 0-15,0 0 31,0 1-31,0-1 16,0 0 0,0 0-16,0 0 0,0 1 0,0-1 15,0 0 1,-40-39-16,40 39 0,0 0 16,0 1-16,0-1 15,0 0 1,0 0-16,0 0 15,0 1 1,0-1-16,0 0 31,0 0 1,0 0 77,-39-39-93,39 40 15,-39-40 31,0 0-30,39 39-32,-39-39 15,39 39 16,-40-39-31,1 0 16,0 0 0,39 39-1,-39-39-15,0 0 16,-1 0-16,1 0 0,0 0 0,-39 0 16,38 0-16,-38 0 0,39 0 15,-40 0-15,1 0 0,39-39 0,0 39 0,-40-39 16,40 39-16</inkml:trace>
  <inkml:trace contextRef="#ctx0" brushRef="#br0" timeOffset="117208.39">17874 8584 0,'-39'0'0,"0"0"16,-1 0 0,80 0 30,-1 0-46,0 0 16,-39-39 0,39 39-16,0-40 0,1 40 0,38 0 0,-39 0 15,0-39-15,1 0 0,38 39 16,-39 0-16,0 0 0,1 0 0,-1 0 16,-39 39-1,39-39-15</inkml:trace>
  <inkml:trace contextRef="#ctx0" brushRef="#br0" timeOffset="117438.42">17835 9642 0,'-118'0'16,"236"0"-16,-236-39 15,197 0 1,-40-1 0,0 40-16,235-39 15,-234 39-15,38 0 16,-39 0-16,0 0 0,1 0 0</inkml:trace>
  <inkml:trace contextRef="#ctx0" brushRef="#br0" timeOffset="118095.33">19873 4821 0,'0'-39'15,"0"78"-15,-39-118 16,39 40-16</inkml:trace>
  <inkml:trace contextRef="#ctx0" brushRef="#br0" timeOffset="118175.3">19795 4664 0,'0'0'0,"-40"-39"16,1 39-1</inkml:trace>
  <inkml:trace contextRef="#ctx0" brushRef="#br0" timeOffset="121385.13">19991 4233 0,'0'0'0,"-40"0"219,1 0-219,0 0 0,0 0 15,0 0 1,-1 0-16,1 0 0,0 0 15,39 39 110,0 0-109,39-39-16,-39 39 0,0 1 0,0-1 16,0 0-16,0 0 0,0 0 15,0 1-15,0-1 0,0 0 0,0 0 16,0 0-16,0 1 16,0 38-16,0-39 0,-39 0 0,39 1 0,0 38 15,-39-39-15,39 0 0,0 1 16,0 38-16,-39-39 0,39 0 0,0 40 0,-40-40 15,40 0-15,0 0 16,0 40-16,-39-40 0,39 0 0,0 0 0,-39 0 16,39 1-16,0-1 0,0 0 0,0 0 0,0 0 15,-39 1-15,39-1 16,0 0-16,0 0 0,0 0 0,0 40 0,0-40 16,0 0-16,0 0 15,-39 1-15,39-1 0,0 0 0,0 0 0,0 0 16,0 1-16,0-1 0,0 0 15,-40 0-15,40 0 0,0 1 0,0-1 0,-39 39 16,39-39-16,0 1 0,0 38 0,0-39 0,0 0 16,0 40-16,0-40 15,0 39-15,0-38 0,0-1 0,0 0 0,0 39 16,0-38-16,0-1 0,0 0 16,-39 0-16,39 0 0,0 1 0,0-1 0,0 0 15,0 0-15,0 0 16,0 1-16,-39-1 0,39 0 0,0 0 15,0 0-15,0 1 0,0-1 16,0 0-16,0 0 0,0 0 0,0 1 0,0-1 16,0 0-16,0 0 0,0 0 0,0 40 0,0-40 15,0 0-15,0 0 16,0 0-16,0 40 0,0-40 0,0 0 0,0 0 16,0 1-16,0-1 0,0 0 15,0 0-15,-39 0 0,39 40 0,0-40 16,0 0-16,0 0 15,0 1-15,0-1 0,0 0 0,0 0 0,0 0 16,0 40-16,-40-40 0,40 0 0,0 0 16,0 1-16,0-1 0,0 0 15,-39 39-15,39-38 0,0-1 0,0 0 0,0 39 16,0-38-16,0-1 16,-39 39-16,39-39 0,0 1 0,0-1 0,0 0 15,0 0-15,0 0 0,0 1 16,0-1-16,0 0 0,0 0 0,0 0 15,0 1 1,0-1-16,0 0 0,0 0 16,0 0-16,0 1 0,0-1 15,0 0 1,0 0-16,0 0 0,0 1 0,0-1 16,0 0-1,0 39-15,0-38 16,0 38-1,0-39-15,0 0 0,0 1 0,0-1 0,0 0 16,0 0-16,0 0 0,0 1 0,0-1 16,0 0-16,0 0 15,0 0-15,0 0 0,0 1 0,0-1 16,0 0-16,0 0 16,0 0-16,0 1 0,0-1 0,0 0 15,0 0-15,0 0 16,0 1-16,-39-1 0,39 0 15,-39-39-15,39 39 0,0 0 16,-40-39-16,40 40 0,0-1 16,-39 0-16,39 0 15,0 0 1,-39 1-16,39-1 16,0 0-1,0 0-15,0 0 16,0 1-1,-39-40 1,39 39-16,0 0 16,0 0-1,0 0-15,0 1 32,0-1-32,-39 0 31,39 0 0,-40-39-31,40 39 31,-39 1 16,39-1-16,0 0 407,-39-39-422,39 39-1,-39 0 95,39 1-64,-39-40-30,39 39-16,0 0 16,-39-39 31,39 39-1,39-39 142,0 0-188,0 0 0,0 0 0,0 0 16,1 0-1,-1 0-15,0 0 0,0 0 0,0 0 16,1 0-16,-1 0 15,0 0-15</inkml:trace>
  <inkml:trace contextRef="#ctx0" brushRef="#br0" timeOffset="123314.93">15444 11876 0,'39'0'31,"-39"-39"-31,39 39 31,-39-39-31,39 39 31,-78 0 79,0 0-95,0 0 1,0 39 0,-1-39 15,40 39-31,-39-39 15,39 39 1,-39-39-16,0 0 16,39 40-1,0-1 1,-39-39 0,39 39 15,0 0-16,0 0 1,0 1 15,0-1-15,39-39-16,0 0 16,-39 39-1,39-39 32,0 0-31,-39-39-1,40 39 1,-1 0 0,0 0 30,0 0-30,-39-39-16,39 39 16,-39-40-1,39 40 1,-39-39 46,40 39-62,-40-39 32,0 0-17,0 0 1,0-1 0,0 1 30,-40 39-30,1 0 62,39-39-62,-39 39 15,0 0-15,0 0-16,0 0 31</inkml:trace>
  <inkml:trace contextRef="#ctx0" brushRef="#br0" timeOffset="131164.47">20461 4546 0,'0'40'391,"0"-1"-376,0 0-15,-39 0 0,39 0 16,0 1-16,-39-1 0,39 39 15,-40-39-15,40 40 0,-39-1 0,39-39 0,-39 40 16,39-40-16,-39 39 0,39-38 0,-39-1 0,39 39 16,-40-39-16,40 0 15,0 1-15,-39-1 0</inkml:trace>
  <inkml:trace contextRef="#ctx0" brushRef="#br0" timeOffset="136879.03">19795 6310 0,'-40'0'16,"80"0"234,-1-39-219,-39 0-31,39 39 16,0 0-1,-39-39 16,39 39-15,1-40 0,-1 40-1,0-39-15,0 39 16,0 0 0,1 0-16,-1 0 15,-39 39 16,39-39-31,-39 40 0,39-1 16,-39 0 0,0 0-1,39-39-15,-39 39 16,0 1-16,0-1 16,-39 0-1,39 0-15,-39-39 0,39 39 0,-39-39 16,39 40-16,-39-1 0,-1-39 15,1 39 1,39 0-16,-39-39 0,39 39 16,-39-39-1,39 40-15,-39-40 16,39 39 0,-40-39 30,1 0 33,0 0-64,39-39 79,0-1-78,39 40-1,0 0 16,1 0 1,-1 0-1,-39 40-31,39-1 16,0-39-1,-39 39-15,39-39 0,1 0 0,-1 39 16,0-39-16,0 0 0,-39 39 15,39-39-15,1 0 16,-40 40-16,39-40 0,0 0 0,-39 39 16,39-39-1,-39 39-15,39-39 16,1 39 0,-1-39-1,-39 39 1,39-39-16,0 0 15,0 0-15</inkml:trace>
  <inkml:trace contextRef="#ctx0" brushRef="#br0" timeOffset="140907.25">19677 8192 0,'39'0'47,"0"0"-31,-39-39-16,40 39 0,-40-40 250,39 40-250,-39-39 15,39 39 1,-39-39-16,39 39 16,0-39-16,1 39 15,-1-39-15,0 39 16,0 0-16,0 0 15,1 0 1,-1 0 0,-39 39 15,39 0-31,-39 0 0,0 0 31,0 1-31,0-1 16,0 0-16,0 0 15,0 0-15,0 1 16,0-1-16,0 0 16,0 0-16,-39 0 15,0-39-15,39 40 16,-40-40-16,40 39 0,-39 0 16,39 0-16,-39-39 0,39 39 0,-39-39 15,39 39-15,-39-39 16,-1 40-16,40-1 0,-39-39 15,39 39 1,-39-39-16,39 39 0,-39-39 31,0 0-15,78 0 78,0 0-32,-39-39-46,39 39 15,0 0-15,1-39-1,-1 39 1,0 0-16,0 0 16,0 0-1,1 0 1,-1 0-1,0 0 1,0 0 0,0 0-1,1 0 1,-1 0-16,-39 39 0,39-39 16,-39 39-16,39-39 15,0 0 1,1 0-16,-1 0 0,0 0 15,0 0 1,0 0-16,1 0 0,-1 0 16,-39-39 93,0 0-93,-39 39-16,39-39 0</inkml:trace>
  <inkml:trace contextRef="#ctx0" brushRef="#br0" timeOffset="146306.97">20265 9838 0,'-39'0'157,"39"39"-48,0 0-93,0 1-1,-39-40-15,39 39 0,-40-39 0,1 39 0,0 0 16,0 0-16,0-39 0,39 40 0,-40-1 16,1 0-16,0-39 0,39 39 15,-39 0-15,0-39 0,39 40 0,-40-40 0,40 39 16,-39-39-16,39 39 15,39-39 142,1 0-142,-1 0 1,0 0-16,0 0 0,0 0 16,1 39-1,-1-39-15,0 0 0,0 0 0,0 0 0,1 39 16,-1-39-16,0 0 0,0 0 15,0 40-15,40-40 0,-40 0 0,0 0 16,0 0-16,1 0 16,-1 0-16,0 0 0,0 0 31,-39-40-15,39 40-16,-78 0 62,0 0-31,39-39-15,-39 39-16</inkml:trace>
  <inkml:trace contextRef="#ctx0" brushRef="#br0" timeOffset="146826.87">20265 9877 0,'-39'0'31,"39"-39"-31,-39 39 0,78 0 47,-39 39 16,0 0-48,0 1-15,0-1 16,0 0-16,0 0 0,-39 0 0,39 1 16,0-1-16,0 0 0,0 0 0,0 0 0,0 1 15,0-1-15,0 0 16,0 0-16,0 0 0,0 1 0,0-1 15,0 0-15,-40-39 0,40 39 16,0 0-16,0 1 0,0-1 16,0 0-1,0 0 1</inkml:trace>
  <inkml:trace contextRef="#ctx0" brushRef="#br0" timeOffset="149486.69">19991 11328 0,'0'0'0,"0"-40"31,-40 40 16,40 40 188,0-1-235,0 0 15,0 0-15,0 0 0,0 1 0,0-1 16,0 0-16,0 0 16,0 0-16,0 40 0,0-40 0,0 0 0,0 0 15,0 0-15,0 1 16,0-1-16,0 0 0,0 0 0</inkml:trace>
  <inkml:trace contextRef="#ctx0" brushRef="#br0" timeOffset="152176.53">19638 12974 0,'0'-39'47,"0"-1"141,39 1-188,0 39 15,0-39 1,1 39-16,-40-39 0,39 39 0,0 0 0,0-39 16,0 39-1,1-40-15,-1 40 0,0 0 0,-39-39 16,39 39-16,0 0 31,1 0 0,-1 0-15,-39 39 0,0 1-1,39-40-15,-39 39 0,0 0 16,0 0 0,0 0-16,39-39 15,-39 40 1,0-1 31,-39-39-32,39 39-15,-39-39 16,39 39-16,-39-39 0,-1 39 0,1 1 31,0-40-31,39 39 16,-39-39-1,39 39 1,-39-39-16,-1 0 16,1 0-1,0 0 1,78 0 171,0 0-155,1 0-1,-1 0-15,0 0-16,0 0 15,0 0 1,1 39-16,-1-39 0,0 0 0,-39 39 15,39-39 1,0 0-16,1 0 0,-1 0 16,0 0-1,-39 40-15,39-40 0,0 0 16,1 0-16,-1 0 0,0 0 16,0 39-16,0-39 15,1 0-15,-1 0 16,0-39 46,-39-1-62</inkml:trace>
  <inkml:trace contextRef="#ctx0" brushRef="#br0" timeOffset="157105.41">21598 4468 0,'0'-39'266,"39"39"-251,0 0 1,-39-39-16,39 39 16,1 0-16,-1 0 0,0 0 0,0 0 15,0 0-15,0 0 16,1 0-16,-1 0 0,0 0 0,0 0 15,0 0-15,1 0 16,-1 0-16,0 0 0,0 0 0,0 0 16,1 0-16,-40 39 62,0 0-46,0 0 15,0 0-15,0 1-1,-40-40-15,40 39 0,0 0 0,-39 0 16,39 0-16,-39 1 16,39-1-16,0 0 0,0 0 0,0 0 0,-39 1 15,39-1-15,0 0 16,0 0-16,0 0 0,0 1 0,-39-1 0,39 0 15,0 0-15,0 0 0,-40 40 16,40-40-16,0 0 0,0 0 0,-39 0 16,39 1-16,0 38 15,-39-39-15,39 0 0,0 1 0,-39-1 0,39 0 16,0 0-16,0 0 0,-39 1 0,39-1 0,0 0 16,0 0-16,-40 0 0,40 1 15,0-1-15,0 0 0,-39 0 0,39 0 16,-39 1-1,39-1-15,0 0 0,-39 0 0,39 0 16,0 1-16,0-1 0,-39 0 16,39 0-16,0 0 0,0 1 0,0-1 0,-39 39 15,39-39-15,0 1 0,0-1 0,0 0 0,0 0 16,0 0-16,0 1 16,0-1-16,0 0 0,0 0 0,-40 0 15,40 1-15,0-1 16,0 0-16,0 0 0,-39-39 15,39 39-15,0 1 16,0-1-16,0 0 0,-39 0 16,39 0-16,0 1 15,0-1-15,-39 0 0,39 0 0,0 0 16,0 1-16,0-1 0,-39 0 16,39 0-1,0 0-15,0 1 0,0-1 16,0 0-16,0 0 15,0 0-15,0 1 16,0-1 0,0 0-16,0 0 15,0 0-15,0 1 16,0-1 0,0 0-16,0 0 0,0 0 15,0 0 1,0 1-16,0-1 0,0 0 0,0 0 15,0 0 1,0 1-16,0-1 0,0 0 16,0 0-16,0 0 0,0 1 15,0-1 1,0 0-16,0 0 0,0 0 16,0 1-16,0-1 15,0 0-15,0 0 0,0 0 0,0 1 16,0-1-1,0 0-15,0 0 0,0 0 16,0 1-16,0-1 16,39-39-1,-39 39-15,0 0 16,39 0-16,-39 1 16,0-1-16,39-39 0,-39 39 0,0 0 15,0 0-15,0 1 16,0-1-16,0 0 0,0 0 15,0 0-15,0 1 16,39-1-16,-39 0 16,0 0-16,0 0 15,0 1-15,0-1 16,0 0-16,0 0 0,0 0 0,0 1 16,0-1-16,0 0 15,0 0-15,40 0 0,-40 1 0,0-1 16,0 0-16,0 0 0,0 0 15,0 1-15,0-1 0,0 0 16,0 0-16,39 0 0,-39 1 16,0-1-1,0 0-15,0 0 0,0 0 16,0 1 0,0-1-16,0 0 0,0 0 0,0 0 15,-39-39-15,39 40 16,0-1-16,0 0 0,0 0 0,0 0 15,0 0 1,0 1-16,0-1 0,0 0 16,0 0-16,0 0 15,0 1 1,0-1-16,0 0 0,0 0 0,0 0 0,0 1 16,-40-1-16,40 0 15,0 0-15,0 0 0,0 1 0,0-1 0,0 0 16,-39 0-16,39 0 15,0 1-15,0-1 0,0 0 16,0 0-16,0 0 16,0 1-1,0-1-15,0 0 32,39-39-32,-39 39 0,0 0 15,0 1 1,40-40-16,-40 39 15,0 0 17,0 0-17,0 0-15,0 1 16,0-1 0,0 0-1,0 0 1,0 0-1,0 1 1,0-1 15,-40-39 79,1 0-95,0 0 1,0 0-16,0 0 0,-1 0 0,1 0 16,0 0-16,0 0 15,0 0-15,-1 0 0,1 39 0,0-39 16,0 0-16</inkml:trace>
</inkml:ink>
</file>

<file path=ppt/ink/ink2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8-22T07:59:07.876"/>
    </inkml:context>
    <inkml:brush xml:id="br0">
      <inkml:brushProperty name="width" value="0.05292" units="cm"/>
      <inkml:brushProperty name="height" value="0.05292" units="cm"/>
      <inkml:brushProperty name="color" value="#FF0000"/>
    </inkml:brush>
  </inkml:definitions>
  <inkml:trace contextRef="#ctx0" brushRef="#br0">3645 3174 0,'-39'0'0,"0"0"16,0 0-1,39 40 79,0-1-63,0 0-31,0 0 16,0 0-16,0 1 16,0-1-16,-40 0 0,40 0 0,0 0 15,0 1-15,0-1 0,0 0 0,-39 39 0,39-38 0,0-1 16,0 0-16,0 0 16,0 40-16,0-40 0,0 39 0,0-39 0,0 40 15,0-1-15,0 1 0,39 38 16,-39-38-16,0 38 0,40 1 0,-40-1 0,0 1 15,0 0-15,0 38 16,39-38-16,-39-1 0,0 40 0,39-39 0,-39-1 16,39 1-16,-39 0 0,0-1 15,39 1-15,-39-1 0,40 40 0,-40-39 0,0-1 16,39 40-16,-39-39 0,0 39 0,39-40 0,-39 40 16,0-39-16,0-1 15,0 1-15,39-1 0,-39 1 0,0 39 0,0-40 16,0 1-16,0-1 0,0 1 15,0 0-15,0-1 0,0 1 0,-39-40 0,39 40 16,0-40-16,0 1 16,0-1-16,0-39 0,0 40 0,-39-40 0,39 0 15,0 0-15</inkml:trace>
  <inkml:trace contextRef="#ctx0" brushRef="#br0" timeOffset="809.87">3449 3370 0,'0'0'0,"0"-39"31,0 0-15,39 0 0,-39 0-1,40 39-15,-40 39 47,0 0-47,39-39 31,0 0-31,0 0 0,0 0 0,40 0 0,-1 0 16,40-39-16,-40 39 0,79-39 16,0-1-16,39-38 0,-39 39 0,39 0 15,39-40-15,0 40 0,-39-39 0,39 38 0,0-38 16,0 39-16,1 0 0,-40-40 16,39 40-16,-39 0 0,0 39 0,-39-39 0,39-1 15,-79 1-15,40 39 0,-39-39 16,-1 39-16</inkml:trace>
  <inkml:trace contextRef="#ctx0" brushRef="#br0" timeOffset="1679.82">2626 4076 0,'0'-39'16,"0"0"15,0-1-15,0 80 31,0-1-32,0 0-15,0 0 0,0 0 0,0 1 16,0-1-16,0 0 0,0 0 0,0 0 16,0 1-16,0-1 15,0 39-15,0-39 0,0 1 0</inkml:trace>
  <inkml:trace contextRef="#ctx0" brushRef="#br0" timeOffset="2269.77">2469 6232 0,'-78'0'15,"156"0"-15,-156-39 0,39 39 0,0-40 16,39 1 0,0 0-16,39 0 0,118-40 31,78 79-16,-39 79 1,-118 78 15,-117 117-15,-40-156-16,40-79 0,-78 118 31,78-118-31,-1-39 0,40 39 0,-39-39 16,39-39-1,39 0-15,-39-1 0,40 1 16,-1 39-16,39-39 0,-39 0 16,0 0-16,40 39 0,-40 0 0,39-40 0,-38 40 15,38-39-15,-39 39 0,0-39 0,1 39 0,-1 0 16,0 0-16</inkml:trace>
  <inkml:trace contextRef="#ctx0" brushRef="#br0" timeOffset="2689.76">2273 8113 0,'-39'0'15,"0"0"-15,0 0 16,39 79 46,0-40-62,0 0 0,0 40 0,0-40 16,0 0-16,0 39 0,0-38 0,78-1 0,-78 39 16,0 0-16,39-38 0,-39 38 15,40 0-15,-40-38 0,39 38 0,-39-39 0</inkml:trace>
  <inkml:trace contextRef="#ctx0" brushRef="#br0" timeOffset="3149.73">1842 10269 0,'0'0'0,"-39"-39"15,39 0 16,39 39-31,79 0 16,-79 39-16,0-39 0,0 39 16,1 0-16,-1 1 0,78 77 15,40 79 1,-118-117 0,1-40-16,-40 118 15,0-118-15,0 0 0,-40 0 16,40 0-16,-39-39 0,39 40 0,-39-40 0,39 39 15,-39-39 1,117 0-16,-39-79 0,1 40 16,38 0-16,0 0 0,1 0 15,-1-40-15,40 40 0,-40-39 0,40 38 0,-40 1 16,40-39-16,-40 39 0,40-1 0,-40 1 0</inkml:trace>
  <inkml:trace contextRef="#ctx0" brushRef="#br0" timeOffset="7249.49">4312 2234 0,'0'-39'0,"0"-1"47,-40 40 46,40 40-77,0-1 15,0 0-31,0 0 0,0 0 16,-39 0-16,39 1 0,0-1 15,0 0-15,0 39 0,0-38 0,0-1 0,39 0 16,-39 39-16,79-38 16,-79-1-16,39 0 0,0 0 0,0 0 0,1 1 0</inkml:trace>
  <inkml:trace contextRef="#ctx0" brushRef="#br0" timeOffset="8189.46">6663 1842 0,'-39'0'31,"39"-39"-31,-39 39 31,-39 0 16,78 39-47,-40-39 0,40 39 16,-39-39-16,0 39 0,0 0 15,39 1-15,-39-40 0,-1 39 16,40 0-1,-39 0-15,39 0 16,39-39 0,-39 40-16,79-40 0,-40 0 15,0 0-15,0 0 0,40 39 0,-40-39 16,0 0-16,40 0 16,-40 0-16,0 0 0,0-39 0,0 39 0,1-40 15,-1 40-15,-39-39 16,39 0-16,0 0 15,-39 0 1,0-1-16,0 1 0,-39 0 16,0 0-16,0 0 0,-40 39 15,40-40 1,0 40-16,0 0 0,-1 0 16,1 0-16,39 79 15,-39-79-15,0 0 0,39 39 0,-39-39 16,39 39-16</inkml:trace>
  <inkml:trace contextRef="#ctx0" brushRef="#br0" timeOffset="8854.41">8114 1450 0,'-39'0'0,"39"39"141,0 0-126,0 0-15,0 1 0,0-1 16,0 0-16,0 0 15,39 0-15,-39 1 0,0-1 0,0 0 0,0 0 16,0 0-16,0 1 0,0-1 16,0 0-16</inkml:trace>
  <inkml:trace contextRef="#ctx0" brushRef="#br0" timeOffset="9744.35">7918 2430 0,'-39'0'0,"78"0"47,0 0 156,0-40-203,0 40 0,1-39 0,-1 39 16,0 0-16,0 0 0,40-39 0,-40 39 0,39 0 15,1 0-15,-1 0 0,0-39 16,1 39-16,-1 0 0,40 0 0,-40 0 0,40-39 16,-40 39-16,40 0 15,-1 0-15,1 0 0,39-39 0,-40 39 0,1 0 16,39 0-16,-40 0 0,40 0 15,0-40-15,0 40 0,-1 0 0,1 0 0,0 0 16,0-39-16,-40 39 16,1 0-16,-40 0 0,40-39 0,-40 39 0,1 0 15,-1 0-15,1 0 0,-40 0 0,39-39 0,-39 39 16,1 0-16,-1 0 0,-78-39 94,-1 39-94</inkml:trace>
  <inkml:trace contextRef="#ctx0" brushRef="#br0" timeOffset="10564.4">10074 1489 0,'-40'0'63,"1"0"-48,0 0 1,0 0-16,0 39 16,-1-39-16,40 39 15,-39 1-15,39-1 0,0 0 0,0 0 16,0 0-16,0 1 16,0-1-16,0 0 0,39 0 15,1 0-15,-1-39 16,0 40-16,0-40 0,0 0 15,1 0 1,-1 0-16,0 0 0,0-79 0,0 79 0,-39-39 16,40 0-16,-1 0 0,-39-1 0,0 1 0,0 0 15,0 0-15,0 0 0,0-40 16,-39 40-16,39 0 0,-40 0 0,40-1 16,-78 40-1,78-39-15,-39 39 0,0 0 0,-1 0 16,1 79-16</inkml:trace>
  <inkml:trace contextRef="#ctx0" brushRef="#br0" timeOffset="11634.6">4625 3958 0,'-39'0'16,"0"0"-16,39-39 0,0 78 109,0 1-93,0-1-1,0 0-15,0 0 0,0 0 0,0 1 16,0-1-16,0 0 16,0 39-16,0-38 0,0-1 0,0 39 0,0-39 15,0 1-15,0-1 0,78 0 0</inkml:trace>
  <inkml:trace contextRef="#ctx0" brushRef="#br0" timeOffset="13614.57">7016 3723 0,'-39'0'0,"0"0"0,39 39 16,-39-39-1,-1 40 48,40-1-63,-39-39 0,39 39 15,-39-39-15,39 39 0,-39 0 0,39 1 16,-39-40-16,39 39 16,0 0-16,0 0 0,0 0 15,39-39 1,-39 40-16,39-40 0,39 0 15,-38 0 1,-1 0-16,0 0 0,0 0 0,0 0 0,1 0 16,-1 0-16,0 0 0,-39-79 15,39 79-15,-39-39 0,39 39 0,-39-39 0,40 39 16,-40-39-16,0-1 0,0 1 0,-79 0 16,79 0-1,-39 39-15,39-39 0,-39 39 0,0-40 0,-1 40 16,1 0-16,0 0 15,0 0-15,0 0 16,39 40 0</inkml:trace>
  <inkml:trace contextRef="#ctx0" brushRef="#br0" timeOffset="13944.53">8388 3253 0,'0'0'0,"-39"0"15,0 0-15,39 39 16,0 79 0,39 117-1,0-118 1,0-77-16,79 156 16,-118-157-16,39 0 0,-39 0 15,39 0-15,-39 1 16,40-1-16</inkml:trace>
  <inkml:trace contextRef="#ctx0" brushRef="#br0" timeOffset="14484.43">10740 3174 0,'-39'0'0,"78"0"0,-117 0 0,-40 0 16,79 0-16,0 0 0,39 40 15,-40-40-15,40 78 16,-39-39-16,39 0 0,-39 40 16,39 156-1,0-117 1,0-79-16,78 78 15,-38-117-15,77 40 32,-78-40-32,40 0 0,-40-40 0,0 40 0,-39-39 15,39 39-15,-39-78 0,40-118 32,-119 117-32,79 40 0,-196-118 31,157 118-31,0 0 0,0 39 0,-1-39 0,1 39 15,0 0-15,0 0 0,0 0 16,-1 0-16,1 0 0,0 39 0,0-39 0,0 78 16,-1-78-16</inkml:trace>
  <inkml:trace contextRef="#ctx0" brushRef="#br0" timeOffset="16314.41">4155 6036 0,'-39'0'15,"39"-39"79,0-1-63,0 1-15,78 0-1,-39 39-15,-39-39 16,79 39-16,-40-39 0,0 39 16,0-40-16,0 40 0,40 0 0,-40-39 0,0 39 15,0 0-15,1-39 0,-1 39 0,0 0 0,0 0 16,0 0 0,1 0-16,-40 39 0,39-39 0,-39 39 15,0 1-15,39-1 0,-39 0 16,0 0-16,0 0 0,0 1 0,0-1 15,0 0-15,-39 0 16,39 0-16,-39 1 0,39-1 0,-40 0 0,40 0 16,-39 0-16,0-39 0,0 40 0,39-1 0,-39-39 15,-1 39-15,40 0 0,-39-39 16,0 0-16,39 39 0,-39-39 0,0 0 16,-1 0-1,40-39 32,79 39-47,-79-39 16,78 0-16,-39 39 0,1 0 15,-1 0-15,0-39 0,0-1 0,0 40 0,40 0 16,-40-39-16,0 39 0,0 0 16,1-39-16,-1 39 0,0 0 0,0 0 0,0 0 15,-39-39 1,40 39-16</inkml:trace>
  <inkml:trace contextRef="#ctx0" brushRef="#br0" timeOffset="18084.26">7016 5487 0,'-39'0'16,"0"0"15,0 0-15,-1 0 390,40 39-406,-39-39 0,39 39 15,-39 1-15,39-1 16,-39-39-16,39 39 16,-39-39-16,39 39 0,0 0 15,0 1 1,0-1-16,0 0 0,0 0 16,39-39-16,-39 39 15,39 1-15,0-40 31,-39 39-31,39-39 16,1 0 15,-40-39-31,39 39 0,0-40 16,0 1 0,-39 0-16,39 39 15,-39-39-15,40 0 16,-40-1-16,0 1 0,0 0 15,0 0-15,0 0 16,-40-1-16,40 1 0,-39 39 16,39-39-16,-39 39 0,0-39 0,0 0 15,-1 39-15,1 0 16,0 0-16,39-39 0,-39 39 0,0 0 16,-1 0-1,40 39 1,0 0-1</inkml:trace>
  <inkml:trace contextRef="#ctx0" brushRef="#br0" timeOffset="19473.18">7839 5370 0,'0'-40'312,"40"40"-296,-1-39 31,0 39-47,0 0 16,0 0-1,-39-39-15,40 39 0,-1 0 16,0 0-1,0 0-15,0 0 16,1 39-16,-40 0 16,39-39-1,-39 40-15,0-1 0,39-39 0,-39 39 16,39 0 0,-39 0-16,0 0 0,0 1 0,0-1 15,0 0-15,0 0 0,-39 0 16,39 1-16,-39-1 0,39 0 0,-39-39 15,39 39-15,-40-39 16,40 39-16,-39-39 0,39 40 0,-39-40 0,0 0 16,39 39-1,0-78 63,39 39-78,0 0 16,0 0-16,1-40 0,-1 40 16,0 0-16,39 0 0,-38 0 0,38-39 0,-39 39 15,40 0-15,-1 0 0,-39-39 16,40 39-16,-40 0 0,39 0 0,-39 0 0,1-39 16,-1 39-16,0 0 15,0 0-15,0 0 0,0 0 0,1 0 16,-40-39-1,-40 39 110,1 0-109</inkml:trace>
  <inkml:trace contextRef="#ctx0" brushRef="#br0" timeOffset="20303.14">10858 5213 0,'0'0'0,"-40"0"78,1 0-78,39 39 47,0 0-32,0 0-15,-39-39 0,39 40 0,-39-1 16,39 0-16,0 0 15,-39 0-15,39 0 0,0 1 0,0-1 0,0 0 16,0 0-16,0 0 0,0 1 0,39-40 16,-39 39-16,39-39 15,-39 39-15,39-39 0,0 0 0,1 0 16,-1 39-16,0-39 16,0 0-16,0 0 0,1-39 0,-1 39 15,0-39-15,0 39 0,0-39 16,-39-1-16,40 1 0,-40 0 0,39 0 0,-39 0 15,0-1-15,0 1 0,0 0 0,0 0 0,-39 0 16,39 0 0,-40 39-16,1-40 0,0 40 0,0-39 0,0 39 15,-40 0-15,40 0 0,0-39 16,-40 39-16,40 0 0,0 0 0,0 0 0,0 0 16,-1 0-16,1 78 15,0-38-15</inkml:trace>
  <inkml:trace contextRef="#ctx0" brushRef="#br0" timeOffset="22063.04">4664 8349 0,'0'0'0,"0"39"16,0-78 93,0-1-109,0 1 16,40 39 0,-40-39-16,0 78 62,0 40-46,0-40-16,0 0 0,0 0 0,39 0 15,-39 40-15,0-1 16,0-39-16,0 40 0,0-1 0,0 40 0,0-40 16,0-39-16,39 40 0,-39-1 15,0 0-15,0-38 0,0-1 0,0 0 0,0 0 16</inkml:trace>
  <inkml:trace contextRef="#ctx0" brushRef="#br0" timeOffset="23032.98">6624 8388 0,'-39'-39'16,"0"39"-16,0 0 16,39-40 109,39 40-63,-39-39-46,39 39 15,-78 0 110,39 39-141,0 1 15,0-1 1,0 0-16,-39 0 0,39 0 0,0 1 0,0-1 16,0 39-1,0-39-15,0 0 0,0 1 0,0-1 0,39 39 16,-39-39-16,0 1 0,0-1 15,39 0-15,0 0 0,0-39 0,1 39 0,-1 1 16,0-40-16,0 0 0,0 0 0,1 0 16,38-40-16,-39 40 15,0-78-15,1 39 0,-1 0 0,0-1 0,-39 1 16,39 0-16,-39 0 0,39-40 16,-39 40-16,0 0 0,0 0 0,0 0 0,0 0 15,-39 39-15,39-40 16,-39 1-16,0 0 0,0 39 0,-1-39 15,1 0-15,0 39 0,0-40 0,0 40 16,-1 0-16,1 0 16,0 0-16,0 40 0,0-1 15,-1-39-15,40 39 16,-39 0-16,39 0 0,-39-39 0,39 40 0,-39-40 16</inkml:trace>
  <inkml:trace contextRef="#ctx0" brushRef="#br0" timeOffset="23482.99">8545 7839 0,'0'0'16,"0"-39"0,-39 39-1,39 78 17,0-39-32,0 197 15,0-158-15,0 0 0,0 1 16,0-40-16,39 39 0,-39 1 0,39-1 0,-39 0 15,39-38-15,1 38 0,-40 0 0,39-38 0,39 116 32,-39-156-32</inkml:trace>
  <inkml:trace contextRef="#ctx0" brushRef="#br0" timeOffset="24012.92">11210 7761 0,'-78'0'0,"156"0"0,-195 0 0,78 0 15,-40 0-15,40 0 0,0 0 16,0 0-16,39 39 16,-40 0-1,40 0-15,-39 118 31,39-118-31,0 40 0,0-40 0,0 0 0,39 39 0,-39-38 16,118 116 0,-79-116-16,118 38 15,-118-78-15,0 0 16,40 0 0,-79-39-16,78-118 15,-78 118-15,0 0 0,0-40 16,0 40-16,0 0 0,0-40 0,-39 40 0,39 0 15,-39 0-15,0 0 0,-1-1 0,1 1 0,-78-78 32,77 117-32,-116 0 15,116 39-15,1-39 0,0 39 16</inkml:trace>
  <inkml:trace contextRef="#ctx0" brushRef="#br0" timeOffset="25562.86">5488 10426 0,'-40'0'0,"1"0"313,39 39-313,-39-39 31,0 0-15,39-39 156,0 0-141,0 0-31,39 39 15,0-40-15,0 40 0,1 0 16,-40-39-16,39 39 16,0 0-16,0 0 0,0 0 15,1 39-15,-40 1 16,39-40-16,-39 39 0,39-39 0,-39 39 0,39 0 16,-39 0-16,0 1 15,0-1-15,0 0 0,0 0 0,0 0 0,-39 1 16,39-1-16,-39 0 0,39 0 15,-39-39-15,39 39 0,-40 1 0,1-40 0,0 39 16,0-39-16,39 39 0,-39-39 0,-1 0 0,1 39 16,0-39-1,0 0-15,0-39 16,39 0 0,39 0-1,-39-1 1,39 40-16,0 0 0,-39-39 15,39 39-15,1 0 0,-1 0 16,0 39-16,0-39 16,0 40-16,1-1 0,-1-39 0,0 39 15,0-39-15,0 39 16,1-39-16,-1 0 0,39 39 0,-39-39 0,0 40 16,1-40-16,-1 0 0,0 0 15,0 39-15,0-39 0,40 0 0,-40 0 16</inkml:trace>
  <inkml:trace contextRef="#ctx0" brushRef="#br0" timeOffset="25992.8">7643 10308 0,'-39'-39'16,"78"78"-16,-117-78 0,0 39 16,38 0-16,1 0 15,0 0-15,39 39 16,0 40 0,0-40-16,39 79 15,-39-79-15,39 0 0,-39 0 16,40 0-16,-40 1 0,0-1 15,39-39-15,78 78 16,-77-78 0,-1 0-16,0-78 15,0 78-15,-39-39 0,0-1 16,0 1-16,0 0 0,0 0 16,0 0-16,-39-1 0,39 1 0,-118-39 31,118 39-31,-39 39 0,0-40 0,0 40 0,0 0 15,39-39-15,-40 39 32</inkml:trace>
  <inkml:trace contextRef="#ctx0" brushRef="#br0" timeOffset="26392.78">8780 10269 0,'0'0'0,"39"0"0,-39-39 16,0 78 31,0 40-47,0-40 0,0 0 15,0 0-15,40 0 0,-40 1 0,0-1 16,0 0 0,0 0-16,0 0 0,0 1 0,0-1 15,0 0 1,78-78 31,-39 39-47,0-39 15,40 39-15,-40-40 0,39 40 0,-39 0 0,40 0 16,-1-39-16,1 0 0,-1 39 0,-39-39 0,40 39 16,-40-39-16,39 39 15,1-40-15,-40 40 0,0-39 0,39 39 0,-38 0 16</inkml:trace>
  <inkml:trace contextRef="#ctx0" brushRef="#br0" timeOffset="26822.77">10897 10152 0,'0'0'15,"39"-40"-15,0 1 16,0 39-16,1 39 31,-1-39-31,-39 40 0,0 38 0,39-39 0,-39 0 16,0 1 0,0-1-16,0 0 0,0 0 0,0 0 31,-39-39-31,-79 40 15,79-40-15,0-118 16,39 79-16,-39-79 16,39 79-16,0 0 0,78 0 0,-78-40 0,39 40 15,-39 0-15,79 0 16,-40-1-16,39 1 16,1 39-1,-40 0-15</inkml:trace>
  <inkml:trace contextRef="#ctx0" brushRef="#br0" timeOffset="27632.72">8310 10269 0,'39'0'47,"0"0"-32,-39-39 1,39 39 0,-39-39-16,40 39 15,-1-39 1,0 39-16,0-40 16,0 40-1,1 40 1,-40-1-1,39 0-15,-39 0 0,39 0 0,-39 1 0,39-40 16,-39 39-16,39 0 0,1-39 0,-1 39 0,0 0 16,0-39-1,0 0-15</inkml:trace>
  <inkml:trace contextRef="#ctx0" brushRef="#br0" timeOffset="29182.6">5880 3292 0,'0'39'110,"0"0"-79,-40-39-15,40 40-1,-39-40-15,39 39 0,0 0 16,-39-39-16,39 39 0,-39-39 15,39 39-15,0 1 0,-39-1 0,39 0 0,-40 0 16,40 0-16,-39 1 0,39-1 0,0 0 0,-39 0 16,39 0-16,-39 1 15,0-1-15,39 0 0,0 0 0,-40 0 16,40 1-16,-39-40 0,39 39 16,-39 0-16,39 0 0,-39 0 0,0 1 15,39-1-15,-40-39 16,40 39-16,-39-39 0,39 39 0,-39 0 0,39 1 15,-39-40-15,39 39 0,0 0 0,-39-39 16,39 39-16,0 0 16,-40-39-16,40 40 0,-39-1 0,39 0 15,-39 0 1,39 0-16,-39 1 0,39-1 0,-39-39 0,39 39 16,-40 0-16,40 0 0,-39-39 15,39 40-15,-39-1 0,0-39 0,39 39 0,-39-39 16,39 39-16,-40-39 15,40 39-15,-39 1 0,0-1 0,0 0 16,39 0-16,-39 0 0,-1 0 0,40 1 0,-39-1 16,0-39-16,0 78 0,0-39 15,-1 1-15,1-1 0,39 0 0,-39 0 0,0 0 16,0 1 0,-1-1-16,40 0 0,0 0 0,-39 0 0,39 1 15,0-1 1</inkml:trace>
  <inkml:trace contextRef="#ctx0" brushRef="#br0" timeOffset="31141.31">8075 2704 0,'0'0'0,"0"39"62,0 0-62,0 1 32,0-1-32,0 0 15,-40 0-15,1 0 16,0 1-16,39-1 16,0 0-1,-39-39-15,39 39 0,0 0 0,0 1 0,-39-1 16,39 0-16,0 0 0,-40 0 15,40 1-15,0-1 0,-39 0 16,39 0-16,0 0 0,-39 1 16,39-1-16,0 0 15,-39 0-15,39 0 0,0 1 16,-39-40-16,39 39 0,0 0 16,-40 0-16,40 0 0,0 1 0,-39-40 15,39 39-15,0 0 0,-39 0 0,39 0 16,0 1-1,0-1-15,-39-39 0,39 39 0,0 0 16,-39 0-16,39 1 16,-40-1-16,40 0 15,0 0-15,-39-39 16,39 39-16,0 1 0,-39-40 16,39 39-1,0 0-15,-39-39 16,39 39-16,-39 0 15,39 1 1,-40-40-16,40 39 0,0 0 0,-39-39 0,39 39 16,-39 0-16,0 1 15,39-1-15,-39 0 0,39 0 16,-40-39-16,40 39 16,0 1-16,-39-40 0,39 39 0,-39 0 15,39 0-15,-39 0 0,0 1 16,-1-1-16,40 0 15,-39-39-15,39 39 0,-39 0 0,0 0 16,0-39 0,39 40-16,-40-40 0,40 39 0,-39-39 0,0 39 15,0-39 1,39 39-16,-39-39 0,39 39 0,-40-39 0,40 40 16,-39-40-16,39 39 0,-39-39 0,39 39 0,-39-39 15,0 39-15,-1 0 16,1-39-16,0 40 0,0-40 0,39 39 15,-39-39-15,-1 39 0,1 0 16,0-39-16,39 39 0,-39-39 0,0 40 16,0-40-1,39 39-15,-40-39 0,1 39 0,39 0 16,-39-39-16,39 39 16,-39-39-16,39 40 0,-39-1 15,-1 0-15,40 0 0,-39 0 16,39 1-1,-39-40-15,39 39 0,-39 0 0,39 0 16,-39 0 0,39 1-16,0-1 0,-40 0 0,40 0 15,0 0 1,-39 1-16,39-1 0,0 0 16,0 0-16,-39-39 0,39 39 0,0 1 15,-39-1-15,39 0 16,-39 0-16,39 40 0,-40-40 0,40 0 0,-39 0 15,39 0-15,-39 1 16,39 38-16,-39-39 0,0 0 0,39 1 0,-40-1 16,40 0-16,-39 0 0,0 0 15,39 1-15,-39-1 0,0 0 0,39 0 0,-40 0 16,1 40-16,0-40 16,0 0-16,0 0 0,-1 1 0,1 38 0,0-39 15,0 0-15,0 1 0,-1-1 0,1 0 0,0 0 16,0 39-16,0-38 0,-1-1 15,1 39-15,0-39 0,0 1 0,0 38 0,39-39 16,-40 0-16,1 1 16,39 38-16,-39-39 0,0 0 0,39 1 0,-39-1 15,-1 0-15,1 0 0,0 0 16,0 1-16,-40-1 0,40 0 0,0 0 0,0 0 16,0 1-16,-1-1 0,1 0 0,0 0 0,0 0 15,0 1-15,-1-1 16,-38 0-16,39 0 0,0 0 0,-40 1 0,40-1 15,-39 0-15,38 0 0,-38 0 16,0 1-16,39-1 0,-40-39 0,40 39 0,0-39 16,0 39-16,-1-39 15,80 0 1</inkml:trace>
  <inkml:trace contextRef="#ctx0" brushRef="#br0" timeOffset="33751.18">10034 2704 0,'0'-39'0,"-39"39"79,39 39-64,0 0 1,-39-39-16,39 39 0,-39 1 0,39-1 15,-39-39-15,-1 39 16,1 0-16,39 0 0,-39 1 0,0-1 0,39 0 16,-39 0-16,-1-39 0,40 39 15,-39 1-15,39-1 0,-39 0 0,0-39 0,39 39 16,-39 0-16,39 1 16,-40-1-16,40 0 0,-39 0 0,39 0 15,-39 1-15,39-1 0,0 0 0,-39-39 0,39 39 16,0 0-16,-39 1 0,39-1 15,-40 0-15,40 0 0,-39 0 0,39 1 16,-39-1 0,39 0-16,-39 0 0,39 0 0,-39 1 15,39-1-15,-39 0 16,39 0-16,-40-39 0,40 39 0,0 1 16,-39-40-16,39 39 0,-39 0 0,0 0 15,39 0-15,-39-39 16,39 40-16,-40-1 0,1 0 0,0 0 15,0 0 1,0 1-16,39-1 0,-40 0 16,1 0-1,0 0-15,39 1 0,-39-40 0,39 39 16,-39-39-16,39 39 0,-40-39 16,40 39-16,-39-39 0,0 0 0,39 39 0,-39 1 15,39-1-15,-39-39 0,39 39 16,0 0-1,-40-39-15,40 39 0,-39-39 0,0 40 16,0-1 0,0-39-16,-1 39 15,1-39-15,0 39 16,0-39-16,0 0 0,39 39 16,-40-39-16,1 39 15,0-39 1,39 40-16,-39-40 0,0 39 0,-1-39 15,40 39 1,-39 0-16,0-39 0,39 39 16,-39 1-16,39-1 15,0 0-15,-39-39 0,39 39 16,-40-39 0,40 39-16,0 1 15,-39-40-15,39 39 0,-39 0 16,39 0-1,-39 0-15,39 1 16,0-1 0,-39-39-16,39 39 0,0 0 15,0 0-15,-40 1 16,40-1-16,0 0 16,0 0-16,-39 0 0,39 1 15,0-1 1,-39 0-16,39 0 0,0 0 15,0 1-15,-39-1 0,39 0 16,0 0-16,0 0 0,-39 1 0,39-1 16,0 0-16,0 0 15,-40 0-15,40 1 0,0-1 0,-39 0 0,39 0 16,-39 0-16,39 1 0,-39-1 16,39 0-16,-39 0 0,39 0 0,-40 1 0,1-40 15,39 39-15,-39 0 0,39 0 0,-39 0 0,39 1 16,-39-1-1,-1 0-15,1 0 0,0 0 16,39 1-16,-39-1 16,0 0-16,39 0 0,-40-39 0,40 39 15,-39 1-15,39-1 16,-39 0-16,39 0 0,0 0 0,-39 1 16,0-1-16,39 0 0,-40 0 0,40 0 0,-39 1 15,39-1-15,-39-39 0,39 39 16,-39 0-16,39 0 0,0 0 0,0 1 15,-39-40-15,39 39 16,0 0-16,-40 0 0,40 0 16,-39-39-16,0 40 15,39-1-15,-39 0 0,0 0 0,39 0 16,-39 1-16,39-1 16,-40 0-16,40 0 0,-39 0 0,39 1 15,-39-40-15,39 39 0,-39 0 0,0 0 16,39 0-16,-40 1 15,40-1-15,-39 0 0,39 0 16,-39 0 0,39 1-16,-39-40 0,39 39 0,-39 0 15,-1 0 1,40 0-16,-39-39 0,39 40 0,-39-40 16,39 39-16,-39 0 0,39 0 0,-39-39 15,-1 39-15,40 1 16,-39-40-16,39 39 0,-39 0 0,0 0 15,0 0-15,-1 1 16,1-40-16,39 39 0,-39-39 0,39 39 0,-39-39 16,0 39-16,-1 0 15,1 1-15,39-1 0,-39 0 16,39 0-16,0 0 16,-39 1-16,0-1 0,39 0 0,-40 0 15,40 0-15,-39 1 0,0-40 0,0 39 0,39 0 16,-39 0-16,-1-39 15,40 39-15,-39-39 0,0 40 0,0-1 16,0-39-16,-1 39 16,1-39-16,0 0 0,0 0 15</inkml:trace>
  <inkml:trace contextRef="#ctx0" brushRef="#br0" timeOffset="36030.99">11759 3919 0,'-39'0'0,"0"0"32,0 0-17,-1 0 1,1 0-16,39 39 0,-39-39 16,39 40-16,-39-40 0,39 39 31,-39-39-31,39 39 15,-40-39-15,1 39 16,0-39-16,39 39 0,-39-39 0,0 40 16,-1-40-16,1 39 15,0-39-15,0 39 0,0-39 0,-1 39 0,-38 0 16,39-39-16,0 40 0,-1-1 16,1-39-16,0 39 0,0-39 0,39 39 0,-39 0 15,-1-39-15,1 40 0,0-40 0,39 39 0,-39 0 16,0 0-1,-1-39-15,40 39 0,-39 1 0,39-1 16,-39 0-16,0 0 0,39 0 16,-39 1-16,39-1 0,-40 0 0,40 0 15,-39 0 1,0 1-16,39-1 0,-39 0 16,0 0-16,-1 0 15,1-39-15,39 40 16,0-1-16,-39-39 0,0 39 0,39 0 15,-39-39-15,-1 39 16,1 0-16,39 1 0,-39-40 0,39 39 16,-39 0-16,0-39 0,39 39 15,-40 0-15,1 1 0,39-1 0,-39 0 16,0 0 0,39 0-16,-39 1 0,-1-1 0,40 0 15,-39-39-15,39 39 0,0 0 0,-39-39 0,39 40 16,-39-1-16,39 0 15,-39 0-15,39 0 16,0 1 0,-40-40-16,40 39 0,-39 0 0,39 0 15,-39 0 1,39 1-16,-39-1 0,0 0 16,39 0-16,0 0 0,-39 1 0,-1-1 15,40 0-15,-39 0 16,39 0-16,-39-39 0,39 40 15,-39-40 1,39 39-16,-39-39 0,39 39 16,-40-39-1,40 39-15,-39-39 0,39 39 0,-39-39 0,39 40 16,-39-40-16,0 0 0,39 39 16,-40-39-16,40 39 0,-39-39 0,39 39 0,-39-39 15,39 39-15,-39-39 0,0 0 0,39 40 16,-40-40-16,1 39 15,0 0-15,0 0 16,39 0 0,-39-39-16,39 40 0,-40-1 0,40 0 15,-39-39 1,39 39-16,0 0 0,-39-39 0,39 40 0,0-1 16,-39 0-16,39 0 0,0 0 15,-39-39-15,39 40 16,0-1-16,-40-39 0,40 39 15,-39 0 1,39 0-16,-39 1 0,39-1 16,0 0-16,-39 0 0,39 0 15,-39 1-15,39-1 0,0 0 0,0 0 16,-40 0 0,40 1-16,-39-1 0,39 0 15,0 0-15,-39 0 0,39 0 0,0 1 16,-39-1-16,39 0 0,0 0 15,-39 0-15,39 1 0,0-1 0,-40 0 0,40 0 16,0 0-16,0 1 16,0-1-16,-39 0 0,39 0 0,0 0 15,0 1 1,0-1-16,0 0 0,0 0 16,0 0-16,0 1 0,0-1 15,-39 0 1,39 0-16,0 0 0,0 1 15,-39-40-15,39 39 0,-39 0 16,39 0-16,0 0 0,-40-39 0,40 40 16,0-1-1,-39-39-15,39 39 16,-39-39 0,39 39-16,0 0 0,-39 1 0,39-1 15,-39 0-15,39 0 0,-40-39 0,40 39 16,-39 1-16,39-1 15,-39 0-15,39 0 16,0 0 0,-39-39-16,39 40 0,0-1 15,0 0 1,-39 0-16,39 0 0,-40 1 0,40-1 16,0 0-16,-39 0 0,0 0 0,39 1 15,-39-1-15,39 0 16,-39-39-16,39 39 0,-40 0 0,40 1 15,0-1 1,-39-39-16,39 39 0,-39 0 16,39 0-16,-39 1 15,39-1-15,0 0 0,-39-39 0,39 39 16,0 0-16,-40 1 16,40-1-16,-39 0 0,39 0 15,0 0-15,-39-39 16,39 40-16,0-1 15,-39 0 1,39 0 0,-39-39-16,39 39 0,-40 0 0,1-39 15,39 40-15,-39-40 0,0 39 16,0-39-16,-1 0 0</inkml:trace>
  <inkml:trace contextRef="#ctx0" brushRef="#br0" timeOffset="37650.86">11994 6075 0,'-39'0'0,"78"0"0,-117 0 16,0 39 0,38-39-16,1 0 0,39 39 0,-39-39 0,0 40 15,0 38-15,-1-78 0,40 39 0,-39-39 16,39 39-16,-78 40 15,39-79-15,39 39 32,-40 0-32,1 40 15,0-79-15,0 39 16,0-39-16,-1 39 16,1-39-16,39 39 0,-39-39 15,39 39-15,-39-39 16,39 40-16,-39-1 0,-1-39 0,40 39 0,-39 0 15,0 0-15,-39 40 16,38-40-16,-77 118 31,117-118-31,-39 0 0,-1 0 0,1-39 0,39 40 16,-39-1-16,-79 78 16,118-77-16,-39-40 0,39 39 15,-39-39-15,0 39 0,0 0 0,-1 0 16,1 1-1,0-1-15,-118 78 16,118-77-16,0-1 0,0 0 16,39 0-16,-40-39 0,1 39 0,-39 79 31,39-79-31,-1 40 16,1-40-16,39 0 0,0 0 0,-39-39 15,39 39-15,-39 1 16,0-40-16,39 39 15,-40-39-15,1 117 16,0-78-16,0 1 16,0 77-1,39-78-15,-40 40 32,40-40-32,-39 0 15,0 0 1,39 1-16,0-1 15,-39-39-15,39 39 0,-39 0 16,0 0 0,-1 1-16,40-1 15,-39-39 1,39 39-16,-39-39 0,39 39 16,0 0-16,-39-39 0,39 40 0,-39-40 15,39 39-15,-40-39 16,40 39-16,-39-39 0,39 39 0,-39-39 0,39 39 15,-39 1-15,0-1 16,39 0-16,-40-39 0,40 39 16,0 0-1,0 1-15,0-1 16,-39 0 0,0-39-16,0 39 15,0 0-15,-1 1 0,1-1 16,39 0-16,-39 0 15,0 0-15,39 1 16,0-1 0,-39-39-16,39 39 0,0 0 15,-40-39 1,40 39-16,0 1 0,-39-1 16,39 0-16,0 0 0,-39 0 15,39 1 1,-39-1-16,39 0 0,-39 0 15,-1 0-15,40 1 16,0-1-16,-39 0 0,39 0 0,-39-39 0,39 39 16,0 1-16,-39-1 15,39 0-15,-39 0 0,39 0 0,0 1 0,-40-1 16,40 0-16</inkml:trace>
  <inkml:trace contextRef="#ctx0" brushRef="#br0" timeOffset="38570.8">11877 8623 0,'0'0'16,"-39"-39"-16,-1 0 15,40 78 17,-39 0-17,0 0 1,39 0-1,-39 0-15,0 1 16,-1-1 0,40 0-16,-39-39 0,39 39 0,-39-39 0,0 39 15,39 1-15,-39-1 16,-1 0-16,1 0 0,0 0 0,0 1 0,0-1 16,-1 0-16,1-39 0,0 39 0,0 0 0,39 1 15,-39-1-15,-1 0 0,1 0 16,0 0-16,39 1 15,-39-40-15,39 39 16,0 0-16,-39-39 0,39 39 0,-40 0 16,40 1-1,-39-1-15,0 0 0,39 0 0,-39 0 16,0 1 0,-1-1-16,1 0 0,0 0 0,0 0 15,39 1-15,-39-1 0,-1 0 0,40 0 16,-39 0-16,39 1 0,-39-1 15,39 0-15,-39 0 0,0 0 16,39 1-16,-40-40 16,40 39-16,0 0 0,-39 0 0,39 0 0,0 1 15,-39-1-15,39 0 0,-39 39 16,39-38-16,-39-1 0,39 0 0,-40 0 16,40 0-16,-39 1 0,39-1 0,-39 0 0,39 0 15,-39 0-15,0 40 16,-1-40-16,1 0 0,0 40 0,0-40 0</inkml:trace>
  <inkml:trace contextRef="#ctx0" brushRef="#br0" timeOffset="40155.89">2861 14267 0,'0'0'0,"-39"0"16,0 0-16,0 0 16,0 0-16,39-39 15,39 39 16,39 0-15,0-39 0,-38 39-16,38 0 0,-39-39 0,40 39 0,-1-39 15,0 39-15,40-40 0,-40 40 16,1-39-16,-1 0 0,40 39 0,-40-39 0,-39 39 16</inkml:trace>
  <inkml:trace contextRef="#ctx0" brushRef="#br0" timeOffset="40385.87">3096 14934 0,'-39'0'15,"-39"39"-15,195-78 0,-195 39 16,274-39-1,118-118 17,-158 118-32,-116 39 0,77-40 15,-78 40-15,1-39 0</inkml:trace>
  <inkml:trace contextRef="#ctx0" brushRef="#br0" timeOffset="41025.84">6036 13052 0,'0'0'0,"-39"0"0,-39-39 31,-1 39-31,40 0 0,0 39 16,-39 79 0,-1 78 15,1 39-15,78-157-16,0-38 0,0 116 31,0-116-31,0 77 15,0-78-15,0 1 16,0-1-16,0 0 0,-39 0 0,-1 0 16,1 1-16,-118 38 15,79-39 1,39-39-16,-40 0 16,40-39-16,0 0 15,39-40 1,39 40-1,0 39 17,1 39-32,-1 79 31,-39-40-31,78 158 16,-39-197-16,-39 39 0,40-39 0,-40 40 0,39-1 15,39 118 1,79 78-1,39-117 1,-118-118 0,-38-39-16,77 0 15,-78 0-15,0 0 16,1-39-16</inkml:trace>
  <inkml:trace contextRef="#ctx0" brushRef="#br0" timeOffset="41345.82">6467 13993 0,'0'0'0,"0"-39"0,-78 0 16,39 39-1,78 0 17,-39 39-17,39 39-15,-39-39 0,0 1 0,0-1 16,39 39-16,-39 1 16,40-40-16,-1 39 0,-39-39 0,39 40 0,-39-40 15,0 39-15,39-38 0,-39-1 0,39 0 0,-39 39 16,0-38-16,40-1 0,-40 0 15,39 0-15,-39 0 0,0 0 0</inkml:trace>
  <inkml:trace contextRef="#ctx0" brushRef="#br0" timeOffset="41635.8">7879 14738 0,'39'0'15,"-78"0"-15,117 0 0,-78 39 32,0 0-17,0 0-15,0 1 0,0-1 16,0 0-16,0 0 15,0 0-15,0 0 0,0 40 0,0-40 0,0 0 16,0 0-16,0 1 0,-39-1 16,39 0-16,-39 0 0,39 0 0,-40 1 0,40-1 15</inkml:trace>
  <inkml:trace contextRef="#ctx0" brushRef="#br0" timeOffset="42106.03">8859 13719 0,'0'-40'15,"0"80"-15,0-158 16,39 79-16,0 0 0,0 39 15,0-40-15,275-38 32,-236 117-32,-39-39 0,40 157 31,-40-118-31,-39 0 0,39 1 0,-39-1 0,0 0 16,0 0-16,39 40 0,-39-40 0,0 0 15,-78 79 1,-157 38-1,156-116 1,40-1-16,-78 0 16,78-39-16,78 0 31,39-39-15,-39 39-16,0 0 0,1 0 0,-1-39 0,0 39 15,0-40-15,0 40 0,40 0 0,-40 0 0,-39-39 16,39 39-16,0 0 15,1 0-15,-1 0 0,0 0 0,0 0 0,0 0 16,1 0-16,-1 0 0,0 0 16</inkml:trace>
  <inkml:trace contextRef="#ctx0" brushRef="#br0" timeOffset="42376.09">10466 14228 0,'39'0'0,"-78"0"0,117 0 16,-78 39-1,-39-39 1,0 40 0,39-1-16,-40 78 15,40-77-15,0-1 0,-39 0 16,39 39-16,0-38 15,-39 77-15,-39 79 32</inkml:trace>
  <inkml:trace contextRef="#ctx0" brushRef="#br0" timeOffset="43236.06">11093 13013 0,'-39'0'0,"39"-39"15,39 0 17,39-1-32,-39 1 15,1 39-15,38 0 16,-39-39-16,0 39 0,1 0 0,-1 0 0,0 0 16,0 0-16,0 0 0,-39 39 0,40-39 0,-1 79 15,-39-40-15,39 0 16,-39 0-16,0 0 0,0 1 0,39-1 0,-39 0 15,0 0-15,0 0 0,0 1 16,0-1-16,0 0 0,-39 0 0,39 0 16,-78 1-16,78-1 0,-40 0 15,1 0-15,0 0 0,0 1 0,0-1 0,-1-39 16,1 39-16,0-39 0,0 0 16,39 39-16,-39-39 0,78 0 31,39 0-16,-78-39-15,39 39 0,40 0 0,-40-39 0,0 39 16,0 0-16,1 0 0,-1 0 16,39-39-16,-39 39 0,1 0 0,-1 0 0,39 0 15,-39-40-15,1 40 16,-1 0-16,0 0 0,0 0 0,0 0 0,1 0 16,-1 0-16,0 0 0,0 0 15,-117 0 32,78 40-47</inkml:trace>
  <inkml:trace contextRef="#ctx0" brushRef="#br0" timeOffset="43555.95">13170 13719 0,'0'39'62,"0"0"-46,0 0-16,0 0 0,0 1 0,0-1 16,0 0-1,0 0-15,0 0 0,0 1 0,-78-1 0,78 0 16,-39 0-16,39 0 16,-40-39-16,1 40 0,0-1 0,0-39 0,0 39 0,-1-39 15,1 39-15,0-39 0</inkml:trace>
  <inkml:trace contextRef="#ctx0" brushRef="#br0" timeOffset="44405.9">14777 12386 0,'0'-39'0,"-78"39"31,39 0-15,39 39-16,-39 0 0,39 0 15,-40 0-15,1 1 0,0-1 16,39 0-16,-39 0 0,0 0 0,-1 1 0,1-1 15,0 0 1,0 0-16,0-39 0,39 39 0,-40-39 0,40 40 16,-39-1-1,78-39 32,1 0-47,-1 0 0,0 0 16,0 0-16,0 0 0,1 0 15,38 0-15,-39 0 0,0 0 0,40 0 0,-40 0 16,39 0-16,1 0 16,-40 0-16,39 0 0,-38 0 0,38 0 0,-39 0 15,0 0-15,1 0 0,-1 0 16,0 0-16</inkml:trace>
  <inkml:trace contextRef="#ctx0" brushRef="#br0" timeOffset="44695.91">14699 12386 0,'-39'0'15,"78"0"-15,-78-39 16,39 78-1,0 39 1,0-39-16,0 1 0,0-1 16,0 0-16,0 0 0,0 40 0,0-40 0,0 39 15,0-39-15,0 1 16,0 38-16,0-39 0,0 0 0,39 1 0,-39-1 16,39 0-16,0 0 0,1 0 0,-1 1 0,0-40 15,-39 39-15,39 0 0,0-39 16,-39 39-16,40-39 0</inkml:trace>
  <inkml:trace contextRef="#ctx0" brushRef="#br0" timeOffset="45005.87">16032 13405 0,'0'-39'16,"0"78"-16,39-78 0,-39 78 31,39 0-15,-39 0-16,39 1 0,0-1 15,-39 0 1,0 0-16,40 0 0,-40 1 15,0-1-15,0 0 16,-40 0-16,1 0 0,-39 1 16,39-40-1,-1 0-15,1 0 0,0 0 0</inkml:trace>
  <inkml:trace contextRef="#ctx0" brushRef="#br0" timeOffset="45600.18">17600 12190 0,'0'-39'16,"0"-1"15,-40 40-31,40 40 31,0 38-31,0-39 16,0 40-16,0-40 16,0 39-16,0-39 0,0 40 0,0-40 0,0 39 15,0 1-15,40-1 0,-40-39 0,39 40 0,-39-40 16,0 39-16,0-38 0,39-1 15,-39 0-15,39 0 0,-39 0 16,0 1-16,0-1 0</inkml:trace>
  <inkml:trace contextRef="#ctx0" brushRef="#br0" timeOffset="45870.13">18423 13366 0,'39'0'31,"-78"0"-31,117 39 0,-78 0 16,0 79-1,0-40 1,0-39-16,-78 79 15,78-79-15,-39-39 0,-1 39 16,1 1-16,0-40 0,-118 39 16</inkml:trace>
  <inkml:trace contextRef="#ctx0" brushRef="#br0" timeOffset="46420.1">18971 12347 0,'0'-40'15,"0"80"-15,0-119 0,0 40 16,40 39-16,38-39 0,79 0 31,-118 39-31,0 0 0,0 0 0,1 0 0,-1 39 16,78 39-1,-77-39-15,-40 1 0,39-40 0,-39 156 32,0-116-32,-118 77 15,118-78-15,-39 1 0,0-1 16,0-39-16,-1 39 0,40 0 0,-39-39 16,0 39-16,0-39 0,78 0 31,39 0 0,-38 0-31,-1 0 0,0 0 0,0 0 16,0 0-16,1 0 15,-1 0-15,0 0 0,39 40 0,-38-40 0,-1 0 0,39 39 16,-39-39-16,1 0 0,38 0 0,-39 39 0,0-39 16,1 0-16,-1 0 15</inkml:trace>
  <inkml:trace contextRef="#ctx0" brushRef="#br0" timeOffset="46730.15">20931 13091 0,'0'0'16,"40"0"-16,-40 40 0,39-40 15,-39 39 1,0 0-16,0 39 31,-39-38-31,-1-1 0,1 0 0,0-39 16,-79 78-1,79-38-15,0-1 0,0-39 0</inkml:trace>
  <inkml:trace contextRef="#ctx0" brushRef="#br0" timeOffset="47370.05">22774 11680 0,'-40'0'0,"1"40"0,0-40 0,0 0 16,0 0-16,-1 78 0,1-78 0,0 39 0,-39 0 16,38 0-16,1 1 0,39-1 15,-39 0-15,39 0 0,0 0 0,-39 1 0,39-1 16,0 0-16,0 0 15,78 0-15,-78 1 0,39-1 0,1 0 0,-1-39 16,0 39-16,0-39 0,40 0 16,-40 0-16,39 0 0,-39 0 0,40 0 0,-40 0 15,0-39-15,40 39 0,-40-39 0,0 0 0,0-1 16,0 1-16,-39 0 16,0-39-16,40 38 0,-40-38 0,0 39 0,0-40 15,-40 40-15,40 0 0,-78-39 16,0 39-16,38-1 0,1 1 0,-39 39 0,39-39 15,-40 39-15,40-39 16,0 39-16,0 0 0,-1 0 0,1 0 16,39 39-1</inkml:trace>
  <inkml:trace contextRef="#ctx0" brushRef="#br0" timeOffset="47850.05">23479 11524 0,'0'-40'0,"0"80"0,39-119 15,1 40-15,38 39 16,-39 0-1,40 118 1,-158 117 15,40-157-31,0 0 0,-40 118 16,79-156-16,0-1 0,0 0 16,0 0-16,40 40 15,116-40 16,-38-39-15,-40 0 0,-38 39 15,-158 275-15,0-1-1,-156 40 1,156-275-1,40 1-15,-196-1 16</inkml:trace>
</inkml:ink>
</file>

<file path=ppt/ink/ink2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2T07:26:25.662"/>
    </inkml:context>
    <inkml:brush xml:id="br0">
      <inkml:brushProperty name="width" value="0.05292" units="cm"/>
      <inkml:brushProperty name="height" value="0.05292" units="cm"/>
      <inkml:brushProperty name="color" value="#FF0000"/>
    </inkml:brush>
  </inkml:definitions>
  <inkml:trace contextRef="#ctx0" brushRef="#br0">13763 1523 0,'0'-40'234,"-40"40"-187,0 0-31,0 0 0,0 0-16,0 0 15,0 0-15,40-40 16,-41 40-1,1 0 17,0 0-17,0 0 1,0 40 0,0-40-16,0 40 15,0-40 1,-1 0-16,41 41 15,-40-41-15,0 0 16,40 40 31,-40-40-16,40 40-31,-40-40 0,0 0 16,40 40-16,-40-40 0,40 40 15,-40-40-15,40 40 16,0 0 31,-41-40-31,41 40-16,-40 0 31,40 0-16,-40-40 1,40 41 0,0-1 31,0 0-32,0 0 16,0 0-31,0 0 16,0 0 15,0 0 1,40-40-32,-40 40 15,0 1 1,0-1-16,40-40 15,-40 40-15,41-40 0,-41 40 16,0 0 0,40-40-1,0 0 1,0 0 15,0 0-31,0 0 16,0 0-16,0 0 15,1 0-15,-1 0 0,0 0 16,0 0-16,0 0 31,0 0-15,0 0 0,0 0-16</inkml:trace>
  <inkml:trace contextRef="#ctx0" brushRef="#br0" timeOffset="1370">14325 2005 0,'0'-40'31,"40"40"47,0 0-62,0 0 0,1 0-16,-1 0 0,0 0 15,0 0 1,0 0 31,0 0-47,0 0 15,-40 40 1,0 0-16,0 0 16,0 0-1,0 0-15,41 0 16,-41 0-1,0 0 1,0 1 15,-41-41-31,1 0 32,0 0-32,0 0 0,40 40 15,-40-40-15,0 0 16,0 0-16,-1 0 15,1 0 17,0 0-1,40-40-31,-40-1 16,0 41-1,40-40-15,-40 0 0,0 40 16,40-40-16,-40 40 15,40-40-15,0 0 47,40 40-15,-40-40-32,40 40 15,-40-40 1,40 40-16,0 0 15,-40-40-15,40 40 0,0 0 16,0 0 0</inkml:trace>
  <inkml:trace contextRef="#ctx0" brushRef="#br0" timeOffset="2439.85">15208 1965 0,'40'0'109,"0"0"-93,0 0 0,-40 40-16,40-40 15,1 0-15,-1 0 16,-40 40-16,40-40 0,-40 40 15,40-40-15,0 40 0,0 0 16,-40 0 0,40-40-16,-40 40 0,0 0 31,0 1-31,-40-1 16,0-40-1,40 40-15,-40-40 31,40 40-15,0-80 15,0 0-31,0 0 16,0-1 0,0 1-16,0 0 0,0 0 15,0 0 1,40 0-1,0 40-15,-40-40 16,40 40 0,0 0-16,-40-40 0,41 40 15,-1 0-15,-40-40 16,40 40-16,0 0 0,0 0 31,-40-41-31,40 41 16,0 0 15</inkml:trace>
  <inkml:trace contextRef="#ctx0" brushRef="#br0" timeOffset="3359.8">16171 2045 0,'40'0'31,"0"0"16,0 0-15,0 40-32,1 0 15,-1-40 1,-40 40-16,40-40 0,-40 40 0,40-40 15,-40 40-15,40 0 0,-40 1 16,0-1 0,0 0-16,0 0 31,-40-40-31,40 40 16,-40-40-1,0 0 1,40-40-1,0 0 1,0 0 0,-40 40-16,40-40 15,0-1-15,0 1 0,40 40 16,-40-40 0,40 40-16,0-40 0,0 0 15,0 40-15,0 0 16,-40-40-16,40 40 0,1-40 15,-1 40 17</inkml:trace>
  <inkml:trace contextRef="#ctx0" brushRef="#br0" timeOffset="3949.77">16893 2205 0,'40'0'31,"0"0"-15,-40 40-16,41-40 0,-1 0 31,0 0-15,0 0-1,0 0-15,-40-40 31,40 40-31,-40-40 16,0 0 0,-40 40-1,0-40-15,0 40 16,0 0 0,0 0-16,-1 0 15,41 40 1,-40 0-16,0 0 0,40 0 15,-40 0-15,0 1 0,40-1 16,0 0 0,0 0-16,0 0 15,40-40 17,0 0-17,0 0-15,0 0 0,1 0 0,-1 0 16,0 0-16,0 0 0,0 0 0,0 0 15,0 0-15,0 0 16,1 0-16,-1 0 16</inkml:trace>
  <inkml:trace contextRef="#ctx0" brushRef="#br0" timeOffset="4399.74">17856 1564 0,'-40'0'0,"40"-41"16,0 82 31,0-1-47,-40 0 15,40 0 1,0 0-16,0 0 0,0 0 15,0 0-15,0 0 0,0 0 16,0 1-16,0-1 16,-40 0-16,40 0 0,0 0 0,0 0 0,0 0 15,0 0-15,0 0 16,0 1-16,0-1 0,-40 0 16,40 0-16,0 0 15</inkml:trace>
  <inkml:trace contextRef="#ctx0" brushRef="#br0" timeOffset="5189.69">18619 2165 0,'-40'0'16,"-1"0"0,1 0 15,40-40-16,-80 40 1,80 40-16,-80 40 16,40-40-16,0 1 15,40-1 1,-41 0-16,41 0 0,0 0 0,-40 0 31,80 0-15,1-40-1,79-40 1,-80 0-16,40-40 16,-40 40-16,1 0 15,-41-1-15,0 1 32,0 80 14,0 1-46,0-1 32,0 0-32,0 0 0,0 0 15,0 0 1,0 0-16,40-40 0,-40 40 0,40-40 16,0 40-16,0 0 15,0-40-15,0 41 0,0-41 16,1 0-16,-1 0 15,0 0 1,-40-41-16,40 41 0,-40-40 0</inkml:trace>
  <inkml:trace contextRef="#ctx0" brushRef="#br0" timeOffset="5619.65">19501 1804 0,'0'-40'16,"0"80"-16,0-120 0,0 120 62,0 0-46,-40 0-1,40 0-15,-40 0 0,40 1 0,0-1 16,-40 0-16,40 0 16,0 0-16,0 0 0,0 0 0,-40 0 0,40 0 15,0 1-15,0-1 16,0 0-16,-40 0 0,40 0 0,0 0 0,0 0 15,0 0-15,40 0 0,-40 0 0,40 1 16,0-41 0,0 0-16,0 0 0,1 0 15,-41-41-15,40 41 16,0-40-16,0 40 0,-40-80 0,40 40 0,0 40 16,-40-40-16,40 40 0</inkml:trace>
  <inkml:trace contextRef="#ctx0" brushRef="#br0" timeOffset="5909.71">19341 2165 0,'0'0'15,"40"0"17,0 0-32,40 0 31,41 0-15,39 0-1,-39 0 1</inkml:trace>
  <inkml:trace contextRef="#ctx0" brushRef="#br0" timeOffset="6399.61">20585 1965 0,'0'40'46,"-40"-40"-46,40 40 0,0 0 16,0 0 0,-40-40-16,40 40 0,0 0 0,0 0 15,0 0-15,0 1 16,0-1-16,0 0 0,0 0 16,0 0-1,0 0-15</inkml:trace>
  <inkml:trace contextRef="#ctx0" brushRef="#br0" timeOffset="6629.66">20625 1724 0,'0'0'16,"0"-40"-16,-40 40 16,40-40-1,0 80 1</inkml:trace>
  <inkml:trace contextRef="#ctx0" brushRef="#br0" timeOffset="7159.66">21187 2165 0,'40'0'16,"-40"-40"0,0 0 15,-40 40 0,0 40-31,40 0 16,-41-40-16,41 40 0,-40-40 15,0 40-15,0 0 16,0 1-16,40-1 0,-40 0 16,40 0-1,0 0-15,0 0 16,40-40-16,0 0 16,-40 40-16,40-40 0,0 0 15,0 0 1,1 0-16,-1 0 0,0-40 15,0 40-15,-40-40 0,40 40 16,-40-40-16,0 0 16,0 0-16,0 0 15,0-1 1,0 1-16,0 0 31,-40 40-15,0 0-16</inkml:trace>
  <inkml:trace contextRef="#ctx0" brushRef="#br0" timeOffset="7839.61">21548 2085 0,'0'0'0,"0"-40"0,40 40 31,0 0-31,0 0 0,0 0 16,0 0-1,-40 40-15,41-40 16,-41 40-16,0 0 15,40 0-15,-40 0 16,0 0-16,0 1 16,0-1-1,0 0-15,0 0 0,0 0 16,0 0-16,0 0 16,-40-40-16,40 40 31,40-40-31,-40-80 15,40 80-15,-40-40 0,40 40 0,0-40 0,0 0 16,0 0-16,1 0 0,-1-1 16,0 41-16,0-40 0,0 40 0,0-40 0,0 40 15,0 0-15,1-40 16,-1 40-16,0 0 0,0 0 0,0 0 16,0 0-16,0 40 15,-40 0 1,0 0-16,0 1 15,0-1 1,0 0-16,40-40 0,-40 40 16,41-40-1,-41 40-15,40-40 0,0 0 0,-40 40 16,40-40-16,0 0 16,0 0-16,0 0 15,-40-40-15,40 40 16,-40-40-16,41 40 0,-41-40 0,40 0 15,-40 0 17,0-1-17</inkml:trace>
  <inkml:trace contextRef="#ctx0" brushRef="#br0" timeOffset="12279.34">13202 3047 0,'-41'0'16,"82"0"140,-1 0-140,0 0-1,-40 41-15,40-41 0,0 0 16,0 0 0,0 0-16,0 0 15,1 0-15,-1 0 16,0 0-16,0 0 0,0 40 15,0-40-15,0 0 0,0 40 0,1-40 0,-1 0 16,0 40 0,0-40-16,0 0 0,0 0 0,-40 40 15,40-40-15,0 0 16,1 0-16,-1 0 16,0 0-16,0 0 15,0 0-15,0 0 0,0 0 0,41 0 0,-41 0 16,40 0-16,-40 0 0,40 0 0,1 0 0,-1 0 15,0 0-15,0 0 0,1 0 16,-1 0-16,-40 40 0,0-40 0,0 0 0,0 0 16,1 0-16,-41 40 15,40-40-15,0 0 0,0 0 32,0 0-17,0 0 1,0 0-16,0 0 0,1 0 15,-1 0-15,0 0 0,0 40 0,40-40 16,-40 0-16,0 0 0,1 0 16,-1 0-16,0 0 0,0 0 0,0 0 0,0 0 15,0 0-15,0 0 16,1 0-16,-1 0 31,0 0-15,0 0-16,0 0 15,0 0-15,40 0 16,-39 0-16,39 0 0,0 0 0,0 0 0,-40 40 16,41-40-16,-1 0 0,0 0 15,-40 0-15,41 0 0,-41 0 0,40 0 0,-40 0 16,0 0-16,0 0 16,0 0-16,1 0 0,-1 0 15,0 0 1,0 0-1,0 0 1,0 0 0,0 0-16,0 0 0,1 0 15,-1 40-15,0-40 16,0 0-16,0 0 0,0 0 0,0 0 16,1 0-1,-1 0-15,0 0 0,0 0 16,0-40-16,0 40 0,0 0 0,0 0 15,1 0-15,-1 0 0,0 0 16,40 0-16,-40 0 0,40 0 0,-39 0 0,-1 0 16,0 0-16,0 0 15,0 0-15,0 0 0,0 0 0,0 0 16,1 0-16,-1 0 16,0 0-16,0 0 0,0 0 31,0 0-31,0 0 15,0 0-15,1 0 0,-1 0 0,0 0 16,40 0-16,-40 0 0,0 0 16,0 0-16,41 0 0,-41 0 0,0 0 0,0 0 15,0 0-15,0 0 16,0 0-16,1 40 0,-1-40 16,0 0-1,0 0 1,-40-40-16,40 40 15,0 0-15,0 0 16,0 0-16,1 0 0,-1 0 0,0 0 0,40 0 16,-40 0-16,40 0 0,-39 0 15,-1 0-15,40 0 0,-40 0 0,0 0 0,0 0 16,0 0 0,1 0-16,-1 0 15,0 0 1,0 0-16,0 0 15,0 0-15,0 0 0,0 0 16,1 0 0,-1 0-16,0 0 0,0 0 15,0 0 1,0 0 0,0 0-1,0 0-15,1 0 16,-1 0-16,0 0 0,0 0 15,0 0-15,0 0 0,0 0 16,1 0-16,-1 0 0,0 0 0,0 0 16,0 0-1,0 0 1,0 0 0,0 0 15,1 0-31,-1 0 15,0 0-15,0 0 16,0 0 0,0 0-1,0 0 1,0 0-16,1 0 16,-1 0-1,0 0 1,-80 0 109,0 0-125</inkml:trace>
  <inkml:trace contextRef="#ctx0" brushRef="#br0" timeOffset="15239.16">9670 3769 0,'41'0'594,"-1"0"-579,0 0-15,0 0 0,0 0 0,0 0 0,0 0 16,41 0-16,-41 0 0,0 0 0,0 0 0,0 0 15,0 0 1,0 0-16,0 0 16</inkml:trace>
  <inkml:trace contextRef="#ctx0" brushRef="#br0" timeOffset="17939">9831 3809 0,'0'-40'391</inkml:trace>
  <inkml:trace contextRef="#ctx0" brushRef="#br0" timeOffset="18518.87">10032 3809 0,'0'41'172,"0"-1"-157,0 0 1,-41-40-16,41 40 0,0 0 0,0 0 16,0 0-16,0 0 15,0 0-15,0 0 0,0 1 0,0-1 0,-40 0 16,40 0-16,0 0 16,0 0-16,-40 0 0,40 0 0,-40 0 15</inkml:trace>
  <inkml:trace contextRef="#ctx0" brushRef="#br0" timeOffset="19288.92">10393 4251 0,'0'-41'15,"40"41"32,0 0 0,0 0-31,0 0-16,0 0 0,0 0 15,1 0-15,-41 41 16,40-41-16,-40 40 15,40-40-15,-40 40 0,0 0 16,0 0 0,0 0-1,-40-40 1,40 40-16,0 0 0,-40-40 16,40 40-1,-41-40-15,1 0 0,0 0 0,0 0 16,0 0-16,0 0 0,40-40 15,-40 40 1,40-40-16,0 0 0,0 0 0,0 0 16,0 0-1,0 0-15,40 40 0,-40-40 0,40 40 16,0-41 0,0 41-16,0 0 0,0 0 15,-40 41 16</inkml:trace>
  <inkml:trace contextRef="#ctx0" brushRef="#br0" timeOffset="20178.86">11877 4411 0,'0'-40'0,"41"40"47,-41-40-47,40 40 0,0 0 16,0 0-1,0 0-15,0 0 16,0 0-16,-40 40 15,40-40-15,-40 40 16,41 0-16,-41 0 0,0 0 16,0 0-1,0 1-15,0-1 16,-41-40-16,41 40 16,-40-40-16,0 40 0,0-40 0,0 0 15,0 0-15,0 0 0,0 40 0,-1-40 16,1 0-1,40-40-15,-40 40 0,40-40 16,0 0-16,0 0 16,-40 40-16,40-41 0,0 1 15,0 0 1,40 40-16,-40-40 0,40 40 16,-40-40-1,40 40-15,1 0 0,-41-40 0,40 40 16,0 0-16,-40-40 0</inkml:trace>
  <inkml:trace contextRef="#ctx0" brushRef="#br0" timeOffset="20958.76">12680 4170 0,'-40'0'16,"40"-40"-16,0 80 94,0 0-79,0 1-15,0-1 16,0 0-16,0 0 16,0 0-16,0 0 0,-40 0 0,40 0 15,-40 0-15,40 1 0,-41-1 16,41 0-16,0 0 0,-40-40 0,40 40 0,0 0 16,0 0-1,0 0 1,0-120-1,40 80-15,-40-40 16,41 40-16,-41-40 0,0 0 0,40 40 0,-40-40 16,40 0-16,0-1 15,-40 1-15,40 40 0,-40-40 16,40 40 15,0 0-15,-40 80-1,40-80-15,1 41 16,-41-1 0,40-40-16,-40 40 0,0 0 15,0 0 1,0 0-16,-40-40 0,-1 0 31,41 40-31,-40-40 0,40 40 16,-40-40-16,0 0 0,40 40 0,-40-40 0,0 0 15,0 0-15,0 40 16,-1-40-16,1 0 0,0-40 16,0 40-1</inkml:trace>
  <inkml:trace contextRef="#ctx0" brushRef="#br0" timeOffset="21618.69">13683 4451 0,'0'-40'0,"-40"40"47,0 40-32,0-40 1,40 40-16,-40-40 0,40 40 0,-41-40 15,41 40-15,-40 1 16,40-1-16,0 0 0,0 0 16,0 0-1,40-40-15,1 0 16,-1 40 0,0-40-1,-40 40-15,40-40 0,-40 40 16,0 0-1,0 0-15,-40 1 16,0-41 0,40 40-16,-40-40 0,-1 0 15,1 0-15,0 0 16,0 0-16,0-40 0,0-1 16</inkml:trace>
  <inkml:trace contextRef="#ctx0" brushRef="#br0" timeOffset="22078.73">13924 4772 0,'0'0'0,"40"0"31,40 0-16,-40 0-15,0 0 0,1 40 16,-1-40 0,0 0-16,0 0 31,-40-40-15,0-40-1,0 40 1,-40 40-1,40-40 1,-40 40-16,0 0 0,-1 0 16,1 0-1,40 40 1,0 0 0,-40 0-16,40 0 0,0 0 15,0 0-15,0 0 0,0 0 0,0 0 16,0 1-16,0-1 15,0 0-15,0 0 0,0 0 16,40-40-16</inkml:trace>
  <inkml:trace contextRef="#ctx0" brushRef="#br0" timeOffset="22768.6">14325 4612 0,'0'0'16,"40"0"-1,0 0 17,0 0-17,-40 40-15,41-40 0,-1 40 0,0-40 16,-40 40-16,40-40 15,0 40-15,-40 0 0,40-40 0,-40 40 16,40-40-16,-40 40 0,0 0 16,0 0-16,0 1 15,0-1-15,-40-40 0,40 40 16,0 0-16,-40-40 0,40 40 0,-40-40 16,40-40 15,0 0-31,0-40 15,40 39 1,-40 1-16,40 0 0,0 0 0,-40 0 16,81 40-1,-81-40-15,40 40 0,0-40 16,0 40-16,0 0 16,0-40-16,0 40 15</inkml:trace>
  <inkml:trace contextRef="#ctx0" brushRef="#br0" timeOffset="23398.85">15248 4692 0,'0'40'47,"0"0"-47,0 0 15,40-40 1,-40 40-16,40 0 0,-40 0 0,0 0 16,40-40-16,-40 41 0,0-1 15,0 0-15,0 0 0,0 0 16,41-80 31,-1 0-47,0 40 15,0-40-15,0 0 0,0-1 0,-40 1 16,40 40-16,0-40 0,1 0 16,-41 0-16,40 40 0,0-40 0,0 0 15,0 40 1,-40-40-16,0 80 47</inkml:trace>
  <inkml:trace contextRef="#ctx0" brushRef="#br0" timeOffset="23838.87">16010 5093 0,'41'0'31,"-1"0"-31,40-40 16,-40 40-16,0-40 16,0 40-16,-40-41 62,0 1-62,-40 40 31,0 0 1,0 0-32,40 40 15,-40-40-15,40 41 16,0-1 0,-40-40-16,40 40 0,0 0 15,0 0-15,0 0 16,40 0-16,-40 0 15,40-40-15,-40 40 0,40-40 0,0 41 16,0-41 0,0 0-16,1 40 0</inkml:trace>
  <inkml:trace contextRef="#ctx0" brushRef="#br0" timeOffset="24538.82">17776 4291 0,'-40'0'15,"0"0"16,40 40-15,-40-40 0,-81 80-1,121-40-15,-40 40 16,0-40-16,40 1 0,0-1 31,40 0-31,80 80 16,1-40 15,-81 0-15,-40 1-1,-201-41 17,41-40-17,120-40-15,0 0 0,40-41 31,0 41-31</inkml:trace>
  <inkml:trace contextRef="#ctx0" brushRef="#br0" timeOffset="24858.8">18338 4732 0,'0'0'16,"0"40"15,0 0-31,40 0 16,-40 0-16,0 0 15,0 0-15,0 1 0,0-1 0,0 0 16,0 0 0,0 0-16,0 0 0,0 0 15</inkml:trace>
  <inkml:trace contextRef="#ctx0" brushRef="#br0" timeOffset="25078.78">18498 4531 0,'0'-40'0,"0"0"15,0 80 48</inkml:trace>
  <inkml:trace contextRef="#ctx0" brushRef="#br0" timeOffset="25968.66">18739 4732 0,'0'0'15,"0"-40"-15,40 40 16,0 0 15,-40 40-31,81-40 16,-41 0-16,-40 40 15,40 40 1,-40 40 0,0-79-16,0 39 15,0-40-15,-40 0 0,40 0 16,0-80 31,0 0-32,0 0-15,40 0 16,-40 0-16,40 40 0,-40-41 0,40 1 16,0 40-16,0 0 15,-40-40-15,40 40 0,1 0 16,-41 40-16,40-40 0,-40 40 0,0 1 15,0-1 1,0 0-16,40-40 0,-40 40 0,0 0 0,0 0 16,0 0-1,0 0 1,0-80 15,0 0-31,40 40 16,-40-40-16,40 0 0,0 0 15,0 0-15,0 40 0,-40-40 16,41 40-16,-1-41 0,0 41 16,0 0-16,0 0 31,-40 41 0,0-1-15,0 0-16,0 0 0,0 0 0,0 0 15,-40 0 1,40 0-16,0 0 0,0 1 0,0-1 16,40 0-1</inkml:trace>
  <inkml:trace contextRef="#ctx0" brushRef="#br0" timeOffset="26208.72">20103 5133 0,'0'-80'16,"0"160"-16,40-241 15,-40 202 1,0 39 0,0-40-1,0 0-15,0 0 0,0 0 0,0 0 16,0 0-16,-40 1 0,40-1 15,0 0 1,-40-40-16,40 40 16</inkml:trace>
  <inkml:trace contextRef="#ctx0" brushRef="#br0" timeOffset="26428.7">20184 4571 0,'0'0'16,"0"-80"-1,0 120 16</inkml:trace>
  <inkml:trace contextRef="#ctx0" brushRef="#br0" timeOffset="26848.62">20745 4612 0,'0'0'0,"40"0"16,-40-41-16,0 1 15,0 80 32,0 1-47,0-1 0,0 0 16,0 0-16,0 0 15,0 0-15,-40 0 0,40 0 16,0 0-16,-40 0 0,40 1 16,-40-1-16,40 0 0,0 0 0,0 0 0,-40 0 15,40 0-15,0 0 16</inkml:trace>
  <inkml:trace contextRef="#ctx0" brushRef="#br0" timeOffset="27488.57">21508 4972 0,'0'0'16,"0"-40"-16,0 0 15,0 0 1,-40 40-1,40 40-15,-41-40 16,41 40-16,-40-40 0,0 40 0,0 1 16,0-1-16,0-40 15,40 40-15,0 0 0,0 0 32,0 0-32,40-40 0,0 0 15,0 0-15,0 40 0,0-40 0,1 0 16,-1 0-16,0 0 15,-40-80-15,40 80 0,-40-40 0,40 40 0,-40-40 16,0 0-16,0 0 16,40-1-16,-40 1 0,0 0 15,0 0 1,-40 40 15,40 40-15,0 0-16,0 0 0,0 1 15,0-1 1,0 0-16,0 0 0,0 0 0,0 0 16,0 0-16,0 0 15,40-40-15,-40 40 16</inkml:trace>
  <inkml:trace contextRef="#ctx0" brushRef="#br0" timeOffset="27948.54">22070 4972 0,'0'-40'16,"40"40"-16,0 0 16,-40 81-1,40-41 1,0 80 0,0-80-1,-40 40 1,0-40-16,0 1 15,-40-41-15,40 40 16,0-80 15,0-1-15,40-39-16,0 40 16,0 0-16,1 0 15,-1 0-15,0 0 16,0 40-16,0-40 15,0 40 1</inkml:trace>
  <inkml:trace contextRef="#ctx0" brushRef="#br0" timeOffset="28198.52">22952 4972 0,'0'0'16,"0"41"31,0-1-47,0 0 0,0 0 16,0 0-16,-40-40 0,40 40 0,0 0 15,-40 0-15,40 0 16,-40 1-16,40-1 0,0 0 0,-40-40 0,40 40 15,0 0-15,0 0 16</inkml:trace>
  <inkml:trace contextRef="#ctx0" brushRef="#br0" timeOffset="28378.59">23033 4612 0,'0'-41'0,"0"82"0,-41-122 31</inkml:trace>
  <inkml:trace contextRef="#ctx0" brushRef="#br0" timeOffset="28818.49">23634 4612 0,'0'0'0,"41"0"31,-41 40 16,0 0-31,0 0-1,0 0-15,0 0 0,-41 0 0,41 0 16,-40 0-16,40 0 16,-40 1-16,40-1 0,0 0 0,0 0 0,0 0 15,-40 0-15,40 0 0,0 0 16,0 0-16,0 1 15,40-41-15,0 0 16,-40 40-16,81-40 0,-41 0 16</inkml:trace>
  <inkml:trace contextRef="#ctx0" brushRef="#br0" timeOffset="29098.48">23715 4972 0,'0'0'0,"40"0"46,0 0-46,0 0 16,0 0-16,0 0 16,0 0-16,1 0 0,-1 0 15,0 0 1</inkml:trace>
  <inkml:trace contextRef="#ctx0" brushRef="#br0" timeOffset="29678.52">24196 4972 0,'40'0'0,"-40"41"63,40-1-63,-40 0 16,0 0-16,0 0 0,41 0 15,-1 0 1,0-40-16,0 40 15,0-40-15,0 0 16,0 0-16,-40-40 0,40 40 16,-40-80-16,41 80 15,-41-40-15,40 0 16,-40 0 0,0 80 30,-40 0-46,40 0 16,0 0-16,-41-40 16,41 40-16,-40 0 0,40 0 0,-40 1 0,40-1 15,-40 0-15,0 0 16,0 0-16,40 0 0,-40 0 0,0 0 0,40 0 16,-41 0-16,1 1 0,40-1 0,-40 0 0,0 0 15,40 0-15,-40-40 16,0 40-16,0 0 0,0 0 0,-1-40 15,1 40-15,0-40 16</inkml:trace>
  <inkml:trace contextRef="#ctx0" brushRef="#br0" timeOffset="31228.34">26002 4772 0,'0'-40'16,"-40"40"31,40 40-47,-40 0 15,0-40-15,40 40 16,-41-40-16,41 40 0,-40-40 0,40 40 0,-40 0 16,40 1-16,-40-1 0,40 0 0,-40 0 0,0 0 15,40 0-15,-40 0 16,40 0-16,0 0 0,-40 1 0,40 39 0,0-40 15,-41 0-15,41 0 0,0 0 16,0 0-16,-40 0 0,40 0 0,0 1 16,0-1-1,-40-40-15</inkml:trace>
  <inkml:trace contextRef="#ctx0" brushRef="#br0" timeOffset="31458.4">25400 5494 0,'0'0'0,"0"-40"16,80 40-1,1-40 1,79 0 15,-80-1-31,-40 41 0,81 0 16</inkml:trace>
  <inkml:trace contextRef="#ctx0" brushRef="#br0" timeOffset="31928.29">26604 5213 0,'0'-40'0,"-40"40"31,40-40-31,-40 40 16,-1 0 15,1 40-31,-40 40 31,80-40-31,0 41 31,40-81-15,0 0 0,41-81-1,-81 41 1,40 40-16,0-80 15,-40 120 32,0 0-31,0 0-16,0 0 16,0 1-16,0-1 0,40-40 15,-40 40 1,40 0-1</inkml:trace>
  <inkml:trace contextRef="#ctx0" brushRef="#br0" timeOffset="32218.35">27326 5213 0,'0'0'0,"0"-40"15,-40 40 1,0 0 15,40 40-15,-40-40-16,-81 80 16,121-40-16,-40 41 15,0-41-15,40 40 16,0-40-16,0 0 31,40-40-15,0 0-1</inkml:trace>
  <inkml:trace contextRef="#ctx0" brushRef="#br0" timeOffset="32568.29">27808 4812 0,'40'-80'16,"-40"40"15,-40 80 16,40 0-32,-41 0-15,41 0 0,0 0 16,0 0-16,-40 0 16,40 1-16,-40-1 0,40 0 0,0 0 0,0 0 15,-40 0-15,40 0 0,0 0 0,0 0 0,0 1 16,-40-41-16,40 40 0,0 0 15,0 0 1</inkml:trace>
  <inkml:trace contextRef="#ctx0" brushRef="#br0" timeOffset="32798.24">27607 5253 0,'0'-40'16,"0"80"-16,0-120 15,40 80-15,0 0 32,0 0-17,41 0 1,-1 0-1</inkml:trace>
  <inkml:trace contextRef="#ctx0" brushRef="#br0" timeOffset="33288.28">28249 5253 0,'0'-40'16,"0"80"-16,0-120 0,40 80 31,40 0-15,-40 0 0,1 0-1,-41 40 1,0 0-1,0 0 1,0 0 0,0 1-16,-41-1 31,41 0-31,-40-40 0,0 40 16,0-40-16,0 0 31,40-40-16,0-81 1,40 1 15,-40 80-15,40 40 0,0 0-1</inkml:trace>
  <inkml:trace contextRef="#ctx0" brushRef="#br0" timeOffset="33648.18">28650 5133 0,'0'-40'15,"0"80"-15,80-80 16,-39 40-16,-1 0 31,-40 40-15,40 80-1,-40-80 1,0 41 0,0-41-1,0-80 16,0-1-15,0 1 0,40 40-16,-40-40 0,40 0 0,0 0 15,0 40-15,1-40 16,-1 40-16,0 0 0,0 0 16,0 0-16,0 0 0,0 0 0,0 0 15,1 40 1</inkml:trace>
  <inkml:trace contextRef="#ctx0" brushRef="#br0" timeOffset="35558.17">9991 5534 0,'0'0'0,"0"40"63,0 0-48,-40-40-15,40 40 16,-40 0 0,40 0-16,0 1 0,-40-1 0,40 0 15,-40 0-15,40 0 0,0 0 16,-40 40-16,0-40 0,40 1 0,0-1 0,-40-40 16,40 40-16,-41 0 0,41 0 0,-40 0 15,40-80 32,40 40-47,-40-40 16,41 0-1,-41 0-15,0 0 0,40 40 16,-40-41-16,40 41 16,0 0-1,0 0 16,0 0-15,-40 41 0,40-41-16,-40 40 0,0 0 31,40-40-31,-80 0 62,0 40-46,0-40-16,40 40 0,-40-40 16,0 0-16,40 40 15,-40-40-15,0 0 0,40 40 0,-41-40 16,1 0 0,0 0-16,0 0 0,0 0 15,40-40-15,0 0 16,0 0-16,0 0 15,40 0-15,0 0 0,0 40 16</inkml:trace>
  <inkml:trace contextRef="#ctx0" brushRef="#br0" timeOffset="36148.04">10393 6336 0,'0'-40'16,"40"40"0,0 0-16,0 0 15,0 0 1,0-40-16,0 40 0,1 0 0,-1 0 16,0 0-1,0-40 1,-40 0 15,40 40-31,-40-40 16,0-1-1,-40 41 1,0 0 0,0 0-16,0 0 0,-1 0 0,1 0 15,40 41-15,-40-41 0,40 40 0,-40-40 16,40 40-16,-40 0 15,40 0-15,0 0 16,-40-40-16,40 40 16,40 0-1,0-40 1,0 40-16,0-40 0,0 0 16,-40 40-16,41-40 0,-1 0 31</inkml:trace>
  <inkml:trace contextRef="#ctx0" brushRef="#br0" timeOffset="36608.01">11516 5855 0,'0'40'78,"-40"-40"-78,40 40 0,-40 0 16,0 0-16,40 0 15,0 0-15,-40 1 0,40-1 0,-40-40 16,40 40-16,-40 0 16,40 0-16,-41 0 0,41 0 0,0 0 0,-40 0 15,40 0-15,0 1 0,0-1 0,40 0 31,1-40-31,-1 0 16,0 0 0,0-40-16,0 40 0,0-40 15,0-1 1,0 41-16</inkml:trace>
  <inkml:trace contextRef="#ctx0" brushRef="#br0" timeOffset="36868">11276 6176 0,'40'0'63,"0"0"-48,0 0 1,0 0-16,0 0 16</inkml:trace>
  <inkml:trace contextRef="#ctx0" brushRef="#br0" timeOffset="37607.95">12118 6216 0,'0'40'47,"0"0"-31,-40 0 0,40 0-16,-40 0 0,40 0 15,0 0-15,0 1 0,0-1 16,0 0-1,40-40-15,0 0 47,-40-40-31,40 40-16,-40-40 0,40 40 16,1 0 30,-41 40-46,0 0 16,40-40-16,-40 40 0,0 0 31,40-40-31,0 0 16,0 0 0,-40-40-16,40 40 15,-40-40-15,40 40 0,-40-40 0,0 0 16,40 40-16,-40-41 15,0 1-15,0 0 16</inkml:trace>
  <inkml:trace contextRef="#ctx0" brushRef="#br0" timeOffset="38037.98">13001 6737 0,'-40'0'16,"40"-40"0,40 40-1,0 0-15,0 0 16,0 0-1,0 0 1,1 0 0,-41-40-16,40 40 0,-40-40 15,40 40 1,-40-40-16,0 0 0,0-1 16,0 1-1,-40 40 1,0 0-16,-1 40 31,1-40-31,40 41 0,-40-1 16,40 0-16,-40-40 15,40 40-15,0 0 16,0 0 0,0 0-16,40-40 15,0 0-15,0 40 16,1-40-1,-1 0-15</inkml:trace>
  <inkml:trace contextRef="#ctx0" brushRef="#br0" timeOffset="38477.92">13683 6777 0,'-40'0'15,"40"-40"1,40 40 0,0 0-1,0 0-15,0 0 0,-40-40 0,41 40 16,-1 0 0,0 0-16,-40-40 15,40 0-15,-40 0 16,0 0-1,-40 40 1,0 0 0,0 0-16,-1 0 15,1 40 1,0-40-16,0 0 16,40 40-16,0 0 0,0 0 15,0 0 1,0 0-1,0 0 1,40-40-16,-40 40 0,0 1 0,0-1 16,40 0-1,-40 0-15,40-40 0,-40 40 16</inkml:trace>
  <inkml:trace contextRef="#ctx0" brushRef="#br0" timeOffset="38967.87">14445 6697 0,'-40'0'16,"80"0"-16,-80-40 0,0 40 0,120 0 31,-39 0-15,-41 40-16,0 0 15,0 0 1,0 0-16,0 0 16,0 1-1,0-1-15,0 0 16,0-80 15,40 0-31,-40-1 16,40 1-1,0 0-15,0 40 0,0 0 16,0 0-16,-40-40 16,41 40-16,-1 0 0,0 0 31,-40 40-31,0 0 16,40 0-16,-40 1 15,0-1-15,0 0 0,0 0 16,40 0-16,-40 0 0,40 0 15,0 0 1,0-40-16,-40 40 0,41-40 0,-1 0 16,0 0-16,0 0 15,0 0-15,0 0 0,-40-40 0,40 40 0</inkml:trace>
  <inkml:trace contextRef="#ctx0" brushRef="#br0" timeOffset="39947.81">16331 6456 0,'0'-40'16,"41"40"0,-41-40-1,-41 40 17,41 40-17,0 0 16,-40 0-31,0 41 32,40-41-32,0 40 0,-40-40 0,40 0 0,0 121 31,-40 79-15,40-119-1,80-81 1,81-161 15,-41-39-31</inkml:trace>
  <inkml:trace contextRef="#ctx0" brushRef="#br0" timeOffset="40207.78">15930 6737 0,'0'-40'16,"40"40"-16,0 0 31,1 0-15,-1 0-16,0 0 0,0 0 0,0 0 0,0 0 15,0 0-15,0 0 0,1 0 16,-1 0-16,0 0 0,0 0 0,0 0 16,0 0-1</inkml:trace>
  <inkml:trace contextRef="#ctx0" brushRef="#br0" timeOffset="40747.75">17294 6777 0,'-40'0'16,"0"0"-16,0 0 16,0-40-1,0 40 1,40 40 0,40 40 15,0 41-16,-40-1 1,80-80 15,1-40-15,-41-80 0,0 0-1,-40 120 32,0 0-31,0 0-16,0 0 15,40-40 1,0 0-16,0 0 16,0 0-16,0 0 15,-40-40-15,41 40 16,-41-40-16,40 40 0,-40-40 15,40 0-15,-40 0 16,0 0-16,0-1 16,0 1-1,0 0-15,40 40 16</inkml:trace>
  <inkml:trace contextRef="#ctx0" brushRef="#br0" timeOffset="41207.74">18378 7058 0,'0'0'0,"-80"-80"31,40 80 31,40 40-62,-41-40 0,41 40 0,-40 0 16,0 0-16,40 0 16,0 0-1,0 0-15,0 1 16,40-1-16,0-40 15,-40 40-15,41-40 16,-1 0-16,0 0 16,0 0-16,0 0 0,0 0 15,-40-40-15,0 0 16,40 40-16,-40-41 0,0 1 0,0 0 16,0 0-16,0 0 0,0 0 0,-40 0 15,40 0 1,0 0-16,-40 40 0,40-40 15,-40 40 1,0 0-16,0 0 16</inkml:trace>
  <inkml:trace contextRef="#ctx0" brushRef="#br0" timeOffset="42212.66">20304 6777 0,'0'-40'16,"0"0"-16,0 0 0,0 0 31,-40 80 0,0 0-31,0 0 16,-1-40-16,41 40 0,0 0 0,-40-40 15,40 40-15,-40-40 16,40 41-16,-40-1 0,40 0 0,0 0 16,-40 0-16,40 0 0,0 0 15,0 0-15,80 0 0,-80 0 16,40 1-16,-40-1 0,0 0 0,0 0 16,0 0-1,-40-40 1,0 0-1,0 0-15,0-40 0,0 40 16,0-40 0,40 0-16,-41 40 0,41-40 15,0-1-15</inkml:trace>
  <inkml:trace contextRef="#ctx0" brushRef="#br0" timeOffset="42532.64">20464 7058 0,'0'-40'16,"41"40"-16,-1 40 15,-40 0 17,40 120-17,-40-119-15,0 79 16,-40-80-16,40 40 16,0-40-16,0 0 31,-40-40-31</inkml:trace>
  <inkml:trace contextRef="#ctx0" brushRef="#br0" timeOffset="42712.61">20946 6857 0,'0'0'0,"-40"0"0,40-40 0,-40 40 16,40-40-16</inkml:trace>
  <inkml:trace contextRef="#ctx0" brushRef="#br0" timeOffset="43372.67">21267 7138 0,'0'-80'16,"-40"80"-16,0-40 31,0 40-31,-41 160 31,41-120-31,40 0 32,0 1-32,40-41 15,0-41 1,-40 1-16,41-40 16,-1 0-1,0 40 1,-40 80 15,0 40-15,-40 81-1,40-121-15,-40 80 16,40-80-16,0 0 0,0 0 16,-81 161-1,81-161-15,-80 120 31,80-120-31,-80 1 16,40-1 0,-81-40-1,81 0 1,0 0 0,40-121 15,80-39-16,-40 120-15,121-121 16,-121 121-16,40 40 31,-80-40-31,40 40 16,1 0-16,-1 0 16</inkml:trace>
  <inkml:trace contextRef="#ctx0" brushRef="#br0" timeOffset="43902.54">21748 7138 0,'0'0'0,"41"40"62,-41 0-46,40 0-16,-40 1 16,0-1-16,0 0 15,0 0-15,0 0 0,0 0 0,0 0 16,-40-40-16,40 40 15,-41-40-15,41 40 0,-40-40 16,121-40 15,-41 0-15,0 0-16,0 0 0,0 40 0,-40-40 16,40 0-16,0 40 0,-40-40 0,41 40 0,-1 0 15,-40-40 1,0 80 15,0 0-31,0 0 16,0 0-1,0 0-15,0 0 0,0 0 16,0 0-16,0 1 0,-40-41 0,40 40 16,-41 0-16,41 0 15,41 0-15</inkml:trace>
  <inkml:trace contextRef="#ctx0" brushRef="#br0" timeOffset="44842.52">22872 7539 0,'0'0'15,"-80"-40"1,40 40-1,0 40 1,-1 81 15,1-41-15,40-40 0,40-40-1,-40-40-15,81-40 31,-41 39-31,0-39 16,0 80-16,-40-40 16,40 40-16,-40 40 15,0 0 1,0 0-16,0 1 16,0-1-16,0 0 0,40 0 15,0-40 1,41 0-1,-41 0 1,0-40-16,0 40 0,-40-40 0,40 40 16,-40-40-16,0-1 0,40 41 15,0-40-15,1 0 0,-41 0 0,40 0 0,0 0 16,-40 0-16,40-40 0,0 39 0,-40 1 0,40-40 16,-40 40-16,40 0 15,-40 0-15,0 0 0,40 0 0,-40 0 0,0-1 16,0 82-1,0 39 1,-40-40 0,40 0-16,0 0 0,-40 0 0,40 0 0,0 0 15,0 0-15,0 1 0,-40-1 16,40 0-16,0 0 0,0 0 0,-40 0 0,40 0 16,-40-40-16,40 40 0,0 0 0,0 1 15,0-1 1,0 0-16,40-40 0,-40 40 0,40-40 15,40 40-15,-40-40 16,1 0-16,-1 0 0,0 0 0,0 0 16,40 0-16,-40 0 0,0 0 15,-40-40-15,41 40 0,-1-40 0,-40 0 16,40 0-16,-40-1 0,0 1 16,0 0-16,0 0 15,0 0-15,0 0 0,-40 40 47,40 40-31,-40-40-16,40 40 0,0 0 15,0 0-15,0 0 0,0 1 16,0-1-16,0 0 0,0 0 0,0 0 16,40 0-16,-40 0 0,0 0 15,0 0-15,0 0 16,0 1-16,0-1 0,-40 0 15,-1-40 1,1 40-16,0-40 0,-40 0 0,40 0 0,0 40 16,-41-40-16,1 0 15,40 0-15,-40 0 0,40 0 0</inkml:trace>
  <inkml:trace contextRef="#ctx0" brushRef="#br0" timeOffset="-161856.8">4334 8181 0,'0'0'0,"-40"0"16,-1 0 109,1 0-109,0 0-1,0 0-15,0 40 16,0-40-16,0 0 0,0 0 0,-1 40 0,1-40 16,0 0-16,0 40 15,0-40-15,-40 0 0,40 0 0,-1 40 0,1 0 16,0-40-16,0 41 15,0-41-15,0 0 0,40 40 0,-40-40 16,-1 0-16,41 40 0,-40 0 0,0 0 16,0 0-1,0 0-15,40 0 0,-40-40 16,40 40-16,0 0 0,0 41 16,0-41-16,0 0 0,0 0 0,0 40 15,0-40-15,0 0 16,0 41-16,40-41 0,-40 0 0,0 0 0,0 0 15,40 0-15,-40 0 0,0 0 0,40 0 16,-40 1-16,40-41 16,-40 40-16,40-40 0,1 0 15,-1 0 1,0 0-16,0 0 0,0-40 0,40 40 16,-39 0-16,-1 0 15,0 0-15,0 0 0,0 0 0</inkml:trace>
  <inkml:trace contextRef="#ctx0" brushRef="#br0" timeOffset="-161096.78">4936 8502 0,'40'0'32,"0"0"-17,40 40 1,40 0 15,1 40-15,-81-80-16,40 120 15,-40-120-15,-40 41 0,40-1 16,-40 0-16,0 0 0,0 40 0,0-40 0,0 0 16,-40 0-16,40 1 15,-40-1-15,-40 80 16,40-80-16,0-40 0,0 40 16,-1-40-16,1 0 31,40-40-31,0 0 15,0-40-15,81-121 32,39 41-17,-80 80 1,0 80-16,81-81 16,-81 81-16,0 0 0,40-40 15,-40 40-15,0 0 16</inkml:trace>
  <inkml:trace contextRef="#ctx0" brushRef="#br0" timeOffset="-160586.86">6340 8542 0,'40'0'0,"0"0"0,0 0 15,0 0 1,1 0-16,-1 0 16,0 40-1,-40 0 1,40-40-16,-40 40 15,0 0-15,0 0 0,0 0 16,0 1-16,0-1 0,0 0 0,0 0 16,0 0-16,0 0 15,0 0-15,0 0 0,0 0 16,-40-40-16,40 41 0,-40-41 16,0 40-16,-1 0 0,1-40 0,0 0 15,40 40-15,-40-40 16,0 0-16,0 0 0,0 0 0,0 0 0,-1-40 15,1 40-15,40-80 0,-40 39 0,40 1 16,-40 0-16,40 0 0,0 0 16,0 0-16,0 0 0,0 0 0,0 0 0,40-1 15,-40 1 1,40 40-16,41-40 0,-41 0 16,0 40-16,0 0 0,-40-40 15,40 40-15,0 0 0,0 0 0,0 0 16</inkml:trace>
  <inkml:trace contextRef="#ctx0" brushRef="#br0" timeOffset="-159916.92">7945 8502 0,'0'0'0,"0"-40"0,-40 40 0,0 0 15,0 0-15,0 0 16,-1 0 0,1 0-1,40 40 1,-40 0-16,40 0 0,0 0 16,-40-40-16,40 40 15,0 0-15,-40 0 0,40 0 16,0 1-16,0-1 15,0 0-15,0 0 0,0 0 16,40-40-16,-40 40 0,40 0 0,0-40 16,0 40-16,1-40 15,-1 40-15,-40 1 16,40-41 0,-40 40-16,0 0 15,-40-40 1,40 40-16,-81-40 0,41 40 0,0-40 15,0 40-15,0-40 0,0 0 0,0 0 16,0 0-16,-1 0 16,1 0-16</inkml:trace>
  <inkml:trace contextRef="#ctx0" brushRef="#br0" timeOffset="-159436.88">8667 8462 0,'-40'0'15,"0"0"-15,40 40 16,-40-40-16,40 40 16,-40-40-16,0 40 15,0 40 1,40 0 15,40 1-15,80-1-1,-40 0 1,-40 0 15,-80 41-15,-120-1 0,-121 0 15,120-80-16</inkml:trace>
  <inkml:trace contextRef="#ctx0" brushRef="#br0" timeOffset="-158386.98">11958 8422 0,'0'-41'0,"-40"1"31,-1 40-31,41-40 16,-40 40-16,0 0 31,40 40-31,-40 0 0,0-40 0,0 41 16,0-1-16,0-40 15,-1 40-15,1 0 0,-40 0 0,40 0 0,0 0 16,-40 0-16,39 0 0,1 0 16,0 1-16,0-1 0,0 0 0,0 0 0,40 0 15,-40 0-15,40 0 16,0 0-16,0 0 0,0 1 0,0-1 0,40-40 15,-40 40-15,80 0 0,-40-40 0,0 40 0,0 0 16,41-40-16,-41 0 0,40 40 16,0-40-16,1 0 0,-41 0 0,40 0 0,0 0 15,-40-80-15,41 80 16,-41-40-16,0 0 0,0 40 0</inkml:trace>
  <inkml:trace contextRef="#ctx0" brushRef="#br0" timeOffset="-157926.96">12479 8702 0,'40'0'0,"1"0"16,-1 0 0,0 0-16,0 0 0,0 0 15,0 40-15,0-40 16,-40 40-16,40-40 0,-40 41 0,0-1 0,41 0 16,-41 0-1,0 0-15,0 0 0,0 0 0,0 0 0,0 0 16,0 1-16,-41-1 0,41 0 0,-40-40 15,0 40-15,0-40 0,0 40 16,0-40-16,0 0 0,0 0 0,-1 0 0,1 0 16,0-40-1,40 0-15,-40 0 16,40 0-16,0-1 16,0 1-16,0 0 0,0 0 0,0 0 15,40 0 1,-40 0-16,40 40 0,0-40 0,1 40 0,-1-40 15,0 40-15,-40-41 0,40 41 0,0-40 0,0 40 16,0 0-16,0 0 16</inkml:trace>
  <inkml:trace contextRef="#ctx0" brushRef="#br0" timeOffset="-157507.05">13322 8742 0,'-80'0'16,"160"0"0,-40 0-1,0 40-15,0 1 16,0-41-16,1 40 0,-1 0 0,0-40 15,-40 40-15,40-40 0,0 40 0,-40 0 0,40 0 16,0 0 0,-40 0-16,40 1 0,-40-1 15,0 0-15,0 0 16,-80-40-16,80 40 0,-40-40 0,-40 40 16,40-40-1,0 0-15,-1-80 0,41 40 16,0 0-16,0 0 0,0-1 0,81 1 15,-81 0-15,40 0 16,0 0-16,0 0 0,0 40 0,0-40 0,0 0 16,1 40-16,-1-40 0,0 40 15,0-41-15,0 41 0,0 0 0,0-40 16,0 40 0</inkml:trace>
  <inkml:trace contextRef="#ctx0" brushRef="#br0" timeOffset="-157107.08">14285 8782 0,'0'0'0,"40"0"47,0 41-47,0 39 0,0-40 16,1-40-16,-41 40 0,40 0 0,0 0 15,-40 0 1,0 0-16,40-40 0,-40 41 0,0-1 0,0 0 16,40-40-16,-40 40 0,0 0 15,0 0-15,0 0 0,-40-40 16,0 0 0,0 0-1,40-40-15,-40 40 0,40-40 16,0 0-16,-41 0 0,41 0 0,0-41 15,0 41-15,0 0 0,0 0 0,0 0 16,0 0-16,0 0 16,41 0-16,-41 0 0,0-1 0,40 1 15,0 40-15,0 0 16,0 0-16,0 0 0,0 0 16,1 0-16,-1 0 15,0 0-15</inkml:trace>
  <inkml:trace contextRef="#ctx0" brushRef="#br0" timeOffset="-156297.13">15409 9103 0,'0'0'0,"-41"0"31,82 0 16,-41 40-47,40-40 0,0 0 0,0 0 16,0 0-16,0 0 15,0 0-15,0 0 0,-40-40 0,41 40 16,-1 0-16,0 0 16,-40-40-16,40 0 0,-40 0 15,-80 0 1,40 40-16,40-40 15,-41 40-15,1 0 0,0 0 0,0-40 0,0 40 16,0 0-16,0 0 0,0 0 16,-1 80-16,1-80 0,40 40 0,-40 0 15,40 0 1,0 0-16,0 0 0,0 1 0,0-1 0,0 0 16,0 0-16,0 0 15,0 0-15,0 0 0,40 0 0,-40 0 16,40 0-16,1 1 0,-1-41 0,0 40 15,0-40 1,0 0-16,0 0 0,0 0 16,0-40-16</inkml:trace>
  <inkml:trace contextRef="#ctx0" brushRef="#br0" timeOffset="-156007.15">16372 8542 0,'-41'0'31,"41"40"0,0 0-31,0 0 0,0 121 16,0-121-16,0 0 0,0 40 15,0 0-15,0-40 0,0 121 16,-40 119 15,40-199-31,0-1 16</inkml:trace>
  <inkml:trace contextRef="#ctx0" brushRef="#br0" timeOffset="-155477.18">17254 9224 0,'-40'-40'16,"80"80"-16,-120-121 15,80 41-15,-40 0 16,0 40-1,-40 40 1,80 0-16,-121 41 31,81-81-31,40 40 0,-40-40 0,0 120 32,40-80-32,0 40 31,40-80-31,80 0 15,-80 0-15,1 0 0,-1-40 0,0 0 16,40-80 0,-40 0 15,-40 39-15,-40 81-1,40 81 1,-40-1-16,0 80 31,0 1-15,40-121-16,40 40 15,0-80-15,40 0 32,41-40-32,-81-40 0</inkml:trace>
  <inkml:trace contextRef="#ctx0" brushRef="#br0" timeOffset="-155127.19">17936 8622 0,'0'0'15,"0"40"1,-40 0-1,40 0 1,-40-40 0,40 40-1,0 1 1,0-1-16,0 80 16,0-80-16,0 0 0,-40 0 15,40 0-15,0 1 16,0 39-16,0 80 15,0-120-15,0 0 0,0 0 0,0 1 16,80-1 0,-40-40-16,41-40 31,-41 40-31,0-41 0,40-39 0</inkml:trace>
  <inkml:trace contextRef="#ctx0" brushRef="#br0" timeOffset="-154907.22">17736 9023 0,'-40'0'16,"80"0"-16,-40 0 31,40-40-31,80 40 15,-39-40-15,-41 40 0,80 0 32,-80 0-32,0 0 0,1 0 0</inkml:trace>
  <inkml:trace contextRef="#ctx0" brushRef="#br0" timeOffset="-154587.16">18859 9023 0,'0'0'16,"0"40"-1,0 0 1,0 0 0,0 1-16,-40 39 31,40-40-31,0 0 0,0 0 0,0 40 16,0-40-16,0 81 15,0-81-15,0 0 16</inkml:trace>
  <inkml:trace contextRef="#ctx0" brushRef="#br0" timeOffset="-154407.18">18779 8622 0,'0'0'16,"40"0"-1</inkml:trace>
  <inkml:trace contextRef="#ctx0" brushRef="#br0" timeOffset="-153957.25">19582 9023 0,'-40'0'16,"80"0"-16,-121 40 15,41 0-15,0 0 0,40 1 16,-80 79 0,80 0 15,80-40-15,41-80-1,-1-40 1,-120-40 15,-40 0-15,0-81-1,-81 81 17,81 40-32,40 0 31,40 40-31</inkml:trace>
  <inkml:trace contextRef="#ctx0" brushRef="#br0" timeOffset="-153527.24">20224 9063 0,'40'0'16,"-80"0"-16,80 40 15,-40 0-15,-40 81 16,0 39 15,40 1-15,0-81 0,40-80 15,40-121-16,40-39 1,41 80 0,-161 40-16,80 40 31,-40 0-31,-40 40 0,40-40 16,-40 40-16,40 80 15,-40-80-15,41 0 16,-41 41-16,0-41 0,120 40 31,-80-40-31,0 0 0,0-40 0,41 0 0,-41 40 16,40-40-16,-40 0 0,40 0 15,41 0-15</inkml:trace>
  <inkml:trace contextRef="#ctx0" brushRef="#br0" timeOffset="-149137.56">10473 12272 0,'40'0'31,"40"0"126,-80 40-157,40-40 15,1 0-15,-1 0 0,0 0 0,0 0 16,0 0-16,0 0 16,0 40-16,1-40 0,-1 40 0,0-40 15,0 0-15,0 0 16,0 40-16,0-40 0,-40 40 15,40-40-15,1 40 0,-41 0 16,40 0 0,-40 1-16,40-41 15,-40 40-15,40-40 16,-40 40-16,0 0 0,0 0 16,0 0-1,0 0-15,0 0 0,0 0 16,0 1-16,0-1 15,0 0 1,0 0-16,0 0 31,-40-40 1,0 0-17,0 0 1,-1 0-1,1 0-15,0 0 16,40-40 0,-40 40-16,40-40 0,-40 0 15,40 0 1,0-1-16,0 1 0,0 0 0,0 0 16,0 0-16,80 0 0,-80 0 15,40 0-15,-40 0 0,40-1 0,1 1 16,-1 0-16,0 0 0,0 0 0,0 40 15,0-40-15,0 0 16,0 40-16,1-40 0,-1 40 0,0-40 0,-40 0 16,40 40-16,0-41 0,0 41 15,0-40-15,0 40 0,1 0 16,-1-40 0,0 40-16,0 0 15,0 0 1,0 0-16,0 0 0,-40-40 15,40 40-15,1 0 0,-82 0 47,1 0-31,40 40-16</inkml:trace>
  <inkml:trace contextRef="#ctx0" brushRef="#br0" timeOffset="-147997.6">11797 12994 0,'0'-41'47,"40"41"-31,-40-40-16,40 40 0,1 0 0,-1-40 16,0 40-1,0 0-15,0 0 0,0 0 0,0 0 16,0 0-16,1 0 0,-1 40 0,0-40 15,0 0-15,-40 40 16,40 1-16,-40-1 0,0 0 16,0 0-1,0 0-15,0 0 0,-40 0 0,40 0 16,-40 0-16,-40 0 16,39 1-16,1-1 0,0-40 0,0 0 15,40 40-15,-40-40 0,0 0 16,40-40 15,40 0-31,0-1 16,0 1-16,0 0 15,0 40-15,-40-40 16,41 40-16,-41-40 0,40 40 0,0-40 0,0 0 16,0 0-1,0 40-15,-40-40 0,40 40 0,0-40 0,-40-1 16,41 41-16,-41-40 0,40 40 0,-40-40 0,40 40 15,-40-40 1,40 40-16,-80 0 31,-40 0 47,80 40-78,-41-40 0,41 40 16,-40 0 0,0 1-16,0-1 15,0 0 1,40 0 0,-40-40-1,40 40-15,0 0 0,0 0 16,0 0-16,40-40 0,-40 40 15,40-40-15,0 40 16,0-40-16,0 0 16,1 0-1,-1 0-15,0 0 0,-40-40 0,40 40 16,-40-40-16,40 40 16,0 0-16</inkml:trace>
  <inkml:trace contextRef="#ctx0" brushRef="#br0" timeOffset="-147277.59">13001 12873 0,'-40'-40'31,"40"0"-31,0 0 32,40 40-1,-40 40-31,0 0 15,40-40-15,-40 40 0,0 0 32,40 0-32,-40 1 15,40-1-15,-40 0 16,40-40-16,1 0 0,-1 0 16,0 0-1,0 0-15,0 0 0,0-40 16,0 0-1,-40-1 1,0 1-16,0 0 16,0 0-1,0 0-15,-40 40 0,40-40 16,-40 40 0,40 40-1,0 0-15,0 0 16,0 0-1,0 0-15,0 1 0,0-1 0,0 0 16,0 0 0,0 0-16,0 0 0,0 0 0,0 0 15,0 0-15,0 0 16,-40 1-16,40-1 0,0 0 0,-40 0 16,0 0-16,40 0 15,0 0-15,-40 0 0,-1 0 0,41 1 16,0-1-16,-40 0 0,0 0 0,40 0 15,-40-40-15,40 40 16,-40-40-16,40 40 0,-40-40 0,0 0 31,40-80-31</inkml:trace>
  <inkml:trace contextRef="#ctx0" brushRef="#br0" timeOffset="-144117.78">14646 11911 0,'0'0'0,"0"-40"16,40 40 0,0 0-16,-40-41 31,-40 41 47,40 41-62,-40-41-1,40 40-15,-40-40 16,40 40 0,-40-40-16,0 40 0,0 0 0,-1 0 15,1-40-15,40 40 0,-40 0 0,40 0 0,-40 1 16,40-1-16,0 0 15,-40 0-15,40 0 0,0 0 16,0 0 0,0 0-16,80-40 0,-80 40 0,40-40 15,-40 40-15,40-40 0,1 0 16,-41 41-16,40-1 0,0-40 0,-40 40 0,40-40 16,0 40-16</inkml:trace>
  <inkml:trace contextRef="#ctx0" brushRef="#br0" timeOffset="-143337.89">14967 12552 0,'40'0'47,"0"0"-32,1 40-15,-1-40 16,0 0 0,0 0-16,0 0 0,0 0 15,0 0-15,-40-40 0,40 40 0,1-40 16,-1 0-16,0 0 15,-40 0-15,0 0 16,0 0 0,0 0-16,0 0 0,0-1 15,0 1 1,-40 40-16,40-40 0,-40 40 16,40-40-16,-41 0 31,41 80 63,0 0-94,-40-40 15,40 40-15,0 0 0,-40-40 0,40 41 16,0-1-1,-40 0-15,40 0 0,0 0 0,-40-40 16,40 40-16,0 0 16,0 0-16,0 0 0,40-40 15,-40 40-15,40-40 16,40 0-16,-80 41 0,41-41 0,-1 0 16,0 0-16,0 0 15,0 0-15,0 0 0,0 0 0,0 0 16,-40-41-16,41 41 0</inkml:trace>
  <inkml:trace contextRef="#ctx0" brushRef="#br0" timeOffset="-142637.96">15930 11911 0,'40'0'94,"-40"40"-78,40-40-16,1 40 15,-41 0-15,40 0 0,-40 0 16,40 0 0,-40 0-16,0 1 0,40-1 15,-40 0-15,0 0 0,0 0 16,0 0-16,0 0 15,0 0-15,0 0 0,0 0 0,0 1 16,0-1-16,0 0 16,0 0-16,0 0 0,-40 0 0,40 0 0,-40 0 15,40 41-15,-40-41 0,40 0 16,0 0-16,-41 0 0</inkml:trace>
  <inkml:trace contextRef="#ctx0" brushRef="#br0" timeOffset="-141708.02">16853 12272 0,'-40'0'79,"80"0"-17,0 0-46,0 0-1,0 0-15,1 0 0,-1 0 0,0 0 16,40 0-16,-40 0 16,40 0-16,-39 0 0,39 0 0,-40 0 0,40 0 15,-40 0-15,0 0 0,41 0 0,-41 0 0,0 0 16,0 0-16,0-40 15</inkml:trace>
  <inkml:trace contextRef="#ctx0" brushRef="#br0" timeOffset="-140987.97">16813 12673 0,'-40'0'16,"40"40"93,0 0-93,40 0 0,0-40-16,40 0 15,-40 0-15,1 0 0,-1 0 16,0 0-16,0 0 0,0 0 0,40 0 0,-40 0 16,1 0-16,-1 0 15,0 0-15,40 0 0,-40 0 0,0 0 16,0 0-16,1 0 0,-1 0 15,-40-40 17,-40 40-32,-1 0 15</inkml:trace>
  <inkml:trace contextRef="#ctx0" brushRef="#br0" timeOffset="-139058.13">22150 12272 0,'-40'0'94,"0"0"156,-1 0-250,1 0 47,80 0 312,-40-40-359,41 40 16,-41-41-16,0 1 0</inkml:trace>
  <inkml:trace contextRef="#ctx0" brushRef="#br0" timeOffset="-136798.24">21267 11028 0,'0'40'93,"-40"-40"-77,0 0 0,0 0-1,-1 0 17,1 0-32,0 0 15,0 0-15,0 0 0,0 0 0,0 0 16,-41 0-16,41 0 0,0 0 15,0 0-15,0 41 0,-40-41 0,40 0 0,-1 0 16,1 0-16,0 0 16,0 0-16,0 0 0,0 0 15,0 0 1,0 0-16,-1 0 0,1 0 16,0 0-16,0 0 15,-40 0-15,40 0 0,-41 0 0,41 40 0,-40-40 16,0 0-16,0 0 0,39 0 0,-39 0 0,40 40 15,-40-40-15,40 0 0,0 0 16,-1 40-16,1-40 0,0 0 0,40 40 47,40-40 47,-40 40-79,40-40 1,1 0-16,-41 40 16,40-40-1,0 0 1,0 0-1,0 0 1,-40 40-16,40-40 0,0 0 16,0 0-16,1 0 0,-1 40 15,40-40-15,-40 41 0,0-41 0,40 40 0,-39-40 16,39 0-16,-40 40 16,0-40-16,0 40 0,0-40 0,0 0 0,1 0 15,-1 40-15,0-40 0,0 40 16,0-40-1,-40 40 17,40-40-17,0 0 1,-40 40 15,-80-40-15,40 0-16,0 0 15,0 0 1,0 0-16,-1 0 0,1 0 0,0 40 16,0-40-1,0 0-15,40 40 0,-40-40 0,0 0 16,40 41-16,-40-41 0,-1 40 16,1-40-16,0 40 0,0-40 0,0 0 15,40 40-15,-40-40 0,0 40 0,0-40 16,-1 0-1,41 40-15,-40-40 16,40 40 31,-40-40-47,40 40 0,-40-40 16,0 0-16,40 40 0,-40-40 15,80 0 95,0 0-95,0 0-15,0 0 16,0 41-1,1-41-15,-1 0 0,0 0 16,0 0 0,-40 40-16,40-40 0,0 0 15,0 0 1,0 40-16,1-40 0,-1 40 16,0-40-16,0 0 0,0 0 0,0 0 15,0 0 1,0 40-16,1-40 0,-1 0 0,0 0 15,0 0-15,0 0 0,0 0 16,0 0-16,41 0 0,-41 0 0,0 0 0,40 0 16,-40 0-16,40 0 15,-39 0-15,-1 0 0,40 0 0,-40 0 0,0 0 16,0 40-16,0-40 0,1 0 16,-1 0-16,0 0 0,0 0 0,0 40 15,0-40-15,-80-40 172,0 40-172,40-40 16</inkml:trace>
  <inkml:trace contextRef="#ctx0" brushRef="#br0" timeOffset="-131968.54">18940 13715 0,'0'41'15,"0"-82"79,40 41-94,-40-40 0,40 40 16,-40-40-16,40 40 0,0 0 15,0-40-15,0 40 0,1-40 0,-1 40 0,0 0 16,0 0-16,0 0 16,-40-40-16,40 40 0,0 0 0,0 0 15,1 0 1,-41 40-16,40-40 0,-40 40 16,0 0-16,0 0 0,0 0 15,0 1-15,-40-1 16,40 0-16,-41-40 0,41 40 0,0 0 15,-40-40-15,40 40 16,-40-40-16,40 40 0,-40-40 0,0 40 16,0-40-1,40-40 17,40 40-32,0-80 15,40 40-15,-40 0 16,-40 0-1,41 40-15,-1-40 0,0-1 0,0 41 16,-40-40-16,40 40 0,0 0 16,-40-40-16,40 40 0,0 0 0,1 0 15,-1 0 1,0 0-16,0 0 16,0 0-1,-40 40-15,0 0 16,0 1-16,0-1 31,-40 0-31,40 0 0,0 0 16,-40-40-16,40 40 15,-40-40-15,40 40 0,0 0 16,0 0 0,40-40-1,0 0-15,0 0 16,-40-40-16</inkml:trace>
  <inkml:trace contextRef="#ctx0" brushRef="#br0" timeOffset="-131618.49">20304 13836 0,'0'0'0,"-40"0"15,40-40-15,80 0 31,-40 40-31,0 0 0,0 0 16,1 0-16,-1 0 0,0 0 16,0 0-16,0 0 0,0 0 0,0 0 0,0 0 15,1 0-15,-1 0 16,0 0-16,0 0 0,-40-41 16</inkml:trace>
  <inkml:trace contextRef="#ctx0" brushRef="#br0" timeOffset="-131358.58">20384 14076 0,'-40'0'31,"80"0"-31,-120 0 0,80 40 32,40-40-32,0 0 15,0 0 1,0 0-16,1 0 0,-1 0 0,0 0 16,0 0-16,0-40 0,0 0 15</inkml:trace>
  <inkml:trace contextRef="#ctx0" brushRef="#br0" timeOffset="-130998.61">21227 14036 0,'0'0'0,"80"0"78,-40 0-78,0 0 0,0 0 0,1 0 16,-1 0-16,0 0 16,0 0-16,0 0 0,0 0 0</inkml:trace>
  <inkml:trace contextRef="#ctx0" brushRef="#br0" timeOffset="-130298.57">22391 13876 0,'40'0'47,"0"40"-47,0-40 15,0 0-15,0 0 0,0 40 0,0-40 0,1 0 16,-1 0-16,0 0 15,0 0-15,0 0 0,0 0 0,0 0 16,-40-40-16,40 40 16,-40-40-16,0 0 15,0 0 1,-40 40-16,0-40 0,0 40 16,0-41-16,0 41 0,0 0 15,0 0 1,-1 0-16,1 0 0,0 0 15,40 41 1,-40-41-16,0 0 0,40 40 0,-40 0 16,40 0-1,-40-40-15,40 40 0,0 0 0,-40 0 16,40 0 0,-41-40-16,41 40 0,-40-40 0,40 40 0,-40-40 15,0 41-15,0-41 0,0 0 16,0 0-16,0 0 15,-1 0-15,1 0 16,40-41 0,-40 41-16,40-40 15,0 0 1,0 0 0,40 40-16,0 0 0,-40-40 15,41 40-15,-1 0 16,0 0-16,0 0 0,0 0 0,0 0 15,0 0-15,0 0 0,-40-40 16,41 40-16,-1 0 0,0 0 16</inkml:trace>
  <inkml:trace contextRef="#ctx0" brushRef="#br0" timeOffset="-128328.69">20224 10507 0,'-40'0'0,"40"40"0,40-40 31,0 0-15,0 0-1,0 0 1,0 0-16,0 0 16,-40 40-16,40-40 0,1 0 15,-1 0-15,0 0 0,0 0 0,0 0 0,0 0 16,0 0-16,0 0 16,1 0-16,-1 0 0,0 0 15,0 0-15,-40-40 0,0 0 31,0 0-31,0 0 32,-40 40-32,40-40 0,-40 40 0,0 0 15,-1 0 1,1 0-16,0 0 16,0 0-16,0 0 15,0 0 1,0 0-16,0 40 15,-1-40-15,1 0 16,40 40-16,-40-40 0,0 0 16,40 40-16,-40-40 15,40 40-15,-40-40 0,40 40 16,-40-40-16,0 0 16,40 40-16,-41-40 15,1 0 1,0 0-1,0 0 1,0 0 0,0 0-1,0 0 1,0 0-16,-1 0 0,1 0 16,0 0-16,80 0 62,-40-40-62,0 0 16,0 0-1,40 40-15,-40-40 16,41 40 0,-41-40-16,40 40 15,-40-40-15,40 40 16,0 0-1,0 0 1,0 0 0,0 0-1,-40 40-15,40-40 16,-40 40-16,41-40 0,-1 0 0,-40 40 0,40-40 16,0 0-16,0 0 0,0 40 0,0-40 15,0 0-15,1 0 16,-1 0-16</inkml:trace>
  <inkml:trace contextRef="#ctx0" brushRef="#br0" timeOffset="-124369.01">22511 11349 0,'40'0'234,"0"0"-202,0 0-17,0 0 1,1 0 0,-1 0-1,0 0 32,-40 40 0,40 0-31,-40 1-16,40-1 15,-40 0 1,0 0 31,0 0-32,0 0 1,-40-40-16,40 40 0,0 0 0,-40-40 16,40 40-16,0 0 15,-40-40-15,0 41 0,-1-1 16,41 0-16,-40-40 15,40 40-15,-40-40 0,40-40 79,0 0-48,0 0-31,40 40 15,-40-41-15,40 41 16,-40-40-16,41 40 0,-1 0 0,0-40 0,0 40 16,0-40-1,0 40-15,0-40 0,0 40 16,1 0-16,-41-40 0,40 40 0,0 0 0,-40-40 16,40 40-16,0-40 15,0 40-15,-40-40 16,40 40-1,-40-40-15,40 40 0,-40-41 32,-40 41 61,40 41-77,-40-41-16,0 40 0,0-40 16,40 40-16,-40-40 0,0 0 15,0 40-15,-1 0 0,1 0 16,0 0 0,40 0-1,0 0-15,40-40 31,-40 40-31,40-40 0,1 41 16,-1-41-16,0 40 16,0-40-16,0 0 0,0 40 15,0-40 1,0 0-16,-40 40 0,41-40 16,-1 0-16</inkml:trace>
  <inkml:trace contextRef="#ctx0" brushRef="#br0" timeOffset="-123679.03">24196 11309 0,'-40'0'16,"0"0"0,0 0-16,0 0 15,0 0-15,-1 0 16,1 0-16,40 40 0,-40-40 15,40 40-15,-40-40 16,40 40-16,-40-40 0,0 41 0,40-1 16,-40 0-1,40 0-15,-40 0 0,40 0 0,0 0 16,0 0-16,0 0 0,0 0 16,0 1-16,40-1 15,-40 0-15,40-40 0,0 0 16,0 0-1,0 0-15,0 0 0,0 0 0,1 0 16,-1 0-16,0 0 16,-40-40-16</inkml:trace>
  <inkml:trace contextRef="#ctx0" brushRef="#br0" timeOffset="-123079.01">24276 11470 0,'0'-41'16,"41"41"-1,-1 0 1,40 81-1,-40-41 1,0 80 0,0-40 15,-40-40-15,-80 0-1,40-40 1,40-80 15,0 40-31,40 0 16,-40 0-16,40 40 15,40-40-15,41 0 16,-41 40 15,-40-40-31,0 40 16,0 0-1,-40 40-15,0 40 32,41 0-17,-41-40-15,0 40 16,0-39-16,0-1 16,40-40-16,0 40 31,0-40-16</inkml:trace>
  <inkml:trace contextRef="#ctx0" brushRef="#br0" timeOffset="-122239.15">25360 11309 0,'40'0'281,"0"0"-250,0 0 32,-40 40-47,0 0-16,0 0 15,40-40-15,-40 41 16,41-1-16,-41 0 0,0 0 0,40-40 15,-40 40-15,40 0 0,-40 0 16,0 0-16,0 0 16,0 0-1,0 1-15,-40-41 0,0 40 16,-1 0-16,1 0 16,0-40-16</inkml:trace>
  <inkml:trace contextRef="#ctx0" brushRef="#br0" timeOffset="-120829.23">26483 11229 0,'0'40'15,"0"0"95,0 0-95,0 0-15,41 0 0,-41 1 16,40-1 0,-40 0-16,40 0 0,0-40 15,-40 40-15,40-40 16,0 0-16,0 0 0,0 0 16,1 0-16,-1 0 0,0 0 15,0 0-15,0 0 16,0-40-16,0 0 0,-40 0 15,40 40-15,-40-40 0,0-1 16,41 41-16,-41-40 0,0 0 0,0 0 16,0 0-1,-41 40-15,41-40 0,0 80 63,-40 0-48,0 0 1,40 0-16,-40 0 16,40 1-16,0-1 0,-40-40 0,40 40 15,-40 0-15,40 0 16,0 0-16,0 0 0,0 0 0,-40-40 16,40 40-16,0 0 0,0 1 0,0-1 0,0 0 15,0 0-15,0 0 16,0 0-16,0 0 15,0 0 1,0 0-16,0 1 16,0-1-1,-40-40-15,-1 40 0,1-40 16,40 40-16,-40-40 16,0 0-1,40-40 1,-40 0-16,40 0 15,0-1-15,0 1 0,0 0 16,0 0 0,0 0-16,0 0 0,40 40 15,-40-40-15,40 40 16,-40-40-16,40 40 0,0-40 16,1 40-16,-1 0 0,0-41 0,0 41 15,0 0 1,-40-40-16,40 40 0,-40-40 15</inkml:trace>
  <inkml:trace contextRef="#ctx0" brushRef="#br0" timeOffset="-119419.32">28169 11149 0,'0'0'0,"-40"0"156,-1 0-140,1 0-1,0 0 1,0 0 0,40 40-16,-40-40 31,40 40-31,-40-40 16,0 0-16,40 40 0,-40 0 0,40 0 15,-41-40-15,41 40 16,0 0-16,-40-40 0,40 41 0,0-1 31,0 0-31,0 0 16,0 0-16,0 0 15,0 0-15,0 0 0,40-40 16,-40 40-16,41 0 0,-1 1 0,-40-1 16,40-40-16,-40 40 15,40 0-15,0-40 0,0 40 0,0-40 16,-40 40-16,40-40 15,1 0-15,-1 0 0,0 0 16,0 0 0,0-40-16</inkml:trace>
  <inkml:trace contextRef="#ctx0" brushRef="#br0" timeOffset="-115269.56">28530 11510 0,'0'-40'47,"0"-1"78,40 41-110,0 0 1,0 0-16,0 0 16,0 0-1,1 0-15,-41 41 32,0-1-17,0 0-15,0 0 16,-41-40-1,41 40-15,0 0 16,-40 0-16,40 0 16,-40 0-16,40 0 15,-40-40-15,40 41 0,-40-1 32,40-80-1,40 40-16,-40-41-15,40 1 16,0 0-16,0 40 0,-40-40 0,41 40 16,-41-40-16,40 0 0,-40 0 15,40 40-15,-40-40 0,40 0 0,-40 0 16,40 40-16,-40-41 0,40 41 0,-40-40 0,40 40 16,1 0-1,-1-40-15,0 40 16,-40 40-1,40-40-15,-40 40 0,0 1 32,0-1-32,0 0 31,0 0-15,0 0-1,0 0 1,0 0-16,0 0 15,40 0 1,-40 0-16,40-40 0,0 0 16,-40 41-1,40-41-15,1 0 0,-1 0 16,0 0-16</inkml:trace>
  <inkml:trace contextRef="#ctx0" brushRef="#br0" timeOffset="-114739.6">29694 11670 0,'-41'0'31,"1"0"-31,0 0 16,80 0 31,0 0-47,41 0 16,-41 0-16,0 0 0,0 0 15,0 0 1,0 0-16,0 0 0,1 0 15,-1 0-15,-40-40 79</inkml:trace>
  <inkml:trace contextRef="#ctx0" brushRef="#br0" timeOffset="-112709.66">30376 11790 0,'0'40'31,"80"-40"16,-40 41-32,0-41 1,0 0 0,0 0-1,1 0 1,-41-41-16,40 1 16,-40 0-1,0 0 1,40 40-1,-40-40-15,0 0 0,0 0 16,0 0 0,0 0-16,0 0 47,0-1 15,0 1-31,0 0 1,-40 40-17,40-40 1,0 0 31,0 0-32,0 0-15,0 0 32,0 0-1,0 80 31,-40-40-62,40 40 16,0 0-16,0 0 16,-41-40-16,41 40 15,0 0-15,0 0 0,0 0 16,-40 1-16,40-1 15,0 0-15,0 0 32,0 0-17,40-40-15,1 40 16,-1-40 0,-40 40-16,40-40 0,-40 40 15,40-40 1,-40 40-16,40-40 15,0 0 32,0 0-31,0 0-16,1 0 0,-1 0 16,0 0-1,0 0-15,-40-40 31</inkml:trace>
  <inkml:trace contextRef="#ctx0" brushRef="#br0" timeOffset="-111679.7">31459 10788 0,'40'0'32,"-40"40"93,40-40-110,-40 40 17,40-40-32,-40 40 31,41 0-31,-1 0 15,0 0-15,-40 0 16,40-40-16,-40 41 0,0-1 0,0 0 16,0 0-16,0 0 15,0 0-15,40 0 0,-40 0 16,0 0-16,40 1 0,0-1 16,-40 0-16,0 0 15,0 0-15,0 0 0,0 0 0,0 0 16,0 0-16,0 0 15,0 1-15,0-1 0,-40 0 16,0-40 0,40 40-16</inkml:trace>
  <inkml:trace contextRef="#ctx0" brushRef="#br0" timeOffset="-99221.06">15689 15801 0,'41'0'297,"-1"0"-297,0 0 0,0 0 15,0 0-15,0 0 16,0 0-16,41 0 0,-41 0 0,40 0 0,-40 0 16,40 0-16,1 0 0,-41-40 0,40 40 0,0 0 15,-40 0-15,0 0 0,41 0 16,-41-40-16,0 40 0,0 0 0,0 0 0,0 0 16,0 0-1,1 0-15,-41-40 16</inkml:trace>
  <inkml:trace contextRef="#ctx0" brushRef="#br0" timeOffset="-98831.08">15930 16162 0,'0'0'15,"-40"0"1,40 40 46,40-40-62,0 0 0,0 0 0,1 0 16,-1 40-16,0-40 16,40 0-16,0 0 0,-40 0 0,41 0 0,-1 0 15,0 0-15,0 0 0,1 0 16,-1 0-16,-40-40 0,40 40 0,-40-40 0,1 40 15</inkml:trace>
  <inkml:trace contextRef="#ctx0" brushRef="#br0" timeOffset="-95301.28">21668 15239 0,'-40'0'47,"40"41"-31,-40-41-1,0 0 16,0 0-15,0 0 0,-1 0-16,1 0 15,0 0-15,0 0 0,0 0 0,0 0 16,-40 0 0,39 0-16,1 0 0,0-41 0,0 41 0,0 0 15,-40 0-15,40 0 0,-1 0 16,1 0-16,0-40 0,0 40 0,-40 0 0,40 0 15,0 0-15,-1 0 16,1 0-16,0 0 0,0 0 0,0 0 0,0 0 16,0 0-16,0 0 0,-1 40 15,1-40 1,0 0-16,0 0 31,40 41-31,-40-41 0,0 0 0,0 0 16,40 40-16,-40-40 15,-1 0-15,82 0 188,-1 0-172,0 0-16,0 0 15,0 0-15,0 40 0,0-40 16,0 40-1,1-40-15,-1 0 0,0 0 0,0 40 0,0-40 16,0 0-16,0 40 0,0-40 0,1 0 0,-1 0 16,0 0-16,0 40 0,0-40 15,0 0-15,0 0 0,0 0 0,1 40 0,-1-40 16,0 0-16,0 0 16,0 0-16,0 40 0,0-40 15,0 0-15,1 0 16,-1 0-1,-40 40 1,40-40-16,0 0 16,-80 41 46,-40-41-46,80 40-16,-41-40 0,1 0 15,0 0-15,0 0 0,0 40 0,0-40 0,0 0 16,0 0-16,-1 40 0,1-40 0,0 0 16,0 0-16,0 40 15,0-40-15,0 0 0,0 40 0,-1-40 16,1 0-16,40 40 0,-40-40 16,0 0-16,0 40 0,0-40 0,0 40 15,0-40-15,-1 0 16,1 41-16,0-41 0,0 40 0,0-40 15,0 40 1,0-40-16,40 40 16,-40-40-16,-1 0 15,41 40 1,-40-40 15,80 0 110,1 0-141,-41 40 15,40-40 1,0 0-16,0 0 0,0 0 16,0 40-16,0-40 0,0 0 0,1 0 0,-1 0 15,0 0-15,0 0 0,0 0 16,0 0-16,0 0 0,0 0 0,1 0 16,-1 0-16,0 0 15,0 0-15,0 0 0,0 0 16,0 0-16,0 0 15,1 0-15,-1 0 0,0 0 0,0 0 16,40 40-16,-40-40 0,0 0 0,1 0 16,39 40-16,0-40 15,-40 0-15,40 0 0,-39 0 0,-1 40 0,40-40 16,-40 0-16,0 0 0,0 0 16,0 0-16,1 0 0,-1 0 0,0 0 15,0 0 1,0 0-16,0 0 15,0 0 1,1 0-16,-1 0 16,0 0 15,-80 0 172,40-40-203,0 0 16</inkml:trace>
  <inkml:trace contextRef="#ctx0" brushRef="#br0" timeOffset="-93661.4">19341 17004 0,'40'0'93,"0"0"-77,-40-40-16,40 40 0,-40-40 16,40 40-16,1-40 0,-1 40 0,0 0 15,0 0-15,-40-40 16,40 40-16,0 0 0,0 0 0,0 0 15,1 0 1,-41 40-16,40 0 0,-40 0 16,0 0-16,0 0 0,0 0 15,0 0 1,0 0-16,0 1 0,-40-1 0,40 0 0,-41-40 16,41 40-16,-40 0 0,40 0 15,-40-40-15,40 40 0,-40-40 16,40-40 15,0 0-15,40 40-16,-40-40 15,0 0-15,40 0 0,0 0 0,-40-1 16,41 1-16,-1 0 16,-40 0-16,40 40 0,-40-40 0,40 40 15,-40-40-15,40 40 0,0 0 16,0-40-16,0 40 15,1 0-15,-1 0 16,0 40 0,-40 0-16,40-40 15,-40 40-15,0 0 16,0 0-16,0 0 0,0 1 16,0-1-1,0 0-15,0 0 0,0 0 16,0 0-1,0 0 1,40-40 0</inkml:trace>
  <inkml:trace contextRef="#ctx0" brushRef="#br0" timeOffset="-93401.41">20906 17124 0,'40'0'62,"0"-40"-46,0 40-16,0 0 16,0 0-16,1 0 15,-1 0-15,-40-40 0</inkml:trace>
  <inkml:trace contextRef="#ctx0" brushRef="#br0" timeOffset="-93121.43">20906 17445 0,'-40'0'16,"80"0"-16,-120 0 0,39 0 15,41 40 16,81-40-15,-41 0-16,0 0 0,0 0 16,0 0-1,0 0-15,0 0 0,1 0 16,-1 0-16,0-40 16</inkml:trace>
  <inkml:trace contextRef="#ctx0" brushRef="#br0" timeOffset="-92721.45">21748 17365 0,'-40'0'0,"0"0"15,0 0 16,40-40-31,40 40 32,0 0-17,-40 40-15,40-40 16,1 0-16,-1 0 0,0 0 0,0 0 16,0 0-16,0 0 15,0 0-15,1 0 0,-1 0 16</inkml:trace>
  <inkml:trace contextRef="#ctx0" brushRef="#br0" timeOffset="-91951.48">22631 17285 0,'0'40'31,"40"-40"1,-40 40-32,41-40 31,-1 0-31,-40 40 0,40-40 0,0 0 15,0 0-15,0 0 0,0 0 0,0 0 16,1 0-16,-1 0 16,0 0-16,0 0 0,0 0 15,0 0 1,-40-40-16,0 0 0,0 0 16,-40 0-1,40 0-15,-40-1 0,-40 1 16,80 0-1,-40 40-15,-1 0 16,1 0-16,40 40 16,-40-40-16,0 40 15,0 1-15,0-1 0,0 0 16,40 0-16,-40-40 0,40 40 16,-41 0-16,1 0 0,40 0 0,-40 0 15,40 1 1,-40-41-16,40 40 0,-40-40 15,40-40 17,-40 40-32,40-41 0,0 1 0,0 0 15,0 0 1,0 0-16,40 40 0,-40-40 0,0 0 16,40 40-16,0 0 15,-40-40-15,40 40 16,0 0-1,1 0-15,-1 0 0</inkml:trace>
  <inkml:trace contextRef="#ctx0" brushRef="#br0" timeOffset="-90591.58">20866 14999 0,'0'-40'16,"40"40"15,0 0-15,0 40-1,0 0-15,0-40 0,0 0 16,-40 40-16,41-40 0,-41 40 16,40-40-16,0 0 0,0 0 0,0 0 0,0 0 15,0 0-15,0 0 16,1 0-16,-41-40 0,40 40 0,0-40 15,-40 0-15,0 0 16,0 0 0,-40-1-16,0 1 15,-1 0 1,1 40-16,0 0 16,0 0-16,0 0 15,0 0-15,0 0 16,0 40-1,-1-40-15,41 40 0,-40-40 0,0 0 16,0 0-16,0 41 0,0-41 16,0 0-16,0 40 15,-1-40-15,1 40 0,0-40 16,0 0 0,40 40-16,-40-40 0,0 0 15,40 40-15,-40-40 16,40 40-16,-40-40 0,-1 0 15,1 0 17,40-40-32,-40 40 0,40-40 31,0 0-31,0 0 16,40 40-1,0-40-15,1 40 31,-1-41-31,0 41 0,0 0 0,0 0 16,0 0-16,0 0 16,0 0-1,1 0-15,-1 0 0,0 0 0,0 0 16,-40 41-16,40-41 0,-40 40 16,0 0-1,0 0 1,0 0-16</inkml:trace>
  <inkml:trace contextRef="#ctx0" brushRef="#br0" timeOffset="-81592.97">23354 15360 0,'0'40'47,"0"-80"93,80 40-124,-80-40-16,40 40 16,0 0-16,0 0 15,0-40-15,0 40 16,1 0-16,-1 0 0,0 0 16,0 0-16,0 0 15,0 0-15,0 40 16,-40 0-1,0 0 1,0 0-16,0 0 0,0 0 16,-40-40-16,40 40 0,-40 0 15,0 0-15,0 1 16,40-1 0,-40-40-16,0 0 31,-1 0 0,41-40-15,0-1-1,41 1 1,-1 0-16,0 40 0,0-40 0,0 40 16,0-40-16,0 0 15,0 40-15,1-40 0,-1 40 0,0-40 16,0 40-16,-40-40 0,40 40 0,0-40 0,0 40 15,-40-41-15,40 41 16,-40-40-16,41 40 0,-1 0 16,-40-40-1,-40 40 63,-1 0-78,41 40 16,-40-40-16,0 0 16,0 40-16,0-40 31,0 0-31,40 41 0,-40-41 16,40 40-16,-40-40 15,-1 40-15,41 0 0,-40 0 16,40 0-16,-40-40 0,40 40 0,0 0 15,0 0 1,0 0-16,0 1 16,40-41-1,-40 40-15,40-40 16,1 0 0,-1 0-16,0 0 0,0-40 0,0 40 15,0 0-15,0 0 0,0-41 0,1 41 0,-1 0 16,0 0-16</inkml:trace>
  <inkml:trace contextRef="#ctx0" brushRef="#br0" timeOffset="-80063.05">24999 15039 0,'-40'0'313,"-1"0"93,1 40-375,0-40 63,0 40-63,40 0-31,-40-40 16,40 40-16,0 0 0,0 1 15,0-1 1,0 0-16,0 0 0,0 0 0,0 0 16,0 0-1,0 0-15,40-40 0,-40 40 0,40-40 16,-40 40-16,40-40 16,-40 41-16,40-41 0,-40 40 15,41-40-15,-1 0 16,0 0-1,0 0-15,0 0 16</inkml:trace>
  <inkml:trace contextRef="#ctx0" brushRef="#br0" timeOffset="-79113.13">25320 15119 0,'0'40'109,"40"-40"-109,0 40 31,-40 0-31,40 1 0,-40-1 16,0 0-16,0 0 0,0 0 15,0 0 1,0 0-16,-40 0 16,40-80 31,40 40-32,-40-80-15,40 80 0,-40-40 0,40 0 16,-40 0-16,41 0 15,-1-1-15,0 1 0,0 40 16,-40-40-16,40 40 0,0 0 16,0-40-16,0 40 0,1 0 15,-41-40-15,40 40 16,-40 40 15,0 0-31,-40 0 16,40 0-16,0 1 0,0-1 31,0 0-31,0 0 16,0 0-16,40-40 15,-40 40-15,40-40 32,0 0-32,0 0 0</inkml:trace>
  <inkml:trace contextRef="#ctx0" brushRef="#br0" timeOffset="-78773.09">26203 15280 0,'-41'0'0,"82"0"0,-122 0 32,121 0-17,1 0-15,39 0 16,-40 0-1,0 0-15,0 0 0,0 0 0,0 0 0,1 0 16,-1 0-16,0 0 16,0 0-16,-40-41 0,40 41 0,0 0 0,0 0 15,0 0 1,-40-40-16</inkml:trace>
  <inkml:trace contextRef="#ctx0" brushRef="#br0" timeOffset="-78423.08">26403 15079 0,'-40'0'0,"40"40"63,0 40-32,0-40-31,0 1 0,0-1 16,0 0-16,0 0 0,0 0 0,0 0 15,0 0-15,0 0 16,0 0-16</inkml:trace>
  <inkml:trace contextRef="#ctx0" brushRef="#br0" timeOffset="-77693.2">27166 15520 0,'0'0'0,"0"40"31,0 0 1,40-40-1,-40-40-31,40 40 0,-40-40 0,40 40 16,-40-40-16,40 40 15,0-40-15,-40 0 0,40 0 0,-40 0 16,0 0-16,40-1 0,-40 1 15,0 0-15,0 0 16,0 0-16,-40 0 0,0 40 31,40-40-31,-40 80 47,40 0-31,0 0-1,0 0-15,0 0 16,0 0-16,0 1 16,-40-1-16,40 0 0,0 0 15,0 0 1,0 0-16,0 0 0,0 0 16,0 0-16,40-40 15,-40 40-15,40-40 0,-40 41 16,80-41-16,-39 0 0,-1 0 0,0 0 15,0-41 1,0 1-16</inkml:trace>
  <inkml:trace contextRef="#ctx0" brushRef="#br0" timeOffset="-77283.22">27888 14919 0,'-40'0'16,"40"-41"-1,40 82 32,0-41-47,-40 40 16,40-40-16,0 0 16,-40 40-16,40 0 0,-40 0 0,0 0 0,40 0 15,-40 0-15,0 41 0,0-41 0,0 0 16,0 0-16,0 0 15,-40 0-15,40 0 0,0 0 0,-40 0 16,40 0-16,-40-40 0,40 41 16,-40-41-16,0 40 0,0-40 0</inkml:trace>
  <inkml:trace contextRef="#ctx0" brushRef="#br0" timeOffset="-75712.78">28771 14959 0,'0'40'47,"0"0"-32,40-40-15,-40 40 0,0 0 0,0 0 16,40 0-1,-40 0-15,40-40 16,-40 41-16,40-1 16,0-40-16,0 0 31,1 0-31,-1 0 16,0 0-16,-40-40 15,40 40-15,-40-41 0,0 1 0,0 0 16,40 0-16,-40 0 0,0 0 15,0 0 1,0 0-16,-40 40 78,40 40-78,-40-40 0,0 40 16,40 0-16,0 0 15,-40 0-15,40 0 0,-41 0 0,41 1 16,0-1-16,0 0 16,0 0-16,-40 0 0,40 0 0,0 0 15,0 0-15,0 0 0,0 0 16,-40 1-16,40-1 0,0 0 16,0 0-16,0 0 15,-40-40-15,40 40 0,0 0 0,0 0 16,-40 0-16,40 1 0,-40-41 15,40 40-15,-40-40 16,40 40-16,-41-40 0,1 0 16,0 40-1,0-40-15,0 0 16,0 0-16,0 0 16,0-40-1,40 0-15,0 0 0,0-1 16,0 1-1,0 0-15,0 0 0,40 0 0,0 0 16,-40 0-16,40 40 16,-40-40-16,40 40 0,0-40 0,0 40 0,-40-41 15,40 41-15,1 0 16,-1 0-16,-40-40 0,40 40 0,0 0 0,0 0 16,0-40-16,0 40 15,1 0-15,-1 0 16,0 0-16,0 0 0</inkml:trace>
  <inkml:trace contextRef="#ctx0" brushRef="#br0" timeOffset="-74842.76">30015 14919 0,'-41'0'156,"1"0"-140,40 40-1,-40-40-15,40 40 0,-40-40 0,0 40 16,40 0-16,-40-40 0,40 40 15,0 0-15,0 0 16,0 0-16,-40-40 0,40 41 0,0-1 0,0 0 16,0 0-16,0 0 15,40-40-15,-40 40 0,0 0 0,0 0 16,40-40 0,-40 40-16,40 0 0,0-40 15,-40 41-15,40-41 0,0 0 0,1 0 16</inkml:trace>
  <inkml:trace contextRef="#ctx0" brushRef="#br0" timeOffset="-72952.86">30336 15119 0,'40'0'94,"0"0"-63,-40 40-31,40-40 0,-40 40 31,40-40-31,-40 40 0,40-40 16,-40 41-16,0-1 0,40-40 15,-40 40 1,0 0-16,0 0 31,-40-40-31,40 40 0,-40-40 16,0 40 15,40-120 0,0 40-15,40 0-16,-40 0 16,40 40-16,-40-40 0,40 40 0,0-41 15,1 41 1,-1 0-16,-40-40 0,40 40 31,-40 40 0,0 1-15,0-1-16,40-40 16,-40 40-16,40 0 15,-40 0-15,40 0 32,0-40-17,0 0-15,1 0 16,-1 0-1,0 0-15,0 0 16,0-40 0,0 40-16,0 0 15,-40-40 1,0 0 31,0 0-32</inkml:trace>
  <inkml:trace contextRef="#ctx0" brushRef="#br0" timeOffset="-71902.94">31539 14718 0,'0'40'140,"40"-40"-124,-40 40-16,0 0 16,41 0-16,-41 1 0,0-1 15,40 0-15,-40 0 16,0 0-16,0 0 0,0 0 0,0 0 16,0 0-1,0 1-15,0-1 0,0 0 16,0 0-16,0 0 0,0 0 15,0 0-15,0 0 0,-40 0 16,40 0-16,0 1 0,-41-1 0,41 0 0,-40 0 16,40 0-16,-40-40 15,40 40-15,0 0 0,-40-40 0</inkml:trace>
  <inkml:trace contextRef="#ctx0" brushRef="#br0" timeOffset="-67163.2">14285 18568 0,'40'0'109,"0"0"-93,0 0 0,0 0-16,-40-40 0,41 40 0,-1 0 15,0-40-15,-40 0 16,40 0-1,-40 0-15,0 0 0,0-1 16,0 1 0,0 0-16,0 0 0,0 0 15,0 0-15,0 0 16,0 0-16,0 0 31,0-1-31,0 1 16,0 0-1,0 80 64,0 0-48,0 1-16,0-1-15,0 0 16,-40 0-16,40 0 16,0 0-16,0 0 0,0 0 15,0 0-15,0 1 16,0-1-16,0 0 16,0 0-16,40-40 15,-40 40-15,40-40 16,0 40-16,0-40 0,1 0 31,-1 0-31,0 0 0,0 0 16,0 0-16,0 0 0,0-40 15</inkml:trace>
  <inkml:trace contextRef="#ctx0" brushRef="#br0" timeOffset="-66803.21">15489 18167 0,'0'0'0,"0"-40"0,-40 40 16,80 0 31,0 0-32,0 0-15,0 0 0,0 0 0,0 0 0,1 0 16,39 0-16,-40 0 15,0 0-15,0 0 0,0 0 0,0 0 0,1 0 16,-1-40-16,0 40 0</inkml:trace>
  <inkml:trace contextRef="#ctx0" brushRef="#br0" timeOffset="-66513.25">15489 18488 0,'0'0'0,"-40"0"15,80 0 1,0 0-1,0 0 1,0 0-16,0 0 16,0 0-16,1 0 0,39 0 15,120 0 1</inkml:trace>
  <inkml:trace contextRef="#ctx0" brushRef="#br0" timeOffset="-51635.84">17335 18007 0,'0'40'0,"0"-80"156,-41 40-141,41-40 1,-40 40 0,40-41-1,-40 41 63,0 0-78,0 0 32,0 0-17,0 0-15,0 0 16,-1 41 0,1-1-1,0 0 1,0-40-1,40 40 1,-40-40 0,40 40-16,-40-40 15,40 40 1,0 0 0,0 0-1,40 0 16,0-40-31,-40 41 0,40-41 16,-40 40-16,40-40 0,-40 40 16,40-40-16,1 40 15,-1-40-15,0 0 16,0 0 0,0 0-16,0 0 15,0 0 1,-40-40-16,40 40 0,1 0 31,-1 0-31,-40-40 16,40 40-16,-40-40 0,40 40 31,-40-41-31,0 1 16,0 0 15,0 0-16,0 0 1,40 40 0,-40-40-1,0 0-15,0 0 16,0 0 0,-40 40 77,0 0-77</inkml:trace>
  <inkml:trace contextRef="#ctx0" brushRef="#br0" timeOffset="-51105.82">17816 18568 0,'-40'0'0,"40"40"47,0 0-31,-40 0-16,40 1 0,0-1 15,-40-40-15,40 40 16,-40-40-16,40 40 0,-41 0 0,1-40 0,40 40 16,-40-40-16,0 0 0,0 0 15,0 0-15</inkml:trace>
  <inkml:trace contextRef="#ctx0" brushRef="#br0" timeOffset="-50375.95">18819 18207 0,'-40'0'16,"120"0"31,-39 0-47,-1 0 15,0 0 1,0 0-16,0 40 0,0-40 0,40 0 16,-39 0-16,-1 0 0,0 40 0,0-40 0,0 0 15,0 0-15,0 0 0,0 0 16,1 0-16,-41-40 0</inkml:trace>
  <inkml:trace contextRef="#ctx0" brushRef="#br0" timeOffset="-50065.88">19060 18007 0,'-40'40'15,"40"0"17,0 0-32,0 0 15,0 0 1,40 0-16,-40 0 16,40 1-1,-40-1-15,0 0 16,0 0-1,40 0-15</inkml:trace>
  <inkml:trace contextRef="#ctx0" brushRef="#br0" timeOffset="-49765.9">18819 18568 0,'-40'0'16,"80"0"15,0 0-16,1 0-15,-1 0 0,0 0 16,0 0-16,-40 40 16,40-40-16,0 0 15,0 0-15,0 0 0,1 0 0,-1 0 16</inkml:trace>
  <inkml:trace contextRef="#ctx0" brushRef="#br0" timeOffset="-48885.95">19983 18568 0,'0'0'0,"40"0"15,0 0 1,0-40 46,-40 0-62,40 40 16,-40-40-16,41 40 0,-41-40 0,40 0 16,-40 0-1,0-1-15,0 1 0,0 0 32,0 0 30,0 0-46,0 0 15,0 0-15,0 80 62,0 0-63,0 0-15,0 0 16,-40 0 0,40 0-16,0 1 0,0-1 15,0 0 1,-41 0-16,41 0 0,0 0 15,41-40 1,-1 0-16,-40 40 16,40-40-16,0 0 0,0 0 15,0 0 1,0 0-16</inkml:trace>
  <inkml:trace contextRef="#ctx0" brushRef="#br0" timeOffset="-48565.97">20705 18528 0,'40'0'0,"-40"40"15,40-40 1,-40 40-16,0 0 0,0 0 16,0 1-1,41-1-15,-41 0 0,-81-40 16,81 40-1,-80-40-15,40 0 16,0 0-16</inkml:trace>
  <inkml:trace contextRef="#ctx0" brushRef="#br0" timeOffset="-47666.03">21668 18287 0,'0'-40'0,"0"0"16,0 80 46,40-40-62,0 0 16,-40 40-16,41-40 16,-1 0-16,0 41 0,0-41 0,0 0 0,40 0 15,-39 0-15,39 40 16,-40-40-16,40 0 0,-40 0 0,0 0 0,41 0 15,-41 40-15,0-40 0,0 0 16,0 0-16</inkml:trace>
  <inkml:trace contextRef="#ctx0" brushRef="#br0" timeOffset="-46856.07">22150 18167 0,'-40'0'0,"80"0"78,0 0-47,-80 0 79,40 40 202,-40-40-312,40 40 0,0 0 16,0 1-16,0-1 15,0 0 1,0 0-16,0 0 0,0 0 31</inkml:trace>
  <inkml:trace contextRef="#ctx0" brushRef="#br0" timeOffset="-46486.1">21789 18528 0,'0'0'0,"-41"0"0,1 0 16,0 0-1,80 0 16,0 0-15,1 0-16,-1 0 0,0 0 0,-40 40 16,40-40-16,0 0 0,0 0 15,0 0-15,1 40 0,-1-40 16,0 0-16,0 40 16,0-40-16,0 0 0,0 0 0,0 0 15</inkml:trace>
  <inkml:trace contextRef="#ctx0" brushRef="#br0" timeOffset="-45556.24">23193 18648 0,'-40'0'16,"80"40"140</inkml:trace>
  <inkml:trace contextRef="#ctx0" brushRef="#br0" timeOffset="-44556.21">23033 18087 0,'-41'0'15,"122"0"32,-41 0-16,0 0-15,0 0 0,-40 40-16,40-40 0,-40 40 15,40-40-15,-40 40 16,40-40-16,-40 40 15,41 0 1,-41 1-16,0-1 16,0 0-16,-41-40 15,41 40-15,-40-40 16,40 40-16,-40-40 0,0 40 16,0-40-1,0 40-15,0-40 16,40 40-1,-40-40-15,40 40 0,-41-40 16,41 40 0,0-80 31,0 0-47,0 0 31,41 40 0,-1 0-31,0 0 16,0 0-16,0 0 0,0 0 15,0 0 1,0 0-16,1 40 16,-1-40-16,-40 40 15,40-40-15,0 0 0,-40 40 0,40-40 16,-40 41-1,40-41-15</inkml:trace>
  <inkml:trace contextRef="#ctx0" brushRef="#br0" timeOffset="-43566.27">24156 18608 0,'-40'0'16,"0"0"-1,40-40 1,0 0 15,40 40-31,0 0 0,-40-40 16,40 40-16,-40-40 16,40 40-16,-40-40 0,40 40 15,-40-40-15,0 0 16,0-1-16,0 1 15,0 0 17,0 0-17,0 0 1,0 0 171,-40 40-124,40-40-63,-40 40 0,40 40 172,0 0-172,-40 0 0,40 0 15,0 0-15,-40-40 0,40 40 0,0 1 16,0-1-16,0 0 16,-40-40-16,40 40 0,0 0 31,40-40-31,0 0 16,-40 40-16,40-40 15,0 0-15,0 0 0,1 0 0,-1 0 16,0 0-1,0 0-15,0 0 0,-40-40 16</inkml:trace>
  <inkml:trace contextRef="#ctx0" brushRef="#br0" timeOffset="-43046.32">25280 18528 0,'40'0'62,"0"0"-46,0 0 0</inkml:trace>
  <inkml:trace contextRef="#ctx0" brushRef="#br0" timeOffset="-42836.34">25761 18568 0,'40'0'16,"0"0"-1,41-40 1</inkml:trace>
  <inkml:trace contextRef="#ctx0" brushRef="#br0" timeOffset="-42656.36">26283 18648 0,'0'0'0,"0"-40"16,-40-40-1,80 80 17,80 0-32</inkml:trace>
  <inkml:trace contextRef="#ctx0" brushRef="#br0" timeOffset="-42486.43">26925 18608 0,'-40'0'16,"80"0"31,0 0-47,0 0 0,0 0 15</inkml:trace>
  <inkml:trace contextRef="#ctx0" brushRef="#br0" timeOffset="-42356.36">27406 18729 0,'0'-41'31</inkml:trace>
</inkml:ink>
</file>

<file path=ppt/ink/ink2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2T07:33:18.032"/>
    </inkml:context>
    <inkml:brush xml:id="br0">
      <inkml:brushProperty name="width" value="0.05292" units="cm"/>
      <inkml:brushProperty name="height" value="0.05292" units="cm"/>
      <inkml:brushProperty name="color" value="#FF0000"/>
    </inkml:brush>
  </inkml:definitions>
  <inkml:trace contextRef="#ctx0" brushRef="#br0">5497 2125 0,'0'0'0,"-40"0"16,0 0-16,80-40 125,0 0-109,0 40-1,1 0-15,-41-40 16,40 40-16,0 0 0,0 0 15,0 0 1,0 0-16,0 0 0,0 40 16,1 0-1,-41 0-15,0 0 0,40 0 0,-40 0 16,0 41-16,0-41 16,0 0-16,0 0 0,0 0 0,0 0 0,0 0 15,0 0-15,0 0 0,0 0 16,0 1-16,-40-41 0,40 40 0,-41 0 0,1 0 15,0-40-15,0 0 0,0 0 16,0 0 0,0 0-16,0 0 15,40-40-15,0-40 16,0 39 0,80 1-1,-40 0-15,0 0 0,0 40 16,-40-40-16,40 0 0,0 40 0,1-40 0,39 40 15,-40-40-15,0 0 0,0 40 16,40-40-16,-39-1 0,-1 41 0,0-40 16,0 40-16,-40-40 15,40 40-15,-40-40 0,40 40 0,-40-40 16,40 0 0,-40 0-16,40 0 15,-40 0 1,0 80 93,-40-40-109,0 0 0,40 40 0,-40-40 16,0 40-16,0-40 15,40 40-15,-40-40 16,0 40-16,40 0 16,-41-40-16,1 40 15,0 0-15,40 1 0,-40-1 16,40 0 0,0 0-16,-40 0 0,40 0 0,0 0 15,0 0-15,0 0 16,0 0-16,0 1 15,40-41-15,0 0 16,40 0 0,-39 0-16,-1 0 15,0 0-15,0 0 16,0 0-16,0-41 16</inkml:trace>
  <inkml:trace contextRef="#ctx0" brushRef="#br0" timeOffset="489.92">7303 1724 0,'-40'0'15,"80"0"-15,-80-40 16,40 80 15,0 0-15,0 0-16,0 0 0,-40-40 16,40 40-16,0 0 0,-40 1 0,40-1 0,0 0 15,-41 0-15,41 0 16,0 0-16,-40 0 0,40 0 0,0 0 0,0 1 15,0-1-15,0 0 0,81 0 0,-81 0 16,0 0-16,80 0 16,-80 0-16,40-40 0,-40 40 0,40-40 0,0 40 15,0-40 1,1 0-16</inkml:trace>
  <inkml:trace contextRef="#ctx0" brushRef="#br0" timeOffset="1059.99">7704 2125 0,'-40'0'15,"80"0"-15,-80-40 0,40 0 16,80 40-1,-39 0 1,-1 0 0,-40 40-16,0 0 15,40-40-15,-40 40 0,0 0 16,0 0-16,0 0 0,0 1 16,0-1-1,-40 0-15,40 0 0,-40-40 16,40 40-16,0-80 31,0 0-15,0 0-16,0 0 0,40 40 15,-40-41-15,40 1 0,0 0 0,-40 0 16,40 40-16,-40-40 16,40 0-16,0 40 0,-40-40 0,40 40 15,-40-40 1,41 40-16,-41 40 15,0 0 1,0 0 0,0 0-16,0 0 0,0 0 15,40-40-15,-40 40 16,0 1-16,0-1 0,40-40 0,-40 40 16,40 0-1,-40 0-15,40 0 0,-40 0 16,40-40-16,-40 40 15</inkml:trace>
  <inkml:trace contextRef="#ctx0" brushRef="#br0" timeOffset="1409.88">8587 1764 0,'0'-40'16,"0"80"-16,0-120 16,40 80-1,0 0 1,-40 40-16,40-40 15,-40 40-15,41 0 16,-41 0-16,0 0 0,40 0 16,-40 1-16,0-1 15,40 0-15,-40 0 0,0 0 0,0 0 16,0 0-16,0 0 0,0 0 16,0 1-16,0-1 0,-40 0 0,40 0 15,-40-40-15,40 40 0,-41 0 16,1 0-16</inkml:trace>
  <inkml:trace contextRef="#ctx0" brushRef="#br0" timeOffset="1949.85">10353 1884 0,'-41'0'0,"82"0"31,39 0-31,-40 0 0,0 0 16,0 0-16,0 0 16,0 0-16,1 0 0,-1 0 0,0 0 0,0 0 15,0 0-15,0 0 0,0 0 16,1-40-16,-1 40 0,0 0 0,0 0 0,0-40 15,0 40-15,0 0 0,-40-40 0,40 40 16,1 0 0</inkml:trace>
  <inkml:trace contextRef="#ctx0" brushRef="#br0" timeOffset="2329.83">10714 2366 0,'0'0'16,"0"40"0,40-40 15,-40-40-31,40 40 0,0 0 0,0 0 15,0 0-15,41 0 0,-41 0 0,0 0 0,0-40 16,0 40-16,0 0 16,0 0-16,1 0 0,-1 0 0,0 0 15,0 0-15,0 0 16,0 0-16,0 0 16</inkml:trace>
  <inkml:trace contextRef="#ctx0" brushRef="#br0" timeOffset="3399.83">14807 360 0,'-40'0'15,"-1"0"1,-39 0 15,40 0-31,0 0 16,0 121 0,0-121-16,40 120 31,0-80-31,0 0 0,0 0 0,0 0 0,0 1 0,0-1 15,40 80 1,0-80-16,0 80 16,-40-80-16,0 1 0,0-1 15,40-40-15,-40 40 0,0 0 16,-40 0 0,-40 0-1,-41 0 1,81-80 15,40-40-15,40 80-1,41 0 17,-41 0-32,0 80 15,0-80-15,-40 40 0,0 0 16,0 0-16,0 121 15,0-121-15,0 0 16,0 120 0,0-39 15,0-81-15,0 0-1,80 40 1,1-40-1,-41 0 1,40-40 15,0 0-15,0-40 0,-39 0-1</inkml:trace>
  <inkml:trace contextRef="#ctx0" brushRef="#br0" timeOffset="4339.79">16171 1082 0,'0'40'63,"0"0"-48,0 1-15,0-1 0,0 0 0,0 0 16,0 0-16,0 0 0,0 0 0,0 0 0,0 0 15,0 1-15,0 39 16,0-40-16,40 0 0,-40 0 0,0 0 0,0 0 16,0 0-16,0 0 15</inkml:trace>
  <inkml:trace contextRef="#ctx0" brushRef="#br0" timeOffset="4659.76">16933 2125 0,'0'40'62,"40"-40"-62,-40 40 0,0 0 16,0 0 0,0 1-16,0-1 0,-40-40 15,40 40-15,-40-40 16,0 40-16,0-40 0,0 0 0</inkml:trace>
  <inkml:trace contextRef="#ctx0" brushRef="#br0" timeOffset="5729.61">19542 1203 0,'0'40'110,"-41"-40"-48,1 0-46,0 40 0,0-40-1,40 40-15,-40-40 0,40 40 0,-40-40 16,40 40-16,0 0 0,0 0 15,-40 0-15,40 1 0,0-1 0,0 0 16,0 0 0,0 0-16,0 0 0,40 0 0,0 0 15,-40 0-15,40-40 16,0 40-16,0 1 0,0-41 0,1 0 16,-41 40-1,40-40-15,0 0 0,0 0 0,0 0 16,0 0-16,0 0 15,-40-40-15,40-1 16,-40 1-16,0 0 16,0 0-1,0 0-15,0 0 0,0 0 0,0 0 16,0 0-16,0 0 0,0-1 16,0 1-16,0 0 0,0 0 0,-40 40 15,40-40-15,0 0 0,-40 40 16,40-40-16,-40 40 15,0 0-15,0 0 16,0 0 0,0 0-1,-1 0 1</inkml:trace>
  <inkml:trace contextRef="#ctx0" brushRef="#br0" timeOffset="6559.57">20826 1965 0,'0'40'15,"40"0"32,-40 0-31,0 0 15,0 0-31,0 0 0,0 0 16,-40 0-16,-1 1 0,1-41 15,0 40-15,0-40 0</inkml:trace>
  <inkml:trace contextRef="#ctx0" brushRef="#br0" timeOffset="7289.53">22230 1283 0,'-40'0'15,"0"0"1,0 40 0,0-40-1,40 40-15,-41 0 0,41 0 16,-40 0-16,40 0 15,-40 1-15,40-1 0,0 0 16,0 0-16,0 0 0,0 0 0,0 0 16,0 0-1,40 0-15,0 0 0,1 1 16,-1-41-16,0 0 0,0 0 16,0 0-16,0 0 0,0 0 15,0 0-15,1-41 16,-1 1-1,-40 0-15,0 0 0,0 0 16,0 0-16,0 0 0,0 0 16,0 0-16,0 0 0,-40-1 0,40 1 0,0 0 15,-41 40 1,41-40-16,-40 40 16,40-40-16,-40 40 15,0 0-15,0 0 16</inkml:trace>
  <inkml:trace contextRef="#ctx0" brushRef="#br0" timeOffset="7659.57">22872 2085 0,'0'0'0,"0"40"31,0 0 0,0 0-31,0 81 32,-80-41-17,40-40-15,-81-40 0</inkml:trace>
  <inkml:trace contextRef="#ctx0" brushRef="#br0" timeOffset="9059.51">23795 1564 0,'0'0'0,"0"-41"47,40 41-47,-40-40 0,0 0 31,0 0-31,40 40 16,-40-40-16,0 0 0,0 0 15,0 0-15,40 40 0,-40-40 16,0-1 0,0 1-16,0 80 46,0 1-14,0-1-32,0 0 0,0 0 0,0 0 15,0 0-15,0 0 16,0 0-16,0 0 0,0 1 0,0-1 0,0 0 16,0 0-1,0 0-15,0 0 0,0 0 0,0 0 0,0 0 16,0 0-16,0 1 0,0-1 15,0 0-15,0 0 16,0 0 0,0 0 31,0 0-47,-40 0 46,0-40-46,0 0 94,0 0-94,0 0 16,0 0 15,-1 0-15,82 0 109,39 0-125,-40 0 15,0 0 1,0 0-16,0 0 0,0 0 16,1 0-1,-1 0-15,0 0 0,0 0 16,0 0-16,0 0 15,0 0 1,-40-40-16</inkml:trace>
  <inkml:trace contextRef="#ctx0" brushRef="#br0" timeOffset="10149.34">24959 681 0,'0'-40'16,"0"80"46,40 0-62,0 0 16,-40 1 0,40-41-16,-40 40 0,40-40 15,-40 40-15,0 0 0,0 0 16,0 0-1,0 0-15,0 0 0,0 0 16,0 0-16,-40 1 0,40-1 16,0 0-16,0 0 15,0 0 1,0 0-16,0 0 16,40-40-16,-40 40 15,40-40-15,0 0 0,0 0 16,1 0-16,-41-40 31,0 0-31,0 0 31,0 0-15,0 80 15,0 0-15,0 0-16,0 0 15,0 0-15,0 1 0,0-1 16,0 0 0,0 0-16,-41 0 0,41 0 0,0 0 15,0 0-15,0 0 16,0 0-16,0 1 0,0-1 16,0 0-1,0 0-15,-40-40 0,40 40 0,0 0 16,-40-40-16,40 40 0,-40 0 15,40 0 1,-40-40-16,40 41 0,-40-41 0,40 40 16,-40-40-1,40 40-15,-40-40 16,40 40-16,-41-40 16,1 0-16,0 0 0,0 0 15,0-40-15</inkml:trace>
  <inkml:trace contextRef="#ctx0" brushRef="#br0" timeOffset="13159.18">5818 4170 0,'0'0'0,"0"40"47,40-40 15,1 0-46,-1 0-1,-40-40-15,40 40 0,0 0 16,-40-40 0,40 40-16,-40-40 0,0 0 15,0 0-15,0 0 16,0 0-1,0 0-15,0 0 0,-40-1 16,40 1 0,0 0-16,0 0 15,-40 40 48,40 40-48,0 0 1,0 0-16,0 1 0,0-1 16,0 0-16,0 0 15,0 0-15,0 0 0,0 0 0,0 0 16,0 0-16,0 0 16,0 1-16,0-1 0,0 0 0,0 0 15,0 0-15,0 0 0,0 0 16,0 0-1,-40 0-15,40 1 32,0-82 77,0 1-109,40 0 16,-40 0-1,40 40-15,-40-40 0,40 40 16,-40-40 0,40 40-16,0-40 0,0 40 15,-40-40-15,41 40 16,-41 40 31,40-40-32,0 40 1,0-40 0,-40 40-16,0 0 15,0 0-15,0 0 16,40-40-16,-40 40 15,0 1 1,40-1 15,0-40 1,0 0-17,1 0-15,-41-40 16</inkml:trace>
  <inkml:trace contextRef="#ctx0" brushRef="#br0" timeOffset="13749.22">7704 3689 0,'0'0'0,"-40"0"16,0-40 15,40 80-15,-40-40-16,40 40 15,-40 0-15,40 0 0,-40 41 16,-41 79 0,41-80-1,0 41 1,40-81-16,0 40 15,0-40-15,40 0 0,0 0 16,1 0 0,79 0 15,-40-40-15</inkml:trace>
  <inkml:trace contextRef="#ctx0" brushRef="#br0" timeOffset="14409.16">7905 4010 0,'0'0'16,"40"0"15,-40 40-15,40 0-1,40 40 1,-80 81-1,0-41 1,0-80 15,0-80 1,0 0-32,0 0 15,0 0-15,0-40 16,0 39-16,0 1 15,0 0-15,41 0 16,39 0 0,0 40 15,-40 0-15,0 0-1,0 40 1,-40 0-16,41 0 0,-41 0 0,0 1 15,0-1 1,0 0 0,0 40-1,0-40 17,0 0-17</inkml:trace>
  <inkml:trace contextRef="#ctx0" brushRef="#br0" timeOffset="14849.11">8988 3689 0,'0'-40'0,"40"40"47,1 0-47,-1 40 16,-40 0-16,40-40 0,0 40 31,-40 0-31,0 1 0,40-41 0,-40 40 0,0 0 16,0 0-16,40 0 0,-40 0 15,0 0-15,0 0 0,0 0 0,0 0 16,0 1-16,0-1 0,0 0 0,0 0 15,0 0 1,-40-40-16,40 40 0</inkml:trace>
  <inkml:trace contextRef="#ctx0" brushRef="#br0" timeOffset="16578.96">10353 3930 0,'0'40'78,"40"-40"-15,40 0-63,0 0 15,-40 0-15,0 0 16,1 0-16,-1 0 0,0 0 0,0-40 0,0 40 15,0 0-15,0 0 0,1 0 16,-1 0-16,0-40 0,0 40 16</inkml:trace>
  <inkml:trace contextRef="#ctx0" brushRef="#br0" timeOffset="16988.97">10473 4291 0,'0'40'16,"40"-40"-1,0 0 63,0 0-62,0 0 0,1 0-16,-1 0 0,0 0 0,0 0 0,0 0 15,0 0-15,0 0 0,1 0 16,-1 0-16,0 0 0,0 0 0,0 0 0</inkml:trace>
  <inkml:trace contextRef="#ctx0" brushRef="#br0" timeOffset="19588.87">13924 3047 0,'-40'0'62,"40"41"-46,-40-41 140,-1 0-62,1 0-94,40 40 0,-40-40 16,40 40-1,-40-40-15,40 40 32,-40 0-17,40 0 1,-40 0-1,40 0 1,0 0 0,0 0-1,40 1 1,0-41 0,-40 40-16,0 0 0,40-40 15,-40 40 1,0 0-16,40-40 0,-40 40 0,0 0 15,0 0 1,0 0-16,-40 1 31,0-41-31,40 40 16,-40-40 0,0 0-16,0 0 15,40-40-15,0-1 31,-40 41-31,80 0 79,-40 41-64,40-41-15,-40 40 0,0 0 16,0 0-16,0 0 15,0 0 1,40-40-16,-40 40 0,0 0 0,0 0 16,0 0-1,0 1-15,0-1 0,0 0 32,0 0-32,0 0 15,0 0-15,40-40 16,0 0-1,-40 40-15,40-40 16,-40 40 0,40-40-16,1 0 0,-1 0 15,0 0 1,0 0 0,0 0-1,0 0 16</inkml:trace>
  <inkml:trace contextRef="#ctx0" brushRef="#br0" timeOffset="21458.67">15569 3248 0,'0'40'16,"40"-40"-16,0 0 31,-80 40 32,0-40-63,40 40 15,-40-40 1,40 40-16,-40-40 0,0 40 0,0 1 16,-1-41-16,1 0 0,40 40 0,-40-40 0,40 40 15,-40-40-15,0 40 16,0 0-16,40 0 31,40-40 0,0 0-31,0 0 16,0 0 0,0 0-16,1-40 0,-1 40 0,0 0 15,0 0-15,0 0 0,0 0 0,0 0 0,0 0 16,1 0-16,-1 0 15,0 0-15,0 0 0,0 0 16,0 0 0</inkml:trace>
  <inkml:trace contextRef="#ctx0" brushRef="#br0" timeOffset="21808.68">15730 3328 0,'-41'0'0,"41"40"63,0 0-63,0 0 15,0 1-15,0-1 16,0 0-16,0 0 0,0 0 0,0 0 0,0 40 16,0-40-16,0 1 0,0-1 0,0 0 0,0 0 15,0 0-15,0 0 16,0 0-16,0 0 0,0 0 15</inkml:trace>
  <inkml:trace contextRef="#ctx0" brushRef="#br0" timeOffset="22268.65">16412 4090 0,'40'0'62,"-40"40"-46,0 0-16,0 0 15,-40 1 1,0-1-16,-1 0 16,1-40-16,0 0 0,0 0 0,0 40 15,0-40-15</inkml:trace>
  <inkml:trace contextRef="#ctx0" brushRef="#br0" timeOffset="23418.64">17294 3368 0,'41'0'0,"-1"0"47,0-40-31,0 40-16,0 0 15,0 0 1,0 0-16,-40 40 0,40-40 16,-40 40-16,41-40 0,-1 40 15,-40 1 1,40-1-16,-40 0 15,0 0 1,-40 0-16,0 0 0,-1 0 16,1 0-1,0-40-15,40 40 0,-40-40 0,0 0 32,80 0 14,0 0-14,0 0-32,0 0 15,1 0-15,-41 41 16,40-41-16,0 0 0,-40 40 16,40 0-16,-40 0 15,0 0 1,0 0 15,-40-40-31,40 40 16,-40-40-1,0 0-15,-1 0 0,1 0 0,40 40 16,-40-40-16,0 0 16,0 0-16,0 0 0,0 0 15,0 0-15,-1-40 16,1 0-1</inkml:trace>
  <inkml:trace contextRef="#ctx0" brushRef="#br0" timeOffset="24178.5">18258 4090 0,'0'40'94,"40"0"109,-40 0-188,0 1 1,0-1 0,0 0-16,-40-40 15,40 40-15,-41-40 0,1 0 0,0 0 16,0 0-16,0 0 15,0 0-15,0 0 0</inkml:trace>
  <inkml:trace contextRef="#ctx0" brushRef="#br0" timeOffset="26888.37">18819 3328 0,'0'40'16,"40"-40"30,1 0-14,-1 0-17,0 0 1,0 0-16,0 40 16,0-40-16,-40 40 15,40-40-15,-40 41 0,40-1 16,-40 0-16,0 0 15,0 0 1,-40 0-16,0 0 16,-40 0-16,40-40 15,40 40-15,-40-40 0,40 41 16,-40-41-16,-1 0 31,41-41 32,41 41-63,-41-40 31,40 40-15,-40 40 15,40-40-31,-40 41 15,40-41-15,-40 40 0,40-40 16,0 40-16,0 0 0,0 0 16,1 0-1,-1 0-15,0 0 0,0 0 16,-40 0-16,0 1 0,40-41 16,-40 40-16</inkml:trace>
  <inkml:trace contextRef="#ctx0" brushRef="#br0" timeOffset="27658.93">19822 4251 0,'41'0'15,"-1"40"63,-40 0-62,0 0-16,0 0 16,0 0-16,-40 0 0,-1-40 15,1 40-15</inkml:trace>
  <inkml:trace contextRef="#ctx0" brushRef="#br0" timeOffset="28198.88">20505 3448 0,'0'-40'31,"0"80"0,0 1-15,0-1 0,0 0-16,0 0 15,0 0-15,0 0 0,0 0 0,0 0 16,-41 0-16,41 1 15,0-1-15,0 0 0,0 0 0,-40-40 0,40 40 16,0 0-16,0 0 16</inkml:trace>
  <inkml:trace contextRef="#ctx0" brushRef="#br0" timeOffset="30068.78">21227 3088 0,'0'-41'46,"0"82"33,0-1-48,0 0-31,0 0 15,0 0 1,0 0-16,0 0 16,0 0-1,0 0-15,0 0 16,0 1 0,0-1-16,80-40 0,-80 40 15,40 0-15,-40 0 16,40-40-1,0 40 1,1-40 15,-41-40-15,40 40 0,-40-40-16,40 40 0,-40-40 15,40 40 1,-80 0 78,40 40-79,-40 0-15,0 0 16,-1-40-1,41 40-15,0 0 0,-40-40 16,40 40-16,0 1 16,-40-41-16,40 40 0,0 0 31,0 0-31,0 0 16,-40-40-16,40 40 0,-40-40 15,40 40-15,0 0 16,-40-40-16,40 40 0,0 0 15,-40-40 1,40 41-16,-40-41 16,40 40-1,0 0 17,-41-40-17,41 40 16,-40-40-31,0 0 16,0 0 0,40 40-1,-40-40 1,0 0-16,0 0 0,0 40 16,-1-40-16,1 0 31,40-40-31,-40 0 15,40 0 1</inkml:trace>
  <inkml:trace contextRef="#ctx0" brushRef="#br0" timeOffset="30826.35">20986 2927 0,'40'0'15,"0"0"1,0 0 78,1 0-79,-1 0 1,-40 40-16,40 0 31</inkml:trace>
  <inkml:trace contextRef="#ctx0" brushRef="#br0" timeOffset="46838.15">4454 6136 0,'0'0'0,"40"0"62,0 0-46,-40-41 312,40 1-266,1 40-46,-1 0-16,0-40 16,0 40-1,0 0-15,-40 40 78,0 0-78,40-40 16,-40 41 0,40-1-16,-40 0 15,0 0 1,0 0-16,0 0 0,0 0 16,0 0-16,0 0 15,0 0 1,0 1-16,0-82 78,0 1-78,0 0 31,0 0-31,0 0 0,0 0 31,40 40-31,-40-40 0,41 40 0,-1-40 16,-40 0 0,40 40-16,-40-40 0,40 40 15,-40-41-15,40 41 16,-40-40-16,40 40 0,0 0 16,0 0 77,-40 40-61,0 1-17,0-1 1,0 0-1,0 0-15,41-40 0,-41 40 16,0 0 0,0 0 15,40-40-31,-40 40 16,40-40-16,0 40 0,0 0 15,0 1 1,0-1-16,0 0 0,-40 0 15,41-40-15,-41 40 16,40-40 0</inkml:trace>
  <inkml:trace contextRef="#ctx0" brushRef="#br0" timeOffset="54947.67">7664 6055 0,'0'0'0,"-40"0"0,40-40 32,-80 40 124,80 40-62,0 0-63,0 1-31,0-1 16,-40-40-16,40 40 15,0 0 1,0 0-16,0 0 15,0 0 1,0 0 15,0 0-31,0 0 16,0 1-16,0-1 16,0 0-16,0 0 15,0 0-15,-40 0 0,40 0 0,0 0 16,0 0-16,0 1 15,0-1-15,0 0 0,0 0 16,-41 0 0,41 0-16,0 0 15,0 0-15,0 0 16,0 0 0,-40 1-16,40-1 0,0 0 15,0 0 1,-40 0-16,40 0 0,0 0 15,0 0 1,-40-40-16,40 40 16,0 1 15,0-1-15,-40-40-1,40 40-15,0 0 0,0 0 16,0 0-16,0 0 15,0 0-15,0 0 32,-40 0-17,40 1-15,0-1 16,0 0 0,-40 0-16,40 0 0,0 0 15,0 0 1,-41 0-16,41 0 0,0 1 15,0-1 1,0 0 15,0 0-31,0 0 16,0 0-16,0 0 16,0 0-1,-40 0-15,40 0 0,-40 1 16,40-1-1,0 0-15,0 0 0,0 0 16,-40-40-16,40 40 0,0 0 16,0 0-16,0 0 0,0 1 15,0-1-15,0 0 16,0 0-16,0 0 16,0 0-16,0 0 0,0 0 15,0 0-15,0 0 16,0 1-16,0-1 0,0 0 15,0 0-15,0 0 16,0 0-16,0 0 0,0 0 16,0 0-16,0 1 15,0-1-15,0 0 16,0 0-16,0 0 31,0 0-15,0 0-1,0 0 1,0 0 0,-40 0-16,40 1 15,0-1-15,0 0 16,-40-40-16,40 40 16,0 0-16,0 0 15,-40-40 1,40 40-16,0 0 0,-40 0 15,40 1-15,0-1 16,-41 0-16,41 0 0,0 0 0,0 0 0,-40 0 16,40 0-16,0 0 15,-40 0-15,40 1 0,0-1 0,-40 0 16,40 0-16,0 0 0,-40 0 16,40 0-16,0 0 15,0 0-15,-40-40 0,40 41 16,0-1-1,0 0-15,0 0 0,0 0 0,-40 0 16,40 0-16,0 0 16,0 0-16,0 0 0,-40-40 0,40 41 0,0-1 15,0 0-15,0 0 0,0 0 32,-41-40-32,41 40 0,0 0 15,0 0 1,0 0-16,0 1 0,0-1 15,0 0 1,0 0-16,0 0 0,0 0 0,-40 0 16,40 0-16,-40 0 0,40 0 15,0 1-15,-40-41 0,40 40 0,0 0 0,-40 0 16,40 0-16,0 0 0,-40-40 16,40 40-16,0 0 15,-40 0-15,40 1 0,0-1 16,-40 0-16,40 0 15,-41 0-15,41 0 0,-40 0 16,40 0-16,0 0 16,0 0-16,-40 1 0,40-1 0,-40 0 0,40 0 15,0 0-15,-40-40 0,40 40 0,0 0 0,-40 0 16,40 0-16,-40 1 16,40-1-16,0 0 0,-40-40 15,40 40-15,0 0 16,0 0-16,0 0 15,-41-40-15,41 40 0,0 0 16,0 0-16,-40-40 16,40 41-16,0-1 15,-40 0 1,40 0-16,0 0 16,-40-40-1,40 40-15,0 0 16,-40-40-1,40 40-15,0 0 0,0 1 16,-40-41-16,40 40 0,-40 0 16,40 0-16,0 0 0,-40-40 15,40 40-15,0 0 0,-41-40 16,41 40 0,0 0-1,0 0 1,-40 1-1,40-1 1,0 0-16,0 0 16,0 0-1,-40-40 1,40 40-16,0 0 31,0 0-15,0 0-1,0 1-15,0-1 0,-40-40 16,40 40 0,0 0-16,0 0 15,0 0-15,-40 0 16,40 0 0,0 0-16,0 0 15,0 1 1,-40-1-1,40 0 1,0 0 15,0 0-15,0 0-16,0 0 16,0 0-1,0 0-15,0 1 0,0-1 16,0 0-1,0-80 1</inkml:trace>
  <inkml:trace contextRef="#ctx0" brushRef="#br0" timeOffset="58897.46">9028 6136 0,'-40'0'0,"0"0"31,40 40 79,-40-40-17,40 40-93,-40-40 16,0 0 0,40 40-16,-40-40 15,0 0 17,-1 0-1,41-40 0,41 40 0,-1 0 1,-40-40-32,40 40 0,0 0 15,0 0 1,0 0-16,0 0 0,0 0 15,1 0-15,-1 0 16,0 0-16,0 0 0,0 0 16,0 0-1,0-40-15,0-1 0,1 41 16</inkml:trace>
  <inkml:trace contextRef="#ctx0" brushRef="#br0" timeOffset="59767.41">9791 5775 0,'-40'0'0,"80"0"94,0 0-78,0-41-16,0 1 15,0 40 1,0 0-16,1 0 16,-1 0-1,0 0-15,-40 40 16,40-40-16,-40 41 0,0-1 16,0 0-16,0 0 15,40 0-15,-40 0 0,0 0 0,0 0 16,0 0-16,-80-40 15,80 41-15,0-1 0,-40-40 0,40 40 0,-40-40 16,40 40-16,-41-40 16,1 0-16,0 0 15,40-40 32,80 40-31,-39 0 15,-1 0-31,0 0 16,0 0-1,0 0-15,-40 40 16,40-40-16,-40 40 0,0 0 0,0 0 16,0 0-1,0 0-15,0 0 16,-40-40-16,40 41 15,-40-41-15,40 40 0,-40-40 0,0 0 0,0 0 16,40 40-16,-41-40 16,1 0-16,0 0 0,0 0 15,0 0-15,40-40 16,-40 40 0,40-40-16,0-1 0,0 1 0,0 0 15</inkml:trace>
  <inkml:trace contextRef="#ctx0" brushRef="#br0" timeOffset="61047.34">11155 6496 0,'0'41'110,"0"-1"-110,0 0 15,0 0 1,0 0 0,0 0-16,0 0 15,-40 0 1,0-40-16,0 40 0,0-40 0,0 41 15,-41-41-15</inkml:trace>
  <inkml:trace contextRef="#ctx0" brushRef="#br0" timeOffset="62137.32">12399 6176 0</inkml:trace>
  <inkml:trace contextRef="#ctx0" brushRef="#br0" timeOffset="63047.3">12640 6095 0,'-40'0'31,"40"41"79,0-1-110,40-40 15,0 0-15,0 0 0,0 0 0,40 0 16,-39 0-16,39 0 16,-40 0-16,0 0 0,40-40 0,-40 40 0,1 0 15,-1-41-15,0 41 0,0 0 16,0 0-16,0-40 0,0 40 15</inkml:trace>
  <inkml:trace contextRef="#ctx0" brushRef="#br0" timeOffset="63977.25">13603 5855 0,'-40'0'0,"40"-40"31,40 0-16,0 40 1,0-41-16,0 41 0,0 0 0,0 0 16,1 0-1,-1 0-15,0 0 0,0 0 0,0 0 16,0 0-16,-40 41 0,40-41 0,0 0 16,-40 40-16,0 0 15,41 0-15,-41 0 0,0 0 0,0 0 16,0 0-1,0 0-15,-41 1 0,41-1 16,-40-40-16,40 40 0,-40-40 16,0 40-16,0-40 0,40 40 15,-40-40-15,0 0 0,0 0 32,-1 0-17,41-40 16,41 40 16,-1 0-47,0 0 16,-40 40-16,40-40 0,0 0 0,0 40 0,0-40 16,0 0-1,1 0-15,-1 0 0,0 0 16,0 40-16,0-40 15,0 0-15,-40-40 297</inkml:trace>
  <inkml:trace contextRef="#ctx0" brushRef="#br0" timeOffset="65737.14">16813 5815 0,'0'0'0,"0"40"31,-40-40 31,0 0-30,0 0-17,-1 0-15,1 0 31,0 0-31,0 0 32,80 0 46,-40 40-63,40-40-15,0 0 16,1 0-16,-41 40 0,40-40 0,0 0 16,0 0-16,0 0 0,0 0 0,0 0 0,0 0 15,1 0-15,-1 0 0,0 0 16,0 0-16,0 0 0,0 0 16,-40-40 93</inkml:trace>
  <inkml:trace contextRef="#ctx0" brushRef="#br0" timeOffset="66397.1">17736 5534 0,'-40'0'0,"40"40"16,-40-40 0,40 40 140,0 0-140,0 0-1,0 0-15,0 1 0,0-1 16,0 0-16,0 0 15,0 0-15,40 0 0,-40 0 0,0 0 0,0 0 16,0 1 0,0-1-16,0 0 0,0 0 15,-40-40 17,40-40 108</inkml:trace>
  <inkml:trace contextRef="#ctx0" brushRef="#br0" timeOffset="69966.89">20023 5574 0,'-40'0'93,"80"0"-14,-40 40-64,-40-40 313,0 0-312,0 0 15,0 0 32,40 40-48,-41-40 829,1 0-828,0 0-1,0 0 1,0 0 15,0 40-15,0-40 15,40 40-15,-40-40-1,40 41-15,-41-41 16,41 40 0,-40-40-16,40 40 0,0 0 31,0 0 0,0 0-15,0 0 15,0 0 0,40-40-31,-40 40 16,0 1-1,41-41 1,-1 0 15,-40 40-31,40-40 32,0 0-1,0 0-31,-40 40 0,40-40 15,0 0 1,0 0-16,1 0 16,-1 0-16,0 0 15,-40-40 1,40 40-16,0 0 31,-40-40-31,40 40 16,-40-41-1,40 1-15,-40 0 32,40 40-17,-40-40-15,0 0 16,41 40-16,-41-40 16,0 0-16,0 0 15,0 0 1,0-1-1,0 1 1,0 0 0,0 0-16,0 0 31,-41 40 16,1 0-32,40 40 1,-40-40-16,0 0 16,0 0-16,0 0 0,0 0 15</inkml:trace>
  <inkml:trace contextRef="#ctx0" brushRef="#br0" timeOffset="71656.73">21668 5654 0,'40'0'156,"0"0"-156,1 0 16,-1 0 46,-40-40-46</inkml:trace>
  <inkml:trace contextRef="#ctx0" brushRef="#br0" timeOffset="72336.78">22270 5414 0,'-40'0'141,"40"40"-141,0 0 15,0 0 1,0 0 0,-40 0-16,40 0 0,0 0 15,0 0-15,0 1 0,-40-41 16,40 40-16,-40 0 0,40 0 0,0 0 0,-40 0 15,40 0-15,0 0 16,0 0-16,-41-40 0,41 41 0</inkml:trace>
  <inkml:trace contextRef="#ctx0" brushRef="#br0" timeOffset="74206.69">23715 5534 0,'0'0'0,"0"40"15,-40-40 110,80 0 0,-40-40-125,0 0 16,40 40-16,0 0 16,0 0-1,0 0 1,0 0-1,-40 40-15,40-40 0,1 0 16,-41 40-16,40 0 16,-40 0-1,0 0 1,0 0 0,0 1-16,0-1 15,-40 0-15,-1 0 16,41 0-16,-40-40 0,0 40 0,40 0 15,-40 0-15,0-40 0,0 40 16,0-40-16,0 41 0,-1-41 0,41 40 0,-40-40 16,0 0-16,40 40 0,-40-40 15,120 0 63,-40 0-62,1 0 0,-1 0-16,0 0 0,0 0 15,0 0-15,0 0 0,0 0 0,0 0 0,1 0 16,-1 0-16,0-40 16,0 40-16,0 0 0,0 0 15,-40-40 1,40 40-16,0 0 47,-80 0-16,0 0 0,40-41 32</inkml:trace>
  <inkml:trace contextRef="#ctx0" brushRef="#br0" timeOffset="75516.6">25480 5734 0,'0'0'0,"0"-40"63,0 0-32,40 40-15,1 0-16,-1 0 15,0 0 1,0 0-16,0 0 0,0 0 0,0 0 0,0 0 16,1 0-16,-1 0 0,0 0 15,0 0-15,0 0 16,-40 40-16,0 0 31,0 1-31,-40-41 16,40 40-16,-40 0 15,40 0-15,-40-40 0,40 40 0,-40-40 0,-1 40 16,1 0 0,0-40-16,40 40 0,-40-40 15,80 0 48,0 0-63,41 0 15,-41 0 1,0 0-16,0 0 16,-40 40-16,40-40 0,-40 41 15,40-41 1,-40 40-16,0 0 16,40-40-16,-40 40 15,0 0-15,0 0 16,-40-40-1,40 40-15,-40-40 16,0 0-16,0 0 0,0 0 16,0 0-16,-1 0 0,1 0 15,0 0-15,0 0 0,0-40 16,0 40 0,40-40-16,0 0 15</inkml:trace>
  <inkml:trace contextRef="#ctx0" brushRef="#br0" timeOffset="76406.45">27446 5775 0,'0'40'219,"-40"-40"-219,40 40 0,-40 0 16,0 0-1,0 0-15,0 0 0,0 0 16,0-40-16,-1 0 15,41 40-15,-40-40 0,0 0 0,80 0 47,0 0-31,1 0-16,-1 0 16,0 0-16,0 41 0,0-41 0,0 0 15,0 0-15,0 0 0,1 0 16,-1 0-16,0 0 0,0 0 0,0 0 15,0 0-15,0 0 16,0 0-16,1 0 0,-1 0 0,0 0 0,0 0 16,0 0-16,0 0 31,0 0-31,0 0 16,-40-41-1</inkml:trace>
  <inkml:trace contextRef="#ctx0" brushRef="#br0" timeOffset="76766.42">27446 5734 0,'-40'0'0,"40"41"62,40-41-62,-40 40 16,0 0-16,0 0 15,0 0-15,0 0 16,0 0-16,0 0 0,0 0 0,0 1 0,0-1 16,0 0-16,-40 0 0,40 0 15,-40 0-15,40 0 0,0 0 0,0 0 0,0 0 16,0 1 0,80-1-16,-39-40 0</inkml:trace>
  <inkml:trace contextRef="#ctx0" brushRef="#br0" timeOffset="77966.36">28851 5654 0,'0'-40'15,"0"0"1,0 80 124,0 0-124,0 0-16,0 0 16,-40 1-16,40-1 0,0 0 15,-40 0 1,40 0-16,0 0 0,40-40 31,-40 40-15,-40-40-16,80 0 15,0 0 1,0 0-16,0 0 16,0 0-1,0 0-15,1 0 16,-1 0 0,0 0-16,0 0 0,0 0 15,0 0 1,0 0-16,0 0 15,-40 40 1,41-40-16,-41 40 0,0 1 16,0-1-1,0 0 1,0 0-16,0 0 16,0 0-1,-41-40-15,41 40 16,-40-40-16,0 0 15,0 0-15,0 0 0,0 0 0,0 0 16,0 0-16,-1 0 0,1-40 0,0 40 16,0 0-16</inkml:trace>
  <inkml:trace contextRef="#ctx0" brushRef="#br0" timeOffset="78286.4">28891 5574 0,'-80'0'15,"160"0"-15,-120 0 16,120 0 0,-40 0-16,0 0 15,41 0-15,-41 0 0,40 0 0,-40 40 0,0-40 16,0 0-16,1 0 0,-1 0 16,0 0-16,0 0 0,0 0 15,-40-40 1</inkml:trace>
  <inkml:trace contextRef="#ctx0" brushRef="#br0" timeOffset="79306.37">30737 5614 0,'0'0'0,"-40"0"31,0 0 48,40 40-79,-41-40 31,41 40-31,-40-40 0,0 40 15,0 1 1,40-1-16,-40-40 0,40 40 0,-40 0 16,40 0-16,-40-40 0,40 40 0,-40 0 0,40 0 15,0 0-15,-41 1 16,41-1-16,0 0 0,0 0 0,0 0 16,0 0-16,0 0 15,41-40-15,-1 40 0,0-40 16,0 0-16,0 0 15,0 0-15,0 0 0,0 0 0,1 0 16,-1 0-16,0 0 0,0 0 16,-40-40-1,0 0 1,-40 40 0,-40 0-16,39 0 0,1-40 15,0 40-15,0 0 0,0 0 16,0 0-16</inkml:trace>
  <inkml:trace contextRef="#ctx0" brushRef="#br0" timeOffset="81146.17">31981 5454 0,'0'0'0,"0"40"94,0 0 171,-40-40-233,-1 0-32,1 0 0,40 40 0,-40-40 15,0 0 1,80 0 93,-40-40-109,40 40 16,0 0-1,1 0 1,-1 0-16,0 0 0,0 40 0,0-40 16,0 0-16,-40 40 15,40-40-15,0 0 0,1 0 0,-1 0 16,0 0 0,0 40-16,0-40 0,0 0 0,0 0 15,0 0-15,1 0 16,-1 0-16,0 0 15,0 0 1,-80 0 93,40 40-109,-40-40 16,0 0-16,40 40 0,-41-40 16,41 41-1,-40-41-15,40 40 16,-40-40-16,40 40 16,-40 0-16,0 0 0,40 0 15,-40 0 1,40 0-16,-40-40 0,40 40 0,-40 1 15,40-1-15,-41 0 16,41 0-16,-40-40 0,40 40 16,0 0-16,-40 0 15,80-40 17,0-40-17</inkml:trace>
  <inkml:trace contextRef="#ctx0" brushRef="#br0" timeOffset="81926.13">31941 5895 0,'40'0'109,"0"0"-93,0 0-1,0 0-15,0 40 0,0-40 0,0 0 16,1 0-16,-1 0 0,0 0 0,0 0 0,0 0 16,0 40-16,0-40 0,0 0 15,1 0-15,-1 0 0,0 0 0,0 0 0,0 0 16,0 0 0,0 0-16,1 0 15,-1 0 1,-40 40-1,40-40 1,-80 0 31,80 0 15</inkml:trace>
  <inkml:trace contextRef="#ctx0" brushRef="#br0" timeOffset="95765.04">2688 7980 0,'-40'0'16,"40"-40"218,40 40-234,1-40 16,-1 40-1,-40-40-15,40 40 16,-40-40-16,40 40 15,0 0 1,0 0 0,0 0-1,0 40-15,-40 0 32,41-40-32,-41 40 15,0 0 1,-41 0-16,41 1 15,-40-1-15,40 0 0,-40-40 0,40 40 16,-40-40-16,40 40 16,-40-40-16,40 40 0,-40 0 15,0-40 1,40 40-16,-40-40 16,40-40 46,0 0-46,40 0-1,-40 0-15,40 40 16,0-40-16,0 40 16,-40-40-16,40 40 0,0 0 0,-40-40 15,40 40-15,1 0 16,-41-41-16,40 41 0,0 0 15,-40-40-15,40 40 16,0 0 0,-40-40-16,40 40 0,0 0 0,0 0 31,-40-40-31,41 40 16,-1 0-1,-40-40-15,40 40 0,0-40 31,0 40 1,0 0-17,-40-40 1,-40 40 93,40 40-109,0 0 16,-40-40 0,0 0-1,40 40-15,-40-40 16,0 0-16,40 40 15,-41-40-15,1 0 16,40 40-16,-40-40 0,0 0 16,0 0-1,40 40-15,-40-40 0,0 0 16,40 41 0,-40-41-1,40 40 1,0 0 15,0 0 0,40-40-15,-40 40 0,40-40-16,0 0 31,-40 40-31,40-40 15,0 0 1,0 0 0,0 0-1,1 0-15,-1 0 16,0 0 0,0-40-16,0 40 15,-40-40-15</inkml:trace>
  <inkml:trace contextRef="#ctx0" brushRef="#br0" timeOffset="96444.9">4053 7700 0,'0'-40'15,"-40"40"17,40 40 15,0 0-32,-40-40 1,-1 40-16,1-40 0,0 40 15,40 0-15,-40-40 0,40 40 16,-40-40-16,40 40 16,0 0-16,0 0 0,-40-40 0,40 41 15,0-1-15,0 0 16,80-40-16,-80 40 16,40 0-1,0 0-15,0 0 16,1-40-1,-1 0 1,0 0-16</inkml:trace>
  <inkml:trace contextRef="#ctx0" brushRef="#br0" timeOffset="97344.85">4414 7860 0,'-40'40'32,"80"-40"-17,-40-40-15,40 40 16,0-40-16,0 40 15,0 0-15,-40 40 32,41-40-17,-41 40-15,0 0 16,0 0-16,0 0 31,0 1-31,0-1 16,0-80 46,40 40-46,-40-41 0,0 1-16,0 0 0,40 40 15,-40-40-15,40 40 16,-40-40-16,40 40 0,-40-40 15,40 40-15,-40-40 16,40 40-16,0 0 16,1 0 15,-1 0-15,-40 40 46,0 0-46,0 0-1,0 0-15,40-40 16,-40 40 0,0 0-16,0 1 0,0-1 15,40-40 1,0 0 15,0 0-15,0 0-16,-40-40 0,40 40 0,-40-41 15</inkml:trace>
  <inkml:trace contextRef="#ctx0" brushRef="#br0" timeOffset="97864.85">5417 7539 0,'0'40'79,"0"0"-64,0 1-15,0-1 16,0 0-1,0 0-15,0 0 16,0 0-16,0 0 16,0 0-16,0 0 0,0 0 15,0 1-15,0-1 16,-80 0-16,40 0 0,0 0 0,-1 0 0</inkml:trace>
  <inkml:trace contextRef="#ctx0" brushRef="#br0" timeOffset="-203151.86">19261 7579 0,'0'40'15,"40"-40"470,-40-40-454,40 40-31,0 0 16,-40-40-1,0 0 251,0 0-235,0 0-15,0 0-1,0 0 1,0 0 62,0 80 110,0 0-188,0 0 31,0 0 47,0 0-62,0 0-1,0 0-15,0 0 16,0 1-16,0-1 0,0 0 15,0 0 32,0 0-15,-40 0-32,40 0 15,0 0 1,0 0-16,0 0 0,0 1 15,0-1 1,0-80 31,0-1-16,0 1-31,0 0 16,0 80 46,-40-40-30,40 40-17,-40-40 1,0 0-16,-1 0 15,1 41-15,0-41 16,0 0 0,0 0-16,0 0 15,40 40-15,-40-40 0,0 0 16,-1 0 0,82 0 140,-1 0-141,0 0-15,0 0 16,0 0 0,0 0-16,0 0 0,0 40 0,1-40 15,-1 40 1,0-40-16,0 0 16,0 0-16,0 0 15,0 0-15,0 0 0,1 0 16,-41-40-16,40 40 0,0 0 0,0 0 15,-40-40 1,40 40-16,0 0 16,-80-40 109,0-1-110</inkml:trace>
  <inkml:trace contextRef="#ctx0" brushRef="#br0" timeOffset="-200572.02">21869 7499 0,'-40'0'359,"0"0"-265,-1 0-47,1 0-16,0 0-15,0 0-1,0 0 1,0 0 15,0 0 47,40 40-78,-40-40 0,40 40 250,0 0-234,-41-40-16,41 41 15,0-1 1,0 0-16,-40-40 16,40 40-16,-40-40 15,40 40 17,0 0-1,40 0-16,0 0 17,1-40 15,-1 0-32,0 0-15,0 0 16,-40 40-16,40-40 0,0 0 15,0 0 17,0 0 15,1-40-16,-41 0-16,40 0-15,-40 0 16,40 40 0,-40-40-16,0 0 0,40 40 31,-40-40-31,0 0 31,0-1-15,40 1-1,-40 0 1,-40 40 93,0 0-93,0 0 0,0 0-16,-1 0 15,1 0 1</inkml:trace>
  <inkml:trace contextRef="#ctx0" brushRef="#br0" timeOffset="-198932.16">23955 7619 0,'0'0'0,"0"41"0,-40-41 140,40-41-124,-40 41-16,0 0 31,0 0-15,0 0-1,40 41-15,-40-41 0,0 0 16,40 40 0,-41-40-16,1 0 0,0 40 15,0-40 1,40 40-1,-40-40-15,40 40 0,-40-40 16,40 40-16,0 0 16,0 0 15,40-40-31,-40 40 16,0 0-1,40-40 1,0 41-16,0-41 0,0 40 15,1-40 1,-1 40-16,0-40 0,0 0 16,0 0-16,-40 40 15,40-40-15,0 0 0,0 0 16,1 0 0,-1 0-16,-40-40 0,40 40 15,-40-40-15,40 40 0,0-40 16,0 40-1,-40-41-15,40 41 0,-40-40 16,40 40 0,-40-40-16,41 40 15,-41-40-15,0 0 16,0 0-16,40 40 16,-40-40-16,0 0 15,-40 40 16,40-40-31,-41 40 16,1 0-16,40-40 0,-40 40 16,0-41-1,0 41-15,0-40 16,0 40 0,0-40-16,-1 40 15,41 40 1,0 0-1,-40-40-15,40 41 0,0-1 0,0 0 16</inkml:trace>
  <inkml:trace contextRef="#ctx0" brushRef="#br0" timeOffset="-197232.22">25520 7860 0,'0'0'0,"0"40"16,41-40 46,-1 0-62,0 0 16,-40-40-16,40 40 15,0-40-15,0 0 16,0 0 0,0 40-16,-40-40 0,0 0 15,0-1-15,41 1 16,-41 0-1,0 0-15,0 0 16,-41 40 62,41 40-47,0 0-31,-40-40 16,40 40-16,0 0 0,0 1 16,0-1-16,0 0 15,0 0-15,0 0 0,0 0 16,0 0-16,0 0 16,0 0-16,0 0 15,0 1-15,0-1 0,0 0 31,0 0-31,0 0 16,0 0 15,0 0 63,-40-40 15,40 40-109,-40-40 32,0 0-1,0 0 0,0 0-15,0 0-16,-1 0 15,1 0 1,40 40 31,-40-40-31,80 0 30,41 0-30,-41 0 0,0 0-16,0 0 0,0 0 0,0 0 0,0 0 15,0 0-15,1 0 16,-1 0-16,0 0 0,0 0 0,0 0 16,0 0 15,-40-40 78</inkml:trace>
  <inkml:trace contextRef="#ctx0" brushRef="#br0" timeOffset="-196122.29">27647 7740 0,'-40'0'31,"0"0"1,0 0-17,0 40-15,-1 0 16,1-40-16,0 40 15,0 0-15,0-40 0,40 40 16,-40-40-16,40 40 0,0 0 16,0 1-16,0-1 15,0 0 1,40 0-16,0-40 0,-40 40 16,80-40-16,-40 40 0,1-40 15,-1 0-15,0 0 0,-40 40 0,40-40 16,0 0-16,0 0 0,0 0 0,0-40 15,1 40 1,-41-40-16,40 40 0,-40-40 0,0 0 31,0 0-31,0 0 16,0-1 0,-40 1-16,-1 40 15,41-40-15,-40 40 0,0-40 16,0 0-1,80 40 64</inkml:trace>
  <inkml:trace contextRef="#ctx0" brushRef="#br0" timeOffset="-195362.4">29212 7820 0,'-40'0'16,"0"0"62,0 0-62,0 0-1,-1 40-15,1 0 16,40 0 0,0 0-16,0 0 15,0 1 1,40-1-16,-40 0 31,41-40-31,-1 0 0,0 40 0,0-40 16,0 0-16,0 0 0,0 0 15,0 0-15,1 0 0,-1 0 16,0 0-16,-40-40 16,0 0-1,40 40-15,-40-40 16,0-1-16,0 1 16,0 0-16,-40 40 15,40-40-15,-40 40 16,0 0-1,-1 0 1,1 0-16,0 0 16,0 0 15,80 0 0</inkml:trace>
  <inkml:trace contextRef="#ctx0" brushRef="#br0" timeOffset="-194652.38">30978 7820 0,'-41'0'16,"1"0"15,0 0 16,40 40-47,-40 0 16,0 0-16,40 0 0,-40-40 15,40 40-15,0 1 16,0-1-16,-40-40 0,40 40 16,0 0-1,0 0-15,80-40 0,-80 40 16,80-40-16,-40 0 15,0 0-15,1-40 16,-1 40-16,0-40 0,0 0 16,0 0-1,-40 0-15,0-1 0,0 1 0,0 0 16,0 0 0,-40 0-16,0 40 15,0 0 1,0 0-16,-1 0 15,1 0-15</inkml:trace>
  <inkml:trace contextRef="#ctx0" brushRef="#br0" timeOffset="-193992.49">31981 7780 0,'0'0'15,"-40"0"1,-1 0 15,41 40 16,-40-40-47,40 40 0,-40-40 16,40 40-16,0 0 15,0 0-15,0 0 16,0 1 0,40-41-16,0 0 15,-40 40-15,41-40 0,-1 0 31,0 0-31,0 0 0,0 0 16,0 0 0,0 0-16,0 0 0,-40-40 15,41 40-15,-1-41 16,-40 1-16,0 0 16,0 0-1,0 0-15,0 0 16,-40 40 15,40-40-31,-41 40 0,1-40 16,0 40-1,0 0-15,0-40 0,0 40 16,0-40 0,0 40-16,-1 0 0</inkml:trace>
  <inkml:trace contextRef="#ctx0" brushRef="#br0" timeOffset="-191632.56">10032 8020 0,'0'0'0,"-41"0"0,1 0 16,0 0-1,40-40 1,0 0 0,0 0-1,-40 40 63,0 0-62,0 0-16,0 0 16,0 0-1,-1 0-15,41 40 0,-40-40 16,40 40-16,-40-40 16,0 40-16,0-40 15,40 41-15,0-1 16,0 0-1,0 0-15,40 0 16,-40 0 0,40 0-16,-40 0 0,0 0 0,40 1 15,-40-1-15,40-40 16,1 40-16,-1-40 0,0 0 16,0 0-1,0-40-15,0 40 16,0 0-16,-40-40 0,0-1 0,0 1 15,40 0-15,-40 0 16,0 0-16,0 0 0,0 0 16,0 0-1,0 0-15,0-1 16,0 1-16,0 0 16,0 0-16,0 0 15,0 0 1,-80 40-1,80-40-15,0 80 63,-40-40-63,40 40 0</inkml:trace>
  <inkml:trace contextRef="#ctx0" brushRef="#br0" timeOffset="-189662.76">13121 7820 0,'-40'0'110,"0"0"-95,0 0 1,40 40-16,-40-40 0,0 0 31,40 40-31,-40-40 0,40 40 0,-41-40 32,41 40-32,-40 0 0,40 1 15,0-1-15,0 0 16,0 0-1,40-40-15,-40 40 0,41-40 16,-41 40-16,40-40 16,0 0-16,0 0 15,0 0-15,0-40 16,0 40-16,0-40 0,1 40 16,-1 0-16,-40-40 0,40 40 0,-40-40 15,40 40-15,0-40 16,0 40-1,-40-41-15,0 1 16,0 0 0,0 0-1,-40 0-15,0 40 16,40-40-16,-40 40 0,0 0 16,0 0-16,-1 0 0,1 0 15,0 0-15,0 0 0,0 0 16,80 0 31</inkml:trace>
  <inkml:trace contextRef="#ctx0" brushRef="#br0" timeOffset="-188042.87">16773 7660 0,'0'0'0,"-80"0"156,39 0-125,41 40-31,-40-40 0,0 0 16,40 40 0,-40 0-16,0 0 15,40 0 1,-40-40-16,40 40 0,-40 0 16,40 0-16,-40 0 15,40 1-15,0-1 16,40 0 15,0-40-15,0 40-16,0-40 15,0 40 1,0-40 0,-40 40-1,40-40-15,1 0 0,-1 0 16,0 0-1,0 0-15,0 0 32,0 0-1,-40-40-31,40 40 16,-40-40-16,0 0 15,40 0 1,-40 0-16,41 40 15,-41-41-15,0 1 16,0 0 47,-41 40-63,1-40 15,0 40-15,40-40 0,-40 40 0,0-40 16,0 40-1,40-40-15,-40 40 16,0 0 0,-41 0 93,81 40-109,-40-40 0,0 0 0,-40 0 0,40 0 0</inkml:trace>
  <inkml:trace contextRef="#ctx0" brushRef="#br0" timeOffset="-173463.56">2046 9585 0,'0'0'0,"41"0"47,-1 0-31,0 0 265,0 0-265,0 0-1,-40 40-15,40-40 0,0 0 16,0 0 0,-40-40-16,41 40 0,-41-41 31,40 41-31,-40-40 16,40 0-1,-40 0-15,0 0 16,40 40-16,-40-40 0,0 0 15,0 0 1,40 0-16,-40 0 31,0-1-31,0 1 16,0 0 15,0 0-15,-40 40-1,40 40 126,-40-40-110,40 40-31,-40-40 16,40 40-16,0 1 78,0-1-62,0 0-1,-40 0 1,40 0-16,0 0 16,0 0-1,0 0 1,0 0-16,0 0 15,0 1 1,0-1-16,0 0 0,0 0 16,0 0-16,0 0 15,0 0-15,0 0 16,-41-40-16,41-40 141,41 40-141,-41-40 15,0 0 1,40 40-1,-40-40-15,0 0 32,40 40-17,-40-40-15,40 40 0,-40-40 16,40 40-16,0 0 0,0 0 31,0 0-15,1 0 15,-41 40-15,40-40 15,-40 40-31,0 0 16,40-40-16,-40 40 0,0 0 0,40-40 15,-40 40-15,0 0 16,0 0-1,40-40 17,-40 41-17,40-41-15,0 0 16,0 0-16,1 0 16,-1 0-1,0 0-15,-40-41 16,40 41-16</inkml:trace>
  <inkml:trace contextRef="#ctx0" brushRef="#br0" timeOffset="-172603.61">3852 8943 0,'0'0'0,"-40"0"15,40-40-15,0 80 78,-40-40-78,40 40 16,-40-40 0,40 40-16,0 0 31,-40-40-31,0 40 78,40 0-62,0 1-1,0-1-15,0 0 0,-41-40 16,41 40-16,0 0 0,-40-40 0,40 40 16,0 0-16,0 0 15,0 0-15,0 0 0,0 1 16,0-1-1,40-40-15,-40 40 16,0 0 0,41-40-16,-41 40 0,40-40 15,-40 40 1</inkml:trace>
  <inkml:trace contextRef="#ctx0" brushRef="#br0" timeOffset="-171593.68">4093 9143 0,'0'-40'16,"40"40"31,-40 40-47,40-40 0,0 41 15,-40-1 1,40-40-16,-40 40 0,41-40 0,-41 40 15,0 0 1,0 0-16,0 0 16,0 0-16,0 0 15,0 0-15,0 1 16,-41-41-16,41-41 62,0 1-62,41 0 16,-41 0 0,0 0-16,40 40 0,0-40 15,0 0 1,0 40-16,-40-40 0,40 40 16,0 0-16,0 0 15,1 0 1,-41 40 46,0 0-62,0 0 16,0 0-16,40 0 16,-40 0-1,0 0-15,0 1 31,40-41-31,-40 40 0,0 0 16,40-40 0,-40 40-16,40-40 15,0 0 1,0 0-16,-40-40 16,40 40-16,-40-40 0,41 40 15,-41-40-15</inkml:trace>
  <inkml:trace contextRef="#ctx0" brushRef="#br0" timeOffset="-171083.7">5056 8943 0,'0'0'16,"0"40"30,0 0 17,40-40-32,-40 40-31,0 0 16,40 0-1,-40 1-15,0-1 0,0 0 16,0 0-16,0 0 0,40-40 16,-40 40-16,0 0 0,0 0 0,0 0 15,0 0-15,0 1 16,0-1-16,0 0 0,0 0 0,0 0 16,-40 0-16,40 0 0,-40 0 0,0 0 15,0 1-15,0-41 16,0 40-16,-1-40 0,1 0 0,0 0 0</inkml:trace>
  <inkml:trace contextRef="#ctx0" brushRef="#br0" timeOffset="-167683.81">19221 9224 0,'0'40'125,"-41"-40"-109,41 40 31,-40 0 109,40 0-140,-40-40-16,40 40 15,-40-40-15,0 0 16,40 40-16,-40-40 0,0 0 15,40 40 1,-40-40 0,40 40-1,-41-40-15,1 0 16,0 41-16,0-41 0,0 40 0,0-40 16,0 40-1,0-40-15,40 40 0,-41-40 0,41 40 16,-40-40-1,121 0 48,-81-40-63,40 40 0,0 0 16,0-40-16,0 40 0,0 0 15,0 0 1,0 0-16,1 0 0,-1 0 0,0 0 15,0 0-15,0 0 0,0 0 16,0 0-16,0 0 0,1 0 0,-1 0 16,0 0-16,0 0 15,0 0-15,0 0 0,0 0 0,-40 40 16,40-40-16,1 0 0,-1 0 0,0 0 16,0 0-16,0 0 15,0 0-15,0 0 31,-40-40-15</inkml:trace>
  <inkml:trace contextRef="#ctx0" brushRef="#br0" timeOffset="-167203.82">19100 9304 0,'0'0'15,"0"40"95,0 0-95,0 0 1,0 0-16,0 0 16,0 0-1,0 1-15,0-1 0,-40 0 0,40 0 16,0 0-16,0 0 0,0 0 0,0 0 16,0 0-16,0 1 0,0-1 15,0 0-15,0 0 0,0 0 16,40-40-1,-40 40-15,40-40 0</inkml:trace>
  <inkml:trace contextRef="#ctx0" brushRef="#br0" timeOffset="-165733.98">21066 9464 0,'-40'0'0,"0"0"31,80 0-15,0 0 77,0-40-93,1 40 0,-1 0 16,0 0-16,0 0 0,0-40 16,0 40-16,0 0 15,0 0-15,1 0 0,-1 0 31,0 0-15,-40 40-16,40-40 16,-40 40-16,0 0 15,0 0-15,0 1 0,-40-41 0,40 40 16,-40 0 0,40 0-16,-40-40 0,-1 40 0,1-40 15,0 40-15,0-40 16,0 0-16,0 0 0,40 40 0,-40-40 0,0 0 15,80 0 48,0-40-47,0 40-1,0 0 1,0 0-16,0 0 0,0 0 15,1 0-15,-1 0 0,0 40 16,0-40 0,0 0-16,0 40 0,0 0 15,-40 1-15,0-1 16,0 0 0,0 0-16,-40-40 0,0 40 15,0 0 1,0-40-16,40 40 0,-40-40 15,0 0-15,-1 0 16,1 40-16,0-40 0,0 0 0,0 0 16,0 0-16,0 0 15,0 0-15,-1 0 0,1 0 0,40-40 16,-40 40-16,0-40 0,0 40 16,40-40-1</inkml:trace>
  <inkml:trace contextRef="#ctx0" brushRef="#br0" timeOffset="-164264.08">23033 9745 0,'0'0'0,"-41"0"16,82 0 124,39-40-140,-40 40 16,0 0-16,0 0 16,0 0-16,0 0 15,1 0-15,-1 0 0,0 0 16,0 0 0,-40 40-16,40-40 0,-40 40 15,40-40-15,-40 40 16,0 0-16,0 0 0,0 1 15,0-1 1,-40 0-16,40 0 0,-40 0 16,0 0-1,0-40-15,40 40 0,-40-40 16,-1 0-16,41 40 0,-40-40 0,0 0 16,0 0-1,0 0 1,40-40-1,-40 40 17,80 0-17,0 0 1,0 0 0,0 0-16,0 0 15,1 40 1,-1-40-16,0 0 0,0 40 15,0-40-15,-40 40 0,40-40 16,0 41-16,0-41 0,1 0 0,-1 0 0,0 40 16,0-40-1,0 0-15,0 0 0,0 0 0,0 0 16,41 0-16,-41-40 0</inkml:trace>
  <inkml:trace contextRef="#ctx0" brushRef="#br0" timeOffset="-162854.07">25440 9865 0,'0'0'0,"-80"0"47,120 0 62,-40 40 141,0 1-234,0-1-1,0 0-15,0 0 0,0 0 16,0 0 0,0 0-16,-40 0 0,40 0 15,0 0-15,-40 1 0,40-1 0,0 0 16,0 0-16,0 0 16,0 0-16</inkml:trace>
  <inkml:trace contextRef="#ctx0" brushRef="#br0" timeOffset="-158864.35">9670 9665 0,'-40'0'140,"40"40"-124,0 0 0,-40-40-16,0 0 0,40 40 15,-40-40-15,40 40 0,-40-40 16,40 40 0,0 0-16,0 1 15,0-1 1,0 0-16,40 0 15,0-40 1,0 40-16,0-40 16,0 0-16,1 0 15,-1 0-15,0 0 0,-40-40 0,40 40 16,0-40-16,-40 0 0,40 40 0,-40-40 16,40-1-1,-40 1-15,0 0 0,0 0 16,0 0-1,40 0-15,-40 0 16,0 0 0,-80 40-16,40 0 15,0 0 1,0 0-16,0 0 16,40 40-16,-40-40 0</inkml:trace>
  <inkml:trace contextRef="#ctx0" brushRef="#br0" timeOffset="-157894.39">13322 9705 0,'0'0'15,"0"-40"1,-40 40 46,0 0-46,0 0-16,40 40 0,-41-40 16,1 40-16,0-40 0,0 40 0,0-40 15,0 40-15,40 0 0,-40-40 0,40 40 0,-40 1 16,40-1 0,-41 0-16,41 0 0,0 0 15,0 0 1,41-40-16,-1 40 0,0-40 15,0 0 1,0 0-16,0 0 0,0 0 0,0 0 0,1-40 16,-1 40-16,0 0 15,-40-40-15,40 40 0,0 0 0,-40-40 16,40 40-16,-40-40 0,40 0 0,-40 0 16,0-1-1,0 1-15,0 0 0,0 0 16,0 0-16,-40 0 15,0 0-15,0 40 0,0 0 16,0 0-16,0 0 16,-1 0-16,41 40 0,-40-40 15,40 40-15</inkml:trace>
  <inkml:trace contextRef="#ctx0" brushRef="#br0" timeOffset="-156874.48">16652 9905 0,'0'-40'0,"41"0"16,-82 40 78,1 0-79,0 0-15,40 40 16,-40-40-16,-40 40 16,40 1-16,0-41 0,40 40 15,-41-40-15,41 40 0,-40 0 16,40 0-1,0 0-15,40 0 16,1-40-16,-1 40 16,0-40-16,0 0 0,0 0 15,0 0-15,0 0 0,0 0 16,1 0-16,-1-40 0,0 40 0,-40-40 16,40 40-16,0 0 15,-40-40-15,0 0 0,0 0 31,0 0-31,-40 40 0,40-40 16,-40 40 0,40-41-16,-40 41 0,40-40 0,-40 40 15,-1 0-15,1-40 0,0 40 32</inkml:trace>
  <inkml:trace contextRef="#ctx0" brushRef="#br0" timeOffset="-155314.53">27446 9865 0,'0'0'0,"-40"0"15,40 40-15,-40-40 79,0 0-64,0 0 1,40 41-16,-40-1 15,0-40 1,40 40-16,-40-40 0,40 40 0,-41-40 16,41 40-16,-40 0 15,40 0-15,0 0 16,40-40-16,-40 40 0,41-40 0,39 40 16,-40-40-1,0 0-15,0 0 0,0 0 16,0 0-16,1 0 0,-1 0 15,0 0-15,0 0 0,0 0 0,0-40 16,0 0 0,-40 0-16,0 0 0,40 0 15,-40 0-15,0 0 0,-80 0 32,40 40-32,0-40 0,0 40 15,0 0 1,0 0-16,-1 0 0,1 0 15</inkml:trace>
  <inkml:trace contextRef="#ctx0" brushRef="#br0" timeOffset="-154504.49">29212 10146 0,'40'0'0,"-80"0"140,0 0-140,0 40 0,0-40 16,0 40-16,-1 0 0,1-40 16,40 40-16,-40-40 15,0 41-15,40-1 0,0 0 16,0 0-1,40 0-15,40-40 0,-39 0 16,-1 40-16,0-40 0,0 0 16,0 0-16,40 0 0,-40 0 0,1 0 15,-1 0-15,0 0 0,0 0 0,0 0 16,0-40-16,-40 0 16,40 40-16,-40-40 0,0 0 0,0 0 15,0-1-15,-80 41 16,80-40-16,-40 40 0,40-40 15,-40 40-15,0 0 16,40-40-16,-40 40 0,-1 0 16,1 0-1</inkml:trace>
  <inkml:trace contextRef="#ctx0" brushRef="#br0" timeOffset="-153704.54">30978 10186 0,'0'0'0,"-41"0"0,1 0 15,0 0 1,0 0 15,40 40-31,-40-40 0,40 40 0,-40-40 16,0 40-16,40 1 15,0-1-15,-40 0 16,40 0 0,0 0-16,80 0 15,-80 0-15,40-40 0,0 40 16,0-40 0,0 0-16,-40-40 31,0 0-31,0 0 15,0 0-15,-40 40 16,40-40-16,0 0 0,-40 40 0,40-40 16,0-1-16,-40 41 0,40-40 15,-40 40 1,40-40-16,40 40 62</inkml:trace>
  <inkml:trace contextRef="#ctx0" brushRef="#br0" timeOffset="-152984.65">31981 10146 0,'-40'0'109,"40"40"-93,-41-40 0,41 40-16,-40-40 0,0 40 15,0-40 1,40 40-16,-40-40 0,40 41 0,-40-41 16,40 40-16,0 0 15,0 0-15,0 0 16,0 0-1,80-40-15,-80 40 0,40-40 0,-40 40 16,40-40-16,0 0 16,-40 40-16,41-40 0,-1 0 0,0 0 15,0 0-15,0 0 16,-40-40 0,40 40-16,-40-40 0,0 0 0,40 40 15,-40-40 1,0 0-16,0 0 15,0 0 1,-40 40-16,0-40 16,0-1-16,0 41 15,40-40 1,-40 40-16,0-40 0,-1 40 16,1-40-16,0 40 15</inkml:trace>
  <inkml:trace contextRef="#ctx0" brushRef="#br0" timeOffset="-147394.96">2167 11028 0,'-40'0'16,"0"0"0,-1 0-1,82 0 157,-1-40-172,0 40 0,0 0 16,-40-40-16,40 0 15,0 40-15,-40-40 0,40 40 16,-40-40 0,40 40-16,1-40 0,-41 0 15,40 0 1,-40-1 0,0 1-16,0 0 15,0 0 1,0 0-1,0 80 79,0 0-78,-40-40-1,40 40-15,0 0 0,0 1 16,0-1 0,-41 0-16,41 0 0,0 0 0,0 0 0,0 0 15,0 0-15,-40-40 0,40 40 0,-40 0 0,40 1 16,0-1 0,-40 0-16,40 0 0,0 0 0,-40-40 15,40 40 1,0-80 93,0 0-109,40 40 16,0-40-16,0 0 15,-40 0-15,40 40 0,1-41 16,-1 1 0,0 40-16,-40-40 15,40 40-15,-40 40 63,0 0-63,40-40 31,-40 41-31,40-41 16,-40 40-16,40 0 15,-40 0 1,0 0 0,40-40-16,-40 40 15,0 0-15,41-40 16,-1 0-1,0 0 1,0 0 0,0 0-16,0-40 0,0 40 15,-40-40-15,40 40 0</inkml:trace>
  <inkml:trace contextRef="#ctx0" brushRef="#br0" timeOffset="-146775">3692 10507 0,'0'0'16,"0"-40"0,0 80 15,-81-40-15,81 40-16,0 0 31,-40 0-31,0-40 15,0 40-15,0-40 0,0 0 16,40 41-16,-40-41 16,40 40-16,0 0 0,-41-40 0,41 40 0,0 0 15,-40-40-15,40 40 0,0 0 0,0 0 16,0 0-16,0 0 16,40 1-16,-40-1 15,41 0 1,-41 0-16,40-40 0,0 0 15,-40 40 1,40-40-16,0 0 0,-40 40 16,40-40-16</inkml:trace>
  <inkml:trace contextRef="#ctx0" brushRef="#br0" timeOffset="-145855.06">3852 10708 0,'0'0'0,"0"40"78,40 0-62,0-40-16,1 0 15,-41 40-15,0 0 16,0 0-16,0 0 0,0 0 16,0 0-1,0 0-15,0 1 0,0-1 0,0 0 16,0 0-16,-41-40 15,41 40-15,0 0 16,-40-40 15,40-40-15,0 0-16,0 0 16,0 0-16,40 0 0,-40-1 0,81 1 15,-81 0-15,40 0 16,-40 0-16,40 0 0,0 40 0,-40-40 0,40 0 15,0 40-15,0-40 16,1 40-16,-41-40 0,40 40 16,0 0-16,-40 40 15,0 0 1,40-40-16,-40 40 16,0 0-1,0 0-15,0 0 0,0 0 16,0 0-1,0 0-15,0 1 0,0-1 16,0 0-16,0 0 16,0 0-1,40-40-15,0 0 16,0 0 0</inkml:trace>
  <inkml:trace contextRef="#ctx0" brushRef="#br0" timeOffset="-145515.07">4855 11028 0,'0'0'0,"-40"0"32,80 0-1,-40 40-16,40-40-15,1 0 0,-1 0 16,0 0-16,0 0 0,0 0 0,0 0 0,0-40 16,0 40-16,1 0 0,-1-40 0,0 40 15,0 0-15,0-40 16</inkml:trace>
  <inkml:trace contextRef="#ctx0" brushRef="#br0" timeOffset="-145095.1">5738 10748 0,'-40'0'15,"40"-40"-15,0 80 94,0 0-78,0 0-16,-40-40 0,40 40 0,0 0 15,0 0-15,0 0 0,0 0 16,0 0-16,0 1 16,0-1-16,0 0 0,0 0 15,0 0 1</inkml:trace>
  <inkml:trace contextRef="#ctx0" brushRef="#br0" timeOffset="-144565.12">5979 10627 0,'0'-40'0,"0"80"125,40-40-109,-40 40-16,40-40 0,-40 41 0,40-1 15,-40 0-15,40 0 0,-40 0 0,0 0 16,40 0-16,-40 0 16,0 0-16,0 0 0,0 1 0,0-1 0,0 0 15,-40 40-15,40-40 16,-80 0-16,40 0 0,0 0 0,0 1 0,-41-1 15,41 0-15,-40 0 0,40-40 16</inkml:trace>
  <inkml:trace contextRef="#ctx0" brushRef="#br0" timeOffset="78491.48">9189 11068 0,'-40'0'16,"0"0"-1,80 0 48,-40-40 62,-40 40 16,0 0-110,-1 40-31,1 1 15,0-1 1,0-40-16,0 40 16,40 0-1,-40-40-15,40 40 0,-40-40 16,40 40 0,40 0-1,-40 0 1,40-40-16,-40 40 15,40-40-15,0 41 0,0-1 16,0-40 0,-40 40-16,41-40 15,-1 0 1,0 0-16,0 0 16,-40-40-16,40 40 0,0-40 15,0 40-15,0-41 16,1 1-16,-41 0 31,40 40-31,-40-40 0,0 0 0,40 40 16,-40-40-16,0 0 15,40 0-15,-40 0 16,-40 40 15,0 0-15,0 0-1,-1 0-15,1 0 16,0 0 0,0 0-16,40-41 0,-40 41 15,0 0 1</inkml:trace>
  <inkml:trace contextRef="#ctx0" brushRef="#br0" timeOffset="79561.42">12921 11109 0,'-40'0'0,"40"-41"0,-41 41 32,1 0-1,0 41-15,0-41-16,40 40 0,-40-40 15,40 40-15,-40-40 0,0 40 16,0 0-16,-1 0 0,41 0 15,-40-40-15,40 40 16,0 0-16,0 1 0,0-1 0,0 0 16,0 0-16,0 0 15,0 0-15,40 0 16,1-40-16,-41 40 0,40-40 0,0 0 16,0 0-1,0 0-15,0 0 0,0 0 0,41 0 0,-41-40 16,0 40-16,-40-40 0,40 40 15,0-40-15,0 0 0,-40 0 16,40 0-16,-40 0 16,0-1-16,0 1 0,0 0 0,-40 0 15,40 0-15,-40 0 16,0 0-16,0 40 16,0 0-16,0 0 0,-1 0 15,1 0 1,0 40-16,0-40 15,0 0-15</inkml:trace>
  <inkml:trace contextRef="#ctx0" brushRef="#br0" timeOffset="80895.93">16412 11109 0,'-40'40'125,"-41"-40"-109,81 40-16,-40-40 0,0 0 0,40 40 15,-40-40-15,40 40 0,-40-40 16,40 40-16,-40-40 0,40 40 0,0 0 16,-40-40-16,40 40 15,0 1-15,0-1 0,0 0 16,0 0-16,0 0 0,0 0 16,40-40-16,-40 40 15,40-40-15,-40 40 0,40-40 0,0 0 0,0 0 16,0 0-1,0 40-15,1-40 0,-1 0 0,0 0 16,0-40-16,0 0 16,0 40-16,-40-40 0,40 40 0,0-40 15,-40 0-15,41 40 16,-41-40-16,40 40 0,-40-40 0,0 0 16,0-1-16,0 1 15,0 0 1,0 0-16,0 0 15,-40 0 1,-1 40-16,41-40 0,-40 40 16,0 0-16,0 0 15,0 0-15,0 0 0,0 0 16,0 0-16</inkml:trace>
  <inkml:trace contextRef="#ctx0" brushRef="#br0" timeOffset="82221.36">18779 11068 0,'0'0'0,"40"0"16,-80 0 93,0 41-93,-40-1-16,40-40 0,0 0 16,-1 40-16,1-40 15,0 0-15,40 40 0,-40-40 0,0 40 16,0 0-1,40 0-15,0 0 16,0 0 0,40 1-16,-40-1 15,40-40-15,-40 40 0,40-40 16,-40 40-16,80-40 0,-80 40 0,41-40 0,-1 0 16,0 40-16,0-40 0,0 0 0,0 0 15,0 0-15,0 0 16,1 0-16,-1 0 15,-40-40-15,40 40 0,-40-40 16,40 40-16,-40-40 0,40 0 0,-40 0 16,40-1-1,-40 1-15,0 0 0,0 0 0,0 0 16,0 0-16,0 0 16,0 0-16,-40 40 15,0 0-15,0 0 16,0 0-1,40-40-15,-40 40 0,-1 0 32</inkml:trace>
  <inkml:trace contextRef="#ctx0" brushRef="#br0" timeOffset="83016.18">21427 11109 0,'0'0'0,"-40"0"0,40 40 63,0 0-47,-40 0-1,0-40-15,40 40 16,-40-40-16,0 40 0,0 0 0,0-40 0,-1 40 15,1 0-15,0-40 16,0 41-16,0-41 0,40 40 0,-40-40 0,40 40 16,-40-40-16,40 40 15,40-40 17,0 0-17,0 0-15,0 0 0,0 0 0,0 0 16,1 0-16,-1 0 0,0 0 15,0 0-15,40 0 0,-40 0 0,0 0 0,1 0 16,-1 0-16,0 0 16,0 0-16,0 0 0,0 0 15,0 0-15,0 0 16,1 0-16,-1 0 16,0 0-1</inkml:trace>
  <inkml:trace contextRef="#ctx0" brushRef="#br0" timeOffset="83335.36">21347 11229 0,'0'0'0,"0"40"47,0 0-31,0 0-16,40 0 0,-40 0 16,0 1-16,0-1 15,40 0-15,-40 0 0,41 0 0,-41 0 16,0 0-16,0 0 0,0 0 0,40-40 0,-40 40 15,0 1-15,0-1 16,0 0-16,0 0 0</inkml:trace>
  <inkml:trace contextRef="#ctx0" brushRef="#br0" timeOffset="84169.73">23474 11389 0,'0'0'32,"0"-40"-17,80 0 1,81 0 15,-121 40-31,160 0 16,-159 0-16,-1 0 0,80 40 15,-120 0-15,40 81 16,-40-81-16,-80 40 31,40-40-31,-40 0 0,39 0 0,-119 40 31,120-40-15,40 1-16,40-41 31,80 0-15,-80 0-16,1 0 16,-1 0-16,0 0 0,-40 40 0,40 0 15,0-40 1,0 0-16,0 80 15,-40-40-15,0 0 16,0 0-16,-80 41 16,40-81-16,-121 40 31,121-40-31,0 0 0,-40 0 0,40 0 0,0 0 16,0 0-16,-1 0 0,-79-81 15,40 1 1</inkml:trace>
  <inkml:trace contextRef="#ctx0" brushRef="#br0" timeOffset="84919.69">24918 11510 0,'41'0'47,"-1"0"-47,0 0 16,0 0-1,0 0-15,0 0 16,0 0-16,0 0 0,1 0 15,-1 0-15,0 0 0,0 40 0,0-40 0,0 40 16,0-40-16,-40 40 0,41 0 0,-41 0 16,0 0-16,0 0 15,0 0-15,-41-40 0,41 41 0,-40-1 16,0 0-16,0-40 16,0 40-16,0-40 0,0 0 0,40 40 0,-41-40 15,1 0-15,0 40 16,0-40-16,0 0 0,80 0 47,0 0-47,40 0 0,-39 0 15,-1 0 1,0 0-16,0 0 0,0 40 0,0-40 16,0 0-16,1 0 0,-1 0 15,0 0-15,0 0 16</inkml:trace>
  <inkml:trace contextRef="#ctx0" brushRef="#br0" timeOffset="85669.6">27246 11590 0,'0'0'0,"0"40"63,0 0-47,0 0 46,0 0-62,0 0 16,0 0-16,0 1 0,0-1 15,-40-40-15,40 40 0,0 0 16,0 0-16,-40 0 0,40 0 0,0 0 0,-41 0 16,41 1-1,0-1-15,0 0 0,-40 0 0,40 0 16,0 0-16,-40-40 15</inkml:trace>
  <inkml:trace contextRef="#ctx0" brushRef="#br0" timeOffset="86749.61">28690 11991 0,'0'-40'16,"40"40"15,-40-40-31,41 40 0,-1 0 16,-40 40 109,-40-40-125,-1 0 0,1 40 15,0 0 1,0 0-16,0 0 0,40 0 0,0 0 15,0 1 1,0-1-16,40 0 0,-40 0 0,80-40 16,-40 40-16,1-40 0,-1 0 0,0 0 0,0 40 15,0-40-15,0 0 0,0 0 16,1 0-16,-1 0 0,0 0 0,0-40 0,0 40 16,-40-40-16,40 40 15,-40-40-15,0 0 0,0 0 0,0-1 0,0 1 16,0 0-16,-40 40 15,40-40-15,-40 0 0,0 0 0,0 40 16,-41-40-16,41 40 0,0 0 0,0 0 0,0-40 16,0 40-16,0 0 15,-1 0-15,82 0 32</inkml:trace>
  <inkml:trace contextRef="#ctx0" brushRef="#br0" timeOffset="87379.57">30416 12031 0,'0'0'0,"-40"0"31,0 0 0,-1 0-31,41 40 16,-40-40-16,40 40 15,-40-40-15,40 40 0,0 0 16,-40 1-16,40-1 0,0 0 0,0 0 16,80 0-1,-40 0-15,1 0 0,-1-40 16,0 0-16,-40 40 0,40-40 16,0 0-16,0 0 0,0 0 15,-40-40-15,40 40 16,-40-40-16,0-40 0,0 40 15,0 0-15,-40 0 16,40-1-16,-40 41 0,40-40 0,-40 40 0,0-40 16,0 40-16</inkml:trace>
  <inkml:trace contextRef="#ctx0" brushRef="#br0" timeOffset="87959.47">31900 12191 0,'-40'0'63,"-40"0"-48,40 41 1,40-1-16,0 0 0,0 0 15,0 0-15,0 0 16,40 0-16,-40 0 0,40-40 0,-40 40 16,40-40-16,0 40 0,1 1 0,-1-41 15,0 0 1,0 0-16,0 0 0,0 0 0,-40-41 16,40 1-16,-40 0 15,0 0-15,0 0 0,-40 40 0,40-40 16,-80 0-16,80 0 15,-40 0-15,0 40 0,0-40 0,-1 40 16,41-41-16,-40 41 0,0 0 0,0 0 16,0 0-16</inkml:trace>
  <inkml:trace contextRef="#ctx0" brushRef="#br0" timeOffset="90229.42">2207 12272 0,'0'40'31,"40"-40"0,0 0-31,0 0 0,0 0 16,1 0 0,-41-40 15,40 40-16,-40-40-15,0-1 16,40 41-16,-40-40 0,0 0 16,40 0-16,-40 0 0,0 0 15,0 0-15,0 0 16,0 0-16,0-1 16,0 1-1,-40 80 63,40 1-78,0-1 16,0 0-16,0 0 16,0 0-16,-40 0 0,40 0 15,0 0 1,0 0-16,0 1 0,0-1 15,0 0-15,0 0 16,0 0-16,0 0 0,0 0 16,0-80 77,40 0-77,0 0 0,-40 0-16,40 40 15,-40-40-15,40 40 0,-40-40 16,40 40-16,0 0 16,-40 40 30,41-40-30,-41 40 0,40 0-16,-40 0 15,0 0 1,40-40 0,-40 40-1,40-40-15,-40 40 16,40-40-1,0 0-15,0 0 16,0 0 15,-40-40-31</inkml:trace>
  <inkml:trace contextRef="#ctx0" brushRef="#br0" timeOffset="90679.37">3652 11991 0,'0'0'0,"-41"0"32,41 40-1,-40-40-31,40 40 15,0 0 1,-40 40 0,0 41-1,40-41 1,40 0 15,40 0-15,-39-40-1</inkml:trace>
  <inkml:trace contextRef="#ctx0" brushRef="#br0" timeOffset="91299.33">4053 12272 0,'0'-40'31,"0"80"-31,0-121 16,40 81-16,0 0 15,0 0 1,40 81 15,-80-1-15,-40 40 0,0-40 15,40-120 0,40 0-31,0-80 16,41 40-1,39 40 1,-80-1 15,40 41-15,-80 41-1,0 39 1,-40 40 15,40 0-15,0-80 0,0 1 15</inkml:trace>
  <inkml:trace contextRef="#ctx0" brushRef="#br0" timeOffset="91619.33">4895 12472 0,'0'-40'16,"0"80"-16,41-80 47,-1 40-16,0 0-31,0 0 16,0 0-16,0 0 0,0 0 0,-40-40 0,40 40 15,1 0-15,-1-40 0,0 40 16,0 0-16,0-40 0</inkml:trace>
  <inkml:trace contextRef="#ctx0" brushRef="#br0" timeOffset="92179.25">5497 12151 0,'40'0'31,"1"0"-15,-1 0-16,0 0 15,0 0-15,0 0 16,0 0-1,0 0-15,-40 40 0,40-40 0,-40 41 16,0-1-16,0 0 16,0 0-16,-40-40 15,40 40-15,-40-40 0,40 40 0,-40 0 0,0-40 16,40 40 0,-40 0-16,0-40 0,0 40 0,-1-40 31,82 0 16,-1 0-47,0 0 15,0 0-15,0 0 16,0 0-16,0 0 16,0 0-1,1 0 1,-41-40-1</inkml:trace>
  <inkml:trace contextRef="#ctx0" brushRef="#br0" timeOffset="92559.18">6099 11991 0,'0'0'16,"40"0"15,0 0-15,-40 40-1,41 0-15,-1 40 16,0-80-16,-40 40 0,40 1 16,-40-1-16,40 40 15,-40-40-15,0 0 32,0 0-32,-40 80 31,-40-79-31,40-41 0,-161 40 15</inkml:trace>
  <inkml:trace contextRef="#ctx0" brushRef="#br0" timeOffset="94389.07">9109 12432 0,'-40'0'141,"40"40"-141,-41-40 15,1 0-15,40 40 16,-40-40-16,0 40 0,40 0 16,-40-40-16,40 41 15,-40-41-15,40 40 0,-40 0 16,40 0-16,0 0 15,0 0-15,0 0 0,40-40 16,-40 40-16,40-40 0,40 40 0,-40-40 16,0 0-16,1 0 15,-1 0-15,0 0 0,0 0 0,0 0 0,0 0 16,0 0-16,0 0 16,-40-40-16,41 40 0,-1-40 31,-40 0-31,0 0 0,0 0 0,0 0 15,0 0-15,0 0 0,-40-1 16,40 1-16,-41 40 16,1-40-16,0 0 0,0 40 31</inkml:trace>
  <inkml:trace contextRef="#ctx0" brushRef="#br0" timeOffset="95319.01">12439 12953 0,'0'0'0,"40"0"16,0 0 0,-80 0 46,0 0-46,0 0-1,0 41 1,40-1 0,-40-40-16,40 40 0,-40 0 0,40 0 15,0 0-15,-40 0 0,40 0 16,0 0-16,0 0 0,0 1 0,40-41 16,-40 40-16,40-40 15,-40 40-15,40-40 0,0 0 0,0 40 0,40-40 16,-39 0-1,-1 0-15,0 0 0,0-40 0,0 40 0,0-40 16,0-41-16,0 81 0,-40-40 0,41 0 16,-41 0-16,0 0 15,0 0-15,0 0 0,0 0 16,-41 0-16,41 0 16,-40 40-16,40-41 0,-40 41 0,0-40 15,0 40 1,0 0-16,0 0 0,0 0 15,-1 0-15,1 40 0,0-40 16</inkml:trace>
  <inkml:trace contextRef="#ctx0" brushRef="#br0" timeOffset="96279.03">16010 13234 0,'0'0'0,"41"0"46,-41-40-30,-41 40 47,1 0-63,0 0 15,40 40-15,-40-40 16,0 40-16,40 0 0,-40-40 15,40 40-15,0 1 0,0-1 16,0 0 0,0 0-16,40 0 0,0-40 15,0 40 1,0-40-16,0 0 0,1 0 0,-1 0 16,0 0-16,0-40 15,0 0-15,0 0 0,-40 0 16,0 0-16,0-1 15,0 1-15,0 0 0,-40 0 0,40 0 16,-80 0-16,40 40 16,0-40-16,-1 40 15,1 0-15,0 0 0,0 0 0,0 0 16,0 0-16,0 0 16,0 0-16</inkml:trace>
  <inkml:trace contextRef="#ctx0" brushRef="#br0" timeOffset="97428.98">18418 13274 0,'0'40'47,"-40"-40"-32,0 0-15,40 40 16,-40-40-16,0 0 15,-1 41-15,1-41 0,0 40 16,0 0-16,0 0 0,40 0 16,0 0-1,0 0-15,40-40 16,-40 40-16,80-40 16,-80 40-16,40-40 0,1 0 0,-1 41 0,0-41 15,0 40-15,0-40 0,0 0 16,0 0-16,0 0 0,1 0 0,-1 0 0,0 0 15,0 0-15,-40-40 0,40 40 16,-40-81 0,0 41-16,0 0 0,0 0 15,-40 0 1,40 0-16,-40 0 0,0 0 16,0 40-16,-1 0 15,1-41-15,0 41 0,0 0 16,0 0-1</inkml:trace>
  <inkml:trace contextRef="#ctx0" brushRef="#br0" timeOffset="98298.9">21508 13756 0,'-40'0'63,"40"-41"-63,-41 41 15,1 0-15,0 0 16,0 0-16,0 0 0,0 41 0,0-41 15,0 40-15,-1-40 0,41 40 0,-40-40 16,0 40-16,0 0 16,40 0-16,-40-40 0,40 40 15,0 0 1,40 0-16,0-40 0,0 40 16,41-40-1,-41 0-15,0 0 0,0 0 16,0 0-16,0 0 0,0-40 15,0 40-15,-40-40 0,41 40 0,-1 0 16,-40-40-16,0 0 0,0 0 0,40 0 16,-40 0-1,0 0-15,-40 40 0,40-40 0,-40-1 16,-1 1 0,1 40-16,0 0 0,0 0 31</inkml:trace>
  <inkml:trace contextRef="#ctx0" brushRef="#br0" timeOffset="99198.86">23915 13635 0,'40'0'46,"-80"0"-14,0 40-17,0-40-15,40 40 16,-40-40-16,0 41 0,0-41 16,0 40-16,-1 0 0,1-40 0,0 40 15,0 0-15,0-40 0,0 40 16,0-40-16,40 40 0,-40-40 0,40 40 15,-41-40-15,41 40 0,41-40 16,39 0 0,-40 0-16,0 0 0,0 0 0,0 0 15,0 0-15,1-40 16,-1 40-16,0 0 0,0 0 0,0 0 0,0 0 0,0 0 16,0 0-16,1 0 15,-1 0-15,0 0 0,0 0 0,0 0 0,0 0 16,0 0-1,0 40-15,1-40 16</inkml:trace>
  <inkml:trace contextRef="#ctx0" brushRef="#br0" timeOffset="99498.84">24036 13635 0,'-81'0'16,"81"40"-16,-40 0 15,-40 41 16,80-41-31,-40 120 16,40-120-16,0 0 0,0 161 31,-80-81-15,80-80 0</inkml:trace>
  <inkml:trace contextRef="#ctx0" brushRef="#br0" timeOffset="100848.76">25159 13595 0,'40'0'32,"-40"-40"-17,40 40-15,1 0 16,-1 0-1,0 0-15,0 0 16,0 0-16,0 0 16,0 0-16,1 0 15,-1 0-15,0 40 0,0-40 16,0 0-16,-40 40 16,40-40-16,-40 40 0,0 0 31,0 1-31,-40-1 0,0 0 15,0 0-15,-40 0 16,80 0-16,-41-40 0,41 40 16,-40-40-16,40 40 0,-40-40 31,120 0 0,-80-40-31,41 40 0,-1 0 16,0 0-1,0 0-15,0 40 0,0-40 16,-40 40-16,40-40 0,0 40 0,-40 1 16,41-1-16,-1 0 15,-40 0-15,40-40 0,-40 40 0,0 0 16,0 0 0,-40-40-16,0 40 15,-1-40 1,1 0-16,0 0 0,0 0 0,0 0 0,0 0 15,0 0-15,-41-40 0,41 40 0,0 0 0,0-40 16,0 40-16,0 0 0,0-40 16,-1 40-16,41-40 15</inkml:trace>
  <inkml:trace contextRef="#ctx0" brushRef="#br0" timeOffset="101878.62">26845 13796 0,'0'-40'16,"-41"40"-16,1 0 0,0-41 31,80 41 0,0 0-31,41-40 16,-41 40-16,0 0 0,0 0 15,0 0 1,0 0-16,0 0 0,1 0 16,-1 0-1,-40 40-15,0 1 0,40-41 16,-40 40-1,0 0-15,0 0 0,0 0 16,0 0-16,-40-40 0,40 40 0,-40-40 0,40 40 16,-81 0-16,41 0 15,0 1-15,0-41 0,40 40 0,-40-40 16,40 40 0,40-40 15,40 0-16,-80-40-15,40 40 0,0 0 16,1 0-16,-1 0 16,0 0-16,0 0 0,-40 40 0,40-40 15,0 0-15,0 0 16,0 40-16,1-40 0</inkml:trace>
  <inkml:trace contextRef="#ctx0" brushRef="#br0" timeOffset="102798.56">28771 13956 0,'0'-40'16,"-41"40"0,41-40-16,41 40 31,-1 0-15,0 0-1,-40 40 1,0 0-1,0 0 1,-40-40-16,40 40 16,0 0-1,0 0-15,0 1 0,0-1 0,0 0 16,0 0-16,0 0 16,0 0-16,0 0 0,0 40 0,0-39 0,0-1 15,0 0-15,-40 0 0,40 40 16,0-40-16,-41 0 0,41 0 0,0 0 15</inkml:trace>
  <inkml:trace contextRef="#ctx0" brushRef="#br0" timeOffset="104418.56">30496 14197 0,'-40'0'31,"40"40"63,-40-40-94,0 40 16,0-40-16,-1 40 0,41 0 15,0 0 1,-40-40-16,40 40 0,0 0 16,0 1-1,40-41-15,41 0 16,-41 40 0,0-40-16,0 0 0,0 0 0,0 0 0,0 0 15,1 0-15,-1 0 16,0 0-16,0 0 0,0-40 15,-40-1-15,40 1 0,-40 0 16,0 0 0,0 0-16,0 0 0,-40 40 0,40-40 15,-40 40-15,-40-40 16,40 40-16,-1 0 0,1 0 0,0 0 16,0 0-1,40-40-15,-40 40 0,0 0 16</inkml:trace>
  <inkml:trace contextRef="#ctx0" brushRef="#br0" timeOffset="105068.43">32061 14397 0,'0'0'0,"-40"0"32,40-40-1,-40 40 0,0 0-15,-1 0-16,1 0 15,0 40-15,0 0 16,0 0-16,0 1 16,40-1-1,0 0-15,0 0 16,40-40-16,-40 40 0,40-40 0,0 40 15,0-40-15,0 0 16,1 40-16,-1-40 0,0 0 0,0 0 0,-40 40 16,40-40-16,0 0 15,0 0-15,0 0 0,-40-40 0,41 40 0,-41-40 16,0 0-16,0 0 16,0 0-16,-41 0 0,1 0 15,0-1 1,0 41-16,0 0 0,0-40 0,0 40 15,0 0-15,-1 0 0,1 0 16</inkml:trace>
  <inkml:trace contextRef="#ctx0" brushRef="#br0" timeOffset="107238.3">2087 13756 0,'-41'0'0,"82"0"46,-1 0-30,0 0 0,0 0-16,0 0 15,-40-41 17,40 41-32,-40-40 15,40 40-15,-40-40 16,40 0-16,-40 0 15,0 0 1,0 0-16,0 0 0,0 0 16,-40-1-1,0 1-15,40 0 32,0 80 14,0 0-30,0 1 0,0-1-16,0 0 0,40-40 15,-40 40-15,0 0 0,0 0 16,0 0-16,0 0 0,0 0 16,0 1-16,0-1 15,0 0-15,0 0 0,0 0 0,0 0 16,0 0-16,0 0 0,-40 0 15,40-80 48,0 0-63,0 0 16,0 0-16,40 0 0,-40 0 15,81 40 1,-41-40-16,-40 0 0,40 40 15,0 0-15,-40-41 0,40 41 0,0 0 16,-40-40-16,40 40 16,0 0 15,-40 40-31,41-40 16,-41 41-16,40-41 15,-40 40-15,0 0 0,40-40 16,-40 40-16,40-40 0,-40 40 15,0 0 1,40-40-16,-40 40 0,40-40 16,0 0-1,-40 40-15,40-40 0</inkml:trace>
  <inkml:trace contextRef="#ctx0" brushRef="#br0" timeOffset="107698.27">3772 12953 0,'0'0'0,"0"-40"0,0 0 32,0 80 14,-40 0-46,40 1 16,0-1 0,0 0-16,0 0 0,-40 0 0,40 0 15,0 0-15,0 0 16,-40 0-16,40 0 0,0 1 0,-41-1 16,41 0-16,0 0 15,0 0-15,41 0 0,-41 0 16,40-40-16,-40 40 0,0 0 0,40-40 15,-40 41-15,0-1 16,40-40-16</inkml:trace>
  <inkml:trace contextRef="#ctx0" brushRef="#br0" timeOffset="111738.07">4374 13354 0,'0'41'125,"40"-41"-110,-40 40 1,0 0-16,40-40 16,-40 40-1,40-40-15,-40 40 0,0 0 0,0 0 0,0 0 16,0 0-16,-80 1 0,80-1 15,0 0-15,0 0 16,-40-40-16,40-40 47,40 40-31,-40-40-16,40 0 0,-40-1 0,40 1 15,0 0 1,-40 0-16,40 40 0,-40-40 0,41 40 0,-1-40 15,0 40-15,-40-40 0,40 40 0,0 0 16,0 0 0,0 0-1,-40 40 1,0 0-16,0 0 16,0 0-1,0 0-15,0 0 0,0 1 16,0-1-16,0 0 0,0 0 15,0 0 1,0 0 0,40-40-1,1 0 1</inkml:trace>
  <inkml:trace contextRef="#ctx0" brushRef="#br0" timeOffset="111988.07">5096 13675 0,'0'0'16,"0"-40"-1,40 40 1,0 40-1,41 0 1,39-40 15,-80-80-31</inkml:trace>
  <inkml:trace contextRef="#ctx0" brushRef="#br0" timeOffset="112618.03">5618 13314 0,'0'0'0,"-40"0"0,80 0 47,0 0-32,0 0-15,0 40 0,0-40 16,0 0 0,-40 41-16,40-41 0,-40 40 15,0 0 1,-40-40-1,40 40-15,-40 0 16,40 0 0,0 0-1,-40-40-15,40 40 16,-40-40-16,40 40 0,40-40 94,0 0-79,-40 41-15,40-1 16,-40 0 0,0 0-16,-40-40 15,0 40 1,0-40-16,0 40 15,0-40-15,0 0 0,40 40 0,-41-40 16,1 0-16,40 40 16,-40-40-16,0 0 0,0 0 15,0 0-15,0 0 16</inkml:trace>
  <inkml:trace contextRef="#ctx0" brushRef="#br0" timeOffset="113687.96">5618 14157 0,'0'40'31,"40"-40"63,0 0-79,0 0 1,-40-40-16,0-1 15,40 41 1,-40-40-16,40 40 0,-40-40 0,40 40 0,-40-40 16,41 40-1,-41-40-15,0 0 32,0 0-1,0 0-16,40 40-15,-40-40 16,0 0 0,40 40-16,-40-41 31,40 41-31,-40-40 16,0 0-1,40 40 1,-40-40 15,0 0-15,0 0-1,40 40-15,-40-40 0,0 0 16,40 0 0,-80 40 62,40-41-47,0 1-15</inkml:trace>
  <inkml:trace contextRef="#ctx0" brushRef="#br0" timeOffset="115177.95">8948 14357 0,'-40'0'109,"0"40"-93,0-40-16,0 0 0,0 0 0,-1 0 15,1 0-15,0 0 16,0 40-16,40 0 0,-40-40 0,0 0 16,40 41-16,-40-41 15,40 40-15,0 0 16,-40-40-16,40 40 0,0 0 0,0 0 15,0 0-15,0 0 16,80 0-16,-80 0 0,0 1 0,80-41 16,-80 40-16,40-40 15,0 0-15,0 0 0,1 0 0,-1 0 16,0 40-16,0-40 0,0 0 16,0-80-16,0 80 0,0 0 15,-40-81-15,41 81 0,-41-40 0,40 0 0,-40 0 16,40 0-1,-40 0-15,0 0 0,0 0 16,0 0 0,0-1-16,-40 41 0,0-40 15,-1 0 1,1 40-16,0 0 0,0 0 0,40-40 16,-40 40-16,0 0 0,0 0 15,0 0 1,40 40-16,0 0 15</inkml:trace>
  <inkml:trace contextRef="#ctx0" brushRef="#br0" timeOffset="116157.81">12118 14758 0,'-40'0'16,"40"-40"-1,-40 40 79,0 0-94,0 0 16,0 0-16,40 80 0,-41-80 0,1 40 15,40 0 1,0 1-16,0-1 0,0 0 16,0 0-1,40-40-15,-40 40 0,41-40 0,39 40 16,-40-40-16,0 0 16,0 0-16,0 40 0,0-40 0,1 0 0,-1 0 15,0 0-15,0-40 0,0 0 16,-40 0-1,0 0-15,0 0 0,0 0 16,0-1-16,0 1 16,-40 0-16,0 0 0,0 0 15,0 40 1,-1 0-16,1 0 0,40-40 0,-40 40 0,0 0 16,40 40-1,40-40 1</inkml:trace>
  <inkml:trace contextRef="#ctx0" brushRef="#br0" timeOffset="117167.74">15930 14838 0,'40'0'32,"-40"40"15,-40-40-32,40 41-15,-40-41 0,40 40 16,-40-40-16,40 40 0,-40-40 15,40 40-15,0 0 16,-40-40-16,40 40 0,0 0 16,0 0-1,0 0-15,40-40 0,-40 41 0,40-41 16,-40 40-16,40-40 0,0 0 16,0 0-16,0 40 0,1-40 0,-1 0 15,0 0-15,0 0 0,0 0 16,-40-40-1,40 40-15,-40-40 0,0-1 0,0 1 16,0 0-16,0 0 16,-40 40-16,40-40 0,0 0 0,-40 40 15,40-40 1,0 0-16,-40 40 0,0 0 16,40-40-1,-40 40-15</inkml:trace>
  <inkml:trace contextRef="#ctx0" brushRef="#br0" timeOffset="118127.72">18659 14999 0,'-40'0'0,"0"0"47,-1 0-31,1 40-16,0-40 15,0 0-15,0 0 16,40 40-16,-40-40 0,40 40 0,0 0 16,-40-40-1,40 40-15,0 0 0,0 1 16,0-1-16,0 0 15,0 0-15,40-40 16,0 40-16,0-40 16,0 40-1,0-40-15,0 0 16,1 0 0,-1-40-16,0 40 0,-40-40 0,40 0 15,-40 0-15,0 0 16,0-1-1,0 1-15,-40 40 0,40-40 0,-40 0 16,40 0-16,-40 40 16,40-40-16,-41 40 0,41-40 0,-40 40 15,40-40-15,0 80 32</inkml:trace>
  <inkml:trace contextRef="#ctx0" brushRef="#br0" timeOffset="119157.67">21427 15239 0,'-40'0'16,"0"0"-1,0 0 17,0 0 15,0 0-32,0 0-15,0 0 0,-1 0 16,1 0-16,0 0 0,0 41 15,40-1 1,0 0-16,0 0 0,0 0 16,0 0-1,40 0-15,0 0 0,-40 0 16,81 0 0,-41-40-16,0 41 0,0-41 0,0 0 15,0 0-15,0 0 0,0 0 0,1 0 16,-1 0-1,-40-41-15,40 41 0,-40-40 0,40 40 0,-40-40 16,0 0-16,0 0 16,0 0-16,-40 0 15,0 0 1,0 0 0,-1 40-1</inkml:trace>
  <inkml:trace contextRef="#ctx0" brushRef="#br0" timeOffset="120507.54">23795 15239 0,'0'41'16,"40"-41"-1,-80 0 79,0 0-78,0 0-16,0 0 0,40 40 0,-41-40 15,1 0 1,0 0-16,0 40 0,40 0 16,-40-40-1,40 40-15,0 0 16,0 0 0,0 0-16,40-40 0,-40 40 0,40-40 15,0 40-15,0-40 0,1 41 16,-1-41-16,0 0 15,0 0-15,0 0 16,0 0 0,0 0-16,0 0 0,1 0 15,-41-41-15,40 1 16,-40 0-16,40 40 0,-40-40 16,40 0-1,-40 0-15,0 0 0,0 0 16,0 0-16,0 0 15,-40 40 1,0 0-16,0 0 31,-1 0-31,1 0 16,40 40-16</inkml:trace>
  <inkml:trace contextRef="#ctx0" brushRef="#br0" timeOffset="121387.49">25601 15440 0,'-40'0'125,"40"40"-125,-41-40 15,1 40-15,0 0 0,0 0 16,0-40-16,0 40 0,0 1 15,-1-41 1,41 40-16,-40-40 0,40 40 31,40-40-31,1 0 32,-1 0-32,0 0 0,0 0 0,-40 40 0,40-40 15,0 0-15,0 0 0,1 0 0,-1 0 0,40 0 16,-40 0-16,0 0 0,0 40 15,0-40-15,1 0 0,-1 0 0,0 0 16,0 0-16,0 0 16,0 40-16,0-40 0,0 0 15,1 0 1,-1 0-16,-40-40 16</inkml:trace>
  <inkml:trace contextRef="#ctx0" brushRef="#br0" timeOffset="121747.56">25882 15520 0,'0'0'0,"-41"0"0,41-40 16,-40 40-16,0 0 16,40 40 31,0 0-32,0 0-15,0 0 0,0 1 16,40-1-16,-40 0 0,0 0 0,0 0 15,0 0 1,0 0-16,0 0 0,0 0 16,0 1-16,0-1 15,0 0 1</inkml:trace>
  <inkml:trace contextRef="#ctx0" brushRef="#br0" timeOffset="123157.42">27085 15600 0,'40'0'140,"1"0"-124,-1 0-16,0-40 0,0 40 15,0 0-15,0 0 16,-40-40-16,40 40 0,0 0 0,1 0 16,-1 0-1,0 40-15,-40 0 16,0 0 0,0 1-16,0-1 15,0 0-15,0 0 16,0 0-1,-40-40-15,40 40 0,-40-40 16,-1 0 0,41 40-16,-40-40 0,0 0 0,0 40 15,0-40 1,120 0 46,-40 0-46,0 0-16,1 0 0,-1 0 16,0 0-1,0 0-15,0 0 16,0 40 0,0-40-16,-40 41 0,0-1 15,0 0 1,-40-40-1,40 40-15,-40 0 0,0-40 16,40 40-16,-40-40 0,0 0 16,40 40-16,-40-40 0,-1 0 0,1 0 15,0 0-15,0 0 16,0 0-16,0 0 0,0 0 0,0 0 16,-1 0-16,1-40 15,0 40-15,40-40 0,-40 0 16</inkml:trace>
  <inkml:trace contextRef="#ctx0" brushRef="#br0" timeOffset="124297.43">28369 15761 0,'40'0'47,"1"0"-47,-1 0 16,0 0-1,0 0-15,0 0 16,0 0 0,0 0-16,0 0 0,1 0 0,-1 0 15,0 0-15,0 0 16,-40 40-16,40-40 16,-40 40-1,0 0 1,0 0-16,-40-40 15,40 40-15,-40 0 16,40 1-16,-40-41 0,40 40 16,-40-40-16,-1 40 15,1-40-15,0 40 16,0-40-16,40 40 16,-40-40-16,80 0 93,0 0-77,0 0-16,0 0 0,1 0 0,-1 40 0,0-40 16,0 0-16,0 40 0,0-40 15,0 0-15,1 0 0,-1 0 0,0 40 0,0-40 16,0 0-16,0 0 0,0 0 15,-80 0 79,40-40-78,-40 40-1</inkml:trace>
  <inkml:trace contextRef="#ctx0" brushRef="#br0" timeOffset="125207.29">30376 15801 0,'0'0'0,"0"40"235,0 0-235,0 0 15,-40 0 1,40 0-16,0 1 16,0-1-16,0 0 0,0 0 15,-41 0-15,41 0 16,0 0-16,0 0 15,0 0 1,0 0-16</inkml:trace>
  <inkml:trace contextRef="#ctx0" brushRef="#br0" timeOffset="126537.22">32061 16001 0,'-40'0'78,"40"-40"-47,-40 40 1,0 0 14,-1 0-30,1 0 0,0 0-16,40 40 15,-40-40 1,0 41-16,0-1 16,0 0 15,40 0-31,0 0 15,0 0 1,40-40 0,0 40-1,0-40-15,-40 40 0,40-40 16,0 0-16,0 40 16,1-40-16,-1 0 15,-40 40-15,40-40 0,0 0 16,0 0-16,0 0 15,0 0-15,0 0 16,-40-40 0,0 0-1,0 0 1,0 0 0,41 0-16,-41 0 31,40 40-31,-40-40 0,0 0 31,0 0 0,-40 40-15,-1 0 0,1 0-16,0 0 15,0 0-15,0 0 0,0 0 0,0 0 16</inkml:trace>
  <inkml:trace contextRef="#ctx0" brushRef="#br0" timeOffset="131317.01">1485 15159 0,'-40'0'0,"40"40"0,40-40 78,-40-40-78,40 40 16,0 0 0,-40-40-16,40 40 31,-40-40-31,0 0 16,40 0-16,-40 0 15,0 0 1,0-1-16,40 1 0,-40 0 15,0 0 1,0 0-16,-40 40 109,40 40-109,-40-40 16,40 40-16,-40 0 16,40 0-16,0 1 0,0-1 0,0 0 15,-40 0-15,40 0 16,0 0-16,0 0 0,0 0 0,0 0 16,0 1-16,0-1 0,0 0 0,0 0 15,0 0 1,-40 0-16,40 0 15,-40 0 1,40-80 47,40 40-48,-40-40-15,0 0 16,40 0-1,0 0-15,-40 0 16,40 40-16,0 0 16,-40-40-16,40 40 0,0 0 0,1 0 15,-1 0 1,-40-41-16,40 41 0,0 0 47,-40 41-47,0-1 15,0 0 1,0 0-16,0 0 16,0 0-1,0 0-15,40-40 16,-40 40 0,0 0-1,40-40-15,0 0 16,-40 40-1,40-40-15</inkml:trace>
  <inkml:trace contextRef="#ctx0" brushRef="#br0" timeOffset="131766.97">2729 14718 0,'-41'0'31,"41"40"-15,-40-40-1,40 40 1,-80 40 0,40 1-1,0 79 1,0-40 15,40-79-31,0-1 16,0 0-1,40 40 1,0-80 0,-40 40-16</inkml:trace>
  <inkml:trace contextRef="#ctx0" brushRef="#br0" timeOffset="132536.85">2969 14878 0,'40'-40'31,"1"40"-15,-1 0-1,40 81 1,-40-1 15,-40-40-31,0 0 0,0 0 0,0 0 0,0 0 16,0 0-1,-40 41-15,0-1 32,40-120-1,0 0-16,40 40-15,-40-40 0,0-1 16,0 1 0,40 0-16,0 0 0,0 40 15,-40-40-15,40 40 0,-40-40 16,41 40-16,-1 0 16,-40 40 15,0 0-31,0 0 15,0 0 1,0 0-16,0 1 31,0-1-31,0 0 16,0 0 0,0 0-16,0 0 15</inkml:trace>
  <inkml:trace contextRef="#ctx0" brushRef="#br0" timeOffset="132836.82">3772 15320 0,'0'0'0,"-40"0"31,80 0-15,0 0 0,0 0-1,40 0 1,-39 0-16,-1 0 15,0 0-15,80-40 16,-40-41 0</inkml:trace>
  <inkml:trace contextRef="#ctx0" brushRef="#br0" timeOffset="133286.79">4775 14919 0,'0'40'16,"-40"0"-1,0-40-15,40 40 16,-80 40 0,39 0 15,1-80-31,40 40 62,0 1-46,40-41-16,1 0 31,-1 0-31,0 0 0,0 0 16,0 0-16,0 0 16,0 0-16,0 0 0,1 0 15,-1 0-15,-40-41 0,40 41 16</inkml:trace>
  <inkml:trace contextRef="#ctx0" brushRef="#br0" timeOffset="133686.78">4735 15039 0,'0'0'16,"0"-40"0,40 40-1,-40 80 48,0-40-63,0 0 15,0 0 1,0 0-16,0 1 0,0-1 0,0 0 16,0 0-16,-40-40 0,40 40 0,0 0 15,-40 0-15,40 0 16,0 0-16,-40-40 15,40 40 1</inkml:trace>
  <inkml:trace contextRef="#ctx0" brushRef="#br0" timeOffset="134206.75">5096 14798 0,'0'-40'16,"0"80"46,0 0-46,0 0 0,0 1-16,0-1 0,40 0 15,-40 0 1,0 0-16,0 0 0,0 0 16,40 0-16,-40 0 0,0 1 0,0-1 0,0 0 15,0 0-15,-40 0 0,40 0 16,0 0-16,-80 0 0,80 0 0,-40-40 0,40 40 15,-40 1-15,0-1 16,-1 0-16,1-40 0,0 0 16</inkml:trace>
  <inkml:trace contextRef="#ctx0" brushRef="#br0" timeOffset="136556.61">8868 16001 0,'0'41'16,"-40"-41"0,40 40 62,-40-40-47,0 0 0,-1 0-31,1 0 16,0 0-16,0 0 16,40 40-16,-40-40 15,0 0-15,40 40 0,-40 0 0,40 0 16,-40 0-1,40 0-15,0 0 16,0 0 0,40-40-16,0 41 15,0-41 1,0 0-16,0 0 16,0 0-16,0 0 0,1 0 0,-41-41 0,40 41 15,0 0-15,-40-40 16,40 40-16,0 0 0,-40-40 15,40 0-15,-40 0 16,40 40-16,-40-40 16,0 0-16,0 0 15,0 0-15,0 0 16,-40-1-16,0 41 16,40-40-16,-40 40 15,0 0-15,0 0 16,40 40-1,-40-40-15</inkml:trace>
  <inkml:trace contextRef="#ctx0" brushRef="#br0" timeOffset="137476.64">11837 16282 0,'-40'0'78,"0"0"-62,0 0-16,0 0 16,0 0-1,40 40-15,-40-40 0,40 40 16,-41-40-16,41 40 0,0 1 16,0-1-1,0 0-15,41-40 0,-1 40 16,0-40-1,-40 40-15,40-40 0,0 0 0,0 40 0,0-40 16,0 40-16,1-40 16,-1 0-16,0 0 0,0 0 15,0 0-15,0-40 16,-40 0-16,40 40 16,-40-40-16,0 0 15,0 0-15,-40 0 16,40-1-16,-40 41 0,0-40 15,40 0 1,-40 40-16,0 0 0,0 0 16</inkml:trace>
  <inkml:trace contextRef="#ctx0" brushRef="#br0" timeOffset="138586.47">16091 16723 0,'-40'0'16,"40"-40"0,-41 40 46,1 0-62,-40 0 16,40 0-1,0 0-15,0 40 0,0-40 0,-1 0 16,41 40-16,-40-40 0,0 0 16,40 41-16,0-1 15,0 0 1,0 0-16,0 0 16,40-40-16,-40 40 0,40-40 0,-40 40 0,41-40 15,-1 40-15,0-40 16,0 0-16,0 0 0,0 40 0,0-40 0,0 0 15,1 0 1,-1 0-16,0 0 0,0 0 0,0 0 16,0 0-16,-40-40 15,40 40-15,-40-40 0,0 0 16,0 0-16,0 0 0,-40 40 16,40-40-16,-40 40 15,40-40-15,-40 40 0,0-40 0,0 40 0,0-41 16,-1 1-16,1 40 15,0 0-15,40-40 0,-40 40 16,40 40 0</inkml:trace>
  <inkml:trace contextRef="#ctx0" brushRef="#br0" timeOffset="139526.51">18458 16924 0,'-40'0'94,"0"0"-78,0 40-16,0 0 15,0-40-15,40 40 0,-41-40 16,41 40-16,-40-40 15,40 40-15,0 0 16,0 1 0,0-1-16,40 0 0,1 0 31,-1-40-31,0 40 0,0-40 16,0 0-16,0 0 0,0 0 15,0 0-15,1 0 16,-41-40-16,40 0 0,-40 0 15,0 0 1,0-1-16,-40 1 0,-1 0 16,1 0-16,0 0 0,0 0 15,0 0-15,0 40 0,0-40 0,0 40 16,-1 0-16,41 40 31,0 0-31</inkml:trace>
  <inkml:trace contextRef="#ctx0" brushRef="#br0" timeOffset="140866.37">21347 16683 0,'-40'0'0,"0"0"94,0 0-79,0 0 1,-41 40-16,41-40 0,40 40 16,-40 1-16,0-1 0,40 0 15,0 0 1,0 0-16,0 0 0,40 0 15,0 0 1,0 0-16,1-40 0,-1 40 0,0-40 16,0 0-16,0 41 15,0-41-15,0 0 0,0 0 0,1 0 0,-1 0 16,0 0-16,0 0 0,0 0 0,0 0 16,-40-41-16,40 41 0,-40-40 15,40 40-15,-40-40 0,0 0 0,0 0 16,0 0-1,-80 0-15,40 0 0,0 0 16,0 40-16,0-40 0,0 40 16,-1-41-16,1 41 0,0 0 31</inkml:trace>
  <inkml:trace contextRef="#ctx0" brushRef="#br0" timeOffset="141676.29">23996 17285 0,'-41'0'47,"1"0"-31,0 0-16,0 0 15,0 0-15,0 0 16,0 0-16,0 0 16,-1 0-1,1 0-15,40 40 16,-40-40-16,40 40 0,0 0 0,-40-40 15,40 40 1,0 0-16,40 0 16,0-40-1,-40 41-15,40-41 0,-40 40 0,41-40 0,-1 40 16,0-40-16,0 0 0,0 40 16,0-40-16,0 0 15,0 0-15,1 0 0,-1 0 16,-40-40-1,40 40-15,-40-40 0,0-41 16,0 41 0,0 0-16,0 0 0,-40 40 15,40-40-15,-40 0 16,40 0-16,-41 40 0,1 0 16,0 0-1,0 0 1</inkml:trace>
  <inkml:trace contextRef="#ctx0" brushRef="#br0" timeOffset="142856.25">25641 17405 0,'-40'0'47,"-41"0"0,81-40-47,-40 40 15,0 0 1,0 0 0,0 0-16,40 40 15,-40-40-15,40 40 0,-40-40 16,40 40-16,0 0 0,-41 1 16,41-1-16,0 0 0,0 0 15,41-40 1,-41 40-16,40-40 0,0 0 15,-40 40-15,40-40 16,0 0-16,0 0 0,0 0 16,1 0-1,-1 0-15,0 0 0,0 0 16,-40-40-16,40 40 0,0 0 0,-40-40 16,0 0-1,0 0-15,-40 0 0,40-1 16,-40 41-1,0-40-15,0 40 0,0-40 16,-1 40-16,1 0 31</inkml:trace>
  <inkml:trace contextRef="#ctx0" brushRef="#br0" timeOffset="144126.23">27406 17285 0,'0'40'16,"-40"-40"93,40 40-109,-40-40 0,-40 0 16,40 0-16,0 0 0,40 40 15,-41-40-15,1 0 0,0 0 16,40 40-16,-40-40 0,0 0 15,40 40-15,-40-40 16,40 40-16,40-40 47,0 0-16,0 41-31,0-41 0,0 0 0,1 0 16,-1 40-16,0-40 15,0 0-15,0 40 0,0-40 0,0 0 0,41 40 16,-41-40-16,0 0 16,0 0-16,0 40 0,0-40 0,0 0 0,0 0 15,1 0-15,-1 0 16,0 40-16,0-40 0</inkml:trace>
  <inkml:trace contextRef="#ctx0" brushRef="#br0" timeOffset="144456.12">27527 17365 0,'-81'0'32,"81"40"-1,0 0-15,0 0-16,0 0 0,0 1 15,0-1-15,0 0 16,0 0-16,0 0 0,-40-40 0,40 40 0,0 0 15,0 0-15,0 0 0,0 0 16,0 1-16,0-1 16,40-40-16</inkml:trace>
  <inkml:trace contextRef="#ctx0" brushRef="#br0" timeOffset="145676.04">28690 17405 0,'40'0'140,"-40"-40"-140,41 40 16,39 0-16,-40 0 0,0 0 16,0 0-16,0 0 15,1 0-15,-1 40 0,0 0 0,0-40 16,-40 40-1,40-40-15,-40 40 0,0 1 16,0-1 0,0 0-16,-40 0 15,0-40-15,40 40 0,-40-40 0,0 0 16,-1 40-16,1 0 16,0-40-16,0 0 0,0 0 0,40 40 15,-40-40-15,80 0 47,0 0-47,0 0 0,0 0 16,0 0-16,1 0 15,-1 0-15,0 0 0,0 40 16,0-40-16,0 0 16,-40 40-16,0 1 15,40-41-15,-40 40 0,0 0 16,40-40-16,-40 40 15,0 0 1,0 0 15,-40-40-31,0 0 0,0 0 16,0 0-16,0 0 16,0 0-16,0-40 0,-1 40 0,1 0 0,0-40 15,0 40 1,0 0-16,0-40 0,40 0 0,-40 40 0</inkml:trace>
  <inkml:trace contextRef="#ctx0" brushRef="#br0" timeOffset="146536">29814 17646 0,'0'0'16,"0"-40"-16,0 0 31,40 40-16,0 0 1,0 0 0,41 80-1,-41-80-15,0 80 16,-40-40-16,40-40 0,-40 40 16,0 0-16,0 0 15,0 0-15,0 1 31,-40-1-15,0-40 0,-121 40-1,81-40 1,40 0 0,80 0 30,40 0-30,-40 0-16,0 0 16,1 0-16,-1 0 15,0 0-15,0 40 0,0-40 0,0 0 0,0 40 16,0-40-16,1 0 0,-1 40 0,0-40 16,0 0-16,0 40 15,0-40-15,0 0 0,0 40 0,1-40 0,-1 0 16,0 0-16,0 0 0</inkml:trace>
  <inkml:trace contextRef="#ctx0" brushRef="#br0" timeOffset="147345.94">32141 17766 0,'0'-40'0,"-40"0"32,40 80 61,0 0-77,0 0 0,0 0-1,0 0-15,0 0 16,-40-40-16,40 41 15,0-1-15,0 0 0,0 0 0,-40 0 0,40 0 16,0 0-16,0 0 0,0 0 16,0 41-16,0-41 0,0 0 0,0 0 0,0 0 15</inkml:trace>
  <inkml:trace contextRef="#ctx0" brushRef="#br0" timeOffset="153466.53">522 6095 0,'0'-40'79,"0"0"-33,0 0-14,0 80 93,0 0-110,0 0 1,0 1 0,40-41-16,-40 40 0,40-40 15,0 40 1,0-40-16,0 0 15,0 0 17,-40-40-17,41 40-15,-41-40 0,0-1 16,0 1-16,40 40 0,-40-40 0,0 0 16,0 0-1,0 0 1,0 80 62,-40-40-62,40 40-16,0 0 0,-41-40 0,41 40 15,-40 0 1,40 1-16,-40-1 0,40 0 0,-40 0 15,40 0-15,-40 0 16,40 0-16,0 0 0,0 0 16,-40-40-16,40 40 0,0 1 0,0-1 15,0 0-15,-40-40 16,40 40-16,0 0 0,0 0 0,-40-40 0,40 40 16,-41-40-16,41 40 0,-40 0 15,0 1-15,40-1 0,-40-40 16,40 40-16,-40-40 15,0 40-15,0-40 16,40-40 0,0 0-16,0 0 0,0-1 15,0 1-15,40 0 0,0 0 16,-40 0-16,80 40 16,-80-40-16,40 40 0,-40-40 0,40 40 0,-40-40 15,41 40-15,-41-40 16,40 40-16,0 0 0,0 0 15,0 0 1,0 0 0,0 0-16</inkml:trace>
  <inkml:trace contextRef="#ctx0" brushRef="#br0" timeOffset="154016.54">1525 5775 0,'0'-41'15,"-40"41"-15,40 41 47,0-1-15,-81-40-32,81 40 15,0 0 1,0 0-16,-40 0 0,40 0 15,-40 0-15,0 0 16,40 1-16,-40-1 0,40 0 0,-40-40 0,40 40 16,0 0-16,0 0 0,0 0 0,0 0 15,0 0-15,40 0 16,0-40 0,0 0-1,0-40-15,0 40 0</inkml:trace>
  <inkml:trace contextRef="#ctx0" brushRef="#br0" timeOffset="154696.53">1605 6095 0,'0'0'0,"40"0"62,-40 41-15,0 39-47,0-40 16,0 0 0,-40 0-16,40 0 0,0 0 0,-40-40 15,40 40-15,0 0 16,-40-40-16,40 41 0,0-82 31,40 1-15,0-40-16,0 40 0,40 0 15,-80 0-15,41 0 0,-1 40 16,-40-40-16,40 0 0,0 40 16,0 40 46,0-40-46,-40 40-1,40-40-15,-40 40 0,0 0 16,40 0 0,-40 0-16,0 0 15,0 0 1,-40-40-16,40 40 15,-40-40 1</inkml:trace>
  <inkml:trace contextRef="#ctx0" brushRef="#br0" timeOffset="155236.54">2367 5855 0,'-40'0'0,"80"0"79,-40 80-64,41-40 1,-41 0-16,0 0 0,40 0 15,-40 1-15,0-1 0,0 0 16,0 0-16,0 0 0,0 0 0,-40 0 0,40 0 16,-81 0-16,81 0 0,-40 1 0,0-1 0,0 0 15,0 0-15,0-40 16,0 40-16</inkml:trace>
  <inkml:trace contextRef="#ctx0" brushRef="#br0" timeOffset="158926.53">3290 5374 0,'0'-41'15,"-40"41"17,40 41-1,0-1-31,0 0 16,0 0 15,-40-40-16,40 40-15,0 0 16,0 0-16,0 0 16,0 0-16,0 0 15,-40 1-15,40-1 0,0 0 16,0 0 0,-40-40-16,40 40 0,-40-40 0,40 40 0,0 0 15,-40 0 1,40 0-16,0 1 0,0-1 15,-41 0 1,41 0-16,0 0 0,0 0 16,0 0-16,0 0 15,-40-40-15,40 40 0,0 0 16,0 1-16,0-1 16,-40 0-1,40 0-15,0 0 16,0 0-16,0 0 15,0 0-15,0 0 16,0 1 0,-40-1-1,0 0-15,40 0 0,-40-40 16,40 40-16,-40 0 0,40 0 16,-40 0-16,-1 0 0,41 0 0,-40-40 15,40 41-15,-40-1 16,40 0-16,-40-40 0,40 40 15,-40-40-15,40 40 16,0 0-16,-40-40 16,40 40-16,-40-40 15,40 40-15,0 0 16,-40 1-16,40-1 16,-41 0-16,1 0 15,40 0-15,0 0 0,-40 0 0,0 0 16,40 0-16,0 0 15,-40-40-15,40 41 0,-40-1 0,40 0 16,0 0-16,-40-40 16,40 40-16,0 0 15,0 0 1,0 0 0,-40-40-16,40 40 0,0 1 0,0-1 15,-41 0-15,41 0 16,-40 0-16,40 0 0,-40 0 0,40 0 15,-40-40 1,40 40-16,0 0 31,0 1-15,0-1 0,0 0-1,0 0-15,0 0 0,0 0 16,0 0-16,0 0 15,0 0-15,-40 1 0,40-1 0,-40-40 0,40 40 16,0 0-16,0 0 0,0 0 16,0 0-1,0 0 1,0 0 0,0 0-16,0 1 0,0-1 15,0 0 1,0 0-16,0 0 0,0 0 15,0 0-15,-40-40 16,40 40-16,0 0 16,0 1-1,0-1 1,0 0-16,-40-40 16,40 40-16,0 0 15,-41-40-15,41 40 0,-40-40 0,40 40 16,-40 0-1,40 0-15,-40-40 16,40 40 15,40 1 1,-40-1-17,0 0 1,0 0-16,0 0 15,0 0 1,0 0-16,0 0 16,0 0-1,0 1 1,0-1 0,0 0-1,0 0-15,0 0 0,0 0 0,0 0 16,0 0-16,0 0 15,0 0-15,0 1 16,0-1-16,0 0 16,40-40-16,-40 40 15,0 0-15,40 0 16,-40 0-16,0 0 16,0 0-16,0 1 31,0-1-16,0 0 1,0 0 0,0 0-1,0 0 1,0 0-16,0 0 16,0 0-1,0 0 16,0 1-31,0-1 16,-40 0-16,40 0 16,0 0-1,0 0 17,0 0-32,0 0 15,0 0 1,-40 1-16,40-1 15,-40-40 1,40 40-16,-40 0 0,40 0 16,-40-40-1,40 40 1,0 0-16,0 0 16,-40-40-1,40 40-15,0 0 0,-40-40 0,40 41 16,0-1-16,-41 0 15,41 0-15,0 40 63,0-40-47,0 0-1,0 0 1,0 1-16,0-1 15,0 0-15,0 0 16,0 0-16,0 0 16,0 0-16,0 0 15,0 0 1,0 0 0,0 1-1,0-1-15,-40-40 16,40 40-1,0 0-15,0 0 0,0 0 16,0 0-16,-40-40 16,40 40-16,0 0 15,0 1-15,0-1 16,0 0 0,-40-40-16,40 40 0,0 0 15,0 0-15,0 0 16,-40-40-16,40 40 0,0 0 15,0 0 1,-40 1-16,40-1 0,0 0 16,-40 0-16,40 0 0,-40-40 0,40 40 15,0 0-15,0 0 0,-41 0 16,41 1-16,-40-1 0,40 0 0,0 0 0,-40 0 16,40 0-16,-40 0 15,40 0-15,0 0 0,0 0 16,-40-40-16,80 0 31,-40 41-31,40-41 31,-40 40-31,0 0 16,0 0 0,0 0 15,0 0-16,0 0 17,0 0-1,0 0-31,0 1 16,0-1-1,0 0-15,0 0 0,0 0 16,0 0-1,0 0-15,0 0 16,0 0 15,0 0-15,0 1 0,0-1-1,0 0 1,0 0-16,0 0 15,0 0 1,0 0 0,0 0 15,0 0-31,0 1 16,0-1-1,0 0 63,0 0-62,0 0 15,0 0 16,0 0-31,0 0 15,0 0-15,0 0-1,0 1-15,0-1 31,0 0-31,-40-40 110,0 0-95</inkml:trace>
  <inkml:trace contextRef="#ctx0" brushRef="#br0" timeOffset="178626.53">602 10627 0,'40'0'140,"-40"-40"-124,-40 40 109,40-40 63</inkml:trace>
  <inkml:trace contextRef="#ctx0" brushRef="#br0" timeOffset="180176.53">722 9023 0,'-40'0'15,"40"40"204,0 40-203,-40-39-1,40-1-15,0 0 0,0 0 0,0 0 16,0 0-16,0 0 15,0 0-15,0 0 0,0 0 0,0 1 0,0-1 16,0 0-16,0 0 16,0 0-16,40-40 31,-40-40-15,40 40-16,-40-40 0,40 0 15,1 40 1,-41-40-16,0-1 0,40 41 31,0 0 0,0 0 1,0 0-32,0 0 15,0 0-15,0 0 16,1 0-1,-41-40-15,0 80 63,40-40-63,-40 41 31,0-1-15,0 0-1,0 0-15,0 0 16,0 0-16,0 0 0,0 0 0,0 0 16,-40 1-1,40-1-15,0 0 0,-41-40 16,41 40 0,0-80 30,-40 40-46,40-40 16,-40 40-16,40-40 16,0-1 46,-40 41-46,0 0-16,0 0 15</inkml:trace>
  <inkml:trace contextRef="#ctx0" brushRef="#br0" timeOffset="180866.53">883 9264 0,'0'-40'0,"0"0"32,-40 40-17,0 0 1,80 0 78,0 0-63,0 0-31,0 0 15,0 0-15,0 0 16,0 0-16,1 0 0,-1-41 0,0 41 0,0 0 16,0 0-16,40-40 0,-40 40 15,41-40-15,-41 40 0,40 0 0,-40 0 0,40-40 16,1 40-16,-41 0 16,0 0-16,0-40 0,0 40 0,0 0 0,-80 0 46,0 0-46,0 0 16,40 40 0,-40-40-16</inkml:trace>
  <inkml:trace contextRef="#ctx0" brushRef="#br0" timeOffset="197406.54">602 10908 0,'0'-40'15,"-40"40"-15,40-40 250,40 40-218,0-40-17,0 0-15,0 40 16,0-40-16,1 40 0,-1 0 16,-40-41-16,40 41 0,0 0 15,0 0 1,-40 41 93,0-1-78,0 0-31,0 0 0,0 0 0,0 0 16,0 0-16,0 0 16,0 0-16,0 0 0,0 1 15,-40-1 1,0-40-16,40 40 0,-40-40 16,40 40-16,0 0 15,-40-40 1,40 40-16,-41-40 31,41 40-31,-40-40 16,0 40-1,0-40-15,40 40 0,-40-40 16,0 41-16,0-41 0,40 40 31,-40-40-31,80 0 110,-40-40-110,0-1 15,0 1 1,40 40 15,-40-40-31,40 40 31,0 0-15,0 0 0,0 0-16,0-40 15,1 40 1,-1 0-1,0 0 1,0 40 0,0 0 15,0-40-15,0 0 15,0 0-16,1 0 1,-1 0 0,0 0-1,0 0 1,0 0-16,0 0 16,0-40-1,-40 0-15,40 40 0,1 0 31,-41-40-31,0 0 79,40 40-79,-40-40 0</inkml:trace>
  <inkml:trace contextRef="#ctx0" brushRef="#br0" timeOffset="213526.54">25079 14157 0,'0'0'0,"0"-41"62,0 1-62</inkml:trace>
  <inkml:trace contextRef="#ctx0" brushRef="#br0" timeOffset="-211400.2">682 12352 0,'0'0'0,"-40"0"15,0 0 17,40-40 93,0 0-94,0 0 31,40 40-46,-40-41-16,40 41 0,0-40 16,-40 0-1,40 40-15,1-40 16,-1 40 15,-40-40-31,40 80 78,0-40-62,-40 40 0,0 0 62,0 0-63,0 1 1,0-1-16,-40-40 16,40 40-16,0 0 15,0 0-15,0 0 63,-40-40-48,0 0 17,40-40 61,40 40-61,0 0-17,0 0 16,0 0-15,0 0 15,0 0 63,0 40-78,-40 0 15,0 0 0,0 0-15,-40-40 15,40 40-15,-40-40-16,40 41 31,-40-41-15,0 0-1,0 0 1,40 40-1,-40-40 1,0 40-16,-1-80 94,1 40-79,0 0-15</inkml:trace>
  <inkml:trace contextRef="#ctx0" brushRef="#br0" timeOffset="-205600.19">25561 15801 0,'-41'0'94</inkml:trace>
  <inkml:trace contextRef="#ctx0" brushRef="#br0" timeOffset="-201860.19">963 13435 0,'-40'0'297,"0"40"-266,0-40-16,0 0 1,40 40-16,-41-40 16,41 40-16,-40-40 15,40 40-15,-40 0 32,0 0-1,0 0-16,0 1 1,0-1 0,0 0-16,40 0 31,0-80 110,40 40-110,-40-40-31,40 40 15,0 0 1,-40-40-16,40 40 16,0 0-16,0 0 15,0 0 1,-40-41-16,41 41 0,-1 0 31,0 0-15,0 0-1,0 0 1,0 0 0,0 0 15,-40-40-15</inkml:trace>
  <inkml:trace contextRef="#ctx0" brushRef="#br0" timeOffset="-201230.19">1003 13475 0,'0'40'141,"-40"-40"-141,40 40 15,0 0-15,0 0 16,0 0-16,0 0 16,0 1-16,0-1 15,0 0 1,0 0-16,0 0 16</inkml:trace>
  <inkml:trace contextRef="#ctx0" brushRef="#br0" timeOffset="-192960.19">522 15440 0,'40'0'47,"-80"0"125,0 0-94,-1 0-78,1 0 15,0 0 1,0 40-16,0-40 16,40 40-1,-40-40-15,0 0 31,40 40-31,0 0 47,-40-40-47,40 40 0,-41-40 16,41 41 0,0-1-16,-40-40 15,40 40 1,0 0 15,40-40 32,1 0-48,-1 0 1,0 0-1,0 0 17,-40 40-32,40-40 15,0 0 17,0 0-1,0 0 16,-40-40-47,41 40 31,-1-40-31,0 40 31,-40-40-31,40 40 31,-40-40-31,0-1 32,40 41-17,-40-40-15,0 0 32,40 40-32,-40-40 31,0 0 0,0 0-15,0 0 46,-40 0-15,0 40 62,0-40-77,0 40-17</inkml:trace>
  <inkml:trace contextRef="#ctx0" brushRef="#br0" timeOffset="214619.81">26483 320 0,'0'0'0,"-40"0"0,40-40 0,-40 40 15,0 0 17,80 0 61,-80 40-14,40 0-64,-40 0 1,40 1-16,-40-1 0,40 0 15,0 0-15,-40 0 16,40 0-16,0 0 0,0 40 0,-40-39 0,40-1 16,0 0-16,0 40 0,-41-40 0,41 0 0,0 0 15,0 40-15,0-39 16,0-1-16,0 0 0,0 0 0,0 0 0,0 0 16,0 0-16,0 0 0,0 0 15,0 1-15,0-1 0,0 0 0,0 0 0,0 0 16,0 0-16,0 0 15,0 0-15,0 0 0,-40 0 0,40 1 0,0-1 16,-40 40-16,40-40 0,0 0 0,-40 0 0,40 0 16,0 0-16,0 1 15,0-1-15,-40 0 0,40 0 0,0 0 16,0 0 0,0 0-16,0 0 15,0 0 1,0 0-16,0 1 0,0-1 15,0 0 1,0 0-16,0 0 16,-40-40-16,40 40 0,-40-40 15,40 40-15,0 0 16,0 0-16,0 1 16,-40-41-16,40 40 15,0 0-15,0 0 0,0 0 0,0 0 16,-41 0-16,41 0 0,0 0 15,0 0-15,0 1 0,-40-1 0,40 0 0,0 0 16,0 0-16,-40 0 0,40 0 16,0 0-1,0 0 48,0 1-48,0-1-15,0 0 16,0 0 0,0 0-16,0 0 31,0 0-15,40-40 15,-40 40-16,40-40-15,1 0 16,-1 0 0,0 0-1,0 0-15,0 0 0,0 0 16,0 0 0,0 0-16,1 0 0,-1 0 15,0 0-15,0 0 16,0 0-16,0 0 0,0 0 15,0 0-15,1 0 16,-1 0-16,0 0 0,0 0 0,0 0 0,0 0 16,0 40-16,0-40 0,1 0 0,-1 0 0,0 0 15,40 0-15,-40 0 0,0 0 16,0 0-16,1 0 0,-1 0 0,0 0 16,0 0-16,0 0 15,0 0-15,0 0 0,0 0 0,1 0 16,-1 40-16,0-40 0,0 0 15,40 0-15,-40 0 0,41 0 0,-1 0 0,-40 0 16,40 0-16,0 0 0,1 0 0,-1 0 0,0 0 16,-40 0-16,41 0 15,-1 0-15,-40 0 0,0 0 0,0 0 0,0 0 16,0 0-16,1 0 0,-1 0 16,0 0-16,0 0 0,0 0 0,40 0 0,-39 0 15,-1 0-15,0 0 16,0 0-16,40 0 0,-40 0 0,41 0 0,-41 0 15,0 0-15,40 0 0,-40 0 16,0 0-16,0 0 0,1 0 0,-1 0 0,0 0 16,0 0-16,0 0 0,0 41 0,0-41 15,0 0 1,1 0-16,-1 0 0,0 0 0,0 0 0,0 40 16,40-40-16,-40 0 0,41 0 15,-41 0-15,0 0 0,40 0 0,-40 0 0,0 0 16,1 0-16,-1 0 15,0 0-15,0 0 0,0 0 0,0 0 0,0 0 16,0 0-16,1 0 0,-1 0 0,0 0 16,-40 40-16,40-40 0,0 0 15,0 0-15,0 0 0,0 0 0,41 0 0,-41 0 16,0 0-16,0 0 16,40 0-16,-40 0 0,1 0 0,39 0 0,-40 0 15,0 0-15,0 0 0,0 0 16,0 0-16,1 0 0,-1 0 0,0 0 0,0 0 15,0 0 1,0 0-16,0 0 0,0 40 0,1-40 16,-1 0-16,0 0 0,0 0 0,0 0 0,0 0 15,0 0-15,0 0 16,1 0-16,-1 0 0,0 0 16,0 0-1,0 0-15,0 0 0,0 0 16,1 0-16,-1 0 15,0 0-15,0 0 0,0 0 16,0 0-16,0 0 16,0 0-1,1 0-15,-1 0 0,0-40 16,0 40-16,0 0 16,0 0-16,0 0 0,0 0 0,1 0 15,-1 0 1,0 0-16,0 0 0,0 0 0,0 0 15,0 0 1,0 0-16,-40-40 31,-40 0-15</inkml:trace>
  <inkml:trace contextRef="#ctx0" brushRef="#br0" timeOffset="-213256.92">27045 641 0,'0'-40'15,"0"80"157,0 0-140,40 0-17,0-40-15,-40 40 16,41-40-16,-1 0 0,0 0 0,0 0 15,0 0-15,0 0 16,0 0-16,0 0 0,1 0 16,-41-40-16,40 0 0,-40 0 15,0 0-15,0 0 16,-40 0-16,-1 0 31,1 40-31,40 40 47,0 0-47,40-40 16,-40 40-16,0 0 15,0 0-15,0 0 0,0 0 16,0 1-16,0-1 0,0 0 16,0 0-16,0 0 0,-40 0 0,40 0 15,-40 0-15,40 0 0,-40 41 16,40-41-16,-40 0 0,40 40 0,-40-40 0,40 0 15,-40 0-15,40 0 0,-40 1 16,40-1-16,-41-40 0,41 40 16,-40-40-16,0 0 15,0 0 1,40-40-16,-40 40 0,40-40 0,-40-1 16,40 1-16,0 0 15,-40 0-15,40 0 0,0 0 16,0 0-1,40 40-15,-40-40 0,40 40 0,-40-40 16,40 40-16,0 0 0,0-41 0,0 1 16,1 40-16,-1-40 15,0 0-15,0 0 0</inkml:trace>
  <inkml:trace contextRef="#ctx0" brushRef="#br0" timeOffset="-212906.92">27928 441 0,'-40'0'15,"0"0"1,0 0 0,40 40-1,-81 160 17,41-39-17,40-1 1,121-80 15,-41-80-31</inkml:trace>
  <inkml:trace contextRef="#ctx0" brushRef="#br0" timeOffset="-212226.93">28971 601 0,'0'-40'15,"0"80"-15,40-80 16,1 40 0,-41 40-1,40 40 1,0 81-1,-40-1 1,-121 81 15,-39-121-15,120-80-16</inkml:trace>
  <inkml:trace contextRef="#ctx0" brushRef="#br0" timeOffset="-210446.93">26483 2566 0,'-40'0'63,"0"0"-32,0 0 0,0 0-15,0 40 31,80-40-16,0-40-15,0 40-1,0-40-15,0 40 0,1 0 0,-1-40 16,0 40-16,0 0 0,0 0 16,0-40-16,0 40 0,0 0 0,1 0 15,-1 0-15,0 0 16,0 0-16</inkml:trace>
  <inkml:trace contextRef="#ctx0" brushRef="#br0" timeOffset="-210076.93">26403 2927 0,'0'0'0,"0"40"31,40-40 47,0 0-78,1 0 0,-1-40 16,0 40-16,0 0 15,0 0-15,0 0 0,0-40 0,0 40 0,41-40 16,-41 40-16</inkml:trace>
  <inkml:trace contextRef="#ctx0" brushRef="#br0" timeOffset="-208486.93">28289 1924 0,'-40'0'15,"0"0"48,0 0-48,0 0-15,-1 0 16,1 0-16,0 0 16,0 0-16,-40 0 0,40 41 0,0-41 0,-1 40 0,-39-40 15,40 40-15,0-40 16,0 40-16,-40-40 0,39 40 0,1-40 0,0 40 16,-40-40-16,40 40 0,0-40 15,0 40-15,-1-40 0,41 40 31,41-40-15,-1 0 15,0 0-31,0 0 0,0 0 16,0 0 0,0 0-16,0 0 0,1 0 0,-1 0 15,0 0-15,40 0 16,-40 0-16,0 0 0,0 0 0,1 0 15,-1 0-15,0 0 0,0 0 0,0 0 32,-40 41-1,-40-1-31,0 0 16,40 0-16,-40-40 15,0 40-15,-1 0 0,1 0 0,0-40 0,40 40 16,-40 0-16,0 0 15,40 1-15,-40-41 0,40 40 0,-40-40 16,40 40-16,-40 0 16,40 0 31,-41-40-32,82 0 48,-1 0-32,40 0 0,-40 0-31,0 0 0,0 0 0,0 0 0,41 0 16,-41-40-16,0 40 15,40 0-15,-40 0 0,0-40 0,1 40 0,-1 0 16,0 0-16,0 0 0,0 0 0,0-40 0,0 40 16,0 0-16,1 0 15,-1 0-15,0 0 16,-80 0 218,0 0-218</inkml:trace>
  <inkml:trace contextRef="#ctx0" brushRef="#br0" timeOffset="-205236.92">27286 3448 0,'40'0'110,"-40"-40"-110,40 40 0,0 0 15,0 0 1,1 0-1,-41 40-15,0 1 16,0-1 0,0 0-16,0 0 0,-41-40 0,41 40 15,0 0-15,0 0 0,-40-40 16,40 40-16,-40 0 0,40 1 0,-40-41 16,0 40-1,0-40-15,80 0 47,-40-40-47,40 40 0,-40-41 16,0 1-16,40 40 15,-40-40-15,40 0 0,0 0 0,1 0 16,-1 0 0,0 0-16,0 0 0,0-1 15,0 41 1,0-40-16,0 0 0,1 40 15,-1-40-15,0 0 0,0 40 16,-40-40-16,-40 40 63,40 40-48,40-40 329,-40 40-32,-40 0-312,40 0 16,0 0 0,-80-40-16,80 41 15,-41-1 1,41 0-16,-40-40 0,40 40 0,0 0 16,0 0-1,0 0-15,0 0 16,0 0-1,0 1 1,40-41 0,1 0-1,-1 0 1,0-41 0</inkml:trace>
  <inkml:trace contextRef="#ctx0" brushRef="#br0" timeOffset="-205016.92">28169 3489 0,'0'-41'31,"0"1"-31,40 40 16,0-40-1,0 40-15,0-40 16,0 40-16</inkml:trace>
  <inkml:trace contextRef="#ctx0" brushRef="#br0" timeOffset="-204776.92">28088 3769 0,'0'0'0,"-40"0"0,80 0 32,1 0-17,79-40 1,-80 40-1,0 0-15,40-40 16,-39 40-16,-41-40 16</inkml:trace>
  <inkml:trace contextRef="#ctx0" brushRef="#br0" timeOffset="-204366.93">28811 3489 0,'0'-41'0,"-40"41"47,80 0-16,0 0-15,0-40 0,0 40-16,0 0 0,0-40 15,1 40 1,-1 0-16</inkml:trace>
  <inkml:trace contextRef="#ctx0" brushRef="#br0" timeOffset="-203866.92">29453 3288 0,'40'0'31,"0"0"-31,0-40 15,0 40-15,0 0 0,1 0 0,-41-40 16,40 40-16,0 0 16,-40-40-16,40 0 0,-40 0 15,0-1 1,0 1-16,-40 0 16,0 40-16,40-40 15,-40 40-15,-1 0 16,41 80-1,-40-80-15,0 0 0,40 81 16,0-41-16,-40 0 0,40 0 0,0 0 0,0 0 16,-40 0-16,40 0 0,0 0 15,0 0-15,-40 1 0,40-1 0,0 0 16,-40 0 0,0-40-16,40 40 0,-41-40 15,1 0-15,0 0 16,0-40-1,40 0-15,-40 40 16,40-40-16,0 0 16,0-1-16,40 1 0,0 40 15,-40-40-15,0 0 16,40 40-16,-40-40 0</inkml:trace>
  <inkml:trace contextRef="#ctx0" brushRef="#br0" timeOffset="-202906.92">27647 1684 0,'40'0'47,"40"0"-47,-39-40 0,-1 40 16,0 0-16,0 0 15,0 0-15,0-40 0,0 40 16,-40-40-16,40 40 16,-40-41-16,0 1 15,0 0 1,-40 40-16,0 0 15,0 0-15,0 0 16,0 0 0,40 40-16,-40-40 15,0 0 1,40 40-16,-41 1 0,1-1 0,0 0 16,40 0-16,-40-40 0,40 40 15,-40-40-15,40 40 0,0 0 0,-40-40 0,0 40 16,0-40-1,-1 0 1,41-40 15,-40 0-15,40 0 0,40 40 15,1 0-31,-1 0 15,-40-40-15,40 40 0,0 0 16</inkml:trace>
  <inkml:trace contextRef="#ctx0" brushRef="#br0" timeOffset="-201686.92">28610 2165 0,'40'0'141,"0"0"-126,0 0 1,1 0-16,-1 0 15,0 40-15,-40 0 32,0 0-32,0 1 0,0-1 15,-40 0 1,40 0-16,-40 0 16,-1 0-16,1-40 15,40 40-15,-40-40 0,40-40 47,40 40-47,-40-40 0,0 0 0,81 40 16,-81-40-16,40 40 0,-40-40 15,40 40-15,-40-40 0,40 40 0,0-41 16,0 41 0,0-40-16,1 40 0,-41-40 15,40 40-15,0 0 16,-40-40-16,40 40 0,-40-40 15,40 40-15,-40-40 16,-40 40 31,40 40-31,-40-40-1,0 40 1,40 0-16,-40-40 0,40 40 0,-41-40 15,41 40-15,0 1 16,-40-41-16,40 40 16,0 0-1,40-40 1,1 40-16,-1-40 16,0 0-16,0 0 31,0 0-16,-40-40-15</inkml:trace>
  <inkml:trace contextRef="#ctx0" brushRef="#br0" timeOffset="-201246.92">29573 1684 0,'-40'0'32,"0"0"-1,40 40-31,0 0 0,-40 0 0,40 0 16,0 0-16,-40 0 15,40 1-15,0-1 0,-40-40 0,40 40 16,0 0-16,0 0 0,0 0 15,40 0 1,-40 0-16,40-40 0,-40 40 16,40-40-16,-40 41 15,40-41-15,0 0 0</inkml:trace>
  <inkml:trace contextRef="#ctx0" brushRef="#br0" timeOffset="-199846.92">29694 2005 0,'0'-40'31,"40"40"0,0 0-31,0 0 47,0 0-31,-40 40-16,0 0 15,40-40-15,-40 40 0,0 0 16,0 0-16,0 0 16,0 0-16,0 0 0,0 1 0,-40-41 15,40 40-15,0 0 16,0-80 15,0 0-15,0-1-16,40 1 0,-40 0 15,0 0-15,40 0 16,0 0-16,-40 0 0,41 40 0,-41-40 16,40 0-16,0 40 15,0 0 1,0 40 15,0-40-15,-40 40-16,40 0 0,-40 0 15,0 0-15,0 0 16,0 0 0,0 0-16,0 1 31,40-41-31,1 0 16</inkml:trace>
  <inkml:trace contextRef="#ctx0" brushRef="#br0" timeOffset="-199506.92">30456 1844 0,'0'-40'15,"40"40"17,0 0-1,0 0-31,0 0 16,-40 40-16,41-40 0,-41 40 15,0 0-15,40 1 0,-40-1 0,0 0 16,0 0-16,0 0 0,0 0 0,-81 0 15,81 0-15,-40 0 0,40 1 16,-40-41-16,40 40 0,-40 0 0,0 0 0,0 0 16,40 0-1,-40-40-15,40 40 0,-40-40 0</inkml:trace>
  <inkml:trace contextRef="#ctx0" brushRef="#br0" timeOffset="-198636.92">31138 2085 0,'0'0'0,"40"0"62,-40-40-31,0 0-15,0 0-16,40-1 0,-40 1 16,0 0-16,0 0 15,0 0-15,0 0 16,0 80 31,0 0-32,0 0-15,0 0 0,0 0 16,0 1-16,0-1 16,0 0-16,0 0 0,0 0 0,0 0 0,0 0 15,0 0-15,0 0 0,-40 1 16,40-1-16,-40 0 0,40 0 0,-40 0 15,40 0-15,-40 0 0,40 0 32,0-80-1,40 40-15,-40-40-1,0 0-15,40 0 0,-40 0 16,40 40-16,-40-40 0,40 0 0,0-1 15,1 1 1,-1 40-16,-40-40 16,40 40-1,0 0-15,-40 40 32,0 0-32,0 1 15,0-1-15,0 0 16,0 0-16,0 0 15,0 0 1,0 0 0</inkml:trace>
  <inkml:trace contextRef="#ctx0" brushRef="#br0" timeOffset="-198216.93">31700 1764 0,'0'-40'15,"0"120"32,0-40-31,-40 0-16,40 0 0,0 1 0,0-1 15,-40 0-15,40 40 16,-41-80-16,41 40 0,0 0 0,0 0 0,0 0 16,0 1-1,0-1-15,0 0 0,41-40 16,-41 40-16,40-40 16,-40 40-16,40-40 15</inkml:trace>
  <inkml:trace contextRef="#ctx0" brushRef="#br0" timeOffset="-197656.92">31900 2045 0,'0'-40'31,"41"40"16,-1 40-31,-40 0-16,0 0 15,0 0-15,0 0 16,0 0-16,0 0 0,0 1 15,0-1-15,-40-40 16,40 40 0,40-80 15,-40 0-31,0-1 0,40 1 16,-40 0-1,40 40-15,-40-40 0,40 40 0,0-40 0,0 40 16,-40-40 15,0 120 0,0-40-15,0 0-16,0 0 16,0 1-16,0-1 15,0 0 1,0 0-16,40-40 15,-40 40 1</inkml:trace>
  <inkml:trace contextRef="#ctx0" brushRef="#br0" timeOffset="-197406.92">32342 2366 0,'40'0'32,"-40"-40"-32,40 40 15,80-41 1,1 1-1,-121 0-15</inkml:trace>
  <inkml:trace contextRef="#ctx0" brushRef="#br0" timeOffset="-196796.93">32864 2486 0,'40'-40'63,"0"0"-63,-40 0 15,40 0 1,-40-1-16,40 1 0,-40 0 16,40 0-1,-40 0-15,0 0 0,0 0 16,0 0-16,0 0 15,0-1 1,0 1-16,0 0 16,-40 40 31,40 40-16,-40-40-31,40 40 0,0 1 15,0-1-15,-40-40 0,40 40 0,0 0 0,0 0 16,0 0 0,0 0-16,0 0 0,0 0 15,0 1-15,40-1 16,0 0-16,-40 0 16,40-40-1,0 0-15,0 0 16,1 0-1</inkml:trace>
  <inkml:trace contextRef="#ctx0" brushRef="#br0" timeOffset="-196476.92">33546 1724 0,'40'0'31,"-80"0"-31,80 40 16,-40 0 15,0 0-31,0 0 0,40 0 0,-40 1 0,0-1 0,0 40 16,0-40-16,0 0 15,0 40-15,0-40 0,0 1 0,-80 39 0,40-40 16,-1 40-16,-39-40 16,40 40-16,-80 1 0,39-1 0,-79-40 0,-1 40 15</inkml:trace>
  <inkml:trace contextRef="#ctx0" brushRef="#br0" timeOffset="-180846.92">28129 1122 0,'-41'0'31,"82"0"16,-1-40 93,0 40-124,0-40 0,-40 0-16,40 40 0,0-40 15,0 40-15,-40-40 16,40 40-16,-40-40 15,41 40-15,-41-40 16,40 40-16,-40-40 16,40-1-1,-40 1 1,40 0-16,-40 0 16,40 0-1,-40 0 1,40 40-16,-40-40 15,0 0 17,40 40-17,-40-40-15,0-1 32,40 1-32,-40 0 15,0 0 1,41 40-16,-82 0 156,41-40-78,-40 40-62,0 0-1,40-40-15,-40 40 16,40-40 15,0 80 126,-40-40-142,40 40-15,0 0 0,-40-40 16,40 40-16,0 0 15,-40-40-15,40 40 16,-40-40 0,40 41-1,0-1 17,0 0-1,0 0-16,0 0 1,0 0 31,0 0-16,0 0 0,0 0-15,-41 1 0,41-1-1,0 0 1,0 0 62,0 0-78,0 0 47,0 0-31,0 0-1,0 0 1,0 0 62,0 1-62,0-1 15,41-40 31,-41 40-46,40-40 0,0 0 15,0 0 16,0 0-16,0 0 0,0 0-15,0 0 15,-40-40 32,0 0-63,0-1 15</inkml:trace>
</inkml:ink>
</file>

<file path=ppt/ink/ink2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2T07:35:03.166"/>
    </inkml:context>
    <inkml:brush xml:id="br0">
      <inkml:brushProperty name="width" value="0.05292" units="cm"/>
      <inkml:brushProperty name="height" value="0.05292" units="cm"/>
      <inkml:brushProperty name="color" value="#FF0000"/>
    </inkml:brush>
  </inkml:definitions>
  <inkml:trace contextRef="#ctx0" brushRef="#br0">12961 1564 0,'0'-41'0,"0"1"31,-40 40 47,0 0-78,-1 0 16,1 0-16,-40 0 16,40 0-16,-40 0 0,40 0 0,-41 0 0,1 40 15,0-40-15,40 41 0,-41-41 16,1 40-16,0-40 0,0 40 0,-1-40 0,1 40 16,0-40-16,0 40 15,40-40-15,-41 40 0,1-40 0,40 40 0,0-40 16,0 0-16,-41 40 0,41-40 0,0 40 0,0-40 15,0 40-15,0-40 0,0 41 16,0-41-16,-1 40 0,1-40 0,0 0 16,0 40-16,0-40 15,0 0-15,0 0 16,40 40 78,40-40-94,0 0 0,-40 40 0,40-40 15,40 0 1,-40 0-16,1 40 0,-1-40 0,0 0 16,0 0-16,40 0 15,-40 0-15,0 0 0,1 0 0,-1 0 0,40 0 0,-40 0 16,0 0-16,0 0 0,0 0 0,41 0 0,-41 0 15,0 0-15,0 0 16,0 0-16,0 0 0,0 0 0,1 0 0,-1 40 16,0-40-1,-40 40-15,0 0 0,0 1 16,0-1 0,0 0-16,-40 0 15,0-40-15,-1 40 0,1-40 0,0 40 16,0 0-16,0-40 0,0 40 15,0 0-15,0-40 0,-1 40 0,1 1 0,-40-41 16,40 40-16,0 0 16,0-40-16,40 40 0,-40-40 0,-1 40 0,1 0 15,0 0-15,0 0 16,40 0-16,0 1 31,40-41-31,0 0 16,0 0-16,1 0 0,-1 0 15,0 0-15,40 0 0,-40 0 16,40 0-16,-39-41 0,39 41 0,0 0 0,0-40 16,1 40-16,-1 0 15,0 0-15,0 0 0,1 0 0,-1 0 0,0 0 16,0-40-16,1 40 0,-1 0 16,0 0-16,0 0 0,1 0 0,-41 0 0,40 0 15,0-40-15,-40 40 0,41 0 0,-41 0 0,0 0 16,0-40-16,0 40 15,0 0-15,0 0 0,0 0 0,-40-40 0,41 40 16,-1 0-16,0 0 16,-80 0 15,0 0-15,-1 0-1</inkml:trace>
  <inkml:trace contextRef="#ctx0" brushRef="#br0" timeOffset="699.87">11035 3769 0,'0'0'15,"0"-40"-15,40 0 16,0 40 31,40-40-32,-40 40-15,1 0 0,-1 0 0,40 0 16,-40 0-16,0 0 0,0 40 16,0-40-16,1 80 0,-41-40 15,0 1-15,40-1 0,-40 0 0,0 0 0,0 0 16,0 0-16,0 0 0,0 0 15,0 0-15,0 0 0,0 1 0,-40-41 16,40 40-16,-41-40 31,1-40-31,40-1 16,0 1-16,-40 40 0,40-40 0,0 0 16,0 0-16,0 0 15,40 40-15,-40-40 0,40 0 0,41 0 0,-41 0 16,0-1-16,0 1 0,0 40 15,0-40-15,0 0 16,1 40-16,-1 0 0,-40-40 0,40 40 16,0 0-16,0 0 15,-40 40-15,0 0 16,0 0-16,0 0 16,0 1-16,0-1 0,0 0 0,0 0 0,0 0 15,0 0-15,0 0 0,0 0 16,80 0-16,-80 0 15,40-40-15,-40 41 0,41-41 32,-1 0-32</inkml:trace>
  <inkml:trace contextRef="#ctx0" brushRef="#br0" timeOffset="909.93">12760 3769 0,'0'0'15,"-40"0"-15,40-80 16,40 80-16,0-40 0,41 40 16,-41-40-16,40 40 15,-40 0-15,0 0 0,0 0 16</inkml:trace>
  <inkml:trace contextRef="#ctx0" brushRef="#br0" timeOffset="1129.92">12680 4210 0,'-40'41'31,"80"-82"-31,-40 82 0,0-82 16,40 41-16,80-80 15,-79 80-15,-1 0 0,80-40 32,-80 40-32,0 0 15</inkml:trace>
  <inkml:trace contextRef="#ctx0" brushRef="#br0" timeOffset="1399.9">13643 3850 0,'0'0'15,"0"-41"1,0 1-16,40 40 31,0 0-31,0 0 0,0 0 16,1 0 0,-1 0-1</inkml:trace>
  <inkml:trace contextRef="#ctx0" brushRef="#br0" timeOffset="1899.82">14445 3689 0,'41'0'31,"-1"0"-15,-40-40-16,40 40 0,0 0 0,0 0 15,0 0-15,0-40 16,1 40-16,-1 0 0,0 0 0,-40-40 16,40 40-1,-40-40-15,40 40 0,0-40 16,-40-1-16,0 1 16,0 0-16,0 0 15,-40 40-15,40-40 0,-40 40 16,0 0-1,0 0-15,0 0 0,-1 0 0,1 0 0,40 40 16,-40-40-16,40 40 16,-40-40-16,40 40 0,0 0 0,-40 1 0,40-1 15,0 0-15,0 0 16,0 0-16,0 0 0,0 0 0,0 0 16,0 0-1,0 1-15,-40-1 16,0-40-16,-1 0 31,41-40-31,-40-1 16,40 1-1,0 0 1,40 0 0,1 40-1,-41-40-15,40 40 0,-40-40 0,40 0 16</inkml:trace>
  <inkml:trace contextRef="#ctx0" brushRef="#br0" timeOffset="3039.73">11877 1002 0,'41'0'0,"-1"-40"15,-40 0-15,40 40 16,0 0-1,0 0 1,0 0-16,0 0 16,0 0-1,1 0-15,-1 0 0,0 0 16,0 0-16,-40-40 0,40 40 16,0-40-16,0 0 0,-40-1 15,0 1-15,0 0 16,-80 40-16,80-40 15,0 0-15,-40 40 16,0 0 0,40 40-16,-40-40 15,0 80 1,-1-80-16,1 40 0,40 1 0,-40-41 0,0 40 0,40 0 16,-40 0-16,0 0 15,0 0-15,40 0 0,-40 0 0,-1 0 16,41 0-16,-40-40 0,40 41 0,-40-41 15,40 40 1,-40 0-16,0-40 16,0 0-1,0 0-15,0 0 0,-1 0 16,41-40 0,-40 40-16,40-40 0,-40 40 0,0-41 15,40 1-15,-40 40 0,40-40 16,0 0-1,80 40-15,-80-40 0,40 40 16,-40-40-16,40 40 0,1 0 16,-41-40-16,40 40 0,0-40 0,0 40 15,0 0-15,0-40 16,0 40-16,0 0 0,-40-40 16,41 40-16,-1 0 15,0 0-15,0 40 16,0 0-16,-40 0 0</inkml:trace>
  <inkml:trace contextRef="#ctx0" brushRef="#br0" timeOffset="4859.63">13803 1924 0,'-40'0'0,"80"-40"47,1 40-47,-1-40 16,0 0-1,0 40-15,0 0 0,0-40 16,0 40-16,0 0 16,1 0-16,-1 0 0,0-40 0,0 40 0,0 0 15,0 0-15,0 0 0,0 0 16,-40 40-16,41-40 15,-41 40-15,0 40 0,0-40 0,40 1 16,-40-1-16,0 0 16,0 0-16,0 0 0,-81 0 0,81 0 0,-40 0 15,40 0-15,-40-40 16,0 41-16,0-1 0,40 0 0,-40-40 0,0 40 16,0-40-16,-1 40 0,1-40 15,40 40-15,-40-40 0,80-40 47,-40 0-47,40 40 0,-40-40 0,41 40 16,-1-40-16,0 0 0,0-1 15,0 41-15,0-40 0,0 0 0,0 0 0,1 0 16,-1 40-16,0-40 16,0 0-16,0 0 0,0 40 0,0-40 0,41-1 15,-41 41-15,0-40 0,0 0 0,0 40 0,0-40 0,0 40 16,1 0-16,-1-40 15,0 40-15,0-40 0,0 40 0,-40-40 16,40 40-16,0 0 16,-80 0 46,40 40-46,-40-40-1,40 40 1,-40-40-16,40 40 0,-40-40 0,0 40 16,0 0-1,-1-40-15,41 40 0,-40-40 0,0 41 0,0-1 16,40 0-16,-40-40 0,40 40 16,-40 0-16,40 0 0,0 0 0,0 0 15,0 0-15,0 1 0,40-41 16,-40 40-1,40 0-15,40-40 0,-80 40 16,40-40-16,1 0 0,-1 0 16,0 0-16,0 0 0,0 0 0,0 0 0,0 0 15,0 0-15,1-40 16,-1 40-16,0 0 0,0 0 16,-80 0 109</inkml:trace>
  <inkml:trace contextRef="#ctx0" brushRef="#br0" timeOffset="7689.46">16652 1283 0,'-80'0'235,"40"0"233,40 40-452,-40-40-16,40 40 16,-40-40-16,40 40 0,-40-40 0,40 40 0,-40-40 15,40 40-15,-41-40 0,41 40 0,-40 1 16,40-1-16,0 0 0,-40 0 15,0 0-15,40 0 0,0 0 0,-40 0 16,40 0 0,0 0-16,0 1 0,-40-1 0,40 0 15,0 0-15,0 0 16,0 0-16,0 0 0,0 0 16,40 0-1,0-40-15,-40 41 16,40-41-16,0 0 0,0 0 0,-40 40 15,41-40-15,-1 0 16,0 0-16,0 0 16,-40-40 77,-40 40-77,40-41-16</inkml:trace>
  <inkml:trace contextRef="#ctx0" brushRef="#br0" timeOffset="9219.44">16853 1644 0,'0'40'47,"40"-40"0,0 0-31,0-40-16,1 40 15,-1 0 1,0 0-16,0 0 16,-40 40-16,0 0 15,40-40-15,-40 40 0,0 0 16,0 0 0,0 0-16,0 0 0,0 1 0,0-1 15,-40 0-15,40 0 0,-40 0 0,40 0 16,0 0-16,-40-40 15,0 40-15,40-80 32,40 0-17,0 0-15,-40 0 16,80 0-16,-80 0 0,40 0 0,0-1 0,0 1 16,-40 0-16,41 0 0,-1 0 0,0 0 15,-40 0-15,40 40 16,0-40-16,0 40 0,0 0 31,-40 40-15,40-40-1,-40 40-15,41-40 16,-41 40-16,0 0 16,40 0-16,-40 0 0,0 0 15,0 1-15,0-1 0,0 0 16,0 0-1,0 0-15,40-40 0,0 0 32,0 0-17,0-40 1</inkml:trace>
  <inkml:trace contextRef="#ctx0" brushRef="#br0" timeOffset="9799.35">18258 1283 0,'-41'0'0,"41"-40"31,41 40 1,-1 0-17,-40 40 1,40-40-16,-40 40 15,40 0-15,-40 0 0,40 0 16,-40 0-16,40 0 0,-40 1 16,40-1-16,-40 0 0,0 0 0,0 40 0,0-40 15,0 0-15,0 0 16,0 0-16,0 1 0,0-1 0,0 0 0,0 0 16,0 0-16,0 0 0,-40-40 0,40 40 15,-40-40-15,0 40 16,0-40-16,40 40 0,-40-40 0,0 0 15,-1 41 1,1-41-16</inkml:trace>
  <inkml:trace contextRef="#ctx0" brushRef="#br0" timeOffset="11069.25">19261 1644 0,'-40'0'0,"40"40"0,40-40 47,0 0-47,0 0 16,0 0-16,0 0 15,-40-40-15,40 40 0,-40-40 0,40 40 16,-40-40-16,0-1 16,41 1-16,-41 0 0,40 0 0,-40 0 15,0 0 1,0 0-16,0 0 0,0 0 0,0-1 16,0 1-16,40 40 0,-40-40 15,-40 40 32,40 40-16,-40 0-31,40 1 0,0-1 16,0 0-16,-41-40 0,41 40 16,0 0-16,0 0 0,0 0 0,0 0 0,0 0 15,0 1-15,0-1 0,0 40 0,-40-40 0,40 0 16,0 40-16,0-40 15,0 0-15,0 1 0,0-1 0,0 0 0,0 0 16,0 0-16,0 0 0,0 0 16,0 0-16,0 0 15,0-80 32,0 0-31,0 0-16,0 0 0,0 0 15,40 40 1,-40-40-16,41 0 0,-1 0 16,0-1-16,0 41 15,-40-40-15,40 40 0,0-40 16,0 40 0,0 0-1,-40 40 16,0 0-31,0 1 16,41-41 0,-41 40-16,0 0 0,40-40 0,-40 40 15,0 0-15,40-40 16,-40 40-16,40 0 16,0-40-1,0 0 1,0 0-16,0 0 0,1 0 15,-1 0-15,0 0 16,40-40-16,-40 40 0,0 0 0,41 0 0,-41 0 16</inkml:trace>
  <inkml:trace contextRef="#ctx0" brushRef="#br0" timeOffset="12379.16">21508 922 0,'-40'0'0,"-1"0"125,41 40-110,0 0 17,-40-40-1,40 40 188,-40-40-188,0 40-31,40 0 0,-40-40 16,40 40-16,-40 1 0,0 39 0,0-40 0,40 0 15,0 40-15,-41-40 0,41 41 16,-40-1-16,40-40 0,0 40 0,0-40 0,0 0 15,-40 40-15,40-39 16,0-1-16,0 0 0,0 0 0,0 0 16,40 0-16,-40 0 15,40-40-15,1 0 0,-1 0 16,0 0 0,0 0-16,0 0 0,0-40 0</inkml:trace>
  <inkml:trace contextRef="#ctx0" brushRef="#br0" timeOffset="12979.14">21588 1564 0,'0'-41'0,"0"1"15,40-40 1,0 80 0,0 0-16,0 40 15,-40 0-15,41 0 0,-41 1 0,0-1 0,40 0 0,-40 0 16,0 0-16,0 40 15,0-40-15,0 0 0,0 0 0,0 1 16,-40 79 0,-1-120 15,41-40-15,0 0-16,121-121 31,-81 121-31,80-80 15,-79 120-15,-41-40 0,40 40 16,-40-40-16,40 40 0,0 0 0,0 0 31,-40 40-15,0 0 0,0 0-16,0 0 0,0 0 15,0 0-15,0 0 0,0 0 0,0 1 16,-40-1-1,40 0-15,0 0 0,0 0 16,0 0 0,40-40-16,-40 40 15,40-40-15,0 0 16,0 0-16,1 0 0</inkml:trace>
  <inkml:trace contextRef="#ctx0" brushRef="#br0" timeOffset="13199.13">22872 1965 0,'0'0'16,"40"0"-1,0 0-15,0 0 16,1 0-1,-1 0-15,0 0 0,0 0 16,0 0-16,0 0 16</inkml:trace>
  <inkml:trace contextRef="#ctx0" brushRef="#br0" timeOffset="13729.1">23996 2165 0,'0'0'0,"-41"40"0,82-40 47,-1 0-31,-40-40-16,80 40 0,-40-40 0,0 40 15,0-40-15,0 0 16,-40 0-16,41 0 0,-41-1 16,0 1-16,0 0 0,40 0 0,-40 0 15,0 0-15,0 0 16,0 0-16,0 0 31,-40 40-31,40 40 47,0 0-31,0 0-16,0 0 0,-41 0 0,41 0 15,0 0-15,0 0 0,0 1 0,0-1 0,0 0 16,0 0-16,0 0 15,0 0-15,0 0 0,41 0 16,-1 0 0,0-40-16,0 0 15,0 0 1,0 0-16,0-40 0,0 40 0</inkml:trace>
  <inkml:trace contextRef="#ctx0" brushRef="#br0" timeOffset="14089.08">25079 1082 0,'0'40'15,"0"0"1,40 41 0,-40-41-16,40 120 15,0-120-15,-40 0 0,0 41 16,0-41-16,0 40 0,0-40 0,-40 80 15,0-39-15,-201 159 16,121-160 0,80-39-16,-40-1 0</inkml:trace>
  <inkml:trace contextRef="#ctx0" brushRef="#br0" timeOffset="15368.99">9510 2085 0,'40'0'0,"0"0"31,-40 40 0,-40-40-31,80 0 47,0-40-31,0 40-16,1 0 15,-1 0-15,0-40 0,0 0 0,40 40 0,-40 0 16,0-40-16,1 40 16,-1-41-16,40 41 0,-40-40 0</inkml:trace>
  <inkml:trace contextRef="#ctx0" brushRef="#br0" timeOffset="15658.97">9510 2606 0,'0'-40'63,"40"40"-63,0 0 0,0 0 0,0 0 15,1-40-15,39 40 0,-40 0 0,40-40 0,-40 40 16,41 0-16,-41 0 15,0-40-15,40 40 0</inkml:trace>
  <inkml:trace contextRef="#ctx0" brushRef="#br0" timeOffset="17058.88">4695 1804 0,'0'-40'16,"-40"40"0,40 40-1,-40-40-15,40 40 31,0 0-15,40 0 0,0 1-16,0-41 15,0 40 1,0-40-16,0 0 0,0 0 16,1 0-16,-1-40 15,0 40 1,-40-41-16,0 1 15,40 0-15,-40 0 16,0 0-16,0 0 16,-40 40-1,40 40 32,0 0-31,0 0-1,0 0-15,0 0 0,0 1 16,0-1-16,0 0 16,0 0-16,-40 40 0,40-40 0,0 0 0,0 0 15,-40 41-15,40-41 16,0 40-16,0-40 0,0 0 0,-41 40 0,41-40 16,0 41-16,0-41 0,0 0 0,-40 40 0,40-40 15,0 0-15,0 0 0,0 41 16,-40-41-16,40 0 0,0 40 0,-40-40 0,40 0 15,-40 0-15,40 0 16,-40 1-16,40-1 0,-40 40 0,0-80 0,40 40 16,-41 0-16,41 0 0,-40-40 15,0 40-15,40 0 0,-40-40 16,40 41-16,-40-41 16,40-41-1,-40 1-15,40 0 16,0 0-16,0 0 0,0 0 15,-40 0-15,40-40 0,0 39 0,0 1 0,0 0 16,0-40-16,0 40 16,0 0-16,0 0 0,0 0 0,40 0 0,-40-1 15,40 1-15,-40 0 16,40 40-16,0-40 0,0 0 0,0 40 16,-40-40-16,41 0 0,-1 40 0,0-40 0,0 0 15,0 40 1,0-41-16,0 41 0,0-40 15,1 40-15,-1 0 16,0 0-16</inkml:trace>
  <inkml:trace contextRef="#ctx0" brushRef="#br0" timeOffset="17828.84">5939 1363 0,'0'40'93,"-40"-40"-77,40 40 46,0 0-62,0 0 16,-41-40-16,41 41 16,-40-41-16,40 40 0,0 0 0,-40 0 0,40 0 15,-40-40-15,40 80 16,-40-40-16,40 0 0,0 0 0,0 41 0,-40-41 16,40 0-16,0 0 0,0 40 0,-40-40 0,40 0 15,0 1-15,0-1 0,0 0 16,80 0-16,-80 0 0,40 0 0,-40 0 15,40 0-15,0-40 16,0 40-16,-40 0 0,41-40 0,-1 41 0,0-41 16,-40 40-16,40-40 0,0 0 15,0 0-15</inkml:trace>
  <inkml:trace contextRef="#ctx0" brushRef="#br0" timeOffset="18538.8">6500 2285 0,'-40'41'31,"80"-41"0,1 0-15,-1 0-16,-40-41 0,40 1 16,-40 0-1,40 40-15,-40-40 0,0 0 0,40 40 16,-40-40-16,0 0 15,0 0-15,40 0 0,-40-1 0,0 1 16,0 0-16,0 0 16,0 0-16,-40 0 15,40 0 1,-40 40-16,40-40 0,0 0 16,-40 40-16,40-40 15,0 80 63,0 0-78,0 0 16,0 0-16,0 0 16,0 0-16,0 0 15,0 0-15,0 0 0,40 1 0,-40-1 16,0 0-16,0 0 0,0 0 15,0 0-15,0 0 0,40 0 0,-40 0 16,0 1 0,40-41-16,-40 40 0,40 0 0,0-40 15,1 0 1,-1 0-16,0 0 0,0 0 0,0 0 16,0-40-16,40 40 0,-39-40 0,-1 40 0,0-41 15,0 41-15,0-40 16,-40 0-16,40 40 0,0-40 0,-40 0 0,0 0 15,0 0-15</inkml:trace>
  <inkml:trace contextRef="#ctx0" brushRef="#br0" timeOffset="18968.84">7423 1363 0,'0'0'16,"-40"-40"-16,40 80 31,0 0-15,40 40 0,-40-40-16,41 121 15,-1-121-15,-40 0 0,0 80 31,40-39-31,-40 119 16,0-120-16,0-40 0,-80 41 16,-1 39-16,41-80 0,-80 80 15</inkml:trace>
  <inkml:trace contextRef="#ctx0" brushRef="#br0" timeOffset="21278.71">16412 5534 0,'0'0'0,"40"0"16,-40 40-1,40-40 1,0 0 31,0 0-32,-40-40-15,40 40 0,0 0 16,-40-40-16,41 0 16,-41 0-16,40 0 0,0 40 0,-40-41 0,0 1 15,0 0-15,40 0 0,-40 0 16,0 0-16,0 0 0,0 0 0,0 0 0,0-1 16,0 1-16,0 0 0,0 0 0,0 0 15,0 0-15,0 0 16,0 0-16,-40 40 15,40-40 1,-40 40 31,40 40-47,0 0 16,-40-40-1,40 80-15,0-40 0,-41-40 0,41 40 0,-40 40 16,40-39-16,-40-1 15,40 0-15,0 40 0,0-40 0,0 0 0,0 0 16,0 0-16,0 1 0,0-1 16,0 0-16,40 0 0,-40 0 0,40 0 15,-40 0-15,41-40 16,-41 40-16,40-40 0,0 0 0,0 40 16,0-40-16,0 0 0,0 0 0,41 0 15,-41 0-15,0-40 0,0 40 16,0-40-16,0 40 0</inkml:trace>
  <inkml:trace contextRef="#ctx0" brushRef="#br0" timeOffset="21578.66">17816 5053 0,'0'0'16,"0"-40"-1,80 40 16,-40 0-15,1 0-16,159 0 16,-160 0-16,1-41 0,-1 41 15,0-40-15,40 40 0</inkml:trace>
  <inkml:trace contextRef="#ctx0" brushRef="#br0" timeOffset="21828.71">18097 5494 0,'0'0'0,"-40"0"16,80 0 15,121 0-16,39 0 1,-39-40 0</inkml:trace>
  <inkml:trace contextRef="#ctx0" brushRef="#br0" timeOffset="22488.62">20264 4612 0,'-40'0'32,"0"0"-32,-121 40 15,-40 80 1,41 40 0,80 1 15,80-41-16,160 0 1,81-79 15,-201-41-31,121-41 16,-121 1-16,0 40 0,0-40 0,0 0 16,-40 0-16,40-80 15,-40 80-15,0-1 0,0 1 16,-40 0-1,40 0-15,-80-80 16,40 120-16,0-40 0,-1 40 16,1 40 15,40 0-15</inkml:trace>
  <inkml:trace contextRef="#ctx0" brushRef="#br0" timeOffset="22808.65">20745 5694 0,'0'0'16,"-40"0"-1,0 40 1,40 41 0,-80 39 15,-81 0-16,81-80-15</inkml:trace>
  <inkml:trace contextRef="#ctx0" brushRef="#br0" timeOffset="23148.62">22190 5053 0,'-120'0'31,"240"0"-31,-281 0 0,121 0 0,80 0 31,1 0-31,39 0 0,40 0 16,-40-40-16,1 40 0,119-41 16,41-39-1</inkml:trace>
  <inkml:trace contextRef="#ctx0" brushRef="#br0" timeOffset="23368.56">22350 4732 0,'-80'0'15,"40"0"-15,40 40 47,0 0-47,-40 40 16,40-40-16,0 0 0,0 1 15,0-1-15,0 0 0,0 40 0,0-40 0,0 0 16,0 0-16,40 0 0,-40 1 0,0-1 0,0 0 16,0 0-16</inkml:trace>
  <inkml:trace contextRef="#ctx0" brushRef="#br0" timeOffset="23588.53">21909 5815 0,'0'0'0,"40"0"31,0-40-16,0 40 1,201-81 0,-120 41-16</inkml:trace>
  <inkml:trace contextRef="#ctx0" brushRef="#br0" timeOffset="26048.48">24276 4652 0,'0'0'0,"-40"0"16,0 0 15,80 0 422,-80 0-46,40 40-407,0 40 31,0-40-31,0 0 0,0 0 16,0 0-16,0 0 0,0 1 0,0-1 0,40 0 15,-40 0-15,0 0 16,0 0-16,40 0 0,-40 0 0,0 0 15,41 1-15,-1-41 16</inkml:trace>
  <inkml:trace contextRef="#ctx0" brushRef="#br0" timeOffset="26408.37">24758 5494 0,'40'0'0,"0"0"31,-40 40 0,0 0-15,0 0-16,0 0 0,0 0 16,-40 0-1,-40 1-15,40-1 0,0 0 16,-1-40-16,1 0 0,0 40 15,0-40-15</inkml:trace>
  <inkml:trace contextRef="#ctx0" brushRef="#br0" timeOffset="26878.41">26042 5013 0,'0'0'31,"0"40"-16,40-40 1,81 0 0,39 0-1,121-40 1,-161-1-16,-39 1 0</inkml:trace>
  <inkml:trace contextRef="#ctx0" brushRef="#br0" timeOffset="27118.39">26243 4772 0,'-40'0'16,"80"0"-16,-80-40 15,40 120 1,0 40 15,0-80-31,0 161 16,0-41-1,40 41 1,0-121-16</inkml:trace>
  <inkml:trace contextRef="#ctx0" brushRef="#br0" timeOffset="27338.31">25922 5815 0,'-40'40'0,"80"-80"0,-121 80 0,122-40 31,-1-40-15,0 40-16,201-81 31,-1 1-15,-240 40-16</inkml:trace>
  <inkml:trace contextRef="#ctx0" brushRef="#br0" timeOffset="27718.37">27125 5053 0,'0'-81'16,"0"162"-16,41-202 0,-41 81 15,120 0 1,-80 40-16,0 0 0,40 0 0,-39 40 15,79 81 1,-80-81 0,-40 0-16,0 80 15,-40-80-15,40 0 16,-241 121 0,81-41-1,120-80 16,80-40-31,200 0 32,-199 0-32,119-80 15,-80 80-15,-40 0 16,1-40-16</inkml:trace>
  <inkml:trace contextRef="#ctx0" brushRef="#br0" timeOffset="27918.34">28570 5654 0,'0'0'16,"0"-40"-16,40 0 31,121 0-15,-1 40-1</inkml:trace>
  <inkml:trace contextRef="#ctx0" brushRef="#br0" timeOffset="28068.27">29493 5734 0,'-40'41'31,"80"-82"-31,0 41 31,40 0-31,-40 0 0,1-40 16,-1 40-16</inkml:trace>
  <inkml:trace contextRef="#ctx0" brushRef="#br0" timeOffset="28218.28">30536 5815 0,'0'0'15,"40"0"17,0 0-32,-40-40 0,81 40 15,-41 0-15,0 0 0</inkml:trace>
  <inkml:trace contextRef="#ctx0" brushRef="#br0" timeOffset="28408.31">32141 6015 0,'0'0'0,"-40"0"15,40-40 1,120 0 0,41 40-1,-1-40 1</inkml:trace>
  <inkml:trace contextRef="#ctx0" brushRef="#br0" timeOffset="40134.61">2327 7820 0,'0'40'109,"40"-40"-62,1 0-32,-1 0-15,0 0 16,0 0-16,0-40 0,0 40 16,-40-40-16,40 40 0,0-40 15,1 40-15,-41-40 0,40 40 0,0-40 0,-40-1 16,40 41-16,-40-40 16,0 0-16,40 0 0,-40 0 0,0 0 15,0 0-15,0 0 0,0 0 0,0-1 16,0 1-16,0 0 15,0 0-15,-40 40 0,40-40 32,-40 40-1,40-40 0,0 80 32,-40 0-48,0 0-15,40 0 0,-41-40 16,41 40-16,-40 1 0,40-1 16,-40 0-16,0 0 0,40 0 0,-40 0 0,40 0 15,0 0-15,0 41 0,0-41 0,0 0 0,0 0 16,0 0-1,40 0-15,-40 0 0,40-40 0,-40 40 0,40-40 16,0 0-16,1 40 0,-1-40 16,0 0-16,0 0 0,0 0 0,0 0 15,0 0 1,0 0-16,1 0 0,-1 0 16,-40-40-1,40 40-15,0 0 0</inkml:trace>
  <inkml:trace contextRef="#ctx0" brushRef="#br0" timeOffset="40444.57">3611 7539 0,'0'-40'16,"41"40"46,-41-40-62,40 40 0,0 0 0,0-40 16,0 40-16,-40-40 0,80 40 0,-40 0 0,1 0 15,-1-40-15,40 40 0,-40-40 16,0 40-16,0-41 0,0 41 0,1 0 0,-1-40 16</inkml:trace>
  <inkml:trace contextRef="#ctx0" brushRef="#br0" timeOffset="40674.58">3692 7860 0,'0'40'15,"0"-80"-15,-40 80 16,120-40 0,-80-40-16,40 40 15,0 0-15,0-40 0,0 40 0,0 0 0,1 0 16,-1 0-16,0 0 0,0 0 0,0 0 15,0 0 1,0 0-16</inkml:trace>
  <inkml:trace contextRef="#ctx0" brushRef="#br0" timeOffset="41374.6">5096 7058 0,'0'0'0,"-40"0"15,0 0-15,-81 40 31,81 0-15,40 0 0,-40-40-16,40 40 15,-80 41 1,40-41-16,-40 80 31,39-80-31,41 0 0,-40-40 0,40 40 0,0 0 16,0 1-16,40-1 31,41-40-31,-41 0 16,120-40-1,-39-41 17,-81 1-17,-40 40-15,0-40 31,-40 0-15,0 39 0,40 1-16</inkml:trace>
  <inkml:trace contextRef="#ctx0" brushRef="#br0" timeOffset="42174.56">6139 6817 0,'0'0'0,"40"0"78</inkml:trace>
  <inkml:trace contextRef="#ctx0" brushRef="#br0" timeOffset="42414.51">6300 7700 0,'0'0'0,"-40"80"32,0 0-17,-41 80 1,-79 41 0,-1-81 15</inkml:trace>
  <inkml:trace contextRef="#ctx0" brushRef="#br0" timeOffset="43364.38">8146 7299 0,'-40'0'0,"80"0"0,-121 0 31,81 40-31,0 0 16,0 120-1,81 1 1,119-81 15,-119-80-31,39-40 31,-40-81-15,-80 41 0,0 40-16,0-80 15,0 80-15,-40 0 0,0 80 31,0 0-31,40 0 16,0 0-16,0 0 0,-40 0 16,40 0-16,0 0 0,0 1 0,-40-1 0,40 0 15,0 0-15,0 0 16,0 40-16,-41-40 0,41 0 0,0 0 0,0 41 16,0-41-16,0 40 0,-40-40 0,40 0 0,0 40 15,0-39-15,-40 39 0,40-40 16,-40 0-16,40 0 0,0 0 0,-40 0 0,0 0 15,0 0 1,0 1-16,40-1 0,-41-40 0,1 40 0,0 0 16,0-40-16,0 40 0,40 0 15,-40-40-15,0 0 0,0 40 0,-1-40 0,1 0 16,0-40 0,40-40-16,0 40 15,0 0-15,0 0 0,0-1 0,0 1 0,0 0 16,40 0-16,-40 0 0,0 0 15,40 0-15,-40 0 0,41 0 0,-41 0 0,40-1 16,-40 1-16,40 40 16,-40-40-16,40 40 0,0 0 0,0-40 15,0 40-15,0 0 16,1 0-16,-1 0 0,0 0 0,0 0 16,40 0-16</inkml:trace>
  <inkml:trace contextRef="#ctx0" brushRef="#br0" timeOffset="43804.36">9590 7379 0,'0'0'0,"-40"0"16,-40 0-1,40 0 1,0 0-1,-1 80 1,-39 161 15,0 39-15,80-39 0,80-81-1,81-79 16,-41-81-31</inkml:trace>
  <inkml:trace contextRef="#ctx0" brushRef="#br0" timeOffset="44194.43">10473 7780 0,'0'0'16,"-40"0"-1,0 0 17,40 40-17,0 0-15,0 0 0,0 0 16,0 0-1,0 0-15,40 1 0,0-41 16,80 40 0,-80-40-1,1 0-15,39-40 16,-80-1-16,0 1 16,0 0-16,0 0 0,0 0 0,0 0 15,-40 0-15,0 0 16,40 0-16,-81 40 0,41-40 0,0-1 31</inkml:trace>
  <inkml:trace contextRef="#ctx0" brushRef="#br0" timeOffset="44594.36">11035 7419 0,'0'40'63,"40"-40"-63,0 0 16,0 40-16,-40 0 0,40 0 0,0-40 0,-40 40 15,41 1-15,-1-1 0,-40 0 0,40 40 0,-40-40 16,0 0-16,0 0 15,0 0-15,0 0 0,0 1 0,0-1 0,0 0 16,-40 0-16,40 0 0,0 0 16,-40-40-16,40 40 0,-41-40 0,41 40 0,-40-40 15,0 40-15,0-40 16,0 0-16</inkml:trace>
  <inkml:trace contextRef="#ctx0" brushRef="#br0" timeOffset="45044.36">12600 7900 0,'-40'40'31,"-1"-40"-31,82 0 31,-1 0-31,80 0 32,121-40-17,0 0 1,-81 40-1</inkml:trace>
  <inkml:trace contextRef="#ctx0" brushRef="#br0" timeOffset="45254.28">12840 8261 0,'-80'80'31,"160"-160"-31,-200 160 0,80-40 15,0 1-15,120-41 16,81 40 15,79-80-15,-79-1 0,-121 1-16</inkml:trace>
  <inkml:trace contextRef="#ctx0" brushRef="#br0" timeOffset="46894.25">16171 7178 0,'0'0'0,"-40"0"93,0 0-77,0 0-16,-1 0 16,1 0-16,0 0 0,0 0 0,0 0 0,-40 0 15,40 0-15,-1 0 0,1 0 16,-40 0-16,40 0 0,-40 0 0,40 0 0,-41 0 15,41 0-15,-40 0 16,0 40-16,-1-40 0,41 0 0,0 0 0,-40 0 16,40 0-16,0 0 0,0 0 15,-1 0-15,1 0 0,0 0 0,0 0 16,0 40 0,0-40-1,0 0-15,40 41 78,40-41-78,-40 40 16,40-40-16,-40 40 0,40-40 0,0 40 0,0-40 16,41 0-16,-41 40 0,40-40 0,0 0 0,0 40 15,1-40-15,-1 0 16,0 40-16,0-40 0,-39 0 0,39 0 0,0 0 15,0 0-15,-40 40 0,1-40 16,39 0-16,-40 0 0,0 0 0,0 0 16,-40 40-1,40-40-15,-40 41 16,0-1 0,-40-40-16,40 40 15,-40-40-15,-40 40 0,40-40 0,0 40 16,-1-40-16,1 40 15,-40 0-15,0 0 0,40-40 0,-41 40 0,1 0 16,0 1-16,0-1 0,-1-40 16,1 40-16,0 0 0,0-40 0,40 40 0,-1-40 15,1 40-15,0-40 16,80 0 62,41 0-78,-1 0 16,-40 0-16,0 0 0,40 40 15,1-40-15,-1 0 0,0 0 0,0 0 0,41 0 16,-41 0-16,0 0 16,0 0-16,1 0 0,-1 0 0,0 0 0,0 0 15,-39 0-15,39 0 0,-40-40 0,0 40 0,0 0 16,0 0-16,0 0 0,1 0 15,-1 0-15,0 0 0,0 0 0,0 0 16,0 0 0,0 0-16,0 0 15,-40 40-15,41-40 16,-41-40 15</inkml:trace>
  <inkml:trace contextRef="#ctx0" brushRef="#br0" timeOffset="47624.13">14245 8903 0,'-40'0'16,"40"-40"0,80 0-16,-40-1 15,80 1 16,-39 80-15,-1 161 0,-80 40 15,-40-1-15,0-79-1,0-121 1,40-120 15,40-121-15,80-40-1,41 81 17,-161 120-32,40 0 0,0 40 0,0 0 15,40 0-15,41 80 31,-41 121-15,-40-41 0,-40-120-1,-40 40 1,40-40-16,0 0 16,40-40-16</inkml:trace>
  <inkml:trace contextRef="#ctx0" brushRef="#br0" timeOffset="47884.13">15649 9344 0,'0'-40'16,"0"80"-16,0-120 31,81 80-15,-41 0-16,0 0 0,0-40 15,0 40-15,0 0 0,0 0 16,0 0-16,1 0 0,-1 0 0,0 0 0,0-40 16,40 40-16,-40 0 0,0 0 0,1 0 0,-1 0 15</inkml:trace>
  <inkml:trace contextRef="#ctx0" brushRef="#br0" timeOffset="48114.11">16051 9745 0,'-41'0'0,"82"0"0,-41-40 46,80 40-30,-40 0 0,0 0-16,0 0 0,0 40 0,0-40 15,-40 40 1,41-40-16,-1 0 0</inkml:trace>
  <inkml:trace contextRef="#ctx0" brushRef="#br0" timeOffset="48384.08">16973 9585 0,'0'0'31,"0"-41"-31,-40 1 16,80 40 0,1 0-16,-1 0 15,0 0-15,0 0 0,0 0 16,0 0-16,0 0 0,0 0 0,1 0 0,-1 0 16,0 0-16,0 0 0,0 0 0,0 0 0</inkml:trace>
  <inkml:trace contextRef="#ctx0" brushRef="#br0" timeOffset="48894.12">18097 9504 0,'0'0'15,"40"40"16,81 1-15,-1-41 0,-80 0-16,0 0 15,0-41 1,-40-39-16,0 40 16,0 0-16,0-40 15,-40 40-15,0 40 16,0 0-1,-40 40 1,-41 120 15,1-39-15,40-1 0,-1-80-1,1 0 16,40-80-15,0 0 0,40-40-1,40 40 1,80-1 0,-80 41-16,201-80 31</inkml:trace>
  <inkml:trace contextRef="#ctx0" brushRef="#br0" timeOffset="49914.04">15489 6577 0,'40'0'16,"0"0"-1,0 0 1,0 0-16,0 0 16,1 0-16,-1 0 0,0 0 0,0 0 0,0 0 15,0 0-15,0 0 0,0-40 0,-40-1 16,41 41-1,-41-40-15,0 0 0,0 0 16,-41 0-16,1 0 16,0 40-16,40-40 0,-40 40 15,0 0 1,0 0-16,0 0 0,0 40 16,-1 0-16,1 0 0,40 0 15,-40-40-15,0 40 0,0 0 16,0-40-16,40 41 0,-40-41 0,0 40 15,-1-40-15,41 40 16,-40-40-16,0 0 0,0 0 0,0 40 16,0-40-16,0 0 15,0 0-15,-1 40 16,1-40 0,0 0-1,0 0-15,0 0 16,40-40-1,-40 40-15,40-40 0,0 0 32,0 0-17,40-1 1,0 41-16,0 0 16,0 0-16,0 0 0,1 0 15,-1 0 1,0 0-16,0 0 0,0 0 0,0 0 15,0 0-15,0 41 0</inkml:trace>
  <inkml:trace contextRef="#ctx0" brushRef="#br0" timeOffset="51053.92">16853 7660 0,'-40'0'15,"80"0"-15,-80-41 0,40 1 32,40 40-32,-40-40 0,80 40 0,-40-40 15,161 40 1,-81 120 0,-79-79-16,-1 39 15,-40-40-15,40 0 16,-40 0-16,0 40 0,0-40 0,-40 0 15,-41 41 1,-39-1 0,40-40-1,80-80 17,80-80-17,161-1 1,-121 81-1,-80 0-15,81 0 32,-81 40-32,0-40 0,40 0 15,-40-40 1,-40 39-16,40-39 16,-80 120 15,0 0-31,0 1 15,0-1 1,0 0-16,40 0 0,-40-40 16,40 40-16,-40-40 15,40 40-15,0 0 16,0 0 0,40-40-16,0 0 15,0 40-15,0-40 0,0 0 0,0 40 16,0-40-16,1 0 15,-1 0-15,0 0 0,0 41 0,0-41 0,0 0 16,0 0-16</inkml:trace>
  <inkml:trace contextRef="#ctx0" brushRef="#br0" timeOffset="51513.98">18699 7419 0,'-40'0'47,"0"0"-16,0 0-31,40 40 0,-41-40 0,41 40 0,-40 0 15,0 0-15,0 0 16,40 1-16,0-1 0,-40 0 0,40 0 0,0 0 16,0 0-16,-40 0 15,40 0-15,0 0 0,0 0 0,80 1 16,-80-1-16,40 0 0,0 0 0,0-40 16,41 40-16,-41-40 0,0 0 15,0 0-15,0 0 0,0 0 0,0 0 0</inkml:trace>
  <inkml:trace contextRef="#ctx0" brushRef="#br0" timeOffset="52183.92">19301 7740 0,'0'0'0,"0"-40"16,40 40-1,0 0 17,40 40-17,-40 40-15,1 40 16,-1-120-16,-40 40 0,0 0 16,0 81-1,-81-81 1,81 0 15,0-120-15,41 80-1,79-161 17,0 81-17,-80 80 1,41 0-1,-81 40-15,40-40 32,0 121-17,-40-1 1,40-40 0,-40 0 15,40-40-16</inkml:trace>
  <inkml:trace contextRef="#ctx0" brushRef="#br0" timeOffset="52383.91">20505 7820 0,'0'0'0,"0"-40"16</inkml:trace>
  <inkml:trace contextRef="#ctx0" brushRef="#br0" timeOffset="52643.92">20505 7700 0,'0'40'94,"0"0"-78,0 0-1,0 0-15,40-40 0,-40 40 0,0 0 0,0 0 16,40 0-16,0 1 16,-40-1-16,40-40 0,-40 40 0,0 0 15,0 0-15,0 0 16,0 0-16,-40-40 0,40 40 16,-40-40-16,40 40 0,-40 1 0,0-41 0,-1 40 15,1-40-15,0 40 16,0-40-16</inkml:trace>
  <inkml:trace contextRef="#ctx0" brushRef="#br0" timeOffset="53653.75">21147 8181 0,'40'0'62,"0"-40"-46,0 40-16,0-40 0,0 0 0,0 40 15,0 0-15,-40-81 16,41 41-16,-41 0 0,0 0 16,0 0-16,-41 40 15,41-40-15,-40 40 0,0-40 0,0 40 16,0 0 15,0 0-31,40 40 16,0 0-1,-40-40-15,40 40 0,-40 0 0,40 0 0,0 0 16,0 0-16,-41 1 16,41-1-16,0 0 0,0 0 0,0 0 0,0 0 15,0 0-15,0 0 0,0 0 16,0 1-16,0-1 0,0 0 0,0 0 0,0 0 16,41-40 15,-41-40-31,0 0 15,40 40-15,-40-40 16,40 40-16,0-40 0,0-1 0,0 1 16,0 40-16,0-40 15,1 40-15,-1 0 0,0-40 0,0 40 0,0 0 16,0 0-16,0 0 0,0 0 16,-40 40-1,41-40-15,-1 0 0,0 0 16,-40 40-1,40 0-15,-40 1 0,40-41 16,-40 40-16,0 0 16,0 0-16,40 0 15,-40 0-15,0 0 16,40-40-16,1 0 0,-41 40 16,40-40-16,0 0 0,0 0 0,0 0 0,0 0 15,0 0-15,0 0 0,1-40 16,-1 40-16,0-40 0</inkml:trace>
  <inkml:trace contextRef="#ctx0" brushRef="#br0" timeOffset="54133.81">23233 7660 0,'0'40'0,"0"-80"0,-40 80 0,-40 0 16,40-40-16,40 40 31,-121 120-15,41-39-1,80-81-15,-40 120 16,40-80 0,0-40-16,80 121 15,-40-121-15,0-40 0,1 40 16,-1-40-16,0 40 0,0-40 0,80 0 16,-80 0-16,1 0 0,39 0 0</inkml:trace>
  <inkml:trace contextRef="#ctx0" brushRef="#br0" timeOffset="54623.77">23795 8020 0,'0'-40'0,"0"80"31,0 1-31,0-1 0,0 0 16,0 0-16,0 0 16,0 0-16,0 0 15,0 0-15,40-40 0,-40 40 16,0 1-16,0-82 47,40 41-47,-40-40 0,40 0 15,-40 0-15,40 40 16,-40-40-16,41 40 0,-41-40 0,40 40 0,-40-40 16,40 0-1,0 40-15,0-40 0,0 40 16,0 0-16,0 0 16,1 0-16,-41 40 15,40-40-15,-40 40 0,40-40 0,-40 40 16,0 0-1,40-40-15,-40 40 0,0 0 16,0 0-16,0 0 16,0 1-16,0-1 15,0 0 1,0 0-16,40-40 0,-40 40 16,40-40-16,0 0 0</inkml:trace>
  <inkml:trace contextRef="#ctx0" brushRef="#br0" timeOffset="54923.7">25159 7820 0,'40'0'16,"-80"0"-16,80 40 16,-40 0-1,40 0-15,-40 0 16,0 0-16,0 1 0,0-1 0,0 40 16,0-40-16,0 0 0,0 0 0,0 0 0,0 0 15,-40 1-15,0-1 16,0 0-16,0 0 0,0 0 0,0 0 0,-41 0 15,41-40-15,-40 40 0,40 0 16</inkml:trace>
  <inkml:trace contextRef="#ctx0" brushRef="#br0" timeOffset="56773.6">2688 10828 0,'0'0'0,"0"40"16,0 0 0,41-40 15,-1-40-31,-40 0 16,40 40-16,-40-40 0,40 40 0,-40-40 0,40 40 15,-40-40 1,40 40-16,-40-41 0,40 1 31,-40 0-31,0 0 16,40 40-16,-40-40 15,41 40-15,-41-40 0,0 0 0,0 0 16,40 0-16,-40-41 0,0 41 16,40 0-16,-40 0 0,0 0 15,0 0-15,0 0 0,0 0 0,0 0 0,0-1 16,0 1-16,0 0 15,0 0-15,0 0 0,-40 0 0,40 0 16,0 0 0,0 80 15,0 0-31,0 0 0,0 0 16,0 0-16,-40-40 0,40 40 0,0 0 0,0 1 15,-41-1-15,41 0 16,-40 0-16,40 0 0,0 0 0,-40 0 15,40 0 1,0 0-16,-40 0 0,40 1 0,0-1 0,0 0 16,0 0-16,40 0 15,-40 0-15,40-40 0,0 40 0,41-40 16,-41 0-16,0 0 0,0 0 16,0 0-16,0-40 15,0 0-15,1 40 0,-1-40 0,0 0 16</inkml:trace>
  <inkml:trace contextRef="#ctx0" brushRef="#br0" timeOffset="57053.56">3692 9905 0,'80'0'47,"-40"-40"-32,0 40-15,0-40 0,0 40 0,1-40 0,-1 40 16,0 0-1,0-40-15,0 40 0,0-40 0,0 40 0,0-40 16</inkml:trace>
  <inkml:trace contextRef="#ctx0" brushRef="#br0" timeOffset="57293.57">3973 10266 0,'0'40'16,"0"-80"-16,-41 80 0,122-40 47,-41 0-47,0-40 0,0 40 15,40 0-15,-40-40 0,41 40 0,-41-40 0,0 40 16,0 0-16,0 0 15,0-40-15,0 40 0,1 0 0</inkml:trace>
  <inkml:trace contextRef="#ctx0" brushRef="#br0" timeOffset="59793.39">5337 9785 0,'0'-40'0,"40"40"125,0 0-125,0-40 0,0 0 16,0 0-1,1 0-15,-41-1 0,0 1 16,40 0-16,-40 0 15,0 0-15,0 0 0,-40 40 0,40-40 16,-41 0 0,1 40-1,40 40 126,0 0-125,0 0-1,0 40-15,0-40 0,0 0 0,0 1 0,0-1 16,0 40-16,0-40 15,-40 0-15,40 0 0,0 0 0,0 0 0,0 1 16,0-1-16,0 0 16,0 0-16,0 0 0,0 0 15,0 0 1,0 0-16,0 0 16,0 0-16,0 1 0,0-1 15,0 0 1,0-80 31,-40 40-16,-40 0 16,80 40-47,-40-40 0,0 0 15,-1 0-15,1 40 0,0-40 0,0 0 16,40 40 0,-40-40-16,80 0 78,0 0-78,0 0 15,0-40-15,1 40 0,-1 0 16,0 0-16,0 0 0,0 0 0,0 0 0,0 0 16,0-40-16,1 40 0,-1 0 15,0 0-15,0 0 0,0 0 0,0 0 16,-40-40 46</inkml:trace>
  <inkml:trace contextRef="#ctx0" brushRef="#br0" timeOffset="60303.36">6741 10387 0,'-40'0'0,"40"40"31,0 0-15,0 0 0,0 0-16,0 0 15,0 0-15,0 0 0,-40 1 31,40-1-31,-40-40 0,0 40 0,0-40 0,-1 40 0</inkml:trace>
  <inkml:trace contextRef="#ctx0" brushRef="#br0" timeOffset="61793.35">9189 9986 0,'-40'0'47,"40"40"-31,0 0-1,-40 0-15,40 0 16,0 0-16,0 0 0,40 0 16,40 0-16,-40-40 0,0 41 15,0-41-15,41 0 0,-41 0 16,0 0-16,0 0 0,0 0 0,0 0 0,0-41 15,1 41-15,-1-40 16,0 0-16,-40 0 0,0 0 0,0 0 16,0 0-16,0 0 15,0 0-15,0 0 0,-40 40 16,0 0-16,-1 40 31,1 0-31,40 0 0,-40 0 16,40 0-16,0 0 0,0 0 15,0 0-15,0 41 0,0-41 0,0 0 0,0 40 16,0-40-16,0 0 16,0 0-16,0 41 0,0-41 0,0 0 0,-40 0 15,40 0-15,-40 0 0,40 0 0,-40 0 0,40 0 16,-40 0-16,0 1 0,40-1 16,-41-40-16,1 40 0,0 0 0,-40 0 15,40-40-15,0 40 16,0-40-16,-1 0 0,41 40 0,-40-40 0,0 0 15,0 0-15,0 0 16,40-40-16,0 0 0,0 0 16,0 0-16,0 0 15,40 0-15,-40-41 0,40 41 0,-40 0 16,80-40-16,-39 40 0,-41 0 0,40 40 0,0-40 16,0 40-16,0-40 0,0 40 15,0 0-15,0 0 0,-40-41 16,41 41-16,-1 0 15,0 0-15</inkml:trace>
  <inkml:trace contextRef="#ctx0" brushRef="#br0" timeOffset="62103.27">10513 10306 0,'-40'-40'15,"80"80"-15,-200-80 16,119 40-16,-39 161 31,40 79-15,40-159-1,0-41-15,0 40 0,80 40 16,1-40 0,39 1-1,-40-81 1</inkml:trace>
  <inkml:trace contextRef="#ctx0" brushRef="#br0" timeOffset="62303.23">11115 10547 0,'-40'0'15,"80"0"-15,-80 40 16,40 0-16,0 81 16,-40 39-1,40 0 16,-40-39-31</inkml:trace>
  <inkml:trace contextRef="#ctx0" brushRef="#br0" timeOffset="62613.28">12158 10708 0,'40'0'0,"-80"0"0,80 40 31,1 40-15,-41 120-1,0 41 17,-41-40-17,-39-121 1,40-40-16,-120 40 0</inkml:trace>
  <inkml:trace contextRef="#ctx0" brushRef="#br0" timeOffset="62973.27">14044 11630 0,'-40'0'16,"40"-40"-16,0 0 31,40 0-16,0 40-15,161 0 16,-161 0-16,40 0 0,-40 0 16,41 0-1,-41 0-15,40 0 0</inkml:trace>
  <inkml:trace contextRef="#ctx0" brushRef="#br0" timeOffset="63173.25">14285 11951 0,'0'0'0,"-40"0"0,0 0 15,0 0-15,80 0 32,40 0-32,0 0 15,81 0 1,-1 0-1</inkml:trace>
  <inkml:trace contextRef="#ctx0" brushRef="#br0" timeOffset="64123.13">18258 11550 0,'0'-40'0,"-41"40"15,41-40 1,0-1 0,-40 41 31,0 0-32,0 41-15,0-41 0,40 40 16,-40-40-16,0 0 15,-1 0-15,1 0 0,0 0 0,0 0 16,0 0-16,0 0 16,0 0-16,0 0 0,-1 0 0,1 0 0,-40 0 15,40 0-15,0 0 0,0 0 0,-41 0 0,41 0 16,-40 0-16,40 0 0,0 80 16,-40-80-16,39 40 0,-39-40 0,40 0 0,-40 0 15,40 40-15,-41 0 16,41-40-16,0 0 0,0 40 0,0-40 0,0 0 15,0 40-15,0-40 16,80 0 15,0 0-31,0 0 0,40 40 0,-40-40 0,0 0 16,1 0-16,39 41 0,-40-41 0,0 40 0,0-40 16,40 40-16,-39-40 0,-1 0 15,0 0-15,0 40 0,-40 0 31,-40 0-15,40 0-16,-80-40 16,39 40-16,1 0 0,0-40 0,0 41 0,0-1 15,0 0-15,-40-40 0,39 40 0,1 0 0,40 0 16,-40 0-16,0-40 16,0 40-16,40 0 0,-40-40 0,0 40 0,40 1 15,-40-41-15,40 40 16,0 0-1,0 0 1,40 0 0,0 0-16,0-40 15,40 0-15,-40 0 0,41 0 0,-1 0 0,0 0 16,0 0-16,41 0 0,-41 0 0,40 0 0,-39 0 16,39 0-16,-40 0 15,0-40-15,1 40 0,-1 0 0,-40 0 0,40-40 16,-40 40-16,1 0 0,-1-40 15,0 40-15,0 0 0,0 0 0,-40-40 0,40 40 16,0 0 0,-80 0-1,0 0 1,0 40 0</inkml:trace>
  <inkml:trace contextRef="#ctx0" brushRef="#br0" timeOffset="64733.1">16171 13194 0,'-120'40'16,"240"-80"-16,-200 80 31,120-40-15,80-40-1,-80 40 1,0 0-1,41 40 1,-41 40 15,-40-40-31,-40 81 16,40-81-16,-40-40 0,40 40 0,-41 0 16,-39-40-16,40 80 15,80-80 16,-40-40-31,40 40 0,-40-40 0,40 40 16,1-80-16,-1 40 16,0 0-16,0 0 0,0 40 15,0-41-15,0 1 0,0 40 16,-40-40-16,41 40 16,-1 0-1,-40 40-15,0 0 16,0 1-16,0-1 0,0 0 15,40 0-15,-40 0 16,0 0-16,0 0 0,0 0 16,0 0-1,0 1-15,40-41 16,0 0-16,0 0 0</inkml:trace>
  <inkml:trace contextRef="#ctx0" brushRef="#br0" timeOffset="64943.15">17335 13475 0,'40'0'16,"0"-40"0,0 40-1,80 0 1,1 0 15,-81 0-31</inkml:trace>
  <inkml:trace contextRef="#ctx0" brushRef="#br0" timeOffset="65153.08">17455 13715 0,'40'0'32,"0"-40"-32,81 40 15,-81 0-15,80 0 32,-80 0-32,40 0 15,-80-40-15</inkml:trace>
  <inkml:trace contextRef="#ctx0" brushRef="#br0" timeOffset="65353.05">18258 13635 0,'40'0'0,"0"0"0,0-40 31,40 0-31,-40 40 0,41 0 32,-41 0-32,0 0 0,0 0 15,0 0-15,0-40 0</inkml:trace>
  <inkml:trace contextRef="#ctx0" brushRef="#br0" timeOffset="65873.09">19341 13475 0,'40'0'16,"80"0"15,41 0-15,-41-40-1,-80-41 17,-40 1-17,0 40-15,0 0 0,-40 40 32,0 0-32,0 40 15,-80 40 1,80-40-16,-41 41 31,41-41-31,40 0 0,-40-40 0,40 40 0,-40 0 0,0 0 16,0 0-1,0 0-15,-1 1 0,-79-1 16,80-40-16,0 0 0,0 0 16,0 0-16,-1-40 15,41-1 1,0 1-1,41-40 17,-41 40-32,80 0 15,-40 0-15,0 40 16,0-40-16,0 40 0</inkml:trace>
  <inkml:trace contextRef="#ctx0" brushRef="#br0" timeOffset="66863.03">16733 10868 0,'40'0'16,"-80"0"-16,120 0 15,-40 0-15,40 0 32,81 40-17,-1 40 1,-79-40-1,119 0 1,-39-40 15,-81-80-15,-80 40-16,0-120 16,-40 160-16,40-40 0,-40 0 15,-41-41 1,-39 81-1,-40 121 17,79-81-32,41 0 0,-120 80 15,120-80-15,-1 0 0,-39 41 32,40-81-32,-40 80 15,40-80-15,0 0 16,-1 0-1,1-40 1,0 40-16,-40-81 16,40 81-16,40-40 0,-40 40 15,40-40-15,-40 40 0,-1 0 16,1 0 15,80 0-15,121-40-1,-121 0-15,161 0 32,-161 40-32,40-40 0,-40 40 0,0 0 0,0 0 15,1 40 1,-41 0-16</inkml:trace>
  <inkml:trace contextRef="#ctx0" brushRef="#br0" timeOffset="68322.87">18659 11750 0,'0'0'0,"0"-40"0,80 0 15,-40 0-15,0 40 0,0-40 16,1 40 0,-1 0-16,0 0 0,0 0 0,0 0 0,0 0 15,0 40-15,0-40 16,-40 40-16,41-40 0,-41 40 0,0 0 0,0 0 15,0 0-15,0 1 16,0-1-16,0 0 0,-41-40 0,41 40 0,-40 0 16,40 0-16,-80 0 0,40 0 15,0-40-15,40 40 0,-40 1 16,40-82 15,0 1-31,40 40 0,-40-40 16,80 0-16,-80 0 0,40 0 15,0 0-15,0 40 0,1-40 0,-1 0 0,0 40 16,0-41-16,0 1 16,0 0-16,0 0 0,0 40 0,1-40 0,-1 0 15,0 0-15,-40 0 0,40 40 0,0-40 0,0 0 16,0 40-16,-40-41 0,40 41 16,-40-40-16,41 40 0,-82 0 62,41 40-62,-40-40 0,0 0 0,0 41 16,40-1-16,-40-40 15,0 40-15,40 0 0,-40-40 0,0 40 0,40 0 16,-41 0-16,1 0 0,40 0 0,0 0 16,0 1-16,0-1 15,0 0-15,40-40 0,-40 40 16,41-40-1,-1 0-15,0 0 0,0 0 16,0 0-16,0 0 16,-40-40-16,40 40 0</inkml:trace>
  <inkml:trace contextRef="#ctx0" brushRef="#br0" timeOffset="68672.92">20665 11429 0,'0'-40'16,"0"80"-16,-40-80 0,0 40 15,40 40 16,-40 1-15,0-1-16,-1 80 16,1-80-16,40 0 0,-40-40 15,40 40-15,0 0 0,0 41 16,0-41 0,40 0-16,41 40 15,-41-40-15,40-40 16,0 0-1</inkml:trace>
  <inkml:trace contextRef="#ctx0" brushRef="#br0" timeOffset="69122.83">20866 11670 0,'-40'-40'15,"120"40"17,-80 40-17,40-40-15,0 0 0,0 80 0,-40-40 16,0 0 0,40-40-16,-40 41 0,0-1 0,0 0 15,-40-40 1,40 40-16,0-80 31,40 0-15,-40 0-1,40-1-15,-40 1 0,41 40 0,-41-40 0,40 0 16,0 40-16,-40-40 0,40 40 0,0 0 16,-40-40-16,40 40 15,0 0-15,-40 40 16,40-40-16,-40 40 15,0 0-15,41-40 0,-41 40 0,0 0 16,0 1-16,0-1 16,0 0-16,0 0 0,0 0 15,0 0-15,0 0 0,0 0 32</inkml:trace>
  <inkml:trace contextRef="#ctx0" brushRef="#br0" timeOffset="69382.81">22190 11710 0,'-40'0'0,"40"40"47,40-40-32,-40 40-15,0 0 0,40 1 0,0-1 16,-40 0-16,0 0 16,0 0-16,0 0 0,0 0 0,0 0 0,0 0 15,0 1-15,0-1 0,0 0 0,0 0 16,-80-40-16,80 40 16,-40-40-16,40 40 0,-40-40 15</inkml:trace>
  <inkml:trace contextRef="#ctx0" brushRef="#br0" timeOffset="70112.77">23193 12111 0,'0'0'0,"40"-80"32,40 0-17,1-81 1,-81 1 15,0 120-15,0 0-1,-40 40 1,40 80 15,-41-40-31,1 120 16,40-119-16,0-1 0,-40 0 15,0 0-15,40 0 0,-40 120 32,0-119-32,40-1 0,0 0 0,-40 0 0,40 0 15,0 40 1,0-120 31,40 40-47,-40-40 0,40 0 0,0 0 15,-40 0-15,40 0 16,0-1-16,0 41 0,-40-40 0,41 0 0,-1 40 16,-40-40-16,40 40 0,0-40 15,0 40-15,0 0 0,0 0 16,0 0-16,-40 40 16,41-40-1,-41 40-15,40 0 0,0 0 16,-40 1-1,0-1-15,40 0 0,-40 0 16,40 0 0,0-40-1,0 0 1,0 0-16,-40-40 0,41 40 16</inkml:trace>
  <inkml:trace contextRef="#ctx0" brushRef="#br0" timeOffset="70512.81">24678 11470 0,'0'0'16,"0"-41"-16,0 1 15,-40 40 17,40 40-32,-41-40 0,41 41 15,0-1-15,-40-40 0,40 40 16,-40 0-16,40 0 0,-40-40 0,40 40 0,0 0 15,-40 0-15,40 0 16,0 0-16,0 1 0,0-1 0,0 0 0,0 0 16,0 0-16,0 0 0,40-40 15,-40 40-15,0 0 0,40 0 0,0 1 16,0-41-16,1 40 0,-1-40 16,0 0-1,0 0-15</inkml:trace>
  <inkml:trace contextRef="#ctx0" brushRef="#br0" timeOffset="72332.72">24999 11670 0,'-40'0'16,"40"-40"-16,40 40 47,0 0 15,0-40 235,0 40 297,0 0-579,0 0-15,0 0 16,1 0 0,-41 40 30,0 0-30,0 0-16,0 0 16,0 0-16,0 0 0,0 1 15,0-1-15,0 0 16,0 0-16,0 0 16,-41 0-1,41-80 48,0 0-63,0 0 15,0 0-15,41 40 0,-41-40 16,40-1-16,0 1 16,-40 0-16,40 40 0,0-40 0,0 40 15,-40-40-15,40 40 16,1 0-1,-1 0 17,-40 40-32,40 0 15,-40 0 1,0 0-16,40 1 0,-40-1 0,0 0 16,0 0-1,0 0-15,0 0 0,0 0 16,0 0-1,40 0 17,0-40-32,0 0 15</inkml:trace>
  <inkml:trace contextRef="#ctx0" brushRef="#br0" timeOffset="72612.64">26323 11991 0,'-40'-40'16,"80"80"-16,-120-80 0,80 0 16,-40 40-16,40-40 15,80 40 16,40 0-15,1 0 0,-1 40-1,-40-40 1</inkml:trace>
  <inkml:trace contextRef="#ctx0" brushRef="#br0" timeOffset="73022.59">27166 11470 0,'0'0'15,"-41"0"17,41 40-17,0 0 1,0 0-16,0 0 15,0 0-15,0 0 16,0 0-16,0 0 0,0 0 0,0 1 16,0-1-16,0 0 0,0 0 0,0 0 0,-40-40 15,40 40-15,0 0 0,0 0 16,0 0-16,0 1 0,0-1 0,0 0 16,40-40-1,1 0 1</inkml:trace>
  <inkml:trace contextRef="#ctx0" brushRef="#br0" timeOffset="73432.64">27647 11429 0,'40'-40'16,"-40"0"-16,40 40 15,0 80 17,1 41-17,-41 39 1,0 41 0,-81 79 15,-200-39-16,41-121 1</inkml:trace>
  <inkml:trace contextRef="#ctx0" brushRef="#br0" timeOffset="75172.48">2528 13154 0,'0'0'15,"-40"0"-15,80 0 47,0 0 31,40-40-62,-40 0 0,1 40-16,-41-40 0,40 0 0,-40-1 0,40 41 15,-40-40-15,0 0 0,0 0 16,40 0-16,-40 0 0,0 0 0,0 0 15,0 0-15,0-1 16,0 1-16,0 0 0,-40 40 16,40-40-16,-40 0 0,40 0 15,-40 40 1,-1 0 15,41 40-31,0 0 16,0 0-1,0 0-15,0 0 0,0 1 0,0-1 16,0 0-16,-40 0 16,40 0-16,0 40 0,0-40 0,0 41 0,0-1 15,-40-40-15,40 0 0,0 40 0,0-40 0,0 0 16,0 0-16,0 1 0,0-1 16,0 0-16,40-40 15,0 0 1,1 0-16,-1 0 0,0-40 0,40 40 0,-40-40 15,0-1-15,0 1 0,1 0 16</inkml:trace>
  <inkml:trace contextRef="#ctx0" brushRef="#br0" timeOffset="75412.53">3531 12753 0,'-40'-40'16,"40"0"-1,40 0 1,0 40 0,0-41-16,1 41 0,-1 0 0,0 0 0,0 0 15,0 0-15,0-40 0,0 40 16,0 0-16,1 0 0,-1 0 0</inkml:trace>
  <inkml:trace contextRef="#ctx0" brushRef="#br0" timeOffset="75642.5">3571 13194 0,'-40'40'15,"80"-80"-15,-40 80 32,40-40-17,81-40 1,-1 40 0,-80 0-1</inkml:trace>
  <inkml:trace contextRef="#ctx0" brushRef="#br0" timeOffset="77382.39">4695 13034 0,'40'0'15,"-80"0"63,40 40-31,-40-40-47,80 0 31,-40 40-15,40-40-16,0 0 16,0 0-16,0 0 0,0 0 0,1 0 15,-1 0-15,40-40 0,-40 40 0,40-40 0,-40 40 16,1-40-16,39 40 16,-40-41-16,0 41 0,0-40 0,0 40 0,0-40 15</inkml:trace>
  <inkml:trace contextRef="#ctx0" brushRef="#br0" timeOffset="77942.38">6019 12472 0,'-40'0'31,"40"40"-15,0 0 0,0 0-16,0 1 15,40-1-15,-40 0 0,0 0 16,40 0-16,-40 0 0,0 40 0,0-40 0,0 1 15,0-1-15,0 0 16,0 0-16,0 0 0,-40 0 0,40 0 16</inkml:trace>
  <inkml:trace contextRef="#ctx0" brushRef="#br0" timeOffset="78612.25">6862 13194 0,'0'0'0,"0"40"15,-41-40-15,41 40 47,0 0-31,0 41-16,0-41 15,0 0-15,-40 0 0,0 0 16,0-40-16,-40 40 0,40-40 16,0 40-16</inkml:trace>
  <inkml:trace contextRef="#ctx0" brushRef="#br0" timeOffset="79872.17">8868 12793 0,'-40'0'16,"0"0"-1,40 40 17,0 0-17,0 0-15,40 0 0,-40 1 0,40-1 16,-40 0-16,40 0 16,-40 0-16,40-40 0,-40 40 0,40 0 0,0-40 15,-40 40-15,41-40 0,-41 40 16,40-40-16,0 0 0,0 0 15,0-40 1,-40 0-16,40 0 0,-40 0 16,40 0-16,-40 0 0,0 0 0,40 0 15,-40-1-15,0 1 16,0 0-16,0 80 31,0 0-15,-40-40-16,40 41 0,0-1 15,0 0-15,0 0 0,0 0 0,-40 0 0,40 0 16,0 40-16,0-40 16,0 1-16,0 39 0,-40-40 0,40 40 0,0-40 15,0 40-15,0 1 0,-40-41 0,40 40 0,0-40 16,0 40-16,0-40 0,0 0 16,-40 1-16,40-1 0,0 0 0,0 0 0,-40 0 15,40 0-15,0 0 16,-40-40-16,-1 40 0,41 0 0,-40-40 0,0 41 15,0-41-15,40 40 0,-40-40 16,0 40-16,0-40 0,0 0 0,-1 0 0,1 0 16,0 0-16,0 0 0,0 0 15,0 0 1,0 0-16,40-40 0,0 0 16,0-1-16,0 1 15,0 0-15,40 0 0,-40 0 0,40 0 0,-40 0 16,40 40-16,-40-40 15,40 0-15,0-1 0,0 41 0,-40-40 0,41 40 16,-1-40-16,0 40 16,0 0-16,0-40 0,0 40 0,0 0 15,0 0-15,1 0 0,-1-40 0,0 40 16,0 0 0,0 0-16,-40-40 0,40 40 0</inkml:trace>
  <inkml:trace contextRef="#ctx0" brushRef="#br0" timeOffset="80302.22">10473 13274 0,'0'0'0,"-40"0"16,40-40 0,-40 40 15,0 80-16,-41 121 1,41-1 0,-40 81 15,80-40-15,201-121-1,79-80 16,82-40-15</inkml:trace>
  <inkml:trace contextRef="#ctx0" brushRef="#br0" timeOffset="81942.13">11155 13876 0,'-40'0'16,"80"0"125,0 0-126,0 0-15,1 0 16,-1 40-16,0-40 0,0 0 0,0 0 0,0 0 15,0 0-15,0 0 16,1 0-16,-1 0 0,0 0 0,0 0 16,0 0-16</inkml:trace>
  <inkml:trace contextRef="#ctx0" brushRef="#br0" timeOffset="82312.12">12038 13675 0,'0'40'109,"0"1"-93,0 39-16,-40-40 0,40 0 16,0 0-16,0 0 15,0 0-15,-40 0 0,40 0 16,0 1-1,40-41-15,-40 40 16,40-40-16,0 0 16</inkml:trace>
  <inkml:trace contextRef="#ctx0" brushRef="#br0" timeOffset="82732.09">12519 13515 0,'0'0'16,"0"40"31,0 0-47,0 0 15,0 0-15,0 0 16,0 1-16,0-1 0,0 0 0,41 0 15,-41 0-15,0 0 0,0 0 16,0 0-16,0 0 0,0 0 0,0 1 0,0-1 16,0 0-16,-41 0 0,41 0 0,-40-40 0,40 40 15,-40 0-15,0-40 16,0 40-16,0 0 0,0-40 0</inkml:trace>
  <inkml:trace contextRef="#ctx0" brushRef="#br0" timeOffset="83521.98">13763 14237 0,'0'40'0,"0"0"15,81-40 32,-41-40-47,0 40 16,0 0-16,0 0 0,0-40 0,40 40 0,-39 0 16,-1-40-16,40 40 15,-40 0-15,0 0 0,40 0 0,-39 0 0,-1 0 16,0-40-16</inkml:trace>
  <inkml:trace contextRef="#ctx0" brushRef="#br0" timeOffset="83742">13924 14959 0,'0'0'0,"-40"0"0,0 0 15,40-40 1,80 40-16,-40 0 16,0-41-16,0 41 0,40 0 0,-39 0 0,39 0 15,-40 0-15,0 0 16,40 0-16,-40 0 0,1 0 0,-1 0 16</inkml:trace>
  <inkml:trace contextRef="#ctx0" brushRef="#br0" timeOffset="84791.96">17335 14999 0,'0'0'0,"40"0"16,-40-40 0,-40 40 31,-1 0-1,1 0-30,-40 0-16,40 0 16,0 0-16,0 0 0,0 0 0,-1 0 0,1 0 0,0 0 15,0 0-15,-40 0 16,40 0-16,-41 0 0,41 0 0,-40 0 0,0 40 16,40-40-16,-41 0 0,1 40 15,0-40-15,0 0 0,40 40 0,-41-40 0,1 40 16,40-40-16,0 40 15,-40-40-15,39 0 0,1 40 0,0-40 16,0 0-16,40 40 16,40-40-1,40 41 1,-39-41-16,-1 40 16,0-40-16,0 0 0,40 40 0,-40-40 0,41 40 15,-41-40-15,40 0 0,0 40 16,-40-40-16,41 0 0,-1 40 0,-40-40 0,40 0 15,-40 0-15,41 0 16,-41 40-16,0-40 0,0 0 16,-40 40-16,-40-40 15,40 40-15,-80-40 16,39 0-16,1 40 0,0-40 0,-40 41 0,40-41 16,0 40-16,-41 0 15,41-40-15,0 40 0,-40-40 0,40 40 0,0 0 16,0-40-16,-1 40 0,1-40 15,0 40-15,0-40 0,0 40 0,0 1 0,0-41 16,0 40-16,-41-40 0,41 40 0,0-40 0,40 40 16,-40-40-16,0 0 15,0 0-15,120 0 32,-40 0-17,40 0-15,-40 0 16,1 0-16,39 0 0,0 0 0,0 0 0,1 0 15,39 0-15,-40 0 0,41 0 16,-41 0-16,40 0 0,1 0 0,-41 0 0,40 0 16,-40 0-16,41 0 0,-41 0 0,0 0 0,1 0 15,-41 0-15,0 0 16,0 0-16,0 0 0,0 0 16,-80 0-1,0 0 1,0 0-1</inkml:trace>
  <inkml:trace contextRef="#ctx0" brushRef="#br0" timeOffset="85501.83">14807 16844 0,'0'0'0,"-40"0"31,120-40-15,161-1 0,-201 1-16,200 40 31,-159 0-31,-41 0 0,40 0 15,-80 40-15,0 41 16,0-41-16,-40-40 0,0 120 16,0 0 15,0-39-15,-1-81-16,1 40 15,0-40-15,0 0 16,40-40-1,0-1 1,40 1-16,201-120 31,-161 80-31,-40 40 0,81-41 32,-121 41-32,40 40 0,0 0 15,0 81 1,-40-41-16,40 120 31,-40-120-31,0 0 0,40 40 16,0 1-1,-40-41-15,0 0 16,41-40-16,-1 0 16</inkml:trace>
  <inkml:trace contextRef="#ctx0" brushRef="#br0" timeOffset="85711.89">16532 17124 0,'40'-40'16,"-80"80"-16,120-160 31,-40 120-31,-40-40 0,41 40 15,-1 0 1,40 0 0,-40 0-16</inkml:trace>
  <inkml:trace contextRef="#ctx0" brushRef="#br0" timeOffset="85921.88">16652 17365 0,'-40'0'16,"80"0"-16,-40 0 15,41 0-15,39 0 32,120 0-17,-79-40 1,-41 0-1</inkml:trace>
  <inkml:trace contextRef="#ctx0" brushRef="#br0" timeOffset="86121.81">17856 17124 0,'0'0'16,"0"-40"-16,40 40 31,0 0-15,1 0-16,-1 0 16,0 0-16,0 0 0,0 0 0</inkml:trace>
  <inkml:trace contextRef="#ctx0" brushRef="#br0" timeOffset="86651.76">18538 17205 0,'-40'0'31,"80"0"-31,1 0 16,79 0-1,0 0 1,-80 0-16,41 0 16,-41 0-16,0-41 15,0-39 17,-40 40-17,-40 40 1,-40 0 15,40 40-31,-41 40 16,41-80-16,0 41 15,0-1-15,0-40 16,-40 80 0,-41-40-1,1-40 16,80 0-15,40-40 0,0 0-1,40 0-15,40 0 32,0 40-17,-40 0-15</inkml:trace>
  <inkml:trace contextRef="#ctx0" brushRef="#br0" timeOffset="87781.77">16652 14357 0,'0'40'0,"-40"-40"0,80 0 62,1 0-62,39 40 16,-40-40-16,0 0 0,0 0 0,0 0 16,41 0-16,-41 0 0,0 0 15,-40-40-15,40 40 0,0 0 0,0-40 32,-40 0-32,0 0 15,0 0 1,-40 40-1,0 0 1,-40 80-16,40-80 0,-1 0 16,1 0-16,0 0 0,40 40 0,-40-40 0,0 0 15,40 40-15,-40-40 0,0 0 16,0 0-16,-1 40 0,1-40 16,0 40-1,0-40-15,0 0 0,0 41 16,40-1 15,-40-40-31,0 0 0,-1 0 16,1 0-1,0 0-15,0 0 0,0 0 0,0 0 0,0 0 16,0 0-16,-1 0 16,1 0-16,0 0 0,0 0 15,0-40 1,40-1-16,0 1 15,0 0-15,40 40 16,-40-40-16,80 0 0,-40 40 16,1 0-16,-1 0 15,0 0 1,0 40-16,0-40 0,-40 40 0,40-40 16,0 40-16,0 0 15,1 1-15,-1-41 0,0 40 0,0-40 16,40 40-1</inkml:trace>
  <inkml:trace contextRef="#ctx0" brushRef="#br0" timeOffset="89001.63">17615 15280 0,'41'0'16,"-1"0"-1,40-41-15,80 1 31,-119 40-31,39 0 16,-80 40-16,40 81 16,-40-81-16,0 0 0,0 0 15,-80 0-15,80 0 0,-40 81 32,-1-81-32,1 0 0,0-40 15,40 40-15,-80-40 16,40 0-16,40-40 31,0 0-31,80-121 16,0 121-1,-40 0-15,81 0 16,-81 0-16,0 40 0,0 0 16,41-40-1,-41 40-15,120-80 31,-120 39-31,0 1 16,1 0 0,-82 40 15,41 40-15,-40-40-16,0 40 0,0-40 15,40 41 1,-40-41-16,40 40 0,-40 0 0,40 0 15,0 0-15,0 0 16,0 0-16,0 0 0,0 0 16,40-40-16,-40 40 0,40-40 0,0 41 0,0-41 15,0 40-15,1-40 16,-1 0-16,0 40 0,0-40 0,0 0 0,0 0 16,0 0-16,0 0 0,1 0 15</inkml:trace>
  <inkml:trace contextRef="#ctx0" brushRef="#br0" timeOffset="89351.6">19622 15199 0,'0'0'15,"0"-40"-15,0 0 16,-40 40 0,0 0-16,-1 40 15,-79 81 1,40 39 15,80 40-15,80-79-1,40-41 1,1-40 15</inkml:trace>
  <inkml:trace contextRef="#ctx0" brushRef="#br0" timeOffset="89811.67">19943 15480 0,'0'0'15,"0"-40"1,40 40 0,0 40-1,-40 0-15,40 80 31,-40-79-31,0 39 16,-40-80-16,0 40 16,40-80 31,40 40-47,0-40 0,-40 0 15,40-1-15,0 1 16,1 40-16,-41-40 0,40 40 0,-40-40 0,40 40 15,0 0 1,-40-40-16,40 40 16,-40 40-1,0 0 1,0 0-16,40 41 0,-40-41 16,0 0-1,40-40-15,-40 40 0,0 0 0,0 0 16,40-40-1,-40 40-15,41-40 16,-41 40-16</inkml:trace>
  <inkml:trace contextRef="#ctx0" brushRef="#br0" timeOffset="90181.55">21106 15360 0,'0'-40'31,"0"80"-31,0-120 16,0 120 0,41-40-1,-41 40-15,40 0 0,-40 0 0,40-40 0,0 40 16,-40 0-16,40 0 16,-40 0-16,0 0 0,40 1 0,-40-1 0,0 0 15,0 0-15,0 0 0,-80 0 16,80 0-16,-40 0 0,0 0 0,40 1 0,-40-1 15,-1-40-15,1 40 16,0-40-16,40 40 0,-40-40 0,40 40 0</inkml:trace>
  <inkml:trace contextRef="#ctx0" brushRef="#br0" timeOffset="91371.48">21989 15520 0,'40'40'15,"1"-40"1,-1 0-16,-40-40 63,0 0-63,0 0 0,40 0 0,-40 0 15,0 0 1,0 0-16,0-1 0,0 1 15,0 0 1,-40 40-16,0 0 16,-1 40 15,1-40-31,40 40 16,0 1-16,0-1 0,-40-40 15,40 40-15,0 0 0,0 0 0,0 0 16,0 0-16,0 0 15,0 0-15,0 41 0,0-41 0,0 0 0,0 0 16,-40 0-16,40 0 0,0 0 0,0 0 0,0 0 16,0 1-16,0-1 15,-40-40-15,40-40 32,0-1-1,40 1-31,0 0 0,0 0 15,0 0 1,1 40-16,-41-40 0,40 40 0,0-40 16,0 40-16,0 0 0,0 0 15,0 0 1,0 0-16,1 0 16,-41 40-1,40-40-15,-40 40 0,0 0 16,0 0-1,40-40-15,-40 40 0,0 0 16,40-40-16,-40 41 0,40-41 0,0 0 16,-40 40-1,40-40-15,0 0 0,1 0 16,-1 0 0,-40-40-16,40 40 0</inkml:trace>
  <inkml:trace contextRef="#ctx0" brushRef="#br0" timeOffset="91801.46">23594 15159 0,'0'-40'32,"0"0"-32,-40 40 31,40 40 0,-40-40-31,0 40 16,0-40-16,40 40 0,-40 0 0,40 1 15,-40-1-15,40 0 0,-41 40 16,41-40-16,-40 0 0,40 40 0,0-40 0,-40 41 16,40-41-16,0 0 0,0 0 15,0 0-15,0 0 0,0 0 0,0 0 16,40-40-16,-40 41 0,40-1 15,1-40-15,-1 0 0,0 0 0</inkml:trace>
  <inkml:trace contextRef="#ctx0" brushRef="#br0" timeOffset="92591.4">24076 15440 0,'-40'0'16,"40"-40"15,40 40-15,0 0-16,0 0 15,-40 40 17,40-40-32,-40 40 15,0 0 1,40-40-16,-40 40 0,0 0 0,40-40 0,-40 40 16,0 1-16,0-1 15,0 0-15,0 0 0,0 0 0,-40-40 16,40 40-16,-40-40 15,40 40-15,-40-40 0,40 40 0,-40-40 0,40 40 16,40-80 31,-40 0-31,40 0-16,0 40 0,0-40 0,-40 0 15,41 40-15,-41-40 0,40 0 16,0 0-16,0-1 0,0 1 0,-40 0 15,40 40-15,0-40 0,0 0 16,1 40-16,-41-40 0,40 40 0,0 0 16,-40 40-1,0 0 1,0 0-16,0 0 0,0 0 16,0 1-16,0-1 15,0 0-15,0 0 0,0 0 16,0 0-1,0 0-15,0 0 0,0 0 16,40-40-16,-40 41 16,40-41-16,0 0 15,0 0-15,0 0 0</inkml:trace>
  <inkml:trace contextRef="#ctx0" brushRef="#br0" timeOffset="93071.38">25520 15841 0,'-40'40'15,"80"-80"-15,-40 80 63,81-40-47,-41 0-16,40 0 0,-40 0 15,40 0-15,-39 0 0,39 0 0,0 0 0,-40 0 16,0 40-16,41-40 15,-41 0-15,0 0 0,0 0 0,0 0 0,-40 40 0,40-40 16,0 0-16</inkml:trace>
  <inkml:trace contextRef="#ctx0" brushRef="#br0" timeOffset="93441.42">25962 15640 0,'0'0'0,"-40"0"0,0 41 16,-1-41-1,1 0 1,40 40 15,0 0-15,0 80 0,-40-80-1,40 0-15,0 81 16,-40-81-16,40 0 0,-40 40 31,40-40-31,0 40 16,40-80-16</inkml:trace>
  <inkml:trace contextRef="#ctx0" brushRef="#br0" timeOffset="93871.32">26604 15681 0,'0'40'16,"0"-80"-16,-40 80 15,40 0 32,0 0-16,0 0-31,-40 0 0,40 0 16,-41 0-16,41 0 0,0 1 16,-40-1-16,40 0 0,0 0 15,-40 0-15,40 0 0,0 0 0,0 0 16,0 0 0</inkml:trace>
  <inkml:trace contextRef="#ctx0" brushRef="#br0" timeOffset="94411.29">27246 15480 0,'-40'0'15,"40"40"1,0 0-16,40 0 16,0 0-1,-40 1-15,40-1 0,-40 0 0,40 0 0,-40 0 16,0 0-16,0 40 0,0-40 16,0 1-16,-80 39 0,40-40 0,0 0 0,0 0 15,-1 40-15,-39-40 16,0 0-16,0 1 0,-1-1 0,-39 0 0,40 0 0</inkml:trace>
</inkml:ink>
</file>

<file path=ppt/ink/ink2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2T07:39:18.197"/>
    </inkml:context>
    <inkml:brush xml:id="br0">
      <inkml:brushProperty name="width" value="0.05292" units="cm"/>
      <inkml:brushProperty name="height" value="0.05292" units="cm"/>
      <inkml:brushProperty name="color" value="#FF0000"/>
    </inkml:brush>
  </inkml:definitions>
  <inkml:trace contextRef="#ctx0" brushRef="#br0">13041 2847 0,'-40'0'0,"80"0"93,0 0-77,0 0 0,0 0-1,1 0-15,-1 0 0,0 0 0,0-40 16,0 40-16,0-40 16,0 0-16,0-1 0,-40 1 0,41 0 15,-41 0-15,40 0 16,-40 0-16,0 0 0,40 0 0,-40 0 0,0 0 15,0-1-15,0 1 0,0 0 0,0 0 0,0 0 16,0 0-16,-40 40 16,40-40-16,0 0 0,-40 0 31,-1 40-15,41 40 46,0 0-46,-40 0-16,40 0 15,0 0-15,-40 40 0,40-40 0,-40 1 0,40-1 16,-40 40-16,40-40 16,-40 0-16,0 40 0,40-40 0,0 0 0,-40 1 15,40 39-15,0-40 0,-41 0 16,41 0-16,0 0 0,-40 0 0,40 41 0,0-41 15,-40 0-15,40 0 0,0 0 0,0 0 16,0 0 0,0-80 46,0 0-62,40 0 0,-40 0 16,40 0-16,1 0 0,-1-41 0,-40 41 0,40 0 15,0 40-15,-40-40 0,40 0 16,0 40-16,0-40 0,0 0 0,1 40 16,-1-40-16,0 40 15,0-41-15,0 41 0,0 0 16,0 0-16,0 0 16,-40 41-1,41-1 1,-41 0-16,0 0 15,0 0-15,0 0 0,40-40 0,-40 40 16,0 0-16,0 0 16,40 1-16,-40-1 0,0 0 15,40-40-15,-40 40 16,40 0-16,0-40 0,0 40 16,0-40-16,1 0 15,-1 0-15,0 0 0,0-40 0,0 40 16,0-40-16,0 0 0</inkml:trace>
  <inkml:trace contextRef="#ctx0" brushRef="#br0" timeOffset="379.97">15128 1965 0,'-40'-41'16,"-1"41"-16,41-40 0,-40 40 31,0 40-15,-40 161-1,0 0 16,-1-1-15,41-160-16,0 121 16,40-121-16,0 0 0,0 40 15,201 40 17,-41-80-17,-120 1-15,1-41 16,39 0-16,0-81 0</inkml:trace>
  <inkml:trace contextRef="#ctx0" brushRef="#br0" timeOffset="929.94">15730 2446 0,'0'-40'15,"0"80"-15,-41-80 0,41-40 16,0 39-16,41 1 16,-1 40-1,0 0 1,0 0-16,40 121 16,-80-81-16,0 0 0,0 0 15,40 40 1,-40-40-16,0 121 15,0-121-15,-40 0 16,0 0-16,40-80 31,40-40-15,0-1-16,-40 41 16,40 0-16,81-160 15,-81 160-15,0 0 0,0 40 16,0-81-1,0 81-15,1-40 16,-1 40-16,0 0 0,-40 40 16,0 0-1,0 41 1,0-41 0,0 120-1,0-120-15,0 81 16,0-81-16,0 0 0,0 0 15,0 0-15,80 40 32,-40-80-32,121 40 0</inkml:trace>
  <inkml:trace contextRef="#ctx0" brushRef="#br0" timeOffset="1279.92">17615 2526 0,'0'0'16,"-40"0"-16,40-40 31,40 40-15,1 0-1,119 0 1,81 0 15,-121 0-15,-39-40-1,-81 0 1</inkml:trace>
  <inkml:trace contextRef="#ctx0" brushRef="#br0" timeOffset="1629.91">18940 2165 0,'0'40'78,"0"0"-62,0 0-16,0 1 15,0-1-15,0 0 0,0 0 0,0 0 16,0 0 0,0 0-16,0 0 0,0 0 0,0 0 15,0 1-15,0-1 16,0 0-16,0 0 0</inkml:trace>
  <inkml:trace contextRef="#ctx0" brushRef="#br0" timeOffset="2059.87">19822 1965 0,'41'0'78,"-1"0"-78,0 0 16,-40 40-16,40-40 0,-40 40 15,40 0-15,-40 0 0,40-40 0,-40 40 0,40 0 16,-40 0-16,0 41 0,0-41 0,0 0 0,40 40 15,-40-40-15,0 0 16,0 40-16,-40-40 0,40 1 0,-80 39 0,40-40 16,0 40-16,-40-40 0,39 0 15,-39 41-15,40-41 0,-40 0 0</inkml:trace>
  <inkml:trace contextRef="#ctx0" brushRef="#br0" timeOffset="3549.78">11356 2606 0,'0'0'0,"-40"0"0,0 0 16,-1 0-16,1-40 16,80 40 46,1 0-46,-1 0-16,0-40 0,0 40 0,40 0 0,-40 0 15,41 0-15,39 0 16,-40 0-16,0 0 0,1 0 0,-1 0 0,40 0 16,-80 0-16,41 0 0,-1 0 15</inkml:trace>
  <inkml:trace contextRef="#ctx0" brushRef="#br0" timeOffset="3889.79">11075 3208 0,'-40'0'16,"80"0"-16,-40 0 47,40 0-47,0-40 15,40 40-15,-39 0 16,39-40-16,0 40 0,0 0 0,41 0 0,-1-40 15,-40 40-15,41 0 0,-41 0 0</inkml:trace>
  <inkml:trace contextRef="#ctx0" brushRef="#br0" timeOffset="5049.69">5176 2727 0,'-80'0'16,"160"0"-16,-200-41 0,80 41 31,0 0-31,40 41 16,0 119-1,0-120-15,0 161 16,0-121-16,0-40 0,80 0 15,-80 0-15,0 0 16,120 0 0,-80-40-16,81-40 15,-81-40-15,0 40 0,0 0 16,-40 0-16,80-121 16,-39 81-1,-41 120 1,40 40-1,0-39-15,80 79 32,-80-80-32,0-40 0,1 40 0,119-80 31,1-161-15,-121-39-1,-80 39 1,-1 161-1,122 40 17,-81 40-32,40-40 0,-40 40 15,40-40-15</inkml:trace>
  <inkml:trace contextRef="#ctx0" brushRef="#br0" timeOffset="5329.67">6942 2526 0,'-40'-40'31,"80"80"-31,-161-40 16,81 40-16,0 0 15,40 40-15,-40 121 16,80-41 15,161 1-15,40-121-1,-201-40-15</inkml:trace>
  <inkml:trace contextRef="#ctx0" brushRef="#br0" timeOffset="5679.65">7423 2526 0,'0'0'16,"0"40"-1,0 40 1,81 121 15,-81-81-15,0-80-16,0 0 15,0-80 1,0 0-16,120-120 31,-80 120-31,121-81 16,-161 81-16,40 40 0,0 0 16,0 0-16,0 0 0,40 80 31,-80-39-31,41 79 15,-41-80-15,0 0 0,0 0 0,0 0 16,-41 0-16,41 1 16,0-1-16</inkml:trace>
  <inkml:trace contextRef="#ctx0" brushRef="#br0" timeOffset="5909.71">8948 2526 0,'-40'-40'16,"80"80"-16,-120-80 15,120 120 1,0-40 0,40 161-1,-120 160 1,-241 0-1,241-321-15</inkml:trace>
  <inkml:trace contextRef="#ctx0" brushRef="#br0" timeOffset="7079.57">3009 5293 0,'0'-40'0,"0"80"0,0-120 0,0 0 16,41 40-16,-41 0 15,40 40-15,0 0 16,-40 40-16,40 0 16,0 0-16,40 201 15,-80-201-15,0 40 0,0-40 16,0 40-16,0-40 0,0 0 16,-40 121-1,0-121-15,0 0 16,40-80-1,0-80-15,0 80 0,160-281 32,-119 281-32,-1-41 0,0 1 0,40 40 0,-40-40 0,121 0 31,-121 40-31,0 40 0,0 0 0,40 0 31,-80 40-31,0 80 16,0-80-16,0 0 0,0 40 0,0-39 0,0-1 0,0 0 15,-40 40-15,40 40 16,0-80-16,0 0 0,40 1 16,81 39-1,-1-40 1</inkml:trace>
  <inkml:trace contextRef="#ctx0" brushRef="#br0" timeOffset="7369.62">4574 5213 0,'0'-40'0,"0"0"31,41 0-15,-41 0-1,200-41 17,-39 81-17,-81 0 1</inkml:trace>
  <inkml:trace contextRef="#ctx0" brushRef="#br0" timeOffset="7569.61">4775 5614 0,'-40'40'15,"80"-80"-15,-80 120 16,80-80-16,-40-40 15,161 0 1,79-80 15,-79 80-31</inkml:trace>
  <inkml:trace contextRef="#ctx0" brushRef="#br0" timeOffset="8299.49">6300 4812 0,'-40'0'15,"0"0"126,-1 0-110,1 40-31,0 0 16,40 0-16,-40-40 15,40 40-15,-40 1 0,0-1 0,40 0 0,-40 0 16,40 0-16,0 0 16,-40-40-16,40 80 0,0-40 0,0 1 0,0-1 15,0 0-15,0 0 16,40-40-16,-40 40 0,40-40 0,0 40 0,0-40 15,0 0-15,0 0 0,0 0 0,1 0 0,-1 0 16,0 0-16,0 0 16,0-40-16,0 0 0,0 0 0,-40 0 15,40 40-15,-40-40 0,0-1 16,0 1-16,0 0 0,0 0 0,0 0 0,-40 0 16,40 0-1,-40 0-15,-40 0 0,40-1 0,0 41 16,0 0-16,40-40 0,-41 40 0,1 0 0,0 0 15,0 0-15,0 0 16,40 40-16,-40-40 16</inkml:trace>
  <inkml:trace contextRef="#ctx0" brushRef="#br0" timeOffset="8569.48">6942 4812 0,'0'40'78,"0"0"-78,40-40 0,-40 40 16,0 0-16</inkml:trace>
  <inkml:trace contextRef="#ctx0" brushRef="#br0" timeOffset="8749.48">7062 5734 0,'0'0'16,"0"41"-16,-40-1 16,40 0-16,0 0 31,0 0-31,0 0 0,-40-40 16,40 40-16,-40 0 15,0 0-15,0 1 0,-1-1 0,1 0 16,0 0-16,0-40 0</inkml:trace>
  <inkml:trace contextRef="#ctx0" brushRef="#br0" timeOffset="9599.44">10112 4692 0,'-40'0'0,"0"-40"16,-1 40-16,1-40 15,0 40-15,0 40 16,0 0-16,40 0 15,0 40 1,0-40-16,0 121 16,40-121-16,-40 0 0,40 0 15,0 0-15,0 0 0,81-40 32,-81 0-32,0 0 0,80-80 15,-79 40-15,79-121 16,-120 121-16,0 0 0,40 40 15,-40-40-15,0 120 32,0 81-17,0-121-15,0 40 16,40-40-16,-40 0 0,121 0 16,-41 0-1,40-200 1,-80 80-1,-40 0-15,0-121 16,0 161-16,0 0 0,0 0 16,0 0-1,-40 0 1,80 40 15</inkml:trace>
  <inkml:trace contextRef="#ctx0" brushRef="#br0" timeOffset="9889.46">11877 4371 0,'0'0'0,"-80"-40"16,-40 40 15,40 160-15,39 41-1,82-41 17,79 1-17,40-41 1,-79-80-1</inkml:trace>
  <inkml:trace contextRef="#ctx0" brushRef="#br0" timeOffset="10209.44">12800 4491 0,'0'-40'16,"0"80"-16,0-40 15,40 40 1,41 41 0,-41 39-1,-80 0 17,-201-120-17,161 0 1,-41-120-1,121 0 1,0 79-16,81 1 16,-1 0-16,-40 40 0,0 0 15,80-40 1,-79 40-16,119 0 0</inkml:trace>
  <inkml:trace contextRef="#ctx0" brushRef="#br0" timeOffset="10459.42">13322 4210 0,'0'0'31,"40"0"-15,0 41 0,81 39-1,-41 80 1,-80-120-16,0 121 15,-40-121-15,40 40 0,-81-40 16,41 40-16,0-40 0,0 41 16,0-41-16,0 40 0,-81 40 31</inkml:trace>
  <inkml:trace contextRef="#ctx0" brushRef="#br0" timeOffset="10739.43">14686 4491 0,'-40'0'16,"80"-40"15,0 40-15,1 0-16,39-40 0,-40 40 0,0 0 16,40 0-16,-40-40 15,41 40-15,-41 0 0,0 0 0,0 0 0,0 0 16,0 0-16</inkml:trace>
  <inkml:trace contextRef="#ctx0" brushRef="#br0" timeOffset="10929.33">15168 4852 0,'-121'40'31,"242"-80"-31,-282 80 0,242-40 15,-41 0-15,160-40 32,-119 40-32,159-40 0</inkml:trace>
  <inkml:trace contextRef="#ctx0" brushRef="#br0" timeOffset="11949.31">16331 4491 0,'0'0'0,"41"0"31,-1 0-15,0 0-16,0 0 16,0-40-16,0 40 0,0-40 0,0 40 15,1-40-15,-1 0 0,-40 0 0,0 0 16,0-1-1,0 1-15,0 0 0,0 0 0,-40 0 16,40 0-16,0 0 16,0 0-1,-41 40-15,41 40 32,0 0-17,-40-40-15,40 40 0,0 0 0,0 0 16,0 0-16,0 0 0,0 1 0,0-1 0,-40 0 15,40 0-15,0 0 16,0 40-16,0-40 0,0 0 0,0 1 0,0-1 16,0 40-16,0-40 0,0 0 15,-40 0-15,40 0 0,0 0 0,0 0 16,0-80 15,40 0-15,-40 0-16,80 0 15,-80 0-15,41 0 0,-1 0 16,-40 0-16,40 0 16,0-1-16,0 41 0,-40-40 0,40 40 15,0 0-15,0 0 16,1-40-16,-1 40 0,0 0 16,0 40-1,-40 0-15,40-40 16,-40 41-16,40-41 0,-40 40 15,0 0 1,40-40-16,-40 40 0,0 0 0,0 0 16,40-40-1,-40 40-15,41-40 0,-1 0 16,0 0 0,0 0-1,0-40-15,0 40 0,0-40 31,0 0-31,-40 0 0,41 0 16,-41 0 0,0-1-1</inkml:trace>
  <inkml:trace contextRef="#ctx0" brushRef="#br0" timeOffset="12659.27">18418 4090 0,'-40'0'16,"40"-40"0,0 0 15,-40 40 47,40 40-78,-40 0 0,0 0 16,-1-40-16,41 40 15,-40 0-15,40 1 0,-40-1 0,40 0 0,-40 0 16,40 0-16,0 0 16,-40 0-16,40 0 0,0 0 0,0 1 0,0 39 15,0-40-15,80-40 0,-80 40 0,40 0 0,0-40 16,1 40-16,-1-40 0,0 40 15,0-40-15,0 0 0,0 0 0,0 40 16,0-40-16,1 0 16</inkml:trace>
  <inkml:trace contextRef="#ctx0" brushRef="#br0" timeOffset="12979.21">19140 4491 0,'-40'0'16,"80"0"-16,-80-40 15,80 40 17,0 0-17,1 0-15,-1 0 16,40 0-16,-40 0 0,0 0 0,0 0 0,0-40 16,1 40-16,-1 0 0,0 0 15,0 0-15,0 0 0,0-40 0</inkml:trace>
  <inkml:trace contextRef="#ctx0" brushRef="#br0" timeOffset="13259.27">20304 4090 0,'-40'-40'31,"40"80"1,0 0-32,0 0 0,0 0 15,0 1-15,0-1 0,0 0 16,0 0-16,0 0 0,0 0 0,0 0 0,0 0 16,40 0-16,-40 1 15,0-1-15,0 0 0,0 0 0,0 0 16,0 0-16,40-40 0</inkml:trace>
  <inkml:trace contextRef="#ctx0" brushRef="#br0" timeOffset="13619.26">20866 3930 0,'0'40'46,"40"0"-30,-40 0-16,40-40 0,-40 40 0,40 0 16,-40 0-16,40 0 0,-40 1 15,40 39-15,-40-40 0,0 0 0,0 40 0,0-40 16,0 0-16,0 41 16,0-41-16,-80 0 0,40 0 0,0 0 0,-40 0 15,-1 0-15,41 0 0,-80 0 0,40 1 0,-41-1 16,41-40-16,-40 40 0</inkml:trace>
  <inkml:trace contextRef="#ctx0" brushRef="#br0" timeOffset="16539.08">3170 7299 0,'0'0'0,"-40"0"15,0 0-15,40-41 47,0 1-16,40 40-31,-40-40 0,40 0 16,-40 0 0,40 40-16,-40-40 15,40 40-15,0 0 31,0 80-15,-40-40 0,0 0-16,41 41 0,-41-41 0,0 0 15,0 40-15,0-40 0,0 40 16,0-40-16,0 1 0,0 39 0,0-40 0,0 0 16,0 0-1,-41 0-15,41 0 0,0-80 31,0-40-15,0 40-16,81 0 0,-81 0 0,40 0 0,-40-41 16,40 41-16,0 0 15,0-40-15,0 40 0,1-40 0,-1 39 0,0 1 16,-40 0-16,40 0 0,0 0 16,0 0-16,0 0 0,0 40 0,1 0 0,-1 0 15,0 0-15,-40 40 16,40-40-1,-40 40-15,0 40 0,0-40 16,0 0-16,0 1 16,0-1-16,0 0 0,-40 0 0,40 0 0,0 0 15,0 0-15,0 0 16,0 0-16,0 1 0,40-1 0,-40 0 16,40 0-1,0-40-15,0 0 16,0 0-16,1 0 0,-1 0 0,-40-40 15,40 40-15,0 0 16,-40-40-16,40 40 0,0 0 0,-40-40 16,40-1-16</inkml:trace>
  <inkml:trace contextRef="#ctx0" brushRef="#br0" timeOffset="16878.97">4655 7339 0,'0'-40'15,"0"-1"1,40 1 15,0 40-31,-40-40 0,40 0 16,0 40-16,0 0 0,-40-40 16,40 40-16,1 0 0,-1 0 0,0 0 0,0 0 15,-40-40-15,40 40 0,0 0 0,0 0 16,0 0-1</inkml:trace>
  <inkml:trace contextRef="#ctx0" brushRef="#br0" timeOffset="17148.96">5096 7579 0,'0'0'0,"-40"0"0,0 0 16,0 0-1,80 0 17,0 0-17,0 0-15,0 0 0,40-40 16,-39 40-16,-1 0 0,0 0 15,0-40-15,40 40 0,-40-40 16</inkml:trace>
  <inkml:trace contextRef="#ctx0" brushRef="#br0" timeOffset="17638.96">6500 6898 0,'0'-41'15,"0"82"-15,-40-82 47,40 82-47,0-1 16,0 0-1,0 0-15,0 0 0,0 0 0,0 0 16,40 0 0,-40 0-16,0 0 0,41 1 0,-41 39 0,40-40 15,-40 0-15,40 0 0,-40 40 0,0-40 0,40 1 16,-40-1-16,0 40 0,0-40 15,40 0-15</inkml:trace>
  <inkml:trace contextRef="#ctx0" brushRef="#br0" timeOffset="18418.97">7785 6857 0,'0'-40'0,"-41"0"15,1 40 16,0 0-31,40 40 32</inkml:trace>
  <inkml:trace contextRef="#ctx0" brushRef="#br0" timeOffset="18628.87">7825 7780 0,'-40'0'16,"80"0"-16,-80 80 16,40-40-16,0 0 15,0 81 1,-41 39 0,-159 41-1,120-161-15</inkml:trace>
  <inkml:trace contextRef="#ctx0" brushRef="#br0" timeOffset="20268.84">10995 6737 0,'-40'0'0,"40"40"47,0 0-32,0 0-15,0 1 0,0-1 16,0 0-16,0 0 0,0 0 16,0 0-16,0 0 0,0 0 0,0 0 0,-41 0 15,41 1-15,0-1 16,0 0-16,0 0 0,0 0 0,41 0 16,39 0-16,-40-40 15,0 0-15,0 0 0,0 0 0,0 0 16,1 0-16,-1 0 0,0-80 0,0 40 15,-40 0-15,40 0 16,-40 0-16,0-1 0,0 1 0,0 0 16,0 80 15,0 0-15,0 1-16,0-1 0,40 0 15,-40 0-15,80-40 0,-39 40 0,-41 0 16,40-40-16,0 0 0,0 0 15,0 0-15,0 0 0,0 0 0,0 0 0,1 0 16,-1-40-16,0 40 16,-40-40-16,40 40 0,-40-40 0,0 0 0,0 0 15,0-1-15,0-39 16,0 40-16,-40 0 0,40 0 0,-40 0 0,40 0 16,-40 0-16,40 0 15,-41 40-15,41-41 0,-40 1 0,0 40 16,40 40 15</inkml:trace>
  <inkml:trace contextRef="#ctx0" brushRef="#br0" timeOffset="20598.82">12921 6617 0,'-121'-40'15,"242"80"-15,-282-80 0,1 40 16,120 0-16,-1 40 0,-39 0 31,80 80-15,-40 41-1,40-81 1,0-40-16,80 120 16,-40-120-16,121 41 15,-121-41-15,281 0 32,-281-40-32,0 0 0,0 0 0</inkml:trace>
  <inkml:trace contextRef="#ctx0" brushRef="#br0" timeOffset="20848.73">13523 6777 0,'0'0'16,"-41"0"-1,41 40 16,0 0-15,0 1-16,41-1 0,-41 0 0,0 0 0,40 0 16,-40 0-16,0 0 15,0 0-15,0 0 0,0 0 0,40 1 0,-40-1 16,0 0-16,40 0 16,-40 0-16,40-40 15</inkml:trace>
  <inkml:trace contextRef="#ctx0" brushRef="#br0" timeOffset="21178.71">14165 6617 0,'0'0'0,"0"40"47,40-40-47,-40 40 16,40 0-16,0 0 0,-40 0 15,80 0-15,-80 1 0,40-1 0,-40 0 0,40 0 16,-40 0-16,41 40 0,-41-40 15,0 0-15,0 41 0,0-41 0,0 0 0,0 0 16,-41 0-16,41 0 16,-80 0-16,40 0 0,0-40 0,0 40 0,0-40 15</inkml:trace>
  <inkml:trace contextRef="#ctx0" brushRef="#br0" timeOffset="21528.69">15930 7178 0,'-40'-40'15,"0"40"-15,40-40 16,120 40 0,161-40 15,-40 40-16,-161 0-15,-40 0 0</inkml:trace>
  <inkml:trace contextRef="#ctx0" brushRef="#br0" timeOffset="21748.75">16733 7579 0,'-121'0'16,"242"0"-16,-282 0 16,201 0-16,41-40 31,159 0-15,1 40-1,-40 0 1</inkml:trace>
  <inkml:trace contextRef="#ctx0" brushRef="#br0" timeOffset="22718.71">18217 7178 0,'-40'0'0,"80"0"0,-40-40 31,81 0-15,-1-40 0,0-81-1,-80 1 16,-80 40-15,40 80 0,40 80 15,-40 40-15,-41 80-1,1 41 1,0 39 15,80-119-15,0-41-1,40-80 48,-40-40-63,40 40 15,-40-40-15,80 0 0,-39 0 0,-1 40 16,0-41-16,0 41 16,0-40-16,0 40 0,0 0 0,0-40 0,1 40 15,-1 0-15,0 0 16,0 0-16,-40 40 0,40-40 16,-40 40-16,0 1 0,40-41 15,-40 40-15,0 0 16,40 0-16,-40 0 0,0 0 0,40-40 15,-40 40-15,0 0 16,41-40-16,-41 40 16,40-40 15,-40 41-31,40-41 16,0 0-16,0 0 0,0 0 15,0 0-15,0 0 0,1 0 0,-1 0 16,0 0-16,-40-41 0,40 41 15,-40-40-15,0 0 16,40 40 0,-40-40-16,0 0 0,0 0 15,0 0 1</inkml:trace>
  <inkml:trace contextRef="#ctx0" brushRef="#br0" timeOffset="23198.62">20424 6737 0,'0'0'15,"0"-40"17,-40 40-17,0 80 17,0-40-32,40 0 15,-40 1-15,40-1 0,-40 0 0,40 40 0,0-40 16,0 0-16,0 40 0,-40-40 15,40 41-15,0-41 0,0 0 0,0 0 0,0 40 16,0-40-16,40 0 16,-40 1-16,40-1 0,0 0 0,0 0 15,0-40-15,0 0 16,-40 40-16,40-40 0,1 0 0</inkml:trace>
  <inkml:trace contextRef="#ctx0" brushRef="#br0" timeOffset="24108.62">21789 6777 0,'-41'0'125,"1"0"-47,0 0-78,0 0 0,0 0 16,0 40-16,0-40 16,0 40-16,40 1 0,-41-1 0,1 0 15,0-40-15,40 40 0,-40 0 0,40 0 0,0 0 16,0 0-16,0 0 15,40 0-15,0 1 0,-40-1 16,81-40-16,-81 40 16,40-40-16,0 0 0,-40 40 0,40-40 0,0 0 0,-40 40 15,40-40-15,0 0 16,0 0-16,1 0 0,-1 0 0,0 0 16,-40-40-16,40 40 0,-40-40 0,0 0 15,0 0-15,0-1 0,0 1 16,0 0-16,0 0 0,0 0 0,0 0 15,0 0-15,0 0 16,0 0-16,-40 40 0,40-40 0,0-1 0,0 1 16,-40 40-1,40-40-15,-40 40 0,-1 0 32,41 40-17,0 0-15</inkml:trace>
  <inkml:trace contextRef="#ctx0" brushRef="#br0" timeOffset="24408.59">22391 6697 0,'0'0'15,"0"40"1,40-40 0,0 80-16,-40-40 0,40 41 15,-40-1-15,0-40 0,0 160 16,-321 202-1,-121-122 1</inkml:trace>
  <inkml:trace contextRef="#ctx0" brushRef="#br0" timeOffset="29428.28">17054 5374 0,'0'-41'0,"-40"41"0,-1 0 15,41-40 1,-40 40 109,40-40-94,-40 40-31,0 0 31,0 0-31,-40 0 47,40 0-15,80 0 218,0 0-250,0 0 15,0 0 1,-40 40-16,40-40 0,0 0 15,0 0 1,1 0 15,-1 0-15,0 0 0,0 0-1,0 0-15,0 0 16,0 0-1,0 0-15,1 0 0,-1 0 0,0 0 16,0 0 0,-40 40-16,40-40 15,0 0 1,0 41 0,0-41-16,-40 40 0,41-40 0,-1 0 15,0 0 1,0 0-16,0 0 15,0 0 1,0 0 15,0 0-31,1 0 16,-1 0-16,0 0 16,0 0-16,0 0 0,0 0 0,0 0 0,1 0 15,-1 0-15,0 0 0,0 0 0,0 0 0,0 0 16,0 0-1,0 0-15,1 0 16,-1 0 0,-40-40 15,40 40 16,0 0-32,0 0 1,0 0-16,0 0 0,0 0 16,1 0-1,-1 0-15,0 0 32,0 0-32,0 0 15,0 0-15,0 0 0,0 0 0,1 0 0,-1 0 16,0 0-16,0 0 15,0 0-15,0 0 0,0 0 0,0 0 0,1 0 16,-1 0-16,0 0 16,0 0-16,0 0 15,0 0 1,0 0 0,0 0 15,1 0-31,-1 0 15,0 0-15,0 0 16,0 0-16,0 0 0,0 0 0,-40 40 16,40-40-16,1 0 0,-1 0 15,0 0-15,0 0 0,0 0 0,40 0 0,-40 40 16,41-40-16,-1 0 0,0 0 16,-40 0-16,41 0 0,-1 0 0,0 0 0,0 0 15,-40 40-15,41-40 0,-1 0 0,0 0 0,-40 0 16,41 0-16,-41 0 15,0 0-15,0 0 0,0 0 0,-80 0 32,-40 0-17</inkml:trace>
  <inkml:trace contextRef="#ctx0" brushRef="#br0" timeOffset="31908.2">13121 5574 0,'40'0'16,"-40"-40"0,0 0 31,-40 40 62,0 0-47,0 0-62,0 0 0,0 0 16,0 40-16,0-40 0,-1 0 16,1 0-16,0 0 0,0 0 15,0 0-15,0 0 16,0 0-16,0 40 0,-1-40 0,1 0 16,0 0-16,0 0 15,0 0 1,0 0 15,0 0-31,0 0 16,-1 0-16,1 0 15,0 0-15,0 0 0,0 0 0,0 0 16,0 0-16,0 0 16,-1 0-16,1 0 0,0 0 0,0 0 15,40 40-15,-40-40 0,0 0 16,0 0 31,0 0-32,-1 0-15,1 0 16,40 40-16,-40-40 0,0 0 0,0 0 0,0 0 16,40 40-16,-40-40 0,0 0 0,-1 0 15,1 0 1,0 0 31,0 0-32,0 0-15,0 0 16,0 0-16,0 0 0,-1 0 16,1 0-16,0 0 31,40 40-31,-40-40 31,0 0 0,0 0 63,0 0-63,40-40-31,40 40 110</inkml:trace>
  <inkml:trace contextRef="#ctx0" brushRef="#br0" timeOffset="41217.56">11276 8221 0,'0'-40'32,"-41"40"77,41 40-109,41-40 547,-1 0-531,0 0-1,0 0-15,0 0 31,0 0-15,0 0 0,0 0-1,1 0 1,-1 0-16,0 0 16,0 0-16,0 0 15,0 0 1,0 0-16,0 0 15,1 0 1,-1 0 0,0 0-16,0 0 15,0 0-15,0 0 0,0 0 0,0 0 16,1 0-16,-1 0 0,0 0 0,0 0 16,0 0-1,0 0-15,0 0 16,0 0 62,1 0-62,39 0 46,-40 0-31,0 0-31,-40 40 16,40-40-16,0 0 0,0 0 0,1 0 0,-1 0 16,0 0-16,0 0 0,0 0 15,0 0-15,0 0 0,0 0 0,1 0 16,-1 0-1,0 0 1,0 40 31,0-40-16,0 0-15,0 0-16,0 0 0,1 0 0,-1 0 15,0 0-15,-40 40 16,40-40-16,0 0 0,0 0 0,0 0 16,0 40-1,1-40 17,-1 0-17,0 0-15,0 0 16,0 0-16,0 0 15,0 0-15,41 0 0,-41 0 0,0 0 0,0 0 16,0 0 0,0 0-16,0 0 0,0 0 15,-80 0 188,0 0-187,0 0 0,0 0 15,0 0-15</inkml:trace>
  <inkml:trace contextRef="#ctx0" brushRef="#br0" timeOffset="44137.46">18619 8582 0,'0'-40'0,"0"0"16,-40 40 77,40 40-30,0 0-47,40-40 30,0 0-30,0 0-16,0 0 0,0 0 0,0 0 0,-40-40 16,40 40-16,1 0 15,-1-40-15,0 40 0,0 0 0,0 0 0,0 0 16,40 0-16,-39 0 0,-1 0 0,0 0 0,0 0 16,40 0-16,-40 0 0,0 0 15,41 0-15,-41 0 0,0 0 0,0 0 0,0 0 16,0 0-16,41 0 15,-41 0-15,0 0 0,0 0 0,0 0 0,40 0 16,-40 0-16,1 0 0,-1 0 16,0 0-16,0 0 0,0 0 0,0 0 0,0 0 15,0 0-15,1 0 0,-1 0 0,0 0 16,0 0 0,0 0-16,0 0 0,0 0 0,0 0 15,1 0-15,-1 0 0,0 0 16,0-40-16,0 40 0,0 0 0,0 0 0,0 0 15,1 0 1,-1 0-16,0 0 0,0 0 0,0 0 0,0 0 16,0 0-16,0 0 0,1-40 15,-1 40-15,0 0 16,0 0-16,0 0 0,0 0 16,0 0-1,0 0-15,1 0 16,-1 0-1,0 0-15,0-41 0,0 41 0,0 0 16,0 0-16,1 0 16,-1 0-16,0-40 0,0 40 0,0 0 0,0 0 15,0 0-15,0 0 0,1 0 0,-1 0 16,0 0 0,-80 0 109,0 0-110,-1 0-15,1 0 16,0 0-1,0 0-15</inkml:trace>
  <inkml:trace contextRef="#ctx0" brushRef="#br0" timeOffset="50896.97">13282 11590 0,'-40'0'16,"0"0"-16,40-40 31,40 40 0,0 0 94,0-40-109,0 40-16,0 0 0,0 0 16,0-40-16,1-1 15,-41 1-15,40 40 0,-40-40 0,0 0 16,40 0-16,-40 0 0,0 0 16,0 0-1,0 0-15,0-1 0,-40 1 0,40 0 16,0 0-16,-40 0 15,40 0-15,0 80 110,0 0-110,0 0 0,0 0 15,0 0-15,0 1 0,0-1 16,0 40-16,0-40 0,40 0 0,-40 0 16,0 40-16,0-39 15,0-1-15,0 40 0,0-40 0,0 40 0,0-40 16,0 40-16,0-39 0,0-1 0,0 0 0,0 0 16,0 0-16,-40-40 0,40 40 15,0 0-15,0 0 0,0-80 63,40 40-63,-40-40 0,40 0 0,-40 0 0,0 0 15,40 0-15,-40 0 0,0-1 0,40 1 0,-40 0 16,40 0-16,0 0 16,-40 0-16,40 0 0,1 0 15,-1 0-15,0 40 16,0 0-16,0 0 0,0 0 15,0 40 1,-40 0-16,40-40 0,-40 40 0,41-40 16,-41 40-16,0 0 0,40-40 15,-40 40-15,0 0 0,0 0 16,0 1-16,40-41 0,-40 40 0,0 0 16,0 0-1,0 0-15,40-40 16,0 40-1,0-40-15,0 0 16</inkml:trace>
  <inkml:trace contextRef="#ctx0" brushRef="#br0" timeOffset="51257.01">15649 10868 0,'-40'-40'16,"80"80"-16,-200-120 15,120 80 1,0 40-1,-1 0-15,-39 201 32,0-1-17,80 1 1,120-41 0,1-79 15,-1-121-31</inkml:trace>
  <inkml:trace contextRef="#ctx0" brushRef="#br0" timeOffset="51726.91">16010 11309 0,'0'-80'0,"0"160"0,0-240 32,41 120-32,-1 40 15,40 160 1,-40 81 0,-40-81 15,0-80-16,0-120 1,80-80 15,41-41-15,-1 41 0,-40 120-1,-80 80 16,40 81-15,-40-1 0,0-80-1,0-40 17</inkml:trace>
  <inkml:trace contextRef="#ctx0" brushRef="#br0" timeOffset="51936.97">17375 10708 0,'-40'0'32,"80"0"-32,-80 40 0,-1 0 15,41 0-15</inkml:trace>
  <inkml:trace contextRef="#ctx0" brushRef="#br0" timeOffset="52296.88">17335 10708 0,'0'0'0,"0"40"78,0 0-78,0 0 15,0 0-15,0 0 0,0 0 0,0 0 0,40 0 16,-40 41-16,0-41 16,0 0-16,0 0 0,0 0 0,40 40 0,-40-40 15,0 0-15,0 1 0,0-1 16,0 0-16,-40 0 0,40 0 0,-81 0 0,81 0 15,-40 0-15,0-40 16,0 40-16,0 0 0,-40-40 0,40 41 0,-1-1 16,1-40-16,0 40 0,0-40 0</inkml:trace>
  <inkml:trace contextRef="#ctx0" brushRef="#br0" timeOffset="52666.95">18940 11429 0,'-81'0'0,"41"0"15,40-40-15,-40 40 16,40-40-16,40 0 16,241-80-1,80 40 16,-80-1-15,-201 81 0</inkml:trace>
  <inkml:trace contextRef="#ctx0" brushRef="#br0" timeOffset="52866.87">19542 11670 0,'-41'0'0,"82"0"0,-122 40 0,41-40 31,80-40-15,0 40-16,1 0 0,39-40 0,-40 40 0,40 0 16,-40 0-16,41-40 15,-41 0-15,40 40 0,-40 0 0,40-40 0,-40 0 16</inkml:trace>
  <inkml:trace contextRef="#ctx0" brushRef="#br0" timeOffset="54066.85">23153 10186 0,'-40'0'16,"40"-40"-16,-40 0 0,0 40 15,-1 40 1,1 40 0,0-40-16,0 0 0,0 1 0,40 39 15,-40-40-15,0 0 0,40 40 16,-40-40-16,40 41 0,0-41 0,0 0 0,-41 0 15,41 40-15,0-40 16,0 0-16,0 0 0,0 0 0,0 1 0,0-1 16,0 0-16,0 0 0,0 0 15,-40-40 1,0-40 0,0 40-1,40-40-15,-40 40 0,40-80 0,0 39 16,0 1-16,0 0 0,40 0 15,0 0-15,40 40 0,-39 0 16,-1 0 0,-40 40-16,40 0 0,-40 0 0,40 0 0,-40 1 15,40 39-15,-40-40 0,0 40 0,0-40 0,0 0 16,0 41-16,0-41 0,0 0 16,0 0-16,0 0 0,0 0 0,0 0 0,0 0 15,0 0 1,0 0-16,80-40 0,-40 0 15,1 0 1,-1 0-16,0 0 0,0 0 0,-40 41 0,40-41 16,0 0-16,0 0 0,0 0 0,1 0 15,-1 0 1</inkml:trace>
  <inkml:trace contextRef="#ctx0" brushRef="#br0" timeOffset="54496.81">24918 10547 0,'0'-40'31,"0"80"-31,-40-120 16,0 80-16,0 0 15,0 80-15,-40 0 16,40-40-16,-1 1 0,-39 79 31,40-80-31,-40 40 0,80-40 0,-80 81 31,80-81-31,200-80 32,201-121-17,-200 161-15,-161 0 0,201-40 32,-161 40-32,-40 0 0,1 0 0,-1 0 0,0 0 15,0 0-15,0 0 0</inkml:trace>
  <inkml:trace contextRef="#ctx0" brushRef="#br0" timeOffset="54756.8">25159 10507 0,'0'0'0,"-40"0"16,-40-40-1,80 80 17,-40 161-17,-41 79 1,41 41 0,40-40 15,0-241-31</inkml:trace>
  <inkml:trace contextRef="#ctx0" brushRef="#br0" timeOffset="55116.7">26283 11470 0,'-40'40'16,"40"0"0,0 0-16,-40-40 15,40 80-15,0-40 16,-41-40-16,41 40 0,0 0 0,-40-40 0,0 40 16,40 1-16,-40-41 0,0 40 15,0-40-15,-40 0 0,39 40 0,1-40 0,0 0 16</inkml:trace>
  <inkml:trace contextRef="#ctx0" brushRef="#br0" timeOffset="55776.68">27487 10667 0,'-41'-80'15,"82"160"-15,-82-200 0,41 80 0,41 0 32,-1 40-17,120 0 1,1 80 15,-81 40-15,-241 81-1,81-81 1,40-80-16,-80 81 16,120-81-16,0 0 0,0 0 15,120-40 16,-80 0-31,161 0 16,-161 0-16,0 40 0,40 0 16,-40-40-16,-40 121 15,-40-81-15,-40 0 0,-40 0 32,39 0-32,-199 40 15,159-80-15,1 40 16,80-40-1,40-40 1</inkml:trace>
  <inkml:trace contextRef="#ctx0" brushRef="#br0" timeOffset="56156.65">28771 11790 0,'0'0'16,"40"0"-16,-40 40 47,0 1-47,0-1 0,-40-40 16,40 40-16,0 0 0,0 0 15,0 0-15,-41 0 0,41 0 16,-40 0-1,0 1-15,0-1 16,0-40-16,40 40 16</inkml:trace>
  <inkml:trace contextRef="#ctx0" brushRef="#br0" timeOffset="56866.6">30215 10988 0,'0'0'0,"-40"0"0,40-40 31,40 40 0,0 0-31,0 0 16,1 0-1,-1 0-15,0 0 0,0 0 0,0 0 16,0 0-16,0 0 16,-40 40-16,40-40 0,1 80 0,-41-39 0,0-1 0,40 0 15,-40 0-15,0 0 0,0 0 0,0 0 0,0 0 16,0 0-16,-40 1 16,-1-1-16,41 0 0,-80-40 0,40 40 15,-40 0 1,40-40-16,0 40 0,-1-40 0,1 0 15,80-40 17,41 40-17,-1 0 1,-40 0-16,0 0 0,0 0 16,0 0-16,1 0 0,-1 40 15,0-40-15,0 0 0,0 0 0,0 0 16,0 0-16,0 0 0</inkml:trace>
  <inkml:trace contextRef="#ctx0" brushRef="#br0" timeOffset="57206.67">31579 11630 0,'0'40'16,"0"0"15,0 0-16,0 0-15,0 0 16,0 1 0,-40-1-16,0 0 0,0-40 15,40 40-15,-40 0 0,0-40 0,-40 40 0,39-40 16,1 0-16,40 40 16,-40-40-16</inkml:trace>
  <inkml:trace contextRef="#ctx0" brushRef="#br0" timeOffset="57696.56">32382 10908 0,'0'0'0,"-40"0"16,0 0-1,40 40-15,0 0 16,0 40-16,0 41 15,0 79 17,-81 1-17,1-1-15</inkml:trace>
  <inkml:trace contextRef="#ctx0" brushRef="#br0" timeOffset="58356.53">33024 10547 0,'-40'0'31,"80"0"-31,-40 0 31,80 0-31,-40 0 0,1 0 0,-1 40 16,0-40-16,0 40 0,0-40 0,0 40 0,0-40 15,-40 41-15,40-1 16,-40 0-16,0 0 0,-80 40 16,80-40-16,-40 0 15,40 0-15,-40 0 0,40 1 0,-80-1 0,80 0 16,0 0-16,0 0 15,0 0-15,0 0 0,0 0 0,0 0 16,40-40-16,0 41 16,0-41-16,0 0 15,0 0-15,0 0 0,-40-41 0,0 1 16,0 0 0,0 0-16,0 80 31,-40 0-16,40 0-15,-40 1 16,0-1-16,40 0 0,-40 0 0,0 0 0,0 0 16,0 0-16,-1 40 0,1-40 0,0 1 0,0 39 15,-40-40-15,40 0 0,-41 0 16,41 40-16,-40-40 0,0 1 0,40-1 0,-41 0 16,41 0-16,-40 0 15,40 0-15,0-40 0,0 0 0</inkml:trace>
  <inkml:trace contextRef="#ctx0" brushRef="#br0" timeOffset="60326.39">25119 8622 0,'0'0'0,"0"-40"32,0 0-17,40 40 32,-40 40-47,-40-40 63,0 0-32,0 40-31,0-40 0,0 40 16,-1-40-1,1 40-15,40 0 0,-40-40 16,40 40-16,0 1 15,0-1-15,0 0 0,0 0 0,0 0 16,40 0-16,0 0 16,1-40-16,-1 40 0,0-40 15,0 0-15,0 0 0,0 0 0,0 0 16,0-40-16,1 0 16,-1 0-16,-40 0 0,0 0 0,0 0 15,0 0-15,0-1 16,0 1-16,0 0 0,0 0 15,-40 0-15,40 0 16,-41 40-16,1-40 0,0 40 16,0 0-16,0 0 0,0-40 0,0 40 15,0 0 1</inkml:trace>
  <inkml:trace contextRef="#ctx0" brushRef="#br0" timeOffset="60926.35">27727 8462 0,'-40'0'16,"40"-40"15,40 40-15,-40 40 15,0 0-15,-40 0-1,40 0-15,0 0 0,-40 0 0,40 0 0,0 0 0,0 0 16,0 1-16,0-1 16,0 0-16,0 0 0,0 0 0,0 0 0,0 0 15,0 0-15</inkml:trace>
  <inkml:trace contextRef="#ctx0" brushRef="#br0" timeOffset="61746.38">29613 8823 0,'40'-41'16,"-40"1"-16,81 40 31,79 0-15,-39 0-1,-41 121 1,-80 79 15,-40-79-31,-41-81 0,-39 80 31,80-80-31,0 0 0,-81 40 16,81-40 0,201-80-1,-121 40-15,161-80 32,-121 80-32,-40 0 0,161-40 15,-161 40-15,120-40 16,-120 40-16</inkml:trace>
  <inkml:trace contextRef="#ctx0" brushRef="#br0" timeOffset="62576.25">32101 8662 0,'-40'0'0,"80"0"0,-40 0 47,40 0-47,0 0 16,0 0-16,1 0 0,-1 0 0,0 0 15,0 0 1,0 0-16,-40 40 0,40-40 16,-40 40-16,0 0 15,0 1 1,-40-1-16,40 0 0,-40-40 0,40 40 0,-40 0 16,0 0-16,40 0 15,-40-40-15,-1 40 0,1 0 0,40 1 16,-40-41-16,0 0 0,40 40 15,40-40 17,-40-40-17,40 40-15,0 0 0,-40 40 16,41-40 0,-41 40-16,40-40 0,-40 80 0,40-80 0,-40 40 0,0 0 15,0 0-15,40 0 16,-40 0-16,0 1 0,-40-1 15,40 0-15,-80-40 0,39 0 16,1 40-16,0-40 0,0 40 0,-40-40 0,0 0 16,-1 0-16,1 0 0,0 40 0,0-40 0,-1 0 15,-39 0-15,40 0 16,-1-40-16,1 40 0</inkml:trace>
  <inkml:trace contextRef="#ctx0" brushRef="#br0" timeOffset="64736.21">10393 13996 0,'0'0'0,"-40"0"0,80 0 78,0 0-47,0 0-31,0 0 0,0 0 16,0 0-16,0 0 0,1 0 0,-1-40 16,0 40-16,0-40 15,0 0-15,0 0 0,0 0 16,-40 0-16,41-1 16,-41 1-16,0 0 15,0 0 1,0 0-16,-41 40 0,41-40 0,0 0 15,-40 0-15,40 0 16,0-1-16,-40 41 16,40 41 15,0-1-15,0 0-16,0 0 15,0 0-15,0 0 0,0 0 0,0 40 0,0-39 16,0-1-16,0 0 15,0 40-15,0-40 0,0 0 0,0 0 0,0 0 16,0 0-16,0 1 0,0-1 0,0 0 0,0 0 16,0 0-16,-40 0 0,40 0 15,0 0-15,0 0 0,-40-40 16,40 41 0,0-82 15,0 1-31,40 40 0,-40-40 0,0 0 15,0 0-15,40 0 16,-40 0-16,40 0 0,-40 0 16,40 40-16,-40-41 0,41 41 0,-1-40 15,0 40-15,0 0 16,0 0-16,0 0 0,0 0 16,0 0-1,1 40-15,-41 1 16,0-1-1,0 0-15,0 0 16,-41 0-16,41 0 16,0 0-1,0 0-15,41-40 0,-41 40 0,40-40 16,-40 41-16,40-41 0,0 0 16,0 40-16,0-40 0,0 0 0,0 0 15,1 0-15,-1-40 16,0 40-16</inkml:trace>
  <inkml:trace contextRef="#ctx0" brushRef="#br0" timeOffset="65126.18">12479 13194 0,'-40'-40'15,"80"80"-15,-120-80 32,80 120-32,-40-80 0,0 80 15,-40 121 1,80-121-1,0-40-15,-81 121 16,81-121-16,0 0 16,0 40-16,0-40 0,40 80 31,1-79-31,39-1 0,-40 0 16,-40 0-16,80 40 15</inkml:trace>
  <inkml:trace contextRef="#ctx0" brushRef="#br0" timeOffset="65706.14">12921 13756 0,'-40'-81'16,"40"41"-16,0 0 15,40 0 1,0 40 0,40 0-1,40 120 16,-79 41-15,-41-1 0,-121-40-1,81-79 17,40-82-17,80-79 1,81-40 15,-1 39-15,-39 41-1,-81 80 1,-40 40 0,0 81-1,0-81-15,-40 80 31,40-80-31,0 0 0,0 0 0,-40 41 16,40-1 0,-41 0-1</inkml:trace>
  <inkml:trace contextRef="#ctx0" brushRef="#br0" timeOffset="65986.12">14325 13956 0,'0'0'16,"40"0"15,0-40-31,41 40 16,39 0-1,-40 0 1,81-40 0,-121 40-16,0-40 0</inkml:trace>
  <inkml:trace contextRef="#ctx0" brushRef="#br0" timeOffset="66336.03">15489 13555 0,'-40'0'16,"80"0"-16,-120 0 15,80 40 48,40 0-63,-40 0 0,0 0 15,0 1-15,0-1 16,0 0-16,0 0 0,0 0 0,0 0 0,0 0 16,0 0-16,0 0 0,0 0 15,0 1 1,0-1 0</inkml:trace>
  <inkml:trace contextRef="#ctx0" brushRef="#br0" timeOffset="66906">16051 13274 0,'0'0'16,"0"-40"0,0 80 46,0 0-62,0 0 16,0 1-16,40-41 0,-40 40 15,40 0-15,-40 0 0,40 0 16,-40 0-16,40 0 0,-40 40 0,0-39 0,0-1 16,0 40-16,0-40 15,0 40-15,-40-40 0,40 40 0,-80-39 0,40 39 16,-1-40-16,1 40 0,0-40 15,0 0-15,40 0 0,-40 1 0,0-1 0,0-40 16,0 40-16</inkml:trace>
  <inkml:trace contextRef="#ctx0" brushRef="#br0" timeOffset="67425.95">17214 13715 0,'0'0'15,"-40"0"-15,40-40 16,-40 40-16,40-40 0,0 0 0,80 40 16,-40 0-16,0-40 0,1 40 15,-1 0-15,40-40 0,-40 40 0,40 0 0,-40 0 16,1-40-16,39 40 15,-40 0-15,0 0 0,0 0 0,0 0 0,0 0 16,1 0-16,-1 0 0,0 0 0,0 0 16,0 0-1</inkml:trace>
  <inkml:trace contextRef="#ctx0" brushRef="#br0" timeOffset="67665.95">17776 14076 0,'-80'0'15,"160"0"-15,-200 40 16,79-40-16,1 0 0,80 0 31,41 0-15,-41 0-16,0 0 15,40 0-15,-40 0 0,0 0 0,1 0 0,-1 0 16,0 0-16,0 0 0,0 0 0,0 0 0</inkml:trace>
  <inkml:trace contextRef="#ctx0" brushRef="#br0" timeOffset="69575.84">22070 12873 0,'-41'-40'31,"82"80"-31,-82-40 172,41 40-125,0-80 31,0 0-62,0 0 15,-40 40 32,40 40-63,-40-40 0,0 0 31,0 0-15,0 0-1,0 0-15,-1 40 0,1-40 16,-40 0-16,40 40 15,0-40-15,-40 40 0,39 1 0,1-41 0,-40 40 16,40 0-16,0-40 0,0 40 0,0 0 16,-1 0-16,41 0 15,-40-40-15,40 40 0,0 0 0,-40 0 16,40 1 0,0-1-16,-40-40 0,40 40 0,0 0 0,0 0 15,0 0-15,0 0 16,0 0-16,0 0 0,40 1 15,-40-1 1,40-40-16,-40 40 0,40 0 0,-40 0 16,0 0-16,0 0 0,0 0 0,0 0 15,0 0-15,-40 1 16,40-1-16,-80-40 0,40 40 0,0-40 16,0 0-16,-41 40 15,41-40-15,-40 0 0,40 0 0,0 0 0,0 0 16,0 40-16,-1-40 0,1 0 15,40-40-15,0 0 16,0 0-16,40 40 0,-40-40 16,41 40-16,-1-41 15,0 41-15,0 0 16,0 0 0,-40 41-16,40-41 0,-40 40 15,0 0 1,0 0-16,0 0 0,0 0 0,0 0 15,0 0-15,0 0 16,0 1-16,-40-1 0,40 0 0,0 0 0,-40 0 16,40 0-16,0 0 0,0 0 0,0 0 15,0 0 1,0 1-16,0-1 0,0 0 16,0 0-16,40 0 15,-40 0-15,0 0 16,40-40-1,-40 40-15,40-40 0,-40 40 0,40-40 0,1 41 16,-1-41-16,0 40 16,0-40-1,0 40-15,0-40 32,0 0-32,-40-40 62,0 0-31,0-1-15</inkml:trace>
  <inkml:trace contextRef="#ctx0" brushRef="#br0" timeOffset="79255.34">23875 13675 0,'-40'0'109,"0"0"-93,40-40-1,-40 40-15,0 0 453,0 0-437,-1 0 15,1 0-15,0 0 0,0 0-1,0 0 16,0 0-15,0 0 0,40 40-1,-40-40-15,40 40 16,0 1 15,-41-41-31,41 40 16,0 0-1,-40-40 1,40 40 15,-40-40-15,40 40-16,-40-40 16,40 40-16,0 0 0,0 0 15,0 0 1,0 0 62,0 1-62,0-1-16,0 0 15,40-40-15,-40 40 16,40-40-16,0 0 31,1 0-15,-1 0-1,0 0 17,0 0-32,0 0 15,0 0 1,-40-40-16,40 40 15,-40-40 1,40 40 0,1 0 15,-1 0 0,0 0-31,-40-40 0,40 40 16,-40-41-1,40 41 64,-40-40-64,0 0 1,40 40-1,-40-40-15,0 0 32,40 0-17,-40 0 79,0 0-94,0 0 31,0 0 1,-40 40-17,40-41-15,-40 41 141,40-40-126,-40 40-15,40-40 0,-40 40 16,0 0 15,0 0 32,-1 0-63,1 0 15,0 0-15</inkml:trace>
  <inkml:trace contextRef="#ctx0" brushRef="#br0" timeOffset="80685.28">9430 14237 0,'0'-40'15,"40"40"17,-40-40-32,40 40 15,-40-41 1,40 1 15,0 40 0,0 0-31,0 0 16,1 0-16,-1 40 0,0-40 16,0 0-16,0 0 15,0 0-15</inkml:trace>
  <inkml:trace contextRef="#ctx0" brushRef="#br0" timeOffset="80955.28">9550 14518 0,'0'0'0,"-80"40"15,120-40 16,80-81-15,121-39 0,0 0-1,-121 120 17</inkml:trace>
  <inkml:trace contextRef="#ctx0" brushRef="#br0" timeOffset="82515.19">4976 14157 0,'-40'0'31,"-1"0"0,1 0 16,40 40-47,-40-40 16,0 0-1,40 40-15,-40 0 0,0 0 16,40 0 0,0 0-1,0 0 1,40 0-16,0 1 15,-40-1-15,0 0 0,40-40 16,-40 40-16,0 0 16,40-40-16,-40 40 0,0 0 0,0 0 0,40 0 15,-40 0-15,0 1 16,41-41-16,-41 40 0,40-40 31,-40-40-15,0-1-1,40 1-15,-40 0 0,40 0 16,-40 0-16,40 0 16,-40 0-1,40 40-15,-40-40 32,40 80 14,0-40-30,1 0 0,-41 40-16,40-40 0,0 0 0,0 0 15,0 0 1,0-40-16,0 40 16,0 0-1,-40-40-15,0 0 0,0 0 16,41-1-1,-41 1-15,0 0 0,0 0 16,0 0-16,0 0 16,0 0-16,0 0 15,0 0 17,0-1-32,-41 41 15,41-40 1</inkml:trace>
  <inkml:trace contextRef="#ctx0" brushRef="#br0" timeOffset="83085.15">6220 13756 0,'0'-41'16,"-41"41"46,1 0-46,40 41-16,-40-41 15,40 40-15,-40-40 0,40 40 0,-40-40 16,40 40-16,-40 0 16,40 0-16,-40 0 0,40 0 15,0 0-15,0 0 0,0 1 16,40-1-16,-40 0 15,40-40-15,0 40 0,0-40 16,-40 40-16,40-40 16,0 0-16,1 0 0,-41 40 0,40-40 15,0 0 1,0 0 0</inkml:trace>
  <inkml:trace contextRef="#ctx0" brushRef="#br0" timeOffset="83725.03">6581 13876 0,'0'0'0,"-40"0"0,40-40 31,40 40 0,0 0-15,0 0-16,-40 40 0,40-40 16,-40 40-16,40 0 15,-40 0-15,0 0 0,0 0 0,0 0 16,0 1-16,0-1 16,-40 0-16,40 0 0,-40 0 15,40-80 16,40 40-31,-40-80 0,40 40 16,-40-1 0,40 1-16,-40 0 0,0 0 0,40 40 15,-40-40-15,0 0 16,41 40 15,-41 40 0,40-40-31,-40 40 0,0 0 16,40 0-16,-40 0 0,0 1 16,0-1-1,0 0-15,0 0 0,40-40 0,-40 40 16,0 0-16,40-40 16,-40 40-16</inkml:trace>
  <inkml:trace contextRef="#ctx0" brushRef="#br0" timeOffset="84474.98">7223 13635 0,'40'-40'32,"0"40"-32,-40-40 31,40 40-15,-40 40-1,40-40-15,-40 40 16,40 0-16,-40 0 0,41-40 15,-41 41-15,40-1 16,-40 0-16,0 0 0,0 0 16,0 0-16,0 0 0,0 0 15,0 0-15,-40 0 0,40 41 0,-41-41 0,41 0 16,-40 40-16,40-40 16,-40 0-16,0 41 0,0-41 0,40 40 0,-40-40 15</inkml:trace>
  <inkml:trace contextRef="#ctx0" brushRef="#br0" timeOffset="86254.98">24156 14317 0,'0'0'0,"40"-40"31,0 40-15,0-40 0,-40 80 124,0 0-140,0 0 16,0 0-16,-40-40 16,40 40-16,0 0 0,-40-40 0,40 41 15,-40-41-15,40 40 16,-40-40-16,0 40 0,0-40 0,0 40 0,-41-40 15</inkml:trace>
  <inkml:trace contextRef="#ctx0" brushRef="#br0" timeOffset="97944.29">25561 13194 0,'-41'0'313,"41"40"-235,-40-40-78,0 40 0,0 0 16,0 0-1,0-40-15,0 41 0,-1-1 0,1-40 16,0 40-16,0 0 0,0-40 0,40 40 15,-40-40-15,0 40 16,80-40 78,0 0-79,0 0-15,0 0 16,0 0-16,0 0 16,1 0-16,-1 0 0,0-40 0,0 40 15,0 0-15,0 0 16,0 0-16,1 0 0,-1-40 0,0 40 16,0 0-16,0 0 15,0 0-15,0 0 0,0 0 0,1 0 16,-1 0-16,0 0 15,0 0 1,-40-40 15,40 0-31</inkml:trace>
  <inkml:trace contextRef="#ctx0" brushRef="#br0" timeOffset="98534.34">25400 13354 0,'0'-40'31,"40"40"-31,0 0 16,-40 40 109,0 1-125,0-1 16,0 0-1,-40-40-15,40 40 0,0 0 16,0 0-16,-40 0 16,40 0-16,0 0 0,0 1 0,0-1 0,0 0 15,0 0-15,0 0 0,0 0 0,0 0 16,0 0-16,0 0 15,0 0-15,0 1 16</inkml:trace>
  <inkml:trace contextRef="#ctx0" brushRef="#br0" timeOffset="99274.21">26403 14237 0,'0'0'0,"0"40"62,0 0-46,40-40 0,-40 40-16,0 0 0,0 0 0,0 0 15,0 1-15,0-1 0,0 0 0,-40 0 0,40 0 0,-40 0 16,0 0-16,0-40 15,0 40-15,0 0 0,-1 0 0,1-40 0,0 41 16,0-41-16</inkml:trace>
  <inkml:trace contextRef="#ctx0" brushRef="#br0" timeOffset="100974.11">27406 13475 0,'0'0'0,"-40"0"0,40 40 16,-40-40 0,40-40 124,0 0-62,40 40-78,0 0 32,-40-40-32,40 40 0,1 0 15,-41-41-15,40 41 0,0 0 0,0 0 0,0-40 16,0 40-1,0 0-15,-40-40 0,40 40 0,-40 40 47,41 0-31,-41 1-16,40-41 0,-40 40 16,40-40-16,-40 40 0,0 0 15,0 0-15,40-40 0,-40 40 0,0 0 16,0 0-16,-40-40 0,40 40 15,-40-40-15,0 41 16,-1-41-16,41 40 0,-40-40 16,0 0 15,80 0 16,0 0-32,1 0-15,-1 0 0,0 0 16,0 0-16,0 0 16,0 0-16,0 0 0,0 0 15,1 40-15,-1 0 16,0-40-16,-40 40 0,0 0 16,40-40-1,-40 40-15,0 0 0,-80 0 16,40 0-16,-1 1 15,1-41-15,0 40 0,0-40 16,-40 40-16,40-40 0,0 40 0,-1-40 0,1 0 16,0 40-16,0-40 0,0 0 15,0 0-15,0 0 0,0 0 0,-1 0 16,41-40 0,0 0-16,0 0 0</inkml:trace>
  <inkml:trace contextRef="#ctx0" brushRef="#br0" timeOffset="101404.08">28771 14397 0,'0'-40'15,"0"80"48,0 0-63,0 0 16,0 1-1,0-1-15,-41 0 0,1 0 16,40 0-16,-40-40 0,40 40 0,-40-40 15,40 40-15,-40 0 0,0-40 16,0 0-16,0 40 0,-1-40 0,1 0 0</inkml:trace>
  <inkml:trace contextRef="#ctx0" brushRef="#br0" timeOffset="102104.13">29694 13635 0,'-81'0'15,"162"0"-15,-202 0 32,121-40-32,121 40 15,-1-40 1,-80 40 0,0 0-16,40 40 15,-39 0-15,-1 0 0,0 41 16,-40-41-16,0 80 31,0-80-31,-40 0 0,-81 40 16,81-40-16,-120 81 15,160-81-15,-40-40 0,-1 0 16,1 40-16,40-80 31,0 0-31,0 0 0,0 0 16,40 40-1,1 0-15,-1 0 16,0 0 0,0 0-16,-40 40 0,40-40 0,0 0 15,0 40-15,41-40 16,-41 0-16,0 0 0,0 40 0,0-40 0,0 0 16,0 0-16,0 0 0,1 40 15,-1-40-15,0 0 0</inkml:trace>
  <inkml:trace contextRef="#ctx0" brushRef="#br0" timeOffset="102444.02">30857 14357 0,'0'0'0,"40"0"47,-40 40-47,0 0 16,0 0-16,0 1 0,0-1 15,0 0 1,-40 0-16,0 0 0,0-40 16,40 40-16,-40 0 0,-40-40 15,39 40-15,1-40 0,-40 0 0,0 40 0,40-40 16</inkml:trace>
  <inkml:trace contextRef="#ctx0" brushRef="#br0" timeOffset="103934.02">31740 13635 0,'-40'40'0,"40"-80"219,0 0-188,0 80 110,0 0-110,0 0-31,0 1 16,0-1-1,40-40-15,-40 40 0,0 0 0,0 0 16,0 0-16,0 0 0,0 0 0,0 0 15,0 0-15,0 1 0,0-1 16,-40 0-16,40 0 0,0 0 0,0 0 16,0 0-1,0 0-15</inkml:trace>
  <inkml:trace contextRef="#ctx0" brushRef="#br0" timeOffset="105443.84">32342 13314 0,'0'0'0,"-40"0"32,0 0-1,40 40-31,-41-40 31,41-40 125,81 40-156,-41 0 16,0-40 0,0 40-1,0 0 1,0 0-16,0 40 16,-40 0-1,41-40-15,-41 41 16,0-1-16,0 0 0,0 0 15,0 0 1,-41 0-16,41 0 0,0 0 0,0 0 0,0 1 16,-40-1-16,40 0 0,0 0 15,0 0-15,0 0 0,0 0 0,0 0 16,40 0 0,1 0-16,39-40 0,-40 0 15,0 0-15,0 0 0,0-40 16,1 40-16,-41-40 15,40 40-15,-40-40 0,0 0 16,0 80 31,-40-40-47,-1 0 16,41 40-1,-40 0-15,40 0 0,-40-40 0,40 41 0,0-1 16,-40 0-16,40 0 0,0 0 0,-40-40 0,40 40 15,0 0-15,-40 0 0,40 0 16,-40 1-16,-1-1 0,1 0 0,0-40 16,40 40-16,-40-40 15,0 0-15,0 40 0,0-40 0,0 0 0,-1 0 16,-39 0-16</inkml:trace>
  <inkml:trace contextRef="#ctx0" brushRef="#br0" timeOffset="107013.82">25440 15079 0,'0'-40'31,"0"0"-15,0 80 93,0 0-109,0 0 0,0 0 16,0 40-16,0-39 15,0-1-15,0 40 0,0 0 0,0-40 0,0 40 16,0 1-16,0-1 0,0-40 16,0 40-16,0-40 0,0 40 0,-40-39 0,40-1 15,0 0-15,-40 0 0,40-80 31</inkml:trace>
  <inkml:trace contextRef="#ctx0" brushRef="#br0" timeOffset="110553.62">23474 15159 0,'0'0'0,"40"0"16,-80 0 46,0 40 63,40 0-109,-40 41 0,40-41-16,0 0 0,0 0 0,-40 0 0,40 0 15,-41 40-15,41-40 0,0 1 0,0-1 0,0 0 16,0 0-16,0 0 15,0 0-15,0 0 0,0 0 32</inkml:trace>
  <inkml:trace contextRef="#ctx0" brushRef="#br0" timeOffset="111343.48">23273 15199 0,'0'40'110,"-40"1"-95,40-1-15,0 0 0,-40 0 0,0-40 16,40 40-16,-40 0 0,0 0 16,40 0-16,-40-40 0,40 40 15,-41-40-15,41 40 0,-40-40 0,80-80 63,1 40-63,-41 0 0,40 0 15,0 40-15,-40-40 16,40 0-16,-40 0 0,40 40 0,0-40 0,-40-1 16,40 41-16,-40-40 0,0 0 0,40 40 0,-40-40 15,41 0-15,-1 0 16,-40 0-16,0 80 125,0 0-110,40-40-15,-40 40 16,40 0-16,-40 0 16,80 0-16,-40 1 0,0-1 0,1 0 15,-1-40-15,0 40 0,0-40 16,0 0-16,0 0 0,0 0 0,0 0 16</inkml:trace>
  <inkml:trace contextRef="#ctx0" brushRef="#br0" timeOffset="112643.4">23113 16643 0,'0'-40'0,"0"80"0,0-120 0,-40 80 31,0 0-16,40 40 32,-41-40-47,1 40 16,0 0-16,40 0 0,-40-40 16,40 40-16,-40-40 0,40 41 0,-40-41 0,40 40 15,-40-40-15,40 40 16,0 0-16,0 0 15,0 0 1,40 0-16,-40 0 0,40-40 16,-40 40-16,40-40 15,0 0-15,-40 40 0,40-40 16,0 0-16,1 0 16,-41-40-16,40 40 0,-40-40 0,40 40 15,-40-40-15,40 40 0,-40-40 0,40 0 0,0 0 16,-40 0-16,0 0 15,40 0-15,-40-1 0,0 1 0,0 0 16,0 0-16,0 0 16,0 0-16,-40 40 31,40-40-15,-40 40-16,0 0 15,0 0-15,0 0 16,0 0-16,40 40 0,-41-40 0,41 40 15,-40-40 1</inkml:trace>
</inkml:ink>
</file>

<file path=ppt/ink/ink2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2T07:45:54.346"/>
    </inkml:context>
    <inkml:brush xml:id="br0">
      <inkml:brushProperty name="width" value="0.05292" units="cm"/>
      <inkml:brushProperty name="height" value="0.05292" units="cm"/>
      <inkml:brushProperty name="color" value="#FF0000"/>
    </inkml:brush>
  </inkml:definitions>
  <inkml:trace contextRef="#ctx0" brushRef="#br0">3090 2045 0,'0'-40'16,"0"0"93,40 40-93,-40-41-16,40 41 0,0 0 15,-40-40-15,40 40 0,0 0 0,0 0 16,-40-40 0,41 40-16,-1 0 0,0 40 15,-40 0 1,40 1-16,-40-1 0,0 0 16,0 0-1,0 0-15,0 0 0,0 0 0,0 0 0,0 0 16,0 1-16,-40-1 0,40 0 0,0 0 0,-40-40 15,40 40-15,-40 0 0,40 0 16,-41 0-16,1-40 16,40-40 15,0 0-15,0 0-16,0 0 0,40 40 15,-40-40-15,0 0 0,81 0 0,-81-1 0,40 1 16,0 0-16,0 40 15,0-40-15,0 0 0,-40 0 0,41 40 0,-1-40 16,0 0-16,0 0 16,0 40-16,0 0 0,-40-41 0,40 41 15,0 0 17,1 0-17,-41 41 1,0-1-16,40-40 0,0 0 15,-40 40 1,40-40-16,-40 40 0,40 0 0,-40 0 16,0 0-1,40-40-15,-40 40 0,0 0 16,0 1 0,0-1-16,0 0 0,0 0 15,0 0-15,40-40 16,-40 40-1,40-40-15,-40 40 0,41-40 16</inkml:trace>
  <inkml:trace contextRef="#ctx0" brushRef="#br0" timeOffset="1439.87">4895 2045 0,'-40'0'16,"0"0"0,80 0 93,41 0-93,-41 0-1,40-40-15,-40 40 0,0-40 0,0 40 0,41 0 16,-41 0-16,0 0 16,0 0-16,0-41 0,0 41 0,0 0 0</inkml:trace>
  <inkml:trace contextRef="#ctx0" brushRef="#br0" timeOffset="1739.87">4936 2486 0,'-41'40'16,"82"-80"-16,-41 80 31,40-40-15,160-40-1,41 0 1,40 40-1</inkml:trace>
  <inkml:trace contextRef="#ctx0" brushRef="#br0" timeOffset="4299.8">8106 2005 0,'40'0'16,"-80"0"15,-1 0-31,1 0 31,80 0 32,1 0-48,-41-40-15,40 40 0,0 0 16,0 0-16,0 0 0,0 0 16,40-41-16,-39 41 0,39 0 0,-40-40 0,40 40 15,-40 0-15,0 0 16,1-40-16,-1 40 0,0 0 0,0 0 0</inkml:trace>
  <inkml:trace contextRef="#ctx0" brushRef="#br0" timeOffset="4919.84">9229 1483 0,'-40'-40'16,"80"80"-16,-80-120 31,80 80-15,121-80-1,-1 80 1,-40 40 15,-79 40-15,-122 81-1,1-41 17,0-40-17,120-80 32,0 0-31,0 0-16,0 0 15,0 0 1,-40 40-16,41-40 0,-41 40 0,0 0 31,40-40-31,-40 41 0,0-1 0,-81 0 16,41 0-16,0-40 0,0 40 15,0-40-15,0 40 16,0-40-16,0 40 0,-1-40 0,1 40 0,0-40 16,0 0-16,0 0 0,0 40 15,0-40-15,0 0 0,-1 0 16</inkml:trace>
  <inkml:trace contextRef="#ctx0" brushRef="#br0" timeOffset="5849.7">11195 1644 0,'40'0'63,"1"0"-32,-1 0-31,0 0 0,0 0 16,0 0-16,0 0 0,-40 40 15,40-40-15,0 0 0,1 0 0,-1 0 0,0 0 16,0 0-16,0 0 0</inkml:trace>
  <inkml:trace contextRef="#ctx0" brushRef="#br0" timeOffset="6549.66">12198 1283 0,'0'0'0,"0"-40"0,-40 40 15,40-40 1,0-1-16,81 1 16,-41 0-1,0 40-15,0-40 0,0 40 0,0-40 16,0 40-16,0 0 0,41 0 16,-41 0-16,0 0 0,40 0 0,-40 0 0,0 0 15,1 0-15,-1 0 0,0 0 0,0 80 0,0-80 16,-40 40-16,40-40 15,-40 40-15,0 1 0,0-1 16,0 0-16,0 0 16,0 0-16,-40-40 0,40 40 0,-40 0 0,40 0 15,-40-40-15,40 40 16,-40 1-16,0-1 0,40 0 16,-41-40-16,1 0 15,40 40-15,40-40 47,1-40-47,-1 40 16,0 0-16,0 0 0,0-40 15,0 40-15,0 0 0,0 0 0,1 0 0,-1 0 16,0 0-16,0 0 16,0 0-16,0 0 0,0 0 15,-80 0 16,0 0 1,0 0-1</inkml:trace>
  <inkml:trace contextRef="#ctx0" brushRef="#br0" timeOffset="7289.65">15569 1523 0,'-40'0'31,"40"-40"-15,40 40 109,0 0-125,0 0 15,0 0-15,1 0 16,-1 0-16,0 0 0,0 0 0,0 0 0,0 0 16,0 0-1,0 0-15,1 0 47,-1 0-47,0 0 0,0 0 16,0 0-16,0 0 15,-40 40-15,40-40 0,0 0 32,-80 0-1</inkml:trace>
  <inkml:trace contextRef="#ctx0" brushRef="#br0" timeOffset="7679.59">16773 922 0,'0'0'16,"-40"0"15,40 40 32,0 0-63,0 0 0,0 0 15,0 0-15,0 0 0,0 1 16,0-1-16,0 0 0,0 0 0,0 0 0,0 0 16,0 0-16,0 0 15,40 0-15,-40 1 0,0-1 0,40 0 0,-40 0 16,0 0 0</inkml:trace>
  <inkml:trace contextRef="#ctx0" brushRef="#br0" timeOffset="8549.54">19582 882 0,'0'0'0,"-40"0"32,-1 0-17,-39 80 1,40 0-16,-40 40 31,40-79-31,40-1 0,-40 0 0,40 0 0,0 0 0,-41 0 16,41 121-1,0-121-15,41 40 16,-1-80-16,-40 40 0,80-40 0,40 40 31,-80-40-31,121-40 16,-121 40-16,0-40 0,0 0 16,0 0-16,-40 0 0,81-121 15,-41 121-15,-40-80 31,0 80-31,0-1 0,-40 1 16,40 0-16,-81-40 16,81 40-1</inkml:trace>
  <inkml:trace contextRef="#ctx0" brushRef="#br0" timeOffset="9139.53">21909 922 0,'0'0'0,"-40"0"0,0 0 31,40 40 32,0 0-63,0 0 16,0 0-16,40 0 0,-40 0 0,0 1 0,0-1 15,0 0-15,40 0 16,-40 0-16,0 0 0,40 0 0,-40 0 0,0 0 15,0 1-15,40-41 0,-40 40 16,0 0-16,0 0 0,0 0 0,40-40 0,-40 40 16</inkml:trace>
  <inkml:trace contextRef="#ctx0" brushRef="#br0" timeOffset="10139.44">23835 922 0,'0'0'0,"-40"0"0,0 0 16,40-40-16,-40 40 0,0 0 16,80 0 15,0 0 0,-40-40-15,40 40-16,0 0 15,0 0-15,0 0 0,0 40 0,1-40 16,-1 0-16,0 40 16,0-40-16,0 0 0,0 40 0,-40 0 0,40-40 15,-40 40-15,0 0 0,0 0 0,0 0 0,0 1 16,0-1-16,0 0 0,-40 40 15,40-40-15,-80 0 0,40-40 0,0 40 0,0 0 16,-1 1-16,1-41 16,0 40-16,0-40 0,0 40 0,0-40 0,0 0 15,80 0 17,40-40-32,-40 40 0,40 0 15,-39 0-15,39 0 16,0 0-16,-40 0 0,40 0 0,1 0 0,-1 0 15,-40-40-15,40 40 0,-40 0 16,1 0-16,39 0 0,-40 0 0,0-41 0,0 41 16</inkml:trace>
  <inkml:trace contextRef="#ctx0" brushRef="#br0" timeOffset="11159.38">25841 721 0,'0'0'16,"-40"-40"-1,80 40 17,1-40-32,79 40 15,121 0 1,-81 80 0,-80 81 15,-80-121-31,0 80 15,0-80-15,0 0 16,-40 0-16,0 1 0,-40-1 31,80 0-31,-40-40 16,80 0 15,0-40-31,0 40 16,121-40-1,-121 40 1,0 0-16,80 40 16,-80 0-16,1 0 15,-1 0 1,-40 0-16,40 40 16,-40-40-16,0 1 0,0-1 0,-40 0 15,-121 80 1,121-120-16,-120 40 31,119-40-31,1 0 0,0 0 0,0 0 0,0 0 16,-80-80-1</inkml:trace>
  <inkml:trace contextRef="#ctx0" brushRef="#br0" timeOffset="11919.34">28530 922 0,'0'0'16,"40"40"62,-40 0-78,0 0 0,0 0 16,-40 0-1,40 0-15,-40-40 0,40 41 0,-81-1 0,41 0 16,0-40-16,40 40 0,-40-40 16,40 40-16,-40-40 0,40 40 0,40-40 31,0 0-15,0 0-16,0 0 0,1 0 15,-1 0-15,0 0 0,40 40 16,-40-40-16,0 0 0,0 0 0,41 40 0,-41-40 15,0 0-15,0 0 16,40 0-16,-39 0 0,-1 0 0,0 0 0,0 0 16,0 0-16,0 0 0,0 0 15,0 0-15,1 0 0,-1 0 0,0 0 16</inkml:trace>
  <inkml:trace contextRef="#ctx0" brushRef="#br0" timeOffset="12239.39">28690 922 0,'0'0'16,"0"-40"-16,0 120 31,-40-80-15,0 120-1,40 121 17,0 0-17,40-41 1,0-120-1</inkml:trace>
  <inkml:trace contextRef="#ctx0" brushRef="#br0" timeOffset="12719.35">29814 1042 0,'0'-40'15,"0"80"-15,0-120 31,0 160-31,-40-40 16,0 81 0,40 79 15,0-80-15,40-79-16,80 39 31,1-40-16,-81 0 1,-40 40 0,-40 40-1,-121-39 17,81-41-17,40-80-15</inkml:trace>
  <inkml:trace contextRef="#ctx0" brushRef="#br0" timeOffset="12969.34">30015 882 0,'0'0'16,"-41"-40"0,82 40-1,39 0 1,201 0 0,0 0-1</inkml:trace>
  <inkml:trace contextRef="#ctx0" brushRef="#br0" timeOffset="13509.24">31419 1122 0,'0'-40'15,"0"80"-15,-40-80 0,0 40 32,0 40-32,-81 161 31,81-81-31,-40 121 16,80-81 15,80-39-16,121-41 1,-41-80 15,-120-80-15,-160-1 0,-41 41-1,81 0 1,40 40-1</inkml:trace>
  <inkml:trace contextRef="#ctx0" brushRef="#br0" timeOffset="14089.28">32422 1203 0,'0'0'0,"0"-41"15,0 1 17,40 40-32,0 0 15,121 40 1,80-40 15,-241 41-31,120-41 16,-80 0-1,-80 0 17,40 40-32,-80 0 15,40 40 1,-41 80-1,41-79 1,-40 79 0,40 0 15,40 1-15,0-81-16,0-40 0</inkml:trace>
  <inkml:trace contextRef="#ctx0" brushRef="#br0" timeOffset="14309.19">32502 1764 0,'0'0'0,"-40"0"16,281 0 0,80 0 15,-80 40-31</inkml:trace>
  <inkml:trace contextRef="#ctx0" brushRef="#br0" timeOffset="16289.15">441 3850 0,'0'-41'15,"41"41"1,-1 0 0,-40-40-16,40 40 0,0 0 0,0 0 0,-40-40 15,40 40-15,0 0 16,0 0-16,1 0 0,-1-40 0,0 40 16,0 0-16,0 40 31,-40 0-16,0 0 1,0 1-16,0-1 0,0 0 0,0 0 16,0 0-16,0 0 15,-40 0-15,40 0 0,-40-40 0,0 40 16,0 0 0,-1-40-16,1 41 0,0-41 0,0 40 15,0-40-15,120-40 31,-40-1-31,0 41 0,-40-80 0,41 80 16,-1-40-16,0 0 16,0 40-16,0-40 0,0 0 0,0 40 0,41-40 15,-81 0-15,40 40 0,0-40 16,0-1-16,0 41 0,-40-40 0,40 0 0,0 0 16,-40 0-16,0 0 15,0 0 1,0 80 46,0 0-62,-40 0 16,40 0-16,-40-40 0,40 40 16,0 0-16,-40 1 0,40-1 0,-40-40 15,40 40-15,0 0 0,-40 0 0,40 0 16,-40-40-1,40 40-15,0 0 0,0 0 16,0 0-16,40-40 16,0 41-16,0-41 0,0 0 15,0 0 1</inkml:trace>
  <inkml:trace contextRef="#ctx0" brushRef="#br0" timeOffset="16589.12">2006 3569 0,'0'0'0,"-80"-40"15,40 40 1,-80 120-1,39 0 17,81-80-32,-40 121 15,40-121-15,0 0 16,80 40 0,1-40 15</inkml:trace>
  <inkml:trace contextRef="#ctx0" brushRef="#br0" timeOffset="17009.03">2127 3729 0,'0'-40'0,"0"80"0,40-80 31,-40 80-31,40 40 32,-80 81-17,-40-81 1,39 0 0,82-120-1,-1 0 1,80-40-1,-80 40-15,81 0 16,-41-41 15,-40 81-15,-40 121 0,0-41-1,-80 40 1,40 1-1,-1-81 17</inkml:trace>
  <inkml:trace contextRef="#ctx0" brushRef="#br0" timeOffset="17269.04">2809 3689 0,'0'40'31,"40"0"-15,-40 0 0,40-40-16,-40 41 0,0-1 0,0 0 15,40 0-15,-40 0 0,0 0 16,0 0-16,0 0 15,0 0-15,-40 0 0,40 1 0,-40-1 0,-40 0 16,80 0-16,-40 0 16,-1-40-16,1 40 0</inkml:trace>
  <inkml:trace contextRef="#ctx0" brushRef="#br0" timeOffset="21228.77">20063 2847 0,'0'-40'47,"0"80"31,0-80 16,0 0-63,0 80 47,0 0-78,0 0 16,0 0-16,-40 0 15,40 0-15,0 41 0,0-41 0,0 0 16,0 0-16,0 0 0,-40 0 0,40 40 0,0-40 16,0 0-16,0 1 0,0-1 15,-40 0-15,40 0 0,0 0 0,0 0 0,-40 0 16,40 0-16,0 0 15</inkml:trace>
  <inkml:trace contextRef="#ctx0" brushRef="#br0" timeOffset="22438.79">22070 3088 0,'0'-41'16,"-41"41"93,1 0-109,40 41 0,-40-41 16,0 40-1,0 0-15,40 0 16,-40-40-16,40 40 0,0 0 16,-40 0-16,40 0 15,0 0-15,0 0 0,0 1 16,0-1-16,0 0 15,40-40-15,-40 40 0,40-40 0,0 40 16,0 0-16,0-40 16,0 40-16,1-40 15,-1 0 1,0 0-16,0-40 16,-40 0-16,40 40 0,-40-40 0,0 0 15,40 0-15,-40 0 16,0-1-16,0 1 0,0 0 0,0 0 15,0 0 1,0 0-16,-40 40 31,0 0-31,0 0 16,0 0-16,0 0 16</inkml:trace>
  <inkml:trace contextRef="#ctx0" brushRef="#br0" timeOffset="29288.37">24437 3128 0,'-40'0'16,"40"-40"0,-40 40 155,40 40-171,-40 0 16,40 0-16,-41 0 16,41 0-16,-40 0 15,40 0 1,0 0-16,40-40 16,-40 40-16,41-40 15,-1 0-15,0 0 16,0 41-16,0-41 31,0 0-31,0 0 0,0 0 16,1 0-1,-1-41-15,0 41 0,-40-40 16,40 40-16,0-40 0,-40 0 16,0 0-1,0 0-15,0 0 16,-40 40-16,40-40 0,-40 40 15,40-40-15,-40 40 0,0 0 0,40-40 16,-41 40-16,1 0 16,0 0-16,0 0 15,40 40 1</inkml:trace>
  <inkml:trace contextRef="#ctx0" brushRef="#br0" timeOffset="30068.32">26363 2887 0,'-40'0'15,"40"-40"1,0 80 93,0 0-93,0 0-16,0 0 16,0 0-16,0 1 0,-40-1 0,40 0 0,0 0 15,0 0-15,0 0 0,0 40 0,-40-40 0,40 0 16,0 1-16,0-1 16,-40 0-16,40 0 0,0 0 0,0 0 0</inkml:trace>
  <inkml:trace contextRef="#ctx0" brushRef="#br0" timeOffset="31088.27">28690 3047 0,'-40'-40'0,"40"0"16,-40 0-16,40 80 78,0 0-78,-40 0 15,0 1-15,0-1 16,0 0-16,40 0 0,0 0 16,0 0-1,0 0-15,0 0 16,40-40-16,-40 40 0,40-40 0,0 40 16,0-40-16,0 41 15,0-41-15,0 0 0,1 0 0,-1 0 16,0-41-1,0 1-15,-40 0 0,40 40 0,-40-40 16,0 0-16,40 0 0,-40 0 16,0 0-16,0 0 0,0 0 15,0-1-15,-40 41 0,40-40 0,-40 40 0,40-40 16,-40 40-16,0 0 16,0 0-1,40 40 1</inkml:trace>
  <inkml:trace contextRef="#ctx0" brushRef="#br0" timeOffset="31598.23">29814 3168 0,'0'-40'16,"0"0"-16,0-1 31,-40 41-16,0 0 1,40 41-16,-40-41 0,-1 40 31,1 0-31,40 0 0,-40-40 16,40 40-16,0 0 0,0 0 0,0 0 16,0 0-16,40 0 15,-40 1-15,81-41 0,-41 40 16,0-40-16,0 0 15,0 0-15,0 0 0,0 0 0,0 0 16,1 0-16,-41-40 16,40-1-16,-40 1 0,0 0 15,0 0-15,0 0 0,0 0 16,-40 0-16,40 0 16,-41 40-16,1 0 0,40-40 15</inkml:trace>
  <inkml:trace contextRef="#ctx0" brushRef="#br0" timeOffset="32158.1">31258 3328 0,'-80'-80'16,"40"80"-16,40-40 0,-40 40 15,-40 0 1,40 120 15,-1-80-31,41 81 16,0-81-16,0 0 0,41 40 15,-1-80-15,40 80 16,-40-80-16,121 40 16,39-40-1,-79-120 17,-121-40-17,-81-1 1,-39 121 15,80 40-15</inkml:trace>
  <inkml:trace contextRef="#ctx0" brushRef="#br0" timeOffset="32588.16">32623 3529 0,'-81'-40'31,"41"-1"-31,0 41 15,0 0 1,0 81 15,40 79-15,80-80 0,41-40-1,-1-40 16,-40-80-15,-80-40 0,-80 0-1,0 79 17,40 41-32,40 41 0</inkml:trace>
  <inkml:trace contextRef="#ctx0" brushRef="#br0" timeOffset="34278.05">9269 3168 0,'0'0'0,"0"-40"0,-40 40 16,0 40 124,0 0-140,0 0 0,40 0 16,-40-40 0,40 40-16,0 0 0,-41-40 0,41 40 15,0 0-15,0 1 16,0-1-16,0 0 0,41-40 15,-41 40-15,40-40 16,-40 40-16,40-40 0,0 0 0,0 0 16,0 0-16,0 0 0,0 0 15,-40-40-15,41 40 0,-1 0 16,-40-40-16,0 0 0,40 0 0,-40-1 16,0 1-1,0 0-15,0 0 0,0 0 0,0 0 16,0 0-1,-40 40-15,0-40 16,-1 40 0,1 0-1,40 40-15</inkml:trace>
  <inkml:trace contextRef="#ctx0" brushRef="#br0" timeOffset="35107.98">12439 3168 0,'40'0'15,"-80"0"-15,40 0 32,-40 40 30,-40 0-62,40 40 16,0-40-1,40 0-15,-41-40 0,41 40 0,0 1 0,0-1 16,0 0-16,0 0 16,41-40-16,-41 40 15,40-40-15,0 0 0,0 0 16,0 0-1,0 0-15,0-40 0,0 40 0,1-40 16,-1 40-16,-40-40 0,40 0 16,0-1-16,-40 1 0,0 0 15,0 0-15,0 0 0,-40 40 0,40-40 16,-40 0 0,0 0-16,-1 40 0,41-40 15,-40 40-15,0-40 16,0 40-16</inkml:trace>
  <inkml:trace contextRef="#ctx0" brushRef="#br0" timeOffset="36257.92">16211 3208 0,'0'0'0,"-40"0"141,0-40-125,0 40-1,0 0-15,-1 0 16,1 0-16,40 40 15,-40-40-15,0 40 0,0 0 0,40 0 16,-40-40-16,40 40 0,-40-40 16,40 40-16,0 0 0,-40-40 0,40 41 15,0-1-15,0 0 0,0 0 0,0 0 16,40 0 0,0-40-16,-40 40 0,40-40 15,40 0-15,-40 0 16,0 0-16,1 0 0,39 0 0,-40 0 15,0-40-15,0 40 16,0 0-16,-40-40 0,40 40 0,1-40 0,-1 0 16,-40 0-16,40 0 15,-40-1-15,40 41 0,-40-40 0,0 0 16,0 0-16,0 0 0,-40 40 31,40-40-31,-40 40 0,-41 0 16,81-40-16,-40 40 15,0 0-15,0 0 0,0 0 0,0 0 16,0 0-16,0 0 16,-1 0-16</inkml:trace>
  <inkml:trace contextRef="#ctx0" brushRef="#br0" timeOffset="39367.82">562 5614 0,'-40'0'32,"80"0"14,0 0 79,0-40-109,0 40-16,0 0 16,0 0-16,-40-40 0,41 40 15,-41-40-15,40 40 0,0-40 0,-40 0 16,40 40 0,-40-40-16,40 40 0,-40-41 15,0 1 1,0 0-16,0 0 15,0 0 1,0 0-16,-40 40 16,40-40-16,0 80 78,-40 0-63,40 0-15,-40-40 0,40 40 16,0 0 0,0 0-16,-40-40 0,40 41 0,0-1 15,-41 0-15,41 0 0,0 0 16,-40 0-16,40 0 16,0 0-16,-40 0 0,40 0 15,0 1 1,-40-1-16,40 0 0,0 0 0,0 0 15,0 0 1,-40-40-16,40 40 16,0-80 31,0 0-32,40 0-15,0 0 31,-40 0-31,40 40 16,-40-40-16,40 40 16,1 0-16,-41-41 0,40 41 15,0 0 1,-40-40-16,40 40 16,0 0-16,0 0 15,0 0 1,-40 40 31,0 1-32,0-1-15,0 0 16,0 0 0,0 0-1,0 0-15,0 0 16,0 0-1,0 0-15,0 1 32,0-1-17,40-40-15,1 0 16,-1 40 0,0-40-1,0 0 1,0 0-16,0-40 0,0 0 15,0 40-15,-40-41 16</inkml:trace>
  <inkml:trace contextRef="#ctx0" brushRef="#br0" timeOffset="40117.72">2046 5253 0,'0'-40'15,"-80"40"95,80 40-63,-40-40-32,40 40-15,0 0 0,-40-40 16,40 41-16,-40-41 15,40 40-15,0 0 0,-40-40 0,40 40 0,-40 0 16,-1-40-16,41 40 0,-40 0 16,40 0-16,-40 0 0,40 0 15,0 1-15,0-1 0,0 0 0,0 0 16,0 0 0,0 0-16,0 0 0,0 0 0,40 0 15,-40 1-15,40-41 0,-40 40 16,41-40-16,-41 40 0,40-40 15,0 0 1</inkml:trace>
  <inkml:trace contextRef="#ctx0" brushRef="#br0" timeOffset="41377.65">2006 5534 0,'40'0'63,"-40"-40"-47,41 40-1,-1 0 1,0 0-16,0 0 15,0 40 1,-40 0-16,40-40 0,-40 40 16,0 0-1,40-40-15,-40 40 0,0 0 0,40 1 16,-40-1-16,0 0 0,0 0 16,0 0-16,0 0 15,0 0-15,-40-40 0,40 40 16,-40-40-1,40 40-15,-40-40 0,40-40 47,0 0-47,0 0 16,40 0 0,-40 0-16,40 0 0,0 0 15,-40 0-15,41-1 16,-41 1-16,40 40 0,-40-40 0,40 40 0,0-40 15,0 40 1,-40-40-16,40 40 0,0 0 16,0-40-16,1 40 15,-1 0 1,-40 40 0,0 0-1,40-40-15,-40 40 0,0 0 16,0 0-1,0 1-15,0-1 16,0 0 0,0 0-16,0 0 15,0 0-15,0 0 0,0 0 16,0 0-16,0 1 16,0-1-16,0 0 0,0 0 15,0 0 1,0 0-16,40-40 31</inkml:trace>
  <inkml:trace contextRef="#ctx0" brushRef="#br0" timeOffset="41917.64">3290 5895 0,'0'0'0,"-40"-40"62,80 40 16,41 0-62,-41 40-16,0-40 0,0 0 15,40 0-15,-40 0 0,1 0 16,-1 0-16,0 0 0,0 0 0,0 0 16,0 0-16,0 0 0,0 0 15</inkml:trace>
  <inkml:trace contextRef="#ctx0" brushRef="#br0" timeOffset="42237.61">3692 5694 0,'0'0'0,"-40"0"0,40-40 47,0 80-16,0 0-15,0 1-16,0-1 0,0 0 16,-41 0-1,41 0-15,-40 0 0,40 0 0,-40 0 16,40 0-16,0 1 15,-40-41-15,40 40 0,0 0 0</inkml:trace>
  <inkml:trace contextRef="#ctx0" brushRef="#br0" timeOffset="42757.58">4173 5574 0,'-40'0'15,"40"-40"1,0 80 15,0 0-15,0 0-16,-40 0 0,40 0 16,0 1-16,0-1 15,0 0-15,0 0 0,0 0 0,0 0 16,0 0-16,0 0 0,0 0 15,0 1-15,0-1 0,0 0 0,-40-40 16,40 40-16,0 0 16</inkml:trace>
  <inkml:trace contextRef="#ctx0" brushRef="#br0" timeOffset="43237.55">4494 5534 0,'-40'0'15,"80"0"-15,-120 0 16,80-40-16,0 0 16,0 80 46,0 0-46,0 0-16,0 0 0,0 0 15,0 0-15,0 0 0,0 1 16,0-1-16,0 0 0,0 40 0,0-40 0,-40 0 16,40 40-16,-40-39 15,0-1-15,-1 40 0,1-40 0,0 0 0,0 0 16,-40 40-16,0-40 0,-1 1 15,1-1-15,0 0 0</inkml:trace>
  <inkml:trace contextRef="#ctx0" brushRef="#br0" timeOffset="52528.24">16251 5133 0,'0'-40'0,"-40"40"16,0 0-1,0 40 157,40 0-156,-80 0-16,39 0 0,1 0 15,0 0 1,0-40-16,40 41 0,-40-41 0,40 40 16,-40-40-16,40 40 15,0-80 48,40 40-32,0 0-31,0 0 16,0 0-16,0 0 15,1 0-15,39 0 0,-40 0 0,40 0 0,-40 0 16,0 0-16,41 0 15,-1-40-15,-40 40 0,40 0 0,-40-41 0,1 41 16,-1 0-16,0 0 0,0-40 16,0 40-16,0 0 0,0-40 0</inkml:trace>
  <inkml:trace contextRef="#ctx0" brushRef="#br0" timeOffset="52878.21">16412 5133 0,'-40'0'31,"40"-40"-31,0 120 47,0-40-15,0 40-32,-41-40 0,41 1 15,0-1-15,-40 0 16,40 0-16,0 0 0,0 0 0,0 0 0,0 0 15,0 0-15,-40 0 16,40 1-16,0-1 0,0 0 0</inkml:trace>
  <inkml:trace contextRef="#ctx0" brushRef="#br0" timeOffset="53988.18">19020 5213 0,'-40'0'15,"80"0"79,0 0-94,-40-40 16,80 40-16,-40 0 0,1 0 15,-1 0-15,0 0 0,40 0 0,-40 0 16,0 0-16,0 40 0,1-40 0,-1 0 16,-40 80-16,40-80 15,-40 40-15,0 1 0,40-1 0,-40 0 16,0 0-16,-80 0 15,80 0-15,-40-40 0,40 40 0,-41-40 16,41 40-16,-40-40 16,40 40-16,-40-40 0,40 40 15,-40-40-15,80 0 32,-40-40-32,40 40 15,0 0 1,1 0-16,-1 0 0,0 0 0,0 0 15,0 0-15,-40 40 0,40-40 16,0 0-16,-40 41 0,40-41 0,-40 40 0,41 0 16,-41 0-1,0 0-15,-41 0 16,-39-40-16,80 40 0,-40-40 16,0 0-16,-40 40 0,40-40 15,-1 0-15,1 40 0,-40-40 0,40 0 0,0 0 16,-40 0-16,39 0 15,1 41-15,0-41 0</inkml:trace>
  <inkml:trace contextRef="#ctx0" brushRef="#br0" timeOffset="54888.11">21548 5414 0,'-40'0'15,"40"-40"1,0-1-1,40 41 1,-40-40 0,40 40-16,0 0 0,0-40 15,0 40-15,0 0 0,1 0 16,-1 0 0,0 0-16,0-40 0,0 40 0,0 0 0,0 0 15,1 0-15,-1 80 16,-40-40-16,0 1 0,0-1 15,0 0 1,0 0-16,0 0 0,-40 0 0,40 0 0,-41 0 16,41 0-16,-40-40 0,0 40 15,0 1-15,0-1 0,0 0 0,0-40 0,-1 40 16,1 0-16,0-40 0,0 0 0,0 40 0,0-40 16,0 0-1,80 0 16,0 0-31,-40-40 16,40 40-16,0-40 16,0 40-16,0 0 0,1 0 0,-1 0 15,0 0-15,0 0 0,0 0 0,0 0 16,-40 40-16,81-40 0,-41 0 16,0 0-16,0 0 0,0 40 0,0-40 0,0 0 15,0 0 1,1 0-16,-41-40 31,0 0-31,40 40 0</inkml:trace>
  <inkml:trace contextRef="#ctx0" brushRef="#br0" timeOffset="55758.04">24196 5333 0,'0'-40'16,"0"0"-1,0 80 173,0 41-188,0-41 0,0 0 16,0 0-16,0 0 15,0 40-15,0-40 0,0 40 0,0-39 0,0-1 16,0 40-16,0-40 0,0 0 15,0 0-15,0 0 0,0 0 0,0 1 0,0-1 16,-40-40-16,40 40 0</inkml:trace>
  <inkml:trace contextRef="#ctx0" brushRef="#br0" timeOffset="57548.01">26524 5574 0,'0'0'0,"0"-40"47,-41 40-16,1 0-31,0 40 16,0 0-16,0-40 16,0 40-16,0 0 0,40 0 0,-40 1 0,-1-1 15,1-40-15,40 40 16,0 0-16,-40 0 0,40 0 0,0 0 0,0 0 15,0 0-15,80-40 16,-80 41-16,41-41 0,-1 40 0,40-40 0,-40 40 16,40-40-16,-40 0 15,41 0-15,-1 0 0,-40 0 0,40 0 0,-40-40 16,41 40-16,-41-40 0,0 40 0,-40-41 0,40 1 16,-40 0-16,0 0 0,0 0 15,0 0-15,0 0 0,-40 0 0,40 0 16,-40-1-16,-40 1 15,80 0-15,-41 40 0,1-40 0,0 40 16,0-40-16,0 40 16,0 0-16,0 0 15,40 40-15,-40-40 0,40 40 16</inkml:trace>
  <inkml:trace contextRef="#ctx0" brushRef="#br0" timeOffset="58197.94">28891 5614 0,'-80'0'15,"160"0"-15,-200 0 0,79 0 16,41-40 0,0 80 31,-40-40-32,40 40-15,-40-40 0,-40 40 0,40-40 16,40 40-1,-40-40-15,40 41 0,-40-41 0,40 40 16,-41-40-16,41 40 0,0 0 16,41 0-16,-1-40 15,40 40-15,-40-40 0,0 0 16,0 0 0,0 0-16,1 0 0,-1 0 0,0 0 0,-40-40 15,40 40-15,0-40 0,0 0 16,-40 0-16,0 0 0,0-1 15,0 1-15,0 0 16,0 0-16,-40 40 0,40-40 0,-40 0 0,0 0 16,0 40-16,0 0 0,-1-40 15,1 40-15,0 0 0,0 0 0,0 0 16,40 40 0,0 0-1</inkml:trace>
  <inkml:trace contextRef="#ctx0" brushRef="#br0" timeOffset="58727.93">29814 5574 0,'-40'0'15,"80"0"-15,-120-40 16,80 80-1,0 0-15,0 0 16,-40 81 0,-1 39-1,41-80 17,41-80-17,119-40 1,1-120 15,-81 39-15,-80 81-1,-80 0 1,39 40 0,-39-40-1,40 40-15</inkml:trace>
  <inkml:trace contextRef="#ctx0" brushRef="#br0" timeOffset="59487.89">31299 5614 0,'0'-40'16,"-41"40"-16,1-40 15,-80 40 1,0 40 0,120 0-16,-81 40 15,81-40-15,0 1 16,0-1 0,0 0-16,40 40 15,1-80-15,-1 40 16,40-40-16,-40 40 0,80-40 31,-79 0-31,-1 0 0,0-40 0,0 40 0,-40-40 16,40 40-16,-40-40 0,0 0 15,-40-81 1,-40 1 0,40 120-1,-1 0-15,1 0 16,40 40-16,0 0 15</inkml:trace>
  <inkml:trace contextRef="#ctx0" brushRef="#br0" timeOffset="59887.82">32502 5734 0,'0'0'16,"-40"0"-1,-40 41 1,0-41 0,40 40-1,-1 80 1,41 0-1,41-80 17,79 1-17,-40-122-15,0 1 32,-80-40-17,-40 80-15,-80-81 16,80 121-16,0-40 0,0 0 15,-41 40 1,81-40-16,-40 40 0,0 0 0</inkml:trace>
  <inkml:trace contextRef="#ctx0" brushRef="#br0" timeOffset="61437.7">9349 5173 0,'0'-80'15,"0"160"-15,0-240 16,41 119 0,-82 41 15,1 0-15,40 41-16,-40-41 15,0 0-15,0 0 16,40 40-16,-40-40 0,40 40 15,0 0-15,-40-40 0,40 40 0,-40 0 0,40 0 16,0 0-16,-41 0 16,41 1-16,0-1 0,0 0 0,0 0 15,41 0-15,-1-40 16,40 0-16,-40 0 16,0 0-16,0 0 0,0 0 0,1 0 15,-1-40 1,0-40-16,-40 40 0,0-1 15,0 1-15,0 0 0,0 0 16,0 0-16,0 0 0,-40 0 0,40 0 0,-40 40 16,40-40-16,-81 40 15,81-41-15,-40 41 0,0 0 0,40-40 0,-40 40 16</inkml:trace>
  <inkml:trace contextRef="#ctx0" brushRef="#br0" timeOffset="62187.71">12439 5053 0,'0'-40'15,"0"-1"-15,-40 41 16,0 0 15,0 0-15,-40 81-1,-41 119 17,81 1-17,0-41 1,241-120 0,-161-40-16,120-40 31,-120 40-31,-40-40 0,81-40 15,-41-121 1,-161 81 15,-79 40-15,-1 40-16</inkml:trace>
  <inkml:trace contextRef="#ctx0" brushRef="#br0" timeOffset="65437.47">963 7740 0,'0'40'93,"40"-40"-61,0 0-1,0 0-15,1 0-16,-1 0 15,0 0-15,-40-40 16,40 40-16,0-40 0,-40 0 0,40 40 15,-40-41-15,40 1 0,-40 0 16,0 0-16,0 0 0,-40 0 16,40 0-16,-40 0 15,40 80 32,-40-40-31,40 40-1,0 0-15,-40 0 0,0 0 0,40 0 16,-40 0-16,40 1 0,-41-1 16,41 0-16,-40 0 0,40 40 0,0-40 0,-40 0 15,40 0-15,0 0 0,-40 1 0,40-1 0,0 0 16,0 0-16,0 0 16,-40-40-16,40 40 0,0 0 0,0 0 15,-40-40-15,40 40 16,0-80 31,0 0-32,0 0 1,40 0-16,-40 0 16,40 40-16,-40-40 15,40 40-15,-40-40 0,40 40 0,0-40 0,1 40 16,-1-41-16,0 41 15,0-40-15,0 40 0,0 0 16,0 0 0,-40-40-16,40 40 15,-40 40 1,0 0 0,0 1-16,41-41 0,-41 40 15,0 0 1,0 0-16,0 0 15,0 0 1,40-40-16,-40 40 16,0 0-16,40-40 31,0 0-31,-40 40 16,40-40-16</inkml:trace>
  <inkml:trace contextRef="#ctx0" brushRef="#br0" timeOffset="65857.42">2408 7579 0,'-41'-40'31,"1"40"0,40 40-31,0 0 16,-40-40-16,40 41 0,-40-1 15,40 0-15,-40 0 0,0 0 0,40 0 0,-40 0 16,0-40-16,40 40 16,-41 0-16,1 0 0,40 1 0,-40-1 15,40 0-15,0 0 0,0 0 16,0 0-16,40 0 16,0 0-1,1-40 1,-1 0-16,0 0 0</inkml:trace>
  <inkml:trace contextRef="#ctx0" brushRef="#br0" timeOffset="66517.39">2528 7860 0,'0'0'16,"0"-40"-16,0 0 15,40 40 1,0 0-16,0 0 16,0 0-16,41 120 31,-81-80-31,40-40 0,-40 40 0,0 41 16,0-41-16,-40 80 15,40-80-15,0 0 0,-40-40 16,-1 40-1,41 0-15,-40 1 16,0-41-16,40-41 16,40 1-1,-40 0-15,81-120 32,-41 160-32,0-40 0,-40 0 0,80-81 31,-40 121-31,0-40 31,0 40-15,1 40-1,-41 0-15,40 41 16,-40-41-16,0 0 16,0 0-1,0 0-15,0 40 16,0-40-16,0 0 15,0 1-15,0-1 32</inkml:trace>
  <inkml:trace contextRef="#ctx0" brushRef="#br0" timeOffset="66837.37">3692 8141 0,'0'0'0,"40"0"63,40 0-48,-40 0-15,40 0 0,1 0 0,-1 0 0,0 0 16,0 0-16,-39 0 0,39 0 16,-40 0-16,0 0 0,0 0 0,0 0 0,0 0 15,1-40-15,-1 40 16</inkml:trace>
  <inkml:trace contextRef="#ctx0" brushRef="#br0" timeOffset="67097.35">4253 7860 0,'-40'-40'16,"40"80"31,0 0-47,-40 0 0,40 0 15,0 0-15,-40-40 0,40 41 0,0-1 0,-40 40 16,40-40 0,0 40-16,-40-40 0,40 0 0,0 1 15,0-1-15,0 0 0,0 0 16,0 0-16</inkml:trace>
  <inkml:trace contextRef="#ctx0" brushRef="#br0" timeOffset="67647.39">4735 8020 0,'0'-40'15,"0"80"-15,0-120 16,80 80 15,81 0-15,-1 80-1,-80 41 1,-80-1 15,-80 0-15,-120 1-1,79-41 17,81-80-17,40-40 1,80 40 0,81-40 15,-121 40-31,80 0 15,-80 0-15,1 0 0,-1 0 16,0 0-16,0 0 0,40 0 16,-40 0-16</inkml:trace>
  <inkml:trace contextRef="#ctx0" brushRef="#br0" timeOffset="68167.36">5578 7780 0,'0'0'0,"40"0"15,0-40 17,-40 80-17,0 0 1,40 40 0,40 81 15,-40 119-16,-80 1 1,-201 0 0,1-161-1</inkml:trace>
  <inkml:trace contextRef="#ctx0" brushRef="#br0" timeOffset="70327.18">9269 7820 0,'0'-40'63,"-40"40"15,0 0-31,0 0-32,0 40-15,0 0 16,40 0 0,-41-40-16,41 40 15,0 0-15,0 0 32,0 1-32,41-41 15,-41 40-15,40-40 16,-40 40-16,40-40 0,0 40 15,0-40 1,-40 40-16,40-40 0,0 0 0,0 0 16,1 0-16,-1 0 0,0 0 0,0 0 15,0 0-15,0 0 16,-40-40-16,40 40 0,-40-40 16,0 0-1,40 40-15,-40-40 0,0-1 0,0 1 16,41 40-16,-41-40 0,0 0 15,0 0-15,0 0 0,0 0 0,0 0 16,-41 40 0,41-40-16,-40 40 0,0 0 15,0 0-15,0 0 16,0 0 0,0 0-16</inkml:trace>
  <inkml:trace contextRef="#ctx0" brushRef="#br0" timeOffset="71087.19">12640 7780 0,'0'0'0,"-40"0"93,40 40-77,-40-40-16,-1 40 0,1-40 0,40 40 0,-40 0 16,-40-40-16,40 40 0,0 0 0,0 1 0,-1-41 15,1 40-15,0 0 16,0-40-16,40 40 0,-40-40 0,40 40 16,-40-40-1,80 0 16,0 0-15,0 0-16,0 0 0,0 0 16,1 0-16,-1 0 0,40 0 0,0 0 0,-40 0 15,0 0-15,41 0 0,-1 40 0,-40-40 0,40 0 16,-40 0-16,1 0 16,-1 0-16,0 40 0,0-40 0,0 0 15,0 0 1</inkml:trace>
  <inkml:trace contextRef="#ctx0" brushRef="#br0" timeOffset="71427.16">12720 7860 0,'0'0'0,"0"-40"15,-40 80 17,40 0-17,-80 80 1,80 81-1,0-121 1,0 161 0,-40-41-1</inkml:trace>
  <inkml:trace contextRef="#ctx0" brushRef="#br0" timeOffset="72757.03">15730 7700 0,'-41'-40'0,"1"40"15,0 0-15,40-41 16,40 41 31,-40-40-16,40 40-31,-40-40 0,41 40 0,-41-40 16,40 40-16,0 0 15,0 0 1,0 0-16,0 40 16,0 0-16,-40 0 15,40 1-15,-40-1 0,41-40 0,-41 40 0,40 0 16,-40 0-16,0 0 15,0 0-15,0 0 0,0 0 0,0 0 16,-40-40-16,40 41 0,0-1 16,-81-40-16,81 40 0,-80-40 15,40 0-15,80-40 63,0 40-63,0 0 0,0 0 15,1 0-15,-1 40 16,0-40-16,0 40 0,-40 0 0,40-40 0,0 40 16,-40 0-16,40 0 0,0 0 0,-40 1 15,0-1-15,0 0 16,0 0-16,-40-40 0,40 40 0,-40-40 0,0 40 16,0-40-16,0 0 15,-40 0-15,39 0 0,-39 0 0,0 0 0,0-40 16,-1 40-16,1-40 0,0 40 15,0-40-15,40 40 0,-1-40 0,1 40 0,0 0 16,40-40-16</inkml:trace>
  <inkml:trace contextRef="#ctx0" brushRef="#br0" timeOffset="73836.98">18900 7339 0,'0'-40'0,"40"40"62,40 0-46,-40-41-16,0 41 0,0 0 0,0 0 15,41 0-15,-41 0 16,0 0-16,0 41 0,0-41 0,0 40 0,0 0 16,1 0-16,-1 0 0,-40 0 0,0 0 15,0 0-15,0 0 0,-40 1 16,40-1-16,-81 0 0,41-40 0,0 40 16,0 0-16,0-40 15,0 40-15,0 0 0,-1-40 0,1 0 0,0 40 16,0-40-16,0 0 0,0 0 15,0 0 1,40-40-16,80 40 16,-40 0-1,0-40-15,0 40 0,0 0 0,1 0 16,-1 0-16,0 0 0,0 0 16,40 0-16,-40 0 0,0 0 0,1 0 0,-1 0 15,0 0-15,0 0 16,0 0-16</inkml:trace>
  <inkml:trace contextRef="#ctx0" brushRef="#br0" timeOffset="74636.92">22431 7499 0,'0'40'78,"-40"-40"-62,40 40-16,0 0 16,-41-40-16,41 41 0,-40-1 0,40 0 0,-40 0 15,40 0-15,-40 0 0,40 0 16,0 0-16,-40 0 0,40 0 0,0 1 0,-40-1 15,40 0-15,0 0 16,0 0-16,-40-40 0,40 40 0,0 0 0</inkml:trace>
  <inkml:trace contextRef="#ctx0" brushRef="#br0" timeOffset="76696.86">24276 7820 0,'0'0'0,"-40"0"0,80 0 219,1 0 156,-82 0-266,1 0-93,0 0-16,0 0 15,0 0 1,0 40-16,0-40 0,40 40 0,-40-40 16,40 40-16,-41-40 0,1 40 15,40 0-15,-40-40 0,40 41 0,-40-1 16,40 0-1,0 0-15,0 0 0,40-40 16,0 40-16,41 0 0,-41-40 16,0 40-16,0-40 15,0 0-15,0 40 0,0-40 0,0 0 0,1 0 16,-1 0-16,0 0 16,0-40-16,0 40 0,-40-40 0,40 40 15,0-40-15,-40 0 0,40 0 16,-40 0-16,0 0 0,0 0 15,0-1-15,0 1 16,-40 0-16,40 0 0,-40 40 0,40-40 0,-40 0 16,-40 0-16,40 0 0,0 40 15,-1 0-15,1 0 16,0 0-16,0 0 0,40 40 16</inkml:trace>
  <inkml:trace contextRef="#ctx0" brushRef="#br0" timeOffset="77496.8">26965 8101 0,'0'0'0,"0"-40"0,0-1 16,0 1-1,-40 40-15,40-40 0,-40 40 16,0 0 0,40 40-16,-41-40 15,1 0-15,0 40 0,0-40 0,0 41 0,0-41 16,0 40-16,0 0 16,-1-40-16,41 40 0,0 0 15,41 0 1,-1 0-16,0-40 0,40 0 15,-40 40-15,0-40 0,41 0 16,-41 0-16,40 0 0,-40 40 0,0-40 0,40 0 16,-39 0-16,-1-80 0,0 80 0,0-40 0,-40 0 15,40 40-15,-40-40 16,0 0-16,0 0 0,0 0 0,-40 40 0,40-41 16,-80 1-16,40 40 0,-41-40 15,41 40-15,0 0 0,0-40 0,0 40 0,0 0 16,0 0-16,-1 0 15,41 40-15,0 0 16</inkml:trace>
  <inkml:trace contextRef="#ctx0" brushRef="#br0" timeOffset="78516.73">29172 7860 0,'-40'0'16,"0"0"-16,0 0 15,-1 0-15,1 0 16,0 0-16,0 0 16,40 40-16,-40-40 15,40 40-15,-40-40 0,0 40 16,40 0 0,-41-40-16,41 41 0,0-1 0,0 0 15,0 0 1,41 0-16,39 0 0,-40-40 15,0 0-15,0 40 0,0-40 16,1 0-16,-1 0 0,0 0 0,0 0 0,0 0 16,0 0-16,0-40 0,-40 0 15,40 0-15,-40 0 16,0 0-16,0 0 0,0-1 0,0 1 16,-40 40-16,40-40 0,-40 0 15,0 0-15,0 40 0,0-40 16,0 40-16,0 0 15,-1 0-15,1 0 0,0 0 0,0 0 16,40 40 0</inkml:trace>
  <inkml:trace contextRef="#ctx0" brushRef="#br0" timeOffset="79036.72">30456 8020 0,'-40'-40'16,"40"0"-16,-40 40 15,0 0 32,-1 0-31,41 40-16,-40-40 0,0 0 16,0 40-16,0-40 0,0 41 0,0-41 15,40 40-15,-40 0 16,40 0-16,0 0 15,40 0-15,0-40 16,0 40-16,0-40 16,0 0-16,0 0 0,0 0 15,-40-40-15,41 40 16,-41-40-16,0 0 0,0 0 16,0 0-16,0 0 0,0-1 15,0 1-15,-41 0 0,41 0 16,-40 40-16,40-40 15,-40 40-15,0 0 0,40-40 0,-40 40 0,0 0 16,0 0-16,0 0 0,40 40 16,-41-40-16,41 40 15,0 0-15</inkml:trace>
  <inkml:trace contextRef="#ctx0" brushRef="#br0" timeOffset="79626.67">31339 7980 0,'-40'0'15,"40"-40"1,-41 40-1,1 0 1,0 0 0,-40 40-1,0 41 1,40 39 15,80-40-15,160-40-1,-39-40 1,-41-80 15,-80-80-15,-80 39 0,-120 81 15,79 40-16,81 40 1</inkml:trace>
  <inkml:trace contextRef="#ctx0" brushRef="#br0" timeOffset="80106.56">32342 8141 0,'-40'0'16,"80"0"-16,-120 0 31,39 0-31,1 0 0,0 40 16,0-40-16,0 40 31,0 0-31,40 0 0,0 0 16,120 41-1,-40-81 1,41 40-1,-1-121 1,-120-79 15,-200 0-15,-41 39 0,120 121 15</inkml:trace>
  <inkml:trace contextRef="#ctx0" brushRef="#br0" timeOffset="82396.45">682 10066 0,'40'0'78,"0"0"-62,1 0-1,-1 0-15,0-40 0,0 0 32,0 40-32,0-40 0,-40-1 0,40 41 15,0-40-15,-40 0 0,41 0 16,-1 0-16,-40 0 0,40 40 0,-40-40 0,0 0 15,40 0-15,-40-1 16,0 1-16,0 0 0,0 0 16,0 0-16,0 0 15,-40 40 17,40 40-17,0 0-15,-40 0 0,40 0 16,-40 0-16,40 1 15,0-1-15,0 0 0,-41 0 0,41 0 0,-40 0 16,40 0-16,-40 0 0,40 0 0,0 1 0,-40-1 16,40 0-16,-40 0 0,40 0 15,0 0-15,-40 0 0,40 0 16,-40 0 0,40 0-1,0-80 32,40 40-31,-40-40-16,40 40 0,-40-40 0,0 0 0,40 40 15,0-40-15,-40 0 16,40 40-16,0-40 0,1 0 0,-1 40 0,0-40 16,0 40-1,-40-41-15,40 41 0,0 0 16,-40 41 15,0-1-15,0 0-16,0 0 15,0 0-15,0 0 0,0 0 16,0 0 0,0 0-16,0 0 0,-40-40 0,40 41 15,0-1 1,0 0-16,40-40 47,0 0-47,0 0 0</inkml:trace>
  <inkml:trace contextRef="#ctx0" brushRef="#br0" timeOffset="82786.39">2408 9585 0,'0'0'16,"-41"0"15,41 40-15,-40-40-16,0 80 15,0-40 1,40 0-16,-40 0 0,0 0 0,0 0 0,0 1 16,40-1-16,-41 0 15,41 0-15,-40 0 0,40 0 0,-40 0 0,40 0 16,0 0-16,0 0 15,0 1-15,0-1 0,40-40 16,-40 40-16,40-40 0,1 0 16,-1 0-1,0 0-15</inkml:trace>
  <inkml:trace contextRef="#ctx0" brushRef="#br0" timeOffset="83346.37">2729 9905 0,'40'-80'16,"-80"160"-16,160-200 15,-80 120-15,0 0 0,0 0 31,-40 40-31,40 0 16,-40 81 0,0-81-16,-40 80 15,40-80-15,0 0 0,-80 40 32,40-80-32,-40 41 15,80-1-15,40-80 31,-40-1-15,120-79 0,-80 80-16,81-40 15,-121 40-15,40 0 0,40 0 16,0 40 15,-40 0-15,-40 40-1,0 80 1,0-80-16,0 80 31,0-80-31,0 1 0,0-1 16,0 0-16,0 0 16</inkml:trace>
  <inkml:trace contextRef="#ctx0" brushRef="#br0" timeOffset="83596.42">3932 10347 0,'41'-41'16,"-82"82"-16,162-82 16,-81 41-16,0 0 15,0 0-15,121 0 32,-81 0-32,40 0 15,-80 0-15,41 0 16,-41 0-16,0 0 0</inkml:trace>
  <inkml:trace contextRef="#ctx0" brushRef="#br0" timeOffset="83876.4">4414 10026 0,'-40'0'16,"80"0"-16,-120 0 31,80 40-31,-81 80 32,41 81-17,40-121 1,0 0-16,-40 40 15,40-79-15,0-1 16,0 0-16</inkml:trace>
  <inkml:trace contextRef="#ctx0" brushRef="#br0" timeOffset="84576.31">5056 10226 0,'0'0'0,"0"-40"0,0 0 15,0 0 17,40 40-32,40-80 31,41 80-15,-1 40-1,-80 40 16,0 0-15,-80 41 0,-40-41-1,-40 0 17,79-80-17,1 0 1,80 0-1,41 0 17,-1 80-17,0 0 1,-80-39 0,0 39-1,0-40-15,-80 40 31,80-40-31,-80 0 0,-1 0 16,41 0-16,-160 1 16,160-1-16,-1-40 0,-79 0 15,80 40-15,-40-80 32,40 0-32,40-41 0</inkml:trace>
  <inkml:trace contextRef="#ctx0" brushRef="#br0" timeOffset="84946.27">5899 10066 0,'0'40'63,"0"0"-63,0 0 0,0 0 0,80 0 15,-80 0-15,0 1 0,0-1 0,0 0 0,0 40 16,-40-40-16,40 0 0,-40 40 16,40-39-16,-81-1 0,41 40 0,0-40 0,0 40 15,0-40-15,0 0 16,-41 0-16,41 1 0,-40-1 0,40 0 0,0-40 16,-40 0-16,39 40 0,1-40 15</inkml:trace>
  <inkml:trace contextRef="#ctx0" brushRef="#br0" timeOffset="89266.01">9229 9905 0,'-40'0'0,"80"0"63,-80 0 46,0 0-93,40 41-1,-40-41-15,40 40 0,-40-40 0,-1 40 16,1-40-16,0 40 0,-40-40 0,40 40 0,0 0 16,0-40-16,-1 40 15,-39-40-15,40 40 0,0 0 0,0 0 16,0-40-16,0 0 16,40 41-16,40-41 46,-40-41-46,40 41 0,-40-40 0,40 40 16,0 0-16,0-40 0,0 40 16,0 0-16,1 0 0,-1 0 0,0 0 15,40 0-15,-40 0 16,0 0-16,0 0 0,1 0 0,-1 0 0,0 0 16,0 0-16,0 0 15,0 40-15,0-40 0,0 40 0,1-40 16,-1 0-16,-40 41 15,40-41-15,0 0 0,0 40 0,0-40 16,0 0-16,0 0 0,1 0 16,-41-40-16</inkml:trace>
  <inkml:trace contextRef="#ctx0" brushRef="#br0" timeOffset="89646.08">9430 9986 0,'-40'0'31,"40"-40"-31,0 80 47,-41 0-31,41 0 0,0 0-16,0 0 0,-40-40 0,40 40 15,0 0-15,0 0 16,-40-40-16,40 40 0,0 1 0,-40-1 0,40 0 15,0 0-15,-40-40 0,40 40 0,0 0 0,0 0 16,0 0-16,0 0 16</inkml:trace>
  <inkml:trace contextRef="#ctx0" brushRef="#br0" timeOffset="91275.9">12198 9946 0,'0'-41'157,"41"41"-157,-1-40 15,0 40 1,-40-40-16,40 40 0,0 0 0,0 0 15,0 0-15,0 0 0,1 0 0,-1 0 16,0 0 0,0 0-16,0 0 0,-40 40 15,40 0-15,-40 41 16,0-41-16,0 0 16,0 0-1,0 0-15,-40-40 0,0 40 0,40 0 16,-40-40-16,0 40 0,0-40 15,-1 40-15,1-40 0,0 41 16,0-41-16,0 0 0,80 0 63,-40-41-63,40 41 0,0 0 31,0 0-31,1 0 15,-1 0-15,0 0 0,-40 41 0,40-41 16,-40 40-16,40 0 0,0 0 16,-40 0-16,0 0 0,40-40 15,-40 40-15,0 0 16,-40 0-16,-40 1 0,80-1 16,-40-40-16,-40 40 0,39 0 15,1-40-15,-40 40 0,40-40 0,0 0 16,0 0-16,0 0 15,-41 0-15,41 0 0,0 0 0,0 0 16,40-40-16,-40 40 0,40-40 0,0 0 16,0 0-16</inkml:trace>
  <inkml:trace contextRef="#ctx0" brushRef="#br0" timeOffset="92625.81">15248 10186 0,'-40'0'15,"40"-40"1,-40 40-16,40-40 31,40 40-15,0 0-16,-40-40 0,40 40 0,0 0 16,0 0-16,-40-40 15,41 40-15,-1 0 0,0-40 16,0 40-1,0 0-15,0 0 0,0 0 0,0 0 16,1 0-16,-1 0 0,-40 40 16,40-40-16,-40 40 0,0 0 15,0 0-15,0 0 0,0 0 0,0 0 16,0 0-16,-40 1 16,40-1-16,-40 0 0,-1 0 0,1 0 0,0 0 15,0 0-15,0 0 0,-40-40 16,40 40-16,-1-40 0,-39 41 0,40-41 0,0 0 15,-40 40-15,40-40 0,-1 0 0,1 40 16,0-40 0,80 0 15,-40-40-31,40 40 0,1 0 16,-1 0-1,0 0-15,0 0 0,40 0 0,-40 0 0,0 0 16,41 0-16,-41 0 0,40 40 15,-40-40-15,40 40 0,-39-40 0,-1 40 0,40-40 16,-40 0-16,0 40 0,0-40 0,0 40 0,1-40 16,-1 0-16,0 40 15,0-40-15,-80 0 63,0 0-48</inkml:trace>
  <inkml:trace contextRef="#ctx0" brushRef="#br0" timeOffset="94445.7">18177 9986 0,'0'-40'203,"0"-1"-140,40 41-63,-40 41 172,0-1-157,0 0 48,0 0-48,0 0-15,0 0 0,-40 0 0,40 0 16,0 40-16,-40-39 16,40-1-16,0 40 0,0-40 0,0 0 0,-40 40 15,40-40-15,0 1 0,0-1 16,0 0-16,0 0 0,0 0 0,0 0 16</inkml:trace>
  <inkml:trace contextRef="#ctx0" brushRef="#br0" timeOffset="96045.65">22029 10186 0,'-40'0'16,"40"-40"0,-40 40 46,0 0-46,0 0-1,0 0 1,0 0-16,40 40 0,-41-40 16,1 0-16,40 40 0,-40-40 15,0 40-15,0 0 0,0-40 0,40 41 0,-40-1 16,40 0-16,-40 0 16,40 0-16,0 0 0,0 0 0,0 0 15,0 0 1,40-40-16,0 41 0,40-41 15,-40 0-15,0 0 0,0 0 0,1 0 0,-1 0 16,0 0-16,0 0 16,0-41-16,0 41 0,0-40 0,1 40 0,-41-40 15,40 40-15,-40-40 0,0 0 16,40 0-16,-40 0 0,0 0 16,40 40-16,-40-40 15,0-1-15,0 1 16,0 0-16,-40 40 15,0 0 1,0 0-16,-1 0 16,1 0-1,0 0-15,40 40 16</inkml:trace>
  <inkml:trace contextRef="#ctx0" brushRef="#br0" timeOffset="96805.62">23835 10306 0,'0'0'16,"-40"0"-16,-40 41 63,40-41-48,-1 40 1,1 0-16,40 0 0,-40-40 0,40 40 0,0 0 15,0 0-15,0 0 0,40 0 16,0 1-16,1-41 16,-1 40-16,0-40 0,0 0 0,0 0 15,0 0 1,0 0-16,0 0 0,1-40 16,-1-1-16,-40 1 15,0 0-15,0 0 0,0 0 0,0 0 16,0 0-16,-40 0 0,40 0 31,-41 40-31,1 0 16,0 0-16,0 0 15,0 0 1</inkml:trace>
  <inkml:trace contextRef="#ctx0" brushRef="#br0" timeOffset="97905.54">26604 10427 0,'0'-40'31,"-40"40"-16,0 0 1,-1 0-16,1 0 16,0 0-16,0 0 0,0 0 15,0 0-15,0 0 16,0 40-16,-1-40 0,1 40 0,0 0 0,0-40 16,40 40-16,-40 0 0,0 0 15,0 0-15,40 1 0,0-1 0,0 0 16,0 0-16,40-40 0,-40 40 0,80 0 15,-40-40-15,0 40 16,0-40-16,41 0 0,-41 0 0,0 0 0,40 40 16,-40-40-16,0 0 0,1 0 15,-1 0-15,0-40 0,0 40 0,-40-40 0,40 0 16,-40 0-16,40 0 16,-40 0-16,0 0 0,0-1 0,0 1 15,-40 0 1,0 0-16,0 40 0,40-40 15,-40 40-15,0 0 16,40 40 15</inkml:trace>
  <inkml:trace contextRef="#ctx0" brushRef="#br0" timeOffset="98495.57">28490 10667 0,'0'0'31,"0"-40"-15,-81 40-1,41 0 1,-80 0 15,40 81-15,-1-1 0,202 80 15,79-80-16,1-40 1,-81-120 0,-79-80 15,-122-41-15,-79 121-1,80 120 1,39-40-16,41 40 15</inkml:trace>
  <inkml:trace contextRef="#ctx0" brushRef="#br0" timeOffset="99865.42">30255 10667 0,'-40'0'0,"40"-40"31,40 40-15,-40-40-1,-40 40 17,40 40-32,-40 0 31,0-40-16,40 41-15,-40-41 16,40 40-16,-40-40 0,40 40 16,-40-40-16,40 40 0,-41 0 0,41 0 15,-40-40 1,40 40-16,0 0 0,0 0 16,40-40-16,-40 40 15,81-40-15,-41 0 0,0 0 0,0 0 0,0 0 16,0 0-16,0-40 0,1 40 0,-41-40 15,40 40-15,-40-40 16,40 0-16,-40 0 0,0 0 0,0 0 16,0 0-16,0 0 15,0-1-15,0 1 16,-40 40-16,40-40 16,-40 40-1,-1 0 1</inkml:trace>
  <inkml:trace contextRef="#ctx0" brushRef="#br0" timeOffset="100385.39">31579 10788 0,'0'-40'46,"-40"40"-30,0 0 0,0 40-16,0-40 0,0 40 15,0 0 1,40 0-16,-40-40 0,40 40 16,-41 0-16,41 0 15,0 0-15,0 1 0,0-1 16,81-40-16,-41 40 0,40-40 15,-40 0 1,0 0-16,0 0 0,1 0 16,-41-40-16,40 40 0,-40-40 15,0-1-15,0 1 0,0 0 0,0 0 16,0 0 0,0 0-16,-40 0 0,40 0 0,-41 40 15,41-40-15,-40 40 16,0 0-1,40 40 1</inkml:trace>
  <inkml:trace contextRef="#ctx0" brushRef="#br0" timeOffset="100985.35">32502 10828 0,'-40'0'78,"0"0"-63,0 0 1,0 0-16,40 40 0,-40 0 16,40 0-16,-40-40 0,40 40 15,-41-40-15,41 40 0,0 0 0,0 1 0,0-1 16,0 0 0,0 0-16,41-40 0,-1 40 15,0-40 1,0 0-16,0 0 0,0 0 0,0 0 15,0 0-15,1 0 0,-1 0 16,0-40 0,0 0-16,-40 0 0,0 0 15,0-1-15,0 1 16,0 0-16,-40 0 0,-40 0 16,39 40-16,-39-40 15,40 40-15,-40-40 0,40 40 0,0 0 0,-41-40 16,41 40-16,0 0 0,0 0 0,0 0 15</inkml:trace>
  <inkml:trace contextRef="#ctx0" brushRef="#br0" timeOffset="109244.93">19782 4371 0,'0'0'0,"-40"0"63,40-40-48,40 40 188,0 0-187,1 0 0,-1 0-1,0 40 17,0-40-17,0 40-15,0-40 16,0 0-1,0 0-15,1 40 0,-1-40 0,0 0 16,0 0 0,0 0-16,0 0 31,0 0-15,0 0-1,1 0-15,-1 0 0,0 0 16,0 0-16,0 40 0,0-40 15,0 0 1,0 0 15,41 0 1,-41 0-32,0 0 0,0 0 0,0 0 15,-40 40-15,40-40 0,0 0 0,-40 40 31,41-40-31,-1 0 16,0 41 0,0-41-16,0 0 15,0 0-15,0 0 16,0 0-16,1 40 0,-1-40 0,0 0 16,0 0-16,0 0 15,0 0-15,0 0 47,0 0-16,1 0-31,-1 0 0,-40-40 0,40 40 16,0 0-16,0 0 16,0 0-16,0 0 0,1 0 0,-1 0 15,0 0-15,0 0 16,-40 40-1,40-40-15,0 0 16,0 0 0,0 0-16,1 0 0,-1 0 15,0 0-15,0 0 16,0 0-16,0 0 0,0 40 0,0-40 16,1 0-16,-1 0 0,0 0 15,0 0-15,0 0 0,0 0 16,0 0-16,0 0 0,1 0 15,-1 0 1,0 0-16,0 0 16,0 0-1,0 0 1,0 0 0,0 0-1,1 0 16,-1 0-31,0 0 16,0 0 0,0 0-16,0 0 0,0 0 15,0 0 1,-40 40-16,41-40 16,-41 40-1,40-40-15,0 0 0,0 0 16,0 40-16,0-40 0,0 0 15,0 0-15,1 0 0,-1 0 16,0 0-16,0 0 0,0 0 0,0 0 16,0 0-1,0 0-15,1 0 0,-1 0 0,0 0 16,-40 40-16,40-40 16,0 0-1,0 0 1,0 0-1,0 0-15,1 0 16,-1 0 0,0 0-1,0-40 1,0 40-16,0 0 16,0 0-16,0 0 15,1 0-15,-1 0 0,0 0 16,0 0-16,0 0 0,0 0 15,0 0 1,0 0 47,1 0-63,-1 0 15,0 0-15,0 0 0,0 0 31,0 0 1,0 0-1,1 40-31,-1-40 16,0 0-1,0 0 110,0 0-78,0 0 0</inkml:trace>
  <inkml:trace contextRef="#ctx0" brushRef="#br0" timeOffset="113194.75">8988 11470 0,'40'0'141,"1"0"-141,-41-41 15,40 41-15,0 0 16,0 0-16,0 0 0,0 0 0,0 0 16,0 0-16,1 0 0,-1 0 15,0 0-15,0 0 0,0 0 16,0 0 0,0 0-16,-40 41 0,40-41 15,1 0-15,-1 40 16,0-40-1,40 0-15,-40 0 0,0 40 0,0-40 0,1 0 16,-1 0-16,0 0 16,0 0-16,0 40 0,0-40 0,0 0 15,0 0-15,1 0 16,-1 0-16,0 0 16,0 0-1,0 0-15,0 0 16,0 0-16,0 0 15,1 0 1,-1 0-16,0 0 0,0 0 16,-40 40-1,40-40-15,0 0 16,0 40 0,1-40-16,-1 0 0,0 0 15,0 0-15,0 0 0,0 0 0,40 0 0,-39 40 16,39-40-16,-40 0 15,40 0-15,-40 40 0,0-40 0,41 0 0,-41 0 16,-40 40-16,40-40 0,0 0 16,0 0-16,0 0 0,0 0 0,-40 40 15,41-40-15,-1 0 16,0 0-16,0 0 0,0 0 16,0 0-16,0 41 15,0-41-15,1 0 0,-1 0 0,0 0 0,40 0 16,-40 40-16,0-40 0,0 0 0,1 0 0,39 40 15,-40-40-15,0 0 16,0 0-16,0 0 0,0 40 0,1-40 31,-1 0-31,-40 40 16,40-40 0,0 0-16,0 0 0,0 0 15,0 0-15,0 0 0,1 0 0,39 0 0,-40 0 16,40 0-16,-40 40 0,41-40 15,-1 0-15,-40 0 0,40 0 0,-40 0 0,41 0 16,-41 0-16,0 0 16,40 0-16,-40 0 0,0 0 0,0 0 0,1 0 15,-1 0-15,40 0 0,-40 0 16,0 40-16,0-40 0,0 0 0,1 0 0,-1 0 16,0 40-16,0-40 15,0 0-15,0 0 0,0 0 16,-40 40-16,41-40 0,-1 0 15,0 0-15,0 0 16,0 0-16,0 0 0,0 0 16,0-40-16,1 40 15,-1 0-15,0 0 0,0 0 16,0 0-16,0 0 16,0 0-16,0 0 0,1 0 0,-1 0 15,0 0-15,0 0 0,-40 40 0,40-40 0,0 0 16,0 0-1,0 41-15,1-41 0,-1 0 0,0 0 16,0 0-16,0 0 16,0 0-16,0 0 0,0 0 15,1 40 1,-1-40-16,0 0 0,0 0 0,0 0 16,0 0-16,0 0 0,0 0 15,1 0-15,-1 0 0,0 0 16,0 0-16,0 0 0,0 0 15,0 0 1,0 0-16,1 0 0,-1 0 16,0 0-1,0 40-15,0-40 0,0 40 0,0-40 16,0 0-16,1 0 16,-1 40-16,0-40 0,0 0 0,0 40 15,0-40-15,0 0 0,0 0 16,1 0-1,-1 0 1,0 0 0,0 0-16,0 0 0,0 0 15,0 40-15,0-40 0,1 40 16,-1-40-16,-40 40 0,40-40 0,0 0 16,0 0-1,0 0 32,-40-40-31,40 40-1,0 0 1,-40 40-16,-40-40 141,40-40-126,-40 40-15</inkml:trace>
  <inkml:trace contextRef="#ctx0" brushRef="#br0" timeOffset="118564.42">762 11911 0,'0'40'219,"41"-40"140,-82 0 141,1 0 78,40 40-484,0 0-78,40-40 484,-40-40-500,41 40 31,-41-40-31,40 40 15,-40-40-15,40 0 16,-40-1 0,40 41-16,-40-40 0,40 0 15,-40 0-15,40 40 16,-40-40-16,0 0 16,0 0 30,-40 40 17,0 0-32,40 40 235,0 0-266,0 0 0,0 0 15,0 0 1,0 0-16,-40-40 16,40 41-16,0-1 15,-40-40-15,40 40 0,-40-40 0,40 40 16,0 0 0,-41 0-16,41 0 15,-40 0 1,40 0-1,0 1-15,-40-1 0,40 0 16,-40 0-16,40 0 16,0 0-16,-40-40 0,40 40 0,0 0 15,0-80 63,0 0-62,40 40-16,-40-40 16,40 40-1,0 0-15,-40-40 0,40 40 16,1-40-16,-1 40 16,-40-40-16,40 40 0,0 0 0,0-40 15,0 40-15,-40 40 110,40-40-95,-40 40-15,0 0 16,0 0-16,0 0 0,0 0 15,0 0 1,0 0-16,40-40 0,-40 40 0,0 1 16,0-1-16,41-40 15,-1 0-15,-40 40 0,40-40 16,0 0 0,0 0-16</inkml:trace>
  <inkml:trace contextRef="#ctx0" brushRef="#br0" timeOffset="119044.39">1886 11951 0,'-40'0'0,"0"0"32,40 40-32,-40-40 15,40 40-15,0 0 16,-41-40-16,41 40 0,0 0 16,0 0-16,-40-40 0,40 41 15,0-1-15,0 0 16,0 0-16,0 0 0,0 0 15,0 0 1,0 0-16,40-40 0,-40 40 0,41 0 16,-41 1-16,40-41 15,0 0 1</inkml:trace>
  <inkml:trace contextRef="#ctx0" brushRef="#br0" timeOffset="119714.3">2247 12232 0,'40'-41'31,"-80"82"-31,201-122 16,-121 81 0,0 0-16,0 40 15,-40 1 16,40-1-15,-40 40 0,0 0 15,0 0-15,-80-40-1,40-40 1,40-40-1,80-40 1,40-80 15,-39 160-31,-1-81 32,40 81-17,-80 0-15,-40 41 31,0 39-15,0 40 0,0 0 15,0-80-31,0 41 16,0-41-16,0 0 15</inkml:trace>
  <inkml:trace contextRef="#ctx0" brushRef="#br0" timeOffset="119984.32">3451 12713 0,'0'0'0,"0"-40"0,40 40 32,0 0-17,0 0-15,0 0 16,1 0-16,-41 40 0,40-40 0,40 0 16,-40 0-16,0 0 0,40 0 31,-39 0-31,79 0 15,-80 0-15</inkml:trace>
  <inkml:trace contextRef="#ctx0" brushRef="#br0" timeOffset="120334.22">3892 12512 0,'-40'-40'31,"40"80"31,-40 0-62,40 0 16,0 1-16,0-1 0,-40 0 16,40 0-1,0 0-15,-40 0 0,40 0 0,0 0 16,0 0-16,-40 1 0,40-1 16,0 0-16,0 0 15</inkml:trace>
  <inkml:trace contextRef="#ctx0" brushRef="#br0" timeOffset="120924.22">4775 12512 0,'-40'0'31,"40"40"-31,-40-40 16,40 40-16,-40-40 0,40 41 0,-40-41 15,-1 0-15,41 40 16,-40-40-16,0 40 15,0-40 1,40 40-16,-40 0 0,40 0 16,0 0-1,0 0-15,0 0 16,0 1-16,40-41 16,0 0-16,0 0 15,0 0-15,1 0 0,-1 0 0,0 0 16,0 0-16,0 0 15,0 0-15,0 0 0,0-41 0,1 41 0,-1 0 16,0-40 0,0 40-16,0 0 31,0 0-31</inkml:trace>
  <inkml:trace contextRef="#ctx0" brushRef="#br0" timeOffset="121294.16">4815 12592 0,'0'-40'16,"0"80"31,0 1-31,-40-1-16,40 0 0,-40-40 0,40 40 15,0 40-15,-40-40 16,40 0-16,0 0 0,-40 1 0,40-1 0,-40 40 0,40-40 15,-41 0 1,41 0-16,0 0 0,0 0 0,0 0 0,-40-40 16,40 41-16,0-1 15</inkml:trace>
  <inkml:trace contextRef="#ctx0" brushRef="#br0" timeOffset="121814.23">5176 12352 0,'40'0'63,"1"0"-48,-41 40 1,40-40 0,-40 40-16,0 0 15,40 0-15,-40 0 32,0 0-1,0 1-31,0-1 15,0 0-15,0 0 16,0 0-16,0 0 0,-40 40 0,40-40 16,-40 1-16,40-1 15,-41 0-15,41 0 0,-40 0 0,40 0 0,-40 0 16,40 0-16,-40-40 0,40 40 16,-40 0-16,0-40 0,40 41 0</inkml:trace>
  <inkml:trace contextRef="#ctx0" brushRef="#br0" timeOffset="123634.02">7544 12151 0,'-40'0'110,"0"40"-95,-1-40-15,1 0 0,0 0 16,40 41-16,-40-1 0,0-40 16,0 40-16,0-40 0,40 40 0,-41-40 15,1 40-15,80-40 172,1 0-156,-1 0-1,0 0-15,0 0 0,0 0 16,0 40-16,0-40 16,41 0-16,-41 0 0,40 40 0,-40-40 0,0 0 15,41 0-15,-41 0 0,0 0 0,0 0 16,0 0-16,0 0 15</inkml:trace>
  <inkml:trace contextRef="#ctx0" brushRef="#br0" timeOffset="123964.09">7744 12191 0,'0'41'31,"0"-1"-16,0 0 17,0 0-32,-40-40 0,40 40 0,-80 0 15,80 0-15,0 0 16,-80 0-16,80 0 0,-40 1 0,0-1 0,40 40 16,-41-40-16,1 0 0,40 0 0,-40 40 0,40-39 15,0-1-15,0 0 0,0 0 16</inkml:trace>
  <inkml:trace contextRef="#ctx0" brushRef="#br0" timeOffset="124953.95">9590 12592 0,'0'0'0,"40"0"0,-40-40 16,40 40-16,-40-40 15,41 40-15,-1 0 32,0 0-17,0 0-15,0 0 16,-40 40-16,40-40 0,0 40 15,-40 1 17,0-1-32,0 0 0,-40 0 15,40 0-15,-40 0 16,40 0-16,-40-40 0,40 40 0,-40 0 0,0-40 16,0 41-16,-1-41 15,41 40 1,41-40 15,-1-40-31,0 40 16,0 0-1,0 0-15,0 0 16,0 40-16,0-40 16,-40 40-16,41-40 0,-1 0 0,0 40 15,0 0-15,-40 0 16,40-40-1,-40 40-15,0 0 0,-80 0 16,40-40 0,40 40-16,-40-40 0,-1 0 0,1 41 0,0-41 15,0 0-15,0 0 16,0 40-16,0-40 0,0 0 0,-1 0 0,1 0 16,0 0-16,0 0 0,0 0 0,0 0 15,0 0-15</inkml:trace>
  <inkml:trace contextRef="#ctx0" brushRef="#br0" timeOffset="125863.89">12399 13114 0,'0'-40'0,"40"40"78,0 0-62,0-40-1,1 40-15,-1 0 16,0 0-16,0 40 15,0-40-15,0 40 16,-40 0-16,40-40 16,-40 40-16,0 0 0,0 0 15,-40 0-15,0 0 16,40 1-16,-80-41 0,80 40 0,-40 0 0,0-40 16,-1 40-16,1-40 0,0 40 15,0-40 1,40-40 15,0 0-31,0 0 16,40 40-1,0 0 1,0 40-16,1-40 0,-1 40 16,0-40-16,0 40 15,0-40-15,0 0 0,40 0 0,-39 40 0,-1-40 16,0 40-16,40-40 15,-40 0-15,0 0 0,41 40 0</inkml:trace>
  <inkml:trace contextRef="#ctx0" brushRef="#br0" timeOffset="126543.93">15850 13074 0,'0'0'0,"0"40"78,-40 0-78,0 0 0,40 0 15,-40 0-15,40 0 16,-41 41-16,41-41 0,-40 0 0,40 0 0,-40 40 16,40-40-16,0 0 0,-40 0 15,40 1-15,-40-1 0,40 0 0,0 0 16</inkml:trace>
  <inkml:trace contextRef="#ctx0" brushRef="#br0" timeOffset="127603.79">17736 13715 0,'0'-40'31,"-40"40"47,0 40-62,-1-40-16,41 41 0,-40-41 16,0 40-16,0 0 0,40 0 15,0 0 1,0 0-16,0 0 16,40-40-16,-40 40 0,40-40 0,0 0 0,1 0 15,-1 40-15,0-40 0,0 0 16,40 0-16,-40 0 0,0 0 0,1 0 0,39-40 15,-40 40-15,0-40 16,0 40-16,0-40 0,1 0 0,-1 40 0,-40-40 16,40 0-16,-40 0 15,0 0-15,0-1 0,0 1 16,-80 0-16,80 0 0,-41 40 16,41-40-16,-40 0 15,0 40-15,0 0 16,0 0-16,0 0 15,40 80-15</inkml:trace>
  <inkml:trace contextRef="#ctx0" brushRef="#br0" timeOffset="128433.81">21789 13555 0,'0'0'0,"0"-40"15,-41 40 32,1 0-31,0 40-16,0-40 16,0 0-16,40 40 0,-40-40 15,40 40-15,-40-40 16,0 40-16,-1 0 0,1 1 15,40-1-15,-40-40 16,40 40-16,0 0 0,0 0 0,0 0 16,40-40-16,41 0 15,-41 0-15,0 0 0,0 0 0,0 0 16,0 0-16,0 0 0,0-40 0,1 40 16,-1-40-16,0 40 0,0-40 15,0 0-15,0 40 0,-40-40 0,40-1 16,-40 1-16,41 0 15,-41 0-15,0 0 0,0 0 16,0 0-16,-41 40 16,41-40-16,-40 40 0,0 0 15,0 0-15,0 0 16,0 40-16</inkml:trace>
  <inkml:trace contextRef="#ctx0" brushRef="#br0" timeOffset="129113.69">23835 13475 0,'0'0'16,"0"-40"15,-40 40 31,0 0-62,0 0 0,0 0 16,-1 40 0,1-40-16,40 40 0,0 0 15,0 0-15,0 0 16,0 0-16,0 0 0,40 1 16,1-1-16,-1 0 15,0-40-15,-40 40 16,40-40-16,0 0 0,0 0 0,0 0 15,0 0 1,1 0-16,-1-40 0,0 0 16,0 40-16,0-40 15,-40-1-15,0 1 0,0 0 16,0 0-16,0 0 0,-40 0 16,0 40-1,40-40-15,-40 40 0,40-40 0,-40 40 16,-1 0-16,1 0 15</inkml:trace>
  <inkml:trace contextRef="#ctx0" brushRef="#br0" timeOffset="129873.65">26203 13435 0,'-41'0'0,"1"0"31,40 40-31,-40-40 0,0 0 16,0 0-16,0 40 16,0 0-16,0-40 0,-1 0 0,1 40 0,0 0 15,0 0 1,0 0-16,0 1 0,40-1 16,0 0-16,0 0 15,0 0 1,40-40-16,0 40 0,40-40 15,-40 0-15,1 0 0,-1 0 16,0 0-16,0 0 0,0-40 0,0 40 0,0-40 16,0 40-16,1-40 15,-1 0-15,-40 0 0,40 40 0,-40-41 0,0 1 16,40 0-16,-40 0 0,0 0 0,0 0 16,-40 0-1,0 40-15,0 0 16,-1 0-1,1 40-15,0 0 0,0-40 0,40 40 16</inkml:trace>
  <inkml:trace contextRef="#ctx0" brushRef="#br0" timeOffset="130563.69">28490 13675 0,'-40'0'16,"40"-40"-16,-41 40 31,1 0-15,0 0 0,0 0-1,0 40 1,0 41-1,0-1 17,40-40-32,0 40 15,40-80-15,40 40 16,-40-40-16,121 0 16,-121 0-16,40-80 31,-40 80-31,0-120 15,0 120-15,-40-40 0,0-1 16,0 1-16,0-40 31,0 40-15,0 80 0,41-40-16</inkml:trace>
  <inkml:trace contextRef="#ctx0" brushRef="#br0" timeOffset="131073.57">30376 13635 0,'-40'0'16,"-1"0"-16,1 0 16,0 0-1,0 0 16,40 40-31,-40 0 16,40 1 0,-40-41-16,40 80 15,-40-40-15,40 0 16,0 0-16,80-40 0,40 80 16,-80-80-16,1 40 15,-1-40 1,0 0-16,0-40 15,-40 0-15,0 0 16,0-120 0,-40 120-1,0 40-15,0-81 16,-1 81-16</inkml:trace>
  <inkml:trace contextRef="#ctx0" brushRef="#br0" timeOffset="131593.56">31579 13675 0,'0'0'0,"0"-40"0,41 40 16,-122 0 15,41 40-31,0-40 16,0 0-16,40 40 15,-40-40-15,0 0 0,0 41 0,-1-41 16,41 40-16,-40 0 16,40 0-16,-40 0 15,40 0 1,40-40 0,-40 40-16,40-40 0,1 0 0,-1 0 15,0 0-15,0 0 16,0-40-16,0 40 15,-40-40-15,40 0 16,-40 0-16,0 0 16,0 0-16,0-1 15,-40 41-15,40-40 0,0 0 0,-40 40 16,40 40 15,0 0-31</inkml:trace>
  <inkml:trace contextRef="#ctx0" brushRef="#br0" timeOffset="132043.59">32703 13876 0,'0'0'0,"0"-40"16,-40 40 15,-81 80-15,81 0-1,40-40-15,0 0 32,81 0-17,-1 1 1,40-41 0,-80-81-1,-40-79 1,-40 80-1,0 40 1,-80 0 0,80 40-1,-81 0-15</inkml:trace>
  <inkml:trace contextRef="#ctx0" brushRef="#br0" timeOffset="136353.26">16131 14116 0,'40'-40'15,"0"40"1,-40-40-16,120 40 31,-120 40-15,0 0-16,0 1 31,-40-41 0,0 0 1,0 0-32,40-41 15,-40 41 1,0 0-16,0 0 16,0 0-16,40 41 15,-41-41 1,1 0 15,0 0-15,40 40-16,-40-40 15,0 0-15,0 0 0,0 40 0,0-40 16,-1 0-16,1 40 0,0 0 16,0-40-16,0 40 15,0-40 1,0 0 62,0 0-78,-1 0 0,1 0 0,0 0 16,0 0-16,0 0 0,0 40 0,0-40 0,0 0 15,-1 0 1,1 0-16,0 0 31,0-40 16,0 40-47,0 0 16,0 0-16,0 0 15,-1 0-15,1 0 0,0 0 0,0 0 16,0 0-16,0 0 15,0 0-15,-1 0 0,1 0 0,-40 0 0,40 0 16,0 0-16,0 0 0,0 0 16,-1 0-16,41-40 0,-40 40 0,0 0 31,0 0-31,40-40 0,-40 40 0,0 0 16,0 0-16,0 0 15,-41 0-15,41 0 0,0 0 16,0 0-16,-40 40 0,40-40 0,-1 0 0,1 0 15,-40 0-15,40 0 16,0 0-16,0 0 0,0 0 0,-1 0 16,1 0-16,0 0 15,0 0-15,0 0 16,0 0-16,0 0 31,0 0-31,-1 0 16,1 40-16,0-40 15,0 0-15,0 0 0,0 0 16,0 0 0,0 0-16,-1 0 0,1 0 0,0 0 15,40-40-15,-40 40 16,0 0 15,0 0-15,0 0-16,0 0 15,-1 0 1,1 0-16,0 0 0,0 0 0,0 0 16,0 0-1,0 0-15,0 0 16,-1 0-16,1 0 16,0 0-1,0 0-15,0 0 0,0 0 16,0 0-1,0 0-15,-1 0 0,1 0 16,0 0-16,40-40 16,-40 40-16,0 0 0,40-40 15,-40 40 1,0 0-16,0 0 16,-1 0-16,1 0 15,0 0 1,0 0-16,0 0 0,0 0 0,0 0 15,0 0 1,-1 0-16,1 0 0,0 0 16,0 0-1,0 0 1,0 0-16,0 0 16,-1 0-16,1 0 15,0 0-15,0 0 0,0 0 0,0 0 0,0 0 16,0 0-1,-1 0-15,1 0 0,40-40 16,-40 40-16,0 0 16,0 0-16,0-40 15,0 40-15,0 0 16,-1 0 0,41-41-16,-40 41 15,0 0 1,0 0-16,0 0 31,0 0-31,0 0 0,0 0 16,-1 0-1,1 0 1,0 0 0,0 0-1,0 0 1,0 0-1,0 0-15,40-40 0,-40 40 0,-1 0 16,1 0 0,0 0-16,40-40 15,-40 40 1,0 0 0,0 0-16,0 0 0,0 0 15,-1 0-15,1 0 16,0 0-16,0 0 0,0 0 15,0 0 1,0 0-16,0 0 0,-1 0 16,1 0-1,0 0-15,0 0 16,0 0-16,0 0 31,0 0-15,0 0-16,-1 0 15,1 0-15,0 0 32,0 0-32,40-40 0,-40 40 15,40-40 1,-40 40-16,0 0 16,40-40-16,-40 40 15,-1 0 1,1-40-1,0 40 1,0 0-16,0 0 0,0 0 31,0 0-31,40-40 0,-40 40 16,-1-40 0,1 40-1,0-40-15,0 40 31,0 0-31,40-41 0,-40 41 32,40-40-17,-40 40 1,0 0 0,-1 0-16,41-40 0,-40 40 15,0 0-15,0 0 16,0 0-1,40-40 79,-40 40-63,40-40 1,0 0-17,0 0 1,-40 40-16,40-40 31,-41 40 110</inkml:trace>
  <inkml:trace contextRef="#ctx0" brushRef="#br0" timeOffset="141762.91">9189 3930 0,'0'0'15,"-40"0"1,40-40 0,0 0 15,40 40 188,-40-41-204,40 41 1,0 0-1,0 0 1,-40-40 0,40 40-1,1 0-15,-1 0 16,0 0-16,0 0 31,0 40 32,0-40-63,0 0 15,-40 41 17,40-41-1,1 0 0,-41 40-15,40-40-1,0 0 1,-40 40-16,40-40 0,0 0 16,0 0-1,0 0-15,0 0 16,1 40-1,-1-40-15,40 0 79,-40 0-79,0 0 0,0 0 15,0 0 1,1 0-16,-1 40 0,0-40 0,0 0 15,0 0-15,0 0 16,-40 40-16,40-40 0,0 0 31,-40-40-15,41 40-16,-41-40 16,40 40-16,0 0 62,0 0-46,0 0-16,0 0 0,0 0 15,1 0-15,-1 0 0,0 0 0,0 0 0,0 0 16,40 0-16,-40 0 16,1 0-16,-1 0 0,0 0 0,0 0 0,0 0 15,0 0-15,0 0 0,0 0 16,1 0-16,-1 0 0,0 0 31,0 0-31,0 0 16,0 0-1,0 0 1,0 0 15,-40 40-31,41-40 0,-1 0 16,-40 40-16,40-40 15,0 0-15,0 0 0,0 40 0,0-40 0,0 0 16,1 0-16,-1 0 16,0 0-16,0 0 0,0 0 15,0 0 32,-40 40-16,0 0-15,40-40-16,0 0 31,1 0-15,-1 0-16,0 0 0,0 0 16,0 0-16,0 0 0,0 0 15,41 0-15,-1 0 0,-40 0 0,0 40 0,40-40 16,-40 41-16,1-41 15,-1 0-15,0 40 0,0-40 0,0 0 0,0 0 16,0 40-16,0-40 16,1 0-16,-1 0 0,0 0 15,0 0-15,0 0 0,0 0 0,0 0 16,0 0 0,1 0-16,-1 0 0,0 0 15,0 0 1,0 0-16,0 0 15,0 0 1,0 0-16,1 0 16,-1 0-16,0 0 15,0 0-15,0 0 0,0 0 16,0 0 0,41 0 30,-1 0-46,-40 0 16,0 0 0,0 0-16,0 0 0,1 0 0,-1 0 15,0 0-15,0 0 0,0 0 16,0 0 0,0 0-16,0 0 31,1 0-31,-1 0 15,0 0 1,0 0-16,0 0 16,0 0 46,0 0-62,0 0 31,1 0 32,-41-40-63,40 40 16,0 0-1,0 0-15,0 0 16,0 0-16,0 0 0,0 0 15,1 0 1,-1 0 15,0 0-15,0 0 15,0 0 0,0 0 16,-40-40-31,40 40-16,0 0 16,1 0-16,-1 0 31,0 0 31,0 0 48,0 0-95,-40-41 32,40 41 0,0 0-47,0 0 31,1 0-31,-1 0 16,-40 41-16,40-41 0,0 0 16,0 0-1,0 0-15,0 0 16,0 0-1,1 0 1,39 0 156,-80-41 78,80 41-63,-40 0-155,-40 41-17,40-41 17,0 0-17,-40-41-15,41 41 16,-82 0 328,1 0-298,0 0-30,40 41-16</inkml:trace>
  <inkml:trace contextRef="#ctx0" brushRef="#br0" timeOffset="146382.74">19622 3850 0,'40'0'140,"-40"-41"-93,0 1 78,40 40-78,-40 40 63,0 1-95,-40-1 1,40 0-16,0 0 15,-40-40 1,40 40 0,0 0 46,-40-40-46,40 40-16,-40-40 0,40 40 15,0 0-15,-41-40 0,41 40 0,0 1 32,-40-41-32,80 0 93,-40-41-77,41 41 0,-1 0 46,0 0-31,-40 41-15</inkml:trace>
  <inkml:trace contextRef="#ctx0" brushRef="#br0" timeOffset="148652.51">26564 4451 0,'0'-40'31,"40"40"-31,0 0 31,-40-40-15,40 40 15,-40-40 0,40 40-31,-40-40 16,40 40 0,-40-40-1,40 40-15,-40 40 188,0 0-141,0 0-32,0 0 17,-40-40-32,40 40 0,0 0 31,-40-40 0,40 40 0,-40-40-15,40 40 78,0 1-79,0-1 1,-40 0 0,40 0 15,-40-40-31,0 0 187,0 0-155,-1 0 14,1 0-30,0 0 0,0 0-16,0 0 0,0 0 31,0 0 31,0 0-30,40-40-32,-41 40 47,1 0-32,0 0 1,0 0 15,0 0-15,0 0-16,0 0 15,0 0 1,-1 0 15,1 0-15,40 40-1,-40-40 1,0 0 0,40 40-16,-40-40 15</inkml:trace>
  <inkml:trace contextRef="#ctx0" brushRef="#br0" timeOffset="171281.15">13482 16282 0,'0'-40'203,"41"40"-203,-41-40 16,40 40-16,-40-40 0,40 40 15,0-40-15,0 40 0,0-40 0,0 40 16,0-40-16,1 40 0,-1 0 0,0 0 0,0 0 16,0 0-16,0 0 15,0 0-15,0 40 0,1 0 0,-1-40 16,0 40-16,-40 0 0,40 0 16,-40 0-16,0 0 0,0 0 0,0 0 0,0 1 15,-40-1-15,40 40 16,-40-40-16,40 0 0,-40 0 0,40 40 0,-81-39 15,81-1-15,-40 0 0,0-40 0,0 40 0,40 0 16,-40-40-16,0 0 0,0 40 16,-1-40-16,1 0 0,0-40 31,40 0-31,0 0 0,0 0 0,0 0 16,40 40-16,-40-41 0,81 1 15,-41 0-15,0 0 0,0 0 0,40 0 0,-40 40 16,0-40-16,1 0 15,39 40-15,-40-40 0,0-1 0,0 41 0,0-40 16,0 0-16,1 40 0,-41-40 0,40 0 0,0 40 16,-40-40-16,0 0 0,40 40 15,-40-40-15,0 0 0,40 40 0,-40-40 16,0-1 0,0 82 15,0-1-16,40-40-15,-40-40 94,0-1-78,0 1-1,0 80 32,40-40-47,-40 41 0,0-1 16,0-80 62,-40 40-31,0 40-31,0-40-16,40 40 15,-40-40-15,0 0 0,0 0 16,-1 40-1,1-40-15,0 0 0,0 40 16,40 0 0,-40-40-1,40 40-15,0 0 0,0 0 16,0 0 0,0 1-16,40-1 0,-40 0 15,0 0-15,0 0 16,0 0-16,40-40 0,-40 40 0,0 0 15,40-40-15,-40 40 0,40-40 16,1 0-16,-1 0 16,0 0-16,0 0 0,0 0 0,0-40 15,0 40-15,41-40 0</inkml:trace>
  <inkml:trace contextRef="#ctx0" brushRef="#br0" timeOffset="171671.12">15649 15921 0,'-80'-40'15,"40"40"-15,-40 0 16,-41 80 15,41 121-15,40-1-1,40-160-15,40 81 16,0-121-16,-40 40 0,40-40 16,0 40-16,1-40 15,-1 0-15,80 80 16,-80-80-16</inkml:trace>
  <inkml:trace contextRef="#ctx0" brushRef="#br0" timeOffset="172171.09">15850 16242 0,'0'0'0,"0"-40"0,40 40 47,0 0-47,40 0 16,-39 0-1,-1 80-15,0-40 0,-40 0 16,0 0-16,0 1 16,0-1-16,-40 0 0,0 0 15,-1-40 1,1 0-1,40-40-15,0 0 16,81 0-16,-81-1 16,40 1-16,0 0 0,0 0 0,0 0 15,0 40-15,0-40 16,0 40-16,1 0 0,-41-40 0,40 40 16,0 0-16,0 0 15,-40 40-15,0 0 0,40-40 16,-40 40-16,0 0 15,0 0-15,0 0 0,0 1 16,0-1-16,0 0 0,0 0 16,0 0-16,0 0 15,0 0-15,0 0 0,0 0 16</inkml:trace>
  <inkml:trace contextRef="#ctx0" brushRef="#br0" timeOffset="172441.07">16773 16162 0,'0'-40'16,"0"80"-16,80-80 15,-40 40 16,-40 40-15,0 0-16,0 0 0,40 0 0,-40 0 16,0 0-16,0 0 15,0 1-15,0 39 0,0-40 0,0 0 0,-80 40 16,80-40-16,-40 0 0,40 41 16,-40-41-16,40 0 0,-40 0 0</inkml:trace>
  <inkml:trace contextRef="#ctx0" brushRef="#br0" timeOffset="173501.1">18298 16402 0,'0'-40'16,"0"0"0,0 0 15,0 0-15,40 0-16,-40 0 15,40 40-15,-40-40 0,0 0 0,0 0 16,0-1-1,-80 1-15,80 0 0,-40 0 0,-1 0 16,1 40-16,40-40 0,-40 40 31,40 40-31,0 40 0,-40-40 16,40 0 0,0 41-16,0-41 0,0 0 0,0 0 0,0 40 15,0-40-15,0 0 0,0 0 16,0 1-16,-40 39 0,40-40 0,0 0 15,0 0-15,0 0 0,0 0 0,0 0 16,0 1 0,0-82 15,40 41-31,-40-80 0,40 40 0,0 0 16,0 0-16,-40 0 15,41 0-15,-1 0 0,0-1 0,0 1 0,0 0 16,0 40-16,-40-40 15,40 40-15,0 0 0,1-40 0,-1 40 16,0 0-16,0 0 16,-40 40-16,40 0 15,-40 0-15,0 0 16,0 1-16,0-1 0,40-40 16,-40 40-16,0 0 0,0 0 0,0 0 15,40-40 1,-40 40-16,0 0 0,40-40 0,-40 40 0,41-40 15,-41 41-15,40-41 0,0 0 0,0 0 16,0 0-16</inkml:trace>
  <inkml:trace contextRef="#ctx0" brushRef="#br0" timeOffset="173801.07">19702 15961 0,'-40'0'16,"80"0"-16,-80-40 15,0 40-15,0 0 16,0 0 0,-41 121-1,1-1 1,80 40-1,80 1 17,121 39-17,-41-79 1</inkml:trace>
  <inkml:trace contextRef="#ctx0" brushRef="#br0" timeOffset="174311.03">20023 16042 0,'0'0'0,"-40"-41"15,40 1-15,80 40 32,0 40-32,41 121 31,-121-121-31,0 120 31,-40-120-31,40 1 31,40-162-15,120 1 0,-120 80-1,121 0 1,-81 0 0,-40 80-1,0 80 1,-40-80-1,0 121 1,0-1 0,41-120-1,-1-40 1,0 0-16</inkml:trace>
  <inkml:trace contextRef="#ctx0" brushRef="#br0" timeOffset="174520.96">21668 16242 0,'-80'0'16,"80"-40"-1,40 40 1,0 0-16,40-40 0,-39 40 15,-1 0-15,40 0 0,0 0 0,-40-40 0,41 40 16,-41 0-16,0 0 0,0 0 16,0-40-16,0 40 0</inkml:trace>
  <inkml:trace contextRef="#ctx0" brushRef="#br0" timeOffset="175140.93">22832 16443 0,'0'0'16,"40"-41"0,-40 1-1,40 40-15,-40-40 0,40 40 0,-40-40 0,40 40 16,-40-40-16,41 0 0,-41 0 16,0 0-16,0 0 0,0 0 0,0-1 15,0 1 1,-41 0-16,41 0 0,-40 0 0,40 0 15,0 80 17,-40-40-17,40 40-15,0 0 16,-40 0-16,40 0 0,0 1 16,0-1-16,0 0 0,0 0 15,0 0-15,40 0 0,-40 0 0,40 0 16,0 0-1,-40 0-15,41-40 0,-1 41 0,0-41 0,0 0 16,-40 40-16,40-40 0,0 0 0,0 0 0,0 0 16,1 0-16</inkml:trace>
  <inkml:trace contextRef="#ctx0" brushRef="#br0" timeOffset="175430.96">23594 15761 0,'40'0'0,"1"0"0,-1 40 31,40 80-15,-40 1-16,-120 159 31,-161 41-15,201-241-16</inkml:trace>
  <inkml:trace contextRef="#ctx0" brushRef="#br0" timeOffset="177100.87">13763 15039 0,'-40'0'0,"0"0"16,0 0-16,40-40 15,0 0 16,-40 40-31,0 0 16,0 0 0,-41 0-16,41 0 0,-40 0 0,0 0 0,-41 0 15,41 0-15,0 40 0,-41-40 16,41 80-16,-40-80 0,40 40 0,-41 0 0,41 0 16,-40 0-16,39 1 15,-39-1-15,40 0 0,-1-40 0,1 40 0,0 0 16,0 0-16,40-40 0,-1 40 15,1-40-15,0 40 0,0-40 16,120 0 15,-40 0-31,1 0 0,-1 0 16,0 0-16,0 0 0,0 0 16,0 0-16,0 0 0,0 0 15,1 0-15,-1 0 16,0 40-16,0-40 0,0 0 0,0 0 0,0 0 15,0 0-15,1 0 0,-1 0 0,0 0 0,0 0 16,0 0-16,0 0 0,0 0 16,41 0-16,-41 0 0,0 0 0,0 0 0,40 40 15,-40-40-15,0 0 16,1 41-16,-1-1 0,0 0 16,-40 0-16,0 0 15,0 0-15,-40-40 16,40 40-16,-40-40 15,-41 40-15,1 0 0,40-40 0,0 41 16,0-1-16,-41-40 0,41 40 0,0-40 0,0 40 16,0 0-16,-40-40 0,40 40 15,-1-40-15,1 0 0,0 40 0,0 0 0,0-40 16,0 0-16,0 40 16,0 0-16,-1-40 0,1 41 0,0-1 0,0 0 15,40 0-15,-40-40 16,40 40-16,0 0 0,0 0 15,0 0 1,40-40 0,0 0 15,0 0-31,0 0 0,1 0 16,-1 0-16,0 0 15,0 0-15,40 0 0,-40 0 0,0 0 0,1 0 16,39 0-16,-40 0 0,0 0 15,0-40-15,40 40 0,-39 0 0,39 0 0,-40 0 16,0 0-16,40 0 0,-40 0 0,1 0 0,-1 0 16,40 0-16,-40 0 15,0 0-15,0 0 0,0 0 0,1 0 16,-1 40-16,0-40 16,0 0-16,0 0 46,-80 0 64,0 0-95</inkml:trace>
  <inkml:trace contextRef="#ctx0" brushRef="#br0" timeOffset="181390.54">19341 18408 0,'0'0'0,"-40"0"15,80 0 48,0 0-47,-40-40-16,40 40 0,-40-40 15,40 40 1,-40-41-16,40 1 15,-40 0 1,41 40-16,-41-40 16,0 0-1,0 0 1,0 0 0,-41 40-16,41-40 15,0 0-15,-40 40 0,40-41 16,0 1-16,0 0 31,0 80 78,0 0-93,0 1 0,0-1-16,0 0 0,-40-40 0,40 40 15,0 0-15,0 0 16,0 0-16,0 0 0,0 0 0,0 1 16,40-1-1,-40 0-15,40-40 16,1 0-16,-1 0 15,0 0-15,0 0 16,0 0-16,0 0 0,0 0 0,0 0 0,1 0 16,-1 0-16</inkml:trace>
  <inkml:trace contextRef="#ctx0" brushRef="#br0" timeOffset="181720.52">20264 18007 0,'-40'0'15,"40"-40"-15,40-1 47,0 41-47,0 0 16,0 0-16,0 0 16,0 0-16,41 0 0,-41 0 0,0 0 0,0 0 15,0 0-15,40-40 0,-39 40 16,-1 0-16,0 0 0,0 0 0</inkml:trace>
  <inkml:trace contextRef="#ctx0" brushRef="#br0" timeOffset="181970.49">20384 18328 0,'-40'0'16,"80"0"-16,-120 0 0,80 40 0,40-80 31,0-1-15,0 41-16,0-40 0,1 40 16,-1 0-16,0 0 0,0-40 0,0 40 0,0 0 15,0 0-15,0 0 16,1 0-16,-1 0 0,0 0 0</inkml:trace>
  <inkml:trace contextRef="#ctx0" brushRef="#br0" timeOffset="182640.53">21989 17686 0,'0'0'0,"0"-40"0,-40 40 16,0 0-1,0 0-15,0 0 16,0 0-16,-1 0 15,1 0 1,0 40-16,0-40 0,0 80 16,0-40-1,40 0-15,0 0 0,-40-40 0,40 40 0,0 1 16,0-1-16,0 0 16,0 0-16,0 0 0,40-40 0,40 40 15,-40-40 1,0 0-16,0 0 0,1 0 0,-1 0 0,40 0 15,-40 0-15,0-40 0,0 40 0,1-40 0,-1 40 16,0-40-16,0 40 0,0-40 16,0 40-16,-40-40 0,40-1 0,-40 1 15,0 0 1,0 0-16,0 0 0,-40 0 0,0 0 16,0 0-1,0 40-15,0 0 0,0 0 0,-1 0 16,1 0-16,0 0 0,0 0 0,0 0 15,40 40 1,-40-40-16,40 40 0,0 40 16</inkml:trace>
  <inkml:trace contextRef="#ctx0" brushRef="#br0" timeOffset="182960.46">22872 18167 0,'0'0'16,"40"0"-16,-80 0 47,40 40-32,-40 0 1,40 0-16,-40 1 0,40-1 16,-40-40-16,0 40 0,-1 0 0,-39 0 0,40 0 15,0 0-15,-40 0 16,40 0-16,-41 0 0</inkml:trace>
  <inkml:trace contextRef="#ctx0" brushRef="#br0" timeOffset="184060.4">23554 17686 0,'0'0'0,"-40"0"16,0 0-16,0 0 0,0 0 15,0 0 1,120 0-1,0-40 1,-40 40-16,40 0 16,-39-40-16,39 40 0,40 0 0,-40 0 0,1 0 15,-1-40-15,0 40 0,-40 0 16,41 0-16,-41-41 0,40 41 0,-40 0 0,0-40 16,0 40-16</inkml:trace>
  <inkml:trace contextRef="#ctx0" brushRef="#br0" timeOffset="184300.42">23675 17405 0,'-41'0'16,"82"0"-16,-41 40 31,40-40-31,0 121 15,40 39 1,-80 0 0,0-120-1,0 1-15,0 39 16</inkml:trace>
  <inkml:trace contextRef="#ctx0" brushRef="#br0" timeOffset="184520.34">23715 18207 0,'-81'40'16,"162"-80"-16,-121 40 16,200-40 15,-120 0-31,161-40 15,-121 80-15,-40 0 0,81-40 16,-81 40-16,40-40 16</inkml:trace>
  <inkml:trace contextRef="#ctx0" brushRef="#br0" timeOffset="184780.39">24918 17365 0,'0'0'16,"-40"0"-16,-40-40 31,80 80-16,40 161 1,40-1 0,-80-120-1,0-40-15</inkml:trace>
  <inkml:trace contextRef="#ctx0" brushRef="#br0" timeOffset="185000.39">25440 18047 0,'0'0'0,"0"40"47,-40-40-47,40 40 0,-40 0 15,40 0 1,0 0-16,-40 0 0,40 1 0,-40-1 15,-1 0-15,1 0 0,0-40 16</inkml:trace>
  <inkml:trace contextRef="#ctx0" brushRef="#br0" timeOffset="185310.36">26804 17405 0,'-80'-40'16,"160"80"-16,-200-160 15,160 120-15,40 0 32,-39 0-32,239 0 15,-199 0-15,-1 0 0,121 0 16,-161 0-16,40-40 16,-40 40-16</inkml:trace>
  <inkml:trace contextRef="#ctx0" brushRef="#br0" timeOffset="185530.34">27166 17044 0,'0'0'0,"-81"-40"32,81 120-17,40 121 1,-40-81-1,0-80-15,0 161 16,0-161-16,0 0 0,0 0 16,0 40-16</inkml:trace>
  <inkml:trace contextRef="#ctx0" brushRef="#br0" timeOffset="185730.3">27005 18127 0,'-80'0'16,"160"0"-16,-200-40 15,160 40-15,-40-40 0,160 0 32,-79 40-32,-1-40 0,-40 40 0,161-121 31,-121 81-31</inkml:trace>
  <inkml:trace contextRef="#ctx0" brushRef="#br0" timeOffset="186120.31">27767 17004 0,'0'-40'0,"0"0"31,41 0-15,-1 40-16,80 40 16,-80 0-16,-40 0 0,80 80 31,-39-80-31,-41 161 15,-41-161-15,41 0 0,-120 121 16,80-121-16,-80 40 16,120-40-16,80-40 31,-40 0-31,201-40 16,-201 0-16,40 40 0,121-80 15,-161 80-15,80-81 16,-120 41-16</inkml:trace>
  <inkml:trace contextRef="#ctx0" brushRef="#br0" timeOffset="186350.23">29453 17686 0,'0'0'0,"0"40"47,-80 0-31,80 0-16,-41-40 0,41 40 0,-40 0 0,0 0 16,0-40-16,0 41 15,0-1-15,40 0 0,-40-40 0,40 40 0,0 0 16</inkml:trace>
  <inkml:trace contextRef="#ctx0" brushRef="#br0" timeOffset="186600.28">29894 17164 0,'0'0'0,"-40"-40"0,40 0 16,0-40 0,0 40-16,40-40 15,0 80-15,201-121 16,120 41 15,-240 80-31,-81 0 0,0 0 16</inkml:trace>
  <inkml:trace contextRef="#ctx0" brushRef="#br0" timeOffset="186800.27">30215 16643 0,'-40'0'15,"80"0"-15,-120 0 16,40 0-16,40 40 31,0 0-15,0 121-1,0 79 1,0 41 0,0-201-1,0-40-15,80 41 0</inkml:trace>
  <inkml:trace contextRef="#ctx0" brushRef="#br0" timeOffset="186980.26">29974 17886 0,'0'0'15,"-40"-40"-15,40 0 0,0 0 0,0 0 32,201-40-17,0 40 1,-121 0-16</inkml:trace>
  <inkml:trace contextRef="#ctx0" brushRef="#br0" timeOffset="187410.23">31018 16964 0,'-40'0'15,"80"0"-15,-80-40 0,40-40 16,0 40-16,40 40 16,80-41-1,-80 41-15,161 0 16,-161 41-16,0-41 0,0 40 15,-40 40-15,-40 80 32,0-120-32,-80 121 15,79-121-15,41 0 0,0 0 16,121 80 0,120 1-1,-201-41 1,-281 40 15,40-80-31,81-40 0,-161 40 16,121 1-16,-1-41 0</inkml:trace>
  <inkml:trace contextRef="#ctx0" brushRef="#br0" timeOffset="37179.07">5899 3529 0,'0'-40'47,"40"40"15,-40 40 110,0 0-172,0 0 16,0 0-16,0 0 0,0 0 15,0 0-15,0 0 0,0 1 16,0-1-16,0 0 0,0 0 0,0 0 16,-40-40-16,40 40 0,0 0 15,-41-40-15,41 40 0,0 0 16,0 0-16,0 1 16,0-1-1,0 0-15,-40-40 16,40 40-16,0 0 0,0 0 15,-40-40-15,40 40 0,0 0 0,-40 0 16,40 1-16,0-1 16,0 0-16,-40 0 0,40 0 15,0 0-15,0 0 0,0 0 16,0 0-16,0 0 0,0 1 16,0-1-16,0 0 15,0 0-15,0 0 0,0 0 16,0 0-16,0 0 15,0 0-15,0 1 0,0-1 16,0 0-16,40 0 0,-40 0 16,0 0-16,0 0 0,0 0 15,0 0-15,0 0 0,0 1 0,0-1 0,0 0 16,0 0-16,0 0 16,0 0-16,0 0 0,0 0 15,0 0 1,0 1-16,0-1 0,40-40 0,-40 40 15,0 0-15,0 0 0,0 0 16,0 0 0,0 0-16,0 0 0,40-40 15,-40 40-15,0 1 16,0-1-16,0 0 16,0 0-1,0 0-15,0 0 16,0 0-1,0 0-15,40-40 16,-40 40-16,0 1 0,0-1 16,0 0-16,0 0 15,0 0-15,0 0 0,0 0 16,0 0-16,0 0 16,0 0-16,0 1 0,0-1 0,0 0 0,0 0 15,0 0-15,0 0 16,0 0-16,0 0 0,0 0 0,0 1 15,0-1-15,0 0 0,0 0 16,0 0 0,0 0-16,0 0 0,0 0 15,-40 0 1,40 0-16,0 1 0,0-1 16,0 0-1,0 0-15,0 0 16,0 0-1,0 0-15,-40 0 0,40 0 16,0 1 0,0-1-1,0 0 17,0 0-32,40-40 0,-40 40 15,0 0 1,0 0-16,0 0 0,0 0 15,0 0-15,0 1 0,0-1 16,0 0-16,0 0 16,0 0-16,-40 0 0,40 0 15,0 0 1,0 0-16,0 1 0,0-1 16,0 0-1,0 0-15,0 0 16,0 0-1,0 0-15,0 0 16,-40-40-16,40 40 0,0 0 0,0 1 16,0-1-1,0 0-15,0 0 0,0 0 32,0 0-32,40 0 15,-40 0 1,40 0-16,-40 1 15,40-41-15,-40 40 0,0 0 16,0 0 0,0 0-16,0 0 15,0 0 1,0 0-16,0 0 16,0 0-1,41-40-15,-41 41 0,0-1 16,0 0-16,0 0 15,0 0-15,0 0 16,0 0-16,0 0 0,0 0 16,40 1-1,-40-1 1,0 0 0,0 0-16,0 0 31,0 0-16,0 0-15,0 0 16,0 0-16,0 0 16,0 1-16,0-1 0,0 0 15,0 0 1,0 0-16,0 0 0,0 0 16,-40-40-16,40 40 15,0 0-15,0 1 31,0-1-31,0 0 16,0 0-16,0 0 16,-41-40-16,41 40 0,0 0 15,0 0-15,0 0 0,0 0 16,0 1 0,0-1-16,0 0 15,0 0 1,0 0-16,0 0 15,0 0-15,-40-40 32,40 40-32,-40 0 15,40 1 1,0-1-16,0 0 16,-40 0-16,40 0 15,-80 0-15,80 0 0,-40 0 0,0 0 16,-1 0-16,41 1 0,-40-1 15,40 0-15,-40-40 0,0 40 0,40 0 16,-40-40-16,40 40 0,-40-40 0,40 40 16,0 0-1,-40-40-15,40 40 16,0 1-16,-40-1 16,40 0-16,0 0 15,-41 0-15,41 0 16,0 0-16,0 0 15,0 0-15,0 0 0,0 1 32,0-1-1,0 0-15,-40-40-16,40 40 15,0 0-15,-40-40 0,40 40 0,0 0 16,0 0-1,0 0 1,0 1 15,0-1-31,0 0 16,0 0 0,0 0-1,0 0 1,0 0-16,0 0 0,0 0 15,0 0-15,-40 1 16,0-41 15,0 0-15,0-41-16,0 41 0,-1-80 0</inkml:trace>
  <inkml:trace contextRef="#ctx0" brushRef="#br0" timeOffset="40649.03">321 14237 0,'-40'0'0,"40"-40"31,0 80 172,0 0-187,0 0 0,0 0-1,40-40-15,0 40 16,0-40-16,0 40 16,1-40-16,-1 0 0,0 40 31,0-40-31,0 0 15,0 0-15,-40-40 16,40 40 0,-40-40-16,0 0 0,0 0 15,40 40-15,-40-40 16,0 0 0,0 0-1,0 80 63,0 0-78,0 0 0,-40-40 16,40 40-16,0 0 0,0 0 16,-40 0-16,40 1 0,0-1 0,0 0 15,0 0-15,-40 0 0,40 40 16,0-40-16,-40 0 0,40 0 0,0 1 0,-40-1 15,40 0-15,0 0 0,-40 0 0,40 0 16,-40 0 0,40 0-1,-41-40 1,1 40 0,0-40-1,40 41-15,-40-41 0,0 0 16,0 0-16,0-41 31,40 1-31,0 0 16,0 0-16,0 0 15,0 0-15,80 0 0,-80 0 0,0 0 16,40-1-16,-40 1 16,40 0-16,-40 0 0,40 40 0,-40-40 0,40 40 15,-40-40 1,41 40-16,-1 0 47</inkml:trace>
  <inkml:trace contextRef="#ctx0" brushRef="#br0" timeOffset="41148.98">1244 14197 0,'-40'0'0,"0"0"16,0 0 15,40 40-15,0 0-1,-41-40-15,41 40 0,0 0 0,-40 0 0,40 0 16,-40 0-16,40 1 16,0-1-16,0 0 0,-40-40 0,40 40 0,0 0 15,0 0-15,-40 0 0,40 0 16,0 0-16,0 0 0,0 1 0,0-1 15,40 0-15,0-40 16,40 0 0,-39 0-16,-1-40 0</inkml:trace>
  <inkml:trace contextRef="#ctx0" brushRef="#br0" timeOffset="41808.87">1445 14357 0,'40'0'47,"0"0"-16,-40 40-15,0 0-16,0 0 16,40 1-1,-40-1-15,0 0 0,0 0 16,0 0-16,0 0 15,0 0 1,0 0-16,0-80 63,0 0-63,0 0 0,0 0 15,0 0 1,40 40-16,-40-40 0,40 40 15,-40-40-15,40 40 0,0 0 16,-40-41 0,41 41-16,-1 0 31,-40 41 0,0-1-31,0 0 16,0 0-1,40 0 1,-40 0-16,0 0 0,40-40 0,-40 40 16,0 0-16,40-40 15,-40 40-15,40 1 16,0-41 0</inkml:trace>
  <inkml:trace contextRef="#ctx0" brushRef="#br0" timeOffset="42338.85">2207 14157 0,'0'40'32,"40"-40"-1,0 40-15,0-40-1,-40 40 1,40 0-16,-40 0 15,41 0 1,-41 0-16,0 0 16,0 1-16,0-1 15,0 0-15,0 0 0,-41 0 0,1 0 16,0 0 0,0 0-16,0 0 0,0 0 0,0 1 0,0 39 15,-41-40-15,41 0 0,-40 0 16,0 0-16</inkml:trace>
  <inkml:trace contextRef="#ctx0" brushRef="#br0" timeOffset="45308.85">201 15480 0,'-40'0'47,"80"0"156,0 0-172,0 0-15,0 0-16,0 0 16,0 0-16,0 0 15,1 0-15,-1 0 0,0 0 16,0 0-16,0 0 16,0 0-16,0 0 0,0 0 15,1 0-15,-1 0 16,0 0-16,0 0 0,0 0 0,0 0 0,0-40 15,0 40-15,1 0 0,-1 0 16,0 0-16,0 0 16,0 0-16,0 0 0,0 0 31,0 0-31,1 0 16,-1 0-1,0 0-15,0 0 0,0 0 16,0 0-16,0 0 15,0 0 1,1 0-16,-1 0 16,0 0-1,0 0-15,0 0 16,0 0 0,0 0-16,0 0 0,1 0 0,-1 0 15,0 0-15,0 0 0,0 0 16,0 0-16,0 0 0,0 0 15,1 0-15,-1 0 16,0 0 0,0 0-1,0 0 1,0 0-16,0 0 16</inkml:trace>
  <inkml:trace contextRef="#ctx0" brushRef="#br0" timeOffset="58807.98">1926 16924 0,'40'0'78,"-40"40"313,0 0-391,40-40 15,-40 40-15,40 0 16,-40 0-16,0 0 16,0 1-16,-40-41 15,40 40-15,-80 0 0,40-40 0,0 40 0,0 0 16,0-40-16,-1 40 16,-39-40-16,40 40 0</inkml:trace>
  <inkml:trace contextRef="#ctx0" brushRef="#br0" timeOffset="61307.84">3732 16362 0,'-40'0'141,"0"0"-63,80 0 157,0 0 15,0 0-250,0 0 15,0 0-15,0 0 16,0-40-16,1 40 15,-1 0-15,0 0 16,0 0 0,0 40 31,0-40-32,-40 40-15,0 1 16,0-1-16,0 0 15,0 0 1,0 0-16,0 0 0,-40 0 16,40 0-16,0 0 15,-40 1-15,0-1 16,0-40 0,0 40-1,-1-40 1,1 0-1,40-40 79,40 40-94,-40-40 16,41 40-16,-1 0 0,0 0 15,0 0-15,0 0 16,0 0-16,0-41 0,0 41 16,1 0-1,-1 0-15,0 0 0,0 0 16,-40 41 0,40-41-16,0 0 15,0 0 1,-40 40-1,40-40-15,-40 40 16,41-40-16,-82 0 125,1 0-109,0 0-1,40-40-15,-40 40 0,0 0 16,0 0 0</inkml:trace>
  <inkml:trace contextRef="#ctx0" brushRef="#br0" timeOffset="62007.78">4936 17004 0,'40'0'47,"-40"80"156,40-80-203,-40 40 15,0 0-15,40-40 0,-40 41 16,0-1-16,0 0 0,0 0 0,0 0 16,0 0-16,0 0 15,-40 0-15,0 0 0,0 1 16,-1-41-16,1 40 0,0-40 0,0 0 15,0 0-15,0 0 0,0 0 16,0 0-16,-41 0 0,41 0 0</inkml:trace>
  <inkml:trace contextRef="#ctx0" brushRef="#br0" timeOffset="65377.81">6139 16322 0,'0'0'0,"0"80"281,0-39-281,0-1 16,0 0-16,0 0 16,0 0-16,0 0 0,0 0 0,0 0 15,0 0-15,40 1 0,-40-1 0,0 0 0,0 0 16,0 0-16,0 0 0,0 0 15,-40 0-15,40 0 16</inkml:trace>
  <inkml:trace contextRef="#ctx0" brushRef="#br0" timeOffset="66307.66">6862 17164 0,'40'41'250,"0"-1"-234,-40 0-1,0 0 1,0 0-16,0 0 0,0 0 15,-40 0-15,40 0 16,-40 1-16,-1-1 0,1 0 16,40 0-16,-40-40 15,0 40-15,0-40 0,0 0 16,0 0-16,0 0 16</inkml:trace>
  <inkml:trace contextRef="#ctx0" brushRef="#br0" timeOffset="67917.57">8226 16723 0,'-40'0'266,"0"0"-251,0 0 1,-1 0-1,41 40-15,-40-40 16,40 41 0,-40-41-16,40 40 15,-40-40-15,40 40 0,0 0 16,0 0 0,0 0-16,0 0 15,-40-40-15,40 40 0,0 0 31,40-40-15,-40 40 0,40-40-16,0 0 15,-40 41 1,40-41-16,1 0 16,-1 0-16,0 0 15,0 0 1,0 0-16,0 0 47,0 0-32,0-41-15,-40 1 16,41 40 0,-1 0-16,-40-40 0,40 40 15,-40-40-15,0 0 0,40 40 16,-40-40-1,0 0-15,0 0 16,0 0 0,0 0-1,0-1 1,0 1 0,0 0 15,0 0 0,0 0 0,-40 40 1,0 0-17,0 0 1,-1 0-1,41 40-15,-40-40 0,0 0 0,0 0 16,0 40-16,0 0 16,0-40-16,0 0 0,-1 0 15,1 0-15,0 0 16,0 0-16</inkml:trace>
  <inkml:trace contextRef="#ctx0" brushRef="#br0" timeOffset="72317.43">3692 15119 0,'0'0'0,"0"-40"391,40 0-125,0 0-220,-40 0-30,40 40 0,-40-40-16,0-1 0,0 1 15,0 0 1,0 0-16,0 0 16,0 0-1,0 0 63,-40 40-46,40 40 46,0 0-47,0 0-31,0 0 0,-40 0 16,40 0-16,0 1 0,0-1 15,0 0 1,-40-40-16,40 40 0,0 0 31,40 0-31,-40 0 16,40-40-16,-40 40 15,40 0-15,0 1 16,0-1 0,0-40-16</inkml:trace>
  <inkml:trace contextRef="#ctx0" brushRef="#br0" timeOffset="72697.42">4133 14838 0,'40'-40'31,"0"40"-16,0-40-15,1 40 16,-1 0 0,0 0-16,0 0 0,0 0 15,0 0-15,0 0 16,0 0-16,1 0 16</inkml:trace>
  <inkml:trace contextRef="#ctx0" brushRef="#br0" timeOffset="73027.31">4213 15159 0,'0'0'15,"81"-40"1,-41 40 0,0 0-1,0 0 1,40 0 15,-80 40-31,121-40 16,-81 0-16,0 0 0</inkml:trace>
  <inkml:trace contextRef="#ctx0" brushRef="#br0" timeOffset="73837.25">5377 15119 0,'-40'0'32,"0"0"-32,0 0 31,80 0 63,40 0-79,-40 0 1,0 0-16,0 0 16,0-40-16,1 40 0,-1 0 0,0-40 0,0 40 15,0 0-15</inkml:trace>
  <inkml:trace contextRef="#ctx0" brushRef="#br0" timeOffset="74257.23">5939 14758 0,'-40'0'15,"40"40"95,0 0-110,0 0 0,0 1 15,-41-1-15,41 0 16,0 0-16,-40-40 0,40 40 0,0 0 0,0 0 15,0 0 1,0 0-16,0 1 0</inkml:trace>
  <inkml:trace contextRef="#ctx0" brushRef="#br0" timeOffset="74737.2">6179 15239 0,'0'0'0,"0"-40"15,0 80 32,0 1-31,0-1-16,0 0 0,0 0 16,0 0-16,-40 0 15,0 0-15,0-40 16,0 40-16,0-40 0</inkml:trace>
  <inkml:trace contextRef="#ctx0" brushRef="#br0" timeOffset="75237.17">6541 15239 0,'-41'0'16,"41"-40"0,41 40 15,39 0-31,-80-40 16,40 40-16,0 0 0,0 0 0,40 0 15,-39 0-15,-1 0 0,0 0 16,0 0-16,0 0 0,40 0 0,-40 0 0</inkml:trace>
  <inkml:trace contextRef="#ctx0" brushRef="#br0" timeOffset="75687.2">7223 14959 0,'40'0'16,"0"0"-16,0 0 31,0 40-31,0-40 0,-40 40 15,41-40-15,-1 40 16,0 0-16,-40 0 0,40-40 16,-40 40-16,0 0 15,0 1-15,-40-41 16,40 40-16,-40-40 0,40 40 0,-40-40 0,-1 0 16,41 40-16,-40-40 15,0 0-15,40 40 16,40-40 15,0 0-15,1 0-16,-1 0 0,0 0 0,0 0 15,0 0-15,0 0 16,0 0-16,41 0 0,-41 0 0,0 0 0,0-40 16</inkml:trace>
  <inkml:trace contextRef="#ctx0" brushRef="#br0" timeOffset="76027.2">8065 15400 0,'0'40'63,"-40"0"-63,40 0 0,0 0 15,0 0 1,-40-40-16,40 40 0,-40-40 0,0 0 16,0 0-1</inkml:trace>
  <inkml:trace contextRef="#ctx0" brushRef="#br0" timeOffset="76677.16">8146 15360 0,'0'-40'16,"40"40"-16,0 0 15,0 0-15,80 0 31,-79 0-31,-1 0 0,0 0 16,0 0 0,40 0-1,-40 0-15</inkml:trace>
  <inkml:trace contextRef="#ctx0" brushRef="#br0" timeOffset="77257.06">8868 15119 0,'0'0'31,"40"0"1,0 0-32,81 40 31,-41-40-15,-40 80-1,-40-39 1,-80 39 15,-41-40-15,81-40-1,80 0 32,0 0-31,1 0-1,-41 40-15,40-40 0,-40 40 0,40 0 16,0 0 0,-40 0-16,40-40 15,-40 40 1,0 1-16,0-1 16,-40-40-16,40 40 0,-40-40 0,-40 40 15,39-40-15,1 0 16,0 40-16,0-40 0,0 0 15,0 0-15,0 0 16,0 0-16,-1 0 0,1-40 0</inkml:trace>
  <inkml:trace contextRef="#ctx0" brushRef="#br0" timeOffset="80386.95">8266 17846 0,'-40'0'16,"0"0"-16,0 0 15,40 40-15,-40-40 16,40 40-1,0 1 32,0-1-31,0 0 0,0 0-16,0 0 15,0 0 1,0 0-1,0 0-15,0 0 16,-41-40-16,41 41 0,0-1 16,-40-40-16,40 40 15,-40-40-15,0 40 0,0-40 16,0 0 15,0-40-31,0 40 16,-1 0-1,1 0-15,0 0 16,0 0-16,0-40 16,0 40-16,0-40 15,0 40 1,-1 0-16,1 0 0,0-41 16,0 41-16,0 0 0,0 0 15,0-40-15,-1 40 16,1 0-16,0 0 0,0 0 0,0 0 0,0 0 15,0 0-15,0 0 16,-1 0-16,1 0 0,0 0 0,0 0 0,0 0 16,0 0-1,0 0-15,0 0 16,-1 0-16,1 0 0,0 0 0,0 0 16,0 0-16,0 0 15,0 0-15,0 0 0,-1 0 16,1 0-16,0 0 15,0 0-15,0 0 0,0 0 0,0 0 0,0 0 16,-1 0-16,1 0 16,0 0-16,0 0 0,0 0 15,0 0-15,0 0 16,0 0-16,-41 0 0,41 0 0,0 0 0,-40 0 16,40 0-16,0-40 0,-41 40 15,41 0-15,0 0 0,0 0 16,-40 0-16,40 0 0,-1 0 0,1 0 0,0 0 15,0 0 1,0 0-16,-40 0 0,40-40 0,-1 40 16,1 0-16,0 0 0,0 0 15,0 0-15,0 0 0,0-40 0,0 40 16,-1 0-16,1 0 0,0 0 0,0 0 16,0 0-1,0 0-15,0 40 0,0-40 0,-1 0 16,1 0-16,0 0 15,40 40-15,-40-40 0,0 0 0,0 0 16,0 0 0,0 0-16,-1 0 15,1 0-15,0 0 0,0-40 16,0 40-16,0 0 0,0 0 0,-1 0 16,1 0-16,0 0 0,0 0 0,0-40 0,0 40 15,-40 0-15,39 0 16,1 0-16,0 0 0,0 0 0,0 0 15,0 0-15,0 0 16,0 40-16,-1-40 16,1 0-1,0 0 1,0 0-16,0 0 16,40 40-16,-40-40 0,0 0 15,0 0-15,-1 0 0,1 0 0,0 0 16,0 0-1,0 0-15,0 0 0,-40-40 0,39 40 16,1-40-16,0 40 0,0-40 16,-40 40-16,40 0 0,0-40 0,-1 40 15,1 0-15,0 0 16,0-40-16,0 40 16,0 0-16,0 0 0,0 0 15,-1 0 1,1 0-16,0 0 15,40 40 1,-40-40-16,0 0 31,0 0-31,0 0 16,0 0-16,-1 0 31,1 0-31,0 0 31,0 0 1,0 0-1,40-40-15,-40 40-16,40-40 156,0-1-141,0 1 48,40 0-47,-40 0-16,40 0 15,-40 0 1,0 0-16,0 0 0,0 0 15,40 0-15,-40-1 16,40 1-16,-40 0 0,40 40 16,-40-40-16,41 0 31,-41 0 63</inkml:trace>
  <inkml:trace contextRef="#ctx0" brushRef="#br0" timeOffset="81906.86">682 15600 0,'-40'0'15,"40"-40"79,-40 40-63,0 0 47,40 40-62,-40-40-16,40 40 16,-40-40-16,-1 41 0,41-1 31,-40-40-31,40 40 0,-40-40 0,40 40 0,-40 0 31,40 0-31,-40-40 0,40 40 16,0 0 15,40-40 0,-40 40-31,0 1 16,0-1-1,0 0-15,0 0 16,0 0 0,0 0 46,0 0-46,0 0-1,0 0 1,40-40 31,0 0-31,0 0-1,1 0 32</inkml:trace>
  <inkml:trace contextRef="#ctx0" brushRef="#br0" timeOffset="82706.72">642 16162 0,'40'0'93,"-40"40"-30,40-40-32,0 0-15,1 0-1,-41 40 1,40-40-16,-40 40 16,40-40-16,-40 40 78,-40-40 31,40 40-93,-40-40-16,-1 0 15,1 40 1,0 1 0,0-1-16,0 0 15,0-40-15,0 40 16,0 0-16,-1 0 0,1-40 0,-40 40 0,40 0 16,0-40-16,40 40 0,-40 1 0,0-41 0,-1 0 15</inkml:trace>
  <inkml:trace contextRef="#ctx0" brushRef="#br0" timeOffset="83536.67">441 16402 0,'-40'0'31,"80"0"16,1 0-47,-1 0 15,0 0 1,0 0-16,0 0 0,0 0 16,0 0-16,0 0 15,1 0-15</inkml:trace>
  <inkml:trace contextRef="#ctx0" brushRef="#br0" timeOffset="93499.11">1445 16082 0,'0'0'0,"40"0"265,-40-40-249,40 40 0,0 0 15,-40 40-16,40-40-15,-40 40 16,0 0 15,0 0 1,0 0 14,0 0-30,0 0 0,-40-40-16,0 40 15,0-40 1,40 40-16,-40-40 16,40 41-1,-41-41-15,41 40 78,-40-40-78,0 0 32,40-40 14,40 40 79,0 0-109,1 0 15,-1 0-31,-40 40 16,40-40 0,-40 40-16,40-40 31,0 40-31,-40 0 47,40-40-32,-40 40 1,0 0-16,40-40 16,-40 40-1,0 0 1,0 1-16,0-1 15,-40-40-15,40 40 16,-40-40-16,40 40 31,-40 0 1,0-40-1,40 40-16,-40-40-15,0 0 32,-1 0-32,1 0 0,0 40 15,0-40 1,0 0-16,0 0 31,40-40-31,-40 0 16,40 0-1,0 0-15,0 0 0,0 0 16</inkml:trace>
  <inkml:trace contextRef="#ctx0" brushRef="#br0" timeOffset="94299.11">1284 16162 0,'40'0'16,"0"0"203,-40-40-204,40 40-15,1 0 0,-1 0 16,0 0-1,0 0 1,0 0 15,0 0-15</inkml:trace>
</inkml:ink>
</file>

<file path=ppt/ink/ink3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2T07:55:55.707"/>
    </inkml:context>
    <inkml:brush xml:id="br0">
      <inkml:brushProperty name="width" value="0.05292" units="cm"/>
      <inkml:brushProperty name="height" value="0.05292" units="cm"/>
      <inkml:brushProperty name="color" value="#FF0000"/>
    </inkml:brush>
  </inkml:definitions>
  <inkml:trace contextRef="#ctx0" brushRef="#br0">2367 2807 0,'0'-40'15,"41"40"1,-41-40-16,40 40 16,-40-41-16,40 41 15,-80 0 157,0 0-156,-1 0 15,41 41 0,0 39-31,-40-80 31,40 40-31,0 0 16,40-40-16,-40 40 0,0 0 0,41-40 16,-41 40-16,40 0 0,0 1 15,-40-1-15,40-40 0,-40 40 0,40 0 16,0 0-16,0-40 16,0 40-16,1-40 0,-41 40 0,40-40 0,0 40 15,0-40-15,0 0 16,0 0-16,0 0 15,-40-40-15,40 40 0,-40-40 16,41 0-16,-41 0 16,40 0-16,-40-40 0,40 39 0,-40 1 0,40 0 15,0 0-15,-40 0 0,40 0 16,-40 0-16,40 0 0,-40 0 0,0-1 16,0 1-16,40 0 15,-40 0 1,0 80 31,0 0-32,0 0-15,0 1 16,-40-1-16,40 0 16,0 0-16,0 0 15,0 0-15,-40 0 16,40 0-16,0 0 0,0 1 15,0-1-15,-40 0 0,40 0 0,0 0 0,0 40 16,0-40-16,0 0 0,0 41 16,0-41-16,0 40 0,0 0 0,0 0 0,0-40 15,0 41-15,0-1 16,0 0-16,0 0 0,0-40 0,0 41 0,0-1 16,0-40-16,0 40 0,0-40 15,-40 0-15,40 0 0,0 41 0,-40-41 0,40 0 16,0 0-16,-40 0 15,40 0-15,-40 0 0,40 0 0,-41 0 0,41 1 16,0-1-16,-40-40 0,40 40 0,-40 0 0,40 0 16,-40-40-16,0 0 15,0 0-15,0 0 16,40-40 0,-40 40-16,-1-40 0,1 0 0,0 0 15,40-1-15,-40 1 0,0 0 16,40 0-16,0 0 0,-40 0 0,40 0 0,0 0 15,0 0-15,0 0 0,0-1 0,0 1 0,40 0 16,-40 0 0,40 0-16,-40 0 0,80 0 0,-40 0 0,1 0 15,-1-1-15,0 41 0,0-40 16,0 0-16,0 0 0,0 40 0,0-40 0,1 0 16,-1 40-1,-40-40-15,40 40 0,-40-40 0,40 40 16,-40-40-1</inkml:trace>
  <inkml:trace contextRef="#ctx0" brushRef="#br0" timeOffset="859.85">4213 2606 0,'-40'0'16,"40"40"62,0 0-78,-80 1 0,80-1 16,-40 0-16,40 0 15,-40 40-15,0-40 0,-1 0 0,1 0 0,40 41 16,-40-41-16,40 40 0,-40 0 0,40-40 0,0 40 16,0-39-16,-40 39 0,40-40 15,0 40-15,0-40 0,0 40 0,0-39 0,0-1 16,0 40-16,0-40 16,0 0-16,0 0 0,40-40 0,-40 40 0,0 0 0,40-40 15,40 0 1,-39 0-16,-1 0 0</inkml:trace>
  <inkml:trace contextRef="#ctx0" brushRef="#br0" timeOffset="1459.85">4615 3088 0,'0'-81'15,"0"162"-15,0-202 0,40 81 32,0 0-32,0 40 0,0 0 15,0 40-15,0 40 16,-40-40-16,40 1 0,-40-1 0,41 0 15,-41 0-15,40 0 0,-40 0 0,0 0 0,0 0 0,0 0 16,0 0-16,0 1 16,0-1-16,0 0 0,0 0 15,0 0-15,0-80 47,0 0-31,0 0-1,0 0-15,0-1 0,0 1 0,0 0 0,40 0 16,-40 0-16,40 0 0,-40 0 0,40 0 0,0 0 16,0 0-16,0-1 0,-40 1 15,41 0-15,-1 40 0,-40-40 0,40 40 0,0-40 16,0 40-16,0-40 16,0 40-16,0 0 15,1 80 1,-1-40-16,-40 0 0,40 0 15,-40 1-15,40-1 0,-40 0 0,0 0 0,0 0 16,0 0-16,0 0 0,40 0 16,-40 0-16,0 0 0,0 1 0,0-1 0,0 0 15,0 0 1,0 0-16</inkml:trace>
  <inkml:trace contextRef="#ctx0" brushRef="#br0" timeOffset="1809.88">6220 2727 0,'0'0'15,"0"-41"-15,40 41 32,0 0-32,0 41 0,0-1 15,40 0 1,41 160 15,-81 81-15,-40-201-16,-80 161 15,39-161-15,1-40 0,-120 121 16,-81-1 15,201-120-31,-40-40 0</inkml:trace>
  <inkml:trace contextRef="#ctx0" brushRef="#br0" timeOffset="2109.86">7584 3088 0,'-40'0'0,"80"0"32,0-81-17,40 81-15,-40 0 0,161-40 32,-161 40-32,-40-40 0,40 40 0,0 0 0,1 0 0,-1 0 15,40 0 1</inkml:trace>
  <inkml:trace contextRef="#ctx0" brushRef="#br0" timeOffset="2329.85">7704 3649 0,'0'0'0,"81"40"16,159-80 0,-159 0-1,-41 0-15,200 0 16,-199 40-16,-1-40 0,120-1 16</inkml:trace>
  <inkml:trace contextRef="#ctx0" brushRef="#br0" timeOffset="3059.81">9149 2326 0,'40'0'46,"-40"40"-30,40-40-16,-40 40 0,40-40 0,0 0 0,-40 40 16,40-40-16,1 40 0,-1 0 15,0-40-15,-40 40 0,40 0 0,0 0 0,-40 0 16,40-40-16,-40 41 16,40-1-16,-40 0 0,0 0 0,40 0 0,-40 0 15,0 0-15,0 0 16,0 0-16,0 1 0,-40-1 0,0 0 15,0 0-15,0 0 16,0-40 0,0 0-16,40-40 15,0-40-15,0 40 16,0-1-16,40 1 0,-40-40 0,40 0 0,0 40 16,0-40-16,0 39 15,0-39-15,1 40 0,-1-40 0,40 40 0,-40 0 16,0 0-16,0 0 0,0 40 15,-40-41-15,41 41 0,-1-40 0,0 40 0,0-40 16,0 40-16,0 0 0,0 0 31,-40-40-31</inkml:trace>
  <inkml:trace contextRef="#ctx0" brushRef="#br0" timeOffset="4029.68">10032 2887 0,'40'0'0,"0"0"15,0 0 17,0 0-17,0 0 1,0 0-1,0 40-15,1 0 0,-41 0 16,0 0-16,0 1 16,0-1-16,0 0 0,0 0 0,0 0 15,0 0-15,-41 0 0,41 0 16,-40 0-16,0 0 16,40 1-16,-40-41 15,0 40-15,0-40 16,0 0-1,40-40-15,0-1 16,40 41-16,-40-40 0,0 0 0,40 0 16,-40 0-16,80 40 0,-80-40 15,40 0-15,0 0 0,1 0 0,-1 40 16,0-40-16,0 40 16,0-41-16,0 41 0,-40-40 15,40 40-15,-40-40 0,40 40 16,-40-40-16,41 40 0,-82 0 31,1 0-15,40 40-1,-40-40 1,40 40-16,0 0 0,0 1 16,-40-1-16,40 0 15,0 0-15,0 0 0,-40 0 16,40 0-16,0 0 15,40 0-15,0-40 16,40 40-16,-39-40 0,-1 0 16,0 0-16</inkml:trace>
  <inkml:trace contextRef="#ctx0" brushRef="#br0" timeOffset="4699.46">11115 2967 0,'-40'0'15,"40"-40"-15,0 80 94,0 0-78,40-40-16,-40 40 0,0 1 0,40-1 15,0 0-15,0 0 16,1 0-16,-1-40 15,0 0-15,0 0 16,-40-40 0,40 40-16,-40-40 0,40 40 0,-40-40 15,0 0-15,0-1 16,0 1-16,0 0 16,0 80 30,-40-40-46,40 40 16,0 1-16,-40-1 16,40 0-1,0 0-15,0 0 0,0 0 0,0 0 0,0 0 16,0 0-16,0 0 0,0 1 16,0-1-16,0 0 0,0 0 0,-40 0 0,40 0 15,0 0-15,-40 0 16,40 0-16,-40 1 0,40-1 0,-41 0 0,1 0 15,0-40-15,0 40 0,0 0 0,0 0 0,0 0 16,0-40-16,-1 40 0,1 0 16,0-40-16,0 41 0,0-41 0,0 0 0,0 0 31,40-41-31,0-39 16</inkml:trace>
  <inkml:trace contextRef="#ctx0" brushRef="#br0" timeOffset="5329.44">12439 2285 0,'0'-40'15,"-40"80"79,40 41-78,-80-81-16,80 40 0,-40 0 0,0 40 0,40-40 15,-41 0-15,41 0 16,-40 41-16,40-41 0,0 0 0,0 40 0,0-40 16,0 0-16,0 0 0,0 0 15,0 1-15,0 39 0,40-40 0,1 0 16,-41 0-16,40 0 16,-40 0-16,40-40 0,-40 40 0,40-40 0</inkml:trace>
  <inkml:trace contextRef="#ctx0" brushRef="#br0" timeOffset="5829.46">13001 3408 0,'0'0'0,"80"0"16,81-80 15,-121 40-31,40-80 16,-80 40-16,40-121 15,-40 121-15,0 40 0,40-121 32,-40-39-17,40 120 1,-40 39-1,-40 41 17,40 41-17,-40 39 1,40-40-16,-80 200 31,80-199-31,0 119 16,0-120-16,0 40 0,80 41 15,-80-81-15,121 40 16,-81-40-16,0-40 16,80 40-1,-80-40 1,0-40-16,81 0 16</inkml:trace>
  <inkml:trace contextRef="#ctx0" brushRef="#br0" timeOffset="6159.38">14285 2125 0,'40'0'31,"0"40"-31,0 0 16,0 0-16,1-40 16,-41 40-16,40 1 0,-40-1 0,40 0 0,-40 0 15,0 0-15,0 40 16,0-40-16,0 0 0,0 41 0,-40-41 0,40 40 15,-40 0-15,-1-40 0,-39 40 0,40 1 0,0-1 16,-40 0-16,-1-40 0,41 40 16,-40 1-16,0-41 0,0 40 0</inkml:trace>
  <inkml:trace contextRef="#ctx0" brushRef="#br0" timeOffset="7619.29">2367 6857 0,'-40'0'16,"80"0"93,41 0-109,-41 0 0,40-40 16,0 40-16,-40 0 0,81-40 16,-41 40-16,0 0 0,1-40 0,-1 40 0,0-40 15,0 40-15,-40-40 16,41 40-16,-41 0 0,40 0 0,-40-40 0,0 40 15,1 0-15</inkml:trace>
  <inkml:trace contextRef="#ctx0" brushRef="#br0" timeOffset="7909.31">2849 7379 0,'0'0'16,"-40"0"-16,40 40 16,40-40 15,40 0-31,-40 0 15,0 0-15,1 0 0,39 0 0,-40 0 0,40 0 16,-40-40-16,0 40 16,41 0-16,-41-40 0,40 40 0,-40-40 0</inkml:trace>
  <inkml:trace contextRef="#ctx0" brushRef="#br0" timeOffset="9069.2">5979 5815 0,'-80'-40'16,"160"80"-16,-201-80 0,81 40 31,0 0-31,40 40 16,0 120-1,0-80-15,-40 81 32,40-121-32,0 0 0,0 0 0,0 40 0,0-40 15,0 0-15,0 1 0,0-1 16,40 240-1,-240 1 1,119-201 0,41-80-16,-120 81 15,120-41-15,-1-40 16,1-121 0,0 41-1,80 40 1,0 40-1,41 120 1,-81-80-16,80 161 31,-80-161-31,0 0 0,0 0 0,40 0 0,-40 1 16,0-1-16,0 0 0,0 0 16,0 160-1,0-119 1,0-41-16,0 80 15,40-80-15,0 0 16,81 40 0,39 1 15,-120-81-31,121 40 16,-81-40-16,-40 0 0,0 0 15,41 0-15,-41 0 0,0 0 0,0 0 16,0-40-1,-40 0 1,0-1 0,0 1-1,-80-40 1</inkml:trace>
  <inkml:trace contextRef="#ctx0" brushRef="#br0" timeOffset="27058.16">9831 6978 0,'40'0'16,"-80"0"-16,40 0 31,0 40-16,0 40 1,0-40-16,0 0 0,0 0 0,0 0 16,-40 1-16,40 39 0,-40-40 15,0 0-15,-1 0 0,1 0 0,0 40 0,0-80 16,0 41-16</inkml:trace>
  <inkml:trace contextRef="#ctx0" brushRef="#br0" timeOffset="28468.03">12800 7218 0,'0'-40'0,"-40"40"32,40 40-17,-40-40-15,40 40 0,-40 1 16,40-1-16,-40-40 0,0 40 0,0 0 0,-1 0 16,1 0-16,0 0 0,0-40 0,0 40 0</inkml:trace>
  <inkml:trace contextRef="#ctx0" brushRef="#br0" timeOffset="29287.98">15409 7058 0,'40'0'16,"-80"0"-16,120 0 16,-80 40-1,-40 0-15,40 40 16,-40-40-16,-1 1 0,1-1 15,0 0-15,0 0 16,0 0-16,-40 0 0,40 0 0,-41 0 0,41 0 16,-40-40-16,40 41 0</inkml:trace>
  <inkml:trace contextRef="#ctx0" brushRef="#br0" timeOffset="30058.01">17535 6978 0,'-40'0'0,"80"0"0,-80 40 31,40 40-16,0-40-15,-40 121 16,40-121-16,-40 0 0,-81 120 31,81-160-31,-160 121 0</inkml:trace>
  <inkml:trace contextRef="#ctx0" brushRef="#br0" timeOffset="67184.42">18940 6256 0,'0'-40'16,"0"0"-1,-40 40 48,40 40-63,0 0 31,0 0-31,0 0 16,-41-40-16,41 40 0,0 0 15,0 0 1,0 0-16,0 1 16,41-1-1,-1-40 1,0 0 0,0 0-16,0-40 0,0 40 15,-40-41 1,40 41-16,0-40 0,1 40 15,-1 0-15,0 0 32,0 0-32,-40 40 0,40-40 15,0 0 1,-40 41-16,40-1 0,0 0 16,-40 0-1,0 0-15,0 0 0,-40 0 16,40 0-16,-40-40 0,0 40 0,0 1 0,0-41 15,-40 40-15,39 0 16,1-40-16,0 0 0,0 40 0,0-40 0,-40 0 16,40 0-16,-1 0 0,1 0 15,0 0-15,0 0 0,0-40 0,0 40 16,0-40-16</inkml:trace>
  <inkml:trace contextRef="#ctx0" brushRef="#br0" timeOffset="67444.48">19140 6176 0,'0'-40'0,"0"80"0,40-121 31,1 81-31,119 0 16,161-40-1,-201 40-15</inkml:trace>
  <inkml:trace contextRef="#ctx0" brushRef="#br0" timeOffset="67764.38">20264 7018 0,'-40'0'16,"0"40"31,-1 0-47,1 0 0,0 0 15,0-40-15,0 40 0,0-40 0,40 40 0</inkml:trace>
  <inkml:trace contextRef="#ctx0" brushRef="#br0" timeOffset="68354.38">21106 6376 0,'0'0'0,"0"-40"16,41 0-1,-1 40 1,-40-40-16,120 0 15,-80 40-15,0 0 16,0 0-16,121 40 31,-121 0-31,40 0 0,-80 0 0,81 121 32,-202 39-17,-39-80 1,120-120-1,-1 41-15,-39-41 16,80-41 0,0 1-16,40 0 15,81 40 1,119 0 15,-39 40-15,-161-40-16</inkml:trace>
  <inkml:trace contextRef="#ctx0" brushRef="#br0" timeOffset="68624.37">22712 6938 0,'-41'0'15,"41"40"32,-40 0-31,40 0-16,-40-40 0,0 40 15,40 0-15</inkml:trace>
  <inkml:trace contextRef="#ctx0" brushRef="#br0" timeOffset="69744.25">23634 6296 0,'0'-40'31,"0"0"-16,41 40 32,-1 0-31,0 0-16,0 0 0,0 0 0,0 0 16,0 0-16,0 0 15,1 0-15,-1 40 0,0-40 0,0 0 16,0 0-16,0 0 0,-40 40 0,40-40 15,-40 40 1,0 0-16,0 0 16,-40-40-1,40 40-15,-40 0 0,0 1 16,0-41 0,40 40-16,-40-40 0,0 40 31,-1-40-16,82 0 32,-1 0-47,0 0 16,0 0-16,-40 40 0,40-40 0,0 0 16,0 40-16,0-40 15,1 40-15,-1-40 16,0 40-16,-40 0 15,40 0-15,-40 1 16,0-1-16,-40 0 16,-40 0-1,80 0-15,-41-40 0,1 40 0,0-40 0,-40 40 16,40 0-16,0-40 16,0 40-16,-41-40 0,41 0 0,0 0 0,0 40 15,0-40-15,0 0 0,0 0 16,-1 0-16,1 0 0,0-40 0</inkml:trace>
  <inkml:trace contextRef="#ctx0" brushRef="#br0" timeOffset="71204.18">24918 7258 0,'0'0'0,"41"0"0,-41-40 31,0 80 0,0 1-31,-41-41 0,41 80 0,-40-40 16,40 0-1,-40 0-15,0-40 0,40 40 0,-40 0 0,0-40 0,0 40 16,0 1 0,-1-41-16,1 0 0</inkml:trace>
  <inkml:trace contextRef="#ctx0" brushRef="#br0" timeOffset="71664.22">26082 6657 0,'0'0'16,"-40"40"-1,-80 0 1,80 0-16,-41 0 16,41-40-1,0 40 1,80 1 15,161-1-15,120 40-1,-40 0 1,-121-40 0</inkml:trace>
  <inkml:trace contextRef="#ctx0" brushRef="#br0" timeOffset="71964.13">26283 6737 0,'0'0'0,"-40"0"31,40 40-15,-40-40-16,40 40 0,-41 0 16,41 1-16,0-1 15,0 0-15,0 40 0,-40-40 0,40 0 0,0 0 16,0 40-16,0-39 0,0-1 16,0 0-16,0 0 0,81 0 0,-81 0 0,0 0 15</inkml:trace>
  <inkml:trace contextRef="#ctx0" brushRef="#br0" timeOffset="72364.11">27246 7700 0,'0'0'0,"0"-40"0,0-1 16,0 82 15,0 39-15,-40-40-16,40 0 0,-40 0 16,-1 0-1,41 0-15,-40 0 0,0 0 0,0-40 16,40 41-16,-40-41 0,0 0 0,0 40 0</inkml:trace>
  <inkml:trace contextRef="#ctx0" brushRef="#br0" timeOffset="72904.08">28690 6857 0,'-40'-40'0,"80"80"0,-80-120 0,-40 80 31,80-40-31,-40 40 16,40 40 0,-40-40-16,0 80 0,-1-39 15,41-1-15,-40 0 0,0 40 16,0-40-16,40 0 0,-40 0 0,40 40 0,-40-39 15,40-1-15,0 0 0,0 0 0,0 0 0,0 0 16,0 0-16,80 0 16,-80 0-16,80 1 0,-40-1 0,1-40 0,39 0 15,0 40-15,-40-40 16,40 0-16,1 0 0,-1 0 0,-40-40 0,40 40 16,-39-81-16,39 81 0,-40-40 15,-40 0-15,40-40 0,-40 40 0,40 0 0,-40 0 16,0-41-16,0 41 0,-80 0 0,40 0 0,0 0 15,-41 0-15,41 0 0,-40 0 16,40 40-16,-40 0 0,-1 0 0,1 0 0,40 0 16</inkml:trace>
  <inkml:trace contextRef="#ctx0" brushRef="#br0" timeOffset="87903.17">16211 6095 0,'0'0'0,"-40"0"0,0 0 0,0 0 0,0 0 16,-1 0-16,82 0 47,-1 0-47,-40-40 0,40 40 15,0 0-15,0-40 0,-40 0 31,0 0 1,40 40-32,-40-40 15,40 40 1,0 0-16,1 0 0,-1 0 16,0 40-16,0-40 0,-40 40 0,40-40 15,0 40-15,0 0 16,-40 0-16,40 1 0,-40-1 15,0 0-15,0 0 16,-40-40-16,40 40 0,-40 0 0,0-40 16,40 40-16,-40-40 15,0 40-15,0-40 0,-41 40 0,41-40 0,0 0 16,0 0-16,40 40 0,-40-40 16,80 0-1,0 0 16,0 0-31,0 0 0,1 41 0,-1-41 16,0 40-16,0-40 0,-40 40 16,40 0-16,0-40 0,-40 40 0,40 0 0,-40 0 31,0 0-31,0 0 0,-40 1 16,-40-1-16,40 0 0,0 0 0,0-40 15,-1 40-15,1-40 0,0 40 16,-40 0-16,40-40 0,0 0 0,0 40 0,-1-40 15,41 40-15,-40-40 16,0 0-16,0 0 0,0 0 0,0 0 16</inkml:trace>
  <inkml:trace contextRef="#ctx0" brushRef="#br0" timeOffset="88823.11">13964 6136 0,'-40'0'15,"80"0"-15,-120 0 0,40 0 16,-1 0-16,1 0 0,0 0 16,80 0 15,0 0-15,-40-41-16,41 41 15,-1-40 1,0 40-16,0 0 15,0 0-15,0 0 16,0 81 0,-40-41-1,0 0-15,0 0 0,0 40 0,-40-40 16,40 0-16,-40 0 0,40 41 16,-40-41-16,0 0 0,0 0 0,0 0 0,40 0 15,-41 0-15,1-40 0,40 40 0,-40-40 16,40 40-16,40-40 31,-40-40-31,81 40 16,-81-40-16,80 40 0,-40 0 0,0 0 0,0 0 15,40-40-15,-39 40 16,-1 0-16,0 0 0,0 0 0,0-40 0,0 40 16</inkml:trace>
  <inkml:trace contextRef="#ctx0" brushRef="#br0" timeOffset="89563.07">11316 6176 0,'0'0'0,"80"0"31,0 0-15,-40-40 0,0 40-16,1 0 15,-82 40 1,1 0-1,0 0-15,40 0 0,-40 0 16,40 0-16,-40 0 16,40 0-16,0 0 0,0 1 0,-40-1 0,40 0 15,0 0-15,0 0 0,0 0 16,0 0-16,0 0 0,0 0 0,0 1 0</inkml:trace>
  <inkml:trace contextRef="#ctx0" brushRef="#br0" timeOffset="90802.99">8025 6456 0,'0'0'0,"0"-40"62,-40 40 1,0 0-63,0 0 15,0 0-15,0 0 16,40 40-16,-40 0 15,-1 1-15,1-41 0,40 40 0,-40-40 16,40 40-16,0 0 16,-40-40-16,40 40 0,0 0 0,0 0 15,0 0-15,0 0 16,80 1-16,-80-1 0,0 0 0,0 0 16,81-40-16,-81 40 0,40 0 0,-40 0 0,40-40 15,0 0-15,-40 40 16,40-40-16,0 0 0,0 0 15,0 0-15,1 0 16,-41-40-16,40 40 0,-40-40 0,40 40 16,-40-40-16,40 0 15,-40 0-15,40 0 0,-40 0 0,0-1 0,40 1 16,-40 0-16,0 0 0,0 0 16,40 0-16,-40 0 0,0 0 0,0 0 15,0-1-15,0 1 0,-40 40 16,0-40-1,0 40-15,0 0 16,0 0 0,0 0-16,-1 0 0,1 0 15,0 40 1</inkml:trace>
  <inkml:trace contextRef="#ctx0" brushRef="#br0" timeOffset="92812.9">29814 6015 0,'0'-40'0,"0"0"47,40 40-1,0 0-46,0 0 16,-40 40-16,40-40 16,-40 40-16,41-40 0,-41 40 0,40 0 0,0 1 15,-40-1 1,40-40-16,-40 40 0,40-40 0,-40 40 16,0 0-16,0 0 15,0 0 1,-40-40-16,40 40 0,0 0 15,0 0 1,0 1-16,40-1 0,-40 0 16,40 0-16,0 0 15,-40 0-15,40-40 0,1 40 0,-1 0 32,0-40-32,0 0 0,0 0 15,0-40-15,0 40 31,-40-40-31,0 0 0,0 0 16,0 0 0,-40 40 15,0 40-15,0 0-1,40 0 1,0 0-16,-40 0 0,40 0 0,0 1 15,-40-1-15,40 0 0,-40 0 16,40 0-16,-41 0 0,41 0 0,0 0 0,-40 0 16,40 0-16,-40 41 15,40-41-15,-40 0 0,40 0 0,-40 0 0,40 0 16,-40 0-16,40 0 0,-40 1 16,40-1-16,-40 0 0,40 0 0,-41 0 0,1 0 15,40 0-15,0 0 0,-40 0 0,0 0 0,40 1 16,0-1-16,-40-40 15,40 40-15,0 0 0,-40-40 0,40 40 0,-40-40 16,0 0-16,-1 40 0,1-40 16,0 0-16,0 0 0,0 0 0,0 0 15,0 0-15,0 0 16,-1 0-16,1 0 0,0 0 0,0-40 0</inkml:trace>
  <inkml:trace contextRef="#ctx0" brushRef="#br0" timeOffset="101822.42">18940 8181 0,'0'40'203,"-40"0"-187,-1 0-1,41 0-15,-40-40 0,40 40 0,0 1 16,-40-41-16,40 40 0,-40 0 0,40 0 0,-40 0 16,40 0-16,-40 0 0,40 0 15,-40 40-15,40-39 0,-40-1 0,40 0 0,-41 0 16,41 0-16,-40 0 15,40 40-15,0-40 0,-40 1 0,40-1 16,0 0-16,0 0 0,-40-40 16,40 40-16,0 0 0,0 0 31</inkml:trace>
  <inkml:trace contextRef="#ctx0" brushRef="#br0" timeOffset="102742.36">18980 8221 0,'0'0'0,"-40"0"15,0 0 95,-1 0-95,1 0-15,0 40 0,0-40 0,0 40 16,0-40-1,0 0-15,0 40 0,-1-40 0,1 40 0,0-40 16,0 41-16,0-41 16,0 40-16,0-40 0,0 40 15,-1-40-15,1 0 16,40 40-16,40-40 47,-40-40-47,41 0 15,-1 40-15,-40-40 16,40 40-16,-40-41 0,40 41 0,0-40 0,0 40 16,-40-40-16,40 40 15,0 0-15,1 0 0,-41-40 16,40 40-16,0 0 0,0 0 31,0 0-31,0 0 16,0 0-1,0 0-15,-40-40 16,41 40-16,-1 0 31,-40-40 1,0 80-1,0 0-31,0 0 15,0 0 1,0 0 15,40 1-31,0-41 16,0 40-16,0-40 0,-40 40 0,40-40 0,0 40 16,41-40-16,-41 40 15,0-40-15,0 40 0,0-40 0,0 40 0,0-40 0,1 40 16,-1-40-1</inkml:trace>
  <inkml:trace contextRef="#ctx0" brushRef="#br0" timeOffset="104872.23">963 6577 0,'0'-40'15,"0"-1"32,0 1 78</inkml:trace>
  <inkml:trace contextRef="#ctx0" brushRef="#br0" timeOffset="106172.07">441 6737 0,'41'0'0,"-1"0"32,-40-40-17,-40 40 79,40 40-32,0 0-46,0 0-16,0 0 0,40-40 0,-40 41 16,0-1-16,0 0 15,40-40-15,-40 40 0,40 0 0,0-40 0,-40 40 16,40 0-16,0-40 0,-40 40 0,40-40 16,1 0-1,-1 0-15,-40-40 0,40 40 16,-40-40-16,0-40 15,40 80-15,-40-40 0,0 0 0,0 0 0,0-1 16,0 1 0,0 0-16,0 0 0,-40 0 15,40 0 1,0 80 31,0 0-47,0 0 15,0 0-15,0 0 0,0 1 16,0 39-16,0-40 0,0 0 0,0 0 16,0 40-16,0 0 15,0-39-15,0 39 0,-40 0 0,40 0 0,0 0 16,0 1-16,-40-1 0,40 0 0,0-40 0,0 40 16,0-40-16,-41 41 0,41-41 15,0 0-15,0 0 0,-40 0 0,40 0 16,-40 0-16,40 0 15,-40 1-15,0-41 0,0 40 16,0 0-16,0-40 16,-1 40-16,1-40 15,0 0-15,0 0 0,0 0 32,40-40-32,0 0 15,0 0-15,0-1 0,40 1 16,-40 0-16,0 0 0,40 40 0,-40-40 0,40 0 15,-40 0-15,40 0 16,1 0-16,-1-1 0,-40 1 0,0 0 0,40 40 16,-40-40-16,40 0 15,-40 0-15,0 0 0</inkml:trace>
  <inkml:trace contextRef="#ctx0" brushRef="#br0" timeOffset="106812.11">1364 6737 0,'40'0'31,"-40"40"-15,0 0 77,0 0-93,0 1 16,-40-41-16,40 40 0,0 0 0,-40-40 16,40 40-16,0 0 15,-40 0-15,40 0 0,0 0 0,0 0 0,0 0 0,-40 1 16,40-1-16,0 0 15,0 0-15,0 0 0,0 0 0,-40 0 0,40 0 16,0 0-16,0 1 16,40-1-16,0 0 0,0-40 15,-40 40-15,80-40 0,-39 0 16</inkml:trace>
  <inkml:trace contextRef="#ctx0" brushRef="#br0" timeOffset="107531.98">1605 7178 0,'0'-40'0,"40"40"31,0 0-16,0 0 1,1 0 0,-41 40-1,0 0-15,0 0 16,0 1-16,0-1 16,0 0-1,0 0-15,0 0 0,-41-40 16,41 40-16,0 0 15,0 0-15,0-80 47,0 0-31,41 40-16,-41-40 16,40 0-16,-40 0 0,40 40 0,-40-40 0,0 0 15,40 40-15,-40-41 16,40 41-16,-40-40 0,40 40 15,-40-40-15,40 40 16,-40 40 15,0 0-15,0 1-16,0-1 16,40 0-16,-40 0 15,0 0-15,41 0 0,-41 0 16,0 0-1,0 0-15,0 1 16</inkml:trace>
  <inkml:trace contextRef="#ctx0" brushRef="#br0" timeOffset="107862.03">2247 7098 0,'40'0'0,"-80"0"0,120 0 31,-40 0-31,1 40 16,-41 0-16,40 40 16,0-39-16,-40-1 0,0 80 15,0-80-15,-40 161 32,40-121-32,-40 0 0,-81 121 15,81-121-15,-80 40 0</inkml:trace>
  <inkml:trace contextRef="#ctx0" brushRef="#br0" timeOffset="113861.69">18378 10186 0,'0'-40'31,"40"40"-31,-80 0 250,0 0-218,0 0-17,0 0 17,-1 40-1,1-40-16,40 40 1,-40 0-16,0-40 16,40 40-1,0 1-15,0-1 16,0 0 15,0 0 0,40-40-31,-40 40 32,0 0-17,0 0 17,0 0-17,0 0 1,40-40-1,0 0 32,1 0-47,-1 0 16,0 0 0,0 0-16,0 0 15,-40-40-15,40 40 16,0 0-1,0 0-15,1 0 16,-41-40 0,40 40-16,-40-40 15,40 40-15,-40-40 0,40 40 32,-40-40-32,40 40 15,-40-40 1,0 0 15,0 0 0,40 40-31,-40-41 16,-40 1 46,0 40-62,0 0 16,0-40 0,0 40-16,-1 0 0,1 0 15,0 0-15,0 0 16,0 0 0,0 0-16,0 0 31</inkml:trace>
  <inkml:trace contextRef="#ctx0" brushRef="#br0" timeOffset="115411.52">20705 10387 0,'-40'0'15,"80"0"32,0 0-47,-40-40 16,40 40-16,1 0 15,-41-41-15,40 41 0,-40-40 0,40 40 0,0-40 16,-40 0-16,0 0 0,40 40 16,-40-40-16,0 0 15,0 0-15,0 0 31,0 80 1,0 0-32,-40 0 15,40 0-15,-40 0 0,40 0 0,-40 0 16,40 0-16,0 1 16,-40-41-16,-1 40 0,41 0 0,-40 0 0,40 0 15,0 0-15,-40 0 0,40 0 16,0 0-16,0 1 0,-40-41 0,40 40 15,0 0-15,0 0 16,0 0-16,-40 0 0,40 0 0,0 0 16,0 0-1,0 0-15,0-80 63,0 0-48,-40 40-15,0 0 32,40-40-32,-40 40 15,80 0 17,0 0-32,0 0 0,0 0 0,0 0 15,40 0-15,-39 0 16,-1 0-16,40-40 0,-40 40 0,40 0 0,-40 0 15,1 0-15,-1 0 0,0 0 16,0 0-16,0 0 0,0 0 0,0 0 16,0-40-16</inkml:trace>
  <inkml:trace contextRef="#ctx0" brushRef="#br0" timeOffset="116111.48">23113 10667 0,'40'0'15,"-40"-40"-15,40 40 16,0-40-1,0 40 1,0 0-16,1 0 0,-1 0 16,0 40-16,0-40 15,0 40-15,0-40 0,0 41 0,0-1 16,1 0-16,-41 0 0,0 0 16,0 0-16,-41 0 0,41 0 15,-80 0-15,40 0 0,0-40 0,0 41 0,0-1 16,0 0-16,-1-40 15,1 40-15,0-40 0,0 40 0,0-40 0,0 40 16,80-40 15,0 0-31,0 0 0,0 0 0,0 0 16,1 0-16,-1 0 16,0 0-16,0 0 0,0 0 0,0 0 0,0 0 15,0 0-15,1 0 0,-1 0 16,0 0-16,0 40 0,40-40 0,-40 0 0</inkml:trace>
  <inkml:trace contextRef="#ctx0" brushRef="#br0" timeOffset="117321.46">25440 10627 0,'0'0'16,"40"0"15,0-40-16,81 40 1,-81 0-16,0 0 16,0 0-16,81 40 15,-81 41 1,0-1 15,0 40-15,-120-40-1,-1-40 1,41-40-16,-120 40 16,120-40-16,0 41 0,-41-41 15,41 40 17,40-80 14,40 40 48,0 0-31,1 0-63,-1 0 15,0 0 1,0 0 0,0 0-16,-40 40 0,40-40 15,0 0-15,0 40 0,1-40 16,-1 0-16,0 40 0,-40 0 0,40-40 15,-40 40-15,0 0 16,40-40-16,-40 40 0,0 0 16,0 1-16,0-1 15,-40-40-15,40 40 16,-40-40-16,0 40 0,0-40 16,-1 40-1,1-40-15,0 40 16,0-40-16,0 0 15,0 40-15,0-40 0,0 0 0,-1 0 16,1 0-16,-40 0 16,40 40-16,0-40 0,0 0 0,-1 0 0,1 0 15,0 0-15,0 0 0,0-40 0,0 0 16,40 0 0</inkml:trace>
  <inkml:trace contextRef="#ctx0" brushRef="#br0" timeOffset="118741.3">28289 10828 0,'-80'0'63,"80"40"-63,-40-40 16,40 40-16,-40-40 0,-1 40 0,1-40 0,0 40 15,0-40-15,0 40 0,0-40 16,0 40-16,0-40 0,-1 0 0,41 41 0,-40-41 15,40 40 1,-40-40-16,40 40 0,0 0 16,0 0-1,80-40-15,-39 0 0,-1 40 16,0-40-16,0 0 0,40 0 0,0 0 0,1 40 16,-1-40-16,-40 0 15,40 0-15,-40 0 0,41 0 0,-41 0 0,0 0 16,0 0-16,0 0 0,0-40 15</inkml:trace>
  <inkml:trace contextRef="#ctx0" brushRef="#br0" timeOffset="118941.36">28650 11109 0,'-40'0'15,"80"0"-15,-120 0 0,0 0 16,40 40-16,-1-40 0,-79 160 31,0 121-15,-1 0-1,81-241-15</inkml:trace>
  <inkml:trace contextRef="#ctx0" brushRef="#br0" timeOffset="119891.23">15409 10226 0,'0'-40'78,"40"40"-47,0 0-31,0 0 16,0 0-16,40 40 0,-40-40 0,41 0 0,-41 0 15,40 0-15,0 0 0,-40 0 16,41 0-16,-41 0 0</inkml:trace>
  <inkml:trace contextRef="#ctx0" brushRef="#br0" timeOffset="120101.29">16612 9905 0,'0'0'16,"-40"0"-1,40 121 1,0 39 0,0-40-1</inkml:trace>
  <inkml:trace contextRef="#ctx0" brushRef="#br0" timeOffset="121631.13">12800 9905 0,'0'-40'31,"40"40"0,1 0-31,-1 0 16,0 0-16,0 0 0,0 0 0,0 40 15,0-40-15,41 0 16,-41 0-16,0 0 0</inkml:trace>
  <inkml:trace contextRef="#ctx0" brushRef="#br0" timeOffset="121951.11">13643 9625 0,'40'0'16,"-40"-40"-16,40 40 16,0 0-16,0 0 0,1 0 0,-1 0 15,0 0-15,0 0 0,0 0 0,0 40 0,0-40 16,0 40-16,1 0 16,-41 0-16,0 0 0,0 0 15,0 0-15,-41 0 16,41 1-16,-40-41 0,40 40 0,-40 0 15,0 0-15,0-40 16,40 40-16,40-40 16,40 0-16,-40 0 15,1 0-15,39 0 16,-40 0-16,40 0 0,0-40 0,-39 40 0,39 0 16,-40-40-16,0 40 0</inkml:trace>
  <inkml:trace contextRef="#ctx0" brushRef="#br0" timeOffset="122611.07">10152 9785 0,'0'0'0,"-40"0"15,80 0 17,0 0-32,0 0 15,0 0-15,0 0 0,1 0 0,-1 0 16,0 0 0,0 0-16,0 0 0,0 0 0,0 0 15,0 0-15,1 0 16,-1 0-16</inkml:trace>
  <inkml:trace contextRef="#ctx0" brushRef="#br0" timeOffset="123061.11">10995 9384 0,'0'0'0,"40"0"0,0-40 15,0 40-15,80 0 32,-79 0-32,-1 0 0,0 40 31,-40 0-31,0 40 31,-80 41-15,39-81-1,41 40 1,121 0 15,-121 81-15,-80-81-1,-81-40 17,-80 0-17,41-80-15</inkml:trace>
  <inkml:trace contextRef="#ctx0" brushRef="#br0" timeOffset="123770.99">7343 9785 0,'-40'0'0,"0"0"0,0 0 15,0 0 1,-1 0 0,82 0 46,-1 0-62,0 0 0,0 0 16,0 0-16,0 0 15,0 0-15,1 0 0,-1 0 0,0 0 16,0 0-16,0 0 16,-40-40-16,40 40 0</inkml:trace>
  <inkml:trace contextRef="#ctx0" brushRef="#br0" timeOffset="124090.98">8266 9384 0,'0'0'15,"0"40"17,-40 0-17,-80 121 1,79-81-1,41-40-15,41-40 32,-1 0-17,80 0 1,-80 0-16,121-40 16,-121 40-16,0 0 0,0 0 15,0 0-15,-40-40 0</inkml:trace>
  <inkml:trace contextRef="#ctx0" brushRef="#br0" timeOffset="124350.96">8507 9585 0,'0'0'0,"0"-41"0,-40 41 15,0 0-15,40 81 32,0-41-17,0 0-15,0 0 0,0 0 0,0 0 16,-41 0-16,41 0 0,0 1 16,0-1-16,-40 0 0,40 0 0,0 0 0,0 0 15,0 0-15,-40 0 16,40 0-16,0 0 0</inkml:trace>
  <inkml:trace contextRef="#ctx0" brushRef="#br0" timeOffset="127060.88">1886 11991 0,'40'-40'78,"0"40"-78,0 0 16,0 0-16,1 0 0,-1 0 15,0 0 1,0 0-16,0 0 0,0 0 16,0 0-16,0 0 15,1 0-15,-1 0 0,0 0 0,40 0 0,-40 0 16,40 0-16,-39 0 15,39 0-15,0 0 0,-40 0 0,40 0 0,1 0 16,-1 0-16,-40 0 0,40 0 0,1 0 0,-1 40 16,-40-40-16,40 40 0,1-40 15,-1 40-15,40-40 0,-40 40 0,41-40 0,-41 0 16,40 0-16,1 40 16,-1-40-16,1 0 0,-1 0 0,0 0 0,1 0 15,-1 0-15,41 0 0,-41 0 16,0 0-16,41 0 0,-41 0 0,41 0 0,-41 0 15,41 0-15,-41 0 16,40 0-16,1 0 0,-1 0 0,1 0 0,-1 0 16,41 0-16,0 0 0,-41 0 0,41 0 0,40 0 15,-41 0-15,1 0 0,40 0 16,-41 0-16,1 0 0,0 40 0,-1-40 0,1 0 16,-1 41-16,1-41 15,-40 0-15,39 40 0,1-40 0,-41 40 0,41-40 16,0 0-16,-41 0 0,41 0 15,-1 0-15,1 0 0,0 0 0,-1 40 0,1-40 16,0 0-16,-1 0 16,1 0-16,-1 40 0,1-40 0,0 0 0,-1 40 15,41-40-15,-40 0 0,-1 40 0,1-40 0,0 40 16,-41-40-16,41 40 0,-41-40 16,1 0-16,-1 40 0,1-40 0,-1 0 0,-39 0 15,39 0-15,1 0 16,-41 0-16,0 0 0,1 0 0,-1 0 0,-40 0 15,41 0-15,-41 0 0,0 0 16,1 0-16,-1 0 0,0 0 0,0 0 0,1 0 16,-1 0-16,40 0 0,1 0 0,-1 41 0,-40-41 15,41 40-15,-1-40 16,0 40-16,-39-40 0,39 40 0,-40-40 0,1 40 16,39-40-16,-40 40 0,0-40 15,1 0-15,-1 0 0,0 0 0,0 40 0,-39-40 16,39 0-16,0 0 15,-40 0-15,40 0 0,1 0 0,-1 40 0,0-40 16,0 0-16,41 40 0,-41-40 0,40 0 0,-39 41 16,-1-41-16,0 40 0,0-40 15,1 40-15,-1-40 0,-40 0 0,40 40 0,-40-40 16,1 40-16,39-40 16,-40 0-16,0 0 0,0 0 0,0 40 15,0-40-15,1 0 16,-1 0-16,0 40 0,0-40 15,40 0-15,-40 40 16,41-40-16,-1 40 0,0-40 0,0 40 0,1 1 16,-1-41-16,0 40 0,-40-40 0,41 40 0,-41-40 15,0 40-15,40-40 0,-80 40 16,40-40-16,40 0 0,-39 0 0,-1 40 0,0-40 16,0 40-16,0-40 15,0 0-15,0 40 0,41-40 0,-41 40 0,40-40 16,0 0-16,41 41 0,-41-1 15,40-40-15,-40 40 0,41 0 0,-1 0 0,-40-40 16,41 40-16,-41-40 0,0 40 0,1-40 0,-1 40 16,0-40-16,0 40 15,-40-40-15,41 0 0,-41 40 0,0-40 0,40 0 16,-40 0-16,41 0 0,-41 0 16,0 0-16,40 0 0,0 0 0,-39 0 0,39 0 15,0 0-15,40 0 16,-39 41-16,39-41 0,-40 40 0,1-40 0,39 40 15,-40-40-15,0 40 0,1 0 16,-1-40-16,0 40 0,0 0 0,-39-40 0,39 40 16,-40-40-16,40 40 0,-40-40 0,0 41 0,41-41 15,-41 40-15,0-40 16,40 0-16,-40 40 0,0-40 0,41 40 0,-41-40 16,40 40-16,0-40 0,1 40 15,-41-40-15,40 40 0,0 0 0,0-40 0,1 40 16,-1 0-16,0-40 15,0 41-15,1-1 0,-41-40 0,40 40 0,-40-40 16,0 40-16,0-40 0,1 0 0,-1 40 0,0-40 16,0 0-1,0 0-15,-40-40 0,40 0 16</inkml:trace>
</inkml:ink>
</file>

<file path=ppt/ink/ink3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2T08:00:17.394"/>
    </inkml:context>
    <inkml:brush xml:id="br0">
      <inkml:brushProperty name="width" value="0.05292" units="cm"/>
      <inkml:brushProperty name="height" value="0.05292" units="cm"/>
      <inkml:brushProperty name="color" value="#FF0000"/>
    </inkml:brush>
  </inkml:definitions>
  <inkml:trace contextRef="#ctx0" brushRef="#br0">4574 2366 0,'-40'0'16,"40"-40"124,40 40-140,-40-41 0,41 41 0,-41-40 0,40 40 16,-40-40-16,40 40 0,0 0 0,0 0 16,-40-40-16,40 40 15,0 0-15,0 0 0,1 0 16,-1 0-16,-40 40 0,40-40 15,0 40-15,-40 0 0,40 1 0,-40-1 16,0 0-16,40 0 16,-40 0-16,0 0 0,0 40 0,-80-40 0,80 41 15,-40-41-15,0 0 0,0 0 16,-1 0-16,1 0 0,0 0 0,0 0 0,0 0 16,40 1-16,-40-1 0,0-40 0,40 40 0,-40-40 15,-1 0 1,41-40-1,0 0 1,0-1-16,41 1 0,-41 0 0,40 0 16,0 0-1,0 0-15,-40 0 0,40 40 0,0-40 0,0 0 16,0 40-16,1-41 0,-1 1 0,-40 0 0,40 40 16,0-40-16,0 0 0,0 0 15,0 0-15,0 40 0,-40-40 0,41 40 16,-1-40-16,0 0 15,-40-1-15,40 41 0,-40-40 16,40 40-16,-40-40 16,40 0-16,-40 0 15,40 40-15,-40-40 16,-40 80 31,40 0-32,0 0 1,-40-40-16,40 40 0,-40-40 0,40 40 16,-40 1-16,0-1 15,40 0-15,-40 0 0,-1 0 0,1 0 16,40 0-16,-40 0 0,40 0 0,0 0 0,-40-40 16,40 41-16,0-1 15,-40 0-15,40 0 0,0 0 16,80 0-1,-40 0-15,0-40 16,-40 40-16,41-40 16,-1 0-16,0 0 0,0 0 15,0-40-15,0 0 0,0 40 16</inkml:trace>
  <inkml:trace contextRef="#ctx0" brushRef="#br0" timeOffset="410.04">6300 1924 0,'-80'0'16,"160"0"-16,-201 0 0,1 41 16,120-1-16,-40-40 0,-40 80 31,80-40-31,-81 120 15,81-119-15,0-1 0,0 80 16,0-80-16,0 80 31,0-80-31,0 1 0,0 39 16,41 0-16,79 0 31,-80-80-31</inkml:trace>
  <inkml:trace contextRef="#ctx0" brushRef="#br0" timeOffset="1029.95">6621 2366 0,'0'0'16,"0"-40"-16,-40-1 0,40 1 0,0 0 31,40 40-15,0 0-16,80 40 31,-39 41-15,-81-41-16,40 80 15,-40-80-15,0 40 32,0-40-32,-81 41 15,41-41-15,0-40 16,40 40-16,0-80 16,80-121 15,-39 121-31,-1-40 0,0 40 0,0 0 15,-40 0-15,120-121 16,-80 161-16,1-40 0,-1 40 16,0-40-1,0 40 1,0 80 0,-40-40-16,0 81 15,0-81-15,-40 0 0,40 0 16,0 0-16,0 0 15,-40-40-15,40 120 16,0-79-16,0-1 16,40-40-16,40 0 15,-40 0-15,121-40 32,-121 40-32,0-41 0,0 41 0,0-40 0,1 0 0</inkml:trace>
  <inkml:trace contextRef="#ctx0" brushRef="#br0" timeOffset="1319.91">7865 2005 0,'0'-40'31,"0"80"-31,-40-80 16,120 80 15,-80 0-31,80 0 16,-80 0-16,40 0 0,-40 0 0,0 0 15,40 0-15,-40 1 0,0-1 0,0 0 16,0 0-16,0 0 16,0 0-16,0 0 0,0 0 0,0 0 0,0 0 15,0 1-15,-40-1 0,40 0 16,-40 0-16,40 0 0,-40-40 0,0 40 0,0 0 15,0 0 1</inkml:trace>
  <inkml:trace contextRef="#ctx0" brushRef="#br0" timeOffset="1569.9">8948 2446 0,'0'-40'16,"0"0"-1,40 40-15,121-121 32,-121 81-32,120 0 15,-119 0-15,-1 40 0,80-40 16,-80 40-16</inkml:trace>
  <inkml:trace contextRef="#ctx0" brushRef="#br0" timeOffset="1769.89">9309 2847 0,'-120'40'16,"240"-80"-16,-160 80 15,241-120 17,80 0-17,-81-1 1,-119 41-16</inkml:trace>
  <inkml:trace contextRef="#ctx0" brushRef="#br0" timeOffset="2659.83">11476 1323 0,'0'0'16,"0"-40"-1,-40 80 1,-40 0 0,-41 161 15,81-161-31,0 80 15,40-80-15,0 0 0,0 121 16,0-81-16,80 120 31,-80-160-31,0 41 0,0 39 16,-120 0 0,-81-80-1,41-120 16,120 0-15,40 40-16,40 40 16,0 0-16,40 0 15,81 120 17,-161 41-17,0-1 1,0 41 15,40-41-15,40-120-16,41 40 15,-81-80-15,-40 40 0,120-40 16,-80 0-16,81 0 31,-81 0-31,0-40 0,0 40 0,0-40 0</inkml:trace>
  <inkml:trace contextRef="#ctx0" brushRef="#br0" timeOffset="3099.81">12720 1684 0,'0'40'47,"-40"40"-31,40-40 0,0 0-16,0 0 0,0 1 0,0-1 15,0 0-15,0 0 16,0 0-16,0 0 0,0 0 0,0 0 15,0 41-15,0-41 0,0 0 16,0 0-16,0 0 0,0 0 0,0 0 0,0 0 16,0 0-16,0 0 15,0 1-15,0-1 0</inkml:trace>
  <inkml:trace contextRef="#ctx0" brushRef="#br0" timeOffset="3319.79">13362 2767 0,'0'0'0,"40"0"0,-40 40 31,0 0-15,0 0-1,0 0-15,-40 0 0,0 0 16,40 0-16,-80 1 0,40-1 15,-1 0-15,1 0 16,0-40-16</inkml:trace>
  <inkml:trace contextRef="#ctx0" brushRef="#br0" timeOffset="3859.76">14807 1764 0,'0'-40'31,"80"40"-31,-80-40 0,80 40 16,-40 0-16,0 0 0,1 0 15,-1 0-15,0 40 0,0-40 0,0 40 0,0 0 16,40 40 0,-80-40-16,41 1 0,-41-1 0,0 0 0,0 40 0,0-40 15,-81 0-15,-39 121 16,80-121-16,-161 120 16,161-160-16,40 40 0,-40-40 15,120 0 1,-80-40-16,40 40 0,0-40 15,1 40-15,39-40 16,-40 40-16,40 0 0,0 0 0,-39 0 0,79 0 16,-40 0-16,0 0 0,1 0 15,-1 0-15,40 0 0</inkml:trace>
  <inkml:trace contextRef="#ctx0" brushRef="#br0" timeOffset="4049.82">16412 2486 0,'0'40'16,"0"-80"-16,0 120 16,0-40-16,0 0 15,0 0-15,0 1 0,-81 119 32,81-120-32,-40 0 0,-80 81 15,-161-1 1</inkml:trace>
  <inkml:trace contextRef="#ctx0" brushRef="#br0" timeOffset="4649.79">17535 1323 0,'0'0'15,"80"-80"1,121 40 0,0 80-1,-161 200 16,-40-159-31,-80 159 16,80-200-16,-161 121 16,121-81-1,80-40 17,121 0-17,-1 80 1,-80 1 15,-120 39-15,-241-80-1,0 1 1,121-162 0</inkml:trace>
  <inkml:trace contextRef="#ctx0" brushRef="#br0" timeOffset="5179.69">19702 1243 0,'0'0'31,"0"40"-15,40 40 0,-40-40-16,40 121 15,-40-121-15,40 0 0,-40 0 16,41 0-16,-41 0 0,40 0 15,-40 0 1,80-40 0,-80-40-16,40-40 15,-40 40-15,40 0 32,-40 80-17,0 80 1,-40-80-16,0 161 31,0-161-31,40 40 0,-40-40 0,0 40 0,40-39 0,-41 39 16,1 0-16,-120 120 15,80-119-15,-161 119 16,161-160-16,39 0 0,-39 1 16,40-1-16,0 0 0,0-40 15,0 0-15,0 0 0,-1 0 0,1 0 0,-40-40 31</inkml:trace>
  <inkml:trace contextRef="#ctx0" brushRef="#br0" timeOffset="6589.59">4013 4812 0,'40'0'32,"-40"-40"-32,40 40 15,0-40-15,0 0 0,0 0 0,0 40 0,1-40 16,-1-1-16,0 1 15,-40 0-15,40 40 0,-40-40 16,0 0-16,0 0 16,0 0-16,0 0 0,0 0 15,0-1-15,0 82 32,0 39-17,0-40-15,0 0 0,0 40 16,0-40-16,0 41 0,0-1 0,0-40 0,0 40 15,0 0-15,0 0 16,0 1-16,0-41 0,0 40 0,-40 0 0,40-40 16,0 0-16,-40 41 0,0-41 15,40 0-15,-41-80 16,41-40 0,0 39-16,0 1 15,0-40-15,0 40 0,41-40 0,-41 0 0,80 39 16,-80 1-16,40 0 0,-40 0 15,40 0-15,0 40 0,0 0 0,0 0 16,1 0 0,-1 0-16,0 40 0,0-40 0,0 40 15,-40 0-15,40 0 0,-40 1 0,40-1 0,-40 0 16,40 0-16,-40 0 0,41 40 16,-41-40-16,40 0 0,-40 1 0,0-1 0,40 0 15,-40 0-15,0 0 16,40-40-16,-40 40 0,40-40 0,0 0 15,0 0-15,0 0 16,1-40-16,-1 40 0,0-80 0,0 80 16</inkml:trace>
  <inkml:trace contextRef="#ctx0" brushRef="#br0" timeOffset="6849.65">5858 4531 0,'0'0'15,"0"-40"-15,-80 0 32,80 80-17,-40 40 1,0 121 0,40 80 15,120-41-16,-120-200-15,81 1 16,-1-41 0</inkml:trace>
  <inkml:trace contextRef="#ctx0" brushRef="#br0" timeOffset="7489.58">6862 4491 0,'0'0'0,"40"-40"16,-40 0-1,0 0-15,40 40 0,-40-40 16,40 40-16,0 0 16,-40 80-16,40-80 0,-40 40 15,0 0-15,40 0 0,-40 41 0,0-41 0,0 0 16,0 40-16,0-40 16,0 0-16,0 40 0,0-40 0,-40 1 0,40-1 15,-40 0-15,0-40 16,120-80 15,-80 39-31,40 1 0,0-40 0,1 40 0,-1-40 16,0 40-16,0-40 0,0 39 15,0 1-15,0 0 0,1 0 0,-1 0 16,0 40-16,-40 40 31,40 40-31,-40-40 0,0 1 0,40-1 16,-40 0-16,0 0 0,0 0 15,40 0-15,-40 0 0,0 0 0,0 0 0,0 0 16,0 1 0,0-1-16,40-40 0,-40 40 0,40-40 15</inkml:trace>
  <inkml:trace contextRef="#ctx0" brushRef="#br0" timeOffset="7709.6">8065 4491 0,'41'-40'16,"-82"80"-16,82-120 0,-41 40 16,0 80-1,40-40-15,40 160 16,-40 81 15,-40 0-15,-120-1-1,39-119 1</inkml:trace>
  <inkml:trace contextRef="#ctx0" brushRef="#br0" timeOffset="7969.51">9510 4772 0,'0'-40'16,"0"80"-16,40-120 16,0 80-16,0-40 15,0 40-15,201-40 31,0-1-15,-201 41-16</inkml:trace>
  <inkml:trace contextRef="#ctx0" brushRef="#br0" timeOffset="8159.51">10032 5414 0,'-121'0'16,"242"0"-16,-162 0 15,82 0-15,-1 0 0,40 0 16,-40 0-16,40-40 0,1 40 0,240-41 31,-241 41-31,-40-40 0,40 40 0</inkml:trace>
  <inkml:trace contextRef="#ctx0" brushRef="#br0" timeOffset="8769.45">13001 4050 0,'-40'-40'16,"80"80"-16,-120-80 0,-1 0 0,41 0 0,-120 40 31,120 40-31,0 160 31,80 81-15,-40-241-16,80 201 16,-40-201-16,-40 0 0,0 40 15,0-40-15,-120 161 16,39-161-16,-119 120 16,160-160-16,0 0 0,-1 41 15,1-41 1,80-121 15,-40 41-31,81 40 16,-41 40-16,0 40 15,40 161 1,-80-121-16,80 80 31,-39-80-31,-1-40 0,0 1 0,-40-1 0,40 40 16,120 80-1,-119-120-15,-1 41 32,0-81-32,-40 40 0,40-40 0,0 0 0,0 0 15,40-40 1,-39-41-16,-1 41 16</inkml:trace>
  <inkml:trace contextRef="#ctx0" brushRef="#br0" timeOffset="9169.44">14325 4451 0,'0'-40'15,"0"80"32,0 40-31,0-40-16,0 1 15,40-1-15,-40 40 0,0-40 0,0 40 0,0 0 16,0 1-16,0-41 0,0 40 0,0 0 0,-40 0 16,40-40-16,0 41 0,-40-41 15,40 0-15,0 0 0,0 0 0,-40 0 0,40 0 16</inkml:trace>
  <inkml:trace contextRef="#ctx0" brushRef="#br0" timeOffset="9399.5">15168 5654 0,'0'40'31,"0"-80"-31,0 201 16,0-121-16,0 0 15,-40 40 1,-81-40-16,1 0 16</inkml:trace>
  <inkml:trace contextRef="#ctx0" brushRef="#br0" timeOffset="9979.45">16853 4491 0,'-40'0'15,"80"0"-15,-80-40 0,40 0 16,80 40-16,-40-40 16,161 40-1,-81 200 1,-160 41 15,-201 0-15,161-161-1,40-40-15,-40 0 16,80 0-16,80-40 0,-40 0 16,0 0-16,81 0 15,-41 0-15,0 0 0,281 0 31,-321 0-31,201 0 16,-201-40-16,41 40 0,-1 0 16,0 0-16</inkml:trace>
  <inkml:trace contextRef="#ctx0" brushRef="#br0" timeOffset="11149.32">18659 3930 0,'0'-40'0,"40"40"62,40 0-62,-40 40 16,0 0-16,-40 0 0,41 0 0,-41 0 15,0 0-15,0 0 0,0 0 16,40 1-16,-40-1 0,0 0 0,0 0 0,0 0 16,40 0-16,-40 0 15,0 0-15,0 0 0,40-40 0,-40 41 0,40-41 16,0 0-1,0 0-15,0-41 0,1 41 16,-41-40 0,40 40-16,-40-40 0,40 40 15,-40 40 1,0 0 0,-40 1-16,40-1 0,0 0 15,0 0-15,-40 0 16,40 0-16,0 0 0,-41 0 0,41 40 0,-40-39 15,40 39-15,-40-40 0,0 40 16,40 0-16,-40-40 0,0 41 0,0-41 0,0 40 16,-1-40-16,41 0 0,-40 0 0,0 0 0,0 0 15,40 1-15,-40-41 16,0 40-16,0-40 0,0 0 0,-1 0 16,1 0-16,-40 0 0,40 0 15</inkml:trace>
  <inkml:trace contextRef="#ctx0" brushRef="#br0" timeOffset="24868.54">7183 7299 0,'0'-41'15,"40"1"1,-40 0 15,40 40 32,0 0-63,0 40 0,0 0 15,-40 1 1,40-41-16,-40 40 0,0 0 0,0 0 0,0 0 16,0 0-16,0 0 0,0 40 0,0-39 0,-40-1 15,40 0-15,0 0 0,-40 0 16,40 0-16,-40 0 0,0 0 0,40 0 31,0-80 0,40 40-31,-40-40 0,40 0 16,-40 0-16,40 0 0,0 0 0,1 0 0,-1-41 16,0 41-16,-40 0 0,40 0 15,0 0-15,0 0 0,0 0 0,-40 0 0,40 40 16,1-40-16,-1 40 16,0-41-16,0 41 15,0 0 1,0 0-16,0 0 15,-40 41-15,0-1 16,40 0-16,-40 0 16,0 0-16,0 0 0,0 0 0,41 0 0,-41 0 15,0 1-15,0-1 16,0 0-16,0 0 0,40 0 0,-40 0 16,0 0-16,40-40 15,-40 40-15,40 0 0,0 0 16,0-40-16,0 0 15,0 0-15,1 41 0,-1-41 0,0 0 16,0 0-16,0 0 0,0 0 0,0-41 16,-40 1-16,40 40 15,-40-40-15,41 40 0,-41-40 16,-41 40 109</inkml:trace>
  <inkml:trace contextRef="#ctx0" brushRef="#br0" timeOffset="27618.44">11516 7459 0,'-40'0'16,"40"-40"-16,40 40 234,0 0-218,1-40-16,-1 40 0,0 0 0,0 0 15,0 0-15,40 0 16,-40 0-16,1 0 0,-1 0 0,0 0 0,0 0 16,0 0-16,0 0 0,0 0 0,0 0 15,1 0 1</inkml:trace>
  <inkml:trace contextRef="#ctx0" brushRef="#br0" timeOffset="28718.37">12479 6978 0,'40'-40'15,"-80"40"48,121-40-16,-41 40-47,0-41 0,0 41 0,0 0 15,0 0-15,0 0 16,0 0-16,1 0 0,-1 0 0,0 0 0,0 0 15,0 0-15,0 0 16,-40 41-16,0-1 16,40-40-16,-40 40 0,0 0 0,0 0 15,0 0 1,0 0-16,0 0 0,-40 0 0,40 0 16,-40 1-16,0-1 15,0 0-15,0 0 0,0-40 16,-1 40-1,1-40-15,40 40 16,40-40 31,-40-40-31,41 40-16,-1 0 15,0 0 1,0 0-16,0 0 0,0 0 0,-40 40 15,40-40-15,0 0 16,-40 40-16,0 0 0,41-40 16,-41 40-16,0 1 0,-41-1 15,1-40 1,40 40-16,-40-40 0,0 0 16,0 0-16,0 0 15,0 0-15,0 0 0,-1 0 0,1 0 16,0 0-16,0 0 15,0 0-15,0 0 0,0-40 16,0 0-16</inkml:trace>
  <inkml:trace contextRef="#ctx0" brushRef="#br0" timeOffset="29888.24">14044 7700 0,'40'40'78,"-40"0"-62,0 0-16,0 0 0,0 0 15,-80 0 1,0 0-16,40-40 0,0 40 0,-1-40 16,1 0-16,40 41 0</inkml:trace>
  <inkml:trace contextRef="#ctx0" brushRef="#br0" timeOffset="30298.23">15248 7579 0,'-40'0'15,"80"0"-15,-120 0 0,40 0 16,80 0 15,0 0-31,-40-40 0,40 40 16,0 0-16,0 0 16,0 0-16,1 0 0,-1 0 0,0 0 0,40 0 15,-40 0-15,0 0 0,0-40 16,1 40-16,-1 0 0,0 0 0</inkml:trace>
  <inkml:trace contextRef="#ctx0" brushRef="#br0" timeOffset="30688.18">16010 7178 0,'0'-80'15,"0"160"-15,0-200 16,41 120-16,39 0 16,120 40-1,-159 0 1,-1 0-16,40 81 16,-80-81-16,0 0 0,-40 80 31,40-80-31,-161 121 15,121-121-15,0-40 0,-80 80 16,120-40-16,-40-40 16,80 0 15,0-40-31,0 40 0,0 0 0,0 0 16,0 0-16,0 0 0,1 0 15,-1 0-15,40 0 0,0 0 0,-40 0 16,0 0-16,1 0 15,-1 0-15,0 0 0</inkml:trace>
  <inkml:trace contextRef="#ctx0" brushRef="#br0" timeOffset="30918.17">17054 7900 0,'-40'0'31,"40"40"-15,0 0-1,0 0 1,0 1-16,-41-41 0,41 40 0,-40 0 16,-40 0-16,40 0 15,0 0-15,40 0 0</inkml:trace>
  <inkml:trace contextRef="#ctx0" brushRef="#br0" timeOffset="31368.14">18338 7579 0,'0'-40'16,"-40"40"0,0 0-16,40-40 15,40 40 16,40 0-15,-40 0-16,0 0 0,0 0 0,0 0 0,41 0 16,-41 0-16,0 0 0,40-40 0,-40 40 0,0 0 15,1 0-15,-1 0 0,-40-40 16</inkml:trace>
  <inkml:trace contextRef="#ctx0" brushRef="#br0" timeOffset="31658.2">19341 7058 0,'0'0'15,"0"-40"1,0 120 15,0 40-15,0 41-1,0-81 1,0-40-16,0 161 16,-40-161-16,40 0 0,0 0 15</inkml:trace>
  <inkml:trace contextRef="#ctx0" brushRef="#br0" timeOffset="31908.18">20023 7900 0,'-40'40'15,"40"0"1,0 0 0,0 1-16,-40 79 31,-121 0-15,81-120-16</inkml:trace>
  <inkml:trace contextRef="#ctx0" brushRef="#br0" timeOffset="32698.1">21628 7138 0,'-40'0'31,"0"0"16,0 0-31,0 0-16,-1 0 15,41 40-15,-40-40 0,40 40 0,0 0 16,-40 1-16,40-1 16,0 0-16,-40 0 0,40 0 0,0 0 0,80 0 15,-80 0-15,40 0 16,1 1-16,-1-41 0,0 40 0,0 0 0,0-40 15,40 0-15,-40 0 0,1 0 0,-1 0 0,0 0 16,0 0-16,0-40 16,0 0-16,-40-1 0,0 1 15,0 0-15,0 0 0,0 0 16,-40 0-16,40 0 0,-80 0 0,40 0 0,0-1 16,-1 1-16,1 0 15,0 40-15,0-40 0,0 40 0,0 0 0,0 0 16,0 0-16,40 40 15,0 0-15,-41-40 0,41 40 0,0 1 16</inkml:trace>
  <inkml:trace contextRef="#ctx0" brushRef="#br0" timeOffset="33028.04">22591 7980 0,'-40'0'47,"40"40"-47,-40-40 0,40 41 16,-40-41-16,0 40 16,0 0-16,-1-40 0,1 40 0,0-40 15</inkml:trace>
  <inkml:trace contextRef="#ctx0" brushRef="#br0" timeOffset="33548.01">24076 7339 0,'0'-40'0,"-40"-1"16,40 1 0,-40 40-1,40 40 48,0 1-48,0-1-15,0 40 0,0-40 0,0 0 0,0 40 16,0-40-16,0 41 16,0-41-16,0 40 0,0-40 0,-41 0 0,41 40 15,-40-40-15,40 1 0,-40-1 16,40 0-16,-40-40 0,40 40 0</inkml:trace>
  <inkml:trace contextRef="#ctx0" brushRef="#br0" timeOffset="33787.99">24397 8061 0,'0'40'31,"-40"0"-31,0 0 16,40 0 0,-41-40-16,1 40 0,0 0 0,0-40 0,0 40 15,0 0-15</inkml:trace>
  <inkml:trace contextRef="#ctx0" brushRef="#br0" timeOffset="34967.92">25721 7178 0,'0'0'0,"0"-40"15,0 0 1,40 40-16,0 0 16,0 0-16,1 0 0,-1 0 15,0 0-15,-40 40 16,40-40-16,0 40 0,0 0 0,-40 0 0,40 1 15,-40-1-15,0 0 0,0 0 0,0 0 0,0 0 16,-80 0-16,80 0 0,-40 0 16,0-40-16,0 41 0,-41-1 0,41-40 0,0 40 15,0-40-15,0 40 16,0 0-16,0-40 0,0 0 0,40 40 16,40-40-1,0 0-15,0-40 0,40 40 16,-40 0-16,41 0 15,-1-40-15,0 40 0,0 0 0,1 0 0,-1 0 16,-40 0-16,40 0 0,0 0 0,-39 0 0,-1 0 16</inkml:trace>
  <inkml:trace contextRef="#ctx0" brushRef="#br0" timeOffset="35247.91">27206 7940 0,'40'0'31,"0"0"-16,-40 40-15,40-40 0,-40 40 0,40-40 16,-40 41-16,0-1 0,-40 0 31,-40 0-31,40-40 0,0 0 0,-1 40 16,1-40-16</inkml:trace>
  <inkml:trace contextRef="#ctx0" brushRef="#br0" timeOffset="36207.85">29052 7018 0,'0'0'16,"0"-40"-16,0 0 31,40 40-15,0 0-1,80 0 1,-80 0-16,41 40 15,-41 0-15,-40 0 0,0 0 16,0 40-16,-81 81 31,41-121-31,-80 80 16,80-80-16,0 0 16,0-40-16,40 40 31,120-40-16,40 81 1,-119-81-16,159 120 16,-160-120-16,-40 40 0,40 0 15,1 0-15,-41 0 16,0 41 0,-41-41-16,-199 40 15,159-80-15,1 0 0,0 0 16,0 40-16,-1-40 15,1 0-15,0 0 0,0 0 0,39 0 0,-119-40 16</inkml:trace>
  <inkml:trace contextRef="#ctx0" brushRef="#br0" timeOffset="37957.84">5056 8582 0,'0'0'0,"0"-40"16,0 0-16,0 0 16,40 40-16,-40-40 15,40 40-15,0-41 0,0 41 0,1 0 16,-1 0-16,0 0 16,0 0-16,0 0 0,0 0 15,0 0-15,0 41 16,1-41-16,-41 80 0,40-80 0,-40 40 15,0 0-15,0 0 0,0 0 0,0 0 16,0 0-16,-40 0 16,-41 1-16,41-1 0,0 0 0,0 40 15,0-40-15,0 0 0,0 0 16,-1-40-16,1 40 0,0 1 0,0-41 0,0 40 16,0-40-16,80 0 31,-40-40-31,40 40 15,0-41-15,0 1 0,41 0 0,-41 0 0,0 0 16,40 0-16,-40 0 0,40 0 0,-39-41 0,-1 41 16,40 0-16,-40 40 15,0-40-15,0 0 0,0 0 0,1 0 16,-1 40 0,-40-40-16,0 80 62,-40-40-46,40 40-16,-41 0 15,1 0 1,40 0-16,-40-40 0,40 40 0,-40-40 16,40 40-16,-40 1 15,40-1-15,0 0 0,0 0 0,0 0 16,40 0-1,-40 0-15,40-40 0,40 0 16,-39 0-16</inkml:trace>
  <inkml:trace contextRef="#ctx0" brushRef="#br0" timeOffset="38257.75">6661 8422 0,'-40'0'47,"0"40"-32,0 0-15,40 0 16,-41 0-16,1 0 0,40 0 15,-40 0-15,0 0 0,40 0 0,0 41 0,-40-41 16,0 40-16,40-40 0,0 0 0,0 0 0,0 0 16,0 1-16,0-1 15,0 0-15,40 0 0,0-40 16,0 0-16</inkml:trace>
  <inkml:trace contextRef="#ctx0" brushRef="#br0" timeOffset="38667.72">7062 8742 0,'0'0'15,"40"0"32,-40 40-47,40-40 16,-40 41-16,0-1 15,0 0-15,0 0 0,0 0 16,-40 0-16,0 0 0,0-40 16,40 40-16,-40-40 15,80-40 1,0 0 0,0 0-16,41 0 15,-41 40-15,0-40 16,0 40-16,-40-40 0,40 40 15,-40 80 1,0-40 0,0 0-16,0 0 0,-40 0 15,40 0-15,0 1 0,-40-41 16,40 40-16,0 0 0,0 0 0,-40-40 31,40 40-31,80-40 0,-40 0 16,0-40-16</inkml:trace>
  <inkml:trace contextRef="#ctx0" brushRef="#br0" timeOffset="38937.69">7905 8702 0,'0'0'15,"0"-40"1,40 0-1,0 40 1,0 40 0,0 161-1,-80 39 1,-160 1 15,79-81-15,41-120-1</inkml:trace>
  <inkml:trace contextRef="#ctx0" brushRef="#br0" timeOffset="42167.5">21307 9224 0,'0'-40'0,"0"80"63,0-80 15,0-1-63,0 82 126,0 39-125,-40-80-16,40 40 0,0 0 0,0 0 0,0 0 15,-40 0-15,40 0 0,0 0 16,0 1-16,0-1 0,-40-40 0,40 40 0,0 0 16,-40 0-16,40 0 15,-41 0-15,41 0 0</inkml:trace>
  <inkml:trace contextRef="#ctx0" brushRef="#br0" timeOffset="43117.51">22872 9103 0,'0'-40'15,"0"0"1,40 40 0,40-40-1,121 40 1,-40 80 15,-41 81-15,-80-1-1,-80-40 1,-80 1 0,-81-1-1,161-120 1,0 40 0,80-40 15,80 0-31,161 0 15,80 0 17,-240 0-32,39 0 15</inkml:trace>
  <inkml:trace contextRef="#ctx0" brushRef="#br0" timeOffset="43857.39">25400 9184 0,'0'-41'16,"0"82"-16,0-122 16,0 41-16,40 40 15,121-40 1,-1 120-1,-80 41 17,-80-41-32,0-40 0,-40 80 31,0-80-31,0 0 0,0 1 16,-40-1-16,40 0 15,-1-40-15,1 0 0,0 0 16,120 0 15,-39 0-31,-1 40 16,0-40-16,0 40 15,0 0-15,0 0 0,0-40 0,-40 40 16,40-40-16,-40 40 0,41-40 16,-41 41-16,40-1 0,-40 0 0,0 0 15,0 0 1,-40-40-16,-41 0 15,41 0-15,-40 0 0,40 0 0,0 0 0,-41 0 16,41 0-16,0 0 0,-40 0 16,40 0-16,0 0 0,40-40 0,-41 40 0,1 0 15</inkml:trace>
  <inkml:trace contextRef="#ctx0" brushRef="#br0" timeOffset="45167.4">29212 9224 0,'0'0'0,"-40"0"78,40-40-62,-40 40-16,0-41 16,0 41-1,-1 0-15,1 0 16,0 0-16,40 41 15,-40-41-15,0 0 16,40 40-16,-40-40 0,0 40 0,-1 0 16,41 0-16,-40 0 15,40 0-15,0 0 0,0 0 0,0 0 16,81-40-16,-81 41 16,40-1-16,0 0 0,0-40 0,0 40 15,0-40-15,-40 40 0,40-40 16,1 0-16,-1 40 0,0-40 0,0 0 0,0 0 15,0 0-15,0 0 0,0 0 0,1-40 16,-1 40 0,-40-80-16,0 40 0,40 0 0,-40-1 15,0 1-15,-80 0 16,80 0-16,-41 0 0,41 0 0,-40 40 0,40-40 16,-80 40-16,80-40 15,-40 40-15,0 0 0,0 0 16,0 0-16</inkml:trace>
  <inkml:trace contextRef="#ctx0" brushRef="#br0" timeOffset="46287.25">19100 9063 0,'0'-40'16,"-40"0"15,0 0-31,0 40 16,40-40 0,-40 40-16,0 0 15,40 40 1,-41-40-16,1 40 0,0 0 15,0 0-15,0-40 0,0 40 0,0 0 16,0-40-16,40 41 16,0-1-16,-41 0 0,41 0 15,0 0 1,0 0-16,41-40 0,-1 40 16,40-40-1,-40 0-15,0 0 0,0 0 0,0 0 0,1 0 16,-1 0-16,0 0 0,0-40 15,0 40-15,-40-40 16,40 0-16,-40 0 0,40 0 16,-40 0-16,0-1 15,0 1-15,-80 0 0,40 40 16,40-40-16,-40 40 16,40-40-16,-40 40 15</inkml:trace>
  <inkml:trace contextRef="#ctx0" brushRef="#br0" timeOffset="47047.28">16051 8943 0,'-41'0'0,"1"0"15,40-40-15,-40 40 16,0 0-16,0 0 0,0 0 15,0 0-15,40 40 0,-40 0 32,40 0-32,0 0 15,0 0-15,0 0 16,0 1-16,0-1 0,40 0 16,-40 0-16,40 0 0,0 0 15,0 0-15,0-40 0,0 0 16,0 40-16,1-40 0,-1 0 15,0-40 1,0 0-16,-40-40 16,40 80-16,-40-40 0,0 0 15,0 0-15,0-1 0,0 1 0,0 0 16,0 0 0,-40 40-16,40-40 0,0 0 0,-40 40 15,0 0 1,0 0-16</inkml:trace>
  <inkml:trace contextRef="#ctx0" brushRef="#br0" timeOffset="47977.23">12680 8782 0,'0'0'0,"-40"0"15,0-40-15,0 40 16,-1 0-16,1 0 15,0 0-15,0 0 16,0 0-16,0 40 16,40 1-1,-40-41-15,40 40 0,0 0 0,-40 0 16,40 0-16,0 0 16,0 0-16,0 0 0,0 0 0,0 1 15,0-1-15,0 0 16,40 0-16,0 0 15,40-40-15,-40 0 0,0 0 16,0 0-16,1 0 0,-1 0 16,40-40-16,-40 40 0,0 0 0,0-40 0,0 40 15,1-40-15,-41 0 16,40 40-16,-40-41 0,40 1 0,-40 0 16,0 0-16,0 0 0,0 0 15,0 0-15,-40 0 0,0 0 16,-1 40-16,41-41 0,-40 41 15,-40 0 1,40 0-16,0 0 0,0 0 16,0 41-1</inkml:trace>
  <inkml:trace contextRef="#ctx0" brushRef="#br0" timeOffset="50067.16">4895 10748 0,'0'-40'109,"41"40"-93,-1-41-1,0 1-15,-40 0 16,40 0-16,-40 0 0,0 0 0,0 0 15,0 0-15,0 0 16,0-1-16,0 1 0,0 0 0,0 0 16,0 0-1,0 80 32,0 0-31,0 0-16,0 0 0,0 1 15,0-1-15,0 0 0,0 40 0,-40-40 0,40 0 16,0 0-16,0 0 16,0 1-16,0-1 0,0 0 0,0 40 0,0-40 15,-40 0-15,40 0 0,0 0 16,0 0-16,0 1 0,0-1 0,-40 0 0,40 0 16,0 0-16,0 0 15,-41 0-15,41-80 47,0 0-47,41 0 16,-41 0-1,0 0-15,40 0 0,-40-1 0,40 1 16,-40 0-16,40 0 16,-40 0-16,40 40 0,-40-40 0,40 40 15,-40-40-15,40 40 16,0-40-16,1 40 0,-1 0 15,0 0-15,0 0 32,-40 40-32,0 0 0,0 0 31,40 0-31,-40 0 0,0 0 16,0 0-1,0 1-15,40-41 0,-40 40 16,0 0-16,0 0 15,40-40-15,0 40 16,1-40-16,-1 0 0,0 0 16,0 0-1,0 0-15,0 0 0,0 0 16,0-40-16,1 0 16,-1 40-16,0-40 15,0 0-15,-40-1 16,40 41-16,-40-40 15</inkml:trace>
  <inkml:trace contextRef="#ctx0" brushRef="#br0" timeOffset="50527.09">6621 10427 0,'0'0'0,"-40"-40"0,0 40 31,-1 0-15,1 40-1,0 0-15,40 40 0,-40-80 16,40 40-16,0 0 0,-40 0 0,40 1 15,0-1-15,0 0 16,0 0-16,0 0 0,0 0 0,0 0 0,0 0 16,0 0-16,0 0 0,40-40 15,-40 41-15,0-1 0,40-40 0,-40 40 0,40-40 16,-40 40-16,40-40 16,1 0-16</inkml:trace>
  <inkml:trace contextRef="#ctx0" brushRef="#br0" timeOffset="51477.03">6942 10587 0,'0'-40'0,"0"0"31,40 40 63,0 0-79,0 0 1,0 0 31,-40 40-47,0 0 15,0 0 1,0 0-16,0 1 16,0-1-1,0 0-15,0 0 0,0 0 16,-40 0-16,40 0 0,-40 0 15,40 0 1,-40-40-16,40-40 47,40 0-47,0 0 16,-40 0-16,40 0 0,0 40 0,-40-40 15,41 0-15,-1 40 16,-40-40-16,40 40 0,0-41 0,0 41 15,-40-40-15,40 40 16,-40 40 15,0 1-15,40-1-16,-40 0 16,0 0-16,0 0 15,0 0-15,0 0 0,0 0 16,0 0-16,0 0 15,41-40 1,-1 0 0,0 0-16,0 0 15,0 0-15</inkml:trace>
  <inkml:trace contextRef="#ctx0" brushRef="#br0" timeOffset="51766.99">7945 10587 0,'-40'0'15,"80"0"-15,-80 40 47,40 41-31,0-41-16,0 0 0,0 40 15,0-40-15,0 0 0,0 0 16,0 0-16,-40 0 0,40 1 0,-40-1 0,40 0 16,-40 0-16,40 40 15,-41-40-15,41 0 0,-40 0 0,0 1 0,0-1 16,40 0-16,-40 0 16,0-40-16</inkml:trace>
  <inkml:trace contextRef="#ctx0" brushRef="#br0" timeOffset="53596.99">21026 10708 0,'-40'0'0,"40"-41"0,-40 41 16,40 41 78,0-1-94,0 0 0,0 0 0,0 0 15,0 0-15,0 0 0,0 0 16,0 0-16,0 0 0,0 41 0,0-41 0,0 0 15,0 0-15,0 0 0,0 0 0,0 0 0,0 0 16,-40-40-16,40 41 16,-40-1-16,40 0 0</inkml:trace>
  <inkml:trace contextRef="#ctx0" brushRef="#br0" timeOffset="55346.88">22832 10988 0,'0'0'0,"0"-40"0,-40 0 15,40 0 1,0 0 0,40 40 62,0-40-63,0 40-15,0 0 16,0 0-16,1 0 0,-1 0 0,0 0 0,0 0 16,0 0-16,0 0 15,0 0-15,0 40 0,1-40 0,-41 40 16,40-40-16,-40 40 16,40 0-16,-40 0 0,0 0 0,0 0 15,-80 1-15,80-1 0,0 0 0,-41-40 16,41 40-16,-40 0 0,0 0 15,0 0-15,0-40 0,0 40 0,0 0 16,0-40-16,-1 41 16,1-41-16,0 0 0,40 40 0,-40-40 0,0 0 15,40 40-15,-40-40 0,0 0 16,80 0 31,0 0-47,0 0 0,0 0 0,0 0 15,0 0-15,1 0 0,-1 0 16,0 0-16,0 40 0,0-40 0,0 0 0,0 40 16,0-40-16,1 40 15,-1-40-15,0 0 0,0 0 16,0 0-16,0 0 16,-80 0 30,80 0-14</inkml:trace>
  <inkml:trace contextRef="#ctx0" brushRef="#br0" timeOffset="55936.77">25681 11229 0,'-80'-40'15,"160"80"-15,-200-80 16,79 40-16,1 0 31,-40 120-15,0 41-1,40-81 1,40-40-16,80 40 16,-80-40-16,40-40 0,0 80 15,0-80-15,0 0 16,1 0-16,39 0 15,-80-80 1,40 40 0,-40-40-16,0 40 0,-40-121 31,0 121-31,40 0 0,-81 0 16,81 0-16,-40 40 15,0 0-15,0 0 16,40 40-16</inkml:trace>
  <inkml:trace contextRef="#ctx0" brushRef="#br0" timeOffset="57226.75">29092 11189 0,'0'0'0,"-40"0"0,40-40 15,-41 40-15,1 0 16,40-40-16,-40 40 0,0-41 16,0 41-16,0 0 15,0 0-15,-1 0 0,1 41 16,0-1 0,0 0-16,0-40 0,40 40 0,-40 0 15,40 0-15,0 0 0,-40-40 0,40 40 16,0 0-16,0 1 15,0-1-15,80 0 0,-40 0 16,0-40 0,0 40-16,41-40 0,-41 40 0,0-40 0,40 0 15,-40 0-15,0 0 0,1 0 16,-1 0-16,0 0 0,0-40 0,0 0 16,-40 0-1,0 0-15,0 0 0,0-1 0,0 1 0,-40 0 16,40 0-16,-80 0 0,40 0 0,-1 40 0,41-40 15,-40 40-15,0 0 0,0-40 16,0 40-16,40 40 16,0 0-1</inkml:trace>
  <inkml:trace contextRef="#ctx0" brushRef="#br0" timeOffset="58496.6">19060 10748 0,'0'0'15,"-40"-40"1,40-1-16,-40-39 31,-40 80 1,39 0-17,41 40-15,-40-40 16,0 0-16,40 40 15,0 1-15,-40-1 0,40 0 16,0 0-16,0 0 16,80 0-16,-40 0 0,1 0 15,-1-40-15,0 0 16,0 40-16,0-40 0,0 0 0,0 0 0,0 0 16,1 0-1,-1-40-15,0 0 0,-40-40 16,40 40-16,-40 0 0,0 0 0,-80 0 0,40-1 15,-1 1 1,41 0-16,-80 40 0,40-40 16,0 40-1,0 0-15,0 0 0</inkml:trace>
  <inkml:trace contextRef="#ctx0" brushRef="#br0" timeOffset="59226.65">15850 10427 0,'0'-40'0,"0"0"16,0-1 15,-40 41 1,40 41-32,-40-41 15,-41 40 1,41 0-16,40 0 15,0 0-15,0 40 16,81 0 0,79-39 15,-120-41-31,40 0 16,-39-41-16,-41 1 15,0-120 1,-121-1-1,41 81 1,80 40-16,-40 40 31</inkml:trace>
  <inkml:trace contextRef="#ctx0" brushRef="#br0" timeOffset="60156.6">12720 10266 0,'0'-40'0,"0"80"0,-40-80 32,0 0-32,0 40 31,0 0-15,-1 0-1,1 0-15,0 40 16,0-40-16,0 0 15,0 40-15,0 0 16,40 1-16,-40-1 0,40 0 16,0 0-1,0 0-15,0 0 0,80-40 0,-40 40 16,0-40 0,0 0-16,0 40 0,0-40 0,1 0 0,39 0 15,-40 0-15,0 0 0,0 0 0,0-40 0,0 40 16,1-40-16,-1-40 15,-40 40-15,0 0 0,0 0 16,0-1 0,-40 1-16,-1 0 0,1 40 15,0 0 1,0-40-16,0 40 0,0 0 16</inkml:trace>
  <inkml:trace contextRef="#ctx0" brushRef="#br0" timeOffset="62106.38">5016 11911 0,'-40'0'15,"0"0"-15,-1 40 16,1-40-1,0 0 1,80 0 140,0 0-140,1 0 0,-1 0-16,0 0 0,0 0 15,-40-40-15,40 0 0,0 40 16,-40-41-1,0 1-15,0 0 16,0 0 0,0 0-1,-40 40 1,40 40 15,-40-40-31,40 40 16,0 0-16,-40 0 0,0 1 15,40-1 1,-40 0-16,40 0 0,-41 0 16,41 0-16,-40 0 15,40 0-15,-40 0 0,40 1 16,-40-1 0,40 0-16,0 0 0,-40 0 0,40 0 15,0 0-15,-40-40 0,40 40 16,40-80 46,-40-40-62,40 40 16,0 0-16,-40 0 0,40 0 0,0-1 16,1 1-1,-1 40-15,-40-40 0,40 40 16,0 0-16,0 0 0,0 0 15,0 0 1,0 0-16,-40 40 0,41-40 16,-41 40-16,40-40 15,-40 41-15,0-1 0,0 0 16,0 0 0,0 0-16,0 0 15,0 0-15,40-40 16,-40 40-16,40-40 15,0 0-15,0 0 16,0 0-16,0 0 16,1 0-16,-1 0 0,0 0 15</inkml:trace>
  <inkml:trace contextRef="#ctx0" brushRef="#br0" timeOffset="62476.36">6340 11951 0,'0'0'0,"-40"0"31,0 0-31,0 0 16,-41 0 0,1 80 15,80-40-31,-80 40 16,40-40-16,40 1 0,0-1 15,0 0-15,0 0 0,0 0 16,0 0-16,0 0 0,0 0 0,40-40 15,-40 40-15,40-40 16,0 40-16,0-40 0,0 0 16</inkml:trace>
  <inkml:trace contextRef="#ctx0" brushRef="#br0" timeOffset="63036.34">6420 12151 0,'0'0'0,"0"-40"0,0 0 31,0 0-31,80 40 16,-39 0-16,-1 0 15,-40 40-15,40-40 16,-40 40-16,40 40 16,0 1-1,-80-1 17,-40 0-17,40-80 1,40-40-1,80 0 1,-80 0-16,40 40 0,0-40 16,80-41-1,-39 41 1,-41 0 15,-40 80-15,40 0-1,-40 41 1,0 39 15,0-80-15,40 40 0</inkml:trace>
  <inkml:trace contextRef="#ctx0" brushRef="#br0" timeOffset="63276.31">7223 12392 0,'0'-40'0,"40"40"16,0 0-1,0-40 1,40 40 15,-39 0-15,-1 0-16,0 0 16,0 0-16,0 0 0</inkml:trace>
  <inkml:trace contextRef="#ctx0" brushRef="#br0" timeOffset="63586.31">7825 12111 0,'0'0'0,"40"0"0,-80-40 62,40 80-46,0 0 0,0 0-16,0 1 15,0-1-15,0 0 0,0 0 16,-40 0-16,40 0 15,-41 0-15,1 0 0,0 0 0,40 0 16,0 1-16,-40-1 16</inkml:trace>
  <inkml:trace contextRef="#ctx0" brushRef="#br0" timeOffset="64046.3">8427 12191 0,'-41'0'0,"82"0"0,-82-40 31,41 0-31,41 80 47,-41 0-47,80 1 0,-80-1 16,0 0-16,40 0 15,-40 0-15,0 0 0,0 40 0,0-40 0,0 0 16,0 41-16,-40-41 0,40 40 16,-40-40-16,40 0 0,-81 0 0,41 0 0,0 1 15,0-1-15,0 0 0,0 0 0,0-40 0,-41 40 16</inkml:trace>
  <inkml:trace contextRef="#ctx0" brushRef="#br0" timeOffset="67116.13">23073 12592 0,'-40'0'0,"40"-40"31,-41 80 297,41 1-328,0-1 16,0 0-1,0 0-15,0 0 16,0 0-16,0 0 16,0 0-16,0 0 15,0 1 1</inkml:trace>
  <inkml:trace contextRef="#ctx0" brushRef="#br0" timeOffset="68876.02">24959 12592 0,'-41'0'16,"41"41"-16,0-82 250,41 41-234,-1 0 15,-40-40 0,40 40-15,0 0 31,0 0-32,0 0 16,0 0-15,0 0 0,1 0-16,-1 0 31,0 0-31,0 0 16,-40 40-16,40-40 0,-40 41 15,40-41 1,-40 40-16,0 0 0,0 0 15,0 0-15,0 0 16,0 0-16,0 0 0,-40 0 16,0 1-16,-40-1 15,80 0-15,-40-40 0,-1 40 0,1-40 16,0 40 0,0 0-16,80-40 31,0 0-31,0 0 15,1 0-15,-1 0 0,0 0 0,0 0 16,0 0-16,40 0 16,-39 0-16,39 0 0,0 0 0,0 0 0,1 0 15,-1 0-15,0 0 0,0 0 16,-40 0-16,41 0 0</inkml:trace>
  <inkml:trace contextRef="#ctx0" brushRef="#br0" timeOffset="69905.98">29132 12913 0,'-40'0'0,"40"-40"16,-40 0-16,-1 0 16,1 0-16,0 40 31,40-40-31,-40 40 47,40 40-32,-40-40-15,0 40 16,0 0-16,40 0 0,-41 0 16,41 0-16,0 1 15,-40-1-15,40 0 0,0 0 0,0 0 16,81 0 0,-81 0-16,0 0 0,80-40 0,-40 40 15,0-40-15,0 0 0,0 0 16,1 0-16,-1-40 15,0 0-15,-40 0 16,0 0-16,0 0 16,0 0-16,0 0 0,0 0 0,0-1 15,-40 1-15,0 0 16,-41 0-16,41 40 0,0 0 0,0 0 16,0 0-16,0 0 0,-41 0 0,41 0 0,0 40 15</inkml:trace>
  <inkml:trace contextRef="#ctx0" brushRef="#br0" timeOffset="70945.9">19542 12191 0,'0'0'16,"-41"0"-16,41-40 15,-40 40 1,0 0 0,0 0-1,0 0-15,0 40 16,0-40-16,0 41 16,-1-1-16,1 0 0,0-40 0,0 40 15,40 0-15,-40 0 0,40 0 0,-40 0 0,40 0 16,0 0-16,0 1 15,80-41-15,-80 40 16,40-40-16,0 0 16,0 0-16,1 0 0,-1 0 0,0 0 0,0 0 15,0-40-15,0 40 0,-40-41 16,40 41-16,-40-40 0,40 0 0,-40 0 0,0 0 16,0 0-16,0 0 0,0 0 15,-40 0-15,-40 0 16,40-1-16,0 41 0,0 0 15,0 0-15,-1-40 0,1 40 16</inkml:trace>
  <inkml:trace contextRef="#ctx0" brushRef="#br0" timeOffset="71655.85">15649 12151 0,'0'-40'0,"40"0"16,-40 0 15,-40 40 0,0 0-31,0 0 0,0 40 16,0-40-16,0 40 15,0-40-15,40 40 0,-41 0 0,1 1 0,40-1 16,-40 0-16,40 0 16,0 0-16,0 0 0,80-40 0,-80 40 15,41-40-15,-1 0 0,0 40 0,40-40 0,-40 0 16,0 0-16,0 0 15,41 0-15,-41-40 0,0 40 0,0-80 0,0 80 16,0-40-16,0 0 0,-40 0 16,41 40-16,-41-40 0,0-1 0,0 1 0,0 0 15,-41 40-15,41-40 16,-80 0-16,40 40 0,0 0 0,0-40 0,-40 40 16,39 0-16,1 0 0,0 0 0,0-40 0,0 40 15</inkml:trace>
  <inkml:trace contextRef="#ctx0" brushRef="#br0" timeOffset="72445.88">12519 11871 0,'0'-41'15,"0"1"1,41 40-16,-41-40 31,-81 40-15,41 0-16,0 0 15,0 0 1,0 0-16,0 40 16,40 0-16,-40-40 0,40 41 15,0-1-15,0 0 0,0 0 0,0 0 0,40 0 16,-40 0-16,40 0 15,40 0-15,-40-40 0,0 41 16,0-41-16,41 0 16,-41 0-16,0 0 0,0 0 0,0 0 0,0-41 15,0 41-15,1-40 0,-1 40 16,0-40-16,-40 0 0,0 0 0,40 0 0,-40 0 16,0 0-16,0 0 0,0-1 0,-80 1 15,40 0 1,-1 0-16,1 40 0,0 0 15,0 0-15,0 0 0,0 0 16</inkml:trace>
  <inkml:trace contextRef="#ctx0" brushRef="#br0" timeOffset="73875.72">4695 13395 0,'-40'0'32,"80"0"15,0 0-47,0 0 15,0 0 1,0 0-16,0-41 0,1 1 15,-1 0-15,-40 0 16,40 40-16,-40-40 0,0 0 16,0 0-1,0 0 1,-40 40 15,40 40-31,0 0 0,-40 0 16,40 0-16,0 0 15,-41 0-15,41 0 0,0 1 0,0-1 0,-40 0 16,0 0-16,40 0 0,0 40 16,-40-80-16,40 40 0,0 0 0,0 1 0,-40-1 15,40 0 1,0 0-16,-40-40 0,40-40 47,40 40-47,-40-40 0,40 40 0,0-40 15,0-1 1,0 1-16,1 40 0,-41-40 0,40 40 0,0-40 16,0 40-16,0 0 15,-40-40-15,40 40 0,0 0 0,0 0 32,1 40-32,-41 0 15,0 0-15,0 0 16,0 1-16,0-1 15,0 0-15,40 0 0,-40 0 16,40-40-16,-40 40 16,40-40-16,0 0 15,0 0-15,0 0 16,0 0-16,-40-40 0,41 40 0</inkml:trace>
  <inkml:trace contextRef="#ctx0" brushRef="#br0" timeOffset="74185.7">6099 13435 0,'-40'0'15,"0"0"1,0 0-1,0 80 17,0 0-32,-41 81 31,41-41-15,40 0-1,0-80 1,0 0-16,40-40 0</inkml:trace>
  <inkml:trace contextRef="#ctx0" brushRef="#br0" timeOffset="74695.67">6541 13675 0,'-41'-40'16,"82"80"-16,-122-120 16,121 80 15,1 40-15,-41 0-16,0 0 15,0 1 1,0-1-16,0 0 0,0 0 0,0 0 15,0 0-15,0 0 16,-41-40-16,41 40 0,0 0 0,0 0 16,-40-40-1,40-40 1,40 40 0,-40-40-16,41 40 0,-41-40 0,80 0 0,-40 0 15,0 0-15,0 40 0,0-40 0,0 0 16,1 40-16,-1 0 15,-40-40-15,40 40 0,0 0 32,-40 80-32,40-80 0,-40 40 15,0 0 1,0 0-16,0 0 0,0 0 16,0 0-16,0 0 0,-40-40 15,40 41-15,0-1 16,40-40-1,0 0 1</inkml:trace>
  <inkml:trace contextRef="#ctx0" brushRef="#br0" timeOffset="74885.67">7383 14076 0,'0'-40'15,"0"80"-15,0-120 16,40 80-16,1 0 16,-1-40-16,120 40 31</inkml:trace>
  <inkml:trace contextRef="#ctx0" brushRef="#br0" timeOffset="75185.64">7945 13796 0,'0'-40'15,"40"40"1,0 0 0,0 40-1,-40 0-15,0 0 0,0 0 16,0 0-1,0 0-15,-40 0 0,0 0 16,0 0-16,0 1 16,0-41-16,40 40 0,40-40 31,40-40-15,-40 40-16,-40-41 0,40 41 0,1 0 15,-1 0-15,0 0 16,-40-40-16,40 40 0,0-40 0,0 40 15,0 0-15</inkml:trace>
  <inkml:trace contextRef="#ctx0" brushRef="#br0" timeOffset="75435.62">8507 13756 0,'0'0'0,"40"0"47,-40 40-31,40-40-16,-40 40 0,40 0 15,-40 0-15,0 0 16,0 0-16,0 0 0,0 0 0,-40 0 16,40 1-16,-40-41 0,40 40 0,-40 0 0,0 0 15,0 0-15,40 0 16,-41-40-16,41 40 0,0 0 0,-40-40 0,40 40 15,0 1-15</inkml:trace>
  <inkml:trace contextRef="#ctx0" brushRef="#br0" timeOffset="77725.48">25079 14397 0,'0'40'219,"-40"0"-204,40 1-15,0-1 16,0 0-16,-40-40 0,40 40 0,0 0 0,-40 0 15,40 0-15,0 0 16,0 0-16,0 41 0,0-41 0,0 0 0,0 0 16,0 0-16,40 0 0,-40 0 15</inkml:trace>
  <inkml:trace contextRef="#ctx0" brushRef="#br0" timeOffset="79465.47">27928 14277 0,'40'0'31,"40"0"78,-40 0-109,1 0 0,-1 0 16,0 0-1,0 0-15,0 0 0,0 0 0,0 0 16,0 0-16,1 0 0,-1 0 16,0 0-16,0 40 0,0-40 15,0 40 1,0-40-16,-40 40 0,40 0 16,-40 0-16,0 1 0,41-41 0,-41 40 15,0 0-15,0 0 0,0 0 16,0 0-16,-81-40 0,81 40 0,-40 0 15,0 0 1,0 0-16,0-40 0,0 41 16,0-41-1,80 0 1,40-41-16,-40 41 0,0 0 0,0 0 16,41 0-16,-41 0 15,0 0-15,40 0 0,-40 0 0,0 0 0,41 0 16,-41 0-16,0 0 0,0 0 15,0 0-15,0 0 0,0 0 0,1 0 16,-1 41 0,-80-41 62,-1 0-47,1 0-15,0 0-16</inkml:trace>
  <inkml:trace contextRef="#ctx0" brushRef="#br0" timeOffset="80945.28">23273 14317 0,'0'0'0,"0"-40"15,40 40 17,-40-40-32,-40 40 93,40 40-93,-80-40 0,40 0 0,0 40 16,0-40-16,0 40 0,-1-40 0,1 40 16,0 0-1,0 0-15,40 1 0,0-1 16,0 0-1,40-40-15,40 0 0,-39 0 16,-1 0-16,0 0 16,0 0-16,0 0 0,0 0 0,0 0 15,0-40-15,1 0 16,-41-1-16,40 1 0,-40 0 16,0 0-16,0 0 0,0 0 0,-81 40 15,81-40-15,-40 40 16,0 0-16,0 0 0,0 0 15</inkml:trace>
  <inkml:trace contextRef="#ctx0" brushRef="#br0" timeOffset="81985.23">19261 13796 0,'0'0'0,"0"-40"0,-40 40 16,-1 0-1,41-41 1,0 82 31,-40-41-31,40 40-16,-40-40 15,40 40-15,-40-40 0,40 40 0,-40-40 0,40 40 16,-40-40-16,40 40 15,0 0-15,0 0 0,0 0 16,40-40-16,-40 40 16,80-40-16,-40 0 0,0 41 0,1-41 0,39 0 15,-40 0-15,40 0 0,-40 0 16,0 0-16,1 0 0,-1-41 0,0 41 0,0-40 16,0 40-16,-40-40 0,40 0 0,-40 0 0,0 0 15,0 0 1,0 0-16,-80 0 0,80 0 0,-40 40 0,0-41 15,0 41-15,-41-40 0,41 40 16,0 0-16,-40-40 0,40 40 0,0 0 0,-1 0 16,1 0-16,0 0 15,0 0-15</inkml:trace>
  <inkml:trace contextRef="#ctx0" brushRef="#br0" timeOffset="87834.87">20946 12312 0,'40'0'0,"0"0"15,-80 0 204,0 0-188,0 0-15,0 0 0,0 0 15,-1 0-31,1 0 15,0 0-15,0 0 16,0 40-16,0-40 0,0 0 16,40 40-1,0 0-15,0 0 16,0 0 15,40-40-31,-40 40 0,40 0 0,0-40 16,-40 41-1,40-41-15,0 40 0,0-40 16,-40 40-16,41-40 16,-41 40-16,40-40 0,-40 40 0,40-40 15,0 0-15,0 0 32,0 0-32,0 0 15,-40-40-15,40 40 16,-40-40-16,41 0 0,-1 0 15,-40-1 1,40 41-16,-40-40 0,0 0 16,0 0-1,0 0 1,-40 40 15,0 0-31,-1 0 16,1 0-1</inkml:trace>
  <inkml:trace contextRef="#ctx0" brushRef="#br0" timeOffset="89754.84">21066 14076 0,'0'-40'0,"-40"40"31,-40 0 16,40 0-31,0 40-16,0-40 15,-1 40-15,1-40 0,0 0 0,0 0 0,0 41 16,0-1-16,0 0 15,0-40-15,40 40 0,-41-40 0,41 40 16,0 0-16,0 0 16,41 0-16,-1-40 15,0 40-15,0-40 0,0 0 0,0 0 16,0 0-16,0 0 16,1 0-16,-1 0 0,-40-40 0,40 40 0,0-40 15,0 40-15,-40-40 0,40 40 16,-40-40-16,40 40 0,-40-40 0,40 40 0,-40-40 15,0 0 1,0 0-16,0-1 16,-40 41-1,0 0-15,0 0 16,0 0-16,0 0 0,0 0 0</inkml:trace>
  <inkml:trace contextRef="#ctx0" brushRef="#br0" timeOffset="90854.77">15489 13515 0,'-40'0'0,"0"0"15,-1 0 1,1 0 0,0 40-16,40 0 15,-40-40-15,40 40 0,0 0 16,0 0-16,0 1 0,0-1 15,40 0 1,0 0-16,41-40 0,-41 40 16,0-40-16,0 0 0,0 0 15,0 0-15,0 0 0,0 0 0,1 0 0,39 0 16,-40 0-16,-40-40 0,40 40 0,0-40 0,-40 0 16,40 40-1,-40-40-15,0-1 0,0 1 0,-40 40 16,40-40-16,-80 40 0,40-40 15,0 40-15,0 0 0,-1 0 16,1 0 0,0 0-16,0 0 0,0 0 0,0 0 15,0 0-15</inkml:trace>
  <inkml:trace contextRef="#ctx0" brushRef="#br0" timeOffset="91634.93">12720 13635 0,'0'-40'0,"0"0"15,-40 40-15,0 0 16,40-40 0,-40 40 15,40 80-31,-40-80 0,40 40 15,-41 0-15,1 0 16,40 1-16,0-1 0,0 0 16,0 0-1,40 0-15,1-40 16,-1 0-16,-40 40 0,80-40 0,-40 0 0,0 0 16,0 0-16,-40-40 15,40 40-15,-40-40 0,41 40 0,-41-40 16,0 0-16,0 0 15,0-1-15,0 1 0,0 0 0,-41 40 16,41-40-16,-40 40 0,40-40 16,-80 0-16,40 40 0,40-40 0,-40 40 15,0 0-15,40-40 0,-40 40 0,-1 0 16</inkml:trace>
  <inkml:trace contextRef="#ctx0" brushRef="#br0" timeOffset="97806.34">4655 14999 0,'0'40'16,"-40"-40"-1,80 0 79,0 0-78,0 0 15,-40-40-31,40 40 0,-40-40 16,40 0-1,-40-1-15,0 1 0,40 0 0,-40 0 16,0 0 0,0 0-16,0 0 15,0 0-15,40 40 16,-40 40 62,-40 0-78,40 40 16,0-40-1,-40 0-15,40 0 0,0 1 0,-40-1 16,40 0-16,0 0 0,0 0 0,-40-40 0,40 40 0,0 0 15,0 0 1,0 0-16,-40-40 0,40 41 0,0-1 31,0-80 16,40-1-31,0 1-1,0 0-15,0 0 0,0 0 16,1 0-16,-1 40 16,-40-40-16,40 40 0,-40-40 0,40 40 0,0 0 31,0 0-31,0 0 16,-40 40-16,40 0 15,1 0 1,-41 0-16,0 0 0,0 0 15,0 0 1,40-40-16,-40 41 0,0-1 16,0 0-16,40 0 15,-40 0-15,40 0 16,0 0 0,0-40-16,0 0 0,0 0 15,1 0-15,-1 0 0,0 0 0,-40-40 16,40 40-16,0-40 15,0 40-15</inkml:trace>
  <inkml:trace contextRef="#ctx0" brushRef="#br0" timeOffset="98306.36">6260 14798 0,'-81'0'78,"41"40"-62,0-40-16,40 40 15,-40-40-15,0 0 16,0 41-16,40-1 0,-40 0 16,0 0-16,40 0 15,0 0-15,-41 0 0,41 0 0,0 41 0,0-41 16,0 0-16,0 0 16,0 0-16,0 0 0,0 0 0,0 0 0,0 0 15,0 0-15,0 1 0,41-41 16,-1 40-1</inkml:trace>
  <inkml:trace contextRef="#ctx0" brushRef="#br0" timeOffset="99436.2">6380 15199 0,'0'0'0,"-40"0"0,40-40 15,0 0 16,80 40-31,-80-40 16,40 40-16,41 0 16,-41 0-16,-40 40 15,40-40 1,-40 40-16,40-40 0,-40 80 0,0-39 16,0-1-16,0 0 0,0 0 0,-40 0 15,40 0-15,0 0 16,-40-40-16,40 40 0,-40 0 0,40-80 62,0 0-62,0 0 0,40 0 16,-40 0 0,0 0-16,80 0 0,-80 0 0,40-1 0,0 1 15,0 0-15,0 0 16,1 40-16,-41-40 15,40 40-15,-40 40 32,0 0-32,0 40 15,0-39-15,0-1 16,0 0-16,0 0 0,0 0 0,0 0 16,40 0-1,-40 0-15,40 0 0,-40 0 16,40-40-16,0 41 15,0-41-15</inkml:trace>
  <inkml:trace contextRef="#ctx0" brushRef="#br0" timeOffset="101286.09">7423 15280 0,'-40'0'15,"40"40"767,0 0-751,40-40-15,1 0-16,-1 0 15,0 0-15,0 0 0,0 0 16,0 0-16,0 0 0,0 0 0,1 0 15,-1 0-15,0 0 16,0 0-16,0 0 0,0 0 0,0 0 31,0 0 1,-40 40-17,41-40-15</inkml:trace>
  <inkml:trace contextRef="#ctx0" brushRef="#br0" timeOffset="101616.07">7865 15159 0,'0'-40'0,"-40"40"16,40-40-16,0 0 16,0 80 46,-40 0-62,40 0 0,0 0 0,0 0 16,0 1-16,-41-1 15,41 0-15,0 0 0,0 0 0,0 0 16,0 0-16,0 0 16,0 0-16,0 0 15</inkml:trace>
  <inkml:trace contextRef="#ctx0" brushRef="#br0" timeOffset="102026.12">8427 15119 0,'-41'0'16,"82"0"-16,-122 0 15,41 40 1,40 0-1,-40 0 1,40 1-16,0-1 0,-40 0 0,40 0 0,0 0 16,-40 0-16,40 0 0,0 0 15,-40 0-15,40 0 0,0 1 0,0-1 16,0 0 0,40-40-1</inkml:trace>
  <inkml:trace contextRef="#ctx0" brushRef="#br0" timeOffset="102406.07">8908 15039 0,'0'-40'16,"0"80"15,0 0-31,0 0 0,0 0 16,0 0-16,0 0 0,0 1 15,0-1-15,0 0 0,0 0 0,0 0 0,0 0 16,0 0-16,-40 40 0,40-40 16,-40 1-16,40-1 0,0 0 0,-40 0 0,0 0 15,40 0-15,-41-40 16,41 40-16,-40 0 0,40 0 0,-40-40 0,0 0 16,40 41-16,-40-41 0,0 0 0,40 40 15,-40-40-15</inkml:trace>
  <inkml:trace contextRef="#ctx0" brushRef="#br0" timeOffset="104685.89">19020 15119 0,'0'40'219,"0"0"-188,0 0-31,0 1 0,0-1 0,0 0 0,0 0 16,0 0-16,0 0 0,0 0 0,-40 0 0,40 0 15,-40 0-15,40 1 16,0-1-16,0 0 0,0 0 0,-40 0 15</inkml:trace>
  <inkml:trace contextRef="#ctx0" brushRef="#br0" timeOffset="105565.84">20224 15159 0,'-40'0'0,"80"-40"31,0 40-16,0 0-15,0 0 0,0 0 32,0 0-32,0 0 0,1 0 15,-1 0-15,0 0 16,0 40-16,0 0 0,0 0 16,-40 1-16,40-1 0,-40 40 0,0-40 15,0 0 1,0 0-16,-40 0 0,40 0 0,-40-40 0,40 40 15,-40 1-15,-40-1 16,40 0-16,-1-40 0,1 0 16,40 40-1,40-40 17,-40-40-32,41 40 0,-1-40 0,0 40 15,0 0-15,0 0 0,0 0 0,40 0 0,-39 0 16,39 0-16,-40 0 15,0 0-15,40 0 0,-40 40 0,1-40 0</inkml:trace>
  <inkml:trace contextRef="#ctx0" brushRef="#br0" timeOffset="106515.77">22952 15640 0,'-40'0'63,"0"0"-48,0 0-15,0 41 0,0-41 0,40 40 16,-40-40-16,40 40 16,-41 0-16,41 0 0,0 0 0,0 0 15,0 0-15,41-40 16,-41 40-16,40-40 0,0 41 0,0-41 0,0 0 16,0 40-16,0-40 0,0 0 0,1 0 0,-1 0 15,0 0-15,0 0 16,0 0-16,0 0 0,-40-40 0,40 40 0,-40-41 15,0 1-15,0 0 16,0 0-16,0 0 0,-40 0 0,40 0 16,-40 0-16,0 40 15,0-40-15,0 40 0,0 0 0,-1-41 0,1 41 16,0 0-16,0 0 0,0 0 16,40 41-16</inkml:trace>
  <inkml:trace contextRef="#ctx0" brushRef="#br0" timeOffset="107005.82">24517 16001 0,'-40'-40'16,"80"80"-16,-120-120 0,0 40 16,40 40-1,-1 0 1,-39 80-1,80-40-15,-40 41 32,40-1-32,120 0 31,-79-80-31,79 40 16,-80-40-16,0 0 0,0 0 0,0 0 0,1 0 15,39-80 1,-80 40-16,-40-80 31,-41 79-31,41 1 0,0 40 16,0 0-16,-80-40 15,120 80 17</inkml:trace>
  <inkml:trace contextRef="#ctx0" brushRef="#br0" timeOffset="107865.69">28450 16001 0,'0'0'0,"0"-40"16,-41 40-1,1 0 1,-40 40-1,80 41-15,-120 39 16,120-80-16,0 0 0,0 0 16,0 0-16,0 0 15,0 1-15,40-1 0,0 0 0,0 0 16,0-40 0,0 0-16,0 0 0,1 0 0,-1 0 15,0 0-15,0-40 0,0 40 0,-40-40 0,40 0 16,-40-1-16,0 1 0,40 40 15,-40-40-15,0 0 0,0 0 0,0 0 0,-80 0 16,80 0-16,-40 40 16,0-40-16,0 40 0,0 0 0,-1 0 0,1 0 15,0 0-15,0 0 0,0 0 16</inkml:trace>
  <inkml:trace contextRef="#ctx0" brushRef="#br0" timeOffset="108885.63">15689 15280 0,'0'-41'16,"0"82"-16,0-122 15,41 41-15,-1 40 16,-40-40-16,40 40 0,-80 0 47,0 40-47,-1 0 0,1 0 15,0 1-15,0-1 16,0 0-16,40 0 16,0 0-16,0 0 15,0 0-15,40-40 0,-40 40 0,40-40 16,0 40-16,0-40 0,1 0 0,-1 0 0,0 0 16,0 40-16,0-40 15,0 0-15,0 0 0,0-40 0,1 40 0,-41-40 16,40 40-16,-40-40 0,0 0 15,0 0-15,0 0 0,0 0 0,0 0 16,-40 0-16,40-1 16,-81 41-16,81-40 0,-40 40 0,0 0 0,40-40 15,-40 40-15,0 0 16,0 0-16,0 0 0,-1 0 16</inkml:trace>
  <inkml:trace contextRef="#ctx0" brushRef="#br0" timeOffset="109715.58">13202 15239 0,'0'0'16,"-41"0"31,41 41-47,-40-41 0,0 40 16,0 0-1,0 0-15,0 0 0,40 0 16,0 0-1,-40 0-15,40 0 0,0 0 0,80-40 16,-40 0-16,0 0 16,0 41-16,0-41 0,1 0 0,-1 0 0,0 0 15,0-41-15,0 41 16,0-40-16,0 40 0,-40-40 0,40 40 0,1-80 16,-41 40-16,0 0 0,0 0 0,0 0 15,0 0-15,0-1 0,-41 41 16,41-40-16,-80 40 0,40 0 0,0-40 0,-40 40 15,40 0-15,-1 0 16,-39 0-16,40 0 0,-40 40 0,40-40 0,0 0 16</inkml:trace>
  <inkml:trace contextRef="#ctx0" brushRef="#br0" timeOffset="111185.49">4494 16844 0,'0'0'0,"-40"40"0,80-40 47,0 0-47,0-40 0,1 40 0,-1 0 15,0 0-15,0 0 16,0-40-16,0 40 0,0 0 0,-40-41 15,40 41-15,-40-40 16,41 40-16,-41-40 0,40 40 0,-40-40 16,40 0-1,-40 0-15,0 0 0,40 0 16,-40 0-16,0-1 16,0 1-1,-40 40-15,0 0 31,40 40-31,0 1 16,-40-41 0,40 40-16,0 0 0,-41 40 0,41-40 0,-40 0 15,40 0-15,0 41 0,0-41 16,0 0-16,0 0 0,0 0 0,-40 0 0,40 0 16,0 0-16,0 0 0,0 0 0,0 1 0,0-1 15,-40 0 1,40 0-16,-40-40 0,40 40 15,-40-40 1,40-40 15,0 0-31,0 0 16,40 40-16,-40-40 0,40-1 0,-40 1 0,40 0 16,-40 0-16,40 40 0,-40-40 15,40 0-15,1 0 0,-1 0 16,-40 80 15,40-40-31,-40 80 16,0-40-16,40-40 0,-40 40 0,0 0 0,0 0 15,40 1-15,-40-1 16,40 0-16,0 0 0,-40 0 16,40-40-16,-40 40 0,41-40 15,-1 0 1,0 0-16,0 0 15,0 0-15</inkml:trace>
  <inkml:trace contextRef="#ctx0" brushRef="#br0" timeOffset="111515.47">6139 16563 0,'-80'-40'16,"160"80"-16,-240-80 31,120 40-31,0 0 0,40 40 16,-41 40-1,41 121 1,0 79 15,0-240-31,121 121 16,-121-121-16,0 0 0,0 0 15,40-40-15,-40 40 0,40-40 0,0 0 16,81 0-16</inkml:trace>
  <inkml:trace contextRef="#ctx0" brushRef="#br0" timeOffset="111995.46">6460 16884 0,'0'-40'16,"0"80"-16,0-120 0,0 39 16,40 41-16,41-40 31,79 80-16,-80 81 1,-39 39 15,-82 41-15,-39-121 0,80-120 15,0 0-16,80-81 1,81-79 0,-121 160-16,40 0 31,-40 40-31,1 0 16,-41 40-16,0 40 15,0-40-15,0 40 16,0-40-16,0 81 31,0-81-31,0 0 0,0 0 0,0 0 16,0 0-1</inkml:trace>
  <inkml:trace contextRef="#ctx0" brushRef="#br0" timeOffset="112295.42">7624 17084 0,'40'0'47,"0"0"-32,0 0-15,41 0 0,-41-40 0,0 40 0,0 0 16,0 0-16,0-40 0,0 40 0,1 0 0,-1 0 16,0 0-1,0 0-15,0 0 0</inkml:trace>
  <inkml:trace contextRef="#ctx0" brushRef="#br0" timeOffset="112555.4">8065 16723 0,'0'-40'16,"0"80"15,0 0-31,-40-40 16,40 41-16,0-1 15,0 0-15,0 0 0,0 0 0,0 0 0,0 0 16,0 0-16,0 0 0,0 0 0,0 1 16,0-1-16,40-40 0,-40 40 15,0 0-15,0 0 0,41-40 31,-41 40-31</inkml:trace>
  <inkml:trace contextRef="#ctx0" brushRef="#br0" timeOffset="112985.45">8306 17084 0,'0'-80'15,"0"160"-15,0-240 16,40 120-16,0 40 16,1 0-1,39 0 1,-40 0 0,-40 40-16,40 80 15,-40-80-15,0 0 0,0 0 16,-120 121-1,80-121-15,40 0 32,-41 0-32,122-40 31,-41 0-15,0-40-16,80 40 31,1-40-16,-81 40 1,40 0 0</inkml:trace>
  <inkml:trace contextRef="#ctx0" brushRef="#br0" timeOffset="113245.43">9229 16964 0,'0'-40'16,"0"80"-16,0-120 15,40 80 1,0 0-16,-40 80 16,81 40 15,-81 81-16,0-161-15,-81 80 16,41-80-16,40 0 0,-40 1 0,0 39 16,-40 0-1,40-40-15,-1 0 0</inkml:trace>
  <inkml:trace contextRef="#ctx0" brushRef="#br0" timeOffset="115615.25">12961 16483 0,'40'0'31,"0"0"-31,-80 0 63,0 0-48,0 0 1,0 0-16,-1 40 0,1-40 0,40 40 16,-40-40-16,0 40 0,0 0 0,0 0 0,0 0 15,0 0-15,40 1 16,0-1-16,-41 0 0,41 0 0,0 0 0,0 0 15,81 0-15,-41 0 16,0-40-16,0 40 0,40-40 0,-40 0 16,1 40-16,-1-40 15,0 0-15,40 0 0,-40 0 0,0 0 0,0-80 16,1 80-16,-1-40 0,0 40 0,0-40 0,-40 0 16,40 0-16,-40 0 0,0 0 15,0 0-15,0-41 0,0 41 0,0 0 0,-40 0 16,40 0-1,-40 40-15,40-40 0,-40 40 0,0-40 16,-1 40-16,1 0 0,0 0 16,0 0-16,0 40 15,40 0 1,-40-40-16</inkml:trace>
  <inkml:trace contextRef="#ctx0" brushRef="#br0" timeOffset="116105.2">15930 16683 0,'-40'0'0,"40"-40"16,-40 0-1,0 40 1,40 40 0,0 0-16,-40-40 15,40 40-15,0 0 0,-40 1 0,40-1 0,0 0 16,-41 0-16,41 0 15,0 0-15,-40 0 0,40 0 0,0 0 0,0 0 16,0 1-16,0-1 16,0 0-16,0 0 0,0 0 0,0 0 15,40-40-15</inkml:trace>
  <inkml:trace contextRef="#ctx0" brushRef="#br0" timeOffset="116875.23">18819 16964 0,'-40'-40'32,"80"80"-32,-120-80 0,40 40 15,0 0-15,40-40 16,0 0 0,40 40-16,120-40 31,-119 40-31,79 40 15,-80-40-15,-40 40 0,40-40 16,40 160 0,-80-80-1,0-40-15,-160 81 16,160-81-16,-40 0 0,-81 40 16,81-80-16,-80 80 15,80-80-15,80 0 31,40 0-31,-40 0 16,0-40 0,41 40-16,-41 0 0,0 0 0,0-40 0,0 40 15,40 0-15,-39 0 0,-1 0 16,0 0-16,0 0 0,0-40 0</inkml:trace>
  <inkml:trace contextRef="#ctx0" brushRef="#br0" timeOffset="117495.19">20866 16844 0,'0'-40'15,"0"80"-15,0-121 0,-40 41 16,-1 40 15,41 40-31,-40-40 0,0 41 0,0-1 0,0-40 16,0 40-16,40 0 0,-40 0 15,0 0-15,40 0 0,0 0 0,0 0 16,0 0-16,0 1 16,40-1-16,0 0 0,0-40 15,0 0-15,0 0 0,0 40 16,41-40-16,-41 0 0,0 0 0,0 0 0,-40-40 16,40 40-16,-40-40 0,40 0 0,-40-1 0,0 1 15,0 0-15,0 0 16,0 0-16,0 0 0,0 0 0,-40 40 0,40-40 15,-40 0-15,0 40 0,0-40 16,0 40-16,-1 0 0,1 0 0,0 0 0,0 0 16,0 0-1,40 40-15,0 0 0</inkml:trace>
  <inkml:trace contextRef="#ctx0" brushRef="#br0" timeOffset="118035.15">23153 17325 0,'0'0'16,"-40"-40"-16,-40 0 15,39 40-15,1 0 16,40 40-1,-40 0 1,-40 120 0,120-39 15,-40-81-31,80 0 0,-40-40 0,1 0 16,79 0-16,0-40 31,-120-121-16,0 81 1,0 40-16,-80-80 16,40 120-16,0-40 0,0 40 15,0 0-15,-1 0 16,1 40 0,80 0-16</inkml:trace>
  <inkml:trace contextRef="#ctx0" brushRef="#br0" timeOffset="118475.12">24477 17405 0,'-120'-40'15,"240"80"-15,-401-80 16,241 80 0,40 0-1,-40-40-15,40 40 0,0 0 16,0 1-16,40-1 15,0 0-15,0-40 16,0 40-16,1-40 16,-1 0-16,0 0 0,0 0 0,0 0 0,0 0 15,0 0-15,0 0 0,1-40 16,-1 40-16,-40-40 0,0 0 16,40 40-16,-40-41 0,0 1 0,-80 0 15,80 0-15,-41 40 16,1-40-16,0 40 0,0-40 0,0 40 0,0-40 15,0 40-15,0 0 0,-1 0 16,1 0-16,0 0 0,40 40 31</inkml:trace>
  <inkml:trace contextRef="#ctx0" brushRef="#br0" timeOffset="119255.06">28329 17566 0,'-40'0'16,"40"-41"-16,-40 41 0,0 0 16,40-40-1,-40 40-15,0 0 0,-1 0 16,1 0-1,0 0-15,0 40 0,0-40 0,0 41 0,-40-41 16,39 40-16,1 0 16,0 0-16,40 0 0,-40 0 0,40 0 15,0 0-15,80 0 0,-40 0 16,1 1-16,-1-41 16,40 0-16,-40 40 0,0-40 0,40 0 0,-39 0 15,-1 0-15,40 0 0,-40 0 16,0 0-16,-40-40 0,40 40 0,-40-41 0,40 41 15,-40-40-15,0 0 16,0 0-16,-40 0 0,40 0 0,-80 0 16,40 40-16,0-40 0,-40 40 15,39 0-15,1 0 0,0 0 0,0 0 0,0 0 16,0 0-16,0 40 0,0-40 0</inkml:trace>
  <inkml:trace contextRef="#ctx0" brushRef="#br0" timeOffset="154822.97">161 8742 0,'40'0'16,"0"0"452,-40-40-468,40 40 16,-40-40-16</inkml:trace>
  <inkml:trace contextRef="#ctx0" brushRef="#br0" timeOffset="169592.37">562 11149 0,'0'40'15,"-40"-40"48,40-40-32,0 0-31,0-1 16,0 1-16,0 0 15,40 0-15,-40 0 0,0 0 16,40 0-16,-40 0 0,0 0 0,0 0 15,0-1 1,0 1-16,0 0 0,0 0 0,0 0 16,0 0-1,0 0-15,0 0 16,-40 40 46,40 40-46,-40 0-16,40 0 16,0 0-16,0 0 0,-40 0 15,40 0 1,0 1-16,0-1 0,0 0 16,40 0-16,-40 0 15,40-40-15,-40 40 0,40 0 0,0 0 16,0-40-16,0 0 15,0 40 1,1-40-16,-1 0 0,0 0 0,0 0 16</inkml:trace>
  <inkml:trace contextRef="#ctx0" brushRef="#br0" timeOffset="169832.28">1284 10587 0,'0'-40'15,"0"80"-15,40-80 16,-40 0-16,40 40 31,-40-40-15,81 0-1,39 40 1</inkml:trace>
  <inkml:trace contextRef="#ctx0" brushRef="#br0" timeOffset="170092.33">1244 10828 0,'0'0'16,"0"40"-16,0-80 31,40 40-15,121-80-1,-81 80 1,0 0 15,-40 0-31</inkml:trace>
  <inkml:trace contextRef="#ctx0" brushRef="#br0" timeOffset="170792.22">2327 10306 0,'40'0'16,"-80"0"-16,40 0 94,-40 41-79,0-41-15,0 40 16,0 0-16,40 0 15,-40-40-15,40 40 16,-40-40-16,40 40 0,0 0 0,-41-40 0,41 40 16,0 0-16,0 1 15,0-1-15,41-40 16,-1 0 0,-40 40-16,40-40 0,0 0 0,0 0 15,0 0-15,0 0 0,0-40 16,1 40-16,-1 0 0,0-40 0,0 40 0,-40-41 15,40 1-15,0 40 0,-40-40 0,40 40 0,-40-40 16,40 0-16,-40 0 16,0 0-16,0 0 0,-40 0 15,0-1 1,0 41-16,0 0 16,0 0-1,0 0-15,0 0 0,40 41 16,-41-41-16</inkml:trace>
  <inkml:trace contextRef="#ctx0" brushRef="#br0" timeOffset="173112.07">1164 12352 0,'0'-40'0,"0"0"31,40 40-15,-40-40 31,0-1-16,40 41-31,-40-40 16,40 40-16,-40-40 0,0 0 31,0 0-31,0 0 16,0 0-1,0 80 32,0 0-31,0 0 15,0 0-15,0 0-16,0 0 15,0 1-15,0-1 16,0 0-16,0 0 0,0 0 0,0 0 15,0 0-15,0 0 0,0 0 16,0 0-16,0 1 16,0-1 15,0-80 16,-40 40 15,-40 0-46,40 0 0,-1 0-16,1 0 15,80 0 79,1 0-78,-1-41-16,0 41 0,0 0 15,0 0-15,0 0 0,0-40 0,0 40 16,1 0-16,-1 0 0,0 0 31,0 0-31,0 0 16</inkml:trace>
  <inkml:trace contextRef="#ctx0" brushRef="#br0" timeOffset="174122.09">1204 13996 0,'0'0'0,"-40"0"16,40-40-1,40 40 32,-40-40-31,40 40-16,0-40 16,0 40-1,0 0-15,0 0 0,1 0 16,-41 40-1,0 0 1,0 0-16,0 0 16,-41 0-1,41 0-15,-40-40 0,0 41 0,40-1 16,-40-40 0,40 40 15,40-40 16,40 0-47,-39 0 15,-1-40-15,0 40 16,0 0-16,0-40 0,0 40 0,0 0 0,0 0 16,1 0-16,-1 0 0,0-41 15,0 41-15,0 0 0,0 0 16,0 0-16,-80 0 31</inkml:trace>
  <inkml:trace contextRef="#ctx0" brushRef="#br0" timeOffset="174911.97">1364 15159 0,'0'0'16,"-40"0"0</inkml:trace>
  <inkml:trace contextRef="#ctx0" brushRef="#br0" timeOffset="175402.03">1164 15119 0,'0'-40'15,"-40"40"79,-1 0-78,1 0-1,0 40 1,0-40 0,0 0-16,40 40 0,-40-40 15,0 0 1,40 40-16,40-40 47,0 0-32,0 0-15,0 0 16,0 0-16,0 0 0,41 0 0,-41 0 0,40 0 16,-40 0-16,40 0 15,-39 0-15,-1 0 0,0 0 0,0 0 0,0 0 16,0 0 0,0 0-1</inkml:trace>
  <inkml:trace contextRef="#ctx0" brushRef="#br0" timeOffset="175731.99">2287 14878 0,'0'-40'15,"-40"40"1,0 0 0,40 40-1,-40 161 1,0 80-1,0-1 17,40-199-32</inkml:trace>
  <inkml:trace contextRef="#ctx0" brushRef="#br0" timeOffset="176501.87">803 17285 0,'-41'0'16,"41"-40"-16,0 0 16,-40 40-1,121 0 16,-41 0-15,0 0-16,0 0 16,0 0-16,40 0 0,-40 0 0,41 0 0,-41-41 15,40 41-15,-40 0 16,0-40-16,0 40 0,1-40 0</inkml:trace>
  <inkml:trace contextRef="#ctx0" brushRef="#br0" timeOffset="176841.86">2006 16603 0,'0'0'0,"0"-40"0,40 40 15,1 0-15,-1 0 0,0 0 31,0 0-31,0 40 0,0-40 0,0 120 32,-80 81-17,0-161 1,40 0-16,-120 40 16,120-40-1,40-40 1,0 0-16,0 0 0,0 0 15,0-40-15,0 40 16,41 0-16,-41-40 0,0 40 0,40 0 0,-40 0 16,0-40-16</inkml:trace>
  <inkml:trace contextRef="#ctx0" brushRef="#br0" timeOffset="179331.7">30536 6456 0,'0'40'94,"-40"-40"-78,40 41-16,-40-1 15,40 0-15,0 0 16,-40 0-16,40 0 0,0 0 15,-40 0-15,40 0 16,0 41-16,-40-41 0,40 0 0,-41 40 0,41-40 16,-40 0-16,40 0 0,0 41 15,-40-41-15,40 0 0,0 0 0,-40 0 0,40 0 16,0 0-16,0 0 16,0 0-16,0 41 0,0-41 0,0 0 0,-40 0 15,40 40-15,0-40 0,0 40 0,0-39 0,0 39 16,0-40-16,0 0 0,0 40 15,0-40-15,0 41 0,0-41 0,-40 40 0,40-40 16,-40 40-16,40-40 16,-40 0-16,40 41 0,0-41 0,-41 40 0,41-40 15,0 0-15,0 0 0,0 40 16,0-39-16,0-1 0,0 0 0,0 0 0,0 0 16,0 0-16,0 0 15,0 0-15,41 0 0,-41 0 16,0 1-16,40-1 0,-40 0 15,0 0 1,0 0-16,0 0 16,0 0-1,0 0-15,0 0 0,0 1 0,0-1 16,-40 0-16,40 0 16,0 0-16,0 0 0,0 0 0,0 0 0,0 0 15,0 0-15,0 1 0,0-1 0,0 0 16,0 0-16,0 0 15,0 0-15,-41 0 0,41 0 16,-40-40-16,40 40 0,-40 1 16,40-1-16,0 0 0,-40 0 0,40 0 15,0 0-15,0 0 16,-40 0-16,40 0 0,0 0 0,0 1 0,0-1 16,0 0-16,0 0 15,0 0-15,0 0 0,0 0 16,0 0-16,0 0 15,0 1 1,0-1-16,0 0 0,0 0 0,0 0 16,0 0-16,0 0 15,0 0-15,0 0 0,0 0 16,-40-40 0,40 41-16,40-41 46,-40 40-14,0 0-17,0 0 1,0 0-16,0 0 16,0 0-1,0 0-15,-40-40 16,40 40-16,0 1 0,0-1 15,0 0 1,-40-40-16</inkml:trace>
  <inkml:trace contextRef="#ctx0" brushRef="#br0" timeOffset="181371.57">29734 12432 0,'-40'0'0,"40"-40"15,40 40 1,40 0 0,-40 0-1,-40-40-15,-40 40 47,40 40-47,0 0 16,-40-40-1,40 40 64,40-40-64,-40 40-15,0 0 16,0 0-16,0 1 15,0-1 1,0 0-16,0 0 0,0 0 16,0 0-16,0 0 0,0 40 15,0-39-15,0-1 0,0 40 0,0-40 0,0 40 16,0-40-16,0 0 16,0 41-16,0-41 0,0 0 0,0 0 0,40 0 15,-40 0-15,0 0 0,40 0 0,-40 0 0,0 1 16,40-1-16,-40 0 15,0 0-15,0 0 0,0 0 0,0 0 16,0 0-16,0 0 16,0 0-16,0 1 0,0-1 0,0 0 15,0 0-15,-40 0 16,40 0-16,0 0 0,0 0 0,0 0 16,0 1-1,0-1-15,0 0 0,-40 0 16,40 0-16,0 0 0,0 0 15,0 40-15,0-40 0,0 1 16,0-1-16,0 0 0,0 0 0,0 40 0,0-40 16,0 0-16,0 0 15,-40-40-15,40 41 0,0-1 0,0 0 0,0 0 16,0 0-16,0 0 16,0 0-16,0 0 0,0 0 15,0 0-15,0 1 0,0-1 0,0 0 16,0 0-16,0 0 15,0 0-15,0 0 0,0 0 0,0 0 16,-40 1-16,40-1 16,0 0-16,-40 0 0,40 0 0,-40 0 0,-1 0 15,41 0 1,-40 0-16,40 0 0,0 1 0,-40-41 16,40 40-16,0 0 15,0 0-15,40-40 0,-40 40 16,40 0-16,-40 0 0,0 0 0,0 0 15,0 1-15,0-1 16,0 0-16,0 0 0,0 0 0,0 0 0,-40 0 16,40 0-16,-40 0 0,40 0 15,-40 1-15,40-1 0,-40 0 0,40 0 0,-40 0 16,40 0-16,0 0 16,-40 0-16,40 0 0,0 1 15,-40-41-15,40 40 0,0 0 16,0 0-1,0 0-15,0 0 0,0 0 16,0 0-16,0 0 16,0 0-16,0 1 0,0-1 0,0 0 15,0 0-15,-41 0 16,41 0-16,0 0 0,-40-40 0,40 40 16,-40 0-16,40 1 15,-40-41-15,40 40 0,-40 0 0,40 0 16,40-40 15</inkml:trace>
  <inkml:trace contextRef="#ctx0" brushRef="#br0" timeOffset="183111.46">31459 6737 0,'-40'0'0,"40"-40"0,-40 40 16,40-40-1,0 80 16,0 0-15,0 0-16,0 0 16,0 0-1,0 1-15,0-1 0,0 0 0,0 0 16,0 0-16,0 0 16,0 0-16,0 0 0,40-40 0,-40 40 15,40-40-15,0 0 16,0 0-16,0 0 15,-40-40-15,41 40 0,-41-40 16,0 0-16,40 40 16,-40-40-16,40 0 0,-40 0 0,40 0 15,-40 0-15,0-1 0,40 41 16,-40-40-16,0 0 0,0 80 47,0 0-47,-40 1 0,40-1 15,0 0-15,-40 0 16,40 0-16,-40 0 0,40 0 0,-40 0 16,40 0-1,-41 0-15,41 1 0,-40-1 0,40 40 0,-40-40 16,40 0-16,-40 40 0,40-40 16,-40 41-16,40-41 0,-40 0 0,40 0 0,-40 40 15,0-40-15,-1 0 0,41 0 0,-40-40 0,0 41 16,40-1-16,-40-40 15,40 40-15,-40-40 0,0 40 0,0-40 16,40 40-16,-40-40 0,-1 0 16,1 0-16,0 0 0,0 0 15,40-40 1,0 0-16,0 0 0,0 0 16,0-1-16,40 1 15,-40 0-15,40 0 0,0 0 0,1 0 0,-1 0 16,0 40-16,0-40 0,0 0 0,0 40 15,0-40-15,0 40 16,1 0-16,-41-41 0,40 41 0,0-40 0,0 40 16,0 0-16,0-40 0,0 0 15,0 40-15</inkml:trace>
  <inkml:trace contextRef="#ctx0" brushRef="#br0" timeOffset="183461.46">32302 6577 0,'-40'0'16,"-1"0"15,1 120-15,0-80-16,-40 121 15,40-81-15,40-40 0,-40 160 32,-41 41-17,81-121 1,81-39-1</inkml:trace>
  <inkml:trace contextRef="#ctx0" brushRef="#br0" timeOffset="183891.42">32663 7018 0,'0'-40'16,"40"40"0,-40 40-1,0 0 1,0 120 0,0-120-16,-80 81 15,80-81-15,-40-40 0,-1 80 31,-39-40-15,80-80 0,121-80 15,39-1-15,1 1-1,-121 120 1,0 120 15,-40-79-31,0 79 16,-40 0-1,0-80 1,0 0 0</inkml:trace>
  <inkml:trace contextRef="#ctx0" brushRef="#br0" timeOffset="184141.48">33546 6978 0,'0'40'16,"-40"0"-1,40 160 1,-41 1 15,1-81-31,-160 161 31,-121-80-15,240-161-16</inkml:trace>
  <inkml:trace contextRef="#ctx0" brushRef="#br0" timeOffset="189541.13">30456 11028 0,'-40'0'32,"0"0"-17,0 0-15,80 0 63,0 0-32,-40 40 78,0 1-109,0-1 16,0 40-16,0-40 0,0 0 16,0 0-16,-80 40 0,80-39 0,-41 39 0,41-40 15,-40 0-15,40 40 16,0-40-16,0 0 0,-40 0 0,40 1 0,-40-1 16,40 0-16,0 0 15,80-40-15</inkml:trace>
  <inkml:trace contextRef="#ctx0" brushRef="#br0" timeOffset="189891.16">30576 11590 0,'-40'0'31,"80"0"-31,-80-40 16,80 0-16,0 40 15,1-40-15,39 40 16,-40 0-16,40-41 15,81 41 1,-81 41 0,-40-1-16,80 0 15,-79-40-15,-1 0 0,0 0 16,40 0 0</inkml:trace>
  <inkml:trace contextRef="#ctx0" brushRef="#br0" timeOffset="190211.08">31098 11229 0,'0'0'0,"-80"-40"16,80 0 15,0 120-15,0-40-1,-40 40 1,40 121 0,0-161-16,-81 80 15,81-80-15,0 0 0,-40 0 16,40 1-16,-40-1 15,40 0-15</inkml:trace>
  <inkml:trace contextRef="#ctx0" brushRef="#br0" timeOffset="190631.12">31860 11229 0,'0'0'15,"0"-40"-15,-40 40 31,40 40-31,-40-40 16,40 40-16,-40-40 0,0 40 16,40 0-16,-40-40 0,40 40 0,-40 0 0,-1-40 15,41 41-15,-40-1 16,0-40-16,40 40 0,-40 0 0,0-40 16,40 40-16,-40-40 0,40 40 0,80-40 31,-40 0-31,0 0 0,0 0 0,1 0 15,39-40-15,-40 40 16,40 0-16,-40 0 0,0-40 0,1 40 0,-1 0 16,0 0-16,0 0 0,0 0 15,0 0-15,0 0 0,0 0 16</inkml:trace>
  <inkml:trace contextRef="#ctx0" brushRef="#br0" timeOffset="190931.03">31941 11309 0,'0'0'15,"-41"0"-15,1 0 16,0 0 15,40 40-31,-40-40 0,40 40 16,0 0-16,-40-40 15,40 41-15,0-1 0,-40 0 0,40 0 0,0 0 16,0 0-16,-40-40 0,40 40 16,0 0-16,0 0 0,0 0 0,0 1 0,0-1 15,0 0-15,0 0 0,0 0 16,-40-40-16,40 40 15</inkml:trace>
  <inkml:trace contextRef="#ctx0" brushRef="#br0" timeOffset="191451.09">32141 11550 0,'0'-40'47,"40"40"-31,0 0-16,1 0 0,-1 0 15,0 0-15,40 0 0,-40-40 0,0 40 16,0 0-16,1 0 15,-1 0-15,0 0 0,0 0 16</inkml:trace>
  <inkml:trace contextRef="#ctx0" brushRef="#br0" timeOffset="191710.98">32061 11911 0,'-40'0'15,"80"0"-15,0 0 16,0 0 0,40 0-1,41 0 1,-1-40-1,-40-1 1</inkml:trace>
  <inkml:trace contextRef="#ctx0" brushRef="#br0" timeOffset="192260.95">33144 11189 0,'0'-40'15,"0"80"-15,0-120 16,0 120-1,0 0 1,-40 0-16,40 0 16,0 0-16,0 0 0,0 0 0,-40 0 0,40 1 15,-40-1-15,40 0 16,0 0-16,-40-40 0,40 40 0,0 0 16,0 0-1,40-40 32,-40-40-47,40 40 0,0-40 0,0 40 16,1 0-1,-1 0-15,0 0 16,-40 40 0,0 0-1,0 0-15,0 0 0,-40 0 16,40 1-1,-40-41-15,-1 0 0,1 40 16,0-40 0,0 40-16,0-40 0,40 40 0,-40-40 15,0 0-15,0 0 16,40 40-16,-41-40 16</inkml:trace>
  <inkml:trace contextRef="#ctx0" brushRef="#br0" timeOffset="192531">33185 11269 0,'0'-40'15,"0"80"-15,0-120 0,0 40 0,160-41 32,1 41-32,79 0 31,-200 80-15,-40 0-16</inkml:trace>
  <inkml:trace contextRef="#ctx0" brushRef="#br0" timeOffset="203180.29">30255 12873 0,'0'40'16,"0"-80"234,0 0-234,40 40-16,-40-40 0,41 40 15,-41-40 1,0 80 156,0 0 31,40-40 406,0 0-577,0 0-17,0 0 16,0 0 1,-80 0 671,40 40-688,-40-40 95,0 0-16,0 0-48,80 0 533,0 0-564,0 0 1,0-40-1,0 40 17,-80 0 108,0 0-124,0 0 140,0 0-140,40 40 46,-40 0-46,40 0 0,-40-40-16,40 41 0,0-1 15,-41-40 1,41 40-16,0 0 0,0 0 15,0 0 439,0 0-439,0 0 1,-40 0 15,40 0 78,0-80 2923,0 0-3017,0 0 1,0 0 0,0 0 77,40 40-93,-40-40 16,0 0 0,41 40 452,-1-40-452,0 40-16,0 0 16,0 0-16,-40-40 15,40 40-15,0 0 31,0 0-15,1 0 0,-41 40-1,0 0 1,0 0 0,0 0-16,0 0 15,0 0 1,0 0-16,0 0 0,-41-40 15,41 40 1,0 1-16,-40-41 0,40 40 0,0 0 16,-40-40-1,40 40-15,0 0 32,-40-40-17,0 40 1,0-40-1,40 40-15,-40-40 16,80-40 47,0 40-63,-40-40 31,40 40-31,0 0 0,0 0 0,0 0 15,1 0 1,-1 0-16,0 0 0,0 0 16,0 0-1,0 0 1,0 0-16,0 0 16,1 0-1,-1 0-15,0 0 0,0 0 16</inkml:trace>
  <inkml:trace contextRef="#ctx0" brushRef="#br0" timeOffset="203520.26">31218 13194 0,'0'-40'16,"-40"40"-16,0 0 31,80 0 0,0 0-31,0 0 0,1 0 16,-1 0-16,0 0 0,0 0 16,0 0-16,40 0 0,-40 0 0,1 0 0,-1 0 15,0 0-15,0 0 16,0 0-16,0 0 0,0 0 0,-40-40 16,40 40-16,-40-40 0</inkml:trace>
  <inkml:trace contextRef="#ctx0" brushRef="#br0" timeOffset="203810.27">31579 12913 0,'0'0'15,"0"-40"-15,-40 40 0,0 0 16,40 40 15,0 0-15,0 1-16,0-1 0,0 0 15,0 0-15,0 0 0,0 0 16,0 0-16,0 0 0,-40 0 0,40 0 0,0 41 16,0-41-16,-40-40 0,40 40 0,0 0 0,-40 0 15,40 0 1,0 0-16</inkml:trace>
  <inkml:trace contextRef="#ctx0" brushRef="#br0" timeOffset="204290.3">32221 12833 0,'0'0'16,"0"-40"-16,-40 40 15,0 0 1,0 40-16,-40 40 31,80-40-31,-40 41 16,40-41-16,-40 120 15,40-120 1,0 40-16,0-39 0,0-1 16,80 0-16,-40 0 15,0 0 16,0-40-15,0-80 0,-40 0 15,-40-1-15,0 81-16,0 0 0,0 0 31</inkml:trace>
  <inkml:trace contextRef="#ctx0" brushRef="#br0" timeOffset="204610.2">32623 13114 0,'-40'0'0,"40"-40"16,40 40 30,40 0-46,-40 0 16,0 0-16,0 0 0,1 0 0,-1-40 16,0 40-16,0 0 15,0 0-15</inkml:trace>
  <inkml:trace contextRef="#ctx0" brushRef="#br0" timeOffset="204830.18">32703 13314 0,'-40'40'16,"80"-40"0,40 0-1,-40 0 1,1 0-16,-1 0 0,0 0 0,0 0 0,0 0 15,0 0 1,0-40-16,0 40 0</inkml:trace>
  <inkml:trace contextRef="#ctx0" brushRef="#br0" timeOffset="205700.13">33465 12753 0,'0'-40'15,"0"0"-15,41 40 16,39 0-1,40 0 1,1 0 0,-81 40-16,40 0 31,-40 0-31,-40 0 16,0 0-16,0 0 0,0 0 15,-40 1-15,0-1 16,-40 0-16,39 0 15,1-40-15,0 40 16,40 0-16,-40-40 0,40 40 0,-40 0 16,40 0-16,-40 0 15,40 1-15,-40-41 0,40 40 0,0 0 16,0 0-16,0 0 31,40 0-31,0-40 16,-40 40-1,40-40-15,0 0 0,0 0 0,0 0 32,1 0-32,-41-40 0,0 0 15,40 0 1,-40-40 0,0 40-16,-40 40 0,40-41 0,-41 1 15,1 0-15,40 0 16,-80 0-16,40 0 0,40 0 0,-40 0 15,40 0-15,-40 0 16,40-1-16,-40 1 0,40 0 0,0 0 0,-41 40 16,41-40-16,0 0 0,0 0 15,81 0-15,-41 40 16,40 0 0,-40 0-1,0 0-15,0 0 0,1 0 0,-1 40 0,40 0 31,-40-40-31,-40 40 0,40-40 0,-40 40 0</inkml:trace>
  <inkml:trace contextRef="#ctx0" brushRef="#br0" timeOffset="211879.76">31138 14397 0,'-40'0'31,"40"-40"391,40 40-391,-40-40-31,40 40 0,-40-40 16,40 40-1,0 0-15,1 0 16,-1 0-16,0 0 16,0 0 30,0 0-14,-40 40-17,40-40-15,-40 40 16,-40-40 62,40 40-62,-40-40-1,40 40-15,-40 0 16,0-40-16,40 41 0,-40-41 0,-1 0 16,41 40-16,-40-40 15,40 40 1,40-40 140,1 0-125,-41-40-31,0 0 16,40 40 15,0 0-15,0 0-1,-40 40-15,40-40 0,0 0 32,-40 40-32,0 0 15,0 0 1,0 0 0,0 0 15,0 0 0,-40 0-31,0-40 31,40 40-31,0 1 47,-40-41-47,0 0 16,0 0-1,40 40-15,-41-40 16,1 40 0,0-40-1,0 0 1,0 0 0,0 0-16,0-40 15,0 40 1,-1-40-16,1 40 15,40-41 1,-40 41-16,40-40 16,-40 40-1,40-40 1</inkml:trace>
  <inkml:trace contextRef="#ctx0" brushRef="#br0" timeOffset="-211777.32">30576 16362 0,'0'-40'297,"40"40"-297,1 0 16,-1 0-1,0-40-15,0 40 16,-40-40-16,40 40 15,0 0-15,0 0 32,0 0-17,1 0 1,-41 40 0,40-40-16,0 40 31,-40 0-16,0 0 1,0 1 15,0-1-31,-40 0 16,40 0 0,-40-40-1,40 40 1,-41-40-1,41 40-15,-40-40 0,40 40 16,-40-40-16,40 40 16,-40-40-1,40-40 48,40 40-63,0 0 15,0 0 1,-40-40-16,-40 40 719,40 40-719,40-40 281,1 0-265,-1 0-1,-40 40-15,40-40 16,0 0-16,0 0 31,-40 40-15,40-40-16,0 0 15,0 41 1,1-41 0,-1 0-16,-40 40 15,40-40-15,0 0 0,-40 40 16,40-40-16,0 0 16,0 0-1,0 0 1,1 0-1,-1 0 17,-40-40 77,-81 40-109,81-40 16</inkml:trace>
  <inkml:trace contextRef="#ctx0" brushRef="#br0" timeOffset="-204807.66">30657 18408 0,'0'-40'47,"0"80"16,0-120 1702,-81 80-1343,41 0-391,0 0-15,40 40 0,-40-40-1,40 40-15,0 0 16,-40-40 0,40 40-16,-40 0 31,40 0-16,0 0 1,0 0 0,-40-40-16,40 40 0,0 1 15,0-1 1,0 0 0,0 0 15,40-40-16,0 0 1,0 40 0,0-40-1,0 0 17,0 0-32,0 0 15,1 0 32,-1-40-16,0 0-15,-40 0 0,40 40-1,-40-40-15,40-1 16,-40 1-1,40 40-15,-40-40 0,0 0 32,40 40-1,-40-40-31,0 0 47,0 0-16,0 0 78,-40 40-30,40-40-79,0 0 78,-40 40-63,0 0 126,40-41-125,-40 41-16,0 0 15,0 0 48,-1 0-16,41 41-32,-40-41-15,0 0 31,0-41-31</inkml:trace>
  <inkml:trace contextRef="#ctx0" brushRef="#br0" timeOffset="-116725.81">21668 1002 0,'0'0'0,"-40"-40"0,40 0 62,40 40-46,-40 40 15,0 0-15,0 0-16,40 0 0,-40 0 0,0 0 16,40 41-16,-40-41 0,0 0 0,0 0 0,41 0 15,-1 0-15,-40 0 16,40 0-16,-40 1 0,40-41 0,0 40 15,0-40-15,0 40 16,1-40-16,-1 0 0,0 0 0,0-80 16,0 39-1,0 1-15,0 0 0,-40 0 0,40 0 0,-40 0 16,41 0-16,-41 0 0,0-41 16,0 41-16,40 0 0,-40 0 0,0 0 0,0 0 15,0 0-15,-40 40 31,-1 40 1,41 0-32,-40 0 0,40 0 15,0 0-15,0 0 16,0 1-16,0 39 0,-40-40 0,40 40 0,0-40 16,0 40-16,0-39 0,0 39 0,0-40 0,0 40 15,0 0-15,0-40 0,0 41 16,0-41-16,0 40 0,0-40 0,0 40 0,0-40 15,0 0-15,0 1 16,0-1-16,-80 0 0,80 0 0,-40 0 0,40 0 16,-40 0-16,0 0 15,-1-40-15,41 40 0,-40-40 0,40 40 0,-40-40 16,0 0 0,40-40-16,0 0 15,0-40-15,0 40 16,0 0-16,0 0 0,40 0 15,-40 0-15,40 40 0,-40-41 0,40 1 0,-40 0 16,41 0-16,-1 0 16,-40 0-16,40 40 0,-40-40 0,40 0 15,0 0 1,0-1-16,-40 1 16,40 40-16,-40-40 0</inkml:trace>
  <inkml:trace contextRef="#ctx0" brushRef="#br0" timeOffset="-116395.82">22631 1122 0,'0'0'0,"-40"0"16,0 0 0,40 121 15,0-81-31,0 160 16,40 41 15,0-201-31,-40 120 15,40-119-15,-40-1 16,41 0-16,-1 0 16</inkml:trace>
  <inkml:trace contextRef="#ctx0" brushRef="#br0" timeOffset="-116005.9">23193 1283 0,'0'40'47,"0"0"-47,40-40 0,-40 40 0,0 0 15,40 0-15,-40 0 16,0 1-16,0-1 0,0 0 15,0 0-15,0-80 47,0 0-47,0 0 0,40-1 16,-40 1-16,41 0 16,-1 0-16,0 40 0,-40-40 0,40 40 0,0 0 15,0 0-15,0 0 0,0 40 16,1 0-1,-41 0-15,40 0 0,-40 1 0,0-1 0,0 0 16,0 0-16,0 0 0,0 0 16,0 0-16,0 0 0,0 0 0,0 0 0,0 1 15,0-1 1,-40-40-16</inkml:trace>
  <inkml:trace contextRef="#ctx0" brushRef="#br0" timeOffset="-114995.98">20705 641 0,'0'0'0,"40"0"31,-40 40-15,0 0 0,0 0-1,0 1-15,40-41 16,-40 40-16,0 0 0,41 0 0,-41 0 16,40 0-16,0-40 0,-40 40 0,0 0 0,40 40 15,0-39-15,0-1 0,-40 0 16,40 40-16,-40-40 0,40 40 0,-40-40 0,41 41 15,-41-41-15,0 40 16,40-40-16,-40 40 0,0-40 0,40 41 0,-40-41 16,0 0-16,40 40 0,-40-40 15,0 0-15,0 0 0,0 0 0,40 1 0,-40 39 16,0-40-16,40 0 16,-40 0-16,0 0 0,40 0 0,-40 0 0,0 0 15,0 1-15,0-1 0,40 0 0,-40 0 0,0 0 16,41 0-16,-41 0 0,0 0 15,40 0-15,-40 1 0,0-1 0,0 0 0,0 0 16,0 40-16,0 0 16,0-40-16,0 0 0,0 1 15,0-1-15,0 0 16,0 0-16,0 0 0,0 0 16,0 0-16,0 0 0,0 0 15,0 1 1,0-1-16,0 0 0,40 0 0,-40 0 0,0 0 15,0 0-15,40-40 0,-40 40 16,0 0-16,40 0 0,-40 1 0,0-1 16,0 0-16,40-40 15,-40 40-15,0 0 0,0 0 16,40-40 0,-40 40-16,0 0 15,40 0 16,-40 1-31,41-1 0,-41 0 16,0 0 0,0-80 15,40 0-31</inkml:trace>
  <inkml:trace contextRef="#ctx0" brushRef="#br0" timeOffset="-113956.04">24036 922 0,'-40'0'31,"-1"0"-31,41 40 47,0 0-47,41 0 0,-41 0 16,40-40-16,0 40 15,-40 0-15,40 1 0,-40-1 0,40 0 0,0 0 16,-40 0-16,40 0 0,-40 40 16,40-40-16,-40 1 0,41-1 0,-41 40 0,0-40 15,40 0-15,-40 0 16,0 40-16,0-40 0,0 1 0,0-1 0,0 0 16,-40 0-16,40 0 0,-41 0 0,41 0 0,-40 0 15,0 0-15,40 1 0,-40-41 16,40 40-16</inkml:trace>
  <inkml:trace contextRef="#ctx0" brushRef="#br0" timeOffset="-113465.99">25119 1082 0,'-80'40'15,"120"-40"32,0 0-47,0 0 16,0-40-16,0 40 0,1 0 0,-1-40 0,0 40 15,40 0-15,-40-40 16,0 40-16,1 0 0,-1-40 0,40 40 0,-40-40 16,0 40-16,0 0 0,0-40 0,1 40 0</inkml:trace>
  <inkml:trace contextRef="#ctx0" brushRef="#br0" timeOffset="-113246.05">25480 1604 0,'-40'40'16,"80"-80"-16,-120 120 15,160-120 1,-40 40 0,-40-40-16,41 40 0,-1-40 0,0-1 15,0 41-15,0-40 16,0 40-16</inkml:trace>
  <inkml:trace contextRef="#ctx0" brushRef="#br0" timeOffset="-112226.11">27125 120 0,'-40'0'32,"40"40"-17,-40-40-15,0 0 0,0 40 16,0-40-16,0 40 16,0 0-1,-1 0-15,41 0 0,-40-40 0,40 40 16,-40 1-16,40-1 15,-40 0-15,40 0 0,0 0 0,0 0 16,0 0 0,0 0-16,0 0 0,40 1 0,-40-1 15,40 0-15,0 0 16,-40 0-16,41 0 0,-41 0 16,0 0-16,40 0 0,-40 0 0,0 1 0,0-1 15,0 0 1,0 0-16,0 0 0,-40-40 0,40 40 15,-41-40-15,41 40 0,-40-40 16,0 40-16,0-40 0,0 0 16,0 0-1,40-40 1,0 0 0,0 0-1,40 80 16,0 0-15,-40 0-16,40 0 16,-40 1-16,40-1 0,-40 0 15,0 0-15,40 0 16,-40 0-16,0 0 0,41 0 0,-41 0 0,40 0 16,-40 1-16,0-1 0,40 0 0,-40 0 15,0 0-15,40 0 0,-40 0 16,0 0-16,40-40 0,-40 40 15,40-40 1,-40 41-16,40-41 16,0 0-16,1 0 15,-1 0-15,0 0 0,0 0 16,0 0-16,0 0 0,0 0 0,0 0 16,1-41-1,-1 41-15,-40-40 94,0 0-78,0 0-16</inkml:trace>
  <inkml:trace contextRef="#ctx0" brushRef="#br0" timeOffset="-106116.42">28329 681 0,'40'0'16,"-40"-40"-1,-40 40 141,0 0-124,0 0-17,40 40-15,-40-40 16,0 0-16,40 40 0,-40 0 16,40 1-16,-41-41 15,41 40-15,0 0 0,0 0 16,0 0-16,0 0 15,0 0-15,0 0 0,0 0 16,0 0-16,0 1 0,41-1 0,-41 0 16,40-40-1,-40 40-15,40-40 0,0 0 0,0 0 16,0 0-16,0 0 16,0-40-1,1 0-15,-1 0 0,0-1 16,0 1-1,-40 0-15,0 0 0,40 40 0,-40-40 0,0 0 16,40 40-16,-40-40 16,0 0-16,40 40 0,-40-40 0,0 0 15,0-1 1,0 1-16,0 0 16,-40 0-16,0 40 15,40-40-15,-40 40 16,0 0-1,0 0 1,0 40-16,-1 0 16,1-40-1</inkml:trace>
  <inkml:trace contextRef="#ctx0" brushRef="#br0" timeOffset="-105736.45">29092 1203 0,'0'-41'0,"40"41"16,-40 41 62,-40-41-63,40 40-15,0 0 0,0 0 0,-40 0 16,40 0 0,0 0-16,-41-40 0,41 40 0,0 0 15,-40-40 1,40 41-16</inkml:trace>
  <inkml:trace contextRef="#ctx0" brushRef="#br0" timeOffset="-104896.59">29252 521 0,'40'0'109,"0"0"-109,1 0 0,-1 0 16,0 0 0,0 80-16,0-80 15,0 0 1,-40 40-16,40-40 0,-40 40 16,0 0-16,40 0 15,-40 1 1,0-1-16,0 0 15,-40 0 1,0-40-16,0 40 16,40 0-1,-40-40 1,0 0 15,40-40 0,80 40 1,-40 0-17,-40-40-15,40 40 0,0 0 16,1 0-16,-1 0 0,0 0 16,0 0-16,0 0 0,0 0 15,0 0 1,0 0-1,-40-40 32</inkml:trace>
  <inkml:trace contextRef="#ctx0" brushRef="#br0" timeOffset="-104436.6">30536 842 0,'-40'0'16,"40"40"93,40-40-93,-40 40 0,40-40-16,-40 40 0,0 0 0,0 0 15,0 0-15,0 0 16,0 0-16,0 1 0,0-1 0,-40 0 16,40 0-16,-40-40 0,40 40 0,-40-40 15,40 40-15,-40-40 0,0 40 16,0-40-16,-1 0 0,1 0 15</inkml:trace>
  <inkml:trace contextRef="#ctx0" brushRef="#br0" timeOffset="-102786.72">31459 200 0,'-40'0'156,"40"40"-156,0 0 16,0 0-1,0 0-15,0 0 0,0 1 16,0-1-16,0 0 16,0 0-16,0 0 15,0-80 32,80 40-31,-40 0-16,0 0 15,1 0-15,-1 0 16,0 0-16,0 0 16,-40 40-1,40 0-15,-40 0 0,0 0 16,0 0-16,0 1 0,-40-41 16,40 40-16,-40 0 15,0 0-15,0-40 0,-1 0 16,41 40-16,-40-40 15,0 0-15,0 0 0,0 0 16,40-40-16,-40 0 16</inkml:trace>
  <inkml:trace contextRef="#ctx0" brushRef="#br0" timeOffset="-102496.74">31339 200 0,'-40'0'31,"80"0"-31,-40 0 31,80 0-31,-40 0 0,0 0 16,0 0-16,0-40 0,41 40 16,-41-40-16,0 40 0,0-40 15,0 40-15,0-40 0</inkml:trace>
  <inkml:trace contextRef="#ctx0" brushRef="#br0" timeOffset="-101936.71">32101 882 0,'0'40'63,"0"0"-48,40-40-15,-40 40 0,0 0 16,0 0 0,0 0-16,-40 0 0,0 1 15,0-1 1,0-40-16,40 40 0,-40-40 15</inkml:trace>
  <inkml:trace contextRef="#ctx0" brushRef="#br0" timeOffset="-100946.74">32984 240 0,'0'40'0,"40"-40"63,0 0-48,0 0 1,-40 40-16,40-40 0,1 40 16,-1 0-1,0 1 1,-40-1-16,0 0 16,0 0-1,-40-40-15,40 40 0,-40 0 16,40 0-1,-41-40-15,41 40 0,-40 0 0,0 1 16,40-1-16,-40-40 0,40 40 16,0 0-16,-40-40 0,40 40 15,0 0-15,0 0 0,0 0 16,0 0 0,40 0-16,0-40 15,0 41 1,0-41-16,1 0 15,-41-41 1,0 1-16,40 0 16,-40 0-16,0 0 15,0 0-15,0 0 0,-40 0 16,40 0-16,-41 0 0,41-1 16,-40 41-16,40-40 15,-40 0-15,40 0 0,-40 40 0,40-40 16,-40 40-16,40-40 0,-40 0 15,40 0-15,-40 40 0,40-40 16,0-1-16,0 1 16,0 0-16,0 0 15,40 0-15,0 40 16,0 0 0,0 0 15,0 0-31</inkml:trace>
  <inkml:trace contextRef="#ctx0" brushRef="#br0" timeOffset="-100576.8">33586 922 0,'-40'0'0,"40"40"62,0 0-46,0 0-1,0 0-15,0 0 0,0 0 16,0 1-16,0-1 0,0 0 16,-40-40-16,40 40 0,-41-40 15,1 40-15,0-40 0,0 0 16</inkml:trace>
  <inkml:trace contextRef="#ctx0" brushRef="#br0" timeOffset="-98586.89">29011 2767 0,'0'0'0,"0"-40"47,41 40-31,-1-41-16,0 1 15,0 0-15,0 40 16,0 0-16,0 0 0,0 0 0,-40-40 0,41 40 16,-1 0-16,0 0 15,0 0-15,0 0 0,-40 40 16,40-40-16,-40 40 0,0 0 16,0 1-16,0-1 0,0 0 15,0 0-15,0 0 0,-40-40 0,40 40 16,0 0-1,-40-40-15,40 40 0,-40-40 0,40 40 16,40-40 15,0 0-31,0 0 16,0 0 0,0 0-16,1 0 0,-41 41 15,40-41-15,0 40 16,-40 0-16,0 0 15,-40 0 1,40 0-16,-40-40 0,40 40 0,-81 0 16,81 0-16,-40-40 0,0 40 15,0 1-15,0-41 0,0 0 0,0 40 0,-1-40 16,1 0-16,0 40 0,0-40 0,0 0 0,0 0 16,0 0-1,40-40-15,0-41 0</inkml:trace>
  <inkml:trace contextRef="#ctx0" brushRef="#br0" timeOffset="-97966.98">30336 2366 0,'0'0'0,"80"-40"31,120-1-15,-79 82 0,-121-1-1,0 0-15,0 120 16,0-120-16,0 0 0,-40 0 16,40 1-16,0-1 0,0 80 31,120-80-16,-80-40-15,81 0 16,-81 0-16,-40-40 0,40 40 16,-40-40-16,-40 80 31,40 0 0,0 0-31,-40 0 0,40 0 0,0 1 16,0-1-16,-41 0 0,41 0 15,0 0-15,0 40 0,-40 0 0,40-40 0,0 41 16,-40-41-16,0 40 16,0 0-16,0-40 0,0 41 0,0-41 0,-1 0 15,1 0-15,0 0 0,-40 0 0,40 0 0,-40-40 16,-1 40-16,1-40 0,0 0 16,0 0-16,-1 0 0,1 0 0,0-40 0,40 40 15</inkml:trace>
  <inkml:trace contextRef="#ctx0" brushRef="#br0" timeOffset="-96757.08">23273 3529 0,'-40'40'0,"80"-40"93,41 0-77,-41 0-16,40-40 0,0 40 0,0-40 0,1 40 16,-1-41-16,40 1 15,1 40-15,-1-40 0,41 0 0,-41 40 0,40-40 16,1 0-16,40 0 0,-41 0 0,41 0 0,40 0 16,-41-1-16,41 1 0,0 0 15,-1 0-15,1 0 0,0 40 0,40-40 0,0 0 16,-41 40-16,81-40 15,-40 0-15,0 40 0,40-41 0,-40 1 0,40 0 16,0 0-16,0 40 0,-40-40 16,40 0-16,-40 40 0,-40-40 0,-1 40 0,1-40 15,-40 0-15,-1 40 0,1-40 0</inkml:trace>
  <inkml:trace contextRef="#ctx0" brushRef="#br0" timeOffset="-96097.13">27888 5454 0,'-40'40'0,"80"-40"15,160-40 1,-119 40-16,561-161 31,-401 121-31,-1 0 0,41 0 0,40 40 0,-40-40 16,80 0-16,321-40 0,-321 39 0,41 1 0,721-120 16</inkml:trace>
</inkml:ink>
</file>

<file path=ppt/ink/ink3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4T04:10:42.729"/>
    </inkml:context>
    <inkml:brush xml:id="br0">
      <inkml:brushProperty name="width" value="0.05292" units="cm"/>
      <inkml:brushProperty name="height" value="0.05292" units="cm"/>
      <inkml:brushProperty name="color" value="#FF0000"/>
    </inkml:brush>
  </inkml:definitions>
  <inkml:trace contextRef="#ctx0" brushRef="#br0">7062 1804 0,'0'-40'0,"-40"40"141,0 0-110,0 0-15,0 0-1,0 0 1,-1 0-16,1 0 16,0 0-16,0 0 0,0 0 0,0 0 15,0 0-15,0 0 0,-1 40 0,1-40 16,0 0-16,0 0 16,0 40-16,0-40 0,-40 0 0,39 40 0,1-40 15,0 0-15,0 40 0,0-40 16,0 41-16,0-41 0,0 40 0,-1-40 15,1 0-15,40 40 16,0 0 15,0 0-15,0 0-16,0 0 0,0 0 16,0 0-16,0 1 15,0-1-15,-40-40 0,40 40 0,0 0 0,0 0 16,0 0-1,0 0-15,0 0 0,40 0 16,-40 0 0,0 1-16,40-41 0,-40 40 15,0 0-15,41-40 16,-1 40 0,0-40-16,0 40 15,0-40 1,0 40-16,0 0 0,-40 0 15,40 0 1,1 1-16,-1-41 16,0 0-16,0 0 15,0 0-15,0 0 0,0 0 0,0 0 16,1 0-16,-1 0 0,0-41 0,0 41 16,0-40-1,0 40-15,0-40 0,0 40 16,-40-40-16,41 40 15,-1-40-15</inkml:trace>
  <inkml:trace contextRef="#ctx0" brushRef="#br0" timeOffset="509.97">7624 2486 0,'0'-40'0,"0"80"93,0 0-77,40 40 0,-40-40-16,0 0 15,40-40-15,-40 41 0,0-1 0,0 0 16,0 0-16,40-40 15,-40 40-15,0 0 0,0 0 16</inkml:trace>
  <inkml:trace contextRef="#ctx0" brushRef="#br0" timeOffset="809.97">7544 2165 0,'0'0'0,"0"-40"15,0 80 17</inkml:trace>
  <inkml:trace contextRef="#ctx0" brushRef="#br0" timeOffset="1639.82">8226 2446 0,'0'-40'0,"-40"40"32,80 0-17,40 0 1,-40 40-16,0-40 16,1 0-16,-1 0 0,0 0 0,-40 40 15,40 0-15,0-40 16,-40 40-16,40-40 0,-40 40 0,40-40 0,-40 40 15,0 0 1,0 1-16,0-1 16,-40-40-1,40 40-15,-40-40 0,40 40 16,-40-40-16,0 0 31,40-40 0,0 0-15,0 0-16,0-1 16,0 1-16,40 40 0,-40-40 0,40 0 0,-40 0 15,0 0-15,40 40 0,0-40 16,0 0-16,1 40 16,-1-40-16,0 40 15,0 0 1,0 0-1,0 40 1,0-40-16,0 0 16,-40 40-1</inkml:trace>
  <inkml:trace contextRef="#ctx0" brushRef="#br0" timeOffset="2249.79">9751 2406 0,'0'-40'15,"0"0"1,0-1 0,-40 41 31,-1 0-32,1 41 1,0-41-16,0 0 31,40 40-31,0 0 0,-40-40 0,40 40 16,0 0-16,-40 0 15,40 0-15,0 0 0,0 0 0,0 0 16,0 1-16,0-1 0,40 0 16,-40 0-1,40-40-15,0 0 0,0 0 16,0 0-16,1 0 15,-1 0-15,0 0 0,0 0 16,0-40-16,0 40 16,0 0-16</inkml:trace>
  <inkml:trace contextRef="#ctx0" brushRef="#br0" timeOffset="2889.76">10312 2366 0,'0'-40'31,"41"40"0,-41-41-31,40 41 16,-40 41 0,0-1-1,0 0-15,0 0 0,0 0 16,0 0 0,0 0-16,0 0 15,0 0 1,40 0-16,0 1 0,0-41 15,0 40 1,0-40-16,0 0 0,1 0 16,-1 0-16,0 0 15,-40-40-15,40 40 0,-40-41 16,40 41-16,-40-40 0,0 0 0,0 0 16,40 0-1,-40 0-15,0 0 0,0 0 16,0 0-16,40 40 15,-40-40-15,0 80 47,0 0-15,0 0-32,0 0 0,41 0 15,-41 0 1,0 0-16,40 0 0,0 0 15,-40 1 1,40-41-16,-40 40 0,40-40 16,0 0-1,0 0-15</inkml:trace>
  <inkml:trace contextRef="#ctx0" brushRef="#br0" timeOffset="3419.75">11436 1764 0,'0'-40'31,"0"80"32,0 0-63,0 0 16,0 0-16,0 0 0,0 1 15,0-1-15,0 0 16,0 0-16,0 0 0,0 0 0,0 0 0,0 0 15,0 0-15,0 1 16,-40-1-16,40 0 0,0 0 0,0 40 0,0-40 16,0 0-16,0 0 15,0 0-15,40-40 0,-40 41 0,0-1 0,40-40 16,0 40-16</inkml:trace>
  <inkml:trace contextRef="#ctx0" brushRef="#br0" timeOffset="4169.67">12519 2285 0,'-40'0'0,"40"-40"0,0 0 16,-40 40 15,0 40-15,0-40-16,40 40 16,-40-40-16,40 41 0,-40-41 0,40 40 0,-40 0 15,-1-40 1,41 40-16,0 0 15,0 0 1,0 0-16,0 0 0,41-40 16,-1 0-1,0 0-15,0 0 0,0 0 16,-40-40-16,0 0 16,40 40-16,-40-40 15,0 0-15,40 40 0,-40-40 16,0 0-1,0 0-15,0-1 0,0 1 16,0 0 0,0 80 31,0 0-47,0 1 31,0-1-31,0 0 0,0 0 15,0 0 1,40 0-16,1 0 0,-1 0 16,-40 0-1,40 0-15,0-40 0,-40 41 0,40-41 16,0 40-16</inkml:trace>
  <inkml:trace contextRef="#ctx0" brushRef="#br0" timeOffset="4639.67">12961 2406 0,'0'0'0,"40"0"0,-40-40 15,40 40 1,-40-40-16,80 40 31,41 40-15,-41 80 0,-40-80-1,0 40 1,-40-40-16,0 0 15,-40 1-15,0-41 32,40-41-17,0 1-15,-40 40 16,40-80 0,80 0-1,40-40 1,1 80 15,39-41-15,-120 81-16,1 0 15</inkml:trace>
  <inkml:trace contextRef="#ctx0" brushRef="#br0" timeOffset="5279.6">15689 1804 0,'0'-40'16,"0"80"-16,-40-80 15,0 40-15,0 0 16,0 0 15,-40 40-15,40 0-16,-41 121 16,41-121-16,40 0 15,-40 0-15,40 0 0,0 40 0,0-40 0,-40 1 16,40-1-16,40 80 15,0-40 1,-40-40-16,161 40 16,-81-80-16,-40 41 0,80-41 15,-39 0-15</inkml:trace>
  <inkml:trace contextRef="#ctx0" brushRef="#br0" timeOffset="5659.6">16131 2366 0,'40'-40'15,"-80"80"-15,120-121 0,-40 41 16,0 40-16,0 0 0,1 0 16,-1 0-1,40 81 1,-40-1-1,-40-40-15,0 80 32,0-80-32,-40 0 15,-40 0 1,40-40-16,-41 0 16,41 0-16,40-40 0,-40 40 15,40-40-15,0 0 16,-40 40-16,40-40 0,0 0 0,0 0 15,0 0 1,0 0-16,40 40 31,0-40-31,0 40 0</inkml:trace>
  <inkml:trace contextRef="#ctx0" brushRef="#br0" timeOffset="6059.57">16893 2205 0,'0'0'0,"-40"0"0,40-40 16,40 40 0,40 0-1,-80 40-15,41-40 0,-1 40 16,0-40-16,0 0 0,0 40 0,0 1 15,0-1 1,-40 0-16,40-40 0,-40 40 16,0 0-1,0 0-15,0 0 0,0 0 16,-40-40-16,0 0 47,40-40-47,0 0 15,0 0 1,0 0-16,0 0 16,40 0-16,0 0 0,1-1 15,-1 1-15,0 40 16,-40-40-16,40 40 16,0 0-16,0-40 0</inkml:trace>
  <inkml:trace contextRef="#ctx0" brushRef="#br0" timeOffset="6419.6">17936 2125 0,'0'0'15,"81"0"1,-1 40 15,-40 0-31,0-40 0,41 121 31,-81-81-31,0 0 0,40 0 16,-40 0 0,-40-40-16,-1 40 15,41-80 1,0 0 0,0-40-1,0 40-15,81-121 16,-41 121-16,0 0 15,0 0 1,0 40-16,81-40 16,-81 40-16,0 0 15,0 0-15,-40 40 16</inkml:trace>
  <inkml:trace contextRef="#ctx0" brushRef="#br0" timeOffset="6899.51">18779 2406 0,'40'0'16,"0"0"-16,1 0 31,119 0-15,1-40-1,-121 0-15,0-1 16,0 1 15,-80 0-15,0 40-1,0 0 1,-1 0-16,-39 40 16,40-40-16,-40 81 15,40-81 1,40 80 0,0-40-1,40 0 1,40 0-16,0 40 31,-40-80-31,1 40 0,-1-40 0,0 0 0,0 40 0,0-40 16,0 0-1,0 0-15,0 0 0,1 0 0,-1-40 0</inkml:trace>
  <inkml:trace contextRef="#ctx0" brushRef="#br0" timeOffset="7189.52">19863 1844 0,'-41'0'0,"82"0"0,-82-40 16,41 0 0,41 40 15,-41 40-31,0 0 0,0 0 15,0 0 1,0 1-16,0-1 0,0 0 0,0 0 16,0 0-16,0 0 0,0 0 15,0 0-15,0 0 0,40 1 0,-40-1 0,0 0 16,40 0-16,-40 0 0,0 0 16,0 0-16,0 0 15</inkml:trace>
  <inkml:trace contextRef="#ctx0" brushRef="#br0" timeOffset="7689.46">20665 2366 0,'0'0'0,"-40"-40"0,40-1 0,-40 1 31,0 40-31,0 0 16,-1 0-1,41 40-15,-40 1 16,40-1-16,0 0 0,-40-40 16,40 40-16,0 0 15,0 0-15,0 0 0,0 0 16,40-40-1,0 40-15,1-40 0,-1 0 16,0-40-16,0 40 16,-40-40-16,40 40 0,0-80 0,-40 40 15,40 0-15,-40 0 0,0 0 0,40 40 16,-40-41-16,0 1 16,0 80 30,0 1-46,0-1 16,0 0-16,41-40 0,-41 40 16,40 0-16,0 0 15,0-40-15,0 40 0,0-40 16,-40 40-16,40-40 0,0 0 0,1 0 16,-1 0-1,-40-40-15</inkml:trace>
  <inkml:trace contextRef="#ctx0" brushRef="#br0" timeOffset="8019.45">21548 1965 0,'-40'-81'16,"80"162"-16,-80-242 31,40 121-31,0 80 47,0 0-47,0 0 0,0 0 15,0 1-15,0-1 16,0 0-16,0 0 0,-40 0 0,40 0 16,0 0-16,0 0 0,0 0 15,0 1-15,0-1 0,0 0 0,0 0 0,0 0 16,40 0-16,-40 0 15,0 0-15,40-40 0,-40 40 0,0 0 0,40-40 16,-40 41-16,40-41 16,0 40-16,0-40 0,0 0 15</inkml:trace>
  <inkml:trace contextRef="#ctx0" brushRef="#br0" timeOffset="8279.42">21227 2245 0,'0'0'0,"40"0"31,161-40-15,-121 40-16,-40 0 15,0 0-15,40 0 0,-40 0 0,1 0 0,-1 0 16,0 0-16,0 0 0,0 0 16,40 0-16,-39 0 0</inkml:trace>
  <inkml:trace contextRef="#ctx0" brushRef="#br0" timeOffset="8539.4">22350 2285 0,'-40'-80'31,"80"160"-31,-120-200 16,120 160 0,-40 0-1,40 0-15,-40 1 16,0-1-1,0 0-15,0 0 0,0 0 0,0 0 16,0 0-16,0 0 16,0 0-16,0 0 0,0 1 15,0-1-15</inkml:trace>
  <inkml:trace contextRef="#ctx0" brushRef="#br0" timeOffset="8729.39">22270 1844 0,'0'-40'0,"-40"40"15,40-40-15,40 40 16,0 0-1</inkml:trace>
  <inkml:trace contextRef="#ctx0" brushRef="#br0" timeOffset="9169.36">22952 2125 0,'0'0'0,"-80"0"31,40 40-15,0 0-16,40 40 15,0-39-15,0-1 0,0 0 16,0 0-16,0 0 16,40-40-16,-40 40 0,40 0 0,0-40 15,0 0-15,0 0 16,1 0 0,-1-40-16,0 0 0,0 40 15,-40-40-15,0 0 0,40 0 16,-40 0-16,0-1 0,0 1 0,0 0 15,0 0 1,-40 0-16,0 0 0,0 40 16,0 0-16,40-40 0,-41 40 15,1 0 1,40 40-16</inkml:trace>
  <inkml:trace contextRef="#ctx0" brushRef="#br0" timeOffset="9709.33">23474 2125 0,'0'0'16,"0"-40"-16,80 40 15,-40 0 1,0 0-16,1 40 15,39 80 1,-40 1 0,-40-1 15,-40-120-31,40-40 31,0 0-15,80-40-1,-80 39-15,40 1 16,0 0-16,0 0 0,41 0 16,-41 0-1,0 40-15,40 0 16,-40 0 0,-40 40-16,0 0 31,40 0-31,-40 81 15,0-81-15,0 0 0,0 0 16,41 0-16,-41 0 0,80 0 16,-40 0-16,40-40 31,-40 0-31,241-80 16,-241 80-16,41 0 15,-41-40-15,40 40 0,-40 0 0,0-40 0,0 40 16</inkml:trace>
  <inkml:trace contextRef="#ctx0" brushRef="#br0" timeOffset="12459.26">5939 3930 0,'0'-40'16,"40"40"0,0 0-1,0 0 1,0 0-16,0 0 31,-40-40-31,40 40 16,1 0-16,-1 0 0,0 0 15,0 0 1,0 40-16,0-40 0,0 0 0,0 0 0,1 0 16,-1 0-16,0 40 0,0-40 15,0 0-15,0 0 0,0 0 0,0 0 0,1 0 16,-1 0-16,0 0 15,0 0-15,0 0 0,0 0 0,0 0 16,41 0-16,-41 0 0,0 0 16,0 0-16,0 0 0,0 0 0,41 0 0,-41 0 15,0 0-15,40 0 0,-40 0 0,0 0 0,41 0 16,-41 0-16,0 0 16,40 0-16,-40 0 0,0 0 0,41 0 15,-41 0-15,0 0 0,0 0 16,0 0-16,40 0 0,-40 0 0,1 0 0,-1 0 15,0 0-15,40 0 16,-40 0-16,0 0 0,0 0 0,1 0 0,-1 0 16,0 0-16,40 0 0,-40 0 0,0 0 0,0 0 15,1 0-15,-1 0 0,40 0 16,-40 0-16,40 0 0,-40 0 0,41 0 0,-1 0 16,0 0-16,0 0 15,1 0-15,-1 0 0,0 0 0,0 0 0,1 0 16,-1 0-16,0 0 0,0 0 15,1 0-15,-1 0 0,0 0 0,0 0 0,1 0 16,-41 0-16,40 0 16,0 0-16,1 0 0,-41 0 0,40 0 0,-40 0 15,40 0-15,-39 0 0,39 0 0,-40 0 0,40 0 16,-40 0-16,41 0 0,-41 0 16,40 0-16,0 0 0,-40 0 0,41 0 0,-41 0 15,40-40-15,-40 40 16,40 0-16,-40 0 0,1 0 0,-1 0 0,40 0 15,-40 0-15,0 0 16,0 0-16,0-40 0,1 40 0,-1 0 0,0 0 16,0 0-16,0 0 0,0 0 0,40 0 0,-39 0 15,39 0-15,-40 0 16,40 0-16,-40 0 0,41 0 0,-41 0 0,40 0 16,-40 0-16,40 0 0,-40 0 15,41 0-15,-41 0 0,0 0 0,0 0 0,40 0 16,-40 0-16,1 0 15,-1 0-15,40 0 0,-40 0 0,40 0 0,-40 0 16,41 0-16,-41 0 0,40 0 16,0 0-16,-40 0 0,41 0 0,-41 0 0,40 0 15,-40 0-15,41 0 0,-1 0 0,0 0 0,-40 0 16,40 0-16,1 0 16,-41 40-16,40-40 0,0 0 0,-40 0 0,41 0 15,-41 0-15,40 0 0,-40 0 16,40 0-16,-39 0 0,39 0 0,-40 0 0,40 0 15,-40 0-15,41 0 16,-41 0-16,40 0 0,-40 0 0,40 0 0,1 0 16,-41 0-16,40 0 0,-40 0 0,40 0 0,-40 0 15,41 0-15,-1 0 0,-40 0 16,40 0-16,-40 0 0,41 0 0,-1 0 0,0 0 16,0 0-16,1 0 15,-41 0-15,40 0 0,0 0 0,1 0 0,-41 0 16,40 0-16,-40 0 0,40 0 15,1 0-15,-41 0 0,40 0 0,-40 0 0,40 0 16,-39 0-16,39 0 16,-40 0-16,40 0 0,-40 0 0,41 0 0,-41 0 15,40 0-15,-40 40 0,40-40 0,-40 0 0,1 0 16,39 0-16,-40 0 0,0 0 16,40 0-16,-40 0 0,41 0 0,-41 0 0,40 0 15,-40 0-15,40 0 16,-39 0-16,39 0 0,-40 0 0,40 0 0,-40 0 15,41 0-15,-41-40 0,40 40 16,-40 0-16,40 0 0,-40 0 0,41 0 0,-41 0 16,40 0-16,-40 0 0,40 0 0,-39 0 0,39-40 15,-40 40-15,40 0 16,-40 0-16,0 0 0,1 0 0,39 0 0,-40 0 16,0 0-16,0 0 0,0 0 15,0 0-15,1 40 0,-1-40 0,0 0 0,0 0 16,40 0-16,-40 0 15,0 0-15,41 0 0,-41 0 0,40 0 0,-40 40 16,40-40-16,-39 0 0,39 0 16,-40 0-16,40 0 0,-40 0 0,1 0 0,39 0 15,-40 0-15,40 0 0,-40 0 0,0 0 0,1 0 16,39 0-16,-40 0 16,0 0-16,40 0 0,-40 0 0,41 0 0,-41 0 15,40-40-15,-40 40 0,40 0 16,-39 0-16,-1 0 0,40 0 0,-40 0 0,0 0 15,0 0-15,0 0 16,1 0-16,-1 0 0,0 0 0,0 0 16,0 0-16,0 0 0,0 0 0,0 0 15,1 0-15,-1 0 16,0 0-16,0 0 0,0 0 0,0 0 0,0 0 16,0 40-16,41-40 15,-41 0-15,0 0 0,0 0 16,0 0-16,0 0 0,0 0 15,1 0-15,-1 0 0,0 0 0,0 0 16,0 0 0,0 0-16,0 0 0,0 0 15,1 0-15,-1 40 0,0-40 0,0 0 16,0 40-16,0-40 0,0 0 16,0 0-16,1 0 0,-1 0 0,0 0 15,-40 40-15,40-40 16,0 0-16,0 0 15,0 0 1,-80 0 78</inkml:trace>
  <inkml:trace contextRef="#ctx0" brushRef="#br0" timeOffset="19648.73">7825 7379 0,'0'-40'125,"40"40"-110,-40-40 1,40 40-16,0 0 15,-40-41-15,40 41 0,0 0 16,-40-40-16,40 0 16,1 40-1,-1 0-15,0-40 0,0 40 0,0 0 16,0 0-16,0 0 16,0 0-16,1 0 0,-1 40 0,0-40 0,0 40 15,0 0-15,0 1 16,0-1-16,0-40 0,1 40 0,-41 0 0,40-40 15,-40 40-15,40 0 16,0 0-16,-40 0 0,0 0 0,0 1 16,40-1-16,-40 0 0,0 0 15,0 0-15,0 0 16,0 0-16,0 0 0,-40 0 0,40 0 16,-40 1-1,40-1-15,-40 0 0,0 0 16,40 0-1,-41-40-15,41 40 0,-40-40 16,40 40-16,-40-40 16,0 0 15,40-40-15,-40 40-16,40-40 0,0 0 15,0 0 1,-40 40-16,40-40 0,0 0 0,0-1 15,0 1-15,80 40 0,-80-40 16,40 0-16,-40 0 0,40 0 0,-40 0 0,40 0 16,1 0-16,-1 0 0,-40-1 15,40 41-15,-40-40 16,40 40-16,-40-40 0,40 40 0,-40-40 0,40 0 16,0 40-16,-40-40 0,40 40 15,-40-40-15,41 40 0,-1 0 0,-40-40 0,40 40 16,0-40-16,0 40 15,0-41-15,0 41 0,0-40 16,1 40-16,-1-40 0,0 40 0,0-40 16,0 40-16,0 0 15,-40-40-15,40 40 0,0-40 16,1 40 0,-1-40-16,0 40 15,-40 40 32,-40-40-47,40 40 16,-40-40-16,40 40 0,0 0 0,-41 0 15</inkml:trace>
  <inkml:trace contextRef="#ctx0" brushRef="#br0" timeOffset="20768.75">9550 8181 0,'40'-40'0,"0"0"16,0 40-16,1 0 15,-41-40-15,40 40 0,0 0 16,0 0-16,0-41 0,0 41 0,0 0 0,0 0 16,1 0-1,-1 0-15,-40 41 16,0-1-16,0 0 15,0 0-15,0 0 0,-40-40 0,40 40 16,-41 0-16,1 0 0,40 0 0,-40 1 0,0-1 16,0 0-16,0 0 15,40 0-15,-40-40 0,0 40 0,40 0 0,-41-40 16,41 40-16,-40-40 0,40-40 47,0 0-47,40 0 0,-40 0 15,81 0-15,-41 0 16,0 0-16,-40-1 0,40 41 0,-40-40 0,40 40 16,-40-40-16,40 40 0,0-40 0,1 0 15,-1 40 1,0-40-16,0 40 16,-40-40-16,40 40 15,0-40 1,-80 80 78,0-40-63,0 40-31,0-40 15,40 40 1,-40 0-16,40 0 0,-41-40 16,41 40-16,0 0 0,0 1 15,0-1-15,0 0 16,0 0-16,41 0 0,-1-40 31,0 40-31,0-40 0,0 0 16,0 0-16,0 0 15,0-40-15,1 40 0,-41-40 16,40 40-16,-40-40 0,40 40 0,-40-40 16,40 40-1</inkml:trace>
  <inkml:trace contextRef="#ctx0" brushRef="#br0" timeOffset="21458.62">10714 8141 0,'0'-40'0,"0"80"78,0 0-78,40-40 16,-40 40-16,0 0 15,40 0-15,-40 0 0,40-40 0,-40 40 0,40-40 16,0 41-16,1-41 16,-1 0-16,0 0 0,0 0 15,0 0-15,0 0 16,0-41-16,0 41 15,-40-80-15,0 40 16,41 40-16,-41-40 0,0 0 16,0 0-16,0 0 15,-41 40 1,41 40 31,0 0-32,0 0-15,0 0 0,-40 0 16,40 0-16,0 0 0,-40 1 16,40-1-16,0 0 15,0 0-15,-40-40 0,40 40 0,0 0 0,-40 0 16,40 0-16,-40 0 0,40 0 16,-40 1-16,40-1 0,-40 0 0,40 0 0,-41 0 15,41 0-15,-40 0 16,0-40-16,40 40 0,-40 0 0,40 1 0,-40-41 15,40 40-15,-40-40 0,40 40 16,-40 0-16,-1-40 0,41 40 16,-40-40-16,0 0 31,0-40-31,0 0 16,40 0-16,0 0 15,-40 40-15,40-41 0,-40 41 0,40-40 16</inkml:trace>
  <inkml:trace contextRef="#ctx0" brushRef="#br0" timeOffset="22148.66">12600 7178 0,'0'-40'16,"0"80"-16,0-120 15,0 40-15,0 80 47,0 0-31,-81-40-16,81 40 15,0 0-15,-40 0 0,40 1 0,0-1 16,0 0-16,0 0 0,-40 0 16,40 40-16,-40-40 0,40 41 0,0-41 0,-40 0 15,40 40-15,0-40 0,0 0 16,0 0-16,0 0 0,80 0 0,-80 1 0,0-1 15,40-40-15,-40 40 16,40 0-16,-40 0 0,81-40 16,-81 40-16,40-40 0,0 0 15</inkml:trace>
  <inkml:trace contextRef="#ctx0" brushRef="#br0" timeOffset="22948.6">13161 8221 0,'41'0'63,"-1"0"-63,0 0 15,0-40 1,-40 0-16,40 40 0,-40-40 15,40 0 1,-40-1-16,40 1 0,-40 0 0,0 0 16,0 0-16,40 0 0,-40 0 0,0 0 15,0 0-15,41 0 16,-41-1-16,0 1 0,0 0 0,0 0 16,0 0-1,0 0-15,0 0 0,0 0 16,0 0-1,-41 40-15,41 40 47,0 0-31,0 0-16,0 0 16,0 0-16,0 0 0,0 0 15,0 0-15,-40 1 0,40-1 16,0 0-16,0 0 0,0 0 0,0 0 0,0 0 15,0 0-15,0 0 0,0 0 16,0 1-16,0-1 0,40-40 16,-40 40-16,41-40 0,-41 40 0,40-40 0,0 0 15,0 0 1,0 0-16,0 0 0,0 0 16,0 0-16,1 0 15,-1 0-15,0-80 0</inkml:trace>
  <inkml:trace contextRef="#ctx0" brushRef="#br0" timeOffset="23318.53">14084 7218 0,'0'-40'16,"40"40"15,1 0-31,-1 0 0,0 40 16,0-40-1,0 81-15,0-41 0,0 0 0,-40 0 16,0 0-16,0 0 15,40 0-15,-40 0 0,0 0 0,0 1 0,0-1 16,0 0-16,-40 40 0,40-40 0,-40 0 0,40 0 0,-80 0 16,80 41-16,-40-41 15,0 0-15,40 0 0,-40 0 0,40 0 0,-41 0 16,41 0-16,-40 0 16,40 1-16,-40-41 0</inkml:trace>
  <inkml:trace contextRef="#ctx0" brushRef="#br0" timeOffset="23788.56">14927 7660 0,'0'0'0,"0"-41"32,40 41-17,-40-40-15,40 40 0,0 0 16,1-40-16,-1 40 0,0 0 15,0-40-15,0 40 0,0 0 0,0 0 16,0 0-16,1 0 0,-1-40 0,0 40 0,0 0 0,0 0 16,0 0-1,0 0-15</inkml:trace>
  <inkml:trace contextRef="#ctx0" brushRef="#br0" timeOffset="24038.49">15168 8141 0,'-80'0'16,"160"0"-16,-120 0 31,80 0-16,0 0-15,0 0 0,0 0 16,0 0-16,0 0 0,1 0 0,-1 0 0,0 0 16,0 0-16,0 0 15,0 0-15,0 0 0,-40-40 0,40 40 0,1-40 16,-1 40-16</inkml:trace>
  <inkml:trace contextRef="#ctx0" brushRef="#br0" timeOffset="24618.43">17174 6496 0,'0'0'0,"0"-40"15,0 80 17,40-40-32,-40 41 15,0-1-15,0 0 0,0 0 16,0 0-16,0 0 16,0 0-16,0 0 0,40 0 0,-40 1 15,0 39-15,0-40 16,0 0-16,0 40 0,0-40 0,0 40 0,0-39 0,0 39 15,0-40-15,0 0 16,0 0-16,0 0 0,0 0 0,0 0 0</inkml:trace>
  <inkml:trace contextRef="#ctx0" brushRef="#br0" timeOffset="25268.39">16492 8061 0,'0'0'16,"0"-41"15,40 41 16,0 0-47,40 0 16,-39 0-1,-1 0-15,0 0 0,40 0 0,-40 0 16,0 0-16,41 0 16,-41 0-16,40 0 0,0-40 0,-40 40 0,41 0 15,-1 0-15,0 0 0,-40 0 16,40 0-16,1 0 0,-1 0 0,0 0 0,0 0 15,1 0-15,-41 0 16,40 0-16,0 0 0,-39 0 0,-1 0 0,40 0 16,-40 0-16,0 0 0,0 0 0,0 0 15,1 0-15,-41-40 16,-41 40 62,1 0-78,0 0 16</inkml:trace>
  <inkml:trace contextRef="#ctx0" brushRef="#br0" timeOffset="25798.36">16532 8742 0,'0'-40'16,"0"80"31,0 0-32,0 1-15,0-1 0,0 0 16,0 0-16,0 0 0,0 0 15,0 0-15,0 0 0,0 0 0,0 1 0,0-1 16,-40 0-16,40 0 0,0 40 0,-40-40 0,40 0 16,0 0-16,-40 0 15,40 1-15,0-1 0,0 0 16,-40-40 0</inkml:trace>
  <inkml:trace contextRef="#ctx0" brushRef="#br0" timeOffset="26198.34">16372 8943 0,'0'-40'0,"40"40"16,-40-40-16,40 40 16,-40-40-16,40 40 15,0 0-15,0 0 16,0 0 0,-40 40-16,40 0 15,-40 0-15,41 0 0,-41 0 16,40 0-16,-40 0 0,0 0 0,40 1 15,-40-1 1,0 0-16,40-40 0,-40 40 0,40-40 0,-40 40 16,40-40-16,-40 40 0,40-40 0,0 0 0,-40 40 15,41-40-15,-1 0 0,0 40 16,0-40-16,0 0 16,-40 40-1</inkml:trace>
  <inkml:trace contextRef="#ctx0" brushRef="#br0" timeOffset="26588.36">17335 8903 0,'0'0'0,"0"-40"0,0 0 31,0-1-31,40 41 0,-40-40 16,0 80 77,40 1-93,-40 39 16,0-40-16,0 0 0,0 0 16,0 0-16,0 0 15,0 41-15,0-41 0,0 0 0,0 0 0,-40 0 16,40 0-16,0 0 0,0 0 16,-40 0-16,40 0 0,0 1 0,0-1 0,0 0 15,0 0-15,0 0 0,0 0 16,40-40-16</inkml:trace>
  <inkml:trace contextRef="#ctx0" brushRef="#br0" timeOffset="28378.22">21989 6577 0,'0'0'16,"0"-40"-16,-40 40 47,40-41-47,-80 41 15,40 0 1,0 0-16,-1 0 0,1 0 0,0 0 16,0 0-16,0 0 0,0 0 15,0 0-15,0 0 0,-1 0 0,1 0 0,0 0 16,0 0-16,0 0 15,0 0-15,-40 41 0,39-41 0,-39 0 0,40 0 16,-40 40-16,0-40 0,-1 40 0,1-40 0,0 0 16,0 0-16,-1 40 0,1-40 15,-40 0-15,39 40 0,1-40 0,-40 0 0,80 40 16,-41-40-16,41 0 16,0 40-16,0-40 0,0 0 0,40 40 0,0 0 15,-40-40-15,40 41 16,0-1-16,0 0 0,0 0 15,0 0 1,40-40-16,-40 40 0,40-40 16,-40 40-16,40-40 0,0 0 0,0 0 0,1 0 15,-1 0-15,0 0 0,0 40 16,0-40-16,0 0 0,0 0 0,0 0 0,1 0 16,-1 0-16,0 0 15,0 0-15,0 40 0,0-40 0,0 0 0,0 40 16,1-40-16,-1 0 0,0 0 15,0 41-15,0-41 0,0 0 16,0 0 0,-40 40-1,0 0 1,0 0 0,0 0-16,-40-40 0,40 40 0,-40-40 0,40 40 15,-40-40-15,0 40 16,0 0-16,0-40 0,40 41 0,-41-41 0,1 40 15,0-40-15,0 40 0,0-40 16,0 40-16,0-40 0,40 40 0,-40-40 0,-1 40 16,1-40-16,40 40 0,-40-40 0,0 40 0,0-40 15,40 40-15,-40-40 16,40 40-16,-40-40 0,40 41 0,-40-41 0,40 40 16,-41-40-16,41 40 15,-40-40-15,40 40 0,-40-40 31,40 40-15,40-40 47,0 0-48,1 0-15,-1 0 16,0 0-16,0 0 0,0 0 0,0 0 15,0 0-15,0 0 16,1 0-16,-1 0 0,0 0 0,40 0 0,-40 0 16,0 0-16,0 0 0,41 0 0,-41 0 0,0 0 15,40 0-15,-40 0 0,41 0 16,-1 0-16,-40 0 0,40 0 0,0 0 0,1 0 16,-41 0-16,40 0 15,0 0-15,1 0 0,-41 0 0,40 40 0,0-40 16,-40 0-16,0 40 0,1-40 15,-1 0-15,0 0 0,0 0 0,-40 40 16,40-40-16,-80 0 109,0 0-109,0 0 16,0 0 0,-1 0-16</inkml:trace>
  <inkml:trace contextRef="#ctx0" brushRef="#br0" timeOffset="29368.22">19381 9143 0,'-40'0'0,"80"-40"47,0 40-31,-40-40-16,40 40 0,-40-40 0,81 40 0,-81-40 16,40 40-16,-40-40 0,40 40 15,-40-40-15,40 40 0,0 0 16,0 0-1,-40 40-15,40-40 0,-40 40 0,0 0 16,40 0-16,-40 0 0,0 0 0,0 1 0,0-1 16,0 0-16,0 0 0,-40 0 15,40 0-15,-40 0 0,40 0 0,-40 0 0,40 0 16,-80 1-16,80-1 16,-40-40-16,40 40 0,-40-40 0,40 40 0,-41-40 15,41-40 1,41 0-1,-41 0-15,0-1 0,40 1 0,-40 0 16,40 0-16,0 0 16,0-40-16,-40 40 0,40 0 0,0 0 15,0-1-15,-40 1 0,41 40 16,-1 0-16,-40-40 0,40 40 0,0 0 0,0-40 16,0 40-1,0 0-15,0 0 16,1 40-1,-41 0-15,40-40 0,-40 40 0,0 1 16,0-1-16,0 0 0,0 0 0,0 0 0,0 0 16,0 0-1,0 0-15,-40-40 0,40 40 0,0 0 0,-41 1 16,41-1 0,0 0-16,0 0 0,41 0 31,-1-40-31,0 0 15,0 0-15,0 0 0,0 0 16</inkml:trace>
  <inkml:trace contextRef="#ctx0" brushRef="#br0" timeOffset="29628.14">20665 9304 0,'0'-40'16,"0"0"-16,40 40 16,0-40-1,0 40-15,81-41 32,-81 1-32,0 40 0,0 0 0,0-40 15,121 40 1,-41 0 15,-80 40-15</inkml:trace>
  <inkml:trace contextRef="#ctx0" brushRef="#br0" timeOffset="29858.12">20946 9504 0,'-40'0'16,"80"0"15,0 0-15,0 0 0,0 0-16,0 0 0,1 0 31,-1 0-31,0 0 0,0 0 15,0 0-15</inkml:trace>
  <inkml:trace contextRef="#ctx0" brushRef="#br0" timeOffset="30258.09">21989 9264 0,'0'0'0,"0"-40"0,0 0 15,-40-1 1,40 1 0,-40 40-1,40 81-15,-40-81 16,0 40-16,0 80 16,-1 40 15,41-120-31,0 1 0,41 39 15,-1-80-15,-40 40 16,40-40-16,0 0 16,0 0-16,40-80 31,-80 40-31,41-81 16,-41 81-16,0 0 0,0 0 15,-81 0-15,41-40 31,-40-1-15,40 41-16</inkml:trace>
  <inkml:trace contextRef="#ctx0" brushRef="#br0" timeOffset="31058.12">20264 5895 0,'40'-40'31,"-40"80"0,0 0-15,0 0-1,40-40-15,-40 40 0,0 0 0,0 0 16,0 1-16,0-1 0,0 0 0,0 0 16,0 0-16,0 0 15,-40 0-15,40 0 0,-40 0 0,40 0 16,0 1 0</inkml:trace>
  <inkml:trace contextRef="#ctx0" brushRef="#br0" timeOffset="31438.1">20505 5895 0,'0'-40'16,"0"80"-16,0-40 47,0 40-31,40-40-16,-40 40 0,40 0 0,-40 0 31,40-40-31,-40 40 0,40-40 0,-40 41 0,40-41 15,-40 40-15,40-40 0,0 40 16,1-40-16,-1 0 16,0 0-16,0 0 0,0 0 0,0 0 15,0 0 1,0 0 0,-40-40-1</inkml:trace>
  <inkml:trace contextRef="#ctx0" brushRef="#br0" timeOffset="31768.09">21227 5895 0,'0'-40'0,"-40"40"62,40 40 1,0 0-63,-40-40 0,40 40 16,0 0-1,0 0-15,0 0 16,0 1-16,0-1 15,-41-40-15,41 40 0,0 0 16,0 0-16,0 0 31</inkml:trace>
  <inkml:trace contextRef="#ctx0" brushRef="#br0" timeOffset="32097.99">21468 6095 0,'0'0'0,"40"-40"16,0 40 0,0 0-1,0 0-15,0 0 16,0 0-16,0 0 16,1 0-1,-1 0-15,0 0 16,0 0-16,0-40 0</inkml:trace>
  <inkml:trace contextRef="#ctx0" brushRef="#br0" timeOffset="32377.97">22310 5734 0,'0'0'16,"0"-40"-16,0 80 31,0 1-31,0-1 16,0 0 0,0 0-16,0 0 15,0 0-15,0 0 16,0 0-16,0 0 0,0 1 15,0-1-15,0 0 0,0 0 16,0 0 0</inkml:trace>
  <inkml:trace contextRef="#ctx0" brushRef="#br0" timeOffset="35057.89">22752 7379 0,'0'-40'0,"0"0"31,40 40 16,0 0-47,-40-41 0,40 41 0,0 0 15,0 0-15,0 0 0,1 0 0,-1 0 16,-40-40-16,40 40 16,0 0-16,0 0 0,0 0 0,0 0 15,0 0 1,-40 40-16,0 1 0,0-1 16,0 0-16,0 0 15,0 0-15,-40 0 0,40 0 0,0 0 0,-40 0 16,0 1-16,0-1 15,40 0-15,-40 0 0,0 0 0,0 0 0,-1 0 16,41 0-16,-40-40 0,80-40 47,-40 0-31,41 40-16,-41-40 0,40 40 0,-40-40 15,40 40-15,0-40 16,-40 0-16,40 40 0,-40-40 0,40 40 0,-40-41 15,40 1-15,-40 0 0,40 40 0,-40-40 0,41 0 0,-1 0 16,0 0 0,-40 0-16,40 40 0,-40-40 0,40 40 15,-40-41-15,40 41 0,-40-40 16,40 40-16,-40-40 0,40 40 31,-80 0 63,40 40-78,-40 0 15,0 1-16,0-1-15,40 0 16,-40-40-16,40 40 16,-40-40-16,40 40 0,0 0 0,-40-40 0,40 40 0,-41 0 15,41 0 1,0 1-16,0-1 0,0 0 0,0 0 16,0 0-1,41-40-15,-41 40 16,40-40-16,40 0 15,-80 40-15,40-40 0,0 0 16,0 0-16,0 0 0,1 0 0,-1 0 16,0 0-1,0 0-15,0 0 16,0 0 0</inkml:trace>
  <inkml:trace contextRef="#ctx0" brushRef="#br0" timeOffset="35537.85">24638 6938 0,'-41'0'16,"82"0"-16,-82-40 16,1 40-1,0 0 16,40 40-15,0 0 0,-40-40-16,40 40 0,-40-40 15,40 40-15,-40 0 16,40 0-16,-40 0 0,40 0 0,0 0 16,0 1-1,0-1-15,0 0 0,0 0 0,0 0 0,0 0 16,0 0-16,40-40 15,-40 40-15,0 0 0,0 1 0,40-41 16,-40 40-16,40-40 0,-40 40 0,40-40 16,0 0-1,0 0 1</inkml:trace>
  <inkml:trace contextRef="#ctx0" brushRef="#br0" timeOffset="36247.81">24959 7138 0,'0'0'0,"0"-40"16,40 40 0,80-40 15,-40 40-16,-40 80 1,-40 81 0,0-121-16,0 120 31,-40-120-31,40 0 0,-80 41 31,80-41-15,0-80-1,40-1 1,0-79 0,-40 80-16,121-80 15,-81 80-15,0-1 16,40 1 0,-80 0-16,40 40 31,-40-40-31,41 40 0,-41 40 15,40-40-15,-40 40 16,0 0 0,0 1-16,0-1 0,0 0 0,0 0 15,0 0-15,0 0 16,0 0-16,0 0 16,-40 0-1,40 1-15,40-41 31,0 0-15,-40-41-16,40 41 0,-40-40 0</inkml:trace>
  <inkml:trace contextRef="#ctx0" brushRef="#br0" timeOffset="36607.75">26162 6817 0,'0'40'31,"41"1"-16,-1-1-15,0 0 16,0 0-16,-40 0 0,0 0 0,40 0 16,-40 0-1,0 0-15,0 0 0,0 1 0,0-1 0,0 0 16,0 0-16,-40 0 0,40 0 16,-40 0-16,40 0 0,-40 0 0,40 1 0,-40-1 15,-1-40-15,1 40 16,0 0-16,0-40 0,0 40 15,0-40-15</inkml:trace>
  <inkml:trace contextRef="#ctx0" brushRef="#br0" timeOffset="38157.61">27166 6697 0,'0'-40'31,"0"80"16,0 0-31,0 0-16,0 40 15,0-39 1,40-1-16,-40 0 0,0 0 0,40 0 15,-40 0-15,40-40 0,-40 40 0,40-40 0,0 0 0,-40 40 16,40-40-16,0 0 16,1 0-16,-1 0 0,-40-40 0,40 40 15,0-40-15,0 0 16,-40 0-16,40 0 0,-40 0 16,40 0-16,-40-1 0,0 1 15,40 40-15,-40-40 0,0 0 0,0 0 16,0 0-1,0 0-15,41 40 0,-82 0 47,41 40-47,0 0 16,0 0 0,0 0-16,-40-40 0,40 40 0,0 0 15,0 1-15,0-1 0,0 0 16,0 0-16,0 0 0,0 0 0,0 40 0,-40-40 15,40 0-15,0 1 0,0 39 0,-40-40 0,40 0 16,0 0-16,-40 40 0,40-40 16,-40 1-16,40-1 0,-40 0 0,0 0 0,40 0 15,-41 0-15,41 0 16,-40 0-16,0-40 0,40 40 0,-40 0 0,40 1 16,-40-41-16,40 40 0,-40-40 15,40 40-15,-40-40 0,0 0 0,40 40 16,-41-40-1,1 0-15,40-40 16,0 0 0,0-41-16,0 41 15,0 0-15,0 0 0,0 0 16,40 0-16,-40 0 16,41 40-16,-41-40 0,80 40 0,-80-40 0,40 40 15,0-40-15,0 40 0,0-41 16,0 41-16,1-40 0,-1 40 0,0-40 15,0 40-15,0 0 0,0-40 0,0 40 16,0-40-16,1 40 16,-1 0-16,-40-40 0,40 40 15</inkml:trace>
  <inkml:trace contextRef="#ctx0" brushRef="#br0" timeOffset="38697.61">28570 6577 0,'0'0'0,"-40"0"79,40 40-79,-40-40 0,40 40 15,-40-40-15,-1 80 16,1-40-16,40 0 0,-40 41 0,40-41 15,0 0-15,-40 0 0,40 40 0,0-40 0,0 0 16,0 0-16,0 0 0,0 1 16,0-1-16,40 0 0,-40 0 0,40 0 15,0-40 1,-40 40-16,41-40 0,-1 0 0,0 0 16,0 0-1,0-40-15</inkml:trace>
  <inkml:trace contextRef="#ctx0" brushRef="#br0" timeOffset="39297.61">28730 6898 0,'0'-41'16,"0"1"-16,0 121 0,41-202 0,-1 121 15,0 0-15,0 0 16,0 0 0,-40 40-1,40-40-15,-40 40 0,0 1 16,40-1-16,-40 0 0,0 0 0,0 0 16,0 0-16,0 0 15,0 0-15,0 0 0,-40-40 0,40 40 16,0 1-16,-40-41 15,40 40-15,-40-40 16,40-40 0,0-1-1,0 1-15,40 40 0,-40-40 16,40 0-16,0 0 16,-40 0-16,41 0 0,-1 40 15,-40-40 1,40 40-16,0-40 0,0 40 15,0 0-15,0-40 16,0 40 0,1 0-16,-1 0 31,-40 40-31,40-40 0,-40 40 31,0 0-31,0 0 0,0 0 16,0 0-16,0 0 15,0 0-15,0 0 0,0 1 16,0-1-16,0 0 0,0 0 16,0 0-1,0 0-15,0 0 16,40-40 0,-40 40-16</inkml:trace>
  <inkml:trace contextRef="#ctx0" brushRef="#br0" timeOffset="39587.61">29894 7339 0,'0'0'0,"40"0"31,-40-40-31,40 40 0,81-41 32,-81 41-32,0 0 0,0-40 15,0 40 1,0 0-16</inkml:trace>
  <inkml:trace contextRef="#ctx0" brushRef="#br0" timeOffset="40297.48">30576 7579 0,'-40'0'16,"40"40"-1,40-40 1,0 0-16,1 0 15,-41-40-15,40 40 0,-40-40 0,40 40 0,-40-40 16,40 40-16,-40-40 0,40 0 16,-40 0-16,40 0 15,-40 0-15,40-1 16,-40 1-16,0 0 0,0 0 16,0 0-1,0 0-15,0 0 16,-40 0-16,40 0 15,0 0 1,-40 40 15,40 40 47,0 0-78,0 0 16,0 0-16,0 0 0,-40 0 16,40 0-16,-40-40 0,40 40 0,0 0 0,0 1 15,-40-1-15,40 0 16,0 0-16,0 0 0,0 0 0,0 0 16,0 0-1,0 0-15,40-40 16,-40 41-16,40-41 0,0 0 31,0 0-31,0 0 16,0-41-1,1 1-15,-41 0 16,40 40-16,-40-40 16</inkml:trace>
  <inkml:trace contextRef="#ctx0" brushRef="#br0" timeOffset="40807.45">31499 6777 0,'-40'0'16,"40"-40"-16,40 40 31,0 0-31,0 0 16,1 80-16,-41-40 15,0 1-15,0-1 16,0 0-16,0 40 0,0-40 0,0 0 0,-41 40 16,41-40-16,-40 1 0,0 39 15,0-40-15,0 0 0,0 0 0,0 40 0,-41-40 16,41 1-16,0-1 0,-40 0 16,40 0-16,0 40 0,-41-40 0</inkml:trace>
  <inkml:trace contextRef="#ctx0" brushRef="#br0" timeOffset="42317.36">9189 11911 0,'0'-40'15,"0"-1"17,40 41-1,0 0 0,0 0-31,0-40 0,1 0 16,-1 0-16,-40 0 0,40 0 15,0 0-15,-40 0 16,40 0-16,-40-41 0,0 41 0,40 0 0,-40 0 16,0 0-16,40-40 15,-40 40-15,0-41 0,40 41 0,-40-40 0,0 40 0,41 0 16,-41-40-16,0 40 16,0 0-16,0-41 0,0 41 0,0 0 15,0 0-15,0 0 16,-41 40-1,41 40 1,0 0 0,-40 0-16,40 0 15,0 0-15,0 1 16,0-1-16,0 0 0,-40 0 0,40 40 16,0-40-16,0 0 0,0 40 15,0-39-15,0 39 0,40-40 0,-40 40 0,0-40 16,40 0-16,-40 0 0,41 41 0,-41-41 0,0 0 15,40-40-15,-40 40 16,40 0-16,-40 0 0,40-40 0,-40 40 0,40-40 16,0 40-16,0-40 15,0 0-15,1 0 0,-1 0 16,0 0-16,0 0 0,0-40 16,0 40-16,-40-40 0</inkml:trace>
  <inkml:trace contextRef="#ctx0" brushRef="#br0" timeOffset="42627.34">10874 11189 0,'-40'0'31,"40"-40"-31,40 40 0,-40-40 0,40 40 16,41 0-1,-41-41-15,0 41 0,0 0 0,0 0 16,0 0 0,0 0-16,1 0 0,-1 0 0,0 0 0,0-40 15,0 40-15,0 0 0,0 0 16,0-40-16,1 40 0,39 0 0,-40 0 0,0-40 15,0 40-15,0 0 0,0-40 0,1 40 0,-1 0 16,0 0 0</inkml:trace>
  <inkml:trace contextRef="#ctx0" brushRef="#br0" timeOffset="42917.37">11396 11510 0,'-40'40'15,"80"-80"-15,-120 80 16,160-40 0,-40 0-1,0 0 1,0 0-16,0 0 0,1 0 0,-1 0 0,0 0 15,0 0-15,0 0 0,0 0 16,0 0 0,0 0-16,1 0 0,-1 0 15,-40-40-15,40 40 16,0-40-16</inkml:trace>
  <inkml:trace contextRef="#ctx0" brushRef="#br0" timeOffset="43467.36">13202 10748 0,'-81'-40'16,"41"40"0,-40 0-1,40 40-15,-40 80 16,39-80-16,41 0 0,-40 40 0,0-40 0,40 1 0,0 39 15,-40-40-15,40 120 16,0-120-16,40 81 31,0-81-31,0-40 0,1 40 0,-1-40 0,0 0 0,0 0 16,0 0-16,0-40 16,0 40-16,0-40 0,41 40 0,-41-80 0,0 39 15,80-119 1,-120-41-1,-80 121 1,80 40-16,-120-40 16,80 80-16,-41 0 31,41 0-31,0 0 31,40 40-15,40-40-16</inkml:trace>
  <inkml:trace contextRef="#ctx0" brushRef="#br0" timeOffset="43727.28">13924 11590 0,'40'0'16,"-40"40"0,40-40-1,-40 80-15,0-40 16,0 0-16,0 0 0,0 1 0,0-1 16,-40 40-16,40-40 0,-40 0 15,40 0-15,-80 0 0,39 0 0,1 1 16,0-1-16,0-40 0,0 0 15</inkml:trace>
  <inkml:trace contextRef="#ctx0" brushRef="#br0" timeOffset="44057.25">14927 10788 0,'0'-40'0,"0"80"0,-40-80 0,0 40 16,40 40-16,80 0 15,0 120 1,-80-39 0,0-81-16,0 120 15,0-120-15,-40 40 0,40-39 16,-40-1-16,40 0 0,-40 0 16,40 40-16,-80-40 0,80 0 0,0 0 0</inkml:trace>
  <inkml:trace contextRef="#ctx0" brushRef="#br0" timeOffset="44267.32">15609 11670 0,'-80'0'15,"160"0"-15,-160 40 16,80 40-1,0 1 1,0-41-16,-40 0 31,-40 0-31</inkml:trace>
  <inkml:trace contextRef="#ctx0" brushRef="#br0" timeOffset="45367.27">16492 11670 0,'-40'0'0,"80"-40"63,0 40-63,0 0 0,0 0 15,0 0 1</inkml:trace>
  <inkml:trace contextRef="#ctx0" brushRef="#br0" timeOffset="45557.16">17415 11830 0,'0'0'0,"0"-40"0,-40 0 16,0 40-16,40-40 0,0 0 16,80 40-1,-40 0 1,161 0 0</inkml:trace>
  <inkml:trace contextRef="#ctx0" brushRef="#br0" timeOffset="45737.42">18579 11871 0,'-41'0'16,"1"-41"-16,0-39 16,40 40-1,201 40 1,-121 0-16</inkml:trace>
  <inkml:trace contextRef="#ctx0" brushRef="#br0" timeOffset="45897.33">19461 11830 0,'0'-40'16,"0"80"-16,-40-80 0,-40 0 15,120 40 1,0 0 0,0 0-16,0 0 0,1 0 15</inkml:trace>
  <inkml:trace contextRef="#ctx0" brushRef="#br0" timeOffset="46227.31">20906 11149 0,'0'-40'15,"0"80"-15,-40-201 16,40 201-1,0 41-15,0-41 16,-40 200 0,-1 41 15,1-80-15,0-161-1,40 0 1</inkml:trace>
  <inkml:trace contextRef="#ctx0" brushRef="#br0" timeOffset="46457.31">20785 11389 0,'-40'0'15,"80"0"-15,-80-80 16,80 80-1,1 0-15,119 161 32,-80 39-17,41-80 1,39-39 15,-120-81-31</inkml:trace>
  <inkml:trace contextRef="#ctx0" brushRef="#br0" timeOffset="46707.32">21548 11389 0,'-80'-80'16,"160"160"-16,-201-240 16,121 120-16,0 80 46,0 0-46,41-40 0,-41 40 16,0 0-16,0 0 0,0 0 16,0 1-16,0-1 0,0 0 0,0 0 15,0 0-15,0 0 0,0 0 16,0 0-16,0 0 0,0 0 0,0 1 0,0-1 16,0 0-1,0 0-15,0 0 0</inkml:trace>
  <inkml:trace contextRef="#ctx0" brushRef="#br0" timeOffset="46967.35">21909 11630 0,'0'-40'16,"0"80"-16,0-120 16,120 80 15,-79 0-31,159 0 16,-160 40-16,0-40 15,41 0-15,-1-40 16</inkml:trace>
  <inkml:trace contextRef="#ctx0" brushRef="#br0" timeOffset="47437.24">23153 11109 0,'-40'0'16,"40"-41"-16,0 82 62,0 39-46,0-40-16,0 0 0,0 0 0,0 40 15,0-40-15,0 1 0,0 39 16,0-40-16,0 40 0,0-40 0,0 40 0,0-40 16,0 41-16,0-1 15,0-40-15,0 40 0</inkml:trace>
  <inkml:trace contextRef="#ctx0" brushRef="#br0" timeOffset="-105362.16">3330 11830 0,'-40'0'0,"40"-40"15,-40 40-15,80 0 63,-40 40-16,0 1-32,0-1-15,0 0 16,0 0-16,0 0 0,0 0 31,0 0-31,0 0 0,0 0 0,0 1 16,0-1-16,0 0 0,0 0 15,0 0-15,0 0 0,0 0 0,0 0 0,0 0 16,-40-40-16,40 40 16,0 1-16,-40-1 0</inkml:trace>
  <inkml:trace contextRef="#ctx0" brushRef="#br0" timeOffset="-104952.19">2568 12953 0,'0'0'16,"0"-40"-1,-40 40 1,40 40 15,40-40-15,40 0-16,-40 0 15,1 0-15,-1 0 16,40 0-16,-40 0 0,40-40 0,1 40 0,-1 0 16,0-40-16,0 40 0,-40 0 15,41 0-15,-1 0 0,-40 0 0,0 0 0,0 0 16,1 0-16,-1-40 0</inkml:trace>
  <inkml:trace contextRef="#ctx0" brushRef="#br0" timeOffset="-104632.21">2648 13395 0,'-40'0'16,"80"40"15,-40 0-31,0 0 0,0 0 0,0 0 16,0 0-16,0 0 0,-40 0 15,40 41-15,-40-41 0,40 0 0,-40 0 0,40 40 16,-40-40-16,40 0 15,-40 0-15,40 1 0,0-1 16</inkml:trace>
  <inkml:trace contextRef="#ctx0" brushRef="#br0" timeOffset="-104322.19">2688 13475 0,'0'-40'15,"0"80"-15,41-80 16,-41 0-16,40 40 16,80 120-1,-120-80-15,80 80 31,-80-80-31,40 1 0,1-41 0,-41 40 0,0 0 16,40-40-16,0 40 0,0 0 16,0-40-16,40 0 15,-40 0-15</inkml:trace>
  <inkml:trace contextRef="#ctx0" brushRef="#br0" timeOffset="-104102.21">3652 13435 0,'-41'0'0,"82"0"0,-122 0 16,81 40 15,0 0-31,0 0 0,0 0 0,-40 0 16,40 0-16,-40 41 15,40-41-15,-40 0 0,40 0 0,-40 0 0,40 40 16,-40-80-16,40 40 0,-41 0 16,41 0-16,-40 1 0</inkml:trace>
  <inkml:trace contextRef="#ctx0" brushRef="#br0" timeOffset="-102722.24">6581 12031 0,'40'0'16,"0"0"-16,-40-40 15,40 40-15,-80 0 78,0 0-62,0 0 0,0 0-1,-1 0-15,1 0 0,0 0 0,0 0 16,0 0-16,0 0 0,0 0 15,0 0-15,-1 0 0,1 40 0,0-40 0,0 0 16,0 0-16,0 40 16,0-40-16,0 0 0,-1 0 0,1 0 15,0 40-15,0-40 0,0 0 16,0 40-16,0-40 0,0 0 16,-1 40-16,1-40 0,0 0 0,0 0 15,0 0-15,0 41 16,0-41-16,0 0 31,40 40-15,40-40-1,0 0 1,40 0-16,-40 0 16,0 0-16,0 0 0,1 40 15,-1-40-15,0 40 0,0-40 0,0 40 16,0-40-16,0 40 15,0-40-15,1 40 0,-1-40 0,0 0 16,0 40-16,0-40 0,0 0 16,0 0-16,0 40 15,-80 0 17,0-40-17,0 0-15,0 41 16,0-41-16,0 0 0,0 40 0,-1-40 15,1 40-15,-40-40 0,40 40 16,0 0-16,0 0 0,0-40 0,-41 40 0,81 0 16,-80 0-16,40 1 0,40-1 0,-40-40 15,40 40-15,-40-40 16,40 40-16,0 0 31,40-40-15,-40 40-16,40-40 15,0 0-15,0 0 0,0 0 0,41 0 16,-41 0-16,40 0 16,0 0-16,-40 0 0,41 0 0,-1 0 0,0 0 15,40 0-15,-39 0 0,-1 0 0,0 0 0,0 0 16,1 0-16,-1 0 0,0 0 16,0 0-16,1 0 0,-41 0 0,40 0 0,-40 0 15,0 0-15,0 0 16,1 0-16,-82 0 31,1 0-15,0 0-16,0 0 15</inkml:trace>
  <inkml:trace contextRef="#ctx0" brushRef="#br0" timeOffset="-102162.27">5537 13715 0,'-40'0'0,"80"0"0,-80-40 15,40 0-15,40 40 16,1-40-16,-41 0 0,40 0 0,0 40 16,40-40-1,-80 80 1,0 40 0,0-40-16,-40 121 15,40-121-15,-40 0 0,0 40 31,40-40-31,-40 40 16,40-40-16,0-80 31,40 0-31,-40 0 16,40 0-16,0 0 0,0 0 16,0 0-16,-40 0 0,40 40 0,0-40 0,1-1 15,-1 41 1,0-40-16,0 40 0,0 0 15,0 0 1,-40 40-16,0 1 16,0-1-16,0 0 0,0 0 0,0 0 15,0 0-15,0 0 16,0 0-16,0 0 0,0 0 0,0 1 16,0-1-16,0 0 0,0 0 15,40 0-15,-40 0 0,0 0 16,40-40-16</inkml:trace>
  <inkml:trace contextRef="#ctx0" brushRef="#br0" timeOffset="-101962.29">6781 13956 0,'-40'0'31,"80"0"-31,-120 0 0,120-40 15,40 0-15,41 40 16,-41-40-16,81 0 16,-121 40-16,0 0 0,0 0 15,0 0 1</inkml:trace>
  <inkml:trace contextRef="#ctx0" brushRef="#br0" timeOffset="-101742.31">6701 14357 0,'0'0'0,"0"-40"32,161-40-17,-121 80-15,160-40 16,-160 0-16,1 40 0,-1 0 15,0 0-15,0 0 0,40-41 16,-80 1-16</inkml:trace>
  <inkml:trace contextRef="#ctx0" brushRef="#br0" timeOffset="-101392.4">7865 13956 0,'0'-40'32,"0"80"-32,-40-80 0,-41 40 15,41 0-15,0 40 0,0-40 0,40 40 16,-40-40-16,0 40 16,0 0-16,40 0 0,0 1 15,0-1 1,0 0-16,40-40 0,-40 40 0,40-40 15,0 40 1,0-40-16,0 0 0,0 0 0,1 0 0,39 0 16,-40 0-16,0-40 0,0 40 0,0-40 0,0 40 15,1-40-15,-41 0 0,40-1 16,-40 1-16,0 0 0,-40 40 16,40-40-16,-121 40 15,81 0-15,-40-40 0,40 40 0,-41 0 0,1 0 16,40 0-16,-40-40 0,40 40 15,0 0-15,-1 0 0</inkml:trace>
  <inkml:trace contextRef="#ctx0" brushRef="#br0" timeOffset="-100782.44">5618 11309 0,'0'-40'0,"0"80"31,0 0-15,0 121 0,0-121-16,0 0 0,0 0 15,0 40-15,0-40 0,-81 0 0,81 0 0,0 1 16,0-1 0,0 0-16,0 0 15</inkml:trace>
  <inkml:trace contextRef="#ctx0" brushRef="#br0" timeOffset="-100552.45">5658 11630 0,'0'0'15,"40"0"16,0 0-15,0 0 0,-40 40-16,80-40 0,-39 0 0,-41 40 15,40 0-15,0-40 16,0-40 15</inkml:trace>
  <inkml:trace contextRef="#ctx0" brushRef="#br0" timeOffset="-100342.39">6099 11470 0,'0'0'16,"-80"0"-1,80 40 1,0 0 0,0 40-1,0 80 16,0-39-15,0-81 0</inkml:trace>
  <inkml:trace contextRef="#ctx0" brushRef="#br0" timeOffset="-100192.47">6340 11710 0,'40'0'63,"0"-40"-63,0 0 0,41 40 16,-81-40-16</inkml:trace>
  <inkml:trace contextRef="#ctx0" brushRef="#br0" timeOffset="-99982.49">6821 11429 0,'-40'41'16,"80"-82"-16,-120 82 16,80-1 15,0 0-31,0 0 0,0 0 15,0 0-15,0 0 16,0 0-16,0 0 0,0 0 0,0 1 0,0-1 16,0 0-16,0 0 0</inkml:trace>
  <inkml:trace contextRef="#ctx0" brushRef="#br0" timeOffset="-98682.56">7504 12392 0,'-40'0'16,"80"0"-16,-40 40 31,40 40-31,0-40 16,-40 0-16,0 1 0,0-1 0,0 0 15,0 40-15,0-40 16,-40 0-16,40 0 0,-80 0 0,39 1 16,1-41-16,40 40 0,0-80 31,0-1-31,0 1 0,0 0 16,40 0-16,-40 0 15,81 0-15,-81 0 0,40 0 0,0 40 0,0-40 16,0 40-16,-40-41 15,40 41-15,0-40 0,1 40 0,-1-40 0,0 40 16,-40-40-16,40 40 16,-40-40-16,40 40 0,-40-40 15,0 0-15,-40 40 16,0 0 0,40 40 15,0 0-16,-40 0-15,40 0 16,-40 0-16,40 0 0,-41 1 0,41-1 0,-40 0 16,40 0-16,0 0 0,0 0 0,0 0 0,0 0 15,0 0-15,0 1 16,40-1-16,1-40 0,-1 0 16,0 0-16,0 0 15</inkml:trace>
  <inkml:trace contextRef="#ctx0" brushRef="#br0" timeOffset="-98402.51">8547 12512 0,'-40'0'16,"80"0"-16,-160 0 15,79 0-15,1 40 16,0 0-16,-40 1 16,0 119-1,80-80 1,80 81 0,40-121-1,-80-40-15</inkml:trace>
  <inkml:trace contextRef="#ctx0" brushRef="#br0" timeOffset="-98052.53">8587 12673 0,'0'-81'16,"0"122"0,40 39-1,-40-40 1,0 0-16,40 0 0,-40 0 0,0 0 0,0 0 15,0 1-15,0-1 0,0 0 16,0 0-16,-40-40 0,40 40 0,0-80 31,40 0-15,0 0-16,1 0 0,-1-1 16,0 1-16,0 0 0,0 40 15,-40-40-15,40 40 0,0-40 0,0 40 31,-40 40-31,0 0 16,0 40-16,0-39 16,0-1-16,0 0 0,0 0 0,0 0 15,0 0-15,0 0 0,0 0 16,41-40 0,-41-40-1</inkml:trace>
  <inkml:trace contextRef="#ctx0" brushRef="#br0" timeOffset="-97802.58">9470 12793 0,'-40'0'16,"40"40"-1,80-40 1,-40 40-16,0 0 15,0-40-15,-40 40 0,40 1 0,-40-1 16,0 0-16,0 0 16,0 0-16,0 0 0,0 0 0,-40 0 0,40 0 15,-40 0-15,40 1 0,-40-1 0,0-40 0,0 40 16,0 0-16,0-40 0,-1 0 16,1 0-16,40-40 15</inkml:trace>
  <inkml:trace contextRef="#ctx0" brushRef="#br0" timeOffset="-97062.66">10353 12673 0,'0'0'16,"0"40"15,-41-40-31,41 40 0,0 0 0,-40 0 16,40 0-16,0 0 0,0 0 15,0 1-15,0-1 0,81-40 16,-81 40-16,40-40 15,0 0-15,0-80 0,0 80 16,-40-41-16,40 41 16,-40-40-16,0 0 0,0 0 0,0 0 15,0 0-15,0 80 32,-40-40-32,40 40 0,-40 0 15,40 0 1,0 0-16,0 1 0,-40-1 0,40 0 0,0 0 15,-40 0-15,40 0 0,0 0 16,-40 0-16,40 0 0,-41 0 0,41 1 0,-40 39 16,0-40-16,40 0 0,-40 40 0,0-40 0,0 41 15,0-41-15,0 0 16,-1 0-16,1 0 0,0-40 0,40 40 0,-40-40 16,40 40-16,-40-40 0,0 0 15,0-40-15,40 0 16,-40-40-1,40 40-15,0 0 0,0-1 0,0 1 16,40 0-16,-40 0 16,40 0-16,40 0 0,-40 0 15,0 40-15,0-40 0,1 40 0,-1 0 16,0-40-16,0 40 16,0-41-16,0 41 0,0 0 0</inkml:trace>
  <inkml:trace contextRef="#ctx0" brushRef="#br0" timeOffset="-96802.61">10955 12913 0,'-41'0'0,"1"0"15,0 0-15,0 0 16,40 40-1,-40 41 1,40 119 0,0-160-16,40 81 15,40-1 17,1-80-32</inkml:trace>
  <inkml:trace contextRef="#ctx0" brushRef="#br0" timeOffset="-96422.68">11356 13114 0,'-40'-40'16,"80"80"15,-40 0-15,40-40-16,-40 80 15,0-40-15,0 0 0,0 0 16,0 1-16,-40-41 16,40 40-16,0-80 31,0-1-15,40 41-16,-40-40 0,40 40 0,-40-40 0,40 40 15,0-40-15,-40 0 16,40 40-16,1 0 0,-1 0 31,-40 40-31,0 0 0,40 0 16,-40 0-16,0 1 0,40-1 15,0 0 1,0-40-16,0 40 0,0-40 16,1 0-1,-1 0-15,-40-40 0</inkml:trace>
  <inkml:trace contextRef="#ctx0" brushRef="#br0" timeOffset="-96202.64">12319 13034 0,'0'-40'16,"0"80"-16,0-40 16,0 80 15,40 160-16,0 1 1,-80-40 0,-80-161-1,39-40-15</inkml:trace>
  <inkml:trace contextRef="#ctx0" brushRef="#br0" timeOffset="-95012.79">1886 12432 0,'-40'0'31,"0"0"0,0 0-15,-1 0-1,1 0 17,80 0-17,1 0 1,-1 0 0,0-40-16,0 40 0,0 0 0,0 0 15,0 0-15,0 0 16,1 0-16,-1 0 0,0 0 15,0 0 1</inkml:trace>
  <inkml:trace contextRef="#ctx0" brushRef="#br0" timeOffset="-94682.8">1806 12873 0,'-40'40'15,"80"-40"48,0 0-48,0 0-15,0 40 16,40-40-16,-40 0 0,41 0 0,-1 0 0,0 0 16,0 0-16,1 0 15,-1-40-15,0 40 0</inkml:trace>
  <inkml:trace contextRef="#ctx0" brushRef="#br0" timeOffset="-93262.88">482 11750 0,'0'40'63,"-41"-40"-1,82 0 48,-1 0-95,0 0-15,-40 40 16,40-40-16,0 0 15,-40 41-15,0-1 16,0 0-16,0 0 16,0 0-16,-40 0 15,40 0-15,-40-40 16,40 40-16,-40-40 31,40-40 0,0 0-15,0 0 0,0 0-16,40 0 0,-40 0 15,40 0-15,-40-1 0,0 1 0,40 40 16,-40-40-16,40 40 0,-40-40 16,40 40-16,-40-40 0,40 40 15,-40-40 1,0 80-1,41-40 1</inkml:trace>
  <inkml:trace contextRef="#ctx0" brushRef="#br0" timeOffset="-92672.84">803 11911 0,'-41'40'0,"82"-40"47,-1 0-47,0 0 15,-40 40 1,40-40-16,-40 40 15,0 0 1,0 0 0,-40-40-16,40 40 0,0 0 15,-40-40-15,0 0 16,120-40 15,-80 0-15,80 0-1,-80 0-15,80 0 0,-40 0 32,-40 0-32,0 80 78,-40-40-78,40 40 0,0 0 15,0 0 1,-40-40-16,40 40 0,0 0 0,0 0 16,0 1-16,0-1 15,40-40 1,-40 40-16,40-40 0,1 0 31,-1-40-31</inkml:trace>
  <inkml:trace contextRef="#ctx0" brushRef="#br0" timeOffset="-91742.9">1204 11710 0,'0'0'16,"0"40"31,0 0 62,0 0-109,0-80 63,0 80 30,0 1-77,0-1 0,0 0-16,0 0 15,0 0 1,40-40-16,-40 40 15,40-80 17,-40 0-32,40 0 15,-40 0-15,40 40 16,-40-40-16,0-1 16,0 82 46,0-1-46,0 0-16,0 0 0,0 0 0,0 0 15,0 0-15,-40-40 0,40 40 0,0 0 0,-40 1 16,40-1-16,0 0 0,0 0 16,0 0-16,0 0 0,-40 0 15,40 0 1,-40-40 15,40-40-31</inkml:trace>
  <inkml:trace contextRef="#ctx0" brushRef="#br0" timeOffset="-91292.93">1525 11429 0,'0'-40'47,"0"80"15,-40 1-62,40-1 0,0 0 16,0 0-16,0 0 15,0 0-15,0 0 0,0 0 0,0 0 16,0 0-16,0 1 0,0-1 0,40 0 16,40 0-1,-40 0-15,0-40 0,0 0 0,1 0 16,-1 0-16,0 0 16,-40-40-16,40 40 15</inkml:trace>
  <inkml:trace contextRef="#ctx0" brushRef="#br0" timeOffset="-90902.96">1966 11429 0,'0'-40'16,"0"80"-16,-40-80 0,40 0 15,40 40 1,0 40-16,41 41 31,-81-1-31,40 40 32,-40-40-17,0-40-15,-40 0 16,-1-40-16,41 41 15,-40-41-15,0 0 16,0 0 0,40-121-1,40 1 1,40 0 15,-80 80-31</inkml:trace>
  <inkml:trace contextRef="#ctx0" brushRef="#br0" timeOffset="-90623.05">2167 11309 0,'0'40'16,"40"0"0,0 0-1,0-40-15,0 41 16,-40-1-16,0 0 0,40-40 16,-40 40-16,0 0 0,0 0 15,0 0-15,0 0 0,0 0 0,0 0 16,0 1-16,-40-1 15,40 0-15,-40 0 0,40 0 0,-40 0 0,0 0 16,0-40-16,0 40 0,40 0 0,-40-40 0</inkml:trace>
  <inkml:trace contextRef="#ctx0" brushRef="#br0" timeOffset="-87903.22">241 14838 0,'0'40'0,"40"-40"47,0 0-47,0-40 16,0 40-1,-40-40-15,40 0 16,1 0-16,-41 0 16,40 40-16,-40-40 15,0 0-15,0 80 172,-40-40-172,40 40 0,0 0 16,0 0-16,0 0 0,0 0 0,0 0 15,0 1 1,0-1-16,40-40 0,-40 40 16,40-40-16,-40 40 0,40-40 15,0 0-15,0 0 0,0 0 0,0 0 16,1-40-16</inkml:trace>
  <inkml:trace contextRef="#ctx0" brushRef="#br0" timeOffset="-87663.23">1003 14678 0,'-40'0'16,"80"0"31,0 0-47,0 0 0,1 0 0,-1-40 16,0 40-16,0-40 15,0 40-15,0 0 0,0 0 16</inkml:trace>
  <inkml:trace contextRef="#ctx0" brushRef="#br0" timeOffset="-87413.18">1043 15119 0,'-40'0'15,"40"-40"1,40 40-16,41-80 16,-1 40-1,-40 40-15,40 0 16,-40 0-16,0 0 0,1 0 31,-1 0-31</inkml:trace>
  <inkml:trace contextRef="#ctx0" brushRef="#br0" timeOffset="-87093.26">2046 14638 0,'0'-40'15,"0"80"63,0 0-62,0 0-16,41 0 0,-41 0 16,0 0-16,40 0 15,-40 1-15,0-1 0,0 0 0,0 0 0</inkml:trace>
  <inkml:trace contextRef="#ctx0" brushRef="#br0" timeOffset="-85923.34">722 15841 0,'-40'0'0,"40"-40"0,0 0 47,40 40-31,0 0-16,1 0 15,-1 0 1,0 0-16,0 0 15,0 40-15,0-40 16,0 0-16,0 40 16,-40 0-16,41-40 0,-1 40 0,0 0 15,-40 0-15,40-40 0,-40 41 16,0-1-16,0 0 0,0 0 0,0 0 16,0 0-16,0 0 15,0 0-15,-40-40 16,0 0 15,40-40 0,0 0-31,0 0 0,0 0 16,0 0-16,0 0 0,40 40 16,-40-40-16,0-1 0,40 41 0,-40-40 0,40 0 15,0 40 1,-40-40-16,40 40 0,-40-40 0,40 40 15,1-40-15,-1 40 16,-40-40-16,40 40 0,0 0 16,-40-40-16,40 40 0,0 0 15,-80 40 32</inkml:trace>
  <inkml:trace contextRef="#ctx0" brushRef="#br0" timeOffset="-85343.38">1605 16122 0,'-40'0'15,"80"0"-15,-40 0 31,40 0-15,0 0-16,41 0 16,-41 0-16,0 40 0,0 0 15,-40 0 1,0 0-16,0 0 0,0 0 16,0 0-16,0 1 15,-40-41-15,40 40 0,-40-40 0,0 40 16,-1-40-1,1 0 1,40-40 15,0 0-31,40 40 0,-40-41 16,81 41-16,-81-40 16,40 40-16,0-40 0,0 0 0,0 40 15,-40-40-15,40 0 0,0 40 16,-40-40-16,41 0 0,-41 0 0,0 0 15,40 40 1,-40-41-16,0 82 47,-40-1-47,40 0 16,-41 0-1,41 0-15,-40 0 0,40 0 16,-40-40-16,40 40 0,0 0 15,0 0-15,80 1 16,-39-41 0,-1 0-1,0 0-15</inkml:trace>
  <inkml:trace contextRef="#ctx0" brushRef="#br0" timeOffset="-84893.4">2488 16162 0,'-40'-40'0,"80"80"0,-80-40 47,80 0-47,-40 40 15,40-40-15,0 0 0,-40 40 16,0 0-1,40-40-15,0 0 16,-40-40 0,40 40-16,-40-40 15,0 0-15,0 80 63,0 0-63,-40 0 15,40 0-15,0 0 16,-40 0-16,40 1 0,-40-1 0,40 0 16,0 0-16,-40 0 0,40 0 0,-40 0 0,0 0 15,0 0-15,40 1 16,0-1-16,-41-40 0,41 40 0,-40-40 0,40 40 16,-40-40-1,0 0 1,40-40-16,0 0 15,-40 40-15,40-40 0</inkml:trace>
  <inkml:trace contextRef="#ctx0" brushRef="#br0" timeOffset="-84423.35">3411 15881 0,'0'0'0,"0"40"0,-40-40 0,-1 0 16,1 0-16,40 40 78,0 0-62,0 1-16,-40-1 0,40 0 15,-40 0-15,40 0 0,0 0 16,0 0-16,0 0 0,0 0 0,0 0 0,0 1 16,0-1-16,40 0 0,-40 0 0,40 0 15,-40 0 1,40-40-16,1 40 0,-1-40 16,0 0-16,0 0 15,0 40-15</inkml:trace>
  <inkml:trace contextRef="#ctx0" brushRef="#br0" timeOffset="-83673.38">4013 16001 0,'0'41'31,"0"-1"-16,0 0 1,0 0-16,0 0 0,0 0 16,0 0-16,0 0 15,0 0-15,0 0 16,0 1-16,0-1 0,0 0 16,0 0-1</inkml:trace>
  <inkml:trace contextRef="#ctx0" brushRef="#br0" timeOffset="-83253.43">4574 15881 0,'0'0'15,"-40"0"-15,40 40 31,0 0-15,40 41-16,1 79 31,-41-120-31,0 120 16,0-119-16,0-1 16,-41 0-16,1 0 0,-40 40 31,-80 0-16</inkml:trace>
  <inkml:trace contextRef="#ctx0" brushRef="#br0" timeOffset="-82993.44">5096 16362 0,'-40'-40'32,"80"40"-32,40 0 15,1-40 1,-1 40-1,0 0 1,-40 0-16</inkml:trace>
  <inkml:trace contextRef="#ctx0" brushRef="#br0" timeOffset="-82763.53">4976 16844 0,'0'0'16,"40"-81"-1,40 81-15,81-80 32,39 80-17,-120 0 1</inkml:trace>
  <inkml:trace contextRef="#ctx0" brushRef="#br0" timeOffset="-82423.55">6260 16082 0,'0'0'0,"0"-40"0,0-1 16,40 41 0,-40-40-16,0 80 31,0 1-16,0-1-15,0 0 0,0 0 16,0 0-16,0 0 0,-40 0 16,40 0-16,0 40 0,0-39 15,0-1-15,0 0 16,0 0-16,0 0 0,0 0 0,0 0 16,0 0-16,0 0 15</inkml:trace>
  <inkml:trace contextRef="#ctx0" brushRef="#br0" timeOffset="-82053.5">5899 17044 0,'-81'0'16,"162"0"-16,-162 40 31,121-40-15,1 0 0,-1 0-1,0 0-15,0-40 16,0 40-16,0 0 0,40-40 15,-39 40-15,-1 0 0,40 0 0,-40 0 0,40 0 16,-40-40-16,41 40 0,-41 0 0,0 0 0,0 0 16,0 0-16,0 0 15,0 0-15,1 0 0</inkml:trace>
  <inkml:trace contextRef="#ctx0" brushRef="#br0" timeOffset="-81733.59">5818 17485 0,'0'0'0,"0"40"31,0 1-15,0-1-16,0 0 16,-80 0-16,80 0 0,0 0 15,0 0-15,-40-40 16,40 40-16,-40 0 0,40 0 0,-40-40 0,40 41 15,0-1 1,0 0-16,-40-40 0,40 40 16,-41-40-16</inkml:trace>
  <inkml:trace contextRef="#ctx0" brushRef="#br0" timeOffset="-81453.54">5818 17646 0,'0'0'0,"-40"0"32,120-40-17,-80 80-15,81 40 16,-41-40-16,0-40 0,-40 40 15,120 80 1,-80-39 0,1-81-1</inkml:trace>
  <inkml:trace contextRef="#ctx0" brushRef="#br0" timeOffset="-81203.63">6460 17606 0,'-40'-81'16,"40"41"0,0 80 15,0 1-31,0-1 15,-40 0-15,40 0 0,-40 0 0,40 0 16,-40 0-16,0 0 16,40 0-16,-40 0 0,40 1 0,-41-41 0,41 40 15,-40 0-15,40 0 16,-40 0-16</inkml:trace>
  <inkml:trace contextRef="#ctx0" brushRef="#br0" timeOffset="-79923.61">9149 15961 0,'-40'0'16,"80"0"-16,-120 0 15,80-40 16,-41 40-15,1 0-16,0 0 31,0 0-31,0 0 0,40 40 0,-40-40 16,0 0-16,0 0 0,-1 0 16,1 40-16,0-40 0,0 0 0,0 0 0,0 0 15,0 0-15,0 41 16,-1-41-16,1 0 0,0 0 0,40 40 0,-40-40 15,0 0-15,0 40 0,0-40 0,0 0 32,40 40-32,0 0 31,0 0-15,40-40-1,-40 40-15,40 0 0,0-40 16,0 40-1,0-40-15,0 0 0,0 40 0,1-40 0,-1 0 16,0 0-16,0 0 0,0 0 0,0 0 16,0 0-16,-40 41 15,40-41-15,1 0 0,-1 0 16,-40 40 31,-40-40-47,40 40 0,-41-40 0,1 0 15,0 0-15,0 40 0,0-40 0,0 0 0,0 40 16,0-40-16,-1 40 16,1 0-16,0-40 0,-40 40 0,40 0 0,0 1 15,-41-1-15,41 0 0,0-40 16,0 40-16,0 0 0,0-40 0,40 40 0,-40-40 16,0 0-16,40 40 15,0 0 16,40-40-15,0 0-16,0 0 16,0 40-1,0-40-15,0 0 0,0 0 0,1 0 0,-1 0 0,0 0 16,40 0-16,-40 0 16,40 0-16,1 0 0,-1 0 0,-40 0 0,40 0 15,1 0-15,-1 0 0,0-40 16,0 40-16,1 0 0,-41 0 0,40 0 0,0 0 15,-40 0-15,0 0 0,1 0 0,-1 0 32,-80 0-1,-1 0 0,1 0-31</inkml:trace>
  <inkml:trace contextRef="#ctx0" brushRef="#br0" timeOffset="-79333.74">7865 17445 0,'-40'0'0,"0"0"16,120 0-16,-120 0 31,80-40-15,0 40-1,-40 80 16,0-40-31,40 41 16,-40-41-16,0 0 0,-40 0 31,-40 40-15,40-80-16,-1 40 16,41-80 15,41 40-31,-41-40 0,80 40 0,-40-80 0,0 40 15,0 40-15,0-40 0,0 0 0,1-1 0,-41 1 16,40 40-16,0-40 0,0 40 16,0 0-16,0 0 15,0 0 1,-40 40 0,0 0-1,0 1-15,0-1 0,0 0 16,0 0-16,0 0 15,0 0-15,0 0 0,-40 0 0,40 0 16,0 0-16,0 1 0,0-1 16,0 0-16,0 0 15,40-40-15,0 0 16</inkml:trace>
  <inkml:trace contextRef="#ctx0" brushRef="#br0" timeOffset="-79123.75">8667 17806 0,'0'-40'16,"40"0"-16,1 0 16,-1 40-16,0 0 15,0 0-15,0 0 0,0 0 0,0 0 16,0 0-1,1 0-15,-1 0 16</inkml:trace>
  <inkml:trace contextRef="#ctx0" brushRef="#br0" timeOffset="-78893.76">8627 17886 0,'-80'0'0,"160"0"0,-160 40 0,40-40 32,120 0-32,0 0 15,81 0 1,-121 0-16,40 0 16,-40 0-16,41 0 15,-41 0 1,0 0-16</inkml:trace>
  <inkml:trace contextRef="#ctx0" brushRef="#br0" timeOffset="-78553.71">9751 17806 0,'-81'-40'15,"41"40"-15,0 0 0,0 0 16,0 0-16,-40 40 16,80 0-16,-40 0 0,40 0 31,0 1-31,80 39 16,-40-80-16,0 40 15,0-40-15,0 0 0,0 0 0,1 0 0,-1 0 16,0 0-16,0 0 15,0 0-15,0-40 0,0 40 0,-40-40 16,-40-81 15,0 81-31,-40 0 0,40 40 0,-81-40 32,81 40-32,0-40 0</inkml:trace>
  <inkml:trace contextRef="#ctx0" brushRef="#br0" timeOffset="-77973.78">8346 15159 0,'-40'0'16,"80"0"-16,-80-40 15,0 40 1,40 40 0,0 40-1,-80 81 1,80-121-16,-40 40 15,40-40-15,0 0 0,-40 0 0,40 1 16,-41-1-16,41 40 16</inkml:trace>
  <inkml:trace contextRef="#ctx0" brushRef="#br0" timeOffset="-77703.76">8226 15119 0,'0'0'0,"-40"0"32,40 120-17,40-79-15,40 39 16,-80-40-16,40 0 15,81 0 1,-81-40 0,80 0-1,-40-40 1</inkml:trace>
  <inkml:trace contextRef="#ctx0" brushRef="#br0" timeOffset="-77503.78">8868 15239 0,'0'-40'16,"-40"40"0,0 0-1,40 40 17,-40 1-32,40 39 15,0-40-15,0 0 0,0 40 16,0-40-16,0 0 15,0 0-15</inkml:trace>
  <inkml:trace contextRef="#ctx0" brushRef="#br0" timeOffset="-77253.79">8868 15520 0,'0'-40'15,"40"40"1,0-40 0,0 40-1,0 0 1,1 0-1,-1 0-15</inkml:trace>
  <inkml:trace contextRef="#ctx0" brushRef="#br0" timeOffset="-77013.86">9309 15239 0,'0'0'15,"-40"0"-15,40-40 16,0 0-16,0 80 31,0 41-31,0-41 16,0 0 0,0 0-16,0 0 0,-40-40 0,40 40 0,0 0 15,0 0-15,-40-40 0,40 40 16,0 0-16,0 1 0,0-1 15</inkml:trace>
  <inkml:trace contextRef="#ctx0" brushRef="#br0" timeOffset="-75983.94">9911 16362 0,'-40'0'32,"80"0"-17,0 0 1,0 0-16,1 0 16,-1 0-16,0 0 15,0 0-15,0 0 0,0 0 16,0 0-1,-40 40-15,40-40 0,-40 41 16,0-1-16,0 0 0,0 0 0,-80 0 16,40 0-16,40 0 15,-40 0-15,0-40 0,40 40 0,-40 1 0,0-1 16,-1-40-16,1 40 16,80-80 15,1 0-16,-1 40-15,0-41 0,0 41 0,0-40 0,-40 0 16,40 40-16,0-40 0,0 40 16,1-40-16,-1 0 0,0 40 15,0-40-15,0 40 16,0-40-16,0 40 0,0-40 0,-40-1 16,41 41-16,-41-40 15,0 0-15,40 40 16,-40-40-16,0 0 15,0 0 1,-40 40-16,-1 40 16,1 0-1,0-40-15,0 80 0,0-40 0,0 1 16,40-1-16,-40 0 16,40 0-16,0 0 0,0 0 15,-40-40-15,40 40 16,0 0-16,0 0 0,0 1 15,80-41-15,-80 40 0,40-40 0,0 0 16,0 0 0,0 40-16,0-40 0</inkml:trace>
  <inkml:trace contextRef="#ctx0" brushRef="#br0" timeOffset="-75663.96">11035 16402 0,'0'0'15,"-40"-40"-15,40 0 0,0 0 32,-40 40-17,40 40-15,-41 40 16,41-39-1,0-1-15,-40 0 0,40 0 16,0 0 0,0 0-16,0 0 0,0 0 15,0 0 1,0 1-16,40-41 0,-40 40 0,41-40 16,-41 40-16,40-40 15</inkml:trace>
  <inkml:trace contextRef="#ctx0" brushRef="#br0" timeOffset="-75253.9">11195 16523 0,'0'-40'15,"40"80"16,1-40-31,-41 40 0,0 0 16,0 0-16,0 0 16,0 0-16,0 0 0,-41-40 0,41 41 15,-40-1-15,40 0 16,0-120 15,40 39-31,1 1 16,-1 0-1,0 0-15,0 40 0,-40-40 0,40 0 16,0 40-16,0 40 31,-40 0-31,0 0 16,0 0 0,0 0-16,0 1 0,0-1 15,0 0-15,0 0 16</inkml:trace>
  <inkml:trace contextRef="#ctx0" brushRef="#br0" timeOffset="-74984">11998 16563 0,'0'-40'16,"40"40"0,0 0-1,0 40 1,-40 40 0,0-40-16,0 40 0,0-39 0,-80 159 31,-81-80-16,81-80 1,40-40-16</inkml:trace>
  <inkml:trace contextRef="#ctx0" brushRef="#br0" timeOffset="-74224.01">12479 16523 0,'0'-40'0,"40"40"15,-40 40 1,0 80-1,0-80-15,41 0 0,-41 0 0,120 41 32,-40-41-17,0-120 1,-80-81 15,41 81-15,-41 120 31,0 0-32,-41-40 1,41 40-16,-40 0 16,40 0-16,0 1 15,-40-41-15,40 40 16,-40 0-16,40 0 15,-40-40-15,40 40 0,-40 0 16,40 0-16,-40-40 16,40 40-16,-40 0 0,40 0 15,0 1-15,-41-41 16,41 40-16,-40-40 0,40 40 0,-40-40 16,40 40-16,-40-40 15,0 0-15,0 0 0,0 40 16,0-40-1,-1 0-15,1 0 16,40-40-16,0 0 16,0 0-1,40 40-15,-40-40 0,41 40 0,-41-41 0,40 41 16,0-40 0,0 40-16,0-40 0,0 0 31,0 40-31,0-40 15,1 40-15,-1 0 0,0-40 16,0 40-16,0 0 16,0 0-16</inkml:trace>
  <inkml:trace contextRef="#ctx0" brushRef="#br0" timeOffset="-72904.13">13683 16362 0,'-40'0'0,"0"0"110,0 40-110,40 1 15,-40-41-15,40 40 0,-41 0 0,41 0 16,-40 0-16,40 0 16,0 0-16,-40 0 0,40 0 0,0 1 0,0-1 15,0 0 1,0 0-16,0 0 0,0 0 16,40-40-1,0 40-15,41-40 16,-81 40-1,40-40-15</inkml:trace>
  <inkml:trace contextRef="#ctx0" brushRef="#br0" timeOffset="-72074.11">13884 16563 0,'40'0'16,"0"0"-16,-40 40 31,40-40-31,-40 80 16,0-40-16,0 0 15,0 1-15,0-1 0,0 0 0,-40-40 0,40 40 16,-40-40-16,40 40 16,-40-40-16,40 40 0,-40-40 0,-1 40 31,41-80-16,41 0-15,39-40 0,-40 40 16,0 0 0,0 40-16,0-41 0,0 41 0,-40-40 0,41 40 15,-1 0-15,0-40 16,0 40-16,0 0 31,-40 40-31,0 0 16,0 1-1,0-1-15,0 0 0,0 0 0,0 0 0,-40-40 16,40 40-16,0 0 0,-40 0 0,40 0 0,0 0 16,-40-40-1,40 41-15,40-41 32</inkml:trace>
  <inkml:trace contextRef="#ctx0" brushRef="#br0" timeOffset="-71844.16">14566 17044 0,'0'-40'31,"0"80"-31,120-120 16,-80 80-16,1 0 0,-1 0 31,0 0-31,0 0 16,0 0-16,0 0 15</inkml:trace>
  <inkml:trace contextRef="#ctx0" brushRef="#br0" timeOffset="-71574.13">15368 16683 0,'0'-40'31,"0"80"-31,0-40 16,0 40-1,0 0-15,-40 1 0,40 79 16,0-80-16,-40 0 0,40 0 15,-40 121 1,40-41 15,-40-80-31</inkml:trace>
  <inkml:trace contextRef="#ctx0" brushRef="#br0" timeOffset="-71114.2">16010 16523 0,'0'40'32,"41"0"-17,-41 0-15,0 40 0,0-40 16,0 1-16,0 39 0,-41 0 0,41-40 0,-40 40 15,0 0-15,0 1 16,0-41-16,-40 40 0,40 0 0,-41-40 0,1 0 0,-40 1 16,-1-1-16</inkml:trace>
</inkml:ink>
</file>

<file path=ppt/ink/ink3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4T04:11:52.984"/>
    </inkml:context>
    <inkml:brush xml:id="br0">
      <inkml:brushProperty name="width" value="0.05292" units="cm"/>
      <inkml:brushProperty name="height" value="0.05292" units="cm"/>
      <inkml:brushProperty name="color" value="#FF0000"/>
    </inkml:brush>
  </inkml:definitions>
  <inkml:trace contextRef="#ctx0" brushRef="#br0">4936 2486 0,'0'-40'31,"0"0"-31,0 0 16,0 0 0,40-1-16,0 41 0,-40-40 15,40 40-15,0 0 16,0 0-16,0-40 0,0 40 0,1 0 15,-1 0-15,0 0 16,0 0-16,0 0 0,0 0 0,0 40 16,0-40-16,1 40 0,-1 1 0,-40-1 15,40 0-15,-40 0 16,40 0-16,-40 0 0,0 0 0,0 40 0,0-40 16,0 1-16,-80-1 0,80 0 15,-40 0-15,-1 40 0,1-40 0,0 0 16,0 0-16,40 1 15,-40-1-15,0-40 0,40 40 0,-40-40 16,40-40 0,40 40-1,-40-81-15,40 41 0,-40 0 0,40 0 0,-40 0 16,40 0-16,0 0 16,0 0-16,1 0 0,-1-1 0,0 1 0,0 0 15,0 0-15,0 0 0,-40 0 16,40 0-16,0 0 0,1 0 0,-1 0 0,0-1 15,0 1 1,-40 0-16,40 40 0,-40-40 16,0 0-16,-40 40 62,0 0-31,40 40-31,-40-40 0,40 40 32,-40-40-32,40 40 0,0 0 0,-41 1 15,41-1-15,0 0 0,0 0 0,-40-40 16,40 40-16,0 0 0,0 0 16,0 0-16,0 0 0,0 0 15,40 1 1,1-41-16,-1 40 15,0-40-15,0 0 0,0 0 16,0 0-16,0 0 0,0 0 0,1 0 0,-41-40 16,40 40-16</inkml:trace>
  <inkml:trace contextRef="#ctx0" brushRef="#br0" timeOffset="370.06">7022 1804 0,'0'40'15,"-40"-40"-15,40 40 0,-40-40 16,0 81 0,0-41-16,40 0 0,-41 80 31,1-80-31,40 0 0,0 0 0,0 1 16,0-1-16,0 0 0,0 0 15,0 0-15,40 0 0,1 0 16,-41 0-16,40 0 0,-40 0 15,40 1-15,0-1 0,0-40 16,-40 40 0</inkml:trace>
  <inkml:trace contextRef="#ctx0" brushRef="#br0" timeOffset="889.94">7464 2245 0,'0'0'0,"-41"0"0,1-40 16,40 0-1,81 40 1,-41 0 0,80 40-1,-80 81 16,-40 39-15,0-80 0,-40-40-16,0 40 15,40-120 17,0 0-32,0 0 0,40 40 0,-40-40 15,40 0-15,-40 0 0,0 0 16,40 0-16,0 0 0,1 40 15,-1-41-15,0 1 16,0 40-16,0 0 16,0 0-16,0 0 31,0 0-31,-40 40 0,0 1 16,0-1-1,0 0-15,0 0 0,0 0 16,0 0-16,0 0 15,0 0-15,-40 0 16,40 0 0,0 1-16</inkml:trace>
  <inkml:trace contextRef="#ctx0" brushRef="#br0" timeOffset="1189.93">8788 2125 0,'0'0'15,"-40"-40"-15,-1 0 16,82 40 0,-1 0-1,40 0-15,-40 80 31,0 40-15,-80 41 0,-40 39-1,-41-79 17,121-81-32,-80 40 15</inkml:trace>
  <inkml:trace contextRef="#ctx0" brushRef="#br0" timeOffset="1579.92">9670 2366 0,'0'-40'0,"41"40"15,-41-41-15,40 1 16,0 40-16,0 0 0,0-40 16,0 40-16,-40-40 0,80 40 0,-39 0 15,-1 0-15,0-40 16,0 40-16,0 0 0,0 0 16,0 0-16,0 0 15,-40-40-15,41 40 0</inkml:trace>
  <inkml:trace contextRef="#ctx0" brushRef="#br0" timeOffset="1819.96">9911 2686 0,'-80'41'16,"160"-82"-16,-200 82 0,80-1 15,80-40 1,0 0-16,0 0 0,40-40 16,-40 40-16,1 0 0,79 0 15,-40-41 1,-40 41 0,41 0-1</inkml:trace>
  <inkml:trace contextRef="#ctx0" brushRef="#br0" timeOffset="2669.93">13121 842 0,'0'0'0,"0"-40"0,-40 40 16,40-41-16,-40 1 16,0 40-16,40-40 0,-40 40 0,40-40 15,-40 40-15,0 0 16,-1 40-1,-79 161 1,80-81 0,40 121-1,120-1 1,-80-119 0,41 39-1,-121 0 16,-1-79-31,-39-81 0,-40 40 32,80-40-32,0 0 15,-1-40-15,41-41 16,0 41 0,121 40 15,39 40-16,-79 81 1,-81-81 0,40 0-16,-40 120 15,0-119-15,0-1 0,0 0 16,0 0-16,40 0 0,-40 0 0,0 0 0,40 80 31,-40-79-31,0-1 0,0 0 0,40-40 0,-40 40 16,40-40-16,-40 40 15,40-40-15,-40 40 0,81 0 32,-41-40-32,0 0 0,0 40 0,0-40 15,80 0 1,-79 0-16,-1-40 16</inkml:trace>
  <inkml:trace contextRef="#ctx0" brushRef="#br0" timeOffset="3029.83">14205 1724 0,'0'-40'15,"0"80"17,0 0-32,0 0 15,0 0-15,0 0 16,0 0-16,0 1 0,0-1 0,0 0 0,0 0 15,0 0-15,-81 40 0,81-40 16,0 0-16,0 1 0,0 39 0,0-40 0,-40 0 16,40 0-16,0 0 0,0 0 0,0 0 0,0 0 15,0 1-15,0-1 16</inkml:trace>
  <inkml:trace contextRef="#ctx0" brushRef="#br0" timeOffset="3299.8">14887 2686 0,'0'0'0,"80"41"31,-80-1-31,40 40 31,-80 0-15,-40 0-1,0-80 1,40 40-16,-81 1 0</inkml:trace>
  <inkml:trace contextRef="#ctx0" brushRef="#br0" timeOffset="4019.75">16331 1804 0,'0'0'0,"-40"0"0,40 40 16,-40-40-1,0 0 32,40 40-47,-40-40 0,40 40 16,-80-40-16,80 41 0,-40-41 0,-1 40 0,1 0 15,40 0-15,-40 0 16,40 0-16,-40 0 0,0 40 0,40-39 0,0-1 16,0 0-1,0 0-15,0 0 0,40 0 0,40 0 16,-40-40-16,-40 40 15,41-40-15,-1 0 0,0 0 0,0 0 0,0-40 16,0 40 0,0-40-16,0 0 0,1 0 0,-41 0 15,40 0-15,-40 0 0,0-1 0,40 1 0,-40 0 16,0 0-16,0 0 0,0 0 16,0 0-16,-40 40 0,40-40 0,0 0 0,-40 40 15,40-41-15,-41 41 16,41-40-16,-40 40 15,40 40 17</inkml:trace>
  <inkml:trace contextRef="#ctx0" brushRef="#br0" timeOffset="4279.74">17214 2526 0,'-80'40'16,"80"0"0,40-40-1,-40 40 1,0 0-16,40-40 0,-40 41 0,0-1 15,-40 0 1,0 0-16,-40 0 0,40 0 16,-1-40-16,1 40 0,0 0 0,0-40 0,0 40 15,0 1-15,0-41 0</inkml:trace>
  <inkml:trace contextRef="#ctx0" brushRef="#br0" timeOffset="5119.76">18298 1884 0,'0'-40'0,"0"0"16,-40 40 46,-1 0-46,41 40-16,-40-40 0,0 0 15,40 40-15,-40-40 0,0 0 0,40 40 16,-40-40-16,40 41 0,-40-1 16,-1 0-16,41 0 0,0 0 0,0 0 15,0 0-15,-40 0 0,40 0 0,0 1 0,0-1 16,40 0-16,1 0 16,-1 0-16,0-40 0,0 0 15,0 0 1,0 0-16,0 0 0,1 0 0,-1-40 0,0 40 15,-40-40-15,40 40 0,0-80 16,0 39-16,-40 1 0,0 0 0,40 0 16,-40 0-16,0 0 0,0 0 0,0 0 0,0 0 15,0-1 1,-40 1-16,40 0 0,-40 0 0,40 0 16,-40 40-1,0 0-15,40-40 0,-40 40 31,40 40 1</inkml:trace>
  <inkml:trace contextRef="#ctx0" brushRef="#br0" timeOffset="5839.64">19140 2486 0,'-40'0'0,"40"40"32,0 0-32,0 0 31,-40 0-31,0 0 0,0 1 16,0-1-16,0-40 15,40 40-15,-41-40 0,1 40 0,0-40 16</inkml:trace>
  <inkml:trace contextRef="#ctx0" brushRef="#br0" timeOffset="6249.7">19903 1644 0,'0'-40'0,"0"80"0,-40-80 0,40 80 31,0 40-15,0-40 0,0 0-16,0 40 0,0-40 0,0 1 0,0-1 15,0 40-15,0-40 16,0 0-16,0 0 0,0 0 0,0 0 0,0 1 0,0-1 15,-41-40-15,41 40 16,0 0-16,0 0 0</inkml:trace>
  <inkml:trace contextRef="#ctx0" brushRef="#br0" timeOffset="7049.54">20424 1363 0,'0'-40'16,"40"40"15,1 40-15,-1-40-1,0 0-15,-40 40 0,40-40 0,-40 40 16,40-40-16,-40 40 0,0 0 16,40 1-16,-40-1 15,0 0-15,0 0 0,-40 0 16,40 0-16,0 0 16,-40 0-16,40 0 0,-40 0 0,40 1 15,0-1-15,0 0 16,-40 0-16,40 0 0,0 0 15,0 0 1,40 0-16,40-40 16,-40 0-16,0 0 15,0 0-15,1 0 0,-1 0 16,-40-40-16,40 40 0,-40-40 0,40 40 0,-40-40 16,0 0-1,0 0-15,-40 40 63,40 40-63,0 0 15,-40 0-15,40 0 0,-40 0 0,40 0 16,-41 1 0,41-1-16,0 0 0,0 0 0,0 0 0,-40 0 15,40 40-15,0-40 0,-40 0 16,40 1-16,0 39 0,0-40 0,-40 0 0,40 0 15,-40 40-15,0-40 0,40 1 16,-40-1-16,0 0 0,-1 0 0,1-40 0,40 40 16,-40-40-16,0 0 15,0 0-15,40-40 16,-40 40-16,0-80 0,40 40 0,-40-1 0,40 1 16</inkml:trace>
  <inkml:trace contextRef="#ctx0" brushRef="#br0" timeOffset="8489.42">22391 1844 0,'-41'0'15,"41"40"-15,41 0 31,-1-40 1,-40-40 15,40 0-47,-40 0 15,40 0-15,-40 0 0,40 0 16,-40 0-16,0 0 0,0 0 0,0-1 15,0 1-15,0 0 16,0 0-16,0 0 0,-40 40 16,40-40-16,0 80 47,0 0-32,0 0-15,-40-40 0,40 40 16,0 0-16,0 1 0,-40-1 15,40 40-15,0-40 0,-40 0 0,40 0 0,0 0 16,0 0-16,-41 41 0,41-41 0,0 0 0,0 0 16,-40 0-16,40 0 0,0 0 15,0 0-15,-40 0 0,40 1 0,0-1 0,0 0 16,-40-40-16,40 40 16,0 0-16,0 0 0,0 0 0,-40-40 15,40 40-15,0-80 47,40 0-31,0 0-16,-40 0 0,40 40 0,-40-40 15,40 0-15,1 0 16,-1-1-16,0 1 0,0 0 0,0 0 16,0 40-16,0-40 15,0 40-15,1-40 16,-1 40-1,0 40 1,-40 0-16,0 0 0,0 0 0,0 0 16,0 1-1,0-1-15,0 0 0,0 0 0,0 0 16,0 0-16,40 0 16,-40 0-16,0 0 15,40-40 1,0 0-16,-40-40 15,40 40-15,-40-40 0,40 40 16,1-40-16,-1 40 0</inkml:trace>
  <inkml:trace contextRef="#ctx0" brushRef="#br0" timeOffset="8849.43">23715 1764 0,'-40'0'32,"-1"0"-32,41-40 0,-40 40 31,0 0-16,40 40-15,-40 0 16,0 0-16,40 40 16,0-39-16,-120 159 15,120-160-15,0 0 16,0 0-16,-41 1 0,41 79 16,0-80-16,0 0 15,41-40-15,-1 40 31,0-40-31,0 0 0</inkml:trace>
  <inkml:trace contextRef="#ctx0" brushRef="#br0" timeOffset="9319.44">23955 2125 0,'-40'-40'15,"80"40"17,-40 40-32,0 0 15,41 0-15,-41 0 16,0 0-16,0 1 0,0-1 0,0 0 16,0 0-1,-41-40-15,41 40 0,0-80 47,41 40-47,-41-40 0,40 40 0,-40-40 16,40 40-16,-40-40 15,40-1-15,0 1 0,0 0 16,0 40 0,0 0-16,1 0 31,-1 0-31,-40 40 15,40-40-15,-40 40 0,0 1 16,0-1-16,0 0 16,0 0-16,0 0 0,0 0 0,0 0 15,0 0-15,0 0 16,-40-40-16,40 40 0,-40 1 0</inkml:trace>
  <inkml:trace contextRef="#ctx0" brushRef="#br0" timeOffset="9599.34">24878 1924 0,'0'-40'16,"40"40"-1,1 0 1,-1 0-16,-40 40 0,40-40 0,-40 41 16,40-41-16,-40 40 0,0 0 0,0 0 0,40 0 15,-40 0-15,0 0 0,0 0 16,0 0-16,0 1 0,0-1 0,0 0 0,-40 0 16,40 0-16,0 0 15,-40 0-15,40 0 0,-40-40 0,0 40 0,40 0 0,-41 1 16,41-1-1,-40-40-15</inkml:trace>
  <inkml:trace contextRef="#ctx0" brushRef="#br0" timeOffset="10589.29">25681 2165 0,'-40'0'0,"40"-40"0,-40 40 0,40 40 250,0 0-234,40-40 31,40 0 78,-40 0-125,0 0 15,0 0-15,1 0 16,-1 0-16,0 0 0,0 0 0,0 0 0,0 0 16,-40-40-16,40 40 15,0 0-15,1 0 0,-1-40 0,0 40 31</inkml:trace>
  <inkml:trace contextRef="#ctx0" brushRef="#br0" timeOffset="10839.27">25561 2646 0,'0'0'0,"-41"0"16,41 40-16,-40-40 0,80 0 31,41 0-31,-41 0 16,0 0-16,0 0 0,0 0 0,0 0 16,0 0-1,1 0-15,-1 0 0,0 0 0,0 0 16,0 0-16,0 0 15</inkml:trace>
  <inkml:trace contextRef="#ctx0" brushRef="#br0" timeOffset="11699.23">27527 1483 0,'0'0'0,"0"-40"31,-81 40 0,1 0-15,40 0-16,40 40 0,-40-40 0,40 40 15,-40-40-15,0 41 0,40-1 16,-40-40-16,40 40 0,-41 0 0,41 0 0,-40 0 16,40 0-16,0 0 15,0 0-15,0 0 0,0 1 0,0-1 0,0 0 16,40 0-16,1 0 15,-41 0-15,0 0 0,0 0 0,0 0 16,0 1-16,0-1 0,-41-40 0,-39 40 16,40-40-1,0 0-15,0 0 0,0 0 16,0 0 0,40-40-1,0 0 1,0 80 31,40-40-47,-40 40 0,40-40 15,-40 40-15,0 0 0,40 0 16,-40 0-16,0 0 0,0 0 0,0 0 16,0 1-1,0-1-15,40 0 0,-40 0 0,0 0 16,0 0-16,0 0 15,0 0-15,0 0 0,0 1 16,0-1-16,40-40 0,-40 40 0,0 0 16,40 0-1,-40 0-15,40-40 0,-40 40 0,41-40 16,-1 40-16,0-40 16,0 0-16,0-40 15,-40 0 1,40 40-16,-40-40 0</inkml:trace>
  <inkml:trace contextRef="#ctx0" brushRef="#br0" timeOffset="12279.19">28369 1924 0,'-40'0'31,"0"0"-15,40 41-16,-40-41 16,40 40-16,-40 0 15,0 0-15,40 0 0,-40-40 0,-1 40 16,1 0-16,0-40 0,0 40 15,0 0-15,0-40 0,40 41 0,-40-1 16,40 0 0,40-40 15,0 0-15,0 0-16,0 0 0,0 0 15,0 0-15,1 0 16,-1 0-16,0 0 0,0 0 0,0 0 15,0 0-15,0 0 16,0 0-16,-40 40 0,41-40 16,-41-40 15</inkml:trace>
  <inkml:trace contextRef="#ctx0" brushRef="#br0" timeOffset="12559.25">28409 1924 0,'0'0'0,"-40"-40"32,40 80-1,-40 1-31,40 39 0,-40-80 15,40 40-15,0 0 16,-40 0-16,40 0 0,-40 0 0,40 0 16,0 1-16,0-1 0,0 40 0,-40-40 0,40 0 15,0 0-15,0 0 0,0 0 16,0 0-16,0 1 0,0-1 0,0 0 16,0 0-1</inkml:trace>
  <inkml:trace contextRef="#ctx0" brushRef="#br0" timeOffset="12899.15">28610 2887 0,'0'-40'16,"40"40"15,-40 40-15,0 0-1,0 0-15,-40 0 0,40 0 0,-80 1 16,40-1-16,0 0 0,-1-40 0,41 40 16,-40 0-16,0-40 0,0 40 15,0-40-15,40 40 0</inkml:trace>
  <inkml:trace contextRef="#ctx0" brushRef="#br0" timeOffset="13569.18">29132 2125 0,'0'0'0,"-40"-40"0,0 40 16,40-40-16,0 0 16,80 40 15,80 40-16,-120 0 1,41-40 0,-81 40-16,40 0 15,0 0-15,-40 40 16,0-39-16,0-1 16,-80 0-16,-1 80 15,-79-40 16,120-40-31,0-40 16,120 0 15,-40 0-31,0 0 0,0 0 16,0 0-16,1 0 16,-1 0-16,0 0 15,0 40 1,-40 41-1,0-41-15,-40 0 16,0 0-16,0 0 16,-41-40-16,41 40 0,-160 0 31,159-40-31,1 0 16</inkml:trace>
  <inkml:trace contextRef="#ctx0" brushRef="#br0" timeOffset="13849.09">29814 3088 0,'0'-41'0,"0"82"31,0-1-15,0 0-1,0 40 1,0-40 0,0 0-1,-40-40-15,-40 80 16,80-40-16,-41-40 0,41 41 15,-40-41-15</inkml:trace>
  <inkml:trace contextRef="#ctx0" brushRef="#br0" timeOffset="14369.14">30336 2285 0,'0'-40'0,"0"80"0,0-120 0,-41 40 31,122 40-31,-1 0 16,0 80 0,-40-80-16,41 81 15,-81-41-15,0 0 0,0 0 16,-41 120 0,-79 1 15,-40-81-16,79-80 1,81-40 0,40 40-1,41-40 1,-1 40 0,80 40-1,-39 0 16,-41-40-31,-40 40 0,0-40 0</inkml:trace>
  <inkml:trace contextRef="#ctx0" brushRef="#br0" timeOffset="14569.12">31178 3088 0,'-40'-81'16,"80"162"-16,-80-122 31,0 82-15,0 79-1,-81-40 1,81-40 0,0 0-1</inkml:trace>
  <inkml:trace contextRef="#ctx0" brushRef="#br0" timeOffset="15079.06">31740 2406 0,'0'-40'16,"0"0"0,0-1 15,80 41-31,-80 41 15,-80-41 1,80 40-16,0 0 16,-40 0-16,40 0 0,0 0 0,0 0 0,-40 0 15,40 0-15,-40 0 16,40 1-16,-41-1 0,41 0 0,0 0 0,-40 0 16,40 0-1,0 0-15,0 0 0,0 0 0,0 1 16</inkml:trace>
  <inkml:trace contextRef="#ctx0" brushRef="#br0" timeOffset="15888.97">32221 1804 0,'0'0'0,"41"0"46,-41 40-30,40-40-16,0 40 16,0-40-16,-40 40 15,40-40-15,-40 41 0,0-1 16,0 0-16,0 0 16,0 0-16,0 0 15,-40 0-15,40 0 0,0 0 16,0 1-16,0-1 15,0 0-15,0 0 0,0 0 16,40-40 0,0 0-1,0 0-15,0-40 16,1 40-16,-41-40 16,40 40-16,-40-40 15,-40 80 32,-1 0-31,41 0-16,0 0 0,-40 0 0,0 0 15,40 0-15,-40-40 16,40 40-16,-40 1 0,40-1 0,-40 0 0,40 0 16,-40 40-16,0-40 15,40 0-15,-41 41 0,41-41 0,-40 40 0,0-40 0,40 40 16,-40-40-16,40 0 15,-40 0-15,40 1 0,-40-41 0,40 40 0,-40-40 16,0 40-16,-1-40 0,1 0 16,0-80-16,0 80 15,0-41-15</inkml:trace>
  <inkml:trace contextRef="#ctx0" brushRef="#br0" timeOffset="18778.8">13442 3649 0,'40'0'125,"1"0"-109,-1 0 0,0 0-1,0 0-15,0 0 0,0 40 16,0-40 0,0 40-16,1-40 0,-1 0 15,0 0 1,0 0-16,0 0 0,0 0 0,0 0 0,0 0 15,1 0-15,-1 0 0,0 0 0,40 0 0,-40 0 16,40 0-16,-39 0 0,39 0 16,-40 0-16,0 0 0,0 0 0,0 0 0,1 0 15,39 0-15,-40 40 16,0-40-16,0 0 0,0 0 0,0 40 0,1-40 16,-1 0-16,0 0 15,0 0-15,0 0 0,0 0 0,0 0 16,0 0-1,1 0-15,-1 41 0,0-41 0,0 0 0,40 0 16,-40 0-16,0 0 0,1 0 0,39 0 0,-40 0 16,0 40-16,0-40 0,0 0 15,0 0-15,1 0 0,-1 0 16,0 0 0,0 0-16,0 0 0,0 0 15,0 0-15,0 0 0,1 0 16,39 0-16,-40 0 0,0 0 0,40 0 0,-40 0 15,1 0-15,-1 0 0,0 40 0,0-40 0,0 0 16,0 0-16,0 0 16,0 0-16,1 0 0,-1 0 0,0 0 0,0 0 15,0 0-15,0 0 0,0 0 16,0 0-16,1 0 0,-1 0 0,0 0 0,0 0 16,40 0-16,-40 0 15,0 0-15,1 0 0,-1 0 0,0 0 0,0 0 16,0 0-16,0 40 0,0-40 15,0 0-15,1 0 0,-1 0 0,0 0 16,0 0-16,0 0 0,0 0 0,0 0 0,41-40 16,-41 40-16,0 0 15,0 0-15,0 0 0,40 0 0,-39-40 0,-1 40 16,0 0-16,0 0 0,0 0 16,0 0-16,0 0 0,0 0 0,1 0 15,-1 0-15,0 0 16,0 0-16,0 0 0,0 0 0,0 0 15,0 0-15,1 0 0,-1 0 0,0 0 16,0 0-16,0 0 0,0 0 16,0 0-16,0 0 0,1 0 0,-1 0 0,0 0 15,0 0-15,0 0 16,0 0-16,0 0 0,0 40 0,1-40 16,-1 0-1,0 0-15,0 0 16,0 0-1,0 0-15,0 0 16,0 0 0,1 0-1,-1 0 1,0 0 0,0 0-16,0 0 0,0 0 15,0 0-15,0 0 16,1 0-1,-1 0 1,0 0 0,0 0-16,0 0 15,0 0 1,0 0 46,0 0-30,-80 0 93,0 0-110,0 0 1</inkml:trace>
  <inkml:trace contextRef="#ctx0" brushRef="#br0" timeOffset="24683.58">17696 4852 0,'0'-40'16,"0"0"-1,0 0 1,40 40-16,0 0 16,0 0 15,-80 0 16,40 80-47,-40-80 15,0 0 1,0 40-16,-1-40 0,41 40 0,-40-40 16,0 0-16,40 40 15,-40 0-15,0-40 0,40 41 0,-40-41 0,0 40 16,0-40-16,40 40 15,-41-40-15,41 40 0,41-40 47,-1 0-15,0 0-32,0 0 0,0 0 15,0-40-15,0 40 0,0 0 16,1-40-16,-1 40 0,0-40 0,0 40 0,0 0 15,0-41-15,0 41 0,0 0 0,1 0 16,-1 0-16,0 0 16,0 0-16,0 0 15</inkml:trace>
  <inkml:trace contextRef="#ctx0" brushRef="#br0" timeOffset="24973.49">17977 4852 0,'0'-40'0,"0"80"78,0 0-78,-41 0 15,41 0 1,-40 1-16,40-1 0,0 0 0,0 0 16,0 0-16,0 0 15,-40 0-15,40 0 0,0 0 0,0 1 0,0-1 16,0 0-16,0 0 15,40-40-15,-40 40 0</inkml:trace>
  <inkml:trace contextRef="#ctx0" brushRef="#br0" timeOffset="27023.45">27607 3970 0,'0'40'15,"40"-40"126,0 0-110,0 0-31,0 0 16,1 0-16,-1 0 16,0 0-16,0 0 0,0 0 0,0 0 15,0 0-15,0 0 0,1 0 16,-1 0-16,0 0 0,0 0 0,0 0 0,0 0 15,0 0-15,0 0 0,1-40 16,-1 40 0,0 0-16,0 0 0,0 0 0,0 0 15,0 0-15,0 0 16,1 0-16,-1 0 0,0 0 16,0 0-16,0 0 15,0-40-15,0 40 0,1 0 0,-1 0 0,0 0 16,0 0-16,0 0 0,0 0 0,40 0 0,-39 40 15,-1-40-15,0 0 16,0 40-16,0-40 0,0 0 0,0 0 16,0 0-1,1 0-15,-41 40 0,40-40 16,0 0-16,0 0 16,0 0-16,0 0 0,0 0 15,0 0-15,1 0 16,-1 0-16,40 0 0,-40 0 0,0 40 0,0-40 15,0 0-15,1 0 0,-1 0 0,0 0 0,0 0 16,0 0 0,0 0-16,0 0 0,0 0 15,1 0 1,-1 0-16,0 0 0,0 0 16,0 0-16,0 0 15,0 0-15,0 0 0,1 0 0,-1 0 16,0 0-16,0 0 0,0 0 0,0 40 15,0-40 1,0 0-16,1 0 16,-1 40-1,0-40 1,0 0 0,0 0-16,0 0 0,0 0 15,0 0-15,1 0 16,-1 0-16,0 0 0,0 0 15,0 0-15,0 0 16,0 0-16,0 0 16,1 0-16,-1 0 15,0 0 1,-80 0 93</inkml:trace>
  <inkml:trace contextRef="#ctx0" brushRef="#br0" timeOffset="27873.31">29573 4571 0,'0'-40'31,"-40"80"32,0-40-48,40 81-15,-40-81 0,0 0 0,40 40 16,-40-40-16,40 40 16,-41-40-16,1 40 0,40 0 0,-40-40 15,0 0 1,40 40-16,-40-40 16,40 40-16,40-40 62,0 0-46,0 0-16,0 0 15,1 0-15,-1 0 0,0 0 16,0 0-16,0 0 0,0 0 16,0 0-16,0 0 0,1 0 0,-1 0 15,0 0-15,-40 40 16,40-40-16,0 0 0,0 0 15,0 0 1,-40-40-16</inkml:trace>
  <inkml:trace contextRef="#ctx0" brushRef="#br0" timeOffset="28153.29">29653 4692 0,'0'0'0,"0"40"63,0 0-63,0 0 15,0 0-15,0 40 0,-40-40 0,40 1 16,-40 39-16,40 0 16,-40-40-16,40 40 0,0 1 0,-40-41 0,40 40 0,-40 0 15,40-40-15,-40 40 16</inkml:trace>
  <inkml:trace contextRef="#ctx0" brushRef="#br0" timeOffset="49582.33">7464 7058 0,'40'0'0,"-40"40"31,0-80 32,40 0-48,-40 0 1,40 40-16,-40-40 0,40 40 16,-40-40-16,40-1 15,-40 1-15,40 40 16,-40-40-16,40 40 15,1 80 1,-1-39-16,0-1 16,-40 0-16,0 0 15,40 0-15,-40 0 0,0 0 0,40 40 16,-40-40-16,0 1 0,40 39 16,-40-40-16,0 0 0,40 40 0,-40-40 0,0 0 15,0 1-15,0-1 0,-80 0 0,80 0 0,0 0 16,-40 0-16,40 0 0,-40 0 15,0-40-15,40 40 0,-40-40 16,40-40 31,0 0-47,0 0 0,0 0 16,0 0-16,40 0 15,-40 0-15,0 0 0,40-1 0,-40 1 0,40 0 16,0 0-16,0 0 0,-40 0 0,40-40 0,0 40 15,-40-1-15,41 1 0,-1 0 16,0 0-16,0 0 0,0 0 0,0 40 16,-40-40-16,40 40 15,0-40-15,1 40 16,-1 0 0,0 0-1,0 0-15,-40 40 0,40-40 16,-40 40-16,0 0 15,0 0-15,40-40 0,-40 40 0,0 0 16,0 0 0,0 1-16,0-1 0,0 0 15,0 0 1,0 0-16,-40 0 0,40 0 16,0 0-1,0 0-15,0 1 0,0-1 0,0 0 16,0 0-16,40-40 0,-40 40 0,0 0 15,40 0-15,-40 0 16,0 0-16,40-40 0,-40 40 16,41-40-16,-41 41 0,40-41 15,0 0-15,0 0 16,0 0 0,-40-41-16,40 41 0,-40-40 0,40 40 0,-40-40 15,40 40-15,-40-40 0,41 40 0,-1-40 0,0 40 16,0 0-16</inkml:trace>
  <inkml:trace contextRef="#ctx0" brushRef="#br0" timeOffset="50952.21">10272 6577 0,'0'0'15,"40"0"16,1 0-15,-41 40 47,0 0-48,0 0 1,0 0 93,40-40-46,-40-40-1</inkml:trace>
  <inkml:trace contextRef="#ctx0" brushRef="#br0" timeOffset="54851.97">13041 6978 0,'0'0'0,"0"-40"62,-40 40 79,0 0-125,0 0-1,0 0 1,-1 0-16,1 0 31,40 40-15,-40-40-1,40 40-15,-40-40 16,40 40-16,-40 0 16,40 0-16,-40 0 0,0 0 15,40 0-15,-40-40 16,40 41-16,-41-1 15,41 0 1,0 0 0,0 0-16,0 0 15,41-40 1,-41 40-16,0 0 0,40-40 16,-40 40-16,40-40 0,-40 41 31,40-41-31,0 0 15,0 0 1,0 0-16,0 0 31,1 0-31,-41-41 0,40 41 16,0 0 0,0 0-1,0-40-15,0 40 31,0 0-31,0 0 16,-40-40 0,0 0 15,0 0-15,41 40-16,-41-40 0,0 0 15,40 40 1,-40-40-16,0 0 47,0-1-32,0 1 17,0 0-17,0 0 1,0 0 15,0 0-15,0 0 15,-40 40-15,-1 0 15,41-40-31,-40 40 31,0 0 0,0 0 1,0 0-17,40 40 16</inkml:trace>
  <inkml:trace contextRef="#ctx0" brushRef="#br0" timeOffset="57461.91">16572 6978 0,'40'0'47,"-40"40"-16,0-80 94,40 0-110,1 0 1,-41-1-16,40 1 16,-40 0-1,0 0-15,0 0 16,0 0 0,0 0 30,0 80 33,0 0-79,0 0 15,0 0 1,0 0-1,0 0 1,0 1-16,0-1 0,0 0 16,0 0-1,0 0-15,0 0 16,0 0-16,0 0 16,0 0-16,0 0 0,0 1 15,0-1-15,0 0 0,0 0 16,0 0-1,0 0-15,0 0 16,0 0 0,-40-40 171,40-40-187,-41 40 0,1 0 16,0 0-1,0 0 48,0 0-47,0 40-1,80-40 63,0 0-78,0 0 16,0 0-16,0 0 16,1 0-16,-1 0 0,0 0 0,0 0 0,0 0 15,0 0-15,0 0 0,0 0 0,1 0 16,-1 0-16</inkml:trace>
  <inkml:trace contextRef="#ctx0" brushRef="#br0" timeOffset="58891.82">19742 6857 0,'0'-40'62,"40"40"-31,-40-40-15,40 40-16,-40-40 0,41 40 16,-41-40-1,40 40-15,0-40 0,0 40 16,0 0 0,0 0-16,0 0 15,0 0-15,1 0 16,-1 0-16,0 0 15,0 0-15,0 0 16,-40 40 0,0 0-16,0 0 0,0 0 15,0 0 1,0 1-16,0-1 0,0 0 0,-40 0 0,40 0 16,0 0-16,-40 0 0,40 0 0,-40-40 15,40 40-15,-40 0 0,40 1 16,-41-41-16,41 40 0,-40 0 15,0-40 1,40 40-16,-40-40 0,40 40 16,-40-40-16,0 0 15,40 40-15,-40-40 32,0 0-17,40-40 32,40 0-31,-40 0-1,40 40-15,0-40 16,0 40-16,0-40 16,0 40-16,0 0 15,1 0 1,-1 0-16,-40 40 15,40-40 1,-40 40-16,40 0 16,-40 0-16,0 0 15,40-40-15,-40 40 0,0 0 16,40-40-16,-40 40 16,40-40-16,0 0 0,1 0 15,-1 0-15,0 0 0,0 0 16,0 0-1,0 0-15,0 0 16,0 0 15</inkml:trace>
  <inkml:trace contextRef="#ctx0" brushRef="#br0" timeOffset="60481.71">22752 6577 0,'0'-40'16,"40"40"30,0 0-30,0 0-16,0 0 16,0 0-16,0 0 15,1 0-15,-1 0 16,0 0 0,0 0-1,-40 40-15,40-40 16,0 0-1,-40 40-15,0 0 16,40 0-16,-40 0 16,0 0-16,-40-40 0,40 40 15,0 0 1,-40-40-16,40 41 0,0-1 16,-40-40-16,0 0 0,40 40 15,-40-40-15,0 40 16,-1-40-16,1 40 31,40 0-15,0-80 93,40 40-109,1 0 16,-1 0-16,-40-40 0,40 40 15,0 0 1,0 0-16,0 0 16,0 0-16,0 0 15,1 40 1,-1-40 15,-40 40-31,0 0 0,0 0 16,0 0-16,0 0 15,0 1-15,0-1 0,0 0 16,0 0 0,-40-40-16,40 40 0,0 0 0,-41 0 15,41 0-15,-40-40 16,40 40-16,-40-40 15,40 41-15,-40-41 16,0 0-16,0 40 16,0-40-16,0 0 0,-1 0 15,1 0 1,0 0-16,0 0 16,40-40-16,-40 40 15,40-41 1</inkml:trace>
  <inkml:trace contextRef="#ctx0" brushRef="#br0" timeOffset="63811.52">5056 9384 0,'0'-40'15,"40"40"-15,0 0 16,-40-40 0,40 40-16,0 0 31,-40-40-16,41 40-15,-1 0 16,0-40 0,0 40-16,0 0 0,0-40 15,0 40-15,0 0 16,1 0-16,-1 0 16,-40 40 15,0 40-31,0-40 0,0 0 0,0 0 15,0 0-15,0 0 0,0 0 16,0 1-16,0-1 0,-40 0 0,40 0 16,0 0-16,-41 0 15,41 0-15,-40-40 0,40 40 0,-40-40 16,40 40 0,-40-40-16,40 41 0,-40-41 15,0 0-15,40-41 47,0 1-31,0 0-1,0 0 1,40 40-16,-40-40 0,40 40 16,-40-40-16,40 40 0,0-40 15,0 40-15,-40-40 16,41 40-16,-41-40 0,40 40 0,0-41 15,0 41 1,-40-40-16,40 40 0,-40-40 0,40 40 0,-40-40 16,40 40-16,-40-40 15,40 40-15,-40-40 16,0 0 15,0 0 0,41 40-31,-1 0 79,-80 0 14,40 40-61,-41-40-32,41 40 15,-40-40-15,0 0 0,40 40 0,0 0 16,-40-40-1,0 0-15,40 40 0,0 0 0,-40-40 16,40 40-16,0 1 16,-40-41-16,40 40 0,0 0 15,0 0 1,0 0-16,0 0 16,0 0-16,0 0 15,40 0 1,-40 1-16,40-41 15,-40 40 1,40-40-16,0 0 16,-40 40-16,40-40 15,0 0-15,1 0 16,-1 0-16,0 0 31</inkml:trace>
  <inkml:trace contextRef="#ctx0" brushRef="#br0" timeOffset="64321.41">6621 9304 0,'0'-40'32,"0"0"-17,-40 40 48,0 0-48,40 40 1,-41-40-16,41 40 0,-40-40 0,40 40 0,-40 0 16,40 0-16,0 0 0,0 0 15,-40 0-15,40 1 0,0-1 16,0 0-16,0 0 0,0 0 15,0 0-15,0 0 16,0 0-16,0 0 0,40-40 0,-40 41 16,40-1-1,0 0-15,1-40 16,-1 0-16,0 0 0,0 0 0,0 0 16,0 0-16,0 0 15,-40-40-15,40 40 0</inkml:trace>
  <inkml:trace contextRef="#ctx0" brushRef="#br0" timeOffset="64961.37">7022 9544 0,'0'-40'15,"0"80"-15,0-120 0,0 0 16,0 40-16,40 40 16,0-40-1,0 40 1,41 80 0,-81 0-1,0-40-15,40 121 16,-40-121-1,0 40-15,0 0 16,-40 1 0,0-41 15,40-80-15,0-1-1,40-119 1,40 80 15,-40 40-31,0 0 0,0-1 31,1 1-31,-1 40 16,-40 40 15,40 1-15,-40-1-1,0 0-15,0 0 16,0 0 0,0 0-16,0 0 0,0 0 15,0 0 1,0 1-16,0-1 16,40 0-1,0-40 1</inkml:trace>
  <inkml:trace contextRef="#ctx0" brushRef="#br0" timeOffset="65351.33">7905 9264 0,'40'-40'16,"0"40"0,0 0-1,0 0 1,-40 40-16,0 40 15,0-40-15,0 0 0,0 0 16,0 0-16,0 0 0,0 1 0,0-1 0,0 0 16,0 0-16,0 120 15,0 1 1,0-41 15,-40-40-15,-40-80-1</inkml:trace>
  <inkml:trace contextRef="#ctx0" brushRef="#br0" timeOffset="69551.08">7985 8502 0,'0'-40'31,"-40"40"-15,40-40-16,0 80 62,40-40-31,0 0-15,0 0-16,1 0 16,-1 0-1,0 0-15,0 0 0,0 0 16,0 0-16,40 0 15,-39 0-15,-1 0 0,0 0 0,0 0 16,0 0-16,0 0 16,-40 40-16,40-40 0,0 0 0,1 0 0,-1 0 15,0 0-15,0 0 16,0 0-16,0 0 0,0 40 0,0-40 0,1 0 16,39 0-16,-40 0 0,0 0 0,0 0 15,0 0-15,0 0 0,1 0 16,39 0-16,-40 0 0,0 0 0,0 0 0,0 0 15,0 0-15,1 0 16,-1 0-16,0 0 0,0 0 16,0 0-1,0 0-15,0 0 0,0 0 0,1 0 16,-1 0-16,0 0 0,0 0 0,0 0 0,0 0 0,0 0 16,0 0-16,1 0 15,-1 0-15,0 0 0,0 0 0,40 0 0,-40 0 16,0 40-16,1-40 15,-1 0-15,40 0 0,-40 0 0,0 0 0,0 0 16,41 0-16,-41 0 0,40 0 16,-40 0-16,40 0 0,-39 0 0,-1 0 0,40 0 15,-40 0-15,0 0 16,0 0-16,0 0 0,1 0 0,-1 0 0,0 0 16,0 0-16,0 0 0,0 0 0,0 0 15,0 0 1,1 0-16,-1 0 0,0 0 15,0 0-15,0 0 16,0 0-16,40 0 0,-39 0 0,-1 0 0,40 0 0,-40 0 16,40 0-16,-40 0 15,41 0-15,-41 0 0,40 0 0,0 0 0,-40 0 16,41 0-16,-41 0 0,40 0 0,-40 0 0,40 0 16,-39 0-16,-1 0 0,0 0 15,40 0-15,-40 0 0,0 0 0,0 0 0,1 0 16,-1 0-16,40 40 15,-40-40-15,0 0 0,0 0 0,41 0 0,-41 0 16,0 0-16,0 0 0,0 0 16,40 0-16,-40 0 0,1 0 0,-1 0 0,0 0 15,0 0-15,0 0 16,0 0-16,0 0 0,0 0 0,1 0 16,-1 0-16,0 0 0,0 0 0,0 0 0,0 0 15,41 0-15,-41 0 0,40 0 16,-40 0-16,0 0 0,0 0 0,0 0 0,1 0 15,-1 0 1,0 0-16,0 0 16,0 0-1,0 0-15,0 0 16,0 0-16,1 0 0,39 0 0,-40 0 0,40 0 16,-40 0-16,41 0 0,-41 0 15,40 0-15,0 0 0,-40 0 0,41 0 0,-41 0 16,0 0-16,40 0 15,-40 0-15,0 0 0,0 0 0,1 0 0,-1 0 16,0 0-16,0 0 16,0 0-16,0 0 0,0 0 0,0 0 15,1 0-15,-1 0 16,0 0-16,40 0 0,-40 0 0,0 0 0,41 0 16,-41 0-16,40 0 0,-40 40 0,40-40 0,-40 0 15,41 0-15,-1 0 0,-40 0 16,40 0-16,-40 0 0,41 0 0,-41 0 0,40 0 15,-40 0-15,40 0 16,-39 0-16,39 0 0,0 0 0,0 0 0,-39 0 16,39 0-16,0 0 0,0 0 15,1 0-15,-41 0 0,40 0 0,0 0 0,-40 0 16,41 40-16,-41-40 0,40 0 0,-40 0 0,40 0 16,-40 0-16,1 40 15,39-40-15,-40 0 0,0 0 0,0 0 0,40 0 16,-39-40-16,-1 40 0,40 0 15,-40 0-15,40 0 0,-40 0 0,41 0 0,-41 0 16,40 0-16,-40 0 16,40 0-16,-39 0 0,-1 0 0,40 0 0,-40 0 15,0 0-15,0 0 0,0 0 16,1 0-16,-1 0 0,0 0 0,0 0 16,0 0-16,0 0 0,0 0 0,0 0 15,41 0 1,-41 0-16,0 0 0,0 0 0,40 0 0,-40 0 0,1 0 15,-1 0-15,0 0 16,0 0-16,0 0 0,0 0 0,0 0 0,0 0 16,1 0-1,-1 0-15,0 40 0,0-40 16,0 0-16,0 0 0,0 0 0,0 0 0,1 0 16,-1 0-16,0 0 15,0 0-15,0 0 0,0 0 0,0 0 0,1 0 16,-1 0-16,0 0 15,0 0-15,0 0 0,0 0 0,0 0 0,0 0 16,1 0-16,-1 0 16,0 0-16,0 0 0,0 0 0,0 0 15,0 0-15,0 0 16,1 0-16,-1 0 0,0 0 0,0 0 0,0 0 16,0 0-16,0 0 0,0 0 0,41 0 0,-41 0 15,0 0-15,0 0 0,0 0 16,0 0-16,0 0 0,1 0 0,-1 0 15,0 0-15,0 0 16,0 0-16,0 0 0,0 0 16,0 0-1,1 0-15,-1 0 0,0 0 16,0 0-16,0 0 0,0 0 16,0 0-16,0 0 15,1 0-15,-1 0 0,0 0 31,0 0-15,0 0 0,0 0-1,0 0-15,0 0 16,1 0-16,-41 40 0,40-40 16,0 0-16,-40 41 0,40-41 0,0 0 15,-80 0 79,40 40-94,-40-40 16,0 0-16</inkml:trace>
  <inkml:trace contextRef="#ctx0" brushRef="#br0" timeOffset="71930.9">12881 9304 0,'0'40'63,"40"-40"-63,-40 40 62,0 0-62,0 0 16,0 0-1,0 0-15,0 1 0,0-1 0,0 0 16,0 40-16,-40-40 16,40 0-16,0 0 0,0 0 0,-41 41 0,41-41 15,0 0-15,0 0 0,0 0 0,0 0 16,0 0-16,0 0 16,41-40-16</inkml:trace>
  <inkml:trace contextRef="#ctx0" brushRef="#br0" timeOffset="73200.85">16492 9745 0,'0'0'0,"0"-40"0,0 0 0,40 40 16,-80 0 78,0 40-94,0-40 15,40 40-15,-40-40 16,-1 40-16,1-40 0,40 40 0,-40 0 15,40 0 1,0 1-16,0-1 16,0 0-16,0 0 15,0 0-15,0 0 0,0 0 16,0 0-16,40-40 0,-40 40 16,0 0-16,40-40 15,-40 41-15,41-1 0,-41 0 16,40-40-1,0 0-15,-40 40 0,40-40 0,0 0 16,0 0 0,0 0-16,0 0 0,1 0 15,-1-40-15,-40 0 16,40 40-16,-40-40 16,0-1-1,40 41 1,-40-40-16,0 0 15,40 0-15,-40 0 16,0 0-16,0 0 16,0 0-1,0 0-15,0 0 0,0-1 16,0 1-16,-40 40 31,40-40-31,-40 40 0,0 0 16,0 0-1,40-40-15,-41 40 0,1 0 16,0-40 0,0 40-16,40 40 62,0 0-46</inkml:trace>
  <inkml:trace contextRef="#ctx0" brushRef="#br0" timeOffset="74400.78">19983 9665 0,'0'-40'31,"-40"40"31,40 40-62,-40-40 16,0 40 0,-1-40-16,41 40 0,-40-40 15,40 40-15,-40-40 16,40 40-16,0 0 0,-40 0 15,40 1 1,0-1-16,0 0 0,0 0 16,0 0-1,40-40-15,-40 40 0,40-40 16,-40 40-16,40-40 0,1 40 16,-1-40-16,0 0 15,0 0-15,0 0 16,0 0-16,0 0 15,0 0-15,1 0 0,-1 0 16,0 0 0,0-40-16,0 0 15,0 40-15,-40-40 0,0 0 32,0 0-32,0 0 15,0 0 1,-40 40-16,40-41 15,0 1 1,-40 40-16,40-40 0,-40 40 16,0 0-1,40-40-15,-40 40 0,-1 0 16,41-40-16,-40 40 0,0 0 16,40-40-1,-40 40-15,0 0 0,0 0 31,40 40 1,0 0-17</inkml:trace>
  <inkml:trace contextRef="#ctx0" brushRef="#br0" timeOffset="75500.85">23153 9544 0,'0'-40'0,"0"80"110,0 1-95,0-1 1,0 0-1,0 0 1,0 0 0,0 0-16,0 0 15,0 0-15,0 0 0,0 1 16,0-1 0,0 0-16,0 0 0,0 0 0,0 0 15,0 0-15,0 0 0,0 0 16,0 0-16,-40 1 0,40-1 15,-40 0-15,40 0 16,0 0-16,-40-40 0,40 40 0,0 0 16,0 0-1,0 0-15,-41-40 0,41 41 16,0-1 15,0-80 47,41 40-78,-1 0 16,0 0 0,0-41 15,-40 1-16,0 0 1,-40 40-16,0 0 16</inkml:trace>
  <inkml:trace contextRef="#ctx0" brushRef="#br0" timeOffset="79550.58">5056 11269 0,'0'0'0,"40"0"78,0 0-78,0 0 31,0 0-15,1 0 0,-1 0-1,-40-40-15,0 0 0,40 40 16,-40-40-1,0 0-15,0-1 0,0 1 16,0 0-16,0 0 16,0 0-16,0 0 15,0 0-15,0 0 0,0 0 32,0 0-32,0-1 31,-40 41 47,40 41-47,0-1-15,0 0-16,0 0 0,-40 0 15,40 0-15,-41 0 0,41 0 16,0 0-16,0 0 16,-40-40-16,40 41 0,0-1 0,0 0 0,0 0 15,0 0-15,-40 0 0,40 0 0,0 0 0,0 0 16,0 1-16,0-1 0,-40-40 16,40 40-16,0 0 0,0 0 15,0 0 1,0 0-1,0 0 1,0 0 15,0 0-31,0 1 32,0-122-1,0 41-16,0 0-15,40 40 0,-40-40 16,40 40-16,-40-40 0,40 40 16,-40-40-16,41 40 0,-41-40 0,40 0 15,0 0-15,0 40 32,-40-41-32,40 41 15,-40 41 16,40-41-31,-40 40 16,40-40-16,-40 40 16,40-40-1,-40 40-15,0 0 16,41-40 0,-41 40-16,0 0 15,40 0-15,-40 0 16,40 0-1,-40 1 17,40-41-17,-40 40 1,40-40-16,0 0 16,0 0 15,-40-40 0,40 40 0,-40-41-31,0 1 0,0 0 16,0 0 0</inkml:trace>
  <inkml:trace contextRef="#ctx0" brushRef="#br0" timeOffset="80170.87">6902 11028 0,'0'-40'16,"-40"40"15,-1 0 1,1 40-17,0 0 1,0 1-16,0-1 15,40 0-15,-40-40 0,40 40 16,-40 0-16,40 0 0,0 0 16,0 0-16,-40 0 15,40 1-15,0-1 0,0 0 16,0 0-16,40-40 0,-40 40 16,0 0-16,40-40 0,-40 40 15,0 0-15,40-40 0,-40 40 0,40-40 16,-40 40-1,40 1-15,0-1 16,0-40 0,-40 40-16,41-40 15,-1 0 1</inkml:trace>
  <inkml:trace contextRef="#ctx0" brushRef="#br0" timeOffset="80810.87">7102 11349 0,'40'-80'16,"-80"160"-16,121-160 15,-41 40-15,0 40 16,0 0 0,-40 40-1,40 0-15,0 40 16,-40-40 0,0 1-16,40 79 15,-40-80-15,0 40 16,0-40-16,0 0 31,0-80 0,0 0-15,0 0-16,0 0 16,41 40-16,-41-40 15,0 0-15,40 40 0,0-40 16,-40 0-1,40 40-15,0 0 16,-40-41 0,40 41-16,-40 41 47,40-41-47,-40 40 0,0 0 15,0 0-15,0 0 16,0 0-16,0 0 0,0 0 15,0 0 1,0 0-16,0 1 0,0-1 16,0 0-1,0 0 1</inkml:trace>
  <inkml:trace contextRef="#ctx0" brushRef="#br0" timeOffset="81150.82">7865 11309 0,'0'-40'0,"0"80"0,40-80 0,0 0 31,0 40-31,0 40 31,-40 0-15,0 0 0,40-40-16,-40 40 0,0 0 15,41 1-15,-41-1 0,0 0 16,0 0-1,0 0-15,0 0 0,0 0 0,-41 0 16,41 0-16,0 0 16,0 1-16,0-1 0,-40-40 15,40 40-15,-40-40 0</inkml:trace>
  <inkml:trace contextRef="#ctx0" brushRef="#br0" timeOffset="82640.81">13001 11229 0,'0'40'94,"-40"-40"-94,40 40 0,-80 0 15,39 0-15,1 0 0,0 1 0,0-41 16,0 40-16,0 0 0,40 0 16,-40 0-16,0-40 0,40 40 0,-41-40 0,41 40 15,-40-40-15,40 40 16,-40-40-16,40 40 15,40-40 17,0 0-17,1-40-15,-1 40 0,0 0 0,0 0 16,0 0-16,0-40 0,0 40 0,0 0 0,1 0 16,-1 0-16,0 0 0,0 0 15,0 0-15,0 0 0,0 0 0,0 0 16,1 0-1,-1 0-15,0 0 16,0 0 0,0-40-16,0 40 15</inkml:trace>
  <inkml:trace contextRef="#ctx0" brushRef="#br0" timeOffset="82960.78">12881 11309 0,'-41'0'15,"41"40"1,0 0-1,0 41 1,41 39 0,-41-40-16,40 121 15,-40-81 17,0-80-32,0 40 15,0-40-15</inkml:trace>
  <inkml:trace contextRef="#ctx0" brushRef="#br0" timeOffset="84250.64">16652 11550 0,'-40'0'16,"40"40"15,40-40 47,-40-40-78,0 0 16,41 40-16,-41-40 0,40 40 0,0 0 15,-40-41 1,40 41-16,-40-40 0,40 40 0,0 0 0,-40-40 16,40 40-16,0 0 0,1-40 15,-1 40-15,0 0 16,0 0 0,-40 40-1,40 0-15,0 0 0,-40 1 16,0-1-16,40-40 15,-40 40-15,0 0 0,0 0 0,0 0 16,0 0 0,-40 0-16,40 0 0,-40-40 0,40 40 15,-40-40-15,0 0 0,0 41 0,0-1 16,-1-40-16,1 40 16,0-40-1,80 0 32,0-40-31,1 40-1,-1-40-15,0 40 0,0 0 16,0 0-16,0 0 16,0 0-16,0 0 15,-40 40-15,41-40 0,-41 40 0,40-40 16,-40 40-16,40 0 15,-40 0-15,0 0 16,-80 0 0,80 0-16,0 1 0,-81-41 0,81 40 15,-40 0-15,0-40 0,40 40 0,-40-40 16,0 0-16,40 40 16,-40-40-16,0 0 0,-1 0 0,1 0 0,0 0 15,0 0-15,0 0 16,0 0-16,0 0 31,40-40-31</inkml:trace>
  <inkml:trace contextRef="#ctx0" brushRef="#br0" timeOffset="85520.56">19622 11670 0,'0'-40'0,"40"0"16,0 40 0,-40-40-16,40 40 0,0 0 0,0 0 15,1 0-15,-1 0 0,0 0 16,0 0-16,-40 40 16,40-40-16,-40 40 0,40-40 0,-40 40 0,0 0 15,40 0-15,-40 0 16,0 0-16,40 1 0,-40-1 0,0 0 15,0 0 1,-80-40-16,80 40 0,-40 0 0,40 0 0,-40-40 16,0 40-16,0 0 0,0-40 15,-1 41-15,41-1 0,-40-40 0,0 0 0,40 40 16,-40-40-16,0 0 0,40 40 16,-40-40-16,0 0 31,40-40-31,0 0 15,0 0-15,80 40 0,-80-41 16,0 1 0,40 40-16,0 0 0,0 0 15,0 0-15,1 0 0,-1 0 16,0 0-16,-40 40 0,40-40 16,0 0-16,-40 41 0,40-41 0,0 0 15,0 40-15,-40 0 16,41-40-16,-1 40 0,0-40 0,0 40 15,0 0-15,0-40 16,0 0-16,0 40 0,1-40 0,-1 0 0,0 40 16,0-40-1,0 0-15,0 0 0,0 0 0</inkml:trace>
  <inkml:trace contextRef="#ctx0" brushRef="#br0" timeOffset="86420.5">23033 11710 0,'0'-40'16,"-41"40"0,41 40 124,0 0-140,0 0 16,0 0-16,0 1 15,41-1-15,-41 0 0,0 0 0,0 0 0,0 0 16,0 40-16,0-40 16,0 1-16,0-1 0,0 0 0,0 0 0,0 0 15,0 0-15,0 0 0,0 0 16,0 0-16,-41-40 16</inkml:trace>
  <inkml:trace contextRef="#ctx0" brushRef="#br0" timeOffset="92040.2">4936 12833 0,'0'-40'31,"40"40"-31,0 0 16,-40 40-1,40-40-15,0 0 31,0 0-15,0 0 0,0 0-16,-40-40 15,41 40-15,-41-40 0,40 0 0,0 0 32,-40 0-32,40 40 15,-40-41-15,0 1 16,0 0-16,0 0 31,0 0-31,0 0 16,0 0-1,0 80 63,-40 0-78,40 0 32,0 0-32,-40-40 0,40 40 15,-40 0-15,40 1 16,0-1-16,-41 0 16,41 0-16,0 0 0,0 0 0,0 0 15,0 0-15,0 0 16,0 1-16,0-1 0,0 0 0,0 0 15,0 0-15,0 0 16,0 0-16,0 0 0,0 0 16,0 0-1,-40-40 1,40-40 78,0 0-94,40 40 15,-40-40-15,41 0 16,-1 0 0,0 40-16,0-40 15,0 40 1,0-40-16,0 40 15,0 0 48,-40 40-63,0 0 31,41 0-31,-41 0 16,40 0-1,-40 0-15,0 0 32,40-40-32,-40 41 0,0-1 15,40-40-15,-40 40 16,40-40 0,0 0-1,-40 40 1,40-40-16,0 0 15,-40 40-15,41-40 16,-41-40 31</inkml:trace>
  <inkml:trace contextRef="#ctx0" brushRef="#br0" timeOffset="92770.19">6661 12552 0,'0'0'16,"-40"0"-16,40-40 0,0 80 93,0 0-77,-40-40-16,40 41 31,-40-41-31,40 40 0,-41 0 16,41 0-1,-40-40-15,40 40 0,0 0 0,-40-40 0,40 40 16,0 0-16,0 0 16,0 1-16,0-1 0,0 0 0,0 0 15,0 0-15,0 0 0,40 0 16,-40 0 0,40-40-16,-40 40 0,0 0 0,41-40 15,-41 41-15,40-41 0,0 40 16,0-40-16,-40 40 0,40-40 15,0 0 1,0 0-16,0 0 16,1-40-1</inkml:trace>
  <inkml:trace contextRef="#ctx0" brushRef="#br0" timeOffset="93550.1">6741 12953 0,'0'0'16,"0"-40"-16,40 0 16,0 0-1,1 40 1,-1 0-16,-40-40 0,40 40 16,0 0-1,-40 40 16,40-40-31,-40 40 0,0 0 0,0 0 16,40-40-16,-40 41 0,0-1 16,0 0-16,0 0 0,0 0 0,0 0 15,0 0-15,0 0 0,-40 0 0,40 0 16,-40 1-16,0-1 16,40-80 30,0-41-30,40 41 0,-40 0-16,0 0 0,0 0 0,40 40 15,-40-40-15,40 40 16,-40-40-16,40 0 0,0 0 0,-40-1 16,41 41-1,-1-40-15,0 40 0,-40-40 16,40 40-16,0-40 15,-40 80 32,0 0-47,0 0 16,0 1-16,0-1 16,0 0-16,0 0 31,0 0-31,0 0 0,0 0 15,0 0-15,0 0 16,0 0-16,40 1 16,0-41 31,-40 40-47</inkml:trace>
  <inkml:trace contextRef="#ctx0" brushRef="#br0" timeOffset="93870.05">7785 13314 0,'0'0'0,"40"0"47,0 0-31,0 0-1,0 0-15,40 0 0,-80-40 16,40 40-16,1 0 15,-1 0-15,0 0 16,-40-40-16,40 40 16</inkml:trace>
  <inkml:trace contextRef="#ctx0" brushRef="#br0" timeOffset="94370.02">8627 12873 0,'0'0'0,"0"-40"16,0 0-1,0 80 16,0 0-15,0 0-16,0 0 16,0 1-16,-40-1 31,40 0-31,0 0 0,0 120 31,0-39-15,0-1-1,0-80 17</inkml:trace>
  <inkml:trace contextRef="#ctx0" brushRef="#br0" timeOffset="95019.98">8988 12552 0,'0'40'31,"40"-40"16,1 41-31,-1-41-16,-40 40 0,40 0 16,-40 0-16,0 0 0,40 0 15,-40 0-15,0 0 0,40 41 16,-40-41-16,0 0 0,0 0 0,0 0 0,0 0 15,0 40-15,-80-40 0,80 0 16,0 1-16,0-1 0,-80 40 0,80-40 0,-41 0 16,1 0-16,0 40 0,-40-39 0,40-1 0,-40 40 15</inkml:trace>
  <inkml:trace contextRef="#ctx0" brushRef="#br0" timeOffset="118798.55">17335 13154 0,'0'40'47,"-81"0"156,81 0-203,-40-40 15,40 40-15,-40-40 0,0 40 16,40 1 0,-40-41-1,40 40 1,-40-40 15,40 40-31,-40-40 16,-1 40-1,1-40-15,40 40 16,40-40 156,1 0-156,-1 0-1,0 0-15,0 0 0,0 0 16,0 0-16,0 0 15,0 0-15,1 0 0,-1 0 16,0 40-16,0-40 0,0 0 16,0 0-16,0 0 15,0 0-15,1 0 16,-1 0-16,0 0 16,0 0-16,0 0 31,-40-40-31,40 40 0,0-40 15,0 40 1</inkml:trace>
  <inkml:trace contextRef="#ctx0" brushRef="#br0" timeOffset="119378.51">17495 13274 0,'-40'0'15,"40"-40"1,-40 40 171,40 40-187,0 0 16,0 0 0,0 1-16,0-1 0,0 0 0,-40 0 15,40 0-15,0 0 16,0 0-16,0 0 0,0 0 0,0 1 0,0-1 16,0 0-16,0 0 0,0 0 15,0 0-15,0 0 0,40-40 31,-40-40-15</inkml:trace>
  <inkml:trace contextRef="#ctx0" brushRef="#br0" timeOffset="121118.4">19782 13274 0,'40'0'31,"1"0"0,-1-40 1,0 40-17,0 0 1,-40-40-16,40 40 0,0 0 16,0 0-1,0 0-15,1 0 16,-1 0-16,0 0 15,-40 40-15,40-40 0,-40 40 16,40-40-16,-40 40 0,0 0 16,0 1-1,0-1-15,0 0 16,0 0 0,-40-40-16,40 40 0,-40 0 31,0 0-31,0-40 15,40 40 1,-41-40-16,82 0 63,-1 0-48,0-40-15,0 40 16,0 0-1,0 0-15,0 0 16,0 0-16,1 0 0,-1 0 16,-40 40-1,40-40-15,-40 40 16,0 1 0,40-41-16,-40 40 0,0 0 15,0 0-15,0 0 16,0 0-1,-80-40-15,80 40 0,-40-40 16,40 40 0,-41-40-16,41 40 0,-40-40 0,0 0 15,0 40-15,0-40 16,0 0-16,0 0 0,0 0 16,-1 0-1,1 0-15,0 0 16,0 0-1,40-40 1,-40 40-16,40-40 0</inkml:trace>
  <inkml:trace contextRef="#ctx0" brushRef="#br0" timeOffset="123288.36">22872 13395 0,'0'40'15,"40"-80"64,-40-1-64,80 41-15,-39 0 16,-1 0-16,-40-40 0,40 40 0,0 0 15,0 0 1,0 0-16,0 0 0,0 0 16,1 0-16,-41 40 15,0 1 1,0-1 0,0 0-16,0 0 0,0 0 15,-41 0-15,41 0 16,0 0-16,0 0 0,-40-40 0,40 41 0,0-1 15,-40 0-15,40 0 0,-40 0 16,0-40 0,40 40-16,-40-40 15,0 0 1,0 0-16,-1 0 16,1 40-1,0-40 1,40-40 46,40 40-62,0-40 16,1 40 0,-1 0-1,0 0 1,0 0-16,-40-40 0,40 40 15,0 0-15,0 0 16,-40 40 15,40-40-15,-40 40-16,41-40 16,-1 0-1,0 0-15,0 0 16,0 0-16,0 0 15,0 0 1,0 0 0,1 0-1,-1 0 1,0 0 0,0 0 15,0 0-16,0 0 1,0 0 15,-80 0 219</inkml:trace>
  <inkml:trace contextRef="#ctx0" brushRef="#br0" timeOffset="127028.04">12800 13274 0,'-40'0'0,"80"0"141,0 0-110,1-40-31,-41 0 32,40 40-32,-40-40 15,0 0 1,0 0-16,0 0 15,0 0 1,0-1 62,0 1-78,0 0 16,0 0-16,80 40 15,-80 40 110,0 0-109,0 0 0,0 1-16,0-1 15,0 0 1,0 0-16,0 0 16,0 0-16,-40-40 15,40 40-15,0 0 0,0 0 16,0 0-1,0 1 1,0-1-16,0 0 16,0 0-1,0 0-15,0 0 16,0 0 0,0 0 15,0 0-16,0 1 1,0-1 0,0 0-16,0 0 15,0 0 1,0 0 62,-40-40 16,0 0-47,40-40-47,-41 40 15,41-40 1,-40 40-16,0 0 31,0 0-15,0 0-1,0 0 1,0 40 0,0-40 46,-1 0-31,82 0 63,-1 0-94,0 0 16,0 0-16,0 0 15,0 0 1,0 0 0,0 0-1,1 0-15,-1 0 16,0 0 0,0 0-1,0 0 1,0 0-1,0-40 1,0 40 0,1 0-16,-1 0 15,0 0 17,0 0-17,0 0 1,0 0-16,0 0 31,-80 0 141</inkml:trace>
  <inkml:trace contextRef="#ctx0" brushRef="#br0" timeOffset="130227.85">4655 14598 0,'40'0'94,"0"0"-63,0 0-16,0 0 1,0 0 31,-40-40-47,0 0 31,0-1-31,0 1 16,0 0-16,0 0 15,0 0 1,0 0-16,-40 40 16,40-40-16,-40 40 78,40-40-31,0 80 62,0 0-109,0 0 0,0 0 16,0 0-1,0 0-15,0 0 0,0 1 16,0-1-16,0 0 16,0 0-16,0 0 0,0 0 15,0 0-15,0 0 16,0 0-16,0 0 0,0 1 15,0-1-15,-40 0 0,40 0 16,0 0 0,0 0-16,-40-40 31,40-40 0,0 0-15,0 0-1,40 40-15,-40-40 16,40 0-16,-40-1 0,40 1 16,-40 0-16,40 40 15,-40-40-15,40 40 0,-40-40 0,41 40 16,-41-40-16,40 40 16,-40-40-16,40 40 0,0 0 31,-40 40-16,40-40-15,-40 40 0,40-40 16,-40 40 0,40-40-16,-40 40 15,40-40 1,-40 40-16,0 0 31,41-40-31,-1 41 16,0-1-1,-40 0 17,40-40-32,0 0 31,0 0-15,0 0 15,-40-40-31,40 40 0,-40-40 0,41 40 15,-41-41-15,40 41 0</inkml:trace>
  <inkml:trace contextRef="#ctx0" brushRef="#br0" timeOffset="130727.81">6139 14237 0,'0'0'15,"-40"0"-15,0 0 32,0 0-1,0 0-15,0 0-1,40 40-15,-40-40 0,40 40 0,-41-40 16,41 40-16,0 0 0,-40-40 0,40 40 15,0 0-15,0 1 16,0-1-16,0 0 0,40 0 16,-40 0-1,0 0-15,41 0 0,-1 0 16,-40 0-16,40-40 16,-40 40-16,40-40 0,0 41 0,0-41 15,0 0 1,0 0-16,1 0 15,-41-41-15</inkml:trace>
  <inkml:trace contextRef="#ctx0" brushRef="#br0" timeOffset="131367.78">6300 14518 0,'0'-41'0,"0"82"0,0-122 16,0 41-16,40 0 15,40 40 17,-40 0-17,41 40 1,-41 40-1,-40-39 1,0 79 0,0-40 15,-40 0-15,40-40-1,0-80 16,40 0-15,-40 0-16,0 0 0,40 40 0,-40-40 0,40 0 16,-40 0-1,40 40-15,0-40 0,0 40 16,-40-41 0,40 41-16,-40-40 0,41 40 31,-41 40-16,0 1 17,40-41-32,-40 40 15,0 0 1,40-40-16,-40 40 31,0 0-31,0 0 16,0 0-16,0 0 15,0 0 1,40-40-16,0 40 0</inkml:trace>
  <inkml:trace contextRef="#ctx0" brushRef="#br0" timeOffset="131657.76">7423 14718 0,'0'0'16,"41"0"15,-1 0-31,-40-40 15,40 40 1,0 0-16,-40-40 0,40 40 0,0 0 0,0 0 16,0 0-1,1-40-15,-1 40 0,0 0 0,0 0 16</inkml:trace>
  <inkml:trace contextRef="#ctx0" brushRef="#br0" timeOffset="132327.79">8106 14477 0,'40'-40'15,"-80"80"-15,80-120 0,0 80 0,0-40 16,-40 0-16,40 40 15,0 0-15,-40-40 0,40 40 0,0 0 16,1 0 0,-1 80 15,-40-40-31,0 40 16,0-39-16,0-1 15,0 0-15,-40 40 16,-1-80-16,41 80 31,-40-80-31,40 40 16,-40-40-1,80 0 48,0 0-48,1 0-15,-1 0 0,0 0 0,0 0 16,0 0-16,0 0 16,0 0-16,0 0 0,1 0 0,-1 0 15,0 0-15,0 0 0,0 0 16,0 0-16,0 0 0,-40 40 31</inkml:trace>
  <inkml:trace contextRef="#ctx0" brushRef="#br0" timeOffset="132927.68">8988 14277 0,'40'0'46,"1"0"-14,-41 40-1,40-40-31,-40 40 16,40-40-16,-40 40 15,0 0-15,40-40 0,-40 40 16,0 1-1,0-1-15,0 0 16,0 0 0,0 0-16,0 0 15,0 0 1,0 0-16,0 0 0,0 0 0,0 1 16,0-1-16,-40-40 0,40 40 15,0 0-15,-40-40 0,40 40 0,0 0 16,-40 0-16,40 0 31,-41-40-31,1 0 31,40-40-31,0 0 16,0 0 0</inkml:trace>
  <inkml:trace contextRef="#ctx0" brushRef="#br0" timeOffset="141107.25">17054 14798 0,'0'-40'62,"40"40"-30,-40-40-32,0 80 46,0 0 64,0 0-95,0 0 1,0 1-16,0-1 0,0 0 16,0 0-16,0 0 15,0 0-15,0 0 0,0 0 0,0 0 16,0 1 0,0-1-16,0 0 0,0 0 15,0 0 32,0 0-31,0 0-16,0-80 78,0 0-63,0 0 1,0 0-16,0 0 0,40 0 0,-40-1 16,0 1-1,40 0-15,-40 0 0,0 0 16,0 0 0,0 0-16,0 0 15,0 0 1,0 80 31,0 0-47,0 0 0,0 0 15,0 0-15,0 0 16,0 0-16,0 0 0,0 1 16,0-1-16,0 0 15,-40 0-15,40 0 0</inkml:trace>
  <inkml:trace contextRef="#ctx0" brushRef="#br0" timeOffset="142827.15">20785 14598 0,'0'40'78,"-40"-40"-47,40 40-31,-40-40 16,0 0-1,0 0-15,40 40 0,-40-40 16,40 40-16,-40 0 16,0-40-16,40 40 0,-41 0 0,1 1 15,0-1-15,40 0 16,-40-40-16,40 40 0,-40-40 15,40 40-15,0 0 32,-40 0-17,40 0 1,40-40 0,0 0-1,0 0 1,0 0 15,0 0-31,1 0 16,-1 0-1,0 0-15,0 0 0,0 0 16,0-40 0,0 40-16,0 0 0,1 0 15,-1 0-15,0 0 16,0 0-1,0 0 1,0 0 0,0 0-1,0 0 17</inkml:trace>
  <inkml:trace contextRef="#ctx0" brushRef="#br0" timeOffset="143307.04">20745 14678 0,'0'-40'0,"0"0"31,40 40-16,-40 40 17,0 0-17,0 0-15,0 0 0,0 0 16,0 0 0,0 0-16,0 1 0,0-1 0,0 0 0,0 0 15,0 40-15,0-40 0,0 0 0,0 0 0,0 1 16,0-1-16,0 0 0,0 0 15,0 0-15,0 0 0,0 0 0,0 0 16,0 0 0,0 0-16,0 1 0</inkml:trace>
  <inkml:trace contextRef="#ctx0" brushRef="#br0" timeOffset="145366.9">23514 14638 0,'-40'0'15,"0"0"17,80 0-1,0 0 0,0-40 63,0 40-94,0 0 15,1 0 1,-1 0-16,-40-40 16,40 40-16,0 0 15,0 0-15,0 0 0,0 0 16,0 0 0,-40 40-1,0 0 1,0 0-1,0 0-15,0 0 0,0 0 16,0 0 0,0 0-16,0 1 0,-40-41 0,40 40 0,0 0 15,0 0 1,-40-40-16,40 40 0,-40-40 16,40 40-16,-40-40 0,40 40 15,-40-40 1,0 0-1,40 40-15,-40-40 16,-1 0-16,41 40 0,-40-40 16,0 0-1,80 0 32,41-40-16,-41 40-31,0 0 16,0 0-16,-40-40 0,40 40 16,0 0-16,0 0 0,0 0 15,1 0 1,-41 40-16,40-40 0,-40 40 16,0 1-16,40-41 0,-40 40 15,0 0-15,0 0 16,0 0-16,0 0 15,0 0 1,-40-40-16,40 40 0,-40 0 16,40 0-1,-41-40-15,41 41 16,0-1 0,-40-40-16,0 40 15,0-40 1,40 40-16,-40-40 15,0 0-15,40 40 0,-40-40 16,0 0-16,-1 0 16,1 0-16,0 0 0,0 0 15,0 0 1,0 0 0,0 0-1,40-40 1,-40 40-16,40-40 31</inkml:trace>
  <inkml:trace contextRef="#ctx0" brushRef="#br0" timeOffset="148426.72">12680 14838 0,'40'0'15,"0"0"79,0 0-47,0 0-32,1 0 32,-41-40-47,40 40 16,-40-40 0,40 0-16,0 40 15,0-40-15,0 40 16,0 0-1,0 0 17,-40 40-1,41-40-15,-41 40-16,0 0 0,0 0 15,0 0-15,0 1 16,-41-1-16,41 0 0,0 0 0,-40-40 15,40 40-15,0 0 16,0 0-16,-40-40 0,40 40 16,-40-40-1,40 40-15,-40-40 16,40 41 0,-40-41-16,0 0 15,40 40-15,-40-40 0,40 40 0,-41-40 16,41 40-16,-40-40 0,40 40 15,-40-40 1,40-40 62,0 0-62,40 40-1,-40-40-15,40 40 16,-40-40-16,41 40 31,-41-41-31,40 41 0,0-40 16,0 40 0,0 0-16,0 0 15,-40 40 1,40-40-16,-40 41 15,40-41-15,-40 40 16,41-40 0,-41 40-16,0 0 15,40-40 1,-40 40-16,40-40 0,-40 40 16,40-40-16,0 40 15,0-40 1,0 0 15,-40 40 0,40-40-31,1 0 32,-1 0-17,0 0 1,-40-40-1,40 40-15,0 0 16,-40-40 0,40 40-1,-40-40 110,-40 40-93,40 40-32,-40-40 0</inkml:trace>
  <inkml:trace contextRef="#ctx0" brushRef="#br0" timeOffset="150826.57">4655 16001 0,'40'0'94,"0"0"-63,0 0-15,0 0-1,0 0 1,0 0 0,-40-40-1,41 40-15,-41-40 0,0 0 31,40 40-31,-40-40 16,0 0 0,0 0-16,0 0 15,-40 40 1,40-40 0,-41 40-16,41 40 140,0 0-140,-40 0 16,40 0-1,0 0-15,-40 0 0,40 0 16,0 0 0,0 1-16,0-1 0,0 0 0,0 0 15,0 0-15,0 0 0,0 0 16,0 0-16,40 0 0,-40 0 16,0 1-16,0-1 15,0 0 1,0 0-16,-40-40 15,40-40 64,40 0-79,-40 0 15,40 40-15,-40-41 0,0 1 0,41 40 16,-41-40-16,40 0 15,-40 0-15,40 40 16,-40-40 0,40 40-16,0 0 31,0 0-15,-40 40-1,40-40 1,0 0 15,-40 40-31,0 0 31,41-40-31,-41 40 16,40 0 0,0 1-1,0-41 16,0 0 1,-40-41-32,40 1 15,0 40 1,-40-40 0,40 40-1</inkml:trace>
  <inkml:trace contextRef="#ctx0" brushRef="#br0" timeOffset="151446.53">6099 15761 0,'-40'-40'15,"0"40"1,0 0 31,0 0-32,40 40-15,0 0 16,-40 0-16,-1 0 16,41 0-16,0 0 0,0 0 15,0 1 1,0-1-16,0 0 0,0 0 15,0 0 1,0 0-16,41 0 0,-41 0 16,40-40-16,-40 40 15,40-40-15,0 0 0,-40 40 0,40-40 0,-40 41 16,40-41 0,0 0-16,0 0 15</inkml:trace>
  <inkml:trace contextRef="#ctx0" brushRef="#br0" timeOffset="152106.49">6500 16001 0,'0'-40'16,"41"40"-16,-1 0 31,-40 40-15,40-40-1,0 81 1,-40 39 0,0-80-16,0 80 31,0-80-31,-40 1 16,40-1-1,0-121 1,0 41-16,0-40 31,80-40-15,-40 80-16,0-40 15,0 80-15,-40-41 16,41 1-16,-1 40 31,0 0 0,-40 40-31,40 1 32,-40-1-32,0 0 15,0 0-15,40 0 16,-40 0-16,0 0 16,0 0-16,40 0 31,0 0-31,-40 1 31</inkml:trace>
  <inkml:trace contextRef="#ctx0" brushRef="#br0" timeOffset="152416.51">7383 16362 0,'0'0'16,"40"0"-1,-40-40 1,81 0-1,-41 40-15,0-40 16,0 40 0,0 0-1,0 0-15,0-40 16</inkml:trace>
  <inkml:trace contextRef="#ctx0" brushRef="#br0" timeOffset="153326.41">8346 15961 0,'0'-40'16,"40"40"15,1 0-15,-41-40 0,40 40-16,0 0 31,0 0-31,0 0 15,0 0-15,0 0 16,0 0 0,-40 40-1,0 0 1,0 0-16,0 1 0,0-1 16,-40-40-16,40 40 0,0 0 15,-40-40-15,40 40 0,0 0 0,0 0 0,-40-40 16,40 40-16,-40 0 15,0-40-15,40 40 16,0-120 31,40 80-31,-40-40-16,40 40 15,0 0 1,0 0-16,0 0 15,1 0 1,-1 0 0,-40 40-1,40-40-15,-40 40 0,0 0 16,0 1-16,0-1 0,0 0 16,0 0-1,-40 0-15,40 0 16,-40-40-16,40 40 15,-41-40-15,1 40 0,0-40 16,0 0 0,0 0-16,0 0 15,0 0-15,0 0 16,40-40-16,-41 40 0,41-40 16,-40 40-16,0 0 0</inkml:trace>
  <inkml:trace contextRef="#ctx0" brushRef="#br0" timeOffset="154116.46">9028 15841 0,'41'0'31,"-41"-40"-31,40 40 16,0 0-16,-40 80 0,40-80 16,-40 40-1,40-40-15,-40 40 0,0 0 16,40 1-1,-40-1-15,40 0 16,-40 0 0,40 0-16,-40 0 15,0 0 1,0 0-16,0 0 0,0 0 16,0 1-16,0-1 0,0 0 0,-40-40 15,40 40-15,0 0 16,-40-40-16,40 40 0,0 0 15,-40 0 1,40 0-16,0 1 16,0-1 15,-40-40-31,40 40 16,-40-40-1,80 0 63,-40-40-15</inkml:trace>
  <inkml:trace contextRef="#ctx0" brushRef="#br0" timeOffset="158366.12">16813 16362 0,'0'-40'15,"80"40"32,-80-40-47,40 40 16,0 0 46,1 0-46,-1 0 15,0 0-15,-40-40-16,40 40 0,0 0 16,0 0-16,0-40 15,0 40 1,1 0-16,-1 0 31,0 0-15,-40 40-16,40-40 15,-40 40-15,0 0 0,0 0 16,0 0-16,40-40 0,-40 41 0,0-1 16,0 0-1,0 0-15,0 0 16,-40-40-16,40 40 15,-40 0-15,40 0 16,-40-40 0,0 0-16,40 40 0,-41-40 15,1 0 1,0 41-16,0-41 16,40 40-1,40-80 63,0 40-62,0-41-16,1 41 16,-1 0-1,0 0-15,0 0 16,0 0-1,0 0-15,0 0 16,-40-40-16,40 40 16,1 0 15,-1 0-31,0 0 16,-40 40-1,40-40-15,0 0 16,0 0 15,-40 41-31,40-41 0,0 0 16,1 0-1,-1 0-15,0 0 16,0 0-16,-80 0 156,0 0-140,0 0-1</inkml:trace>
  <inkml:trace contextRef="#ctx0" brushRef="#br0" timeOffset="159786.12">20745 16242 0,'40'0'47,"-40"-40"-32,41 40-15,-41 40 63,0 0-47,-41-40-1,41 40 1,0 0-1,0 0 1,0 1 0,0-1-16,0 0 0,0 0 15,0 0-15,0 0 16,0 0-16,0 0 0,0 0 0,0 1 0,0-1 16,0 0-16,0 0 0,0 0 0,0 0 15,0 0-15,0 0 16,0 0 15,41-80 16,-41 0 47</inkml:trace>
  <inkml:trace contextRef="#ctx0" brushRef="#br0" timeOffset="160806.06">23715 16443 0,'0'-41'47,"40"41"-32,-40 41 16,-80-41-15,80 40-16,-41-40 16,41 40-16,-40 0 0,0 0 0,40 0 0,-40 0 15,0 0-15,0 0 0,0-40 16,40 41-16,-40-1 0,-1-40 0,41 40 0,0 0 16,-40-40-16,80 0 78,41 0-63,-41 0-15,0 0 0,0 0 0,0 0 16,0 0-16,0 0 0,1 0 0,-1 0 16,0 0-16,0 0 0,0-40 15,0 40-15,0 0 0,0 0 0,1 0 0,-1 0 16,0 0-16,0 0 15,-40-40-15,40 40 0</inkml:trace>
  <inkml:trace contextRef="#ctx0" brushRef="#br0" timeOffset="161206.03">23795 16603 0,'0'-40'0,"0"80"0,-40-80 0,40 0 31,0 80 32,0 0-63,0 0 0,0 0 16,0 0-16,0 0 0,0 1 0,0-1 15,0 0-15,0 0 16,0 0-16,0 0 0,0 0 0,0 0 15,0 0 1,0 0-16,0 1 0,-40-41 94</inkml:trace>
  <inkml:trace contextRef="#ctx0" brushRef="#br0" timeOffset="162965.84">13242 16202 0,'0'-40'109,"40"40"-109,0 0 31,-40-40-15,40 40 0,0 0-16,0 0 31,0 0-15,-40 40-1,41 0 1,-41 0-16,0 0 15,0 0 1,0 0-16,0 0 16,0 1-1,-41-41 1,41 40 0,-40-40-1,0 0 1,40 40-1,-40-40-15,80 0 110,0 0-95,0 0 1,1 0-16,-1 0 31,0 0-31,-40 40 32,0 0-17,0 0 16,0 0-31,-40 0 32,40 0-32,-40-40 15,40 41-15,-41-41 16,41 40-16,-40-40 16,0 0-1,0 0 1,0 0-1,0 0 1,40-40-16,-40 40 16,0 0-1,-1 0 17,41 40-17</inkml:trace>
  <inkml:trace contextRef="#ctx0" brushRef="#br0" timeOffset="167505.65">4735 17525 0,'-40'0'31,"80"0"32,0 0-17,0 0-46,-40-40 16,40 40-16,0 0 16,1-40-16,-41 0 15,40 40-15,-40-40 0,0 0 32,0 0-17,0 0 1,0 0-16,0-1 15,-40 1 1,40 0-16,-41 40 16,41 40 46,0 0-46,0 1-1,0-1-15,0 0 0,0 0 0,0 0 16,0 0-16,0 0 16,0 0-16,0 0 0,0 1 0,0-1 0,0 0 0,0 0 15,0 0-15,0 0 0,0 0 16,0 0 0,-40-40-1,40 40 1,0 0-1,-40-40-15,40 41 16,40-41 31,-40-41-47,40 41 16,-40-40-16,41 40 15,-1-40-15,-40 0 0,40 40 16,-40-40-16,40 40 15,-40-40-15,40 40 0,-40-40 0,40 40 32,-40-40-32,40 40 0,-40-40 15,40 40 17,1 40-17,-41 0 1,40-40-16,-40 40 15,0 0 1,0 0-16,0 0 16,0 0-1,0 0-15,0 1 16,40-41-16,-40 40 0,40-40 16,0 0-1,0 0 1,0 0-1,0 0 1</inkml:trace>
  <inkml:trace contextRef="#ctx0" brushRef="#br0" timeOffset="167975.53">6059 17245 0,'-40'-40'16,"80"80"-16,-80-121 0,40 41 16,-40 40-1,40 40 17,-40 1-17,40-1 1,0 0-16,0 0 0,0 0 15,0 0-15,-40 0 16,40 0-16,0 0 0,0 1 0,0-1 16,0 0-16,0 0 15,0 0-15,0 0 0,40 0 0,-40 0 16,40 0-16,0 0 16,0-40-1,0 0 1,-40 41-16,40-41 15</inkml:trace>
  <inkml:trace contextRef="#ctx0" brushRef="#br0" timeOffset="168605.57">6300 17686 0,'0'-40'0,"-40"0"31,40 0-31,0-1 16,0 1-16,40 40 16,0 0-1,40 81 16,-40-81-31,-40 40 0,0 0 0,0 0 16,40 0 0,-40 0-16,0 0 0,0 0 15,-40 0 1,0-40 0,40-40 30,40 40-46,-40-40 0,40 0 16,-40 0-16,0 0 16,41 40-16,-1 0 0,-40-40 15,40 40-15,-40-40 0,40 40 16,-40-40-16,40 40 0,-40-41 16,40 41-16,0 0 15,0-40-15,1 40 0,-1 0 16,0 0-1,-40 40-15,0 1 16,0 39 0,0-40-16,0 0 15,0 0-15,0 0 16,0 0 0,0 0-1,0 0 1,0 1-16,0-1 31</inkml:trace>
  <inkml:trace contextRef="#ctx0" brushRef="#br0" timeOffset="168945.51">7584 17926 0,'0'0'0,"-40"0"0,80 0 31,-40-40-16,40 40-15,0-40 16,0 40-16,0 0 16,-40-40-16,41 40 15,-1 0-15,0 0 0,0 0 16,0 0-16,0 0 0,0 0 0,0 0 16,1 0-16,-1-40 15,0 40-15</inkml:trace>
  <inkml:trace contextRef="#ctx0" brushRef="#br0" timeOffset="169565.44">8748 17485 0,'-41'0'47,"41"40"-32,-40-40-15,40 41 0,-40-41 0,40 40 0,-40 0 16,0-40 0,40 40-16,-40-40 0,40 40 0,-40-40 15,40 40-15,-40-40 0,-1 40 16,1-40-16,40 40 0,-40-40 15,40 40 1,40-40 15,0 0-15,1 0-16,-1 0 16,0 0-16,0 0 15,0 0-15,0 0 0,0 0 16,0 0-16,1 0 15,-1 0-15,0 0 0,0 0 16,0 0 0,0 0-16,0 0 0,0 0 15,1 0-15,-1 0 32</inkml:trace>
  <inkml:trace contextRef="#ctx0" brushRef="#br0" timeOffset="169955.42">8748 17726 0,'0'0'16,"0"-40"0,0 80 31,0 0-16,0 0-31,0 0 15,0 0 1,0 0-16,0 1 0,0-1 16,0 0-16,0 0 15,0 0-15,0 0 0,0 0 16,0 0-16,0 0 31,40-40-15</inkml:trace>
  <inkml:trace contextRef="#ctx0" brushRef="#br0" timeOffset="170855.45">9109 17445 0,'-40'0'16,"80"0"15,0 0-15,0 0-1,-40 40 1,40-40-16,-40 40 16,40 1-1,-40-1-15,40-40 0,-40 40 16,0 0-16,40 0 16,-40 0-1,0 0-15,0 0 16,0 0-1,0 0-15,0 1 0,0-1 32,0 0-32,0 0 0,0 0 15,-40-40 1,40 40-16,0 0 16,0 0-16,-40-40 0,40 40 15,0 1 1,0-1-16,0 0 0,-40-40 15,40 40-15,0 0 16</inkml:trace>
  <inkml:trace contextRef="#ctx0" brushRef="#br0" timeOffset="173925.3">17134 17806 0,'0'0'15,"40"0"1,0 0 78,0 0-79,0-40 1,1 40-16,-1 0 15,0-40 1,0 40-16,0 0 16,0 0-1,0 0 1,-40 40-16,40-40 0,1 40 16,-41 0-1,0 0-15,0 0 0,0 1 16,0-1-1,0 0-15,0 0 0,0 0 16,-41-40 0,41 40-16,-40 0 15,0-40-15,40 40 16,-40-40 0,0 0-16,80 0 62,0 0-46,0-40-1,0 40 1,1 0-16,-1 0 16,0 0-1,0 40 1,-40 0-1,0 1 1,0-1-16,0 0 16,0 0-16,-40-40 0,40 40 15,0 0-15,-40-40 0,40 40 0,0 0 32,-40-40-32,40 40 0,-41-40 0,1 0 31,0 0-16,0 0 1,0 0-16,0 0 16,0 0-16,0 0 15</inkml:trace>
  <inkml:trace contextRef="#ctx0" brushRef="#br0" timeOffset="175455.21">20264 18007 0,'0'-40'0,"40"-1"31,0 41-15,0 0 0,0 0-16,0 0 15,1 0-15,-1 0 16,0 0-16,0-40 0,0 40 15,0 0 1,0 0-16,0 0 0,1 0 0,-1 0 16,0 0-16,0 0 0,0 40 15,-40 1 1,0-1-16,0 0 16,0 0-1,0 0-15,0 0 0,0 0 16,-40 0-1,0 0-15,0 1 0,40-1 16,-40-40 0,40 40-16,-41-40 0,1 40 15,0-40 1,40 40 0,0-80 46,40 40-62,0 0 0,1 0 16,-41-40-16,40 40 15,0 0 1,0 0-16,0 0 0,0 0 16,0 0-1,-40 40-15,40-40 0,-40 40 31,41-40-31,-1 40 16,0-40 0,0 40-16,0-40 0,-40 40 15,40-40-15,0 0 0,-40 40 0,40-40 16,-40-40 109,-40 40-78</inkml:trace>
  <inkml:trace contextRef="#ctx0" brushRef="#br0" timeOffset="176625.14">23835 18007 0,'0'-40'15,"40"80"141,-40 0-140,0 0-16,0 0 16,40 0-16,-40 0 0,0 0 0,0 0 15,0 1-15,0-1 0,0 0 16,0 0-16,0 0 0,0 0 0,0 0 16,0 0-16,0 0 15,0 0-15,0 1 16,-40-41-1,40 40-15,0-80 141,0-1-141,0 1 16</inkml:trace>
  <inkml:trace contextRef="#ctx0" brushRef="#br0" timeOffset="177405.01">23875 16924 0,'0'-40'15,"-40"40"32,0 0-47</inkml:trace>
  <inkml:trace contextRef="#ctx0" brushRef="#br0" timeOffset="178774.99">13683 17806 0,'0'-40'63,"40"40"-63,-40 40 31,-40-40-15,40 40-16,-40 0 0,0-40 31,40 40-31,-40-40 0,40 41 16,-40-41-16,-1 40 15,1-40-15,0 40 0,0-40 16,40 40-16,-40-40 15,0 0-15,40 40 0,-40-40 0,0 40 16,80-40 31,0 0-31,0 0-16,-40-40 0,40 40 15,0 0-15,0 0 16,0 0-16,1 0 15,-41-40-15,40 40 0,0 0 16,0 0-16,0 0 16,0 0-16,0 0 0,0 0 15,1 0 1,-1 0-16,0 0 0,0 0 0,0 0 16,0 0-16,0 0 0,0 0 15,1 0-15,-1 0 0,0 0 0,0 0 16,0-40-1,0 40-15,0 0 32,0 0-17</inkml:trace>
  <inkml:trace contextRef="#ctx0" brushRef="#br0" timeOffset="179774.9">14044 17846 0,'0'-40'0,"0"80"219,-40-40-219,40 40 16,-40-40-16,80 0 78,-40-40-78,0 0 15,40 40 1,-40-40-16,0 0 16,-40 80 124,40 0-140,0 0 0,-40 0 0,40 0 16,-40 1-16,40-1 16,0 0-16,0 0 0,0 0 0,0 0 0,-40 40 15,40-40-15,0 1 16,0-1-16,0 0 0,0 0 0,0 0 15,0 0-15,0 0 16,0 0-16,0 0 0,0 0 16,0 1-1,40-41-15</inkml:trace>
  <inkml:trace contextRef="#ctx0" brushRef="#br0" timeOffset="188904.39">3491 17205 0,'-40'40'0,"0"-40"16,120 0 15,-80-40-31,40-1 32,-80 41-1,80 0 125,0 0-140,-40-40-1,40 40-15,1 0 32,-1 0-32,0 0 31,0 0-16,0 0 1,0 0-16,-40-40 0,40 40 16,0-40-16,1 40 0,-1 0 0,0 0 15,0 0-15,0-40 16,0 40-16,0 0 0,0 0 0,1 0 16,-1 0-16,0 0 15,0 0-15,0 0 0,0 0 16,0 0-16,0 0 15,1 0-15,-1 0 16,0 0-16,0 0 16,0 0-1,0 0-15,0 0 0,0 0 16,1 0 0,-1 40-16,0-40 0,0 0 15,0 0-15,0 0 16,0 0-16,0 0 0,1 0 15,-1 0-15,0 0 0,0 0 16,0 0-16,0 0 0,0 0 0,0 0 16,1 0-16,-1 0 0,0 0 15,0 0 1,0 0-16,0 0 0,0 0 16,0 0-1,1 0-15,-1 0 16,0 0-1,0 0-15,0 40 0,0-40 0,0 0 16,0 0-16,1 0 0,-1 0 16,0 0-16,0 0 15,0 0-15,0 0 0,0 0 0,0 0 16,1 0 0,-1 0-16,0 0 0,0 0 0,0 0 0,0 0 15,0 0-15,0 0 0,1 0 16,-1 0-16,0 40 0,0-40 15,0 0-15,0 0 16,0 0-16,0 0 16,1 0-16,-1 0 0,0 0 15,0 0-15,0 0 16,0 0-16,0 0 0,1 0 0,-1 0 16,0 0-16,0 0 15,0 0-15,0 40 0,0-40 16,0 0-16,1 0 15,-1 0-15,0 0 0,0 0 0,0 0 16,0 41-16,0-41 0,0 0 16,1 0-1,-1 0-15,0 0 16,0 0-16,0 0 16,0 0-16,0 0 15,0 0 1,1 0-16,-1 0 0,0 0 0,0 0 15,0 0-15,0 0 16,0 0-16,0 0 0,1 0 0,-1 0 16,0 0-16,0 0 0,0 0 0,0 0 15,0 0 1,0 0-16,1 0 0,-1 0 0,0 0 0,0 0 16,0 0-16,0 0 15,0 0-15,0 0 31,-40 40-31,41-40 16,-41 40-16,40-40 16,0 0-16,0 0 15,0 0-15,0 0 0,0 0 16,0 0 0,1 0-16,-1 0 0,0 0 0,0 0 15,0 0 1,0 0-16,0 0 0,0 0 15,1 0 1,-1 0-16,0 0 0,0 0 0,0 0 16,0 0-16,0 0 0,0 0 15,1 0-15,-1 0 0,0 0 16,0 0-16,0 0 0,0 0 16,0 0-1,0 0-15,1 0 0,-1 0 16,0 0-16,0 0 15,0 0-15,0 0 0,0 0 0,1 0 16,-1 0-16,0 0 0,0 0 0,0 0 16,0 0-16,0 0 15,0 0-15,1 40 16,-1-40 0,0 0-1,0 0 1,0 40-16,0-40 15,0 0 1,0 0-16,1 0 0,-1 0 0,0 0 16,0 0-16,0 0 0,0 0 0,0 0 0,0 0 15,1 0-15,-1 0 16,0 0-16,0 0 0,0 0 0,0 0 0,0 0 16,0 0-16,1 0 15,-1 0 1,0 0-1,0 0 1,0 0-16,0 0 16,0 0-16,0 0 0,1 0 15,-1 0-15,0 0 0,0 0 0,0 0 16,0 0-16,0 0 16,0 0-16,1 0 0,-1 0 0,0 0 15,0 0-15,0 0 16,0 0-16,0 0 0,0 0 0,1 0 0,-1 0 15,0 0-15,0 0 16,0 0-16,0 0 0,0 0 0,0 0 0,41 0 16,-41 0-16,0 0 0,0 0 0,0 0 0,0 0 15,0 0-15,1 0 16,-1 0-16,0 0 0,0 0 0,0 0 16,0 0-16,0 0 15,0 0-15,1 0 0,-1 0 0,0 0 16,0 0-16,0 0 0,0 0 15,0 0-15,0 0 0,1 0 0,-1 0 0,0 0 16,0 40-16,0-40 0,0 0 0,0 0 16,1 0-16,-1 0 15,0 0-15,0 0 0,0 0 0,0 0 0,40 0 16,-39 0-16,-1 0 0,0 0 16,40 0-16,-40-40 0,0 40 0,0 0 15,1 0-15,-1 0 16,0 0-16,0 0 31,0 0-15,0 0-16,0 0 15,0 0 1,1 0-16,-1 0 0,0 0 16,0 0-16,0 0 15,0 0-15,0 0 0,0 0 16,1 0-16,-1 0 15,0 0-15,0 0 0,0 0 0,0 0 0,0 0 16,0 40-16,1-40 0,-1 0 0,0 0 0,0 0 16,0 0-16,0 0 0,0 40 15,0-40-15,1 0 0,-1 0 0,0 0 16,0 0 0,0 0-16,0 0 0,0 0 15,0 0-15,1 0 16,-1 0-16,0 0 0,0 0 0,0 40 15,40-40-15,-40 0 16,1 0-16,-1 0 0,0 0 0,0 0 16,0 0-16,0 0 0,-40 40 0,40-40 15,0 0-15,1 0 16,-1 0-16,0 0 0,0 0 0,0 41 16,0-41-16,0 0 15,0 0-15,41 0 0,-41 0 0,0 0 0,0 40 16,40-40-16,-39 0 0,-1 0 15,0 0-15,0 0 0,40 40 0,-40-40 0,0 0 16,1 0-16,-1 0 0,0 0 0,0 0 16,0 0-16,0 0 15,0 0-15,0 0 0,1 0 16,-1 0-16,0 0 16,0 0-16,0 0 0,0 0 0,0 0 15,0 0 1,1 0-16,-1 0 0,0 0 0,0 0 0,0 0 15,0 0-15,0 0 16,0 0-16,1 0 0,-1 0 0,0 0 0,0 0 16,0 0-16,0 0 0,0 0 15,0 0 1,1 0-16,-1 0 16,0 0-1,0 0-15,0 0 16,0 40-1,0-40-15,0 40 0,1-40 16,-1 0-16,0 0 0,0 0 0,0 0 16,0 0-16,0 0 15,0 0-15,1 0 0,-1 0 16,0 0 0,0 0-16,0 0 0,0 0 15,0 0-15,0 40 16,1-40-16,-1 0 0,40 0 0,-40 40 15,0-40 1,0 0-16,0 0 0,1 0 0,-1 0 0,0 0 16,0 0-16,0 0 0,0 0 15,0 0-15,0 0 16,1 0-16,-1 0 16,0 0-1,0 0-15,0 0 0,0 0 16,0 0-16,0 0 15,1 0-15,-1 0 0,0 0 0,0 0 16,0 0-16,0 0 0,0 0 0,1 0 16,-1 0-1,0 0-15,0 0 16,0 0 0,0 0-16,0 0 0,-40-40 15,40 40-15,1 0 16,-1 0-16,0 0 31,0 0-31,0 0 16,0 0-1,-40 40-15,40-40 16,0 0-16,1 0 0,-1 0 16,0 0-1,-40 40-15,40-40 0,0 0 16,0 0-1,0 0-15,0 0 16,1 0-16,-1 0 0,0 0 16,0 0-1,-40 40-15,40-40 16,0 0 0,0 0-1,0 0 1,1 0-16,-1 0 0,0 0 15,0 0 1,0 0-16,0 0 16,0 0 15,0 0-31,1 0 16,-1 0-1,-40-40-15,40 40 0,0 0 16,0 0-1,0 0 1,0 0 0,0 0-1,1 40 1,-1-40 0,0 0-16,0 0 15,0 0 1,0 0-16,0 0 15,0 0 1,1 0-16,-1 0 0,0 0 16,0 0-1,0 0 1,0 0 15,-40 40-15,40 1-1,-40-1 1,40-40-16,1 0 31,-41 40 1,0 0-17,0 0 1,-41-40 15,1 0-31,0 0 16,0 0-1,40 40 17,-40-40-17,40 40-15,-40-40 16,40 40-16,0 0 15,-40-40-15,40 41 16,0-1 0,0 0-1,0 0-15,-40-40 16,40 40-16,0 0 16,0 0-1,0 0 1,0 0-16,0 0 15,-41-40 1,41 41-16,0-1 16,-40-40 15,40 40-31,0 0 0,0 0 16,0 0-1,-40-40-15,40 40 0,0 0 31,0 0-15,-40 1 15,40-1-31,-40-40 32,40 40-17,0 0 16,-40-40 1,40-40-17,-40 0 1,40 0-16</inkml:trace>
  <inkml:trace contextRef="#ctx0" brushRef="#br0" timeOffset="190944.26">3451 17084 0,'-40'0'16,"0"0"15,40 40 0,0 0 63,0 1-78,-41-41-16,41 40 15,0 0 1,0 0-16,0 0 0,0 0 16,0 0-16,0 0 15,0 0-15,0 1 16,0-1-16,0 0 0,0 0 16,0 0-1,0 0-15,0 0 0,0 0 0,0 0 16,0 0-16,0 1 15,0-1-15,41 0 16,-41 0-16,0 0 31,0 0-31,0 0 16,0 0 0,0 0-1,0 1 1,0-1-1,0 0 1,0 0 0,-41-40-16,41 40 0,0 0 31,0 0-31,41-40 16,-41 40-16,0 0 15,0 0 1,0 1-1,-41-41 1,41 40-16,0 0 16,0 0-1,-40-40 1,40 40 0,-40 0-16,40 0 15,0 0 1,0 0-16,0 81 31,0-81-31</inkml:trace>
  <inkml:trace contextRef="#ctx0" brushRef="#br0" timeOffset="210363.09">24076 8782 0,'0'-40'47,"-40"40"187,80 0-124,40 0-95,-40 0-15,0 0 16,0 0-16,1 0 0,-1 0 15,0 0-15,0 0 0,0 0 16,0 0-16,0 0 16,0 0-16,1 0 0,-1 0 0,0 0 15,0 40-15,0-40 16,0 0-16,-40 41 0,40-41 31,0 0-15,1 0-1,-1 0-15,0 0 16,0 0-16,0 0 16,0 0-1,0 0-15,-40-41 63,0 82-32</inkml:trace>
  <inkml:trace contextRef="#ctx0" brushRef="#br0" timeOffset="213042.92">25119 6777 0,'0'-40'15,"0"0"17,0 0-17,0 0 1,0 80 171,0 0-171,0 0-16,-40 0 16,40 0-1,0 0 1,0 1-16,0-1 0,0 0 0,0 0 0,0 0 15,0 0-15,0 0 0,0 0 0,-40 0 0,40 0 16,0 41-16,0-41 0,0 0 16,0 0-16,0 0 0,0 0 0,0 0 0,0 0 15,0 1 1,0-1-16,40 0 0,-40 0 0,0 0 0,0 0 16,0 0-1,40 0-15,-40 0 0,0 0 16,0 1-16,0-1 0,0 0 15,0 0-15,0 0 16,0 0-16,0 0 16,0 0-1,0 0-15,0 1 0,0-1 16,0 0-16,0 0 16,0 0-16,0 0 15,0 0 1,0 0-1,0 0-15,0 0 0,0 1 16,0-1 0,0 0-16,0 0 0,0 0 0,0 0 15,0 0-15,0 0 16,0 0-16,40 1 0,-40-1 0,0 0 0,40 0 16,-40 0-16,0 0 0,40 0 15,-40 0-15,0 0 0,0 0 0,41 1 0,-41-1 16,0 0-16,0 0 0,0 0 0,40-40 0,-40 40 15,0 0-15,40 0 16,-40 0-16,0 1 16,40-1-1,-40 0-15,0 0 16,0 0-16,40 0 16,-40 0-16,0 0 0,0 0 15,0 0 1,0 1-16,0-1 0,0 0 0,0 0 15,0 0-15,0 0 32,0 0-32,0 0 15,0 0 1,0 1-16,0-1 16,0 0-16,0 0 15,0 0-15,0 0 0,0 0 0,0 0 16,0 0-16,0 0 0,0 1 15,0-1-15,0 0 16,0 0-16,0 0 0,0 0 16,0 0-16,0 0 15,0 0-15,0 1 0,0-1 0,0 0 16,0 0-16,0 0 16,0 0-16,0 0 0,0 0 0,0 0 15,0 0-15,0 1 16,0-1-16,0 0 0,0 0 0,0 0 15,0 0-15,0 0 0,0 0 16,0 0-16,0 1 0,0-1 16,0 0-16,0 0 0,0 0 15,0 0-15,0 0 16,0 0-16,0 0 16,0 0-16,0 1 15,40-1 1,-40 0-16,0 0 0,0 0 0,0 0 0,0 0 0,0 0 15,0 0-15,0 1 16,0-1-16,0 40 0,0-40 0,0 0 0,0 0 16,0 0-16,0 0 0,0 0 15,0 1-15,0-1 0,0 0 16,0 0 0,0 0-16,0 0 15,0 0 1,0 0-16,-40 0 0,40 41 0,0-41 0,0 0 15,0 0-15,0 0 0,0 0 0,0 0 0,0 40 16,-40-39-16,40-1 16,0 0-16,0 0 0,0 0 0,0 0 15,-40-40-15,40 40 0,0 0 16,0 0-16,0 1 0,0-1 0,-40 0 16,40 0-1,0 0-15,0 0 0,0 0 0,-40 0 0,40 0 16,0 0-16,0 1 0,0-1 0,-41 0 0,41 0 15,0 0-15,0 0 16,0 0-16,-40 0 0,40 0 0,0 1 0,0-1 16,0 0-16,0 0 15,-40 0-15,40 0 0,0 0 16,0 0-16,-40 0 16,40 0-16,0 1 0,0-1 15,0 0 1,-40-40-16,40 40 0,0 0 0,-40 0 15,40 0-15,0 0 0,-40-40 0,40 40 16,0 1 0,-40-1-16,40 0 0,0 0 0,0 0 15,-41 0-15,41 0 16,0 0-16,0 0 0,-40 0 16,40 1-16,0-1 15,0 0-15,0 0 16,-40 0-16,40 0 0,0 0 15,0 0-15,0 0 16,0 1-16,0-1 0,0 0 16,0 0-1,0 0-15,0 0 16,0 0-16,0 0 16,-40-40-16,40 40 0,0 0 15,0 1-15,0-1 16,-40 0-16,40 0 15,0 0-15,0 0 0,0 0 16,0 0 0,0 0-16,0 1 0,0-1 0,0 0 15,0 0 1,0 0-16,0 0 0,0 0 0,0 0 0,0 0 16,-40-40-1,40 40-15,0 1 16,-40-41-16,40 40 15,0 0 1,0 0 0,0 0-1,0-80 17</inkml:trace>
  <inkml:trace contextRef="#ctx0" brushRef="#br0" timeOffset="-209964.28">4213 10667 0,'-40'0'0,"40"41"125,40-41-110,0 0 32,-40 40-31,41-40-1,-1 0-15,0 0 16,0 0 0,0 0-16,0 0 0,0 0 0,0 0 15,1 0-15,-1 0 0,0 0 0,0 0 16,0-40-16,0 40 15,0 0-15,0 0 0,1 0 16,-1 0 0,0 0-16,0 0 0,-40-41 15,40 41-15,0 0 16,0 0-16,0 0 0,1 0 0,-1 0 16,0 0-16,0 0 15,0-40-15,0 40 0,0 0 0,0 0 0,1-40 16,-1 40-16,0 0 0,0 0 0,0 0 15,0 0 1,0 0 0,0 0 15,1 0-31,-1 0 16,0 0-16,0 0 0,0 0 15,0 0-15,0 0 0,0 0 0,1 0 16,-1 0-1,0 0-15,-40-40 0,40 40 0,0 0 16,0 0-16,0 0 16,0 0-16,1 0 0,-1 0 0,0 0 15,0 0 1,0 0-16,0 0 0,0 0 0,0 0 16,1 0-1,-1 0-15,0 0 16,0 0-16,0 0 15,0 0 1,0 0-16,0 0 0,1 0 0,-1 0 16,0 0-16,0 0 15,0 0-15,0 0 0,0-40 0,1 40 0,-1 0 16,0 0-16,0 0 16,0 0-16,0 0 0,0 0 0,0 0 15,1 0-15,-1 0 0,0 0 0,0 0 0,0 0 16,0 0-16,0 0 0,0 0 15,1 0-15,-1 0 0,0 0 0,0 0 0,0-40 16,0 40-16,0 0 16,0 0-16,1 0 15,-1 0 1,0 0 15,0 0-31,0 0 0,0 0 16,0 0-16,0 0 0,1 0 15,-1 0-15,0 0 16,0 0-16,0 0 0,0 0 16,0 0-1,0 0-15,1 0 0,-1 40 0,0-40 16,0 0-16,0 0 0,0 0 16,0 0-16,0 0 0,1 0 0,39 0 0,-40 0 15,40 0-15,-40 0 0,0 0 0,1 0 16,-1 0-16,0 0 15,0 0-15,0 0 0,0 0 0,0 0 0,0 0 0,1 0 16,-1 0-16,0 0 16,0 0-16,0 0 0,0 0 0,0 0 15,0 0-15,1 0 16,-1 0-16,0 0 0,0 0 0,0 0 0,0 0 0,0 0 16,0 0-1,1 0-15,-1 0 0,0 0 0,0 0 16,0 0-16,0 0 0,0 0 15,1 40-15,-1-40 16,0 0-16,0 0 0,0 0 16,0 0-16,0 0 0,0 0 15,1 0-15,-1 0 0,0 40 0,0-40 16,0 0-16,0 0 16,0 0-16,0 0 0,1 0 0,-1 0 0,40 40 15,-40-40-15,40 0 0,-40 0 0,1 0 0,39 0 16,-40 0-16,40 0 0,-40 0 15,0 0-15,41 0 0,-41 0 0,0 0 0,0 0 16,0 0-16,40 0 16,-39 0-16,39 0 0,-40 0 0,40 0 0,0-40 15,-39 40-15,39 0 0,-40 0 16,0 0-16,40 0 0,-40 0 0,1 0 0,-1 0 16,40 0-16,-40 0 15,0 0-15,0 0 0,0 0 0,1 0 16,-1 0-16,0 0 0,0 0 15,0 0-15,0 0 16,0 40-16,0-40 0,1 0 0,-1 0 16,0 0-16,0 0 0,0 0 15,0 0-15,0 0 0,0 0 0,1 0 16,-1 40-16,0-40 16,0 0-16,0 0 0,0 0 0,0 0 0,0 0 15,1 0-15,-1 0 0,0 0 0,0 0 0,0 0 16,0 0-16,0 0 15,41 0-15,-41 0 0,0 0 0,40 0 0,-40 0 16,0 0-16,1 0 0,39 0 16,-40 0-16,0 0 0,0 41 0,0-41 0,0 0 15,1 0-15,-1 0 16,0 0-16,0 0 0,0 0 0,0 0 0,0 0 16,0 0-16,1 0 0,-1 0 15,0 0-15,0 40 0,0-40 0,0 0 0,0 0 16,0 40-16,1-40 0,-1 0 0,40 0 0,-40 0 15,0 0-15,40 0 16,-39 40-16,-1-40 0,40 0 0,-40 0 0,40 40 16,-40-40-16,1 0 0,39 0 15,-40 0-15,40 0 0,-40 0 0,0 0 0,41 0 16,-1 0-16,0 0 16,-40 0-16,41 0 0,-41 0 0,40 0 0,0 0 15,-40 0-15,0 0 0,41 0 0,-41 0 0,40 0 16,-40 40-16,0-40 0,0 0 15,41 0-15,-41 0 0,0 0 0,0 0 0,0 40 16,0-40-16,1 0 16,39 0-16,-40 0 0,0 40 0,0-40 0,40 0 15,-39 0-15,-1 0 0,40 0 16,-40 0-16,40 0 0,-40 0 0,1 0 0,39 0 16,-40 0-16,0 0 15,40 0-15,-40 0 0,41 0 0,-41 0 0,40 0 16,-40 0-16,0 0 0,41 0 0,-41 0 0,40 0 15,-40 0-15,40 0 0,1 0 16,-41 0-16,40 0 0,0 0 0,-40 0 0,41 0 16,-41 0-16,40 0 15,-40 0-15,40 0 0,-40 0 0,41 0 0,-41 0 16,0 0-16,40 0 0,-40 0 16,0-40-16,1 40 0,-1 0 0,0 0 0,0 0 15,0 0-15,0 0 0,0 0 0,0 0 16,1 0-16,-1-40 15,0 40-15,40 0 0,-40 0 0,0 0 0,41 0 16,-41 0-16,0 40 0,40-40 16,-40 0-16,40 0 0,-39 0 0,39 0 0,-40 0 15,0 0-15,40 0 16,-39 0-16,-1 0 0,40 0 0,-40 0 0,0 0 16,0 0-16,0 0 0,41 0 15,-41 0-15,0 0 0,40 0 0,-40 0 0,41 0 16,-41 0-16,40 0 0,0 0 0,-40 0 0,41 0 15,-1 0-15,-40 0 16,40 0-16,-40 0 0,0 0 0,41 0 0,-41 0 16,0 0-16,40 0 0,-40 0 15,41 0-15,-41 0 0,40 0 0,-40 0 0,40 0 16,-40 0-16,41 0 16,-41 0-16,40 0 0,-40 0 0,40 0 0,-39 0 15,39 0-15,-40 0 0,40 0 0,-40 0 0,41 0 16,-41 40-16,40-40 0,-40 0 15,40 0-15,-40 0 0,1 0 0,39 0 0,-40 0 16,40 0-16,0 0 16,-39 0-16,-1 0 0,0 0 0,40 0 0,-40 0 15,0 0-15,1 0 16,-1 0-16,0 0 0,0 0 0,40 0 0,-40 0 16,0 0-16,1 0 15,39 0-15,-40 0 0,0 0 0,40 40 0,-40-40 16,1 0-16,39 0 0,-40 0 0,0 0 0,40 0 15,-40 0-15,1 0 0,39 0 16,-40 0-16,40 0 0,-40 0 0,41 0 0,-41 0 16,40 0-16,-40 0 15,40 0-15,-40 0 0,41 0 0,-41 0 0,0 0 16,40 0-16,-40 0 0,41 0 16,-41 0-16,0 0 0,0 0 0,0 0 0,0 0 15,0 0-15,41 0 0,-41 0 0,0 0 0,0 0 16,40 0-16,-40 0 15,0 0-15,1 0 0,39 0 0,-40 0 0,40 0 16,-40 0-16,0 0 0,41 0 16,-41 0-16,40 0 0,-40 0 0,40 0 0,-39 0 15,-1 0-15,0 0 16,0 0-16,0 0 0,0 0 0,0 0 0,1 0 16,-1 0-16,0 0 15,0 0-15,0 0 0,0 0 0,0 0 16,0 0-16,1 0 0,-1 0 0,0 0 15,0 0 1,0 0-16,0 0 0,0 0 0,0 0 0,1 0 16,-1 0-16,0 0 15,0 0-15,0 0 0,0 0 0,0 0 0,0 0 16,1 0-16,-1 0 16,0 0-16,0 0 0,0 0 0,0 0 0,0 0 15,0 0-15,1 0 0,-1 0 16,0 0-16,0 0 15,0 0-15,0 0 0,0 0 16,0 0-16,1 40 16,-1-40-16,0 0 0,0 0 0,0 0 15,0 0-15,0 0 0,0 0 16,1 0-16,-1 0 0,0 0 0,0 0 16,0 0-1,0 0-15,0 0 16,0 0-16,1 0 0,-1 0 15,0 0-15,0 0 16,0 0-16,0 0 16,0 0-1,0 0 17,-40 41-32,41-41 0,-1 0 15,0 0-15,0 0 16,0 0-1,0 0 17,-80 0 30,40 40-62,-40-40 16,0 40-16,0-40 15,40 40-15,-40-40 16,-1 0-16,1 0 16,0 0-16,0 0 15,0 0-15,0-40 0,0 40 0,-41 0 16,41-40-16</inkml:trace>
  <inkml:trace contextRef="#ctx0" brushRef="#br0" timeOffset="-204994.55">26524 8221 0,'0'-40'0,"40"40"47,-40-40-31,40 40 31,0-40-32,0 40-15,0 0 0,0 0 16,0 0-16,1 0 0,-1 80 15,0-80-15,0 40 16,0 0-16,0-40 0,-40 40 0,40 0 16,0 0-16,-40 1 15,41-1-15,-41 0 0,0 0 16,0 0 0,0 0-16,0 0 0,0 0 15,-41-40-15,41 40 0,-40-40 16,40 40-16,0 1 15,-40-41-15,0 0 0,40 40 0,-40-40 16,0 0 0,40-40-1,0-1 1,0 1 0,0 0-16,0 0 15,0 0-15,40 40 0,-40-40 0,0 0 16,0 0-16,40 40 0,-40-40 0,40 40 15,0-40-15,0-1 16,-40 1-16,41 40 0,-1-40 0,0 40 16,0-40-16,0 40 15,0-40-15,0 40 0,0-40 0,1 40 0,-1-40 16,0 0-16,0 40 16,0 0-16,-40-40 0,40 40 0,-40-41 15,40 41-15,0-40 0,1 40 31,-41 40 1,-41 1 77,1-41-109</inkml:trace>
  <inkml:trace contextRef="#ctx0" brushRef="#br0" timeOffset="-203674.61">27446 9103 0,'0'0'0,"-40"0"15,40-40-15,0 0 32,40 40-32,1 0 93,-1 0-77,0 0-16,0-40 31,0 40-15,0 0 0,0 0-16,0 0 15,-40 40-15,0 0 16,0 40-1,0-39-15,0-1 0,-40 0 16,40 0-16,-40 0 0,40 0 16,0 0-16,-40 0 0,0-40 0,40 40 15,-40-40-15,40 40 16,-40-40-16,40 41 0,-40-41 0,-1 0 16,41 40-16,-40-40 15,40-40 1,40-1-1,1 1 1,-1 0-16,-40 0 0,40 40 0,0-40 16,-40 0-16,40 40 15,-40-40-15,40 40 0,-40-40 0,40 40 0,0-40 16,1 40 0,-1-40-16,0 40 0,0-41 0,0 41 15,-40-40-15,40 40 0,0-40 16,0 40-1,-40-40-15,0 80 79,-40-40-79,40 40 15,-40 0 1,0 1-16,40-1 0,0 0 0,-40-40 15,40 40-15,0 0 0,0 0 16,-40-40-16,40 40 0,0 0 0,0 0 16,0 0-16,0 1 15,0-1-15,0 0 16,40-40 0,0 0-16,0 0 15,-40-40-15</inkml:trace>
  <inkml:trace contextRef="#ctx0" brushRef="#br0" timeOffset="-203114.63">28329 9143 0,'0'-40'16,"0"80"-16,0-120 15,40 80 1,0 40-16,1 0 31,-41 1-31,40-1 32,0 0-32,40-40 15,0-40 16,-40-41-15,-40 41 0,0-40-1,-40 40 1,40 80 15,0 0-15,0 0-16,0 0 0,0 1 0,0-1 15,-40-40-15,40 40 0,0 0 16,-40 0-16,40 0 0,0 0 0,-40 0 0,40 0 16,-40 41-16,40-41 15,-40 0-15,40 0 0,-40 0 0,-1 0 0,1 0 16,40 0-16,-40 0 16,0-40-16,40 41 0,-40-41 15,40 40-15,-40-40 0,0 0 16,40 40-16,-40-40 15,-1 0-15,41-40 32,-40 40-32</inkml:trace>
  <inkml:trace contextRef="#ctx0" brushRef="#br0" timeOffset="-202014.65">29613 8181 0,'0'-40'0,"0"0"32,0 0-17,40 40-15,-40-41 16,41 41-16,-41-40 16,-41 80 124,1 1-109,40-1-31,0 0 0,-40-40 0,40 40 16,-40 0-16,40 0 16,0 0-16,-40 0 0,40 0 0,-40 1 0,40-1 0,0 0 15,-40 0-15,40 0 16,0 0-16,0 0 0,0 0 0,0 0 0,0 0 16,0 1-16,0-1 0,40 0 0,-40 0 0,40 0 15,-40 0-15,0 0 16,80 0-16,-40-40 0,0 0 15,-40 40-15,41-40 16,-1 0-16</inkml:trace>
  <inkml:trace contextRef="#ctx0" brushRef="#br0" timeOffset="-201544.76">30376 8782 0,'0'-40'32,"0"80"-32,-40-80 15,80 40 1,-40-40-16,40 40 16,-40-80-1,0 40-15,40-40 16,-40 40-16,40 40 0,-40-40 15,0-1-15,0 1 16,40 0-16,-40 0 0,0 0 31,0 80 16,0 0-47,-40 0 16,40 0-1,0 1-15,0-1 0,-40 0 0,40 0 0,0 0 16,-40 40-16,40-40 0,0 0 16,0 0-16,0 1 0,0-1 0,0 0 0,0 0 15,0 0-15,0 0 16,40-40-16,0 0 0,0 0 16,0-40-16,0 40 0,1-40 15,-1 0-15,-40 0 0,40 0 16</inkml:trace>
  <inkml:trace contextRef="#ctx0" brushRef="#br0" timeOffset="-201284.78">31218 8221 0,'-40'-80'15,"40"40"-15,40 0 31,0 80-31,1 40 32,-41 0-32,0-40 0,0 81 15,0-41-15,-41-40 16,41 40-16,-160 161 16,120-161-16,-40-40 0,39 40 0,-119 41 15,80-81-15,-81 80 16</inkml:trace>
  <inkml:trace contextRef="#ctx0" brushRef="#br0" timeOffset="-119106.97">26082 11429 0,'0'0'0,"-40"0"0,40 41 32,40-41-17,0 0-15,0 0 32,-40 40-32,-40-40 250,-40 40-157,40-40-77,40 40-16,0 0 0,-40 0 16,0 0-1,40 0-15,0 0 0,-40 0 16,40 1-1,0-1-15,0 0 16</inkml:trace>
  <inkml:trace contextRef="#ctx0" brushRef="#br0" timeOffset="-118466.96">25641 12071 0,'-40'0'47,"40"40"31,40-40-31,0 40-47,0-40 15,0 0-15,0 0 16,0 40-16,1-40 16,-1 0-16,0 0 0,0 0 0,0 0 15,0 0-15,0 0 16,0 0-16,1 0 0,-1-40 15,0 40-15,0 0 0,0 0 16,0 0-16,0 0 0,-40-40 16</inkml:trace>
  <inkml:trace contextRef="#ctx0" brushRef="#br0" timeOffset="-116567.15">26042 12512 0,'0'40'110,"0"0"15,-40-40-110,0 0 1,0 0-16,0 41 16,-1-41-16,1 0 15,40 40-15,-40-40 0,0 0 0,40 40 16,-40-40-1,40 40-15,-40-40 16,80 0 78,0 0-63,0 0-31,0 0 0,0 0 16,1 0-16,-41-40 0,40 40 0,0 0 15,0 0 1,0 0-16,0 0 0,0 0 16,0 0-1,1 0-15,-1 0 16,0 0-1,0 0 1,-40-40 0,40 40-16,-40-40 47</inkml:trace>
  <inkml:trace contextRef="#ctx0" brushRef="#br0" timeOffset="-116107.18">26042 12552 0,'0'40'78,"40"-40"-78,-40 41 63,0-1-47,0 0-1,-40-40-15,40 40 0,0 0 0,0 0 16,0 0-16,0 0 15,0 0-15,0 1 0,0-1 16,0 0 0</inkml:trace>
  <inkml:trace contextRef="#ctx0" brushRef="#br0" timeOffset="-114657.25">27206 11590 0,'0'-40'0,"0"80"109,-40-40-93,-1 0-1,1 0-15,0 0 0,0 0 16,0 0-16,0 40 31,0-40-15,40 40 109,0 0-109,0 0-16,0 0 15,0 0-15,0 1 0,0-1 16,0 0-1,0 0-15,0 0 0,0 0 16,0 0-16,0 0 16,0 0-1,0 1-15,0-1 16,0 0 0,0 0 15,40-40 0,0 0-15,0 0-1,0 0-15,0 0 16,0 0-16,1 0 0,-1 0 0,0 0 16,0 0-1,0 0-15,0-40 0,0 40 16,-40-40-16</inkml:trace>
  <inkml:trace contextRef="#ctx0" brushRef="#br0" timeOffset="-104319.18">27808 11590 0,'-41'0'0,"122"40"78,-121-40 94,-1 0-141,1 40-31,0 0 16,0-40-1,40 40-15,-40-40 0,40 40 0,-40-40 16,40 40-16,-40-40 16,40 41-16,-40-41 0,40 40 15,-41-40-15,41 40 0,41-40 63,-1 0-32,0 0-15,0 0-1,0 0-15,0 0 0,0 0 16,0 0-16,1 0 0,-1 0 15,0 0-15,0 0 16,0 0-16,0 0 16,-40-40-1,40 40-15,0 0 0,1 0 16,-41-40 0</inkml:trace>
  <inkml:trace contextRef="#ctx0" brushRef="#br0" timeOffset="-103919.19">27968 11590 0,'0'-40'0,"0"0"16,0 80 46,0 0-46,0 0-16,0 0 0,0 0 15,0 0-15,0 0 0,0 0 0,-40-40 16,40 41-16,0-1 16,0 0-16,-40-40 0,40 40 0,0 0 0,-40 0 15,40 0-15,-40 0 16,40 0-16</inkml:trace>
  <inkml:trace contextRef="#ctx0" brushRef="#br0" timeOffset="-98039.63">28771 11871 0,'0'40'47,"-41"-40"47,82 0 31,-1 0-125,0 0 15,0 0 1,0 0-16,0 0 0,0 0 15,1 0-15,-1 0 16,0 0-16,0-40 0,0 40 0,0-41 16,0 41-16,0 0 15,1 0-15,-41-40 47</inkml:trace>
  <inkml:trace contextRef="#ctx0" brushRef="#br0" timeOffset="-97669.56">28891 11670 0,'0'40'15,"0"-80"-15,0 120 78,0-40-62,0 0 0,0 1-16,0-1 0,0 0 0,-40 0 15,40 0 1,0 0-16,0 0 0,0 0 0,0 0 0,0 1 16,0-1-16,0 0 0,0 0 15</inkml:trace>
  <inkml:trace contextRef="#ctx0" brushRef="#br0" timeOffset="-97099.64">29653 11510 0,'0'0'0,"41"0"16,-41 40 30,0 0-14,0 0-1,0 0-15,0 0-1,0 0-15,-81 0 16,81 0-16,0 41 0,-40-81 0,40 40 15,0 0-15,0 0 0,0 0 16,0 0-16,0 0 0,0 0 0,0 1 16,0-1-16</inkml:trace>
  <inkml:trace contextRef="#ctx0" brushRef="#br0" timeOffset="-96549.7">28570 11871 0,'0'0'0,"-40"0"31,40 40 0,0 0-15,0 0 15,80-40-15,-40 0 0,0 0-16,0 0 0,1-40 0,-1 40 15,40-40-15,-40 40 0,0-40 0</inkml:trace>
  <inkml:trace contextRef="#ctx0" brushRef="#br0" timeOffset="-95419.74">30015 11470 0,'0'0'0,"0"-41"15,0 82 64,40-41-64,0 0 1,0 40-16,0-40 15,0 0-15,0 0 16,0 0-16,1 0 0,-1 0 0,0 0 16,-40 40 62,0 0-63,0 0 1,0 0-16,0 0 16,-40 0-16,40 0 0,-40-40 15,40 40-15,0 1 16,0-1-16,0 0 0,0 0 16,-41 0-16,41 0 0,0 0 15,0 0 1,0 0-16,0 1 0,0-1 15,0 0 1,0 0 0,0 0 15,-40-40 16,0 0-32,0 0-15,0 0 16,0 0-16,0 0 16,0 0-16,-1 0 0,1 0 0,0 40 15,0-40 1,0 0-16</inkml:trace>
  <inkml:trace contextRef="#ctx0" brushRef="#br0" timeOffset="-95019.72">31018 11991 0,'-40'0'16,"40"-40"-16,40 40 47,0 0-32,0 0-15,0 0 0,0 0 16,0-40-16,0 40 16,1 0-16,-1-40 0,0 40 15,0-41-15,0 41 16,-40-40-1</inkml:trace>
  <inkml:trace contextRef="#ctx0" brushRef="#br0" timeOffset="-94789.82">31058 12232 0,'-40'40'16,"80"-40"15,0 0-31,-40-40 0,40 40 0,0 0 16,0 0-16,-40-41 0,40 41 16,1 0-16,-1 0 15,0 0-15,0-40 0</inkml:trace>
  <inkml:trace contextRef="#ctx0" brushRef="#br0" timeOffset="-94049.86">32221 11429 0,'0'0'16,"0"-40"-1,-40 40 1,40 40 15,0 1-31,-40-1 16,40 0-16,0 0 0,0 0 15,-40 0 1,40 0-16,0 0 0,-40 0 16,40 0-16,0 1 15,40-41 17,0 0-32,-40-41 15,40 41-15,0-40 0,1 0 16,-1 40-1,-40-40-15,40 40 0,0 0 32,0 0-17,0 40 1,-40 0 0,40-40-16,-40 40 0,0 1 15,0-1 1,-40 0-16,0 0 15,0 0 1,0-40-16,40 40 16,-40-40-16,0 0 15,-1 0-15,1 0 0,0 0 0,0 0 16,40-40 0,-40 40-16,40-40 0,0 0 15</inkml:trace>
  <inkml:trace contextRef="#ctx0" brushRef="#br0" timeOffset="-93759.8">32181 11510 0,'-40'0'16,"120"0"15,-80-40-31,41 40 16,-1 0-16,0-41 0,0 41 0,0 0 0,0 0 15,0-40-15,0 40 0,1 0 0,-1 0 0,0 0 16,-40-40-1,40 40-15</inkml:trace>
  <inkml:trace contextRef="#ctx0" brushRef="#br0" timeOffset="-92859.86">31900 12312 0,'0'-40'0,"0"0"16,0 80 46,-40-40-62,40 40 0,40-40 63,1 0-63,-1 0 16,0 0-16,0 0 0,0-40 0,0 40 15,0 0-15,0 0 0,1 0 16,-1 0-16,0 0 0,0 0 0,0 0 15,0 0-15,0 0 16,0 0 0</inkml:trace>
  <inkml:trace contextRef="#ctx0" brushRef="#br0" timeOffset="-92309.96">32342 12472 0,'0'40'16,"0"0"15,-40-40-15,0 0 0,40 40-16,-41-40 0,1 0 15,40 41-15,-40-41 0,0 40 16,0-40-1,40 40-15,-40-40 0,0 40 16,0 0 0,40-80 31,40 40-47,0-40 0,40 40 15,-40 0-15,0 0 16,0 0-16,1 0 0,-1-40 15,0 40-15,0 0 16,0 0-16,0 0 16,0-40-1,0 40-15,1 0 0,-1 0 16,0 0 0</inkml:trace>
  <inkml:trace contextRef="#ctx0" brushRef="#br0" timeOffset="-91869.97">32262 12552 0,'40'0'47,"-40"40"47,0 1-94,0-1 16,0 0-16,0 0 15,0 0-15,0 0 0,-40-40 16,40 40-16,0 0 0,0 0 0,-41 1 15,41-1 1,0 0-16</inkml:trace>
  <inkml:trace contextRef="#ctx0" brushRef="#br0" timeOffset="-82440.58">26243 13395 0,'0'0'0,"-40"0"16,80 0 46,-80 0 345,40-41-204,0 1-188,0 80 142,0 1-142,0-1-15,0 0 0,-41 0 16,41 0-16,0 0 15,0 0-15,0 0 32,-40-40-17,40-40 17</inkml:trace>
  <inkml:trace contextRef="#ctx0" brushRef="#br0" timeOffset="-81730.61">25641 13836 0,'0'0'15,"40"0"48,0 0-32,0 0-31,-40-40 31,40 40-31,0 0 78,1 0-62,-1 0-16,0 0 16,0 0-16,0 0 0,0 0 15,0 0-15,0 0 16,1 0-16,-41 40 15,40-40 1,0 0-16,0 0 0,0 0 16,0 0-16,0 0 15,0 0-15,1 0 0,-1-40 16,-80 40 93</inkml:trace>
  <inkml:trace contextRef="#ctx0" brushRef="#br0" timeOffset="-81180.64">26243 13956 0,'-40'0'32,"-1"0"-1,41 40-15,-40-40-16,40 40 0,-40 0 15,0-40 1,40 40-16,-40-40 0,0 0 31,40 41-31,-40-41 0,0 40 16,80-40 46,0 0-62,0 0 0,0 0 0,0 0 16,0 0-16,0 0 15,1 0-15,-1 0 16,-40 40-16,40-40 16,0 0-16,0 0 15,0 0-15,0 0 16,0 0 0,-40-40-16,0 0 0</inkml:trace>
  <inkml:trace contextRef="#ctx0" brushRef="#br0" timeOffset="-80900.64">26203 13996 0,'-41'0'15,"41"40"17,41 0-17,-41 0 1,0 1-16,40-41 0,-40 40 0,0 0 16,0 0-16,0 0 0,0 0 15,-40 0-15,40 0 16,-41-40-16,1 0 15</inkml:trace>
  <inkml:trace contextRef="#ctx0" brushRef="#br0" timeOffset="-74274.61">27567 12994 0,'0'-41'16,"0"82"46,-40-41 141,0 0-187,-1 40 0,1-40-16,0 0 15,0 0-15,0 0 0,0 0 16,0 0-1,0 0-15,-1 0 16,1 0 31,0 0-31,0 0-1,0 0-15,0 0 16,40 40 140,40-40-140,-40 40-16,0 0 0,40 0 31,-40 0 0,0 0-15,40-40-16,-40 40 0,0 0 15,0 1-15,0-1 16,0 0-16,0 0 0,0 0 16,0 0-16,0 0 15,0 0-15,-40-40 0,40 40 32,0 1-17,0-1 16,0 0-31,0 0 32,0 0-32,0 0 140,40-40 79,0 0-203,0 0-16,1 0 15,-1 0-15,0 0 16,0 0 0,0 0-16,0 0 15,0 0-15,0 0 31,-40-40 79,-80 40-110</inkml:trace>
  <inkml:trace contextRef="#ctx0" brushRef="#br0" timeOffset="-72834.69">27647 13314 0,'0'0'0,"40"0"63,-80 0-16,40 40 46,0 1-46,0-1-31,0 0-16,0 0 15,0 0-15,0 0 0,0 0 0,0 0 16,0 0-16,-40 1 16,40-1-16,0 0 0,0 0 0,0 0 15,-40 0 1</inkml:trace>
  <inkml:trace contextRef="#ctx0" brushRef="#br0" timeOffset="-72134.68">28450 13595 0,'-41'0'15,"1"0"95,40 40-110,81-40 109,-41 0-109,0 0 16,0 0-16,0 0 0,0 0 0,0 0 15,0 0-15,-40-40 0,41 40 0,-1 0 16,0 0-1</inkml:trace>
  <inkml:trace contextRef="#ctx0" brushRef="#br0" timeOffset="-71674.7">28490 13435 0,'0'-40'0,"40"40"32,-40 40 61,0 0-77,0 0-16,0 0 0,0 0 0,0 0 16,0 0-1,0 0-15,0 1 0,-40-41 0,40 40 16,0 0-16,0 0 16,0 0-16</inkml:trace>
  <inkml:trace contextRef="#ctx0" brushRef="#br0" timeOffset="-70434.77">29252 13435 0,'0'-40'188,"0"-1"-188,40 41 15,0 0 17,1 0-17,-1 0 1,0 0 0,0 0-16,0 0 0,0 0 15,0 41 79,-40 39-94,0-40 16,0 0-16,0 0 93,-40-40-93,40 40 16,-40-40-16,40 40 16,-40-40-16,0 0 15,40 40 1,40-40 109,0 0-125,0 0 0,0 0 15,0 0 1,1 0-16,-1 0 0,0 0 0,0 0 16,0 0-16,0 0 15,0 0-15,0 0 0,1-40 16,-1 40 0,0-40-16</inkml:trace>
  <inkml:trace contextRef="#ctx0" brushRef="#br0" timeOffset="-69044.84">30336 13074 0,'-41'0'0,"82"0"188,-1 0-173,0 40 1,0-40-16,0 0 0,0 0 31,-40 40-31,40-40 0,0 0 16,-40 40-1,41-40 1,-82 40 62,41 0-62,0 0-16,0 0 15,-40 1-15,40-1 16,0 0-16,0 0 0,-40 0 16,40 0-16,0 0 0,0 0 15,0 0 1,0 1-16,0-1 15,0 0-15,40-40 16,-40 40-16,0 0 31,0 0 1,-40-40-17,40 40 1,-40-40-1,0 0 1,0 0 0,0 0-16,40 40 0,-40-40 0,-1 0 31,1 0-31,0 0 16,0-40-16,40 0 15</inkml:trace>
  <inkml:trace contextRef="#ctx0" brushRef="#br0" timeOffset="-68654.88">31098 13595 0,'-40'0'0,"80"0"0,-80-40 31,80 40-31,0 0 16,0 0-1,0 0-15,0 0 0,1 0 16,-1 0-16,0 0 16,0 0-16,0 0 0,0 0 15,0 0-15,0 0 0,1 0 31,-41-40-31</inkml:trace>
  <inkml:trace contextRef="#ctx0" brushRef="#br0" timeOffset="-68414.86">31138 13916 0,'0'40'0,"0"-80"0,40 80 31,40-40-15,-39-40-16,39 0 16,-40 40-16</inkml:trace>
  <inkml:trace contextRef="#ctx0" brushRef="#br0" timeOffset="-67684.93">31820 13475 0,'40'0'16,"0"0"15,1 0-31,-1 0 16,0 0-16,0 40 31,-40 0-31,0 0 15,0 0 1,0 0-16,0 0 16,0 1-1,-40-41-15,0 40 0,0-40 16,40 40 0,40-40 46,0 0-46,0 0-16,0 0 31,-40 40-31,0 0 16,-40 0-1,0-40 1,40 40-16,-40-40 15,40 40-15,-40-40 16,-1 0-16,1 0 16,0 0-1,0 0-15,40-40 16,-40 40 0,40-40-16,0 0 0,0 0 15</inkml:trace>
  <inkml:trace contextRef="#ctx0" brushRef="#br0" timeOffset="-67194.88">32502 13515 0,'0'40'110,"0"0"-95,0 0 1,0 0-16,-40 0 0,40 1 15,0-1-15,-40-40 0,40 40 16,0 0-16,-40-40 0,40 40 0,-40-40 16,40 40-16,0 0 15,0 0-15,0 0 16,0 0 0</inkml:trace>
  <inkml:trace contextRef="#ctx0" brushRef="#br0" timeOffset="-66704.95">33064 13756 0,'0'0'0,"0"40"32,-40-40-17,40 40 1,-40-40-16,0 40 15,0-40-15,40 40 0,-40-40 16,-1 40 0,1-40-16,0 40 0,40 0 31,40-40-15,0 0-1,1 0 1,-1 0-16,0 0 0,0 0 15,0 0-15,0 0 16,0 0-16,0 0 0,1 0 16,-1 0-1,0 0-15,0 0 0,-40-40 0,40 40 16</inkml:trace>
  <inkml:trace contextRef="#ctx0" brushRef="#br0" timeOffset="-66414.94">33225 13796 0,'0'40'15,"0"0"1,-40-40-16,40 40 0,0 0 16,-41-40-16,41 40 0,0 0 15,-40-40-15,40 40 0,-40 0 16,40 1-16,0-1 16,-40 0-16,40 0 0,0 0 0,-40 0 15,40 0-15</inkml:trace>
  <inkml:trace contextRef="#ctx0" brushRef="#br0" timeOffset="-62685.1">25962 14758 0,'0'-40'15,"40"40"32,0 0-31,0 0-1,-40 40 48,0 0-48,0 0 1,0 0-16,0 1 16,0-1-16,0 0 15,0 0-15,0 0 0,0 0 16,0 0 0,0 0-16</inkml:trace>
  <inkml:trace contextRef="#ctx0" brushRef="#br0" timeOffset="-62285.2">25561 15360 0,'0'40'31,"40"-40"0,0 0-15,0-40 0,40 40-16,-40 0 0,41 0 15,-41 0-15,0 0 16,0 0-16,0 0 0,0 0 0,0 0 0,0 0 16,1 0-16,-1 0 31</inkml:trace>
  <inkml:trace contextRef="#ctx0" brushRef="#br0" timeOffset="-61855.24">26162 15480 0,'0'0'16,"-40"0"-16,40 40 31,-40 0-15,0-40-16,40 40 15,-40-40-15,40 40 0,-40-40 16,40 41-16,-40-41 0,0 0 0,40 40 0,-41-40 15,41 40-15,-40-40 16,40 40-16,-40-40 16,80 0 15,0 0-31,41 0 16,-41-40-1,0 40-15,0 0 0,0 0 16,0 0-16,0 0 0,1 0 15,-1 0-15,0 0 0,0 0 16,0 0 0,0 0-16,0 0 0,-40-40 15</inkml:trace>
  <inkml:trace contextRef="#ctx0" brushRef="#br0" timeOffset="-61545.17">26283 15640 0,'-40'-40'16,"80"80"-16,-120-80 16,80 80 30,0 1-30,0-1 0,40-40-16,-40 40 0,0 0 0,0 0 15,0 0-15,0 0 0,0 0 16,-40 0-16,40 1 0,0-1 16,-41 0-16</inkml:trace>
  <inkml:trace contextRef="#ctx0" brushRef="#br0" timeOffset="-60135.25">27607 14678 0,'0'40'109,"-40"-40"-109,0 40 16,0-40-1,-1 0-15,1 0 0,0 0 0,0 0 0,0 0 16,0 0 0,0 0-16,40 40 0,-40-40 15,-1 0 1,41 40 109,0 0-109,0 1-1,0-1 1,0 0-16,0 0 15,0 0 1,0 0-16,0 0 16,0 0-16,0 0 15,0 1 1,-40-41-16,40 40 0,0 0 0,0 0 16,0 0-16,0 0 15,0 0 1,0 0 31,0 0-32,0 0 17,40-40 14,1 0-14,-1 0-32,0 0 15,0 0-15,0 0 16,-40-40-16,40 40 0,0 0 16,-40-40-16,40 40 15,-40-40 141,0 0-156</inkml:trace>
  <inkml:trace contextRef="#ctx0" brushRef="#br0" timeOffset="-57455.43">28931 15039 0,'-40'0'31,"40"-40"-31,0 80 235,0 0-204,0 0 0,0-80 891,40 40-906,-40-40-1,40 40-15,0 0 16,-40-40-16,41 40 16,-1 0-1,0 0 1,0 0-1,0 0-15,-40 40 32,40-40-32,-40 40 0,40-40 31,-40 40-31,0 0 0,0 0 16,0 0-16,0 1 0,-40-41 15,40 40-15,-40 0 16,0 0-16,0 0 15,40 0-15,-40-40 16,0 0-16,40 40 0,-41-40 16,1 0-1,0 40-15,0-40 0,0 0 16,40-40 0,0 0-1,-40 40 1,120 0 31,0 0-47,-40 0 15,1 0 1,-1 0-16,0 0 16,0 0-16,-40 40 0,40-40 0,-40 40 15,0 0-15,40-40 16,-40 40-16,0 1 0,40-1 31,-40 0-31,40-40 31,-40-40-15</inkml:trace>
  <inkml:trace contextRef="#ctx0" brushRef="#br0" timeOffset="-56965.45">29694 15440 0,'40'0'125,"-40"40"-109,40-40-1,0 0-15,0 40 0,0-40 16,0 0 0,0 0-16,1 0 0,-1 0 0,0 0 15,0 0 1,0 0-16,0 0 0,0 0 16,0 0-16,1 0 0,-1 0 15,0 0 1,-80 0 31,0 0-32</inkml:trace>
  <inkml:trace contextRef="#ctx0" brushRef="#br0" timeOffset="-56545.47">30095 15280 0,'0'0'16,"0"-41"-1,0 82 64,0-1-64,0 0-15,0 0 16,0 0-1,0 0-15,-40 0 16,40 0 0,0 0-16,-40-40 0,40 40 15,0 1-15,0-1 16,0 0 0</inkml:trace>
  <inkml:trace contextRef="#ctx0" brushRef="#br0" timeOffset="-55215.56">31018 15280 0,'0'0'0,"-40"0"812,-1 0-796</inkml:trace>
  <inkml:trace contextRef="#ctx0" brushRef="#br0" timeOffset="-54285.7">30897 15159 0,'-40'0'62,"80"0"79,0 0-125,1 0-16,-41-40 15,40 40-15,0 0 16,0 0-16,0 0 31,-40 40 0,0 0-31,0 0 16,0 1-16,0-1 0,0 0 16,0 0-1,0 0-15,0 0 0,-40-40 16,40 40-16,-40-40 15,0 40-15,0-40 32,80 0 46,0 0-63,0 0 1,0 0-16,0-40 16,0 40-1,0 0 1,-40 40-16,0 0 16,0 0-16,0 1 15,0-1-15,-40-40 16,40 40-16,0 0 15,-40-40-15,40 40 0,-40-40 0,0 0 16,0 40-16,0-40 16,0 0-16,-1 0 15,1 0 1,0 0-16,0 0 0,40-40 0,-40 0 16,40 0-1,0 0 1</inkml:trace>
  <inkml:trace contextRef="#ctx0" brushRef="#br0" timeOffset="-52925.78">31620 14798 0,'0'40'15,"-41"-40"1,82 0 47,-1 0-48,0 0 1,0 0-16,0 40 15,0-40-15,0 0 16,0 0 0,-40 41 31,0-1-32,0 0 1,0 0-16,0 0 0,-40-40 0,40 40 15,0 0 1,0 0-16,0 0 0,0 1 16,-40-1-1,40 0-15,0 0 0,-40 0 0,40 0 16,0 0-16,-40 0 0,40 0 0,0 0 16,0 1-1,0-1-15,0 0 0,0 0 16,0 0-1,0 0-15,0 0 32,-40-40-1,40 40-31,-40-40 16,40 40-16,-40-40 31,-1 0-16,1 0 1,0 0 0,0 0-1,0 0 1,0-40 0,40 0-1</inkml:trace>
  <inkml:trace contextRef="#ctx0" brushRef="#br0" timeOffset="-52545.82">32061 15480 0,'-40'0'0,"80"0"63,0-40-63,0 40 0,0 0 0,0 0 15,1 0-15,-1 0 0,0 0 16,0 0-16,0 0 0,0 0 16,0 0-16,0 0 0,1 0 15,-41-40-15,40 40 16,0 0-16</inkml:trace>
  <inkml:trace contextRef="#ctx0" brushRef="#br0" timeOffset="-52295.8">32181 15721 0,'0'0'16,"0"40"-1,40-40 17,1 0-32,-1 0 15,0-40 1,0 40 0,0 0-16,0-40 15</inkml:trace>
  <inkml:trace contextRef="#ctx0" brushRef="#br0" timeOffset="-51615.86">33064 14919 0,'0'40'31,"0"0"-15,0 0-1,0 0-15,0 0 16,0 0 0,0 0-16,-40 0 0,40 1 15,0-1-15,-40-40 0,40 40 0,0 0 16,40-40 31,0 0-47,0 0 0,0 0 15,1 0 1,-41-40-16,40 40 0,0 0 16,0 40-1,-40 0-15,0 0 16,0 0-16,0 0 16,-40-40-1,40 40-15,-40-40 0,40 40 0,-40-40 0,-1 0 16,1 41-16,0-41 15,0 0-15,0 0 0,0-41 32,40 1-32,0 0 0</inkml:trace>
  <inkml:trace contextRef="#ctx0" brushRef="#br0" timeOffset="-51325.88">32984 15079 0,'0'-40'16,"0"80"-16,0-120 0,40 40 16,0 40-16,-40-40 0,40 40 15,81 0 16,-41 0-15,40 0 0,1 0 15,-81 0-31</inkml:trace>
  <inkml:trace contextRef="#ctx0" brushRef="#br0" timeOffset="-50955.82">33666 15159 0,'0'40'63,"-40"0"-47,40 1-16,-40-1 0,40 0 15,-40 0-15,0 0 16,40 0-16,-41 0 0,1 0 0,40 0 15,-40-40-15,40 40 0,0 1 16,-40-1-16,0 0 0,40 0 16,-40-40-16,40 40 0,0 0 15</inkml:trace>
  <inkml:trace contextRef="#ctx0" brushRef="#br0" timeOffset="-50535.93">33626 15761 0,'0'40'62,"-40"-40"-46,40 40-1,-40-40-15,0 40 0,-1-40 16,41 40 0,41-40 30,-41 40-46,40-40 0,0 0 0,0 0 16,0 0 0,0 0-16,0 0 0,0 0 15,1 0-15,-1 0 16,40 0 0,-40 0-1</inkml:trace>
  <inkml:trace contextRef="#ctx0" brushRef="#br0" timeOffset="-50225.95">33746 15761 0,'0'0'0,"-40"0"62,40 40-46,-40 0 0,40 0-16,-40 0 15,40 0 1,0 0-16,-40-40 0,40 41 0,0-1 15,0 0 1,-40-40-16,40 40 0,-40 0 16,-1-40-1</inkml:trace>
  <inkml:trace contextRef="#ctx0" brushRef="#br0" timeOffset="-46106.2">25641 16483 0,'0'-40'31,"0"120"156,0-40-155,0 0-17,-40 0-15,40 0 0,0 0 16,-40-40-16,40 40 15,0 1-15,0-1 0,0 0 16</inkml:trace>
  <inkml:trace contextRef="#ctx0" brushRef="#br0" timeOffset="-45756.22">25400 17124 0,'0'0'0,"40"0"78,0 0-62,0 0 0,1 0-16,-1 0 0,0 0 0,0 0 15,40 0-15,-40 0 0,0 0 16,1 0-16,-1-40 0,0 40 0,0 0 0,0-40 15,0 40-15,0 0 16,-40-40-16</inkml:trace>
  <inkml:trace contextRef="#ctx0" brushRef="#br0" timeOffset="-45296.25">25721 17205 0,'0'0'0,"0"40"31,-40-40-31,40 40 16,0 0 15,-40-40-31,40 40 0,-40-40 16,40 40-16,-40-40 0,-1 40 15,1-40-15,40 40 0,-40-40 16,40 40-16,40-40 78,0 0-78,1 0 16,-1 0-16,0 0 0,0 0 15,0 0-15,0 0 0,0 0 0,0-40 16,1 40-16,-1 0 16,0 0-16,-40-40 0,40 40 0,0 0 0,0 0 15</inkml:trace>
  <inkml:trace contextRef="#ctx0" brushRef="#br0" timeOffset="-44966.27">25841 17285 0,'0'40'63,"0"0"-47,0 0-16,0 0 0,0 0 15,0 0 1,0 1-16,-40-1 15,40 0 1,-40 0-16,40 0 16</inkml:trace>
  <inkml:trace contextRef="#ctx0" brushRef="#br0" timeOffset="-43646.36">27206 16563 0,'40'0'32,"-40"-40"14,40 40-30,-80 0 78,0 0-79,0 0-15,-1 0 16,1 0 0,0 0-16,0 0 15,0 0-15,40 40 63,0 0 15,0 0-78,0 0 16,0 0-1,0 0-15,0 1 0,0-1 0,0 0 16,0 0-16,0 0 15,0 0-15,0 0 16,0 0 0,0 0-1,0 0 1,0 1 0,40-1-16,-40 0 31,0 0 47,0 0-31,40-40 0,0 0-32,-40-40-15,40 40 32,1 0-17,-1 0 1,0 0-16,-40-40 31,40 40-31,-40-40 109</inkml:trace>
  <inkml:trace contextRef="#ctx0" brushRef="#br0" timeOffset="-42786.39">27928 16884 0,'-40'0'0,"80"0"0,-40-40 125,80 40-109,-40 0-16,0 0 16,1 0-1,-1 0-15,0 0 16,-40 40 31,0 0-32,0 0-15,0 0 0,-40 0 32,0 0-32,-1 0 15,1-40 1,80 0 62,1 0-47,-1 0-31,-40 40 16,40-40-16,0 0 0,-40 41 16,0-1-1,0 0 1,-40 0-1,0-40-15,0 0 16,-1 40 0,1-40-16,0 0 0,0 0 15,0 0-15,0 0 32,40-40-32,-40 40 0,40-40 15,0 0 1</inkml:trace>
  <inkml:trace contextRef="#ctx0" brushRef="#br0" timeOffset="-42066.43">28610 17084 0,'-40'0'109,"0"0"-93,0 0 15,80 0 63,0 0-79,0 0-15,0 0 16,0 0-1,0 0-15,1 0 0,-1 0 16,0 0 0,0 0-16,0 0 15,0 0-15,0 0 16</inkml:trace>
  <inkml:trace contextRef="#ctx0" brushRef="#br0" timeOffset="-41736.39">28851 16924 0,'0'0'0,"-40"0"47,40 40-47,0 0 16,-40-40 0,40 40-16,0 0 0,0 0 15,0 0 1,0 1-16,0-1 0,0 0 0,-41-40 15,41 40-15,0 0 16,0 0-16</inkml:trace>
  <inkml:trace contextRef="#ctx0" brushRef="#br0" timeOffset="-41206.49">29413 16884 0,'-40'0'78,"40"40"-78,-41-40 15,41 40-15,-40-40 0,40 40 0,-40 0 16,0 0-16,0-40 16,40 40-16,-40-40 0,40 40 0,-40-40 15,40 41-15,40-41 32,0 0-17,0 0 1,0 0-16,0 0 0,0 0 15,1 0 1,-1 0-16,0 0 0,0 0 16,0 0-16,0 0 15,0 0-15,0 0 0,1 0 16</inkml:trace>
  <inkml:trace contextRef="#ctx0" brushRef="#br0" timeOffset="-40846.52">29573 16964 0,'0'0'16,"0"40"62,0 0-78,0 0 16,-40-40-16,40 40 0,0 0 15,-40-40-15,40 41 0,0-1 16,-40 0-16,40 0 15,-40 0-15,40 0 0,-40 0 16,40 0 0,-41 0-16</inkml:trace>
  <inkml:trace contextRef="#ctx0" brushRef="#br0" timeOffset="-40116.47">29854 16763 0,'-40'0'15,"80"0"32,0 0-31,0 0 15,0 0-31,1 41 0,-1-41 16,0 0-16,0 0 15,0 0 17,-40 40 14,0 0-46,0 0 16,0 0 0,-80 0-16,80 0 0,0 0 0,-40 0 15,0 0-15,40 1 0,0-1 0,0 0 16,0 0 0,-41-40-16,41 40 0,0 0 0,0 0 15,0 0 1,41 0-1,-41 1 1,-41-41 31,1 0-47,0 40 31,0-40-31,0 0 16,0 0-1,40 40-15,-40-40 0</inkml:trace>
  <inkml:trace contextRef="#ctx0" brushRef="#br0" timeOffset="-39756.58">30576 17164 0,'0'0'16,"0"-40"-1,40 0 1,81 0 0,-81 40-16,40 0 31,-40 0-31,0 0 0,1 0 0,-1 0 15,40 0 1</inkml:trace>
  <inkml:trace contextRef="#ctx0" brushRef="#br0" timeOffset="-39516.58">30777 17445 0,'0'0'15,"40"0"17,0 0-32,81-40 31,-41 40-31,0-40 15</inkml:trace>
  <inkml:trace contextRef="#ctx0" brushRef="#br0" timeOffset="-39006.63">31820 16844 0,'0'-40'0,"0"80"0,40-80 62,0 40-62,1 0 16,-1 40-16,0-40 0,0 0 15,0 0 1,0 0-16,0 0 16,-40 40 30,0 0-14,-40-40-32,40 40 0,-40 0 0,40 0 15,-40-40-15,40 40 0,-40 0 0,40 0 16,0 1-16,0-1 0,-40-40 16,40 40-16,0 0 0,0 0 0,-40 0 15,40 0 1,0 0-16,0 0 15,-41-40 1,41 41-16</inkml:trace>
  <inkml:trace contextRef="#ctx0" brushRef="#br0" timeOffset="-38746.64">31740 17405 0,'0'-40'16,"0"0"0,40 40-16,80-40 31,1 40-16,-81 0 1,80 0-16</inkml:trace>
  <inkml:trace contextRef="#ctx0" brushRef="#br0" timeOffset="-38446.65">32663 16884 0,'0'-40'15,"0"80"-15,0-120 32,0 120-32,0 0 15,0 0 1,0 0-16,0 0 0,-40 0 0,40 0 15,-40 0-15,40 0 16,0 1-16,-41-1 0,41 0 0,0 0 0,-40 0 16,40 0-16,0 0 0,-40 0 0,40 0 15,-40 1-15,40-1 16,0 0-16,0 0 16</inkml:trace>
  <inkml:trace contextRef="#ctx0" brushRef="#br0" timeOffset="-38076.68">32944 17485 0,'0'-40'31,"-40"80"0,0 0-15,-1 1-1,41-1 1,0 0 0,41-40-1,-1 0 1,0 0-16,0 0 15,0 0-15,0 0 0,0 0 0,0 0 16,1 0 0,-1 0-16,-40-40 0,40 40 15,0 0 1</inkml:trace>
  <inkml:trace contextRef="#ctx0" brushRef="#br0" timeOffset="-37716.71">33024 17365 0,'0'-40'32,"0"80"30,0 0-46,0 0-16,0 0 0,0 0 15,0 1 1,0-1-16,0 0 0,0 0 0,0 0 0,-40 0 16,40 0-16,0 0 0,-40 0 0,40 0 0,-40 1 15,40-1-15,0 0 16</inkml:trace>
</inkml:ink>
</file>

<file path=ppt/ink/ink3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09-14T04:18:30.281"/>
    </inkml:context>
    <inkml:brush xml:id="br0">
      <inkml:brushProperty name="width" value="0.05292" units="cm"/>
      <inkml:brushProperty name="height" value="0.05292" units="cm"/>
      <inkml:brushProperty name="color" value="#FF0000"/>
    </inkml:brush>
  </inkml:definitions>
  <inkml:trace contextRef="#ctx0" brushRef="#br0">3571 681 0,'0'0'0,"-40"0"0,0 0 15,40-40 1,0 0 15,40 40-15,0 0-16,0 0 0,1 0 31,-1 0-31,0 0 0,0 0 0,0 0 16,40 40-16,-40-40 0,41 40 15,-1-40-15,0 40 0,-40 0 0,41 1 0,-1-41 16,0 40-16,-40 40 16,0-40-16,0 0 0,1 0 0,-1 0 0,0 40 15,-40-39-15,0 39 0,40-40 0,-40 0 0,0 0 16,0 40-16,0-40 0,-80 1 15,80-1-15,-40 0 0,40 0 0,0 0 16,-41-40-16,1 0 16,0 0-1,40-40-15,0 0 16,-40 0-16,40 0 0,-40-41 0,40 41 0,0-40 16,0 0-16,0 40 15,0-41-15,0 1 0,0 40 0,0-40 0,0 40 16,40 0-16,-40 0 0,0 0 0,40-1 0,-40 1 15,40 0-15,0 0 0,1 40 16,-41-40-16,40 0 0,40 40 0,-40-40 0,0 0 16,40 40-16,-39-40 15,39 40-15,-40-41 0,40 41 0,-40 0 0,0-40 16,1 40-16,-1 0 0,0 0 16,0-40-16,-80 40 109,0-40-93</inkml:trace>
  <inkml:trace contextRef="#ctx0" brushRef="#br0" timeOffset="1079.83">5497 1483 0,'0'0'16,"40"0"-1,-40-40 1,41 0 0,79 80-1,-40 121 1,-80-81 0,0-40-16,0 120 15,0-120-15,-40 41 16,0-81-16,0 40 31,40-80-31,0 0 16,0-1-1,0 1-15,0 0 0,0 0 0,40 0 0,-40 0 16,40 0-16,-40 0 16,40 0-16,-40 0 0,40 40 0,-40-41 0,40 1 15,-40 0-15,41 0 0,-41 0 0,40 40 16,-40-40-16,40 0 15,-40 80 32,-40-40-47,40 40 16,-40 0-16,-1 0 0,41 0 16,0 0-16,0 1 15,0-1-15,0 0 0,0 0 0,0 0 16,0 0-16,0 0 0,41-40 0,-41 40 15,40-40-15,0 0 16,0 0-16,0 0 16</inkml:trace>
  <inkml:trace contextRef="#ctx0" brushRef="#br0" timeOffset="1519.84">6541 1564 0,'0'0'15,"0"40"17,0 0-17,80 40 1,-40-80-16,0 40 16,0 0-16,81 0 15,-81-40 1,0-40-1,-40 0-15,0-80 16,0 80-16,0 0 31,0 80 1,0 40-32,0-40 0,-40 0 15,40 0-15,0 40 0,0-40 0,0 1 0,0 39 16,0 0-16,0-40 15,-40 40-15,40 1 0,-41-1 0,1-40 0,40 40 16,-40 0-16,0 0 0,0-39 16,0 39-16,0-40 0,0 40 0,-1-40 0,-39 0 15,40 0-15,0 1 16,0-41-16,0 40 0,0-40 0,-1 0 0,1 0 16,0-40-16,0 40 15,40-41-15,0 1 0,0 0 0,0 0 0</inkml:trace>
  <inkml:trace contextRef="#ctx0" brushRef="#br0" timeOffset="1869.86">8146 842 0,'0'0'0,"-40"-40"0,-1 40 15,1 0-15,0 0 16,0 40 15,40 80-31,0-80 0,0 241 16,0-241-16,0 40 0,40-40 15,-40 40-15,0-39 16,40 39-16,-40-40 0,0 0 0,0 0 0,40 0 0,1 0 16,39 81-1,-40-121-15</inkml:trace>
  <inkml:trace contextRef="#ctx0" brushRef="#br0" timeOffset="2220.17">8948 2085 0,'0'-40'32,"0"0"-32,40-41 15,0 41-15,41-160 16,-81 160-16,40 0 0,-40 0 16,40-41-16,-40 41 15,0 0-15,0-40 0,0 40 0,0 0 0,0 0 16,0-41-16,0 41 0,0 0 0,0-80 31,-40 80-15,40 80 15,0 0-15,0 0-16,0 40 0,0-40 0,0 41 0,0-41 15,0 40-15,0 0 0,0-40 16,0 40-16,40-39 0,-40 39 0,40-40 0,-40 40 15,0-40-15,40 0 16,-40 0-16,0 0 0,40-40 0,-40 41 0,40-41 16,-40 40-16,41-40 0,-1 0 15,-40-40-15</inkml:trace>
  <inkml:trace contextRef="#ctx0" brushRef="#br0" timeOffset="2490.1">10072 962 0,'0'0'31,"0"40"-15,0 40 0,120 201-1,-120 80 16,-40-241-31,40-80 0,-201 201 32,121-201-32,40 40 0,0-40 0,-40 41 15,-1-81-15,1 40 16</inkml:trace>
  <inkml:trace contextRef="#ctx0" brushRef="#br0" timeOffset="2770.07">11276 1483 0,'40'40'16,"-80"-80"-16,120 80 47,0-40-47,-40 0 15,40-40-15,-39 40 0,39 0 16,0 0-16,0-40 0,1 40 0,39 0 0,-40 0 16,0-40-16,1 40 15,-41 0-15,40 0 0,-40 0 0,40-40 0</inkml:trace>
  <inkml:trace contextRef="#ctx0" brushRef="#br0" timeOffset="2960.13">11918 2045 0,'-121'80'16,"242"-160"-16,-242 200 16,161-120-1,41 0-15,159-120 31,1-1-15,-201 81-16</inkml:trace>
  <inkml:trace contextRef="#ctx0" brushRef="#br0" timeOffset="6848.69">14526 481 0,'-40'0'0,"40"-40"15,0-1-15,-41 41 32,1 0-17,0 0-15,40 41 16,-80-41-1,80 40-15,-40 0 0,0 0 0,40 0 0,-40 0 16,-1 0-16,41 0 16,0 0-16,-40 1 0,40-1 0,0 0 0,0 0 15,0 0-15,0 0 0,0 0 16,0 0-16,0 40 0,0-39 0,40-1 0,-40 40 16,0-40-16,0 0 0,0 0 0,0 0 0,0 0 15,0 1-15,-40-1 16,40 0-16,-40 0 0,40 0 0,-80-40 0,80 40 15,-40 0-15,0-40 16,40 40-16,-40-40 0,40-40 31,0 0-15,0 0-16,0 0 16,40 40-16,-40 40 15,40 0 1,-40 0-1,40 0-15,-40 0 0,0 0 0,40 1 0,-40-1 16,40 0-16,-40 0 0,0 0 16,40 0-16,-40 0 0,0 40 0,40-39 0,-40-1 15,41 0-15,-41 0 16,0 0-16,0 0 0,40 0 0,-40 0 0,0 0 16,40 0-16,-40 1 0,0-1 0,40-40 15,-40 40-15,40-40 16,-40 40-16,40-40 0,0 0 15,0 0-15,1 0 16,-1 0-16,0-40 0,0 40 16,0 0-16,-40-40 15,40 40-15,0 0 0</inkml:trace>
  <inkml:trace contextRef="#ctx0" brushRef="#br0" timeOffset="7348.66">15890 681 0,'0'-40'31,"0"80"0,0 0-15,0 0-16,0 1 0,0-1 16,0 0-16,0 0 15,0 0-15,0 0 0,0 0 0,0 0 0,0 0 16,0 0-16,0 1 0,0-1 15,0 0-15,40-40 32,0 0-32,0 0 15,1 40-15,-1-40 16,0 40-16,0 0 0,0-40 0,-40 40 16,40 0-16,-40 0 0,0 1 0,0-1 0,0 0 15,0 0-15,-40 0 16,40 0-16,-40 0 0,0-40 0,0 40 0,0-40 15,-41 0-15,41 0 16,0 40-16,0-40 0,0 0 0,0 0 0,-41-80 16,41 40-16,0 0 15,0 0-15,40 0 0,0-40 0</inkml:trace>
  <inkml:trace contextRef="#ctx0" brushRef="#br0" timeOffset="7598.72">15850 761 0,'-40'0'16,"80"0"-16,-80-40 16,80 40-16,80 0 15,-80-40-15,201 40 16,-201-40-16,41 40 0,-41 0 15,281-80 1,-161 0 15</inkml:trace>
  <inkml:trace contextRef="#ctx0" brushRef="#br0" timeOffset="7888.63">15609 2245 0,'-40'0'0,"80"0"0,-120 40 31,160 1-16,0-41 1,-39 0-16,-1 0 16,0 0-16,0 0 0,40 0 15,-40 0-15,41 0 0,-41-41 0,40 41 0,-40 0 16,40 0-16,-40-40 0,1 40 0,39-40 0,-40 40 16,0-40-16,0 40 15,0 0-15,0-40 0</inkml:trace>
  <inkml:trace contextRef="#ctx0" brushRef="#br0" timeOffset="8238.6">16452 2486 0,'-40'40'15,"80"-80"-15,-120 80 0,-41 0 16,121 0-16,-40-40 0,0 0 15,0 40 1,40 0-16,-80 41 16,39-41-16,41 0 15,-40 0-15,40 0 16,40 0 15,41-40-31,119-40 16,-119 40-16,-1 0 0,120-40 15,-159 0-15,159 0 32,-200 0-32,40 40 0,0-40 15,-40-1-15</inkml:trace>
  <inkml:trace contextRef="#ctx0" brushRef="#br0" timeOffset="8448.63">16612 2486 0,'-40'0'15,"80"0"-15,-80 40 0,40 0 16,0 0-16,-40 40 16,40 121-1,40 0 16,-40-161-31,40 80 16,-40-80-16</inkml:trace>
  <inkml:trace contextRef="#ctx0" brushRef="#br0" timeOffset="8678.67">17736 2486 0,'0'40'31,"40"0"-31,-40 121 31,0-121-31,-80 80 16,40-80-16,-1 0 0,1 0 15,-80 0-15,80-40 0</inkml:trace>
  <inkml:trace contextRef="#ctx0" brushRef="#br0" timeOffset="11158.44">18659 802 0,'40'0'62,"40"-41"-62,-40 41 16,0-40-16,1 40 15,-1 0-15,0 0 0,0 0 0,0 0 0,40-40 16,-40 40-16,1 0 0,-1 0 0,0 0 16,0 0-16,0 40 0,0-40 15,-40 40-15,0 1 0,0-1 0,0 0 16,-40-40-16,40 80 0,-80-40 15,40 0-15,0 40 0,-41-40 0,41 41 0,0-41 16,0 0-16,0 0 16,0 40-16,0-40 0,40 0 0,40-40 47,40 0-47,-40 0 0,0 0 15,0 0-15,0 0 16,1 0-16,-1 0 0,0 0 0,0 0 0,0 0 15,-40 41-15,40-1 16,-40 0-16,0 0 0,-80 0 16,80 0-1,-40-40-15,0 40 0,0-40 0,-1 40 0,-39-40 16,40 40-16,0-40 0,-40 0 0,40 40 0,-41-40 16,41 0-16,-40 41 0,40-41 15,0 0-15,0 0 0,-1 0 0,1 0 0</inkml:trace>
  <inkml:trace contextRef="#ctx0" brushRef="#br0" timeOffset="11418.49">18338 2366 0,'40'0'15,"161"0"1,240-81 15,0 1-15,-160 40 0,-201 40-1,-80-40-15</inkml:trace>
  <inkml:trace contextRef="#ctx0" brushRef="#br0" timeOffset="11708.41">19261 2566 0,'-40'0'15,"80"0"-15,-80 40 0,-41 0 16,41 0-16,0-40 0,0 81 31,-40-1-15,120-80 15,40 40-31,-40-40 0,161 0 31,-121 0-31,-40 0 0,40 0 0,-39 0 0,199 0 31,1 0-15,-201 0-16</inkml:trace>
  <inkml:trace contextRef="#ctx0" brushRef="#br0" timeOffset="11938.38">19341 2566 0,'-40'0'15,"80"0"-15,-80 40 16,40 0-16,0 0 31,0 41-31,0-41 16,40 120 0,-40 41-1,0-81 16,0-80-31</inkml:trace>
  <inkml:trace contextRef="#ctx0" brushRef="#br0" timeOffset="12198.45">20906 2245 0,'0'0'0,"0"40"16,0 81 15,0-81-31,0 0 0,0 0 0,-40 0 0,0 80 31,-81-79-31,81-1 0,-120 0 32,119-40-32</inkml:trace>
  <inkml:trace contextRef="#ctx0" brushRef="#br0" timeOffset="15378.46">22110 882 0,'0'-40'16,"0"0"-16,40 40 0,-40-41 16,-40 41 15,40 41-15,-40-41-16,40 40 15,0 0-15,0 0 0,-41 0 0,41 0 0,0 0 16,0 0-1,0 0-15,0 0 0,0 1 0,0-1 16,0 0 0,41-40-1,-41-40-15,40 40 16,0 0-16,0-40 16,0 40-16,0 0 0,-40-41 0,40 41 0,0 0 15,1 0-15,-41 81 0,40-81 16,0 40-16,-40 0 0,40 0 0,0 0 0,-40 40 15,40-40-15,-40 1 16,0-1-16,0 0 0,0 0 0,0 0 16,-40 0-16,0 0 15,-40-40-15,40 40 0,-1-40 0,-39 0 0,40 0 16,0 0-16,-40 0 0,40 0 0,-1-40 0,1 40 16,0-80-16</inkml:trace>
  <inkml:trace contextRef="#ctx0" brushRef="#br0" timeOffset="15618.5">22190 882 0,'0'-40'15,"0"0"-15,80 40 0,41-81 16,200 1 15,80 40-15,-201 0-1,-119 40 1</inkml:trace>
  <inkml:trace contextRef="#ctx0" brushRef="#br0" timeOffset="15868.42">21989 2125 0,'-40'0'31,"40"40"-31,40-40 15,41 40 1,-41 0-16,200 0 31,-199-40-31,39 0 0,-40 0 0,40-40 16,-40 40-16,41 0 0,-41-40 0,40 40 0</inkml:trace>
  <inkml:trace contextRef="#ctx0" brushRef="#br0" timeOffset="16208.41">22631 2446 0,'-40'40'16,"80"-80"-16,-120 80 0,40-40 0,0 40 0,0-40 15,0 40-15,-1-40 0,1 40 16,0 0-16,40 0 15,-40-40-15,0 81 16,0-81-16,40 40 0,-40-40 31,40 40-31,80-40 16,40 0 15,-80 0-31,41 0 0,-1 0 0,121 0 31,-121 0-31,-40 0 0,80 0 32,-80-40-32</inkml:trace>
  <inkml:trace contextRef="#ctx0" brushRef="#br0" timeOffset="16438.37">22671 2566 0,'-40'40'0,"80"-80"0,-120 80 0,40-40 31,40 40-31,0 0 0,0 1 16,0 39 0,0-40-16,0 80 15,0-80-15,0 0 0,0 41 31,0-41-31,0 0 0</inkml:trace>
  <inkml:trace contextRef="#ctx0" brushRef="#br0" timeOffset="16718.43">24236 2125 0,'0'0'0,"0"40"0,0 0 16,0 0-16,0 0 15,0 1-15,-40-1 0,0 0 0,40 0 16,-40 0-16,0 0 15,0 0-15,0 0 0,-1-40 0,1 40 16,0-40-16,0 0 0,0 40 16,0-40-16,0 0 0,0 0 15</inkml:trace>
  <inkml:trace contextRef="#ctx0" brushRef="#br0" timeOffset="17228.36">25480 1082 0,'0'0'0,"-40"0"0,0 0 15,40-40 1,80 40 0,-40-40-16,1 40 0,-1-40 0,0 40 15,40-40-15,-40 40 0,0 0 16,41 0-16,-41 0 0,0 0 0,0-40 15,0 40 1,-40 40 31,-40-40-47,40 40 0,0 0 16,0 40-16,0-40 15,-40 41-15,40-41 0,-40 40 0,40-40 0,-40 40 0,40 0 16,-41-39-16,41 39 15,-40-40-15,40 0 0,-40 40 0,40-40 0,-40 0 16,40 0-16,0 1 0,-40-41 16,40 40-16,0 0 0,-40-40 15</inkml:trace>
  <inkml:trace contextRef="#ctx0" brushRef="#br0" timeOffset="17468.34">25480 1764 0,'0'-40'16,"0"80"-16,-40-80 0,40 0 16,80 0-16,-39 40 15,-1-40-15,0 40 0,201-40 31,-161-1-31,-40 41 0,40 0 0,-40 0 0,161-40 32,-81 40-32</inkml:trace>
  <inkml:trace contextRef="#ctx0" brushRef="#br0" timeOffset="17768.36">25119 2165 0,'-120'40'31,"240"-80"-31,-280 80 0,160 0 0,-41-40 0,41 40 0,0 1 31,41-41-31,39 0 16,-40 40-16,0-40 0,40 0 16,1 0-16,-41 0 0,40 0 0,0 0 0,1-40 15,-41 40-15,40 0 0,0-41 0,0 41 0,1-40 16,-41 40-16,40 0 16,0 0-16,-40-40 0,41 40 0,-1 0 0,-40 0 15,40 0-15</inkml:trace>
  <inkml:trace contextRef="#ctx0" brushRef="#br0" timeOffset="18088.27">25721 2767 0,'-40'0'16,"0"0"-16,0 40 15,160-80-15,-280 80 0,119-40 0,41 40 0,-80-40 16,40 40 0,0-40-16,40 40 15,0 0-15,-40 0 32,200 0-17,-120-40-15,41 0 16,-1 0-16,0 0 0,-40 0 0,41 0 0,-41 0 15,200-40 1,-159 40 15</inkml:trace>
  <inkml:trace contextRef="#ctx0" brushRef="#br0" timeOffset="18338.26">25922 2767 0,'0'0'0,"-40"0"0,-1 0 16,41-40-16,-40 40 15,40 40 1,0 0 0,0 0-16,-40 0 0,40 0 0,-40 0 15,40 0-15,-40 41 0,40-41 16,0 40-16,-40-40 0,40 0 0,-40 40 0,40-40 15,0 41-15,-40-41 16,40 0-16,0 0 0,0 0 0,0 0 0,-41 0 16,122 0-1</inkml:trace>
  <inkml:trace contextRef="#ctx0" brushRef="#br0" timeOffset="19078.21">27767 601 0,'-40'0'16,"80"0"15,41 0-15,-81 40-16,40-40 0,0 40 15,0-40-15,0 40 0,40-40 0,-80 40 0,41 1 0,-1-1 16,0 0 0,-40 0-16,0 0 0,0 0 0,0 40 0,-40-40 15,40 0-15,-40 41 0,40-41 16,-81 40-16,41-40 0,40 0 0,0 40 0,-40-39 15,40-1-15,-40 0 16,40 40-16,0-40 0,0 0 0,0 0 0,0 0 16,40-40-16,-40 40 0,40 1 15,40-1-15,-39-40 0,-41 40 0,40-40 16,0 0-16,0 0 0,0 0 0,0 0 0,0-40 31,-40 0-31,0-1 0,0 1 16,-40 40-1,40-40-15,-40 40 16,40 40 0,-40 0-16,40 1 0,-40-1 15,0 0-15,40 40 0,-40-40 0,40 40 0,-41 1 16,1-1-16,40 0 0,-40 0 16,0 0-16,40 1 0,-40-1 0,0 0 0,40 40 15,-40-39-15,0-1 16,-41-40-16,41 40 0,0-40 0,0 40 0,-40-40 15,-1-40-15,41 41 0,-40-41 16,0 40-16,-41-40 0,41 0 0,-40 0 0,40-81 16</inkml:trace>
  <inkml:trace contextRef="#ctx0" brushRef="#br0" timeOffset="20788.1">14606 4130 0,'0'0'16,"0"-40"-1,40 40 32,40 0-31,-39 40-16,39-40 16,0 0-16,0 0 0,41 40 0,-1-40 15,0 40-15,81-40 0,-40 0 16,39 41-16,41-41 0,0 40 0,40-40 0,-1 40 15,1-40-15,40 40 16,0-40-16,0 40 0,41-40 0,-41 40 0,40-40 0,0 40 16,-40-40-16,80 0 15,-40 40-15,0-40 0,41 0 0,-41 40 0,40-40 16,-40 0-16,0 41 0,-40-1 0,0-40 0,-40 40 16,0 0-16,-40 0 0,0-40 15,-1 40-15,-39-40 0,-41 40 0,1-40 0,0 40 16,-41-40-16,-40 0 15,0 40-15,1-40 0,-41 0 0,0 0 0,0 40 16,-80-80 15,40 0-31,-40 40 0,40-40 16,-40 40 0,40-40-16,-40 40 15,-1 0 1,41-40-16,-40 40 0,-40 0 0</inkml:trace>
  <inkml:trace contextRef="#ctx0" brushRef="#br0" timeOffset="21428.16">28650 5734 0,'-80'41'16,"160"-82"-16,-200 82 31,120-1-31,-201 80 32,-40 40-17,41-39 1,120-41 15,120-80-31,160 0 31,-119 0-31,119 40 0,-120-40 0,1 0 16,-41 0-16,40 0 0,-40 0 0,201 0 31,-201-40-31,0 40 0,0 0 0,1-40 16,-1 40-16,-40-40 15,0 0-15</inkml:trace>
  <inkml:trace contextRef="#ctx0" brushRef="#br0" timeOffset="22038.04">28851 5895 0,'0'0'0,"-40"0"0,0 0 15,40 40 32,-41 40-31,41-40-16,-40 0 0,40 1 0,-40-1 0,40 40 16,-40-40-16,0 40 0,40-40 15,-40 40-15,0-39 0,0 39 0,-1-40 0,1 40 16,0 0-16,0 1 15,0-41-15,0 40 0,0 0 0,0 0 0,-1-40 16,1 41-16,40-41 0,-40 0 16,40 0-16,-40 0 0,40 0 0,0 0 15,40-40 17,0 0-32,0 0 0,-40-40 15,41 40-15,-1 0 16,0-40-1,-40 0 220</inkml:trace>
  <inkml:trace contextRef="#ctx0" brushRef="#br0" timeOffset="24107.92">1605 1283 0,'0'0'0,"0"-40"15,0 80 32,0 0-31,0 0-16,0 0 0,0 0 16,-40-40-16,40 40 15,0 0-15,0 1 0,0-1 0,0-80 63,0-1-48,0 82 126,0-1-141,40-40 0,-40 40 0,0 0 16,40-40-16,-40 40 15,40 0-15,0-40 16,1 0-16,-1 0 15,0 0-15,0 0 0,0 0 0,40-40 0,1 40 16,-41-80-16,40 40 16,40 0-16,-39-1 0,-1-39 0,0 40 0,0-40 15,41 0-15,-41-1 0,0 1 0,0 40 0,1-40 16,-1 40-16,0-40 0,0 40 16,1-1-16,-41 1 0,40 40 0,-40-40 0,0 0 15,1 40-15,-1 0 16,-40-40-16,0 80 31,-40-40-15,40 40-16,0 0 15,-41 0-15,41 1 0,0-1 16</inkml:trace>
  <inkml:trace contextRef="#ctx0" brushRef="#br0" timeOffset="24847.94">2729 5454 0,'-81'-40'16,"162"80"-16,-202-120 0,81 80 0,-40-41 16,80 1-1,-40 40-15,40 40 31,-40 1-15,-1 39 0,-119 241-1,40-1 1,79-239-16,41 39 16,0-80-16,241 120 15,120-39 1,0-121 15,-40-80-15,-240 39-16</inkml:trace>
  <inkml:trace contextRef="#ctx0" brushRef="#br0" timeOffset="25047.92">3732 5734 0,'-40'0'16,"80"0"-16,-80 41 16,0-1-16,40 80 15,-41 81 1,41-121 0,0 120-1,41-120 1</inkml:trace>
  <inkml:trace contextRef="#ctx0" brushRef="#br0" timeOffset="25227.91">3732 5374 0,'-201'-81'31,"402"162"-31,-482-202 0,241 121 0,0 0 32,80 0-32</inkml:trace>
  <inkml:trace contextRef="#ctx0" brushRef="#br0" timeOffset="25587.82">4173 5534 0,'0'40'16,"0"-80"-16,40 120 15,81 0 1,79 121 15,-119-81-31,-1 81 31,-80-81-15,-40-120 0,40-40-1,0-161 1,80-160 0,40 161 15,41 80-16,-81 120 1,40 40 0</inkml:trace>
  <inkml:trace contextRef="#ctx0" brushRef="#br0" timeOffset="27117.81">5778 5574 0,'-40'0'16,"80"0"-16,-200 0 16,120 0-1,40 40-15,-41 80 32,1 1-17,40-81-15,40 80 16,41-80-16,-41 0 15,80 1 1,81-41 0,-1-81 15,-159 41-31,39-40 0,-40 40 16,0 0-1,-40 0-15,0-41 31,-40 41-15,40 80 47,0 1-63,0-1 0,0 0 15,0 0-15,0 0 16,0 0-16,0 0 0,0 0 15,40-40-15,-40 40 16,40-40-16,0 0 0,0 0 16,1-40-16,-1 0 15,0-40 1,0 40-16,0 0 0,-40 0 0,40 0 16,-40-1-1,40 41 16,-40 41-31,0-1 0,0 0 16,40-40-16,-40 40 16,0 0-16,41-40 0,-1 0 15,0 40-15,0-40 0,0 0 16,-40-40-16,40 40 16,0-40-16,0-40 0,1 40 15,-41-1-15,40 1 0,-40 0 16,0 0-16,40 0 0,-40 0 0,0-40 0,0 40 15,0 0-15,0-1 16,0-39-16,0 40 0,-40 0 0,40 0 0,0 0 16,-40 0-16,40 0 0,-41-1 0,41 82 62,0-1-62,0 0 16,0 0-16,0 40 0,0-40 15,41 40-15,-41-39 0,40 39 0,0-40 0,0 40 16,0-40-16,0 0 16,-40 40-16,40-39 0,1-1 0,-1 0 0,0 0 15,0 0-15,0 0 0,40 0 0,-40 0 0,1-40 16,-1 40-16,0-40 0,0 0 16,40 41-16,-40-41 0,0 0 0,1 0 0,-1 0 15,0 0-15,-40-81 16,40 81-16,0-40 0,0 40 0,-40-40 0,40 0 15,-40 0-15,0 0 0,40 0 16,-40 0-16,0-1 0,0 1 0,0 0 0,0 0 16,0 0-16,-40 0 0,40 0 0,-40 0 15,0 40 1,40 40 0,0 0-1,0 0-15,0 0 0,0 0 0,0 0 16,0 0-16,40-40 15,-40 41-15,40-41 0,-40 40 16,0-80 0,40-1-1,-40-39-15,0 40 0,41 0 16,-41 0 0,0 0-16,40 40 15,-40 40 1,40 40-16,-40-40 15,40 0-15,-40 0 16,40-40-16,-40 41 0,40-41 0,-40 40 0,40-40 16,-40 40-16,40-40 0,1 0 0,-1 0 15,0 0 1,0-40-16,0 0 0,0-1 16,-40 1-16,0 0 15,0 0-15,0 0 0,0 0 16,0 0-16,0 0 15,0 0-15,40 40 16,0 0 0,1-40-16,-1 40 0,0 0 15,0 0-15,0 0 16,-40 40-16,40-40 0,-40 40 16,40-40-16,-40 40 0,40-40 0,-40 40 0,41 0 15,-1 0 1,0-40-16,0 0 0,40 0 15,-40 0-15,41 0 0,-1 0 16,0-40-16,0 40 0,-40-40 0,41 40 0,-1-40 16,-40 40-16,0 0 0,-40-40 15,-40 40 1,-40 0-16</inkml:trace>
  <inkml:trace contextRef="#ctx0" brushRef="#br0" timeOffset="27927.68">3009 8301 0,'0'0'0,"-40"0"0,0 0 16,0-40-1,0 40-15,-80 40 16,79 0-16,1-40 16,0 81-16,0-41 0,40 0 0,-40 120 31,40-120-31,0 0 0,40 0 0,-40 41 0,80-41 16,-40 0-16,1 40 0,39-40 15,40 40-15,-80-39 0,41-41 0,-1 0 16,0 40-16,0-40 15,1 0-15,-1 0 0,-40-81 0</inkml:trace>
  <inkml:trace contextRef="#ctx0" brushRef="#br0" timeOffset="28217.69">4213 8422 0,'81'0'47,"-81"40"-47,40-40 0,-40 40 0,40 0 16,-40 0-16,40 0 0,-40 0 0,0 0 0,0 0 15,0 0 1,-40-40-16,0 41 0,0-41 16,-1 0-16,1-41 15,0 41-15,40-40 0,-40 0 0,0 0 16,0 0-1,40 0-15,0 0 0,0 0 0,0 0 0,0 0 16,0-1-16,40 1 0,-40 0 16,40 0-16,0 40 0,0-40 0,0 0 15</inkml:trace>
  <inkml:trace contextRef="#ctx0" brushRef="#br0" timeOffset="28517.71">4615 8141 0,'0'0'0,"120"40"31,-80-40-31,0 0 0,0 40 0,0 0 16,121 80-1,-81 41 1,-40-81 15,-40-40-15,-40-200-1,40-81 17,121 81-17,-41 120 1,-40 40 0,0 0-16</inkml:trace>
  <inkml:trace contextRef="#ctx0" brushRef="#br0" timeOffset="28787.62">5738 8020 0,'80'0'0,"-160"0"0,241 0 16,-121 0-16,0 41 31,0-41-31,40 80 16,-40-40-16,-40 0 0,40 0 15,-40-80 32,0 0-31,0 0-16,0 0 0,41 0 0,-41-1 15,40 1-15,-40 0 0,40 0 0,0 40 0,-40-40 16,40 40-16,0-40 16,0 40-16,0 0 15,1 0-15,-1 0 16,0 0-16</inkml:trace>
  <inkml:trace contextRef="#ctx0" brushRef="#br0" timeOffset="29107.68">7102 8101 0,'0'40'16,"0"-80"-16,40 120 16,1-80-16,39 0 15,-40-80-15,80 40 31,-79 40-31,-1-41 0,0 1 0,0 0 0,-40 0 32,-40-40-17,-121 80 1,41 160 0,120 1 15,80-1-16,41-80 1,-1-80 0,-80 0-16,0-40 0,0 0 15</inkml:trace>
  <inkml:trace contextRef="#ctx0" brushRef="#br0" timeOffset="29367.66">8186 7379 0,'-40'0'16,"0"0"-16,-1 0 15,41 120 17,0 41-17,0 119 1,0-159-1,41-81-15,-1 160 16,-40-160-16,40 0 16,120 41-1,-79-81-15</inkml:trace>
  <inkml:trace contextRef="#ctx0" brushRef="#br0" timeOffset="29917.62">9189 8020 0,'0'-40'15,"0"80"-15,-80-160 32,40 120-32,-1 0 0,-39 0 15,40 0-15,-80 80 16,120-40-16,0 1 16,0 119-1,40-120 1,0 40-1,40-160 1,41-80 0,79-41 15,-120 121-15,-39 160-1,39 81 16,-40-81-15,0-40 0,40-120-1,-80 40-15,81-121 16,-81 121-16,0 0 0,0 0 16,40-201-1,-40 161-15,40-80 16,-40 119-16,0 1 0,40 40 31,-40 40-15,0 41-16,0 39 15,40-80-15,-40 121 16,0-121-16,40 240 16,-40-39-1,0-201-15,-40 40 16</inkml:trace>
  <inkml:trace contextRef="#ctx0" brushRef="#br0" timeOffset="30217.54">10072 7940 0,'-40'0'15,"80"-40"1,0 0-1,40 40-15,-40-40 16,0 40-16,0-40 0,41 0 0,-41 40 16,0-40-16,0 40 0,-40-40 0,40 40 0,-40-41 15,40 41 1,-40 41 0,0-1-1,0 0-15,0 0 0,0 0 0,0 0 16,0 0-1,0 0-15,0 0 0,0 0 16,0 1-16,0-1 16,0 0-16,0 0 0</inkml:trace>
  <inkml:trace contextRef="#ctx0" brushRef="#br0" timeOffset="30387.53">10553 7459 0,'-80'-80'16,"160"160"-16,-200-160 0,80 40 0,40 0 15,-40 40-15,120 0 16,0-41 0</inkml:trace>
  <inkml:trace contextRef="#ctx0" brushRef="#br0" timeOffset="30697.59">11155 7579 0,'-40'40'15,"0"-40"17,40 41-32,-40-41 0,40 40 0,0 0 15,0 0 1,0 0-16,0 0 0,0 0 0,80-40 0,-80 40 15,40 0-15,0 0 16,-40 1-16,40-41 0,-40 40 16,41-40-16,-41-40 15,0-1 1,0 1-16,0 0 0,0 0 16,-41 40-16,41-40 0,-40 0 15,40 0-15,-40 0 0,0 0 0,40 0 16,-40-1-16,40 1 15,-40 40-15,40-40 0</inkml:trace>
  <inkml:trace contextRef="#ctx0" brushRef="#br0" timeOffset="31097.56">11476 7459 0,'40'0'16,"0"0"-16,1 0 0,-1 0 15,40 40 1,40 80 0,-80 1 15,-40-81-31,0 0 0,-40 0 0,40 0 16,-40-40-1,80-40 16,-40 0-31,121-40 16,-81 80-16,-40-40 16,40 40-16,-40-40 0,40 40 0,0 0 0,0 0 15,0 120 1,41 0 0,-81-80-16,40 121 31,0-161-31,-40 40 0,40 0 0,40-40 15,1 40-15,199-40 16,-199-40-16,-1 40 0,0-40 16,81-121-16</inkml:trace>
</inkml:ink>
</file>

<file path=ppt/ink/ink3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8T07:36:50.248"/>
    </inkml:context>
    <inkml:brush xml:id="br0">
      <inkml:brushProperty name="width" value="0.05292" units="cm"/>
      <inkml:brushProperty name="height" value="0.05292" units="cm"/>
      <inkml:brushProperty name="color" value="#FF0000"/>
    </inkml:brush>
  </inkml:definitions>
  <inkml:trace contextRef="#ctx0" brushRef="#br0">14566 962 0,'-80'0'0,"160"0"15,-160 0-15,160 0 0,-80-40 16,0 80 140,0 0-140,0 0-1,80 0-15,-40 0 0,0 0 16,-40 1 0,41-41-16,-1 40 0,0-40 0,-40 40 15,40-40-15,0 0 0,-80 0 16,120 0 0,-120 0-16,80 0 0,-40-40 0,40 40 0,-40-40 15,0-1-15,40 1 16,-40 0-16,0 0 0,0 0 0,0 0 15,0 0 1,0 0-16,0 80 78,-40-40-78,80 40 16,-40 0-16,0 0 15,0 0-15,0 0 0,0 0 0,0 1 16,0-1-16,0 0 16,0 0-16,0 0 0,0 0 0,0 0 15,0 0-15,0 0 0,41 1 0,-41-1 0,0 0 16,0 0-16,40 0 16,-40 0-16,0 0 0,0 0 0,0 0 15,0 0-15,0 1 16,-40-41-16,40 40 0,-41-40 15,1 40-15,0-40 16,0 0 0,0-40-1,40 0-15,-40 40 0,40-41 0,-40 1 16,40 0-16,-40 0 0,40 0 16,0 0-16,0 0 15,0 0-15,40 0 16,0 40-1,0-40-15,0 40 16,0 0 0,0-41-16,0 41 0,1-40 0,-1 40 0,-40-40 15,40 40-15</inkml:trace>
  <inkml:trace contextRef="#ctx0" brushRef="#br0" timeOffset="320.05">15810 721 0,'-40'0'0,"40"40"0,-40 1 16,-1-1-1,41 0-15,-40-40 0,40 40 16,0 0-16,0 0 16,0 0-16,0 0 0,0 0 0,0 0 15,0 1-15,0-1 0,0 0 0,40 0 0,-40 0 16,0 0-16,41-40 16,-41 40-16,40-40 0,-40 40 0,40-40 0,0 40 15,0-40 1,0 0-16</inkml:trace>
  <inkml:trace contextRef="#ctx0" brushRef="#br0" timeOffset="759.95">16010 1002 0,'0'0'15,"41"0"16,-41 40-15,40-40-16,-40 40 0,40-40 16,-40 40-16,40 0 0,-40 1 0,40-41 15,-40 40-15,0 0 0,0-40 0,0 40 0,0 0 16,0 0 0,40-80 15,-40 0-16,0-40 1,40 40-16,-40-1 0,40 1 0,1 0 16,-122 40-1,202 0-15,-81 0 0,-40 0 16,40 0-16,-40 40 0,40 0 31,-40 1-31,40-41 0,-40 40 0,0 0 16,40-40-16,-40 40 15,0 0-15,0 0 0,0 0 16,0 0 0</inkml:trace>
  <inkml:trace contextRef="#ctx0" brushRef="#br0" timeOffset="1030.01">16973 842 0,'0'0'16,"-80"40"-1,201-40 1,-41 120 15,-80-80-31,0 0 0,0 81 31,0-81-31,0 0 0,0 0 0,-80 120 32,39-79-17,1-41-15</inkml:trace>
  <inkml:trace contextRef="#ctx0" brushRef="#br0" timeOffset="1289.99">17656 1122 0,'0'0'15,"40"0"1,0 0-1,0 0-15,0 0 0,0 0 16,0 0 0,0 0-16,1 0 0,-1 0 0,0 0 15,0 0-15,0 0 0,0-40 0,0 40 16,1 0-16,-1 0 16,0 0-16</inkml:trace>
  <inkml:trace contextRef="#ctx0" brushRef="#br0" timeOffset="1519.97">18097 1483 0,'0'0'0,"-80"40"31,120-40-15,80-40-1,41 0 17,-41 0-17,-80-40-15</inkml:trace>
  <inkml:trace contextRef="#ctx0" brushRef="#br0" timeOffset="2119.87">18699 962 0,'0'0'16,"40"0"-1,0 0-15,40 80 32,41 81-17,-81-81 1,-40-40-16,0 80 15,-80-80-15,80 0 0,-40 1 16,-1-41 0,41-41-1,81-79 1,-1 0 0,-80 80-16,160-81 15,-119 121-15,-41-40 0,80 0 31,-120 40-31,120 0 32,-120 40-17,-40 0 1,39 41 0,1-81-16,40 80 15,-40-40-15,40 0 16,0 0-16,40-40 0,41 40 15,-41-40 1,0 0-16,0 0 0,0 0 0,0 0 0,40 0 16,-39 0-16,-1 0 0,40-40 15</inkml:trace>
  <inkml:trace contextRef="#ctx0" brushRef="#br0" timeOffset="2479.92">20023 761 0,'-40'0'31,"80"0"-31,-160 81 16,120-41-16,-40 0 15,-1 80 1,41 0 15,81 1-15,79-41-1,-80-80 1</inkml:trace>
  <inkml:trace contextRef="#ctx0" brushRef="#br0" timeOffset="2859.82">20464 922 0,'-40'0'15,"40"40"17,40 0-17,-40 0-15,41 0 16,-41 0-16,40 0 0,-40 1 16,0-82 30,40 41-46,0-40 0,-40 0 16,80 40-16,-80-40 16,40 0-16,0 40 0,-40-40 15,41 40-15,-1 0 0,0 0 16,-40 40-16,40-40 16,-40 40-16,0 0 0,40-40 0,-40 40 15,0 0 1,0 1-16,0-1 15</inkml:trace>
  <inkml:trace contextRef="#ctx0" brushRef="#br0" timeOffset="3099.8">21588 761 0,'-40'0'16,"80"0"15,-40 41-31,40-41 0,-40 40 0,40 0 16,-40 0 0,0 0-16,40 0 0,-40 0 0,0 0 15,0 0-15,0 0 16,-80-40-16,80 41 0,0-1 0,-40-40 15,0 40 1,0-40-16</inkml:trace>
  <inkml:trace contextRef="#ctx0" brushRef="#br0" timeOffset="4379.72">22551 761 0,'0'41'31,"0"-1"16,0 0-47,0 0 16,0 0 0,0 0-16,0 0 0,0 0 0,0 0 15,0 0-15,0 1 0,0-1 16,0 0-16,40-40 15,0 0 1,-40-40 15,40 40-31,-40-40 0,0-1 16,41 41-16,-41-40 16,0 0-1,0 0 1,40 0-16,-40 0 15,40 40-15,-40-40 16,40 40-16,-40-40 0,40 40 16,-40-40-16,40 0 0,-40-1 15,40 41-15,-40-40 0,-40 40 32,40 40-17,-40-40 1,0 41-16,0-1 0,0 0 15,0-40 1,-1 0-16,41 40 0,-40-40 0,0 0 16,0 0-1,0 0-15,0 0 0,0 0 16,40 40 46,0 0-30,40-40-32,0 0 0,0 0 15,-40 40-15,40-40 0,0 0 16,0 40-16,1-40 16,-1 0-16,0 0 0,0 0 15,0 0-15,0 0 16,0 0-16,0 0 0,1 0 15,-1 0 1,0 0 15,-40-40 1,0 40-32,0-40 15,-40 40-15,40-40 16,-40 40-16,-1-40 15,1 40 1,0-40-16,0 40 0,0 0 16,40-40-16,-40 40 0,0 0 0,0 0 15,40-40-15,-41 40 0,1 0 0,0 0 16,0 0 0,40-41-16,40 41 93</inkml:trace>
  <inkml:trace contextRef="#ctx0" brushRef="#br0" timeOffset="5159.69">23554 882 0,'0'40'31,"40"-40"0,0 0-31,1 0 31,-41-40-31,0 0 0,0 0 16,0-1 0,0 1-16,0 0 15,-41 40 1,41 40 31,0 0-32,0 1-15,0-1 16,0 0-16,0 0 0,0 0 16,0 0-16,0 0 15,0 0-15,0 0 16,0 0-16,41-40 31,-41-40 0,40 40-31,-40-40 0,40 40 16,-40-40-16,0 0 16,40 40-16,-40-40 0,40 40 15,0 0-15,0 0 32,0 0-17,-40 40 1,41-40-16,-41 40 0,0 0 0,40-40 0,-40 40 15,40 0 1,-40 1-16,40-41 0,-40 40 16,40-40-1,0 0 1,0 0-16,-40-40 0,40 40 16</inkml:trace>
  <inkml:trace contextRef="#ctx0" brushRef="#br0" timeOffset="5429.74">24638 601 0,'-81'0'31,"41"0"-31,40 40 0,-40 0 15,40 0 1,-40-40-16,40 40 0,0 1 0,0-1 16,0 0-16,0 0 0,0 0 15,40 0-15,-40 0 16,40 0-16,0 0 0,-40 0 0,40-40 16,1 0-16,-1 0 15,0-40-15</inkml:trace>
  <inkml:trace contextRef="#ctx0" brushRef="#br0" timeOffset="5879.64">24878 842 0,'0'0'15,"40"40"32,1-40-47,-41 40 0,40-40 16,-40 40-1,0 0 1,0 0-16,0-80 47,80 0-32,-80 0 1,40 0-16,0 40 16,0-40-16,0 40 15,1 0-15,-41 40 32,40-40-32,0 40 0,-201 0 15,322-40-15,-121 40 0,-40 0 16,0 0-16,0 0 0,0 0 15,40-40-15,-40 41 16,0-82 0,40 41-16,-40-40 15,0 0-15,0 0 0</inkml:trace>
  <inkml:trace contextRef="#ctx0" brushRef="#br0" timeOffset="6119.66">25721 681 0,'-40'40'16,"80"-80"-16,0 120 31,0-80-15,41 121-1,-41 39 1,0 1-1,-161 39 1,-79-80 0,160-79-16</inkml:trace>
  <inkml:trace contextRef="#ctx0" brushRef="#br0" timeOffset="7209.63">18217 3208 0,'0'0'0,"41"0"47,-1 0-31,0 0-16,0-40 0,0 40 16,0 0-16,0-40 15,0 40-15,1 0 0,-1 0 0,0 0 16,0-40-16,0 40 15,0 0-15,-40-41 0,40 41 0</inkml:trace>
  <inkml:trace contextRef="#ctx0" brushRef="#br0" timeOffset="7429.62">18378 3489 0,'-80'80'16,"160"-160"-16,-200 200 0,79-80 15,82-40 1,-1 0-16,80 0 16,121-40 15,-41-40-15,-159 40-16</inkml:trace>
  <inkml:trace contextRef="#ctx0" brushRef="#br0" timeOffset="8409.5">21227 2646 0,'0'0'31,"-40"0"-31,40-40 31,-40 40-15,-1 0 0,1 0-1,0 0-15,-201 40 32,161 0-32,-201 41 31,81-1-16,160-40 1,-1-40 0,1 40 15,40 0-15,81 0-1,119 0 16,41 1-15,-121-1 0,-39 0-1,-81 0 17,-41 40-17,-119 40 1,-41 41 15,41-1-15,120-160-16,0 40 0,-1 0 15,1-40 1,80 0 31,1 0-32,-1 0-15,0 0 0,0 0 0,0 0 0,0 0 16,0-40-16,41 40 0,-41 0 16,40-40-16,-40 40 0,40-40 0,-40 40 0,41 0 15,-41 0-15,40-40 0,-40 40 0,40-40 0,-39 40 16,-1 0-16,0 0 16,40-40-16,-40 40 0,0 0 0,0 0 15,-80 0 48,0 0-48,40 40-15,-40-40 0,0 0 16,0 0-16,0 0 0,0 0 16</inkml:trace>
  <inkml:trace contextRef="#ctx0" brushRef="#br0" timeOffset="8689.54">20424 4050 0,'-40'40'16,"80"-80"-16,-120 80 0,80 0 31,0 0-31,0 0 16,0 41-1,0 39 1,0-40 15</inkml:trace>
  <inkml:trace contextRef="#ctx0" brushRef="#br0" timeOffset="9059.44">20745 4010 0,'-40'0'15,"0"0"1,0 40 15,40 0-31,-40 0 0,0-40 16,40 40-16,-40 0 15,-1-40 1,41 41 46,41-41-46,-1 0 0,40 0-16,-40 40 15,0-40-15,0 0 0,0 40 16,1-40-16,-1 0 16,0 0-16,0 0 15</inkml:trace>
  <inkml:trace contextRef="#ctx0" brushRef="#br0" timeOffset="9249.43">21147 4170 0,'40'0'31,"0"0"-15,0 0-1,0 0-15,0-40 16,0 40-16,0 0 16,1 0-16,-1 0 0</inkml:trace>
  <inkml:trace contextRef="#ctx0" brushRef="#br0" timeOffset="9429.5">21227 4371 0,'-80'40'16,"160"-80"-16,-120 80 31,80-80-15,160 40 0,-39-80-1</inkml:trace>
  <inkml:trace contextRef="#ctx0" brushRef="#br0" timeOffset="9609.48">22070 4210 0,'-41'0'16,"82"0"-16,-122 41 15,121-41 1,41-41-16,-1 1 31,80 0-31</inkml:trace>
  <inkml:trace contextRef="#ctx0" brushRef="#br0" timeOffset="10049.37">22792 4130 0,'0'40'15,"0"-80"-15,40 80 32,40-40-32,0 0 15,41-80 1,-81 40 0,-40-40-16,-40 40 31,-40 0-16,-1 80 1,-39 80 0,40 0 15,-1-39-15,1-41-1,40-80 16,0-41-15,40 1 0,40 40-1,0 0 17</inkml:trace>
  <inkml:trace contextRef="#ctx0" brushRef="#br0" timeOffset="10909.41">20384 2245 0,'0'0'15,"40"0"17,0 0-32,1 0 15,79 0 17,-80-40-17,0 0 1,-40 0 15,-40 0-15,-80 0-1,39 80 1,-39 80 15,40 1-15,0-41-1,-1-40 17,41-40-17,0-40 1,0-40 0,40 39 15,40 41-16,0-40 1,121 40 0,-41 40 15,-80-40-31</inkml:trace>
  <inkml:trace contextRef="#ctx0" brushRef="#br0" timeOffset="11679.29">21869 2727 0,'0'0'16,"-40"40"0,80-40 15,0 0-16,80 80 1,-79 80 0,-122 1 15,1-81-15,40-80-1,120-120 16,121-41-15,-41 1 0,-120 80-1,1 80 17,-82 0-17,1 0 1,0 0-1,40 40-15,0 0 16,-40-40-16,40 40 0,-40 0 0,40 0 16,0 0-16,0 0 0,0 0 0,40 1 15,0-1 1,40 0-16,-39-40 16,-1 0-16,0 0 15,0 0-15,0-40 0</inkml:trace>
  <inkml:trace contextRef="#ctx0" brushRef="#br0" timeOffset="11969.34">23153 2526 0,'-161'0'15,"322"0"-15,-402 40 16,201-40-16,40 40 0,-40 0 16,0 121 15,80-41-15,80 0-1,1-79 16,-1-82-31</inkml:trace>
  <inkml:trace contextRef="#ctx0" brushRef="#br0" timeOffset="12209.33">23474 2566 0,'-40'0'0,"80"0"0,-120 0 31,80 40-15,0 40-1,40 41 1,-40-1 15,40 0-15,0-120-1</inkml:trace>
  <inkml:trace contextRef="#ctx0" brushRef="#br0" timeOffset="12619.23">23996 2526 0,'0'0'15,"-41"0"1,1 0 0,40 40-16,-40-40 0,0 40 15,0-40-15,0 0 16,0 80-16,0-80 0,-1 41 0,1-41 16,0 0-16,40 40 15,-40-40-15,0 0 0,0 0 16,40 40-16,-40-40 0,0 0 15,80 0 64,0 0-79,-40 40 15,40-40-15,0 0 16,0 0-16,0 0 0,0 0 0,-40 40 0,41-40 15,-1 0-15,0 0 0,0 40 16,0-40-16,0 0 0,0 0 0,-40 40 0,40-40 16,1 0-16</inkml:trace>
  <inkml:trace contextRef="#ctx0" brushRef="#br0" timeOffset="12889.29">24397 2366 0,'0'0'16,"0"40"0,0 0-16,80 80 31,0 41-16,-80-1 1,-160-40 0,80-80-1</inkml:trace>
  <inkml:trace contextRef="#ctx0" brushRef="#br0" timeOffset="13649.18">25280 2807 0,'0'0'0,"0"40"0,40-40 31,0 0-31,0 0 16,0 0-16,0 0 31,-40-40-31,40 0 31,1-81-15,-41 1-1,0 40 17,0 40-17,-41 0 1,1 40 0,40 40 15,0 0-16,-40 120 1,40 1 0,0-1 15,0-80-15,0-40-1,0-80 16,40 0-15,41-80 0,39 80-1,-80 0 17,0 80-17,0 40 1,41 0 15,-41 0-15,40-39-1,0-41 1</inkml:trace>
  <inkml:trace contextRef="#ctx0" brushRef="#br0" timeOffset="13929.22">26483 2486 0,'-40'0'16,"80"0"-16,-120 0 0,80-40 16,-40 40-16,0 40 31,0 80-16,0 81 1,40-161-16,0 80 16,0-80-16,40 0 15,0 1 1,80-41 0,-80-41-16</inkml:trace>
  <inkml:trace contextRef="#ctx0" brushRef="#br0" timeOffset="14359.12">26925 2646 0,'0'40'32,"0"-80"-32,-40 80 0,40 1 31,40-1-31,-40 0 15,0 0 1,40-40 0,0 0 15,0 0-15,-40-40-16,40 40 0,0 0 15,1-40-15,-1 0 0,0 40 16,0-41-1,0 41-15,0 0 16,0 0 0,-40 41-16,40-1 0,-40 0 15,41 0-15,-41 0 0,0 0 16,0 0 0,0 0-16,0 0 15,-41-40 1,41 41-16,0-122 31,41 41-15</inkml:trace>
  <inkml:trace contextRef="#ctx0" brushRef="#br0" timeOffset="14629.18">27928 2767 0,'0'0'0,"-40"0"16,80 0 31,0 0-47,0 0 15,0 40 1,0-40-16,1 0 0,-1 0 16,-40-40-16,40 40 0,0 0 0,-40-40 0,40 40 15,0 0-15</inkml:trace>
  <inkml:trace contextRef="#ctx0" brushRef="#br0" timeOffset="14879.1">28771 2486 0,'-41'0'15,"82"0"-15,-122 0 0,81 40 32,0 0-32,0 0 15,0 0-15,0 0 16,0 1-16,0-1 0,0 0 0,0 0 0,0 0 15,0 0 1,0 0-16,0 0 0,0 0 0,0 1 16,0-1-16,40-40 0,-40 40 0</inkml:trace>
  <inkml:trace contextRef="#ctx0" brushRef="#br0" timeOffset="15239.08">29212 2566 0,'0'0'16,"-40"0"-1,0 40 17,-81 81-17,-39-41 1,39-40 15,162-40 16,-1 0-47,0 40 16,0-40-16,0 40 15,0 0-15,0-40 0,1 0 0,39 0 16,-40 40-16,0-40 15,0 0-15,0 40 0,41-40 0,-41 0 0,0 0 16,0 0-16,0 41 0,0-41 0,0 0 0,0 0 16,1 0-16</inkml:trace>
  <inkml:trace contextRef="#ctx0" brushRef="#br0" timeOffset="15469.13">29694 2406 0,'0'40'0,"0"0"31,120 160-15,-80 81-1,-160 40 16,-161-161-31</inkml:trace>
  <inkml:trace contextRef="#ctx0" brushRef="#br0" timeOffset="17259.02">13844 842 0,'-41'0'16,"41"40"-16,-40-40 15,40 40-15,-40-40 0,40 40 0,-40-40 16,40 40 15,-40-40-31,40 40 16,0 0-16,-40 0 15,40 0-15,0 1 0,-40-1 0,40 40 0,0-40 16,0 0-16,-40 40 16,40-40-16,0 1 0,0-1 0,0 40 0,0-40 15,0 0-15,0 0 0,40 0 16,-40 0-16,40 0 0,-40 1 0,40-1 0,-40 0 15,40 0-15,-40 0 16,40 40-16,-40-40 0,0 0 0,40 1 0,-40-1 16,0 40-16,40-40 0,-40 0 0,0 0 0,41 40 15,-41-40-15,40 1 0,-40 39 16,40-40-16,-40 40 0,40-40 0,-40 40 0,40 1 16,0-41-16,0 40 15,-40 0-15,40 0 0,1-40 0,-1 1 0,-40-1 16,40 0-16,0 0 0,-40 0 15,0 0-15,0 0 0,40-40 0,-40 40 0,0 0 16,40 1-16,-40-1 0,0 0 0,0 0 16,40-40-16,-40 40 15,40 0-15,-40 0 0,41 0 0,-41 0 0,40 0 16,-40 1-16,40-41 16,-40 40-16,0 0 0,0 0 15,40-40 1,0 0-1,0 0-15,0-40 16,1 40-16,-1 0 0,40-40 0,-40 40 0,40-40 16,-40 40-16,41-41 0,-1 41 0,-40-40 0,40 40 15,-40-40-15,41 40 16,-41 0-16,40 0 0,-40 0 0,40-40 0,-39 40 16,39 0-16,-40 0 0,0 0 15,40-40-15,-40 40 0,1 0 0,-1 0 0,0-40 16,0 40-16,0 0 15,0 0-15,0-40 0,0 40 16,1 0-16,-1 0 0,0-40 0,0 40 16,0 0-16,-40-40 15,40 40-15</inkml:trace>
  <inkml:trace contextRef="#ctx0" brushRef="#br0" timeOffset="19468.82">16211 1724 0,'0'0'0,"0"40"125,0 0-109,0 0 15,-80-40 31,40 0-62,0 0 0,-1 0 16,1 0-16</inkml:trace>
  <inkml:trace contextRef="#ctx0" brushRef="#br0" timeOffset="20998.79">7062 5935 0,'0'40'31,"40"-40"110,-40 40-141,40 0 31,1-40-31,-1 0 15,0 0 1,-40-40-16,40 0 0,0 0 16,-40 0-16,40 40 0,-40-40 0,0 0 15,40 40-15,-40-40 0,0-1 16,41 41-16,-41-40 16,40 40-1,0 0 48,0 0-48</inkml:trace>
  <inkml:trace contextRef="#ctx0" brushRef="#br0" timeOffset="21588.76">7905 5654 0,'40'40'16,"0"-40"31,-40 40-32,40-40 32,0-40-31,1 0-1,-1 40 1,0-40-16,0 0 0,0 40 16,-40-40-16,40 40 0,-40-40 0,40 40 15,0 0 1,-40-40-16,41 40 0,-1 0 62,-40 40 79</inkml:trace>
  <inkml:trace contextRef="#ctx0" brushRef="#br0" timeOffset="22728.69">12760 6216 0,'0'40'15,"40"-40"48,-40 40-48,40-40 1,1 0 31,-1 0-47,-40-40 16,40 40-16,0 0 15,0-40-15,0 40 0,-40-40 0,40 0 16,0 40-1,-40-41-15</inkml:trace>
  <inkml:trace contextRef="#ctx0" brushRef="#br0" timeOffset="23198.66">13763 6055 0,'0'0'0,"0"40"15,0 1 1,0-1 15,40-40-31,1 0 0,-1 0 31,0 0-15,0 0 0,-40-40-1,40 40-15,0 0 16,-40-41-16,40 41 0,-40-40 16,40 40-16,1-40 0,-1 40 0,0 0 15,0-40 1,0 40-16,0-40 31,-80 40 47</inkml:trace>
  <inkml:trace contextRef="#ctx0" brushRef="#br0" timeOffset="24008.54">17977 5775 0,'0'40'31,"0"0"1,40-40-1,-40 40-16,40-40 1,0 0 0,0 0-16,0 0 15,-40-40-15,40 40 16,1 0-16,-41-40 0,40 40 31,-40-40-31,0-1 78,40 41-78</inkml:trace>
  <inkml:trace contextRef="#ctx0" brushRef="#br0" timeOffset="24448.59">19060 5694 0,'0'40'0,"0"-80"0,0 121 16,40-81-1,0 0 16,0 0-31,41 0 16,-1-41 15,0 1-15,-40 40 0,0-40-1,1 0 1,-41 0 15,40 40-31</inkml:trace>
</inkml:ink>
</file>

<file path=ppt/ink/ink3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4-12-05T04:33:59.806"/>
    </inkml:context>
    <inkml:brush xml:id="br0">
      <inkml:brushProperty name="width" value="0.05292" units="cm"/>
      <inkml:brushProperty name="height" value="0.05292" units="cm"/>
      <inkml:brushProperty name="color" value="#FF0000"/>
    </inkml:brush>
  </inkml:definitions>
  <inkml:trace contextRef="#ctx0" brushRef="#br0">13402 1523 0,'-40'0'0,"40"-40"31,0 80 141,0 1-156,0-1-1,40 0-15,-40 0 0,0 0 16,0 0-16,0 0 0,0 40 0,0 1 0,40-41 15,-40 40-15,0 0 16,0 0-16,40 1 0,-40-1 0,0 0 0,0 0 16,0 0-16,0-40 0,0 41 15,0-1-15,0-40 0,41 0 0,-41 40 0,0-40 16,0 1-16,0-1 0,0 0 0,0 0 16,0 0-1</inkml:trace>
  <inkml:trace contextRef="#ctx0" brushRef="#br0" timeOffset="3529.85">13402 1483 0,'-40'0'16,"80"0"265,0 0-265,0 0 15,1 0 94,-1 0-109,0 0-1,0 0 1,0 0-1,0 0 1,0 0 0,0 0-1,1 0-15,-1 0 16,0 0-16,0 0 0,0 0 16,0 0-1,0 0-15,0 0 0,1 0 16,-1 0-1,0 0-15,0 0 0,0 0 0,0 0 16,0 0-16,0 0 0,1 0 16,-1 0-16,0 0 0,0 0 15,0 0-15,0 0 16,0 0-16,1 0 0,-1 0 16,0 0-16,0 0 0,0 0 0,0 0 15,0 0-15,41 0 16,-41 0-16,0 0 0,0 0 0,0 0 0,40 0 15,-40 0-15,1 0 16,-1 0-16,40 0 0,-40 40 0,0-40 0,0 0 16,0 0-16,1 0 0,-1 0 15,0 0-15,0 0 0,0 0 0,0 0 0,0 41 16,0-41-16,1 0 0,-1 0 16,0 0-1,0 0-15,0 0 0,0 0 0,0 0 16,0 0-16,1 0 0,-1 0 15,0 0-15,0 0 0,0 0 0,0 0 0,0 0 16,0 0-16,1 0 16,-1 0-16,0 0 0,0 0 0,0 40 15,0-40-15,0 0 16,0 0-16,1 0 16,-1 0-16,0 0 15,0 0 1,0 0-1,0 0 1,0 0-16,0 0 16,1 0-1,-1 0 1,0 0 15,-40 40 157,0 0-173,0 0 1,0 0 0,0 0-1,0 0-15,0 0 16,0 0-1,0 1-15,0-1 0,0 0 16,0 0 0,0 0-16,0 0 15,0 0-15,0 0 16,0 0-16,0 1 0,0-1 16,0 0-16,0 0 0,0 0 15,0 0-15,0 0 16,0 0-16,0 0 15,0 0 1,0 1-16,0-1 16,0 0-1,0 0-15,0 0 16,0 0-16,0 0 16,0 0-1,0 0-15,40-40 0,-40 41 0,0-1 16,0 0-16,0 0 15,0 0-15,40 0 16,-40 0 0,0 0 15,0 0-31,0 0 16,0 1-16,0-1 15,0 0-15,0 0 16,0 0-16,0 0 15,0 0 1,0 0-16,0 0 16,0 1-1,0-1-15,0 0 0,0 0 16,0 0-16,0 0 0,-40 0 16,40 0-1,0 0-15,-40-80 78,0 40-62,0-40 0,-1 40-1,1 0 1,0 0-1,40-40-15,-40 40 0,0 0 16,0 0-16,0 0 16,0 0-16,-1 0 15,1 0-15,0 0 0,0 0 16,0 0-16,0 0 0,0 0 0,0 0 0,-1 0 16,1 0-16,0 0 15,0 0-15,0 0 0,0 0 0,0 0 0,0 0 16,-1 0-1,1 0-15,0 0 0,0 0 0,0 0 0,0 0 16,0 0-16,0 0 0,40 40 16,-81-40-16,41 0 0,0 0 0,0 0 0,0 0 15,0 0-15,0 40 16,-1-40-16,1 0 0,0 0 0,0 0 0,0 0 16,0 0-16,0 0 0,0 0 0,-1 0 15,1 0-15,0 0 16,0 0-16,0 0 0,0 0 0,0 0 0,0 0 15,-1 0 1,1 0-16,-40 0 0,40 0 0,0 0 0,0 0 16,0 0-16,-1 0 0,1 0 15,0 0-15,0 0 0,0 0 0,0 0 16,0 0-16,-1 0 0,1 0 16,0 0-1,0 0-15,0 0 0,0 0 0,0 40 16,0-40-16,-1 0 15,1 0-15,0 0 0,0 0 16,0 0 0,0 0-16,40 40 15,-40-40-15,0 0 16,-1 0 0,1 0-16,40-40 46,0 0-30,-40 40-16,40-40 0,0 0 16,0 0-1,0 0-15,0 0 16,0 0 15,40 40-15,-40-40-16,0-1 15,0 1-15,0 0 16,0 0-16,0 0 16,0 0-16,0 0 0,0 0 15,-40 0 1,40-1-16,0 1 16,0 0-16,-40 0 0,40 0 15,0 0 1,0 0-16,0 0 0,0 0 15,0 0 1,0-1-16,0 1 0,0 0 16,0 0-16,0 0 15,0 0 1,-40 40 46</inkml:trace>
  <inkml:trace contextRef="#ctx0" brushRef="#br0" timeOffset="4499.71">15328 1363 0,'0'0'0,"-40"0"0,40 40 15,0 0 17,0 0 15,40-40-32,-40 40 32,0 1-31,0-1-1,0 0 1,0 0-16,0 0 0,0 0 16,0 0-1,0 0-15,0 0 0,40 0 16,-40 1-16,0-1 0,0 0 15,0 40-15,0-40 0,0 0 0,0 0 0,0 41 16,0-41-16,0 0 16,0 40-16,0-40 0,0 0 0,0 40 0,0-40 0,0 1 15,0-1-15,0 40 16,0-40-16,0 0 0,-40 0 0,40 40 0,0-39 16,0 39-16,0-40 0,0 40 0,0-40 0,0 0 15,0 0-15,0 0 0,0 1 16,0-1-16,0 0 0,0 0 0,0 0 15,0 0-15,0 0 0,40-40 16,-40 40-16,0 0 0,0 1 0,0-1 16,41 0-16,-41 0 15,40-40-15,-40-80 47</inkml:trace>
  <inkml:trace contextRef="#ctx0" brushRef="#br0" timeOffset="5769.72">13803 2807 0,'0'0'0,"-40"0"16,40 40 46,-40-40-31,0 0-31,0 40 0,0-40 16,0 0-16,40 40 0,-40-40 16,80 0 109,0 0-94,0 0-31,0-40 15,0 40-15,0 0 0,0 0 16,1 0-16,39 0 0,-40 0 0,40 0 0,0 0 16,1 0-16,-1 0 15,-40 0-15,40 0 0,1 0 0,-1 0 0,0 0 16,0 0-16,1 0 0,-1 0 0,0 0 0,0 0 16,41 0-16,-41 0 0,0 0 15,1 0-15,-41 0 0,40 0 0,0 0 16,-40 0-16,41 0 0,-41 0 15,0 0-15,0 0 0,40 0 0,-40 0 0,0 0 16,1 0-16,-1 0 16,0 0-16,0 0 0,0 0 0,0 0 15,0 0-15,0 0 0,1 0 0,-1 0 0,0 0 0,0 0 16,40 0-16,-40 0 16,0 0-16,1 0 0,-1 0 0,0 0 0,0 0 15,40 0-15,-40 0 16,0 0-16,1 0 0,-1 0 0,0 0 15,0 0-15,0 0 16,0 0-16,0 0 0,0 0 16,1 0-16,-1 0 0,0 0 15,0 0-15,0 0 0,0 0 16,0 0-16,0 0 0,1 0 0,-1 0 0,0 0 16,0 0-1,-80 0 235,0 0-219,0 0-31</inkml:trace>
  <inkml:trace contextRef="#ctx0" brushRef="#br0" timeOffset="7109.64">11476 2085 0,'0'40'16,"-40"-40"-1,80 0 63,-40-40-62,40 40 0,0 0-1,-40-40-15,41 40 0,-1-40 16,0 40 0,0 0-16,0-40 0,0 40 15,0 0-15,0 0 16,1 0-16,-1 0 0,0 0 0,0 0 15,0 0-15,-40-41 16,40 41-16,0 0 0,0 0 0,1 0 0,-1 0 16,0 0-16,0 0 15,0 0-15,0 0 0,0 0 16,0 41-16,1-41 0,-1 0 0,0 40 16,0-40-16,0 0 0,0 0 15,0 0-15,0 40 0,1-40 0,39 0 16,-40 0-16,0 40 0,40-40 15,-40 0-15,1 0 0,39 40 0,-40-40 0,0 0 16,0 0-16,0 40 16,0-40-16,1 0 0,-1 0 15,-40 40 17,40-40-32,0 0 31,0 40-31,0-40 15,0 0 1,-40 40-16,40-40 16,1 0-1,-1 0 1,-40 41-16,40-41 16,0 0-1,0 0 16,-40 40-31,0-80 79</inkml:trace>
  <inkml:trace contextRef="#ctx0" brushRef="#br0" timeOffset="7579.54">13924 2045 0,'0'0'0,"-40"0"0,40-40 31,0 80 48,0 0-64,0 0 16,40-40-31,0 0 16,-40 40-16,40-40 16,0 40-1,0-40-15,0 40 16,1-40-16,-41 40 0,40-40 16,0 0-1,-40 41 1,-40-41-1,0 40 1,-1-40-16,1 40 16,0-40-16,0 40 0,0 0 0,0-40 0,-40 40 15,-1 0-15,1 0 0,-40-40 0,-41 40 0</inkml:trace>
  <inkml:trace contextRef="#ctx0" brushRef="#br0" timeOffset="9349.51">22310 761 0</inkml:trace>
  <inkml:trace contextRef="#ctx0" brushRef="#br0" timeOffset="13109.22">13402 16804 0,'40'0'0,"0"0"0,1 0 62,-1-41-46,0 41 0,-40-40-16,0 80 78,-40 1-78,40-82 62,0 1-62,0 0 16,0 0-16,0 0 16,0 0-1,40 0-15,-40 0 0,40 0 16,-40-1-16,40 1 15,-40 0-15,0 0 0,40 0 0,-40 0 0,40 40 16,-40-40-16,40 0 16,-40 0-16,41 0 0,-41-1 0,40 1 15,-40 0-15,40 0 0,-40 0 16,40 40-16,-40-40 0,0 0 16,40 40-16,-40-40 0,0 0 0,40-1 0,0-39 15,-40 40 1,40 0-16,1 0 0,-41 0 0,40 0 0,0 0 15,0 0-15,0-41 0,-40 41 16,40 0-16,0 0 0,0 0 0,1 0 0,-41 0 16,40 0-16,-40-1 15,40 1-15,-40 0 0,40 0 0,-40 0 16,40 0-16,-40 0 0,40 0 0,-40 0 0,40 0 16,-40-1-16,41 1 0,-41 0 15,40 0-15,-40 0 0,40 0 0,-40 0 0,0 0 16,40 0-16,0-1 15,-40 1-15,40 0 16,-40 0-16,40 0 16,-40 0-16,0 0 15,40 40-15,-40-40 0,41 40 0,-41-40 0,40 0 16,0-1 0,-40 1-16,40 40 0,-40-40 0,40 0 15,-40 0-15,40 40 16,-40-40-16,0 0 0,40 40 15,-40-40-15,0 0 16,0-1-16,0 1 0,0 0 0,40 0 16,-40 0-16,0 0 15,0 0-15,0 0 0,0 0 16,0 0-16,41 40 0,-41-41 0,0 1 16,40 40-1,-40-40-15,0 0 16,40 40-16,-40-40 15,0 0-15,40 40 0,-40-40 0,0 0 32,40 40-32,-40-40 0,40 40 15,-40-41-15,0 1 32,40 40-17,-40-40 1,0 0-16,40 0 31,-40 0-15,41 40-1,-41-40 110,0 0-93,-41 40-32</inkml:trace>
  <inkml:trace contextRef="#ctx0" brushRef="#br0" timeOffset="13539.19">15449 12352 0,'40'0'78,"0"0"-46,0 0-32,-40 40 15,40-40-15,0 0 16,0 0-16,1 0 15,-1 0-15,0-40 16,0 40-16,-40-40 0,40 40 16,0 0-1,0 0 1,-40 40 0,0 0-16,0 0 15,0 0-15,0 0 0,0 0 16,0 0-16,0 1 15,-40-41-15,40 40 0,0 0 0,-40 0 0,0 0 16,0 0-16</inkml:trace>
</inkml:ink>
</file>

<file path=ppt/ink/ink3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8T07:41:05.723"/>
    </inkml:context>
    <inkml:brush xml:id="br0">
      <inkml:brushProperty name="width" value="0.05292" units="cm"/>
      <inkml:brushProperty name="height" value="0.05292" units="cm"/>
      <inkml:brushProperty name="color" value="#FF0000"/>
    </inkml:brush>
  </inkml:definitions>
  <inkml:trace contextRef="#ctx0" brushRef="#br0">15890 6095 0,'40'0'0,"-80"0"63,40 41-48,0-1-15,-40 0 0,40 0 16,0 0-16,0 0 0,0 0 16,0 0-16,0 0 0,0 0 0,0 1 15,0-1-15,40 0 16,-40 0-16,40 0 0,-40 0 15,0 0 1</inkml:trace>
  <inkml:trace contextRef="#ctx0" brushRef="#br0" timeOffset="329.91">15569 6537 0,'0'0'0,"0"40"47,0 0-32,40 0-15,0 0 16,-40 0-16,40-40 15,1 0 1,-1 40-16,0-40 16,0 0-16,-40-40 0,40 40 15,-40-40-15,40 40 0,-40-80 16,40 80-16,-40-40 0,40 0 0,-40-1 16,41 1-16,-41 0 15,40 40-15,-40-40 0</inkml:trace>
  <inkml:trace contextRef="#ctx0" brushRef="#br0" timeOffset="1329.91">15569 5133 0,'0'0'0,"0"-40"47,40 40-32,0-40 16,-40 0-31,40-1 16,-40 1-16,0 0 16,0 0-16,0 0 0,0 0 15,0 0-15,0 0 16,0 0 0,-40 40-16,40-40 0,0 80 62,0 0-46,0 0-16,0 0 0,0 0 15,0 0 1,0 0-16,0 0 0,0 0 0,0 1 16,0-1-16,0 0 0,0 0 15,0 0-15,0 0 0,0 0 16,0 0-1,0-80 17,0 0-32,0 0 15,0 0-15,0 0 0,0 0 16,40 40 0,-40-40-16,41 40 15,-1 0 1,0 0-16,0 0 31,-40 40-31,40 0 0,-40 0 16,0 0-16,0 0 0,40-40 15,-40 40-15,0 0 0,0 0 16,0 1-16</inkml:trace>
  <inkml:trace contextRef="#ctx0" brushRef="#br0" timeOffset="1639.9">16211 4612 0,'0'40'16,"-40"-40"-1,40 40 1,0 40-16,-40-40 16,40 120-1,0-79 1,40 39-1,0-120 1,40 40 0</inkml:trace>
  <inkml:trace contextRef="#ctx0" brushRef="#br0" timeOffset="2069.87">16412 4772 0,'0'-40'16,"40"40"0,0 0-16,40 0 31,-80 40-31,40 40 31,-40 0-15,0-40-1,0-80 17,0 0-32,0 0 15,0-40 1,81 80 0,-41 0 15,-40 40-16,0 0 1,0 40 0,0 41-1,0-81 1,40-40-16</inkml:trace>
  <inkml:trace contextRef="#ctx0" brushRef="#br0" timeOffset="2249.86">17054 4932 0,'0'0'15,"-40"40"-15,-1 1 16,41-1 0,41 40 15,-41 40-16,0-40 1</inkml:trace>
  <inkml:trace contextRef="#ctx0" brushRef="#br0" timeOffset="2539.84">17335 5173 0,'40'0'16,"-40"40"31,0 0-47,0 0 15,0 0 1,0 1-16,0-1 0,-40 0 16,40 0-16,0 0 0,-41-40 15,1 0 1</inkml:trace>
  <inkml:trace contextRef="#ctx0" brushRef="#br0" timeOffset="3289.72">17696 4812 0,'0'-40'31,"40"40"-31,0 0 16,0 0-16,0 0 0,0 0 16,0 0-16,-40 40 31,41-40-31,-41 40 0,0 0 0,0 0 16,0 0-16,0 1 15,-41-1-15,41 0 16,-40-40-1,40-40-15,0 0 16,0-41 0,40 41-16,-40 0 0,41 40 15,-41-40-15,40 0 0,0 40 16,-40 40 31,40-40-47,-40 40 0,0 0 15,0 0 1,40-40-16,-40 40 0,0 1 0,0-1 16,0 0-16,0 0 0,40-40 0,-40 40 15</inkml:trace>
  <inkml:trace contextRef="#ctx0" brushRef="#br0" timeOffset="3899.76">18418 4972 0,'40'0'31,"0"0"32,-40 41-48,0-1-15,40-40 16,-40 40-16,0 0 16,-40 0-16,40 0 15,0 0 1,0-80 31,0 0-16,40 40 47,1 0-47,-1 0-31,0 0 16,0 0 0,0 0-1</inkml:trace>
  <inkml:trace contextRef="#ctx0" brushRef="#br0" timeOffset="4449.65">19060 4652 0,'40'0'16,"0"40"-1,-40 0 1,40 0 0,-40 0-16,0 0 0,41 0 15,-41 0-15,0 0 0,0 1 0,0-1 0,-81 0 16,81 40-16,-80-40 0,80 0 16,-40 0-16,0-40 0,40 40 0,-80 1 0,39-41 15</inkml:trace>
  <inkml:trace contextRef="#ctx0" brushRef="#br0" timeOffset="6179.62">22070 1082 0,'0'40'15,"40"-40"32,0 0-31,0-40-1,0 0 1,0 40-16,0-40 0,-40 0 16,40 40-16,-40-40 0,0 0 15,41 40-15,-41-40 16,0 0-16,0-1 0,0 1 16,-41 40-1,41-40-15,-40 40 16,40 40 31,0 0-47,0 1 15,0-1-15,0 0 0,0 0 16,0 0-16,0 0 0,0 0 16,0 0-16,0 0 0,40 0 0,-40 1 15,0-1 1,0 0-16,0-80 31,0 0-15,41 40-16,-41-41 0,0-39 15,40 80 1,-40-40-16,40 0 0,-40 0 16,40 40-1,0 0-15,-40 80 16,40-80-16,-40 40 15,40 0-15,-40 41 16,40-81-16,-40 40 0,0 0 16,41-40-16,-41 40 0,0 0 0,0 0 15,40-40-15,-40-40 32</inkml:trace>
  <inkml:trace contextRef="#ctx0" brushRef="#br0" timeOffset="6489.6">23233 641 0,'-40'0'15,"40"40"-15,-40 0 32,0 41-32,0 79 15,40 40 17,120-79-17,41-81 1,-121-40-16</inkml:trace>
  <inkml:trace contextRef="#ctx0" brushRef="#br0" timeOffset="6719.55">23675 1002 0,'-41'40'16,"122"-40"-1,-41-40 1,0 40 0,-40-40-16,80 40 0,-40-40 15,0 40-15,1 0 16,-1 0-16,-40-40 0</inkml:trace>
  <inkml:trace contextRef="#ctx0" brushRef="#br0" timeOffset="7189.56">24517 521 0,'-40'0'0,"80"0"0,-80 80 15,40-40-15,40 40 32,0-40-32,-40 1 0,0 39 31,0-40-31,0 0 0,0 0 15,0-80 1,0-40 0,40 80-16,-40-40 0,41 40 15,-41-40-15,40-1 16,0 1-16,0 0 0,0 0 16,0 0-1,0 40-15,0 0 31,1 0-31,-41 40 16,40-40-16,-40 80 0,0-40 16,0 1-16,0-1 15,0 0-15,0 0 0,0 0 16,0 0 0</inkml:trace>
  <inkml:trace contextRef="#ctx0" brushRef="#br0" timeOffset="7449.54">25280 922 0,'-41'0'31,"41"40"-31,0 0 16,0 0-16,0 0 16,-40 121-1,0-41 17</inkml:trace>
  <inkml:trace contextRef="#ctx0" brushRef="#br0" timeOffset="7979.45">25882 1162 0,'0'41'0,"0"-1"47,0 0-31,0 0-16,0 0 0,0 0 15,0 0 1,-41-40-16,41 40 0,-40-40 0</inkml:trace>
  <inkml:trace contextRef="#ctx0" brushRef="#br0" timeOffset="8269.49">26644 922 0,'-40'0'32,"80"0"-32,-40 0 31,40 0-31,40 0 15,-40 0 1,1 0-16,-1 0 0,0 0 16,0-40-16,0 40 0</inkml:trace>
  <inkml:trace contextRef="#ctx0" brushRef="#br0" timeOffset="8729.46">27487 641 0,'-41'-40'16,"41"80"0,41 0-1,-41 0 1,40 0-16,-40 1 0,0-1 15,40-40-15,-40 40 0,0 0 16,0 0-16,-40-40 0,40 40 16,-40-40-16,40-40 31,40 0-15,-40 0-16,40 40 15,-40-40-15,0 0 0,40-1 0,0 1 31,0 0-31,0 40 16,0 0 0,-40 40-16,41-40 15,-41 40-15,40 1 0,-40-1 16,0 0-16,40-40 16,-40 40-16,0 0 15</inkml:trace>
  <inkml:trace contextRef="#ctx0" brushRef="#br0" timeOffset="9069.44">28169 922 0,'40'0'31,"0"0"-15,0 0 0,-40 40-1,0 40 1,0-40-16,-40 40 16,0-80-16,40 41 31,40-41-16,0-41 1,0 41-16,-40-40 16,80 0-1,1 40 1,-1-80 0</inkml:trace>
  <inkml:trace contextRef="#ctx0" brushRef="#br0" timeOffset="9379.36">28971 721 0,'0'40'32,"40"-40"-17,1 41-15,-1-1 0,0-40 16,-40 80-16,0-40 15,0 0-15,-40 0 0,40 0 0,-81 0 0,1 41 16,40-41-16,-80 0 0</inkml:trace>
  <inkml:trace contextRef="#ctx0" brushRef="#br0" timeOffset="21693.78">26363 3850 0,'40'0'31,"0"0"0,-80 0 94,0 0-109,0 0-1,0 0 17,0 0-32,0 40 31,-1-40-31,41 40 15,-40-40-15,40 40 16,0 0 0,0 0-1,0 0 1,0 0 0,0 0 30,40-40-46,1 0 32,-1 0-17,-40 40-15,40-40 16,0 0 0,0 0 15,-40-40-31,40 40 15,0-40-15,0 40 32,-40-40-32,0 0 31,41 40-15,-41-40-1,0 0 16,0 0-15,0 0 0,0 0 31,0-1-1,-41 41-46,1 0 16,0 0 15,0 0-15,0 0-16,40 41 16,-40-41-16</inkml:trace>
  <inkml:trace contextRef="#ctx0" brushRef="#br0" timeOffset="38432.84">24156 4010 0,'40'-40'16,"-40"0"-1,-40 40 48,0 0-48,40 40-15,0 0 16,-40-40-16,40 40 0,0 0 16,0 0-1,0 0 1,40-40-16,-40 40 15,40-40 1,0 0-16,0 0 16,0 0-16,1 0 15,-1 0 1,-40-40 0,0 0-16,0 0 15,0 0 1,0 80 15,0-80-15,-40 40-16,-1 0 15</inkml:trace>
  <inkml:trace contextRef="#ctx0" brushRef="#br0" timeOffset="39502.78">28570 3689 0,'-40'0'16,"0"0"0,0 0-1,-1 0 1,1 0 15,0 40-15,40 0-1,-40-40-15,40 40 0,0 1 0,0-1 16,0 0 0,0 0-16,40 0 0,-40 0 15,40-40-15,-40 40 16,40-40-16,1 0 0,-1 0 0,0 0 15,0 0-15,0-40 16,0 40 0,-40-40-16,40 40 0,-40-40 0,40 0 15,-40 0-15,0 0 16,0-1-16,0 1 31,-40 40-31,0 0 0,0-40 16,0 40-16,0 0 0,0 0 0,0 0 15,-1 0-15,41 40 0,-40-40 16,0 0-16,0 40 0,0-40 0</inkml:trace>
  <inkml:trace contextRef="#ctx0" brushRef="#br0" timeOffset="40652.62">23715 5895 0,'0'0'0,"0"40"0,-40-40 0,-1 0 31,82 0 32,-1 0-48,40 0-15,-40 0 0,0 40 0,0-40 16,0 0-16,1 0 0,-1 0 16,0 0-16,0 0 0,0 0 0,0 0 0,0 0 15,0 0-15</inkml:trace>
  <inkml:trace contextRef="#ctx0" brushRef="#br0" timeOffset="40892.64">24557 5734 0,'-40'-40'16,"80"80"-16,-40-80 31,0 80-31,40 1 0,-40-1 16,41 0-16,-41 0 15,0 0-15,0 0 0,0 0 0,0 0 16,0 0-16,0 1 16,0-1-16</inkml:trace>
  <inkml:trace contextRef="#ctx0" brushRef="#br0" timeOffset="41522.65">26604 5734 0,'-40'41'0,"0"-41"16,-1 0 0,1 0-1,80 0 48,1 0-63,-1 0 15,0 0 1,0-41-16,0 41 0,0 0 0,0-40 0,0 40 0,1 0 16,-1 0-1,0 0-15,0 0 0,0 0 0,-40-40 16,40 40-16,0 0 15,-40 40 1</inkml:trace>
  <inkml:trace contextRef="#ctx0" brushRef="#br0" timeOffset="41902.62">27206 5494 0,'0'0'15,"0"-40"-15,0 0 16,160 0 15,-80 40-31,-39 0 0,39 40 16,-40 0-16,-40 0 15,0 40 1,0-40 0,0 0-16,-80 40 15,80-39-15,-40-1 0,40 0 32,0-80 14,40 40-46,0 0 0,0 0 16,0-40 0,0 40-16,-40-41 0,40 41 0</inkml:trace>
  <inkml:trace contextRef="#ctx0" brushRef="#br0" timeOffset="42432.53">28450 5614 0,'40'0'78,"0"0"-62,0 0 0,0 0-16,0 0 0,0 0 15,0 0 1,-40-40-16,41 40 0,-1 0 0,-40-40 0</inkml:trace>
  <inkml:trace contextRef="#ctx0" brushRef="#br0" timeOffset="42682.58">29011 5333 0,'0'-40'15,"0"80"-15,0-120 16,0 120-1,0 0 1,0 1-16,0-1 16,0 0-16,0 0 0,0 0 15,0 0-15,0 0 0,0 0 16,-40 0-16,40 0 0,0 1 16</inkml:trace>
  <inkml:trace contextRef="#ctx0" brushRef="#br0" timeOffset="44002.5">23795 2727 0,'0'-41'16,"0"1"31,0 80 0,0 1-47,0 39 15,0-40-15,40 40 0,-40-40 16,0 0-16,0 0 0,40 1 0,-40 39 0,0-40 15,0 0-15,0 0 16,0 0-16,0 0 0,0 0 0</inkml:trace>
  <inkml:trace contextRef="#ctx0" brushRef="#br0" timeOffset="44592.4">25159 2686 0,'40'-40'32,"0"40"-32,1-40 0,-1 40 15,0 0-15,0 0 16,-40-40-16,40 40 0,0 0 0,0 0 16,1 0-1,-41 40-15,0 0 0,0 0 0,0 1 16,0-1-16,0 0 0,0 0 15,-41 0 1,41 0-16,0 0 0,0 0 31,41-40 1,-41-40-32,80 40 0,-40-40 0,0 40 0,40-40 15,-40 40-15,1 0 0,39-40 0,-40 40 0,40 0 16,-40 0-16,0-40 0</inkml:trace>
  <inkml:trace contextRef="#ctx0" brushRef="#br0" timeOffset="45202.43">29052 2245 0,'0'0'0,"-41"0"15,1 0 1,0 0 0,40 40 15,0 121-15,0-81-16</inkml:trace>
  <inkml:trace contextRef="#ctx0" brushRef="#br0" timeOffset="52641.91">27406 7780 0,'-40'0'328,"40"40"62,0 0-374,0 0 0,0 0-16,0 0 0,0 0 15,0 1-15,0-1 0,0 0 16,0 0-1,0 0-15,0 0 32</inkml:trace>
  <inkml:trace contextRef="#ctx0" brushRef="#br0" timeOffset="55261.83">28570 7700 0,'-40'0'110,"0"0"-79,40-40 141,40 40-16,-40-41-140,40 41-1,0 0 1,-40-40 15,40 40-15,0 0 31,0 0-32,1 0 16,-1 0 1,-40 40-1,0 1-31,40-1 16,-40 0-1,0 0 1,0 0-1,40 0 1,-40 0 0,0 0-1,-40-40-15,40 40 0,-40-40 16,40 40 0,-40-40-16,-1 0 15,41 41-15,-40-41 16,80 0 46,1 0-46,-1 0-16,0 0 0,0-41 16,0 41-16,0 0 0,0 0 0,-40-40 15,41 40-15,-1 0 16,0 0-16,0 0 0,0 0 0,0 0 15,0 0-15,0 0 16,1 0-16,-1 40 16</inkml:trace>
  <inkml:trace contextRef="#ctx0" brushRef="#br0" timeOffset="55811.78">30576 7258 0,'0'0'0,"0"-40"32,0 0-17,40 40 1,1 40-1,-41 0 1,40 1-16,-40-1 0,0 0 0,0 0 16,0 0-16,0 0 15,0 0-15,0 0 0,0 0 0,0 1 0,0-1 16,0 0-16,-40-40 0,40 40 16,0 0-16</inkml:trace>
  <inkml:trace contextRef="#ctx0" brushRef="#br0" timeOffset="56771.71">27647 9103 0,'-40'0'31,"40"40"-31,-40-40 15,40 41 1,-40-41-16,40 40 0,-40-40 16,40 40-16,0 0 15,0 0-15,0 0 16,0 0 0,0 0-16,0 0 0,0 0 15,40-40-15,-40 41 0,40-41 0,-40 40 0,40-40 16,0 0-16,0 0 0,0 0 15,0 0-15,1 0 0,-1 0 0,-40-40 16,40 40-16,0 0 16,0-41-16,0 1 0,0 0 15,-40 0-15,0 0 16,0 0-16,-40 40 16,40-40-16,-80 0 0,0 0 15,40 40 1,-1 0-16,1 0 0,0 0 15,0 0-15,40 40 16,0 0 0</inkml:trace>
  <inkml:trace contextRef="#ctx0" brushRef="#br0" timeOffset="57271.7">29292 9063 0,'-40'0'0,"80"0"0,-120 40 0,0 41 31,40-81-31,40 40 0,0 0 16,0 40 0,40-40-16,0 0 15,0 0 1,0-40-1,40 0-15,81-80 32,-81-40-17,-80 40 1,0 39 0,-40 1-1,-120 40 1,79 0 15,41 40-31</inkml:trace>
  <inkml:trace contextRef="#ctx0" brushRef="#br0" timeOffset="57721.67">30817 8742 0,'-40'0'16,"80"0"-16,-160 0 15,80 40-15,-41 41 16,1-1 15,40 0-31,0 40 31,40-79-31,80-1 32,81-40-17,-41-121 1,-80 81-1,-40 0 1,0 0 0,-80-40-1,-81 80 1,81 0 0,-40 40-1,80-40-15</inkml:trace>
  <inkml:trace contextRef="#ctx0" brushRef="#br0" timeOffset="58681.54">27446 10868 0,'0'-40'31,"-40"40"-31,0 0 16,40 40 125,40-40-79,0 40 1,41-40-63,-41 0 15,0 0-15,0 0 0,0-40 16,0 40-16,0-40 15,1 40-15,-1 0 0,0 0 0,0 0 16,-40-40 0,40 40-16,-40 40 15</inkml:trace>
  <inkml:trace contextRef="#ctx0" brushRef="#br0" timeOffset="58971.6">28129 10547 0,'0'40'63,"0"0"-63,0 0 0,40-40 15,-40 41-15,0-1 16,0 0-16,0 0 16,0 0-16,0 0 0,40-40 15,-40 40-15,0 0 16</inkml:trace>
  <inkml:trace contextRef="#ctx0" brushRef="#br0" timeOffset="59471.57">29533 10667 0,'-40'0'0,"0"0"15,0 0-15,0 0 0,-1 0 16,82 0 31,-1 0-47,0 0 0,0 0 31,0 0-31,0 0 16,0 0-16,0 0 15,1 0 1,-1 0-16</inkml:trace>
  <inkml:trace contextRef="#ctx0" brushRef="#br0" timeOffset="59851.5">29814 10467 0,'0'-40'16,"40"40"15,0 0-15,0 0-16,0 0 0,1 0 15,-1 40 1,-40 0 0,0 0-16,0 0 0,0 0 15,-40-40-15,40 40 16,0 1-16,-41-41 0,41 40 15,-40 0-15,40 0 16,0 0 0,40-40-1,1-40-15,-1 40 16,0-40-16,0 40 0,0 0 16,0-40-16,0 40 0,-40-40 0,40-1 0,1 41 15,-1 0-15,0-40 0,0 40 0,0 0 16,-40-40-16,40 40 15</inkml:trace>
  <inkml:trace contextRef="#ctx0" brushRef="#br0" timeOffset="60271.52">30937 10427 0,'-40'0'32,"80"0"46,1 0-78,-1 0 0,0 0 15,-40-40-15,40 40 0,0-40 16,0 40-16,0 0 16,0-41-1,1 41-15</inkml:trace>
  <inkml:trace contextRef="#ctx0" brushRef="#br0" timeOffset="60721.42">31780 9946 0,'0'40'63,"-40"0"-63,40 0 16,0 0-16,0 0 0,0 0 0,0 0 0,0 0 15,0 0-15,0 1 16,0-1-16,0 0 0,0 0 0</inkml:trace>
  <inkml:trace contextRef="#ctx0" brushRef="#br0" timeOffset="83950.04">1404 1804 0,'0'-40'31,"0"0"-31,0 0 15,0 0 1,41 40 0,-1 0-1,0 0 1,-40 40-16,40-40 16,-40 40-16,40 0 0,0 0 15,-40 0-15,40 40 0,-40-39 0,0-1 16,40 40-16,-40-40 15,0 0-15,0 0 0,0 40 0,0-39 0,-40-1 16,40 0-16,-40 0 16,0-40-16,40-40 31,0 0-15,0 0-16,0-1 0,40 1 0,-40 0 0,0 0 15,40 0-15,-40 0 0,40 0 16,1-40-16,-41 39 0,40 1 0,0 40 0,0-40 15,-40 0-15,40 0 16,0 0-16,0 0 0,-40 0 16,40 40-16,-40-40 0,0 0 15,41 40-15,-41-41 16,-41 41 15,41 41-15,-40-41-16,40 40 0,-40 0 15,0-40-15,40 40 0,-40 0 0,40 0 0,-40 0 16,40 0-16,-40-40 16,40 40-16,0 0 0,0 1 0,0-1 15,0 0-15,40 0 0,0 0 16,0-40 0,0 40-16,0-40 0,0 0 0,1 0 0,-1 0 15,0 0-15</inkml:trace>
  <inkml:trace contextRef="#ctx0" brushRef="#br0" timeOffset="84270.06">2608 1323 0,'0'0'16,"-40"0"-1,40 40 1,0 241 0,0-121-1,0-80 1,40 121-1,81-121 1</inkml:trace>
  <inkml:trace contextRef="#ctx0" brushRef="#br0" timeOffset="84609.98">2849 1644 0,'40'0'32,"-40"40"-32,40-40 15,0 40-15,0 80 32,-40-40-17,0-39 1,41-202 15,79 41-15,-40 80-1,-40 80 1,0 160 15,-40-39-15,-40-121-1</inkml:trace>
  <inkml:trace contextRef="#ctx0" brushRef="#br0" timeOffset="84830.03">3571 1564 0,'0'80'15,"0"-40"-15,0 0 16,40-40-16,1 120 16,-41-40-1,-81-39 1,81 79 0</inkml:trace>
  <inkml:trace contextRef="#ctx0" brushRef="#br0" timeOffset="85030.02">3812 1764 0,'0'-40'16,"80"0"-1,121-40 1,-41 40 15,-119 80-15</inkml:trace>
  <inkml:trace contextRef="#ctx0" brushRef="#br0" timeOffset="85209.95">3932 2125 0,'0'0'16,"41"0"-1,79-120 1,40 80 0,-79 40-1</inkml:trace>
  <inkml:trace contextRef="#ctx0" brushRef="#br0" timeOffset="85749.98">4936 1203 0,'0'-41'16,"0"82"-16,0-122 15,0 162 1,0-41 0,0 80-1,0 121 1,0-41 15,0 1-15,-41-121-1,-39-40 1,40-120 15,40 0-15,40-1-1,0 81 17,81 121-17,-121-81-15,80 40 16,-40 0 0,0-40 15,40-40-16,1-40 1</inkml:trace>
  <inkml:trace contextRef="#ctx0" brushRef="#br0" timeOffset="86009.96">5257 1403 0,'0'0'0,"40"0"15,0 40 17,0 121-17,0 79 1,0 41 15,-40-121-31</inkml:trace>
  <inkml:trace contextRef="#ctx0" brushRef="#br0" timeOffset="86209.89">5979 1965 0,'-40'40'16,"80"-80"-16,-120 80 0,39 0 15,41 0-15,0 0 16,0 80 0,-120 41-1</inkml:trace>
  <inkml:trace contextRef="#ctx0" brushRef="#br0" timeOffset="86649.92">6420 1443 0,'0'0'0,"40"-40"16,0 40 0,81 0-1,-41 120 1,-40-39 15,-40 39-31,-80 40 16,-40-120-1,-1 41 1,81-81 15,80-81-15,0 41-1,0 40-15,161-40 32,-81 80-17</inkml:trace>
  <inkml:trace contextRef="#ctx0" brushRef="#br0" timeOffset="86849.85">7142 1965 0,'0'0'0,"0"40"0,0 0 31,0 0-31,0 0 16,-40 80-1,-40 41 1</inkml:trace>
  <inkml:trace contextRef="#ctx0" brushRef="#br0" timeOffset="87449.87">8106 1283 0,'-41'0'15,"82"0"-15,-82-40 16,82 40 0,-1-40-16,0 40 15,40 40 1,-80 40-1,-80 120 1,-41 1 0,121-121 15,81-80-31,-1 0 31,0 0-31,0 40 31,-80 40-15,-200 81 0,79-81-1,81-40-15,-80 0 32</inkml:trace>
  <inkml:trace contextRef="#ctx0" brushRef="#br0" timeOffset="87649.86">8707 2045 0,'-80'80'31,"160"-160"-31,-280 240 16,200-120-16,-40 0 15,0 1-15,-41 79 32,1 0-17</inkml:trace>
  <inkml:trace contextRef="#ctx0" brushRef="#br0" timeOffset="88089.81">9630 1122 0,'40'0'0,"-40"40"32,0 1-17,-40-1-15,-40 120 32,-40 1-17,39-41 1,81-160 15,41 40-31,119-40 16,-80 0-1,121-41 1,-121 1 15,-40 80-31</inkml:trace>
  <inkml:trace contextRef="#ctx0" brushRef="#br0" timeOffset="88349.78">9670 1162 0,'-40'-40'15,"40"121"17,0-41-32,0 0 15,0 0-15,0 0 16,0 0-16,0 0 0,0 0 0,0 0 0,0 1 16,0 39-16,0-40 15,0 0-15,0 0 0,0 0 0,0 0 0,0 0 16,0 0-16,0 1 15</inkml:trace>
  <inkml:trace contextRef="#ctx0" brushRef="#br0" timeOffset="88979.78">10393 922 0,'0'0'15,"0"40"1,40-40-1,0 40 1,40 40 0,-80-40-16,40 0 15,-40 81 1,-40 39 0,0-80-1,0 1 1,40-41 15,80-40-15,41-80-1,-41-1 1,-40 41 15,-80 40-15,40 40-1,-80 41 1,80-1 0,0 40-1,0-40-15,-41 41 32,-39-41-32,40-40 15,-80 40 1,-41 0-16</inkml:trace>
  <inkml:trace contextRef="#ctx0" brushRef="#br0" timeOffset="90179.71">1725 3649 0,'41'-40'16,"-41"0"15,80 0-15,-40 0-1,0 40 1,40 80-1,-80 120 17,0-119-32,-80 119 15,40-160 1,80-80 0,0-80 15,0 40-31,0-41 15,81-79 1,-1 79 0,-80 81 15,-40 80-15,-40 0-1,0 121 16,40-1-15,40-39 0,81-121-1,-41-40 17</inkml:trace>
  <inkml:trace contextRef="#ctx0" brushRef="#br0" timeOffset="90419.69">2849 3208 0,'-40'-40'16,"0"40"0,0 0-1,40 40 1,-41 160-1,41 1 17,81-41-17,-1-79 1</inkml:trace>
  <inkml:trace contextRef="#ctx0" brushRef="#br0" timeOffset="90599.68">3050 3609 0,'0'0'15,"40"0"17,-40-40-32,40 40 15,0 0-15,0 0 0,0 0 0,0 0 16,-40-40-16,40 40 15</inkml:trace>
  <inkml:trace contextRef="#ctx0" brushRef="#br0" timeOffset="91059.65">3451 3288 0,'0'0'0,"0"-80"31,80 0-15,0 120-1,-39 0 1,-41 160 0,-41 41-1,41-161 1,0-120-1,0 0 1,41-80 0,39-41-1,-40 81 1,0 40 0,0 0-16,0 120 31,41 40-16,-41-39 1,0 39 0,-40-80-16,40 0 31</inkml:trace>
  <inkml:trace contextRef="#ctx0" brushRef="#br0" timeOffset="91239.65">4334 3248 0,'-40'0'15,"40"40"-15,80-40 16,-80 40 0,40 0-16,40 121 31,-80-1-31,-40-80 15,-40 41-15</inkml:trace>
  <inkml:trace contextRef="#ctx0" brushRef="#br0" timeOffset="91799.57">5096 3489 0,'-40'0'16,"80"-41"15,40 1-31,-80 0 0,40 40 0,1-40 16,-1 0-16,0 40 0,0-40 0,0 40 0,0 0 15,0-40-15,0 40 16,1 0-16</inkml:trace>
  <inkml:trace contextRef="#ctx0" brushRef="#br0" timeOffset="91969.6">5417 3689 0,'-80'80'15,"160"-160"-15,-200 160 0,120-120 16,40 40 0,40-40-16,161-80 31,-161 80-31</inkml:trace>
  <inkml:trace contextRef="#ctx0" brushRef="#br0" timeOffset="96549.25">6460 2887 0,'0'0'0,"-40"0"78,40 40-78,0 0 16,-40 0-16,0-40 15,40 40 1,0 1-16,0-1 16,0 0-16,40-40 15,-40 40-15,0 0 16,40 0-16,-40 0 0,0 0 16,0 0-16,0 0 15,0 1-15,0-1 0,0 0 0,-40 0 16,0 0-16,40 0 15,-40-40-15,40 40 0,0-80 47,0 0-47,0 0 16,40 0-16,-40 0 16,40 80 15,0-40-31,-40 40 0,0 0 0,40 0 15,0-40-15,-40 40 0,41 0 16,-41 0-16,40-40 0,-40 41 0,40-1 0,0 0 16,0-40-16,0 40 0,0-40 15,0 0 1,1 0-16,-1-40 0</inkml:trace>
  <inkml:trace contextRef="#ctx0" brushRef="#br0" timeOffset="96849.23">7423 3208 0,'-40'0'16,"80"0"-16,-80 0 0,0 0 0,-361-120 31,682 280-31,-241-120 0,-120 80 31,80-80-31,-41-40 16,41 41-16,41-41 31,-1 0-31,0-41 0,0 41 16,0 0-16,0-40 15,0 40-15,1 0 0,-1 0 0,0-40 0,0 40 16,0 0-16</inkml:trace>
  <inkml:trace contextRef="#ctx0" brushRef="#br0" timeOffset="97079.29">7383 3288 0,'0'0'0,"-40"0"16,0 0-16,0 0 15,80 80 17,-40-40-32,40 0 15,-40 1-15,0-1 16,40 0-16,-40 0 0,0 0 0,0 0 0,0 0 16,0 0-16,0 0 0,0 1 15,0-1-15,0 0 0</inkml:trace>
  <inkml:trace contextRef="#ctx0" brushRef="#br0" timeOffset="97319.27">8065 3850 0,'0'0'31,"0"40"-15,-40 0-1,0 40 1,0-80-16,0 80 16</inkml:trace>
  <inkml:trace contextRef="#ctx0" brushRef="#br0" timeOffset="97839.24">8587 3248 0,'0'0'15,"-40"0"1,40-40-16,0 0 16,40 40-1,40 0 1,1 0-1,-41 40 1,-40 0-16,0 160 16,-81-200-16,41 121 15,40-41 17,40-80-17,1 0 1,-1 0-16,0 0 15,0 0 1,-40 80 0,-80 0 15,-41-39-15,81-41-1</inkml:trace>
  <inkml:trace contextRef="#ctx0" brushRef="#br0" timeOffset="98079.15">9229 3850 0,'-40'40'16,"40"0"0,0 0-1,0 0 1,-40 40 0,40-40-16,-40 0 15</inkml:trace>
  <inkml:trace contextRef="#ctx0" brushRef="#br0" timeOffset="98459.17">9470 3328 0,'0'0'0,"0"-40"0,0 0 16,40-40-1,0 80-15,80-40 16,-79 40-16,-41 80 31,40-40-31,-40 80 16,-40-40-16,-1 1 15,41-41-15,-40-40 16,40 40-16,40-80 31,1 40-15,-41-40-16,40 40 16,0 0-16,0 0 0,0 0 31</inkml:trace>
  <inkml:trace contextRef="#ctx0" brushRef="#br0" timeOffset="98659.15">10072 3649 0,'0'0'15,"0"40"16,0 0-31,0 0 16,0 41 0,0-41-16,0 40 15,0-40-15</inkml:trace>
  <inkml:trace contextRef="#ctx0" brushRef="#br0" timeOffset="98999.17">10794 2927 0,'-40'0'16,"0"40"-16,40 40 31,0 1-15,40 119-1,40 41 1,-80-201-1,0 0-15</inkml:trace>
  <inkml:trace contextRef="#ctx0" brushRef="#br0" timeOffset="99509.07">11075 3007 0,'0'-80'16,"40"80"0,0 0-16,0 0 15,41 40 1,-41-40-16,-40 161 31,0-121-31,0 40 16,0 80-1,0-79 1,40-81 15,40 0-15,0-41-1,-40 41 1,-40-40 0,0 80 15,0 1-15,0-1-16,0 0 0,0 0 0,0 0 15,0 0-15,0 0 16,-40 0-16,40 0 0,0 1 0,-40-1 15,40 0-15,-40 0 0,0 0 16,40 0-16,-40 0 0,0 0 0,0 0 0,-41 0 16</inkml:trace>
  <inkml:trace contextRef="#ctx0" brushRef="#br0" timeOffset="147166.18">2648 10026 0,'0'0'0,"0"-40"31,0 80 94,40-40-125,-40 40 0,41-40 16,-41 40-16,40 0 15,0 0-15,0 0 32,0-40-17,-40 40 1,40-40-16,0 0 16,0-40-16,-40 0 15,41 0 1,-41 0-16,40 40 0,-40-40 0,40 40 15,-40-40-15,40 0 0,0 0 16,-40-1-16,40 41 0,-40-40 0,40 40 16,0-40-16,-40 0 15,41 40-15,-1-40 0,0 0 0,0 40 0,0-40 16,0 0-16,0 40 0,1-40 0,39-1 0,-40 1 16,0 40-16,0-40 0,40 0 15,-39 0-15,39 40 0,-40-40 0,0 0 0,0 40 16,-40-40-16,40 40 15,0-40-15,1 40 0,-41-40 0,40 40 16,0-41 0,-40 82 93,0-1-78</inkml:trace>
  <inkml:trace contextRef="#ctx0" brushRef="#br0" timeOffset="156525.69">6661 7940 0,'-40'0'16,"80"40"78,-40 0-79,40-40-15,-40 41 16,40-41-16,0 0 15,-40 40-15,40-40 16,1 0 0,-41 40-16,40-40 15,0 0 1,0-40 0,-40 0-16,40 40 15,-40-41-15,40 1 16,0 40-16,-40-40 0,40 40 0,1-40 15,-41 0-15,40 40 0,0-40 16,-40 0-16,40 40 0,0-40 0,0 40 0,-40-40 16,40 0-16,1 40 15,-41-41-15,40 41 0,-40-40 0,40 40 0,0-40 16,0 40 0,-40 40 46,-40 0-46,40 1-16,-80-1 15</inkml:trace>
  <inkml:trace contextRef="#ctx0" brushRef="#br0" timeOffset="162355.32">29533 561 0,'40'0'0,"0"0"31,-40 40 47,40-40-46,-40 40-32,41-40 15,-1 40 1,0-40-16,0 0 15,0 0 17,0-40-32,0 40 15,-40-40-15,40 40 0,-40-40 0,41 40 16,-1 0-16,0-40 0,0 40 16,0-40-1,0 40-15,0 0 16,0 0-1,-80 0 95,0 0-95</inkml:trace>
  <inkml:trace contextRef="#ctx0" brushRef="#br0" timeOffset="164415.15">29132 9304 0,'0'0'0,"-40"0"31,0 0 0,40 40-15,40-40 265,-40-40 47,-40 0 47</inkml:trace>
</inkml:ink>
</file>

<file path=ppt/ink/ink3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8T07:46:17.688"/>
    </inkml:context>
    <inkml:brush xml:id="br0">
      <inkml:brushProperty name="width" value="0.05292" units="cm"/>
      <inkml:brushProperty name="height" value="0.05292" units="cm"/>
      <inkml:brushProperty name="color" value="#FF0000"/>
    </inkml:brush>
  </inkml:definitions>
  <inkml:trace contextRef="#ctx0" brushRef="#br0">3892 2446 0,'0'0'16,"0"-40"-16,0 0 16,121 0-1,39-1 1,-80 41 15</inkml:trace>
  <inkml:trace contextRef="#ctx0" brushRef="#br0" timeOffset="180.03">3892 2847 0,'-40'0'16,"80"0"-16,-120 0 16,160 0-1,-40-40 1,41 0-1,79 0 1,-80-1 0</inkml:trace>
  <inkml:trace contextRef="#ctx0" brushRef="#br0" timeOffset="1019.91">6741 1443 0,'0'-40'16,"-40"40"-16,0 0 16,0 0-1,-40 0 1,-81 0-1,81 40 17,40 0-17,40 0 1,0 1 0,0-1-16,0 40 31,0 120-16,0 1 1,0-1 15,0 1-15,0-1 0,-40 41-1,40 0 16,0-41-15,40 1 0,-40-121-16,-40 80 15,40-39 17,-41-41-17,41-40 1,41-40 15,-1 0-15,0 0-1,40 0 1,40 0 15,1 0-15,-41-40-16</inkml:trace>
  <inkml:trace contextRef="#ctx0" brushRef="#br0" timeOffset="1429.87">7985 1403 0,'0'0'0,"-40"0"15,40 40 17,0 0-32,0 0 15,0 1 1,0-1-16,0 0 0,0 0 0,0 0 15,0 0-15,0 0 0,0 0 16,0 0-16,0 0 0,0 1 0,0-1 16,0 0-1</inkml:trace>
  <inkml:trace contextRef="#ctx0" brushRef="#br0" timeOffset="1979.93">9951 1363 0,'40'0'31,"1"0"-31,79-40 31,40 40-15,-39 120 0,-121-80-16,-40 121 15,-121 39 17,41-79-17,80-81 1,160-40 15,121 0-15,-41 0-1,-79 40 1,-81-40 0</inkml:trace>
  <inkml:trace contextRef="#ctx0" brushRef="#br0" timeOffset="2969.79">7945 2767 0,'-40'0'31,"40"-40"79,40 40-79,0 0-31,0 0 16,0 0-16,1 0 0,-1 0 15,0 0-15,0 0 0,0 0 0,0 0 16,-40 40-16,40-40 0,-40 40 31,0 0-31,-80-40 0,80 40 0,-40 0 0,0-40 16,40 40-16,-40 0 0,0-40 15,40 40-15,0 1 0,-41-41 0,1 40 16,40 0 0,40-40-1,1 0 1,39 0-16,-40 0 16,0 40-16,0-40 0,0 0 0,0 0 15,-40 40 1,0 0-16,0 0 0,0 0 15,-40-40-15,40 40 0,-80 0 16,40 1-16,0-41 0,0 40 0,0-40 16,-1 40-16,1-40 15,0 0-15,0 40 0,0-40 16,0 0-16,40-40 16,0 0-16</inkml:trace>
  <inkml:trace contextRef="#ctx0" brushRef="#br0" timeOffset="3539.82">10232 2887 0,'-40'0'47,"40"80"-47,-40-80 15,40 40-15,-40-40 0,40 40 16,-40-40-16,40 41 0,-40-41 0,40 40 0,-41-40 16,41 40-1,0 0-15,0 0 16,41-40-16,-1 0 0,40 0 16,-40 0-16,0 0 15,0 0-15,0 0 0,1 0 0,-1 0 0,0 0 16,0 0-16,0 0 15,0 0-15,0 0 0,0 0 0,1 0 0,-1 0 16,-40-40-16</inkml:trace>
  <inkml:trace contextRef="#ctx0" brushRef="#br0" timeOffset="3779.8">10433 2967 0,'0'0'0,"-40"0"15,0 0 1,-1 40 15,1 121-15,40-41-16,0 40 31,0-79-31,0 39 31,0-80-31</inkml:trace>
  <inkml:trace contextRef="#ctx0" brushRef="#br0" timeOffset="4909.74">11757 1122 0,'-40'0'0,"0"0"47,40 40-47,40-40 31,40 0-15,0 0-1,-39 0-15,-1 0 0,0 0 16,0 0-16,0 0 16,0 0-1,-40 41-15,40-1 16,-40 0 0,0 0-16,0 0 15,0 0 1,0 0-16,0 0 0,0 0 15,-40 1-15,40-1 0,0 0 16,0 0-16,-40 0 0,40 0 0,0 0 0,0 0 16,0 0-16,0 0 15,0 1-15,0-1 0,0 0 0,0 0 0,0 0 16,0 0-16,0 0 0,0 0 0,40 0 16,-40 1-16,0-1 0,0 0 15,0 0-15,0 0 0,0 0 0,0 0 16,0 0-1,0 0-15,0 0 0,0 1 0,0-1 16,0 0-16,0 0 16,0 0-16,0 0 0,0 0 0,0 0 15,0 0-15,40-40 0,-40 41 0,0-1 0,0 0 16,40-40 0,-40 40-16,0 0 15,0 0 1,-40-40-16,40 40 0,0 0 31,0 0-31,0 0 16,0 1-1,0-1 1,-40-40 15,0 0 16,40 40-31,-40-40-16,0 40 15,0-40 1,0 40-16,-1-40 16,1 0-16,40 40 15,-40-40-15,0 0 16,0 40-16,0-40 0,0 0 15,0 0-15,-1 0 16,1 0-16,0-40 0</inkml:trace>
  <inkml:trace contextRef="#ctx0" brushRef="#br0" timeOffset="8399.44">20384 1924 0,'-40'0'15,"0"0"-15,120 0 47,-40 0-31,0 0-16,-40-40 0,41 40 16,-1 0-16,0 0 0,0 0 0,0 0 0,0 0 15,0 0-15,0 0 16,1 0-16,-1 0 0,0 0 0,0 0 15</inkml:trace>
  <inkml:trace contextRef="#ctx0" brushRef="#br0" timeOffset="8589.46">20505 2165 0,'0'0'0,"-41"0"16,1 0-1,121 0 17,-41 0-32,0 0 0,0 0 15,0 0-15,0 0 0,0 0 0,0 0 0,1 0 16,-1 0-16,0 0 16,0 0-16</inkml:trace>
  <inkml:trace contextRef="#ctx0" brushRef="#br0" timeOffset="9489.42">22551 1002 0,'0'0'0,"-40"0"31,0 0-31,0-40 15,0 40 1,-1 0-16,1 0 16,0 0-16,0 0 15,40 40 1,-40-40-16,0 0 0,40 40 0,-40 0 16,0-40-1,40 40-15,-41-40 16,41 40-1,0 1-15,0-1 16,0 0-16,0 0 16,41 0-16,-41 0 0,0 0 15,40 0-15,-40 0 0,0 1 0,40-41 16,-40 40-16,0 0 16,0 0-16,0 0 0,0 0 0,40 0 0,-40 0 15,0 0-15,0 0 0,0 1 16,0-1-16,0 0 0,0 0 0,40 0 0,-40 0 15,0 0-15,0 0 16,0 0-16,0 1 0,0-1 0,0 0 0,40 0 16,-40 0-16,0 0 0,0 0 0,0 0 15,40 0-15,-40 0 0,0 1 16,0-1-16,0 0 0,0 0 16,0 0-1,0 0-15,0 0 0,0 0 16,0 0-16,-40-40 0,40 41 15,0-1-15,0 0 16,-40-40 0,40 40-1,0 0 1,40-40 0,-40 40-16,40-40 15,0 40 1,1-40-1,-1 0 1,0 0-16,0 0 16,0 0-16,0 0 0,0 0 15,0 0-15,1 0 16,-1 0-16,-40-40 16,40 40-16,-40-40 15,0 0-15,40 40 0</inkml:trace>
  <inkml:trace contextRef="#ctx0" brushRef="#br0" timeOffset="10299.34">23354 962 0,'-41'0'0,"1"0"47,40 40-47,-40-40 15,0 0 1,0 40-16,40 0 0,-40 0 16,40 0-16,-40 1 15,40-1-15,0 0 16,40-40-1,0 0 1,0 0 0,0 0-16,-40-40 0,40 40 15,-40-40-15,0-1 0,0 1 16,40 40 0,-40-40-16,0 80 46,0 0-30,0 1-16,0-1 0,0 40 0,41-40 16,-41 0-16,0 0 0,0 0 0,0 0 0,40 1 15,-40-1-15,0 0 0,0 0 16,0 0-16,0 0 0,0 0 0,-40-40 16,-1 40-1,1-40-15,0 0 16,0 0-16,0 0 15,0-40-15,0 40 0,40-40 0,-40 40 0,40-40 16,-41 40-16,41-40 16,0 0-16,0 0 0</inkml:trace>
  <inkml:trace contextRef="#ctx0" brushRef="#br0" timeOffset="10849.32">25079 882 0,'0'0'16,"-40"0"30,40 40-46,0 0 16,0 0 0,0 0-16,0 0 0,0 40 0,0-39 0,0-1 15,0 0-15,0 0 0,0 0 0,0 0 0,0 0 16,0 0-16,0 0 0,40 1 16,-40-1-16</inkml:trace>
  <inkml:trace contextRef="#ctx0" brushRef="#br0" timeOffset="11669.27">23313 2406 0,'41'0'47,"-1"0"-31,40 0-16,-40 0 0,0 0 15,0 0-15,0 0 0,-40 40 32,-40 0-17,0 0 1,0 0-16,40 0 0,-40-40 15,0 40-15,40 0 16,-40-40-16,40 41 0,-40-41 0,40 40 16,-41 0-16,41 0 0,81 0 31,-41-40-15,0 0-16,0 0 15,0 0-15,0 0 0,0 0 16,1-40-1,-41 0-15,0 0 16,0 0-16,-41-1 16,1 1-16,40 0 0,-80 0 0,40 0 15,0 40-15,40-40 0,-40 0 0,0 40 16,40-40 0,40 40 15,0 0-16,0 0 1,0 0-16,0 0 0,0 0 0,0 0 16,1 0-16</inkml:trace>
  <inkml:trace contextRef="#ctx0" brushRef="#br0" timeOffset="12309.29">25400 2366 0,'-40'0'0,"0"0"0,0 0 15,-1 0 1,1 0-16,0 0 16,0 0-1,40 40-15,-40-40 0,40 40 0,-40-40 16,40 40-1,-40 0-15,40 0 32,80-40-32,-40 0 15,0 0-15,0 0 16,-40-40 0,40 40-16,-40-40 15,0 0 1,0 80 31,0 0-47,0 0 15,0 0 1,0 0-16,0 0 0,0 1 16,0-1-1,0 0-15,-40 0 16,-40-40-1,40 40-15,0-40 0,0 0 16,0 0-16,-1 0 16,1 0-16,0 0 0,40-40 15,-40 0-15</inkml:trace>
  <inkml:trace contextRef="#ctx0" brushRef="#br0" timeOffset="13509.21">25962 681 0,'0'0'16,"-80"-40"0,120 40 30,0 0-14,0 0-32,0 0 0,0 0 0,0 0 0,0 0 15,1 0-15,-1 0 0,0 0 0,0 0 16,0 0 0,-40 40-1,0 0 32,0 0-47,0 1 16,0-1-16,0 0 0,0 0 15,0 0 1,0 0-16,0 0 0,0 0 0,0 0 16,-40 0-16,40 1 0,0-1 15,0 0-15,0 0 0,0 0 0,0 0 0,0 0 16,0 0-1,0 0-15,0 1 0,-40-1 0,40 0 16,0 0-16,0 0 0,0 0 16,0 0-16,0 0 0,0 0 0,40 0 15,-40 1-15,0-1 0,0 0 0,0 0 16,0 0 0,0 0-16,-40 0 0,40 0 15,0 0-15,-40-40 16,40 41-16,0-1 0,0 0 15,0 0 1,0 0-16,0 0 16,0 0-16,0 0 15,40-40 1,-40 40-16,0 0 31,0 1-31,0-1 16,0 0-1,0 0 17,0 0-17,-40-40-15,40 40 32,-40-40-1,40 40-16,-41 0 1,1-40 0,0 40-1,0-40 1,0 0-16,0 0 0,0 0 0,0 0 16,-1 0-16,1 0 15,0 0-15,0 0 0,0 0 0,0-40 16,0 40-16,0 0 15,-1-40-15</inkml:trace>
  <inkml:trace contextRef="#ctx0" brushRef="#br0" timeOffset="16049">9871 5333 0,'-40'0'15,"40"41"1,0-82 15,40 41 47,0 0-31,-40 41-47,40-41 0,0 0 16,-40 40 0,41-40-16,-1 0 31,-40 40-31,40-40 0,-40 40 15,40-40-15,-40 40 16,0 0-16,40-40 0,-40 40 0,0 0 16,0 0-16,40-40 15,-40 40 1,0 1 0,-80-41-1,80 40-15,-40 0 0,0 0 16,40 0-16,0 0 15,-40-40-15,40 40 0,-41-40 16,41 40-16,-40-80 109,40 0-77,40 40-32,-40-40 15,41 40-15,-41-40 16,40 40-16,-40-40 0,40 40 0,0-40 16,0 0-1,0 40-15,0-41 0,0 1 16,1 40-16,-1-40 0,0 40 15,0-40-15,0 0 0,0 40 0,-40-40 0,40 40 16,0-40-16,-40 0 16,41 40-16,-82 0 78,1 0-63,0 0 1,0 0-16,0 0 0,40 40 16,-40-40-16,40 40 0,-40-40 0,40 40 0,-40 0 15,-1-40-15,41 40 16,0 0-16,-40 0 0,40 1 0,0-1 0,-40-40 16,40 40-16,0 0 0,0 0 15,0 0-15,0 0 0,40-40 31,0 0-31,41 0 0,-41 0 16,0 0-16,0 0 0,0 0 16,0 0-16,0 0 0,1-40 0</inkml:trace>
  <inkml:trace contextRef="#ctx0" brushRef="#br0" timeOffset="19551.93">11637 5454 0,'-40'40'0,"80"-40"63,-80 0-1,40 40 17,0 0-64,0 0-15,0 0 0,40 0 16,-40 0-16,0 1 31,40-41-31,-40 40 16,0 0-1,40 0-15,-40 0 16,0 0 0,40 0-16,-40 0 31,0-80 16,0 0-47</inkml:trace>
  <inkml:trace contextRef="#ctx0" brushRef="#br0" timeOffset="20121.82">12038 5574 0,'0'-40'31,"-40"40"-15,0 0 93,40 40-109,-40 0 0,-1 0 31,1 0-31,0-40 0,40 40 0,-40-40 0,0 41 16,0-41-16,40 40 16,-40-40-16,40 40 0,-40-40 0,40 40 0,-41-40 15,1 40-15,0-40 16,40 40 0</inkml:trace>
  <inkml:trace contextRef="#ctx0" brushRef="#br0" timeOffset="20361.8">11476 5855 0,'-40'0'0,"0"0"31,120 0 1,-40 0-32,0 0 0,1 0 15,-1 0-15,0-40 16,0 40-16,0 0 0,-40-40 0,40 40 0,0 0 16,0 0-16,1 0 15,-1 0-15,0 0 0</inkml:trace>
  <inkml:trace contextRef="#ctx0" brushRef="#br0" timeOffset="20781.78">13001 5454 0,'0'0'0,"0"-40"16,0 80 31,40-40-32,-40 40-15,0 0 0,40 0 0,0 0 16,-40 0-16,40 0 0,1 0 16,-1 1-16,0-1 0,0 0 0,-40 0 15,40 0-15,0 0 0,-40 0 31,40-40-15</inkml:trace>
  <inkml:trace contextRef="#ctx0" brushRef="#br0" timeOffset="21051.84">13442 5574 0,'-40'0'15,"80"0"-15,-120-40 16,40 40 0,0 40-1,0 0 1,-41 121 0,-39-1-1,40-40 16,80-80-15</inkml:trace>
  <inkml:trace contextRef="#ctx0" brushRef="#br0" timeOffset="21361.76">12921 5935 0,'-40'0'16,"80"0"-16,-161 0 16,161 0-1,41 0-15,-41 0 16,201-40 0,-161 40-1,120-40 1,-119 40-1,-121 0 17,-1 0-17,-39 40 1</inkml:trace>
  <inkml:trace contextRef="#ctx0" brushRef="#br0" timeOffset="23201.7">14606 5574 0,'0'40'32,"40"-40"30,-40 40-62,40-40 0,0 0 16,1 40-16,-1-40 15,0 0-15,0 0 16,-40-40-16,40 40 0,-40-40 16,40 0-16,-40 0 15,0 0-15,0 0 0,0 0 16,0 0-16,0-1 16,0 1-16,-40 40 31,0 0-16,0 0 1,40 40-16,0 1 16,0-1-16,0 0 0,0 0 0,-40 0 15,40 0-15,0 0 16,0 0-16,0 0 0,0 0 0,0 1 0,0-1 16,0 0-16,0 0 0,0 0 15,0 0-15,0 0 0,0 0 0,0 0 16,-40-40-16,40 41 0,0-1 15,0-80 17,80 40-17,-80-41-15,0-39 0,80 80 16,-80-40-16,40 40 16,0-40-16,0 0 0,1 40 15,-41-40-15,40 40 0,0 0 16,0 0-1,-40 40-15,40-40 0,-40 40 16,40-40-16,-40 40 16,40-40-16,-40 40 0,40-40 0,-40 40 0,41-40 15,-1 40-15,0-40 16,0 41-16,0-41 16,0 0-1,0 0-15,0 0 16,-40-41-16,41 41 15,-41-40-15,40 40 16,-40-40-16,-40 40 47</inkml:trace>
  <inkml:trace contextRef="#ctx0" brushRef="#br0" timeOffset="25761.55">3411 2727 0</inkml:trace>
  <inkml:trace contextRef="#ctx0" brushRef="#br0" timeOffset="39380.67">562 1884 0,'0'0'31,"0"-40"-15,40-40-1,-40 40-15,40 40 16,-40-40 15,0 80-15,40 0-1,40 0-15,1 40 32,-81 1-17,-81-1 1,81-40 0,41-80 15,39-81-16,-80 81-15,80-40 16,-40 80-16,81-160 16,-81 80-1,0-1 1,-40 41 15,-40 40 0,40 80-31,-40-80 16,40 41-16,0-1 16,-41-40-16,41 40 0,0 0 0,0 0 15,0 0 1,41-40-16,-41 40 16,40-40-16,0 0 0,0 40 15,0-40-15,0 0 16,0 0-16</inkml:trace>
  <inkml:trace contextRef="#ctx0" brushRef="#br0" timeOffset="39690.71">1645 1323 0,'-40'0'32,"0"0"-32,0 0 0,40 40 15,0 0 1,0 0-16,0 0 16,0 41-1,40-1 1,-40-40-1,80 0 1,-40-40 0,0-40-1</inkml:trace>
  <inkml:trace contextRef="#ctx0" brushRef="#br0" timeOffset="40140.68">1886 1363 0,'0'-40'16,"-40"40"-16,80 0 62,-40 40-46,40-40-16,-40 40 15,0 0-15,40 0 16,-40 0-16,0 1 31,0-82 1,0 1-17,40 0-15,-40 0 0,40 0 16,-40 0-1,41 40-15,-1 0 32,-40 40-17,0 0 1,0 0-16,0 0 16,0 0-16,0 1 0,0-1 31,40-40-16</inkml:trace>
  <inkml:trace contextRef="#ctx0" brushRef="#br0" timeOffset="40330.58">2367 1523 0,'0'41'31,"0"-1"-16,0 0 1,0 0-16,0 0 16,0 0-16,0 0 15,0 0 1</inkml:trace>
  <inkml:trace contextRef="#ctx0" brushRef="#br0" timeOffset="40630.58">2769 1483 0,'0'40'32,"-40"1"-17,40-1-15,-41 0 16,41 0-16,-40 0 16,0-40-16,40 40 0,-40-40 15,40 40-15</inkml:trace>
  <inkml:trace contextRef="#ctx0" brushRef="#br0" timeOffset="41160.61">3050 922 0,'40'0'0,"-80"0"0,80 40 31,-40 0-15,0 0-1,0 0 1,0 40-16,0-39 16,0-1-16,0 0 15,0 0-15,0-80 32,40 0-17,-40 0-15,40-1 16,0 1-16,0 0 15,0 40-15,-40-40 0,40 40 32,-40 40-17,0 0 1,41 0 0,-41 1-16,0-1 0,0 0 15,0 0 1,0 0-16,40-40 31</inkml:trace>
  <inkml:trace contextRef="#ctx0" brushRef="#br0" timeOffset="41450.53">3491 1243 0,'40'0'31,"0"0"-31,-40 40 16,40-40 0,-40 40-16,0 0 15,-40 0 1,40 0 0,40-40 30,1 0-30,-41-40-16,40 40 0,0-40 16,0 0-1,-40 0-15</inkml:trace>
  <inkml:trace contextRef="#ctx0" brushRef="#br0" timeOffset="41660.58">3852 962 0,'0'40'32,"0"0"-32,40 0 15,-40 0-15,0 0 16,0 1-16,0-1 0,0 0 0,0 0 15,0 0-15,-40 0 0,0 0 16,40 0-16,-80 0 0,40 1 0</inkml:trace>
  <inkml:trace contextRef="#ctx0" brushRef="#br0" timeOffset="52079.96">15328 2205 0,'0'40'15,"0"0"-15,40-40 47,1 0-31,-1 0-16,-40-40 16,40 40-16,0-40 0,0 0 15,-40 0 1,40 40-16,-40-40 0,0 0 0,0 0 15,0 0 1,40-1-16,-40 1 0,0 0 0,0 0 16,0 0-16,-80 0 15,80 0-15,0 0 16,-40 40-16,0 0 16,40 40 15,0 0-16,0 0-15,0 0 0,0 0 16,0 0-16,0 0 16,0 1-16,0-1 0,0 0 0,40 0 0,-40 0 15,0 0-15,40 0 0,-40 0 0,0 0 16,40 1-16,-40-1 16,0 0-1,0-80 32,0 0-47,40 40 0,-40-81 0,40 41 16,-40 0-1,41 40-15,-41-40 0,40 40 0,-40-40 0,40 40 16,0 0 0,0 0-1,-40 40-15,40-40 0,-40 40 0,40-40 0,-40 40 16,40 0-16,-40 0 15,41-40-15,-41 41 0,40-1 16,-40 0 0,40-40-16,0 0 15,-40-40 1,40 40-16</inkml:trace>
  <inkml:trace contextRef="#ctx0" brushRef="#br0" timeOffset="52359.94">16492 1644 0,'-40'0'16,"80"0"-16,-120 0 0,-41 80 15,81-40-15,0 40 31,40 81-15,80-41 0,121 0-1,-41-120 17,-119 0-32</inkml:trace>
  <inkml:trace contextRef="#ctx0" brushRef="#br0" timeOffset="52719.92">16773 1724 0,'0'-40'16,"0"80"0,0 0-1,0 0-15,0 0 16,40 81-1,-40-41 17,80-80-17,-80-40 1,121-81 0,-81 41 15,0 120-16,0 0 1,40 41 15,-40-1-15,-40-40-16</inkml:trace>
  <inkml:trace contextRef="#ctx0" brushRef="#br0" timeOffset="52919.91">17455 2085 0,'0'0'0,"0"40"15,0 0 17,40 0-17,0 81 1,-80-41 15,40-40-31</inkml:trace>
  <inkml:trace contextRef="#ctx0" brushRef="#br0" timeOffset="53389.8">18057 2285 0,'0'41'16,"40"-41"31,-40 40-32,0 0 1,0 0 0,0 0-16,0 0 0,-40-40 0,40 40 15,-40 0-15,0 0 16,-1-40-16,41 40 0,-40-40 15</inkml:trace>
  <inkml:trace contextRef="#ctx0" brushRef="#br0" timeOffset="53929.77">18458 1884 0,'0'0'16,"0"-40"-16,40 40 31,-40 40 16,81 0-47,-81 1 0,0-1 16,0 0-16,0 0 15,0 0-15,40-40 47,-40-40-31,40 40-16,-40-40 0,40 0 15,-40 0-15,0-1 0,40 41 16,-40-40-16,0 0 16,40 40-16,0 0 15,-40 40 1,40-40 0,-40 40-16,41 1 0,-41-1 15,40 0 1,-40 0-16,0 0 0,0 0 15,0 0-15,0 0 16</inkml:trace>
  <inkml:trace contextRef="#ctx0" brushRef="#br0" timeOffset="54259.83">19100 2205 0,'0'-40'16,"40"0"-1,0 40 1,1 0 0,-1 40-16,-40 0 15,0 0-15,0 0 16,0 1-16,0-1 15,0 0 1,40-40 31,0 0-47,0-40 16,40 0-1,-80-1-15,40 41 0,-40-40 16,41 40-16,-41-40 0</inkml:trace>
  <inkml:trace contextRef="#ctx0" brushRef="#br0" timeOffset="54599.8">19501 1483 0,'41'-40'31,"-1"40"-31,-40 40 16,40 0-1,40 121 17,-40 39-17,-200 1 1,79-161-16</inkml:trace>
  <inkml:trace contextRef="#ctx0" brushRef="#br0" timeOffset="93437.45">19301 2847 0,'-40'0'0,"80"0"735,0 0-579,0 0-141</inkml:trace>
  <inkml:trace contextRef="#ctx0" brushRef="#br0" timeOffset="96097.29">23554 681 0,'0'0'0,"-40"0"0,0 0 16,0 0-1,0 0 63,0 0-62,-1 0 0,1 0 15,0 0-15,0 0 15,0 0-31,0 0 15,0 0 1,0 0-16,-1 0 16,1 0-1,40 40-15,-40-40 32,0 0-32,0 40 31,40 1-31,0-1 15,-40-40 1,40 40 0,0 0-1,-40-40 1,40 40-16,0 0 31,-40-40-31,40 40 0,0 0 16,0 0-16,-41-40 0,41 40 0,-40 1 15,40-1-15,-40 0 16,40 0-16,-40 0 0,40 0 0,-40 0 16,40 0-16,0 0 15,0 1-15,0-1 0,0 0 16,0 0 0,40-40-16,-40 40 0,40-40 15,-40 40 1,40-40-1,0 40-15,1-40 32,-41 40-32,40-40 15,-40 40 1,40-40-16,-40 40 16,40-40-1,0 0 1,0 41-16,0-41 15,0 0 1,1 0-16,-1 0 16,0 0-1,0 0-15,0 0 16,0 0 0,0 0-1,0 0 1,1 0-1,-1 0 17,0 0-32,0 0 0,0 0 15,-40-41 1,40 41-16,-40-40 31,40 40-15,0 0-1,1 0 1,-41-40-16,40 40 16,-40-40-16,40 40 15,-40-40-15,40 40 16,-40-40-16,40 40 16,-40-40-16,40 0 31,-40 0-31,0 0 15,40-1 1,-40 1 0,0 0-16,40 40 15,-40-40 1,0 0-16,0 0 31,0 0-31,0 0 16,0 0-16,0-1 0,0 1 15,0 0 1,0 0-16,0 0 0,0 0 16,0 0-1,0 0-15,0 0 32,0 0-17,0-1 1,-40 41-1,40-40-15,-40 0 0,0 0 32,40 0-32,-40 40 0,40-40 15,-40 0 1,40 0-16,-40 40 0,40-40 31,-40 40-31,-1 0 47,41-41-47,-40 41 16,0 0 15,0 0-15</inkml:trace>
  <inkml:trace contextRef="#ctx0" brushRef="#br0" timeOffset="101836.89">21347 1483 0,'-40'0'16,"0"40"124,0 1-124,40-1 0,-40 0-1,40 0-15,40-40 16,-40 40 0,40-40-16,0 0 15,0 0-15,0 0 16,-40-40-1,40 40-15,-40-40 16,41 40 0,-41-40-16,0 0 0,40 40 15,-40-41-15,0 1 16,40 0-16,-40 0 31,0 0-15,-40 40-16,40 40 31,-40-40-31,-1 40 0,1 0 16,0-40-16,0 0 15,40 40-15,0 1 0,-40-41 16,40 40-16</inkml:trace>
  <inkml:trace contextRef="#ctx0" brushRef="#br0" timeOffset="102296.84">21508 2686 0,'-40'0'32,"40"41"-1,0-1-15,0 0-1,-41 0 1,41 0-16,-40 0 0,40 0 0,0 0 15,0 0 1</inkml:trace>
  <inkml:trace contextRef="#ctx0" brushRef="#br0" timeOffset="103206.86">22511 360 0,'-40'0'0,"0"0"63,40 40-47,-40-40-16,40 41 15,-41-41-15,41 40 0,0 0 16,-40-40-16,40 40 0,0 0 15,0 0 1,40-40-16,1 40 0,-1-40 16,0 0-1,0 0-15,-40-40 16,40 0-16,-40 0 16,40 40-16,-40-40 0,0 0 15,0 0 1,-40 40-1,0-41 1,0 41 0</inkml:trace>
  <inkml:trace contextRef="#ctx0" brushRef="#br0" timeOffset="103886.74">24959 240 0,'-41'0'16,"41"40"46,0 0-30,0 0-17,0 0-15,0 1 0,0-1 16,0 0-16,0 0 15</inkml:trace>
  <inkml:trace contextRef="#ctx0" brushRef="#br0" timeOffset="105706.71">16331 8061 0,'-40'0'0,"40"40"16,40-40 15,1 0-15,-41-40-1,40 40-15,-40-41 32,0 1-17,80 40-15,-80-40 16,0 0-16,0 0 0,40 40 0,-40-40 16,40 0-16,-40 0 0,0 0 15,0 0-15,0-1 0,0 1 16,0 0-16,-40 40 15,40-40-15,-40 40 16,40-40-16,-40 40 16,0 0-1,40 40 1,0 0 0,-40 0-16,40 0 0,0 1 15,0-1-15,0 0 0,0 0 0,0 0 16,0 0-16,0 0 0,0 0 15,40 0-15,-40 0 0,0 1 0,0-1 0,0 0 16,0 0 0,0 0-16,0 0 0,0 0 0,0 0 15,0 0-15,0 1 16,0-1-16,0 0 16,0-80 15,40 0-31,0-41 15,0 41-15,0 0 16,0 0-16,-40 0 0,40 40 0,-40-40 16,41 0-16,-1 40 15,-40-40-15,40 40 0,-40-41 0,40 41 16,-40 41 15,0-1-31,0 0 0,0 0 16,0 0-1,0 0-15,0 0 0,0 0 0,-40 0 16,40 1-16,0-1 16,0 0-16,0 0 0,0 0 15</inkml:trace>
  <inkml:trace contextRef="#ctx0" brushRef="#br0" timeOffset="106036.69">17535 7579 0,'-40'-40'16,"0"40"-16,0 0 15,40 40-15,-40 41 32,40-41-32,-40 0 0,40 40 15,-41-40-15,41 120 16,-40-119-16,40-1 0,0 80 31,0-40-31,81 41 16,39-121 15,-80 0-31</inkml:trace>
  <inkml:trace contextRef="#ctx0" brushRef="#br0" timeOffset="106376.59">18057 7980 0,'-40'0'16,"0"0"-16,80 0 62,0 0-62,0 0 0,0 0 16,0 0-16,0 0 16,1 0-16,-1 0 0,0 0 0,0 0 15,0 0-15,-40-40 0,40 40 0,0 0 16</inkml:trace>
  <inkml:trace contextRef="#ctx0" brushRef="#br0" timeOffset="106996.63">18699 7660 0,'0'0'16,"40"0"0,-40-41-1,0 82 1,0-1-1,0 0 1,0 0 0,40 80-1,0 0 1,-40-79 15,0-82-15,0 1-16,0 0 15,40-40 1,1-40 15,-1 120-31,-40-40 0,40 0 32,0-1-17,0 41-15,0 41 31,-40 39-15,0 80 0,0-120-1,-40 40 1,40-39-16,0-1 31,40 0-31</inkml:trace>
  <inkml:trace contextRef="#ctx0" brushRef="#br0" timeOffset="107196.62">19461 8061 0,'0'0'0,"-40"40"16,40 0-1,0 0 1,-40 0-1,40 0 1,0 0 0,0 0-16,0 0 31</inkml:trace>
  <inkml:trace contextRef="#ctx0" brushRef="#br0" timeOffset="108096.56">20264 8301 0,'0'40'94,"0"0"-63,0 1-31,-40-41 0,40 40 0,-40-40 16,40 40-1,-41-40-15,41 40 0,-40-40 0,0 40 0,0-40 16,0 40-16,0-40 16,40 40-16</inkml:trace>
  <inkml:trace contextRef="#ctx0" brushRef="#br0" timeOffset="108516.54">20665 8221 0,'-40'0'15,"80"0"-15,-80 40 0,0-40 32,80 0-17,-40-40 1,40 40-16,0 0 0,0-40 0,0 40 16,41 0-16,-41 0 15,0-40-15,0 40 0,0 0 0,0 0 16,-40-40-16,40 40 0,1 0 15,-41-40-15</inkml:trace>
  <inkml:trace contextRef="#ctx0" brushRef="#br0" timeOffset="109036.5">21187 7820 0,'0'0'0,"-40"-40"32,80 40-17,0 0 1,-40 40 0,40 0-16,0 40 15,-40-40-15,0 0 16,0 1-16,0-1 15,0 0-15,-40 0 16,40-80 15,0 0-31,40 0 16,0-1 0,-40 1-16,40 40 0,-40-40 0,40 0 15,-40 0-15,41 0 0,-1 40 16,0 0-16,-40-40 15,40 40-15,0 0 16,0 0 0,0 0-16,-40 40 15,0 0 1,40-40-16,-40 40 0,0 0 16,0 0-1,0 0-15,0 1 16,0-1-16,-40-40 0,40 40 15,0 0 1</inkml:trace>
  <inkml:trace contextRef="#ctx0" brushRef="#br0" timeOffset="109396.43">21869 8061 0,'0'0'15,"40"0"17,0 0-17,-40 40 1,40-40-16,-40 40 0,40-40 16,-40 40-1,0 0 1,-40-40-16,40 40 0,-40-40 15,40 40-15,0 0 16,40-80 15,0 40-15,1-40 0,-1 40-16,0 0 0,-40-40 15,40 0-15,0 40 0,0 0 16,0-40-16,0 40 15,1 0-15</inkml:trace>
  <inkml:trace contextRef="#ctx0" brushRef="#br0" timeOffset="109726.39">22551 7660 0,'0'0'32,"0"40"-17,40-40 1,-40 40-16,40 0 15,-40 0-15,40-40 0,-40 40 16,0 0-16,0 0 0,0 0 16,0 0-16,0 1 0,0-1 0,-80 0 15,40 0 1,40 0-16,-40-40 0,40 40 0,-40-40 0,0 40 16,0-40-16,-1 40 0</inkml:trace>
  <inkml:trace contextRef="#ctx0" brushRef="#br0" timeOffset="110986.32">23434 7940 0,'-40'0'0,"40"40"0,40-40 47,0 0-31,-40-40-16,80 40 0,-40 0 0,0 0 0,1-40 15,-1 40-15,0 0 0,0 0 16,0 0-16,0 0 0,0 0 16</inkml:trace>
  <inkml:trace contextRef="#ctx0" brushRef="#br0" timeOffset="111166.3">23634 8221 0,'0'0'0,"-40"40"0,80-40 15,1 0-15,-1 0 16,0 0-16,0 0 15,0 0-15,0 0 0,0-40 0,0 40 0,1 0 16,-1 0-16</inkml:trace>
  <inkml:trace contextRef="#ctx0" brushRef="#br0" timeOffset="112746.28">25681 6777 0,'-40'0'94,"0"0"-79,0 0-15,-1 0 0,1 0 16,40 40 0,-40-40-16,0 40 0,0 1 31,40-1-15,0 0-16,0 0 31,0 0-31,0 0 15,0 0-15,0 0 16,0 0-16,0 0 0,0 1 0,0-1 16,40 0-16,-40 0 15,0 0-15,0 0 0,0 0 0,0 0 0,0 0 16,0 1-16,0-1 0,-40-40 16,40 40-16,0 0 0,0 0 0,-40-40 0,40 40 15,0 0-15,0 0 0,0 0 0,0 0 16,0 1-1,0-1-15,0 0 0,0 0 0,0 0 16,0 0-16,0 0 16,0 0-16,0 0 0,0 1 0,0-1 15,0 0-15,0 0 16,0 0-16,-40 0 0,40 0 0,0 0 16,0 0-16,0 0 15,0 1-15,0-1 0,40 0 16,-40 0-16,40 0 0,-40 0 15,40 0-15,0 0 16,-40 0-16,0 1 0,0-1 16,0 0-16,0 0 15,0 0-15,0 0 16,0 0 0,0 0-16,0 0 15,0 0-15,0 1 16,0-1-1,0 0-15,-40-40 32,40 40-32,0 0 15,40-40 110,0 0-109,0 0 0,1 0-1,-1 0-15,0 0 0,0 0 16,0 0-1,0-40 1,0 40-16,0 0 16,1 0 15,-41-40 0,-41 40-15</inkml:trace>
  <inkml:trace contextRef="#ctx0" brushRef="#br0" timeOffset="123735.56">26243 7018 0,'-40'0'0,"40"40"47,0-80 125,40 40-172,0 0 31,0 0-31,0 0 16,-40-40-16,40 40 0,0 0 16,0 0-1,1 0-15,-1 0 16,-40 40-1,0 0 1,0 0 0,-40-40-1,40 40-15,-41-40 16,41 40-16,-40-40 0,40 40 16,-40-40-16,40 40 0,0 1 15,-40-41-15,40 40 16,-40-40-16,40 40 0,-40-40 15,40 40-15,-40-40 16,40 40-16,0 0 31,0 0 1,40-40-17,0 40 1,0-40-1,0 0 1,0 0 0,0-40-1,1 40 1,-41-40 0,40 40-16,-40-40 15,40 40-15,-40-40 16,0 0-16,0 0 31,-40 40-31,40-40 0,-40 40 16,40-41-16,-41 41 0,1-40 15,0 40-15,0 0 16,40-40-16,-40 40 31,40-40-31,0 0 31,0 0-15,0 0 0,40 40-1,0 40 17</inkml:trace>
  <inkml:trace contextRef="#ctx0" brushRef="#br0" timeOffset="125525.43">26764 8582 0,'-40'0'78,"0"0"-47,0 0-31,0 0 16,0 0-16,0 40 15,-1 0-15,1 0 16,40 0-16,-40-40 16,40 40-1,40-40 1,-40 41-1,40-41-15,1 0 0,-1 0 16,0 0 0,0 0-16,-40-41 0,40 41 15,-40-40-15,40 40 16,-40-40-16,0 0 31,0 0 0,0 80 16,0 0-31,0 0-16,0 0 16,0 1-1,0-1-15,40-40 16,-40 40-16,0 0 15,0 0-15,0 0 0,0 0 16,0 0 0,-40 0-16,40 1 0,-40-41 15,0 40 1,0-40-16,0 40 0,0-40 16,-1 0-16,1 0 0,0 40 15,0-40-15,0 0 16,0 0-16,0 0 15,40-40 1,0 0-16</inkml:trace>
  <inkml:trace contextRef="#ctx0" brushRef="#br0" timeOffset="126905.4">28249 7138 0,'0'-40'16,"0"0"15,-40 40 0,0 0-15,0 0-1,40 40-15,-41-40 16,1 40-16,0-40 16,40 40-16,0 0 15,-40 0-15,40 1 16,40-41 0,-40 40-1,40-40-15,0 0 16,1 0-16,-1-40 15,-40-1-15,40 41 16,-40-40-16,0 0 16,0 0-16,0 0 0,0 0 15,-40 40 17,40 40-1,0 0-31,0 0 15,0 0-15,0 0 16,0 1-16,40-1 0,-40 0 0,40 0 16,-40 0-1,40 0-15,-40 0 0,0 0 0,0 0 16,0 1-16,-40-41 0,40 40 16,-40-40-16,0 40 0,0-40 15,-1 0-15,1 40 0,0-40 0,0 0 0,0 40 16,0-40-16,0 0 15,0 0-15,-1 0 0,1 40 0,0-40 0</inkml:trace>
  <inkml:trace contextRef="#ctx0" brushRef="#br0" timeOffset="127405.39">28369 8742 0,'0'40'78,"-40"-40"-78,40 41 0,0-1 16,0 0-16,-40 0 0,0 0 16,40 0-16,0 0 15,0 0-15,-40-40 0,40 40 0,0 1 0,0-1 16,0 0-1,0 0 1</inkml:trace>
  <inkml:trace contextRef="#ctx0" brushRef="#br0" timeOffset="128845.3">28971 7018 0,'-40'0'0,"40"-40"32,40 40 46,-40 40-78,40-40 15,1 0 1,-1 0-16,-40 40 0,40-40 0,0 0 0,0 0 16,0 0-16,0 0 0,0 0 0,1-40 15,-1 40-15,0 0 16,-40 40 46,-40 0-46,40 0-16,0 0 0,-40 0 16,40 0-1,0 1-15,-41-1 0,41 0 0,0 0 16,0 0-16,0 0 0,0 0 15,0 0-15,0 0 0,0 1 0,0-1 16,0 0-16,0 0 16,0 0-16,0 0 0,0 0 0,0 0 15,0 0-15,0 0 16,0 1-16,0-1 0,0 0 16,41 0-16,-41 0 0,0 0 15,40-40 1,-40 40-16,0 0 0,0 0 15,40 1 1,-40-1-16,0 0 31,0 0-31,0 0 16,0 0 0,0 0-1,0 0-15,-40-40 16,40 40-1,-40-40-15,40 40 0,0 1 16,0-1 0,0 0 15,0 0-15,0 0-1,0 0 1,0 0-16,-41 0 31,41 0-31,0 1 16,-40-41-16,40 40 15,0 0 17,0 0-1,0 0-16,0 0 1,0 0 15,-40-40-15,40 40 15,-40-40-15,0 0 15,0 0-31,40 40 16,-40-40-1,0 0-15,-1 0 0,1 0 16,0 0-16,0 40 0,0-40 16,0 0-16,0 0 0</inkml:trace>
  <inkml:trace contextRef="#ctx0" brushRef="#br0" timeOffset="130105.21">23795 11790 0,'-40'0'16,"40"-40"-16,-40 40 15,80 0 32,0 0-47,40 0 16,-40 0-1,0 0-15,1 0 0,-1 0 0,0 0 0,0 0 16,0 0-16,0 0 0,0 0 0,0 0 16</inkml:trace>
  <inkml:trace contextRef="#ctx0" brushRef="#br0" timeOffset="130305.21">23996 12191 0,'0'0'16,"-81"81"-16,41-81 16,120 0 15,1 0-31,79-40 31,-39-1-15,-41 41-1</inkml:trace>
  <inkml:trace contextRef="#ctx0" brushRef="#br0" timeOffset="131485.14">26082 10988 0,'-40'0'62,"0"0"-46,0 0-16,0 0 15,0 0-15,-1 40 16,1-40-16,0 0 0,40 40 0,-40-40 0,0 0 16,0 0-1,40 41-15,-40-41 0,40 40 0,-40-40 16,40 40-16,-41-40 0,41 40 16,-40-40-1,40 40-15,0 0 0,0 0 16,-40-40-1,40 40-15,0 0 0,0 1 0,0-1 16,0 0 0,0 0-16,0 0 0,0 0 0,0 0 15,40-40-15,-40 40 16,0 0-16,0 0 0,0 1 0,0-1 0,0 0 16,0 0-16,0 0 0,0 0 0,0 0 15,0 0-15,0 0 0,0 1 16,0-1-16,0 0 0,0 0 0,0 0 15,0 0-15,0 0 16,0 0-16,0 0 0,0 0 0,0 1 16,0-1-1,0 0-15,0 0 0,0 0 16,0 0-16,0 0 0,0 0 0,0 0 16,0 1-1,0-1-15,0 0 0,0 0 0,40-40 16,-40 40-16,0 0 0,0 0 15,0 0-15,41 0 0,-41 0 0,0 1 16,40-1 0,-40 0-16,0 0 0,0 0 15,0 0-15,0 0 0,0 0 16,0 0-16,0 1 16,0-1-16,-40-40 0,40 40 0,0 0 15,0 0 1,0 0-16,0 0 0,0 0 15,0 0-15,0 0 16,0 1-16,0-1 16,0 0-1,0 0 1,0 0 15,40 0 0,0-40-31,0 0 16,0 0-16,0 0 16,0 0-16,0 0 0,1 0 0,-1 0 15,0-40-15,0 40 0,0-40 0,0 40 16,0 0-16,0-40 16,1 0-16,-1 40 0,-40-40 0,40 40 0,0-41 15,0 1-15</inkml:trace>
  <inkml:trace contextRef="#ctx0" brushRef="#br0" timeOffset="133324.96">26684 11550 0,'-40'0'15,"40"-40"-15,-40 0 16,40-1 0,0 1-1,-40 40 1,0 40 0,-1-40-16,41 41 15,-40-1-15,40 0 16,0 0-16,-40-40 0,40 40 0,0 0 15,40 0 17,0-40-17,1 0-15,-1-40 0,0 40 16,-40-40-16,0 0 0,40 40 16,-40-40-16,0 0 15,0 80 63,0 0-78,0 0 16,0 0-16,0 0 0,0 0 16,0 0-16,0 0 0,0 1 15,-40-1 1,40 0-16,-40-40 0,40 40 0,-40-40 0,-1 0 15,1 40-15,0 0 16,0-40-16,0 0 0,0 0 0,0 0 16,0 0-16,-1 0 15,1 0-15,40-40 0</inkml:trace>
  <inkml:trace contextRef="#ctx0" brushRef="#br0" timeOffset="134194.91">28249 11189 0,'0'-40'0,"40"40"0,0-40 31,0 40-31,0 0 31,1 0 1,-41 40-17,0 0-15,0 0 16,0 0-1,-41 0-15,1 0 0,40 0 0,-40 0 16,0-40-16,0 41 0,0-41 16,40 40-16,-40 0 0,0 0 0,-1 0 15,41 0-15,0 0 16,0 0 0,41-40-16,-1 0 15,0 0-15,0 0 16,0 0-16,0 0 0,0-40 0,0 40 15,1 0-15,-41-40 16,40 40-16,-40-40 0,40 40 16,-40-40-16,0 0 15,0 0-15,-40 0 0,-41-1 16,81 1-16,-40 0 0,0 0 0,0 40 0,0-40 16,0 0-16,0 40 15,40-40-15,-40 40 0,-1-40 0,1 40 16,80 0-1,41 0 1,-41 0 0,0 0-16,0-40 0,0 40 0,0 0 15,0 0-15,1 0 0</inkml:trace>
  <inkml:trace contextRef="#ctx0" brushRef="#br0" timeOffset="135054.93">26684 12873 0,'0'-40'31,"40"40"16,-40 40-15,-40 0-17,40 41-15,0-41 16,0 0-16,0 0 0,0 0 0,-40 0 15,40 0-15,0 0 16,0 0-16,0 0 16</inkml:trace>
  <inkml:trace contextRef="#ctx0" brushRef="#br0" timeOffset="135904.87">28490 12833 0,'-40'0'32,"80"0"-32,-161 0 15,81 0-15,0 0 0,0 40 16,40 0 15,-40 0-31,0 81 31,40-81-31,80 0 16,40-40 15,-80 0-31,41-80 16,-41 40-16,-40 0 15,0-41 1,-40 41 0,0 40-1,-1 0 17,41 80-32,0-39 31,0-1-31,0 0 0,0 0 0,0 80 31,0-40-31,0 41 31,-40-81-31,40 0 0,-40 0 16,0-40-16,0 40 0,0-40 0,-40 0 31,-81 0-15,81-40-1,80 0-15,-40-40 0</inkml:trace>
  <inkml:trace contextRef="#ctx0" brushRef="#br0" timeOffset="136944.77">29212 10748 0,'-40'0'16,"80"0"-16,-80 40 15,80-40 1,0 0 0,0 0-16,0 0 15,1 0-15,-1 0 16,0 0-16,0 0 15,0 0-15,0 0 0,0 0 0,0 0 16,1 0-16,-1 0 16,-40 40 31,0 0-47,0 0 15,0 0-15,0 0 16,0 0-16,-40-40 0,40 40 0,0 1 0,-41-1 15,41 0-15,-40 0 16,40 0-16,0 0 0,0 0 0,0 0 0,0 0 16,-40 1-16,40-1 0,0 0 15,0 0-15,0 40 0,0-40 0,0 0 0,0 0 16,0 0-16,0 1 0,0-1 0,0 0 0,0 0 16,0 0-16,0 0 15,0 0-15,0 0 0,40 0 0,-40 1 0,0-1 16,40 0-16,-40 0 0,0 0 15,0 0-15,0 0 0,0 0 16,41 0 0,-41 0-16,0 1 0,0-1 15,0 0-15,0 0 0,0 0 16,0 0-16,0 0 16,0 0-16,0 0 15,0 1 1,0-1-16,0 0 15,-41-40-15,41 40 16,0 0-16,0 0 16,0 0-1,0 0-15,-40-40 0,40 40 16,0 0-16,0 1 0,-40-41 16,40 40-16,-40-40 15,40 40-15,-40-40 16,40 40-1,-40-40-15,0 0 0,0 40 0,-1-40 16,1 0-16,0 40 16,0-40-16,0 0 0,0 0 0,-40 0 0,39 0 15,-39 0-15,0 0 0,0 0 0,-1 0 0</inkml:trace>
  <inkml:trace contextRef="#ctx0" brushRef="#br0" timeOffset="137984.75">22752 9103 0,'0'40'94,"0"1"-94,40-41 0,-40 80 15,0-40-15,0 40 0,0-40 0,0 0 16,40 0-16,-40 0 0,0 41 16,0-41-16,0 0 0,40 40 0,-40-40 0,0 0 15,0 0-15,0 1 16,0-1-16,0 0 0,0 0 0,0 40 0,0-40 15,0 0-15,0 40 0,0-39 16,0 39-16,0-40 0,0 40 0,0-40 0,40 40 16,-40-39-16,40-1 15,-40 40-15,0-40 0,40 0 0,-40 0 0,0 0 16,0 0-16,41 0 0,-41 1 0,0-1 16,0 0-16,40 0 15,-40 0-15,0 0 16,40-40-1,-40 40-15,40 0 16,-40 0-16,40-40 16,-40 41-16,40-41 0,-40 40 0,40-40 15,-40 40-15,40-40 16,1 0 0,-1-40-16,0 40 0,-40-40 15</inkml:trace>
  <inkml:trace contextRef="#ctx0" brushRef="#br0" timeOffset="138294.66">23073 11309 0,'-40'40'31,"80"-40"-15,0 40-1,0 0-15,0 1 0,-40-1 16,40-40 0,-40 40-16,0 0 15,40-40-15,0 0 0,1 0 16,-1 0-16,-40-40 16,40 40-16,-40-40 0,40 40 0,-40-40 0,40-1 15,-40 1-15,40 40 16,-40-40-16,40 0 0,0 0 0,-40 0 15,0 0 1,41 40-16,-1 0 0,-40-40 16,40 40-16</inkml:trace>
  <inkml:trace contextRef="#ctx0" brushRef="#br0" timeOffset="143044.43">16492 12232 0,'-40'0'0,"40"40"0,40-40 62,0 0-15,-40-40-47,0-1 32,40 41-32,0-40 0,-40 0 15,40 0 1,-40 0-16,0 0 0,0 0 15,0 0 1,0 0-16,-40-1 16,40 1-16,-40 40 15,40-40-15,-40 0 16,40 80 46,0 0-46,0 0 0,0 1-16,0-1 0,0 0 0,0 0 0,0 0 15,0 0-15,0 0 0,0 0 0,0 0 0,0 1 16,0-1-16,0 0 0,80 0 16,-80 0-16,0 0 0,0 0 0,0 0 15,0 0 1,0 0-16,40 1 15,-40-1 17,0-80-1,0-1-15,41 41-16,-41-40 15,0 0-15,40 40 0,-40-40 0,40 0 16,-40 0-1,40 40-15,-40-40 0,40 40 32,-40 40-17,40-40-15,-40 40 16,40-40-16,-40 40 16,0 0-16,0 0 0,40-40 0,-40 40 0,0 1 15,0-1-15,0 0 0,0 0 16,0 0-16,0 0 0,41 0 31,39-40-15</inkml:trace>
  <inkml:trace contextRef="#ctx0" brushRef="#br0" timeOffset="143854.38">18017 11510 0,'0'-40'31,"-40"40"1,-1 0-17,1 0-15,0 0 16,40 80 0,-40-80-16,0 0 0,0 40 0,0 0 15,0 0 1,-1-40-16,41 40 0,-40-40 15,40 40 48,40 0-47,-40 0-1,0 1-15,0-1 0,0 0 16,-40-80 109,40 0-78,0-1-47,0 1 31,40 0-31,1 0 16,-1 0-1</inkml:trace>
  <inkml:trace contextRef="#ctx0" brushRef="#br0" timeOffset="144274.29">17816 11550 0,'-40'0'15,"40"-40"1,0 0 15,-40 40-15,0 0 15,40 40-31,-40-40 16,40 40-16,-41 0 0,41 0 15,-40 0-15,40 0 16,-40 0-16,40 0 16,-40 0-1,40 1-15,0-1 0,-40-40 0,40 40 16,0 0-16,0 0 15,0 0-15,-40 0 0,40 0 0,0 0 0,0 1 16,0-1-16,0 0 16,80 0-16,-80 0 0,0 0 0,0 0 0,40 0 15,-40 0-15,40 0 0,0 1 0,-40-1 0,41-40 16,-41 40-16,40 0 0,-40 0 16,40-40-16,0 40 0,0 0 0,0-40 15,0 0 1,0 0-16,1 0 0,-1-40 15,0 0-15</inkml:trace>
  <inkml:trace contextRef="#ctx0" brushRef="#br0" timeOffset="144554.28">18057 12432 0,'0'0'0,"0"40"16,-80 0 0,120-40 15,0 0-31,-40-40 15,40 40-15,0-40 16,0 40-16,-40-40 0,40 40 0,1-40 16</inkml:trace>
  <inkml:trace contextRef="#ctx0" brushRef="#br0" timeOffset="145074.24">18458 12111 0,'0'-40'16,"-40"0"0,40 0-1,0 0 1,40 40-16,0 0 16,0 0-16,-40 80 31,0-40-31,41 121 31,-41-41-15,0-80-16,0 0 0,0 0 31,0-80 0,0-40-31,40 40 16,-40 0-1,40 0-15,-40-1 0,40 1 16,0 0-16,0 40 16,0 0-1,-40-40 17,40 40-32,-40 80 15,41-80-15,-41 40 16,0 1-16,40-41 0,-40 40 0,0 0 15,0 0-15,0 0 16,0 0-16,0 0 0,0 0 0,0 0 16,0 0-16,40-40 15</inkml:trace>
  <inkml:trace contextRef="#ctx0" brushRef="#br0" timeOffset="145314.31">19221 12552 0,'0'0'0,"-41"0"16,1 0 0,40 40-1,81 1 1,-81 39 15,0 40-15,0-80-16,-41 0 0</inkml:trace>
  <inkml:trace contextRef="#ctx0" brushRef="#br0" timeOffset="145754.21">20063 12432 0,'-40'0'15,"0"0"-15,80 0 47,40 0-47,-40 0 16,1 0-16,-1 0 0,0 0 16,0 0-16,0 0 0,0 0 0,0-40 0,0 40 15,1 0 1,-41-40-16,40 40 0</inkml:trace>
  <inkml:trace contextRef="#ctx0" brushRef="#br0" timeOffset="146364.24">20906 11991 0,'-40'0'16,"80"0"15,0 0 0,0 0-31,0 0 16,-40 40-1,40-40 1,-40 80-16,0-40 0,0 0 16,0 1-16,0-1 0,40 0 15,-40 0-15,0 0 0,0 0 0,0 0 16,0 0-16,0-80 47,0 0-47,0 0 15,0 0-15,0 0 0,0 0 0,0 0 16,41 40-16,-1-41 0,-40 1 16,40 40-16,-40-40 0,40 40 0,0 0 31,-40-40-31,40 40 0,0 0 31,0 0-31,-40 40 16,41-40-16,-41 40 0,40 0 0,-40 1 15,40-41 1,-40 40-16,0 0 0,0 0 0,0 0 16,0 0-16,0 0 15</inkml:trace>
  <inkml:trace contextRef="#ctx0" brushRef="#br0" timeOffset="146724.15">21628 12392 0,'0'0'0,"40"-40"31,0 40-15,0 0-16,1 40 16,-41 0-16,0 0 15,0 0-15,0 0 16,0 0-16,-41-40 16,41 41-16,-40-41 15,0 0 1,40 40-16,80-40 15,-39-40 1,39-1 0,-40 1-16,0 40 0,-40-40 15,40 0-15,0 40 0,1-40 0,-1 0 16,0 0 0</inkml:trace>
  <inkml:trace contextRef="#ctx0" brushRef="#br0" timeOffset="146974.13">22230 11790 0,'-40'0'0,"80"0"0,-80 81 31,120-1-15,-80 80 0,-40-80-1,-80 41 1,80-121-16</inkml:trace>
  <inkml:trace contextRef="#ctx0" brushRef="#br0" timeOffset="147884.15">20745 8061 0,'40'0'16,"-40"-41"15,0 82 32,0-1 15,-40 0-78,40 0 0,0 0 16,0 0-16,0 0 15,0 0-15,0 41 0,0-41 0,0 0 0,0 40 0,0-40 16,0 0-16,0 40 15</inkml:trace>
  <inkml:trace contextRef="#ctx0" brushRef="#br0" timeOffset="149723.97">20625 8301 0,'40'40'0,"-40"-80"62,40 40-62,-40-40 16,-40 40 78,0 0-94,0 0 15,0 0-15,0 0 16,-1 0 0,82 0 15,-1 0-31,0-40 0,40 40 16,-40 0-1,0-40-15,0 40 0,1 0 31,-41-40-31,40 40 0,0 0 16,-40-40 0,40 40-16,0 0 15,-40 40 1,-40-40-16,-40 40 16,40-40-16</inkml:trace>
  <inkml:trace contextRef="#ctx0" brushRef="#br0" timeOffset="151113.91">31138 6978 0,'-40'0'63,"0"0"-32,40 40-15,-40-40-16,40 40 0,-40-40 15,-1 0 1,41 40-16,-40-40 0,0 0 0,0 0 0,0 0 15,0 40-15,0-40 0,0 0 16,-1 40-16,1-40 0,40 40 0,-40-40 0,0 40 16,0-40-16,40 41 0,-40-1 15,80-40 32,0-40-47</inkml:trace>
  <inkml:trace contextRef="#ctx0" brushRef="#br0" timeOffset="151463.93">30576 7018 0,'-40'0'31,"0"0"0,40 40-31,-80 0 16,-81 40 15,121-40-31,-40 41 31,40-41-31,0 0 31,40 0-15,200 0 0,41-40-1,-80 0 1</inkml:trace>
  <inkml:trace contextRef="#ctx0" brushRef="#br0" timeOffset="164333.07">27005 11028 0,'0'-40'62,"0"0"-31,-40 40 48,0 0-48,40-80-31,-40 80 15,0 0 1,-1 0 31,1 0-16,0 0-31,0 0 31,0 0-31,0 0 16,40 40 0,-40-40-1,0 0 17,-1 0-1,1 0-16,0 0-15,40 40 16,-40-40 0,0 0-16,40 40 15,-40-40 1,0 0 15,40 40-31,-40-40 16,40 40-1,-41 1-15,41-1 16,-40 0-16,40 0 16,-40 0-1,0 0-15,0 0 16,40 0 0,-40-40-16,40 40 0,0 1 15,-40-41-15,40 40 16,-40-40-16,40 40 15,0 0-15,-41-40 16,41 40-16,0 0 16,-40-40-16,40 40 0,0 0 31,0 0-31,-40-40 16,40 40-16,0 1 15,0-1-15,0 0 31,0 0-15,0 0-16,0 0 16,40 0-1,0-40 1,-40 40 0,41-40-16,-1 0 31,-40 40-31,40-40 0,0 0 15,0 0 1,-40 41 0,40-41-16,0 0 15,0 0 1,1 0-16,-1 0 16,0 0-1,0 0-15,0 0 16,0 0-1,0 0 1,0 0 0,1 0-1,-1 0 1,0 0 0,0 0-1,-40-41 1,40 41-16,0 0 15,0 0-15,-40-40 16,40 40 0,1 0 15,-1 0-15,0 0-1,-40-40-15,40 40 31,0 0-15,-40-40 0,40 40-16,-40-40 15,40 40 1,-40-40 0,40 40-1,-40-40 1,41 0-1,-41 0-15,40 40 16,-40-41 0,0 1-16,40 40 0,-40-40 15,40 40 1,-40-40-16,0 0 16,40 40-1,-40-40-15,0 0 16,0 0-1,0 0 1,0 0-16,0-1 16,0 1-1,0 0 1,40 40 0,-40-40-16,0 0 31,0 0-16,0 0 17,-40 40-32,40-40 31,-40 40-31,40-40 31,-40 40 0,40-41-31,-40 41 32,40-40-32,0 0 31,-40 40-31,-1 0 16,41-40-1,-40 40-15,0 0 16,40-40-16,-40 40 15,0-40 1,0 40 0,0 0-16,0 0 15,-1 0-15,1 0 16,0 40-16,0-40 0</inkml:trace>
  <inkml:trace contextRef="#ctx0" brushRef="#br0" timeOffset="168722.89">8306 1082 0,'0'-40'15,"0"0"17,-40 40 15,0 0-16,40-40-16,-40 40 1,40-40-16,-40 40 0,0 0 63,-1 0-32,1 0-31,0 0 15,0 0-15,0 0 0,0 0 16,0 0 0,0 0-16,-1 0 109,1 0-78,40 40-31,0 0 16,0 0 15,0 0 16,0 0-31,-40-40-16,40 40 15,-40-40 1,40 41-16,0-1 62,0 0-46,-40-40-16,40 40 16,0 0-1,0 0 17,-40-40-32,40 40 31,0 0-16,-40-40 1,40 40 0,0 1-16,0-1 15,-40 0 1,40 0-16,0 0 16,-41-40-1,41 40-15,0 0 0,0 0 16,0 0-1,0 0 1,41-40-16,-1 41 31,0-41-15,0 0 15,-40 40-15,40-40-16,-40 40 0,40-40 15,0 0-15,-40 40 16,40-40 0,-40 40-16,41 0 31,-1-40 0,0 0-15,0 0-1,0 0 1,0 0 0,-40-40-16,40 40 15,0 0-15,1 0 47,-1-40-31,0 40-16,0 0 15,0 0-15,0 0 16,-40-40-16,40 40 16,0 0 31,1 0-32,-41-40 1,40 0-1,-40-1-15,0 1 16,40 0 0,-40 0-1,0 0-15,0 0 16,40 40 0,-40-40-16,0 0 15,0 0 1,40 0-16,-40-1 31,0 1-15,0 0-1,0 0 1,0 0-16,0 0 16,0 0-1,0 0 63,-40 40-62,40-40 0,0-1-16,0 1 15,-40 0-15,40 0 16,0 0-16,0 0 15,-40 40 1,40-40 47,0 0-17,-40 40 17,-1 0-47,41-40-16,0 0 31,0-1 0,-40 41-15,40-40 15,-40 40-15</inkml:trace>
  <inkml:trace contextRef="#ctx0" brushRef="#br0" timeOffset="178912.27">26203 11951 0,'-41'0'0,"1"0"15,40-40 79,0 0-94</inkml:trace>
  <inkml:trace contextRef="#ctx0" brushRef="#br0" timeOffset="182741.96">1806 13074 0,'40'-40'0,"-120"40"47,80-40-32,0-1 1,-41 41-16,1 0 15,0 0-15,0 0 16,0 0-16,0 0 0,0 0 16,0 41-1,-1-41-15,1 0 16,0 0 0,40 40-16,0 0 15,0 0-15,0 0 31,0 0-31,0 0 16,0 0-16,0 0 16,0 0-16,0 1 0,0-1 15,0 0 1,0 0-16,-40 0 0,40 0 0,0 0 16,0 0-16,0 0 15,0 1-15,0-1 0,0 0 0,0 0 0,0 0 0,0 0 16,0 0-16,0 0 0,0 0 15,0 0-15,0 1 0,0-1 16,0 0-16,0 0 0,0 0 0,0 0 16,0 0-16,0 0 15,0 0-15,0 1 0,0-1 0,40 0 16,-40 0-16,0 0 0,0 0 16,0 0-16,0 0 0,0 0 0,0 0 15,0 1-15,0-1 0,0 0 0,0 0 16,0 0-1,0 0-15,0 0 0,0 0 0,0 0 16,0 1-16,0-1 16,0 0-16,0 0 0,0 0 0,0 0 0,0 0 15,0 0-15,-40 40 0,40-39 16,0-1-16,0 0 0,0 0 0,0 0 16,0 0-16,0 0 15,0 0-15,0 0 0,0 1 16,0-1-16,40-40 0,-40 40 15,0 0 1,0 0-16,0 0 0,0 0 16,0 0-16,0 0 15,0 0-15,0 1 0,0-1 16,0 0 0,0 0-16,0 0 31,40-40-31,-40 40 15,0 0-15,0 0 32,0 0-32,0 1 15,40-41 32,1 0-47,-1-41 0,0 41 16,-40-40-16,40 40 0,0 0 15,0 0 1,-40-40-16,40 40 16,0 0-1,1 0 1,-41-40-16,40 40 16,-40-40-16,40 40 15,-40-40-15</inkml:trace>
  <inkml:trace contextRef="#ctx0" brushRef="#br0" timeOffset="183481.92">2809 13274 0,'40'0'0,"-40"-40"16,0 80 93,0 0-93,0 0-16,0 1 0,0-1 0,0 0 0,0 0 16,0 0-16,0 0 15,0 0-15,0 0 0,0 0 0,0 1 0,0-1 16,0 40-16,-40-40 16,40 0-16,0 0 0,0 0 0,0 0 15</inkml:trace>
  <inkml:trace contextRef="#ctx0" brushRef="#br0" timeOffset="184361.86">4695 13274 0,'0'-40'15,"40"0"32,0 40-47,0-40 0,0 40 16,0 0-16,1 0 0,-41-40 15,40 40-15,0 0 16,-40 40-16,40-40 16,-40 40-16,0 40 15,0-40-15,0 0 0,0 1 16,0-1-16,0 0 16,-40 0-16,40 0 0,-40 0 0,0 0 15,40 0-15,-41-40 16,82 0 31,-1 0-47,0 0 15,0 0-15,0 0 16,0 0-16,0 0 0,0 0 16,1 0-1</inkml:trace>
  <inkml:trace contextRef="#ctx0" brushRef="#br0" timeOffset="185221.83">2929 14959 0,'0'0'16,"-40"0"-16,80 0 109,0 0-109,41 0 16,-41 0-1,0 0-15,0 0 0,0 0 32,-40 40-32,0 0 0,0 0 15,0 0-15,-40-40 0,40 40 0,-40-40 16,40 40-16,-40 0 0,0 1 15,-1-41-15,41 40 0,0 0 32,41-40-17,-1 40 1,0-40-16,0 0 31,-40 40-31,0 0 16,0 0-1,-40-40-15,40 40 16,-40-40-16,40 40 0,-40-40 0,40 40 16,-41-40-1,1 0-15,0 0 16,0 0 0</inkml:trace>
  <inkml:trace contextRef="#ctx0" brushRef="#br0" timeOffset="185771.78">5096 15039 0,'-40'0'16,"80"0"-16,-80-40 0,0 40 16,0 0-1,0 0 1,-1 40 0,-39 40-1,80-40-15,-40 0 16,80 41 15,40-81-15,121 40-1,-81-40 1,-39-40 0,79-1-1,-39 41 1,-81 0-1</inkml:trace>
  <inkml:trace contextRef="#ctx0" brushRef="#br0" timeOffset="185971.77">5297 15199 0,'0'0'15,"-40"0"-15,-1-40 16,41 80 15,0 0-31,0 1 0,0-1 16,0 0-16,0 0 15,0 0-15,0 0 0,-40-40 0,40 40 0,0 0 16,0 0 0,-40 0-16</inkml:trace>
  <inkml:trace contextRef="#ctx0" brushRef="#br0" timeOffset="187821.67">3290 12151 0,'0'40'78,"-40"-40"-63,40-40 392,0 0-361,0 80 17,-40-40-47,0 0-1,0 0-15,40 40 16,-40-40-16,40 41 15,0-1 1,0 0 0,40-40 15,0 0-15,0 0-1,-40-40-15,40 40 16,-40-40-1,0-1-15,0 1 32,0 80 61,0 1-77,40-1-16,-40 0 0,40 0 16,-40 0-16,0 0 15,0 0-15,0 0 16,0 0-16,-40 0 16,40 1-1,-40-41-15,0 0 31,0 0-15</inkml:trace>
  <inkml:trace contextRef="#ctx0" brushRef="#br0" timeOffset="188751.67">5537 11871 0,'0'0'32,"0"-41"-1,41 41-31,-1 0 16,-40-40-16,40 40 15,0 0-15,0 0 16,-40 40 15,0 1-31,0-1 16,-40 0-1,40 0-15,-40-40 0,0 40 16,0 0 0,40 0-16,0 0 15,0 0-15,0 1 16,40-41-1,-40 40-15,40-40 0,0 0 0,0 0 16,0 0 0,0 0-16,0 0 0,-40-40 31,0-1-15,0 1-1,-40 40-15,40-40 0,-40 40 0,40-40 16,-40 40-16,0-40 0,0 0 0,0 0 15,0 40-15,40-40 16,-41 40-16,41-40 0,-40 40 0,40-41 16,0 1-1,0 0 1,40 40 0,1 0-1,-41 40-15</inkml:trace>
  <inkml:trace contextRef="#ctx0" brushRef="#br0" timeOffset="189671.56">3491 16162 0,'-40'0'94,"40"40"-94,0 0 16,0 0-16,0 0 0,-80 0 0,80 0 15,0 1-15,-41-1 16,41 0-16</inkml:trace>
  <inkml:trace contextRef="#ctx0" brushRef="#br0" timeOffset="190431.57">5176 16563 0,'0'0'0,"40"0"0,-80 0 47,0 0-47,0 0 16,0 0-1,40 40-15,-40 0 16,40 0-16,-40-40 0,40 40 16,0 0-1,40-40 1,0 0 0,0 0-16,-40-40 15,40 40-15,-40-40 0,0 0 31,0 0-31,0 0 16,-40 40 0,40 40 15,0 0-31,0 0 0,0 0 16,0 0-16,0 1 15,0-1-15,-40 0 0,40 0 0,0 0 16,-40 0-16,40 0 0,-40 0 0,0 0 15,-1-40-15,1 40 16,0-40-16,40 41 0,-40-41 0,0 0 0,0 40 16,0-40-16,0 0 15</inkml:trace>
  <inkml:trace contextRef="#ctx0" brushRef="#br0" timeOffset="191971.42">7102 12994 0,'0'0'0,"-40"0"0,120 0 47,-39 0-31,-1 0-1,0 0 1,0 0-16,0 0 16,0 40-1,0-40-15,1 40 16,-41 0-1,0 0 1,0 0 0,0 0-16,0 0 15,0 0-15,0 0 0,0 1 0,0-1 0,0 0 16,0 0-16,0 0 16,0 40-16,0-40 0,0 0 0,0 1 0,0 39 15,0-40-15,0 0 0,0 0 0,0 0 0,0 0 16,0 0-16,0 0 0,0 1 15,0-1-15,0 0 0,0 0 0,0 0 16,0 0-16,0 40 16,0-40-16,0 41 0,40-41 0,-40 0 15,0 0-15,0 0 16,0 0-16,0 40 0,40-40 0,-40 1 0,0-1 16,40 0-16,-40 0 15,0 0-15,0 0 0,0 0 0,0 0 16,0 0-16,0 1 15,0-1-15,0 0 16,0 0-16,0 0 0,0 0 16,0 0-16,0 0 15,40 0-15,-40 0 16,0 1 0,0-1 15,0 0 0,-40-40 16,0 40-31,0-40-1,0 0 1,-1 0-1,1 0 1,0 0-16,0 0 0,0 0 0,0 0 16,0 40-16,-1-40 15,1 0-15,0 0 0,0 0 0,0 0 16,0 0-16,0 0 16,0-40-16,-1 40 0</inkml:trace>
  <inkml:trace contextRef="#ctx0" brushRef="#br0" timeOffset="193761.37">9871 14718 0,'0'0'0,"-40"0"16,40-40 15,40 40-15,0 0 0,0 0-16,-40-40 0,40 40 0,1 0 0,-1 0 15,0 0-15,0 0 0,0 0 16,0 0-1,-40 40-15</inkml:trace>
  <inkml:trace contextRef="#ctx0" brushRef="#br0" timeOffset="193951.36">10112 15280 0,'-121'40'31,"242"-80"-31,-161 40 15,80 0 1,40-41 0,-40 41-1,0 0-15</inkml:trace>
  <inkml:trace contextRef="#ctx0" brushRef="#br0" timeOffset="195841.17">11757 14357 0,'0'-40'31,"0"0"-31,-40 40 16,40-40-1,-40 40-15,0 0 32,40 40-32,-40-40 0,-1 40 0,1 40 15,40-40-15,-40 0 0,0 1 0,40-1 16,0 0-16,0 0 0,0 0 15,0 0-15,40-40 0,0 0 16,0 0 0,1 0-16,-1 0 0,0-80 15,0 40 1,-40 0-16,0 0 0,0-1 16,0 1-16,0 0 0,0 0 15,-40 40 1,40-40-16,0 80 31,0 0-31,0 0 16,40 0-1,-40 1-15,0-1 0,0 0 0,0 0 16,0 0-16,0 0 0,40 0 16,-40 0-16,0 0 0,0 0 0,0 1 0,0-1 15,0 0-15,0 0 0,0 0 0,0 0 16,0 0-16,-40-40 15,40 40-15,-40 0 0,0 1 0,0-41 16,-1 40-16,1-40 16,0 0-16,0 40 0,0-40 15,40-40 17</inkml:trace>
  <inkml:trace contextRef="#ctx0" brushRef="#br0" timeOffset="196111.23">12680 15039 0,'-80'-40'16,"160"80"-16,-200-120 15,160 80 1,40-40 0,-40 40-16,0 0 0,0 0 0,0 0 0,41 0 15,-41 0-15,0 0 0,0 0 16,0 0-16,0 0 0,0-41 0,1 41 0,-1 0 16,0 0-16,0 0 15</inkml:trace>
  <inkml:trace contextRef="#ctx0" brushRef="#br0" timeOffset="196361.14">13041 14638 0,'-80'-40'15,"160"80"-15,-200-80 16,120 80 15,0 0-15,0 0-16,0 0 0,-40 0 0,40 0 15,0 41-15,-41-41 16,41 0-16,0 0 0,0 0 0,0 0 0,0 0 16,0 0-16,0 0 0,41-40 0,-41 41 15</inkml:trace>
  <inkml:trace contextRef="#ctx0" brushRef="#br0" timeOffset="197971.04">13723 14317 0,'0'0'0,"0"-40"16,0 80 31,0 0-47,0 0 15,0 0-15,0 0 16,-40 1-16,40-1 0,-40 0 0,0 40 16,40 0-16,0-40 15,0 0-15,0 0 0,0 1 0,0-1 0,-40 0 16,40 0-16,0 0 16,0 0-16,0 0 0</inkml:trace>
  <inkml:trace contextRef="#ctx0" brushRef="#br0" timeOffset="198401.09">14686 14518 0,'40'40'0,"-80"-80"0,0-1 0,0 1 0,0 0 31,0 40-15,40 40-1,-81 41 1,41 119 0,40-120-1,40 121 1,81-81-1,-81-80 1,0-40 0,0-120 15,-80 80-31,-120 0 16,39 40 15,41 40-31</inkml:trace>
  <inkml:trace contextRef="#ctx0" brushRef="#br0" timeOffset="198691">15288 14798 0,'-40'0'31,"80"0"-31,-120-40 0,160 40 16,-40 0-1,0 0 1,1 0-16,-1 0 0,0 0 0,0 0 0,0 0 15,0 0-15,0 0 0,0 0 16,1 0-16,-1 0 0,0 0 0,0-40 16,0 40-1,0 0-15</inkml:trace>
  <inkml:trace contextRef="#ctx0" brushRef="#br0" timeOffset="198920.98">15689 14558 0,'41'0'0,"-82"0"0,41-40 0,-40 40 15,0 0-15,0 0 16,40 40 0,-40-40-16,0 240 31,0-79-31,-81 39 31,81-120-31</inkml:trace>
  <inkml:trace contextRef="#ctx0" brushRef="#br0" timeOffset="200770.87">16693 14477 0,'-41'-40'16,"82"80"-16,-122-120 0,121 80 46,1 0-30,-1 0 0,0 0-16,0 0 15,-40 40-15,40-40 16,-40 81 0,0-41-16,0 0 15,0 0-15,-40-40 0,40 40 0,0 0 16,-40 0-16,40 0 15,-40-40-15,80 0 63,0 0-47,0 0-16,0 0 15,0 0 1,-40 40-16,40-40 0,1 40 0,-41 1 15,0-1 1,0 0-16,0 0 0,-41-40 16,41 40-16,-40-40 15,40 40-15,-40-40 0,0 40 0,0-40 0,0 40 16,0 0-16,0-40 16,-1 0-16,41 41 0,-40-41 0,0 0 0,0 40 15,0-40-15</inkml:trace>
  <inkml:trace contextRef="#ctx0" brushRef="#br0" timeOffset="201050.93">17856 14959 0,'-40'-40'16,"80"80"-16,-40-121 16,80 81-16,-39 0 15,159 0 1,-160 0-16,41 0 15,-41 0-15,80 0 16,-40 0 0</inkml:trace>
  <inkml:trace contextRef="#ctx0" brushRef="#br0" timeOffset="201300.91">18137 14598 0,'0'0'0,"0"-40"16,-40 40-1,40-40-15,-40 40 0,40 40 32,0 40-32,0-40 0,0 0 15,0 0-15,0 0 0,0 0 0,0 0 0,0 1 16,0-1-16,-40 0 15,40 0-15,0 0 0,0 0 0,0 0 0,0 0 16,0 0-16,0 1 16</inkml:trace>
  <inkml:trace contextRef="#ctx0" brushRef="#br0" timeOffset="202200.86">19341 14558 0,'0'-40'15,"-40"80"32,0-40-47,0 0 16,-1 0-16,1 40 0,0-40 15,40 40 1,0 0-16,40-40 16,-40 40-1,40-40-15,1 0 0,-1 0 0,0-40 16,0 40 0,-40-40-16,40 0 0,-40 0 15,0 0 1,0 80 15,0 0-15,0 0-16,0 0 0,0 0 15,0 0-15,0 0 16,-40 0-16,40 0 0,0 1 0,0-1 16,0 0-16,0 0 0,0 0 0,0 0 15,0 0-15,-40 0 16,0-40-16,40 40 0,-40-40 15,-1 0-15,1 41 0,0-41 16,0 0-16,0 0 0,0 0 0,0 0 16,0 0-1,-1 0-15,41-41 16</inkml:trace>
  <inkml:trace contextRef="#ctx0" brushRef="#br0" timeOffset="202650.83">19822 14758 0,'0'-40'0,"41"40"0,-1 0 15,40 0 1,-80 40-16,40 0 31,0 40-31,0-80 16,-40 41-1,0-82 32,0 1-31,0 0 31,-40 40 31</inkml:trace>
  <inkml:trace contextRef="#ctx0" brushRef="#br0" timeOffset="203310.79">20184 14598 0,'-41'0'0,"1"0"16,0 0 47,40 40-63,-40-40 0,40 40 0,-40 0 0,0 0 15,40 0-15,-40-40 0,40 80 0,-40-80 0,40 41 16,-41-1-16,41 0 15,-40 0-15,40 0 0,-40-40 0,40 40 0,0 0 16,-40-40-16,40 40 16</inkml:trace>
  <inkml:trace contextRef="#ctx0" brushRef="#br0" timeOffset="203790.69">20625 14518 0,'0'0'0,"0"-41"16,-40 41 15,0 0-31,40 41 15,-81-1 1,41-40-16,0 80 31,40-40-31,0 0 16,40-40-16,81 40 31,39-80-15,-80 40-1,-80-40-15</inkml:trace>
  <inkml:trace contextRef="#ctx0" brushRef="#br0" timeOffset="203990.69">20625 14638 0,'-40'0'0,"40"-40"0,0 80 47,-40-40-47,40 40 15,0 0-15,0 0 0,0 40 0,0-40 0,-40 1 16,40-1-16,0 40 0,-41-40 0,41 0 0,-40 0 16,40 0-16,-40 0 15,40 1-15,-40-41 0,40 40 0</inkml:trace>
  <inkml:trace contextRef="#ctx0" brushRef="#br0" timeOffset="205070.61">10433 16322 0,'0'-40'63,"40"40"-63,0 0 15,0-40 1,0 40-16,0 0 16,41 0-16,-41 0 0,0 0 0,40 0 0,-40 0 15,41 0-15,-1-40 0,-40 40 16,40 0-16</inkml:trace>
  <inkml:trace contextRef="#ctx0" brushRef="#br0" timeOffset="205280.63">10874 16683 0,'-80'0'16,"160"0"-16,-200 0 16,160 0-1,40 0-15,-40 0 0,41 0 0,-41 0 16,40 0-16,-40-40 15,40 40-15,1 0 0,-41 0 0,40-40 0,0 40 16</inkml:trace>
  <inkml:trace contextRef="#ctx0" brushRef="#br0" timeOffset="205700.65">13924 15360 0,'-40'0'15,"0"0"-15,40-40 16,-121 40 0,121 40 15</inkml:trace>
  <inkml:trace contextRef="#ctx0" brushRef="#br0" timeOffset="206420.53">12399 16122 0,'0'-40'16,"0"0"15,0 80 110,0 0-141,0 0 0,-40 0 16,40 0-16,0 0 0,0 0 15,0 0-15,0 0 0,0 1 16,0-1-16,0 0 15,0 0 1,0 0-16,0 0 0,0 0 0,0 0 16</inkml:trace>
  <inkml:trace contextRef="#ctx0" brushRef="#br0" timeOffset="207510.54">12078 16202 0,'0'40'15</inkml:trace>
  <inkml:trace contextRef="#ctx0" brushRef="#br0" timeOffset="208000.5">17254 15199 0,'-40'0'16,"0"0"-16,40-40 0,-40 40 16,40-40-1,-40 40 1</inkml:trace>
  <inkml:trace contextRef="#ctx0" brushRef="#br0" timeOffset="213040.13">12118 16082 0,'0'-40'0,"-40"40"16,0 0-1,40-41 1,40 41 109,0 0-94,-40-40-15,40 40-1,0 0 1,1 0 15,-41 40-31,0 1 16,40-1-1,-40 0-15,40-40 0,-40 40 16,40 0 0,-40 0-16,0 0 15,40 0 1,-40 0-16,0 0 16,0 1-1,-40-41-15,40 40 16,0 0-1,-40-40 1,40 40 0,0 0 15,-40-40-31,0 40 16,-1-40-1,41 40-15,0 0 16,-40-40 15,40-40 32,0 0-48,40 40-15,-40-40 0,81 40 16,-81-40-16,40 40 15,0 0 1,0 0 0,0 0-1,0 0-15,0 0 16,1 40-16,-1-40 0,0 40 16,0 0-1,0-40-15,-40 40 0,40 0 16,0 1-16,0-1 15,1-40 1,-1 0 0</inkml:trace>
  <inkml:trace contextRef="#ctx0" brushRef="#br0" timeOffset="213990.07">13643 16202 0,'40'0'78,"0"0"-78,0 0 31,0 0-31,1 0 31,-41 40-31,0 0 32,40 0-32,-40 0 15,0 0-15,0 1 0,0-1 16,-40-40-16,-1 40 16,1 0-16,0 0 15,0-40 1,40 40-16,-40-40 0,40 40 0,-40-40 15,40 40-15,-40 0 16,40 1 15,0-1-31,0 0 16,0 0-16,40-40 16,0 0-1,-40 40-15,40-40 0,0 0 16,0 0-1,-40-40-15,40 40 0,-40-40 16,41 40-16,-41-40 16,0 0-16,40-1 15,-40 1-15,0 0 16,0 0 0,0 0-16,0 0 0,-40 40 15,40-40-15,-41 40 0,41-40 16,-40 40-16,0-40 0,0 40 0,0-41 15,0 41 1,0 0-16,80 0 47,40 0-31,-40 0-1,0-40-15,0 40 0</inkml:trace>
  <inkml:trace contextRef="#ctx0" brushRef="#br0" timeOffset="214220.05">14325 16402 0,'40'0'31,"0"0"-15,201-40 0,-201 40-1,0 0-15,41 0 16,-41 0-16</inkml:trace>
  <inkml:trace contextRef="#ctx0" brushRef="#br0" timeOffset="214510.04">14646 16242 0,'0'0'16,"-80"-40"0,40 40-16,0-40 31,40 80 16,0 0-47,40 0 15,-40 0-15,0 0 0,0 0 0,40-40 16,-40 41-16,0-1 0,0 0 0,0 0 16,0 0-1,40-40-15,-40 40 0,0 0 16,40-40-16</inkml:trace>
  <inkml:trace contextRef="#ctx0" brushRef="#br0" timeOffset="-214476.72">15248 16362 0,'0'-120'16,"0"240"-16,40-280 15,-40 120-15,80 40 0,1-40 16,-1 40-16,0-40 31,-40 120-15,-40 0-1,0-40 1,-80 80 0,40-79-16,0-1 15,40 0 1,0 0 0,120 0 15,-80-40-31,0 0 31,1 40-31,-41 0 16,-81-40-1,1 121 1,40-121-16,-80 80 31,79-80-15</inkml:trace>
  <inkml:trace contextRef="#ctx0" brushRef="#br0" timeOffset="-214066.75">16251 16242 0,'-40'-40'31,"0"40"-31,0 0 16,40 40-1,-40-40 1,0 120-16,-1 1 31,1 39-15,80-40-1,1-79 1,-41-1-16,120-40 16,-80 0-16,0 0 0,0-40 15,0 40-15,1 0 16,-41-41-16,0 1 16,-41 40-1,1 0-15,0-40 16,0 40-16,0 0 0,0 0 0,0 0 15,0 0 1,40 40-16,80-40 16</inkml:trace>
  <inkml:trace contextRef="#ctx0" brushRef="#br0" timeOffset="-213816.69">17054 16603 0,'-40'0'0,"80"0"0,-121 0 15,41-40 1,201 40 0,39 0 15,-79 0-31,-41 0 31,-40 0-31</inkml:trace>
  <inkml:trace contextRef="#ctx0" brushRef="#br0" timeOffset="-213666.75">17535 16804 0,'-80'80'16,"160"-160"-16,-120 160 15,80-80 1,161-40 0,-161 40-16,40 0 15,41 0-15</inkml:trace>
  <inkml:trace contextRef="#ctx0" brushRef="#br0" timeOffset="-213326.8">15489 17084 0,'-40'0'16,"80"0"15</inkml:trace>
  <inkml:trace contextRef="#ctx0" brushRef="#br0" timeOffset="-213026.81">13603 17044 0,'40'0'0,"0"0"31,40 40-15,81-40 0</inkml:trace>
  <inkml:trace contextRef="#ctx0" brushRef="#br0" timeOffset="-212806.82">16251 17044 0,'-40'-40'31,"0"40"-31,0 0 16</inkml:trace>
  <inkml:trace contextRef="#ctx0" brushRef="#br0" timeOffset="-212036.8">21548 16362 0,'0'0'15,"-80"0"16,39 0-15,41 40 0,-40-40-16,0 0 0,0 41 0,0-41 0,40 40 15,-40-40-15,0 40 0,0-40 0,40 40 0,-41-40 16,41 40 0,0 0-16,0 0 31,41-40-31,39 0 0,-40 0 0,0 0 15,0 0-15,0 0 0,0 0 16,41 0-16,-41 0 0,0 0 0,0 0 0,0 0 16,0 0-16,0 0 15,1 0-15,-1 0 0,0 0 16,0 0-16</inkml:trace>
  <inkml:trace contextRef="#ctx0" brushRef="#br0" timeOffset="-211796.81">21668 16483 0,'-40'0'16,"0"0"-16,40-40 0,-40 40 16,0 0-1,-41 80 1,41 120 15,40-119-31,-40 79 31,40-80-31</inkml:trace>
  <inkml:trace contextRef="#ctx0" brushRef="#br0" timeOffset="-208737">20384 16322 0,'-40'0'31,"0"0"-15,0 0 0,40 40-16,-40-40 0,0 0 0,40 40 0,-41 1 15,1-41-15,40 40 0,-40 0 0,0-40 0,40 40 16,-40 0 0,40 0-16,0 0 0,0 0 0,0 0 15,0 1-15,0-1 0,40 0 16,-40 0-16,40-40 0,-40 40 0,40-40 15,-40 40-15,40-40 16,1 0-16,-41 40 0,40-40 0,0 0 0,0 0 16,-40-40-1,0 0 1,0 0-16,-40 40 0,0 0 16,0 0-1,-1 0-15,1 0 0,0 0 0,-40 0 0,40 40 16,0-40-16,-41 40 0,41-40 15,0 40-15</inkml:trace>
  <inkml:trace contextRef="#ctx0" brushRef="#br0" timeOffset="-205027.3">27125 1804 0,'41'0'31,"-1"0"-31,0 0 31,-40-40-31,40 40 0,0 0 16,0 0-16,0 0 15,0 0 1,1 0-16,-1 40 0,0-40 16,0 0-16</inkml:trace>
  <inkml:trace contextRef="#ctx0" brushRef="#br0" timeOffset="-204787.31">27326 2165 0,'0'0'16,"-40"40"0,80-40 15,0 0-16,0 0 1,0 0-16,1 0 0,-1 0 0,0 0 16,0-40-16,0 40 0,0-40 0,0 40 0,0-40 15,1 40-15,-1-40 16,0 40-16</inkml:trace>
  <inkml:trace contextRef="#ctx0" brushRef="#br0" timeOffset="-204337.26">27647 1443 0,'0'0'0,"0"40"47,0 0-47,0 1 0,0-1 31,40 0-31,0 0 0,0-40 0,1 40 16,-1-40-16,0 0 0,0 40 15,0-40-15,0 40 0,0-40 0,0 0 0,1 0 16,-1 0-16,-40 40 15,40-40-15,-40 40 16,-40 0 0,0 1-16,-1-1 15,1 0-15,40 0 0,-40-40 16,40 40-16,-40 0 16,0-40-16,40 40 0,0 0 0,-40-40 0,40 40 15,-40-40-15,40 41 0,-40-1 16,40 0-16,0 0 15,0 0 1</inkml:trace>
  <inkml:trace contextRef="#ctx0" brushRef="#br0" timeOffset="-202647.38">29613 802 0,'-40'-41'32,"0"41"30,0 0-62,0 0 16,0 0-1,0 0-15,-1 0 0,41 41 0,-40-41 16,0 40 0,0-40-16,0 0 15,40 40-15,-40-40 0,40 40 47,0 0-31,0 0-1,0 0 1,0 0-16,0 0 16,0 0-16,0 1 0,0-1 15,0 0-15,0 0 16,0 0-16,0 0 0,0 0 0,0 0 16,40 0-16,-40 1 0,0-1 15,0 0-15,0 0 0,0 0 0,40 0 16,-40 0-1,0 0-15,0 0 0,0 0 0,0 1 0,40-41 16,-40 40-16,0 0 0,0 0 16,40 0-16,-40 0 0,0 0 0,0 0 15,0 0-15,40 1 0,-40-1 16,0 0 0,0 0-16,41 0 0,-41 0 15,0 0-15,40-40 16,-40 40-16,0 0 0,40 0 31,-40 1-31,0-1 0,0 0 16,0 0-16,0 0 15,0 0 1,40 0-16,-40 0 16,0 0-1,0 1-15,0-1 16,0 0-1,0 0-15,0 0 16,0 0 0,0 0-16,0 0 15,40-40-15,-40 40 16,0 0 0,0 1 15,0-1 0,0 0-15,0 0 15,0 0-15,0 0-1,0 0-15,0 0 31,0 0-15,40-40 15,0 0 141,0 0-141,1 0-31,-1 0 16,0 0 0,0 0-16,0 0 15,0 0 17</inkml:trace>
  <inkml:trace contextRef="#ctx0" brushRef="#br0" timeOffset="-201697.42">30135 1082 0,'-40'0'0,"0"40"94,0 0-79,-1 1-15,1-1 0,0 40 16,0-40 0,40 0-16,-40 0 0,40 0 0,0 0 15,0 1-15,0-1 0,0 0 16,0 0-16,0 0 16,0 0-16,0 0 15,40-40-15,0 40 16,0-40-16,0 0 0,-40 40 15,41-40-15,-1 0 16,0 0-16,0-40 16,0 0-1,-40 0 1,-40 40 0,40-40-1,-40 40 1,0 0-1,0 0-15,-1 0 32</inkml:trace>
  <inkml:trace contextRef="#ctx0" brushRef="#br0" timeOffset="-201197.46">30697 1243 0,'0'40'15,"-40"-40"1,-1 40 0,1 0-1,0 0 1,0-40-16,40 40 15,-40-40 1,40 40-16,0 0 31,40-40-15,0 0 0,0 0-1,0 0-15,1 0 0,-1 0 0,0 0 16,0 0-16,0 0 15,0 0-15,0 0 0,0 0 0,1 0 16,-1 0 0,0 0-16</inkml:trace>
  <inkml:trace contextRef="#ctx0" brushRef="#br0" timeOffset="-200917.52">30737 1363 0,'0'0'0,"0"40"62,0 0-46,0 0-16,0 0 0,0 1 15,0-1-15,0 0 0,0 0 0,0 0 0,0 0 16</inkml:trace>
  <inkml:trace contextRef="#ctx0" brushRef="#br0" timeOffset="-195367.81">26684 11790 0,'0'40'47</inkml:trace>
  <inkml:trace contextRef="#ctx0" brushRef="#br0" timeOffset="-194237.88">10995 2366 0,'0'0'0,"-81"0"31</inkml:trace>
  <inkml:trace contextRef="#ctx0" brushRef="#br0" timeOffset="-180648.7">10874 2125 0,'0'40'171,"0"0"17,-40-40-188,40-40 391</inkml:trace>
  <inkml:trace contextRef="#ctx0" brushRef="#br0" timeOffset="-157930.15">31780 1122 0,'-40'40'16,"80"-40"46,0 0-46,0 0-16,0 0 15,1 0-15,-1 0 16,0 41 0,-40-1-16,0 0 15,0 0-15,0 0 0,0 0 16,0 0-16,0 0 15,-40 0-15,40 1 0,-40-41 0,40 40 16,-41-40-16,41 40 16,41-40 46,-1 0-62,0 0 16,0 0-16,0 0 15,0 0-15,0 0 16,0 0-16,1 0 0,-1 0 0,0 0 0,0 0 16,0 0-16,0 0 15,0 0-15</inkml:trace>
  <inkml:trace contextRef="#ctx0" brushRef="#br0" timeOffset="-157500.1">32542 1243 0,'0'-40'15,"41"40"32,-1 0-47,0 0 16,0 0-16,0 0 15,0 0-15,-40 40 32,40-40-32,-40 40 0,0 0 0,0 0 15,0 0-15,-80-40 0,80 40 0,-40 0 0,0 0 16,40 1-16,-40-41 15,40 40-15,-40-40 0,40 40 0,40-40 47,0 0-31,0 0-16,0 0 0,0 0 0,0 0 16,1 0-16,-1 0 15,0 0-15,0 0 0,0 0 16,0 0-16</inkml:trace>
  <inkml:trace contextRef="#ctx0" brushRef="#br0" timeOffset="-142251.1">26323 11149 0,'0'0'0,"-40"-40"16,0 40-16,0 0 15,80 0 32</inkml:trace>
  <inkml:trace contextRef="#ctx0" brushRef="#br0" timeOffset="-140161.16">8507 3970 0,'-40'0'31</inkml:trace>
  <inkml:trace contextRef="#ctx0" brushRef="#br0" timeOffset="-116241.5">30376 2686 0,'0'0'0,"40"0"15,0 0 1,-80 0 46,0 0-46,0 0 0,-1 0-16,1 0 15,0 0-15,0 81 0,-40-81 16,40 0-16,0 0 0,-1 0 0,1 0 16,0 0-1,0 0-15,0 0 16,40 40 31,0 0-16,0 0-15,0 0-1,0 0 1,0 0-16,0 0 15,40-40 1,-40 41-16,40-41 0,0 0 16,0 0-16,1 0 15,-41 40-15,40-40 0,0 0 16,0 0-16,0 0 16,0 0-1,-40 40-15,40 0 0,-40 0 0,40-40 16,-40 40-16,0 0 15,0 0-15,0 0 16,-40-40 0,0 40-16,0-40 0,0 41 15,0-41-15,0 0 0,0 0 16,-1 0-16,1 40 0,0-40 0,0 0 0,0 0 16,0 0-1,40-40 1</inkml:trace>
  <inkml:trace contextRef="#ctx0" brushRef="#br0" timeOffset="-115531.63">30937 2927 0,'-40'-40'31,"0"40"-31,0 0 31,0 0-31,0 40 31,40 0-31,0 0 16,40-40-16,0 0 31,0 0-31,0 0 0,0 0 31,-40-40-31,0 0 0,0 0 16,0 0 31,0 80 15,0 0-46,0 0-16,0 0 31,41 0-31,-41 1 16,0-1-16,40 0 0,-40 0 16,40 0-16,-40 0 15,0 0-15,0 0 0,0 0 0,0 0 16,0 1-1,0-1-15,0 0 0,-40 0 16,0-40 0,-1 40-16,1-40 15,0 0-15,0 0 16,0 0-16,0 0 0,0-40 0,0 0 16</inkml:trace>
  <inkml:trace contextRef="#ctx0" brushRef="#br0" timeOffset="-105222.18">27206 11951 0,'0'0'0,"40"0"0,-40-40 0,40 40 15,-40-40-15,-40 40 32,0 0-32,0 40 0,-1-40 15,1 40-15,0 0 0,40 0 16,0 0-16,-40-40 0,40 40 16,0 0-16,40 0 15,0 1 1,0-41-16</inkml:trace>
  <inkml:trace contextRef="#ctx0" brushRef="#br0" timeOffset="-104272.23">10794 3408 0,'0'40'15,"0"1"-15,0-1 16,-40-40 0,40 40-16,0 0 15,-40-40-15</inkml:trace>
  <inkml:trace contextRef="#ctx0" brushRef="#br0" timeOffset="-89563.19">31700 2847 0,'40'0'31,"0"0"-16,0 0 1,0 0 0,0 0-1,1 0 1,-1 0 0,0 0-16,0 0 15,-40 40-15,0 0 0,40-40 0,-40 40 16,0 0-1,0 0-15,0 1 16,-40-1-16,40 0 0,0 0 16,-40-40-16,40 40 15,0 0-15,-40-40 0,40 40 16,-40-40-16,40 40 16,0 0 15,0 0 0,40-40-31,-40 41 0,40-41 16,-40 40-16,40-40 0,-40 40 15,0 0 1,0 0-16,-40-40 0,40 40 0,-40-40 16,0 0-1,40 40-15,-41-40 0,1 0 0,0 0 16,0 0-1,40-40 1,40 0 0,-40 0-1</inkml:trace>
  <inkml:trace contextRef="#ctx0" brushRef="#br0" timeOffset="-89103.18">32663 3088 0,'-40'0'16,"40"40"0,-40-40-16,-1 40 15,1 0-15,0 0 0,40 0 16,-40-40 0,40 40-16,0 0 0,-40 0 0,40 0 15,0 1 1,0-1-16,0 0 0,40-40 15,-40 40 1,40 0-16,0-40 16,0 0-1,-40-40-15,-80 0 16,40 40 0,0 0-1,0 0-15,0-40 0,0 40 0,-1 0 16</inkml:trace>
  <inkml:trace contextRef="#ctx0" brushRef="#br0" timeOffset="-87263.33">32984 681 0,'0'0'0,"40"0"0,0 0 16,0 0-16,0 0 16,1 0-16,-41-40 15,40 40-15,0 0 16,0 0 0,0 0-1,0 0 1,0 0-1,-40 40 79,0 0-94,0 0 31,0 1-15,0-1-16,0 0 16,40 0-1,-40 0-15,41-40 16,-41 40-16,0 0 0,0 0 16,0 0-16,40 0 0,-40 1 0,0-1 15,40 0-15,-40 0 16,0 0-16,40-40 0,-40 40 0,0 0 0,0 0 15,0 0-15,0 1 16,40-1-16,-40 0 0,0 0 0,40-40 16,-40 40-16,0 0 0,40 0 0,-40 0 15,0 0 1,0 0-16,0 1 0,0-1 16,0 0-16,0 0 15,-40-40-15,40 40 0,-40-40 0,40 40 16,-40 0-1,40 0-15,0 0 0,0 1 16,0-1-16,0 0 0,0 0 16,0 0-1,0 0-15,0 0 0,0 0 16,0 0 0,0 0-16,0 1 0,0-1 15,-40 0 1,40 0-16,0 0 15,-40-40-15,40 40 16,0 0-16,0 0 16,0 0-16,0 1 0,0-1 15,0 0 1,-40-40-16,40 40 0,0 0 16,0 0-1,0 0-15,0 0 0,0 0 16,0 0-1,0 1-15,-41-1 16,41 0-16,0 0 0,-40-40 16,40 40-16,0 0 15,0 0-15,0 0 16,0 0 0,0 1-16,0-1 31,0 0-16,0 0 1,0 0 0,-40-40-16,40 40 0,0 0 15,-40-40 1,0 0 62,0 0-47,0 0-31,0-40 0,-1 40 0,1 0 16,0 0-16,0 0 16,0 0-16,0 40 0,0-40 0,-41 40 0,41-40 15,-40 40-15,0-40 0</inkml:trace>
</inkml:ink>
</file>

<file path=ppt/ink/ink3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8T07:50:17.517"/>
    </inkml:context>
    <inkml:brush xml:id="br0">
      <inkml:brushProperty name="width" value="0.05292" units="cm"/>
      <inkml:brushProperty name="height" value="0.05292" units="cm"/>
      <inkml:brushProperty name="color" value="#FF0000"/>
    </inkml:brush>
  </inkml:definitions>
  <inkml:trace contextRef="#ctx0" brushRef="#br0">4815 1604 0,'-40'0'16,"0"0"0,0 0-1,0 0 95,40 40-95,-40-40 1,-1 0 15,1 0-31,40 40 0,-40-40 16,0 0-1,0 0-15,0 40 0,0-40 16,0 0-16,-1 0 0,1 40 0,0-40 16,0 0-16,-40 40 15,0-40-15,80 40 0,-41-40 0,1 0 16,0 0-16,40 40 16,40-40 46,-40 40-62,40-40 0,-40 41 16,0-1-16,0 0 15,0 0 1,41 0-16,-41 0 0,0 0 0,0 0 16,0 0-16,0 1 0,40-1 15,-40 40-15,0-40 0,0 0 0,0 0 0,0 40 16,0-40-16,0 1 15,0 39-15,40-40 0,-40 40 0,0-40 0,0 40 16,0-39-16,0 39 0,0-40 0,0 40 0,0 0 16,0-40-16,0 41 0,40-41 15,-40 0-15,0 40 0,0-40 0,0 0 0,40 0 16,-40 0-16,0 1 16,0-1-16,0 0 0,40 0 0,-40 0 15,0 0-15,40 0 16,-40 0-16,0 0 0,0 0 15,0 1-15,-40-1 16,40 0-16,0 0 0,-40 0 16,40 0-16,0 0 15,0 0 32,40 0-16,-40 1 141,40-41-156,-40 40 0,40-40 234,1 0-235,-1 0 16,0 40-31,0-40 16,0 0-16,0 0 0,0 0 0,0 0 0,41 0 16,-41 0-16,0 0 15,40 0-15,-40 0 0,0 0 0,41 0 0,-41 0 16,0-40-16</inkml:trace>
  <inkml:trace contextRef="#ctx0" brushRef="#br0" timeOffset="569.91">5537 1965 0,'-40'0'15,"0"0"1,40 40 47,0 0-63,0 0 15,0 0-15,0 0 16,0 0-16,0 0 0,0 0 0,0 1 0,0-1 15,0 0-15,0 0 0,0 0 16,0 0-16</inkml:trace>
  <inkml:trace contextRef="#ctx0" brushRef="#br0" timeOffset="2949.83">7945 1965 0,'0'0'0,"0"-41"0,-40 41 0,40-40 0,0 0 16,40 0-1,0 40-15,0 0 16,0 0-16,1 40 16,-41 0-1,0 0-15,40 1 0,-40-1 0,0 0 16,0 0-16,0 0 16,0 0-16,-40 0 0,40 0 15,-41 0-15,-39 1 16,80-1-16,-40-40 0,0 40 0,0 0 15,0-40-15,40 40 16,-40-40-16,80 0 31,-40-40-15,40 40-16,40 0 0,-40-40 16,0 40-1,0 0-15,1 0 0,-1 0 0,0 0 0,0 0 16,0 0-16,40 0 0,-40 0 15,1 0-15,-1 0 0,0 0 16</inkml:trace>
  <inkml:trace contextRef="#ctx0" brushRef="#br0" timeOffset="3769.72">5297 3448 0,'0'-40'15,"0"0"1,40 0-16,0 0 16,0 0-1,0 40-15,0 0 16,-40-40-16,40 40 16,1 0-16,-41 40 15,40 0 1,-40 40-16,40-80 0,-40 40 0,0 0 15,0 1-15,0-1 16,0 0-16,0 0 0,0 0 16,0 0-16,0 0 15,40-40 1,0 40-16,0-40 16,0 40-16,0-40 15,-40 41-15,41-1 16,-41 0-1,0 0-15,-41-40 0,1 40 16,-40-40-16,40 0 0,0 40 16,0-40-16,0 0 15,-1 0-15,1 0 0,0 0 16,40-40 0,0 0-16</inkml:trace>
  <inkml:trace contextRef="#ctx0" brushRef="#br0" timeOffset="4259.7">8507 3529 0,'-40'0'0,"0"-40"0,-1 40 31,1 0-31,0 0 16,-40 40-1,40 40 1,0-40-16,-81 80 16,81-120-16,0 40 0,0 1 15,0-41-15,80 0 31,0 40-31,161-40 16,-81 0 0,-80-40-16,201-1 15,-201 1-15,40 40 0,41 0 16</inkml:trace>
  <inkml:trace contextRef="#ctx0" brushRef="#br0" timeOffset="4479.68">8547 3569 0,'-120'0'31,"240"0"-31,-321-40 16,161 80-1,40 40-15,0-40 16,0 40-1,40 1-15,-40-41 0,0 80 16,40-80-16,1 120 16</inkml:trace>
  <inkml:trace contextRef="#ctx0" brushRef="#br0" timeOffset="5319.69">9309 1363 0,'0'0'0,"0"-40"15,0 0 1,40 40 15,1 40-31,-1-40 16,0 0-16,0 0 0,0 0 0,0 0 0,0 0 15,0 0-15,1 0 0,-1-40 16,0 40-16,0 0 0,0 0 0,0 0 16,0 0-1,-40 40-15,0 0 16,0 0-1,0 0-15,0 0 0,-40-40 0,40 40 16,-40 1-16,40-1 0,0 0 16,0 0-16,0 0 15,0 0-15,0 0 0,0 40 0,0-40 0,0 1 16,0 39-16,0-40 0,0 40 16,0 0-16,0-40 0,0 41 0,0-1 0,0-40 15,0 40-15,0 0 16,40-40-16,0 41 0,-40-1 0,0-40 0,40 40 15,-40 0-15,41-39 0,-41 39 0,40 0 0,-40 0 16,40 0-16,-40 1 0,40-41 16,-40 40-16,0 0 0,0-40 0,0 40 0,0-39 15,0 39-15,0-40 16,0 0-16,0 0 0,0 40 0,0-40 0,0 0 16,0 1-16,0-1 0,0 0 15,0 0-15,0 0 0,0 0 16,-80-40 46,40 0-62,40-40 16,-41 40-16,1 0 16,0 0-16,0 0 0,0 0 0,0 0 15,0 0-15,-41 40 16,41-40-16,0 40 0,0-40 0,0 40 0,0-40 15,0 40-15,0-40 0</inkml:trace>
  <inkml:trace contextRef="#ctx0" brushRef="#br0" timeOffset="12569.25">9149 1804 0,'40'-40'32,"-40"0"-1,0 80 0,-40-40-31,40 40 0,-40 0 16,40 0-1,-40 0-15,40 1 16,-41-41-16,41 40 16,41-40 15,-1 0-31,0 0 0,0 0 15,-40-40-15,40 40 0,0-41 16,-40 1 15,0 0-15,-40 40-16,0-40 16,40 80 46,0 0-62,0 0 16,0 1-16,40-1 15,-40 0-15,40-40 16,-40 40-16,0 0 16,0 0-16,-80 0 15,40 0-15,0 0 16,0-40-16,-1 41 0,1-41 15,0 0-15</inkml:trace>
  <inkml:trace contextRef="#ctx0" brushRef="#br0" timeOffset="15879.05">9510 3489 0,'0'-41'31,"0"82"63,0-1-94,0 0 15,0 0-15,0 0 0,0 0 16,-40 0-16,40 0 16,0 0-16,0 1 0,0-1 0,0 0 15,0 0-15,0 0 16,0 0-16,0 0 0</inkml:trace>
  <inkml:trace contextRef="#ctx0" brushRef="#br0" timeOffset="18408.82">11877 1644 0,'0'0'0,"0"-40"62,41 40-46,-1 0-1,0 0-15,-40 40 0,40 0 32,-40 0-32,40-40 0,-40 40 15,0 0 1,-40 0-16,40 0 15,-40-40-15,40 40 0,-40-40 0,40 41 0,-40-41 16,40 40-16,-41-40 16,41 40-16,-40-40 0,40 40 0,-40-40 15,40 40-15,0 0 16,0 0 15,40-40-31,0 0 16,1 0-16,-1 0 0,0 0 15,0 0-15,0-40 16,0 40-16,-40-40 0,40 40 16,-40-40-1,-40 0 1,-40 0 0,40 40-16,0-40 15,0-1 1,-1 41-16,1-40 0,0 0 0,0 40 15,40-40-15,-40 40 0,40-40 0,-40 0 16,40 0 0,0 0-16,0 0 15,40 40 1,40 0-16,-40 0 0,0 0 16,1 0-1,-41 40-15</inkml:trace>
  <inkml:trace contextRef="#ctx0" brushRef="#br0" timeOffset="19178.84">12479 3489 0,'-40'0'16,"80"0"-16,-80 40 0,-40 0 15,40-40-15,0 0 16,0 0-16,-41 80 31,41 0-15,40-40-1,40-40 1,0 0 15,1-40-31,-41-40 16,0 40 0,0 0 15,-41 200-16,122-80 1,-81 121 0,-81-41 15,-79-79-15,-121-1-1,201-80-15</inkml:trace>
  <inkml:trace contextRef="#ctx0" brushRef="#br0" timeOffset="20618.76">8306 2165 0,'0'-40'16,"0"0"-1,0 80 16,-40-40-15,40 40-16,0 0 16,40-40 31,0 0-47,0 0 0,1 0 15,-1 0 1,0 0-16,0 0 15,-40 40-15,40-40 0,0 0 16,-40 40 0,40-40-16,0 0 15</inkml:trace>
  <inkml:trace contextRef="#ctx0" brushRef="#br0" timeOffset="20858.68">8587 2005 0,'-40'0'16,"80"0"-16,-120 0 15,80 40 48,-40-40-63,40 40 0,-81 0 0,81 0 15,-40 0-15,40 0 0,-40 0 0,40 1 0,-40-1 16,0 0-16,40 0 0,-40 0 16,40 0-16,-40 0 0,40 0 0</inkml:trace>
  <inkml:trace contextRef="#ctx0" brushRef="#br0" timeOffset="21578.71">8627 3649 0,'40'0'47,"-40"40"-32,40-40 1,-40 40-16,41-40 16,-41 40-16,40-40 0,-40 40 0,40-40 0,-40 41 15,40-41-15,-40 40 0,40-40 16,-40 40-16,40-40 0,0 40 0,0-40 15,1 0-15</inkml:trace>
  <inkml:trace contextRef="#ctx0" brushRef="#br0" timeOffset="21798.69">9028 3689 0,'-40'0'15,"40"-40"-15,-40 40 16,0 0 0,0 120-1,0 81 17,-40-81-32,39 0 15,-79 41 1</inkml:trace>
  <inkml:trace contextRef="#ctx0" brushRef="#br0" timeOffset="25198.42">21026 1604 0,'-40'0'31,"40"40"47,0 0-78,0 0 16,0 0-16,0 0 15,0 0-15,0 0 0,0 0 0,0 1 0,0 39 16,0-40-16,0 0 0,0 0 0,0 40 0,0-40 15,0 1-15,0-1 0,0 0 16</inkml:trace>
  <inkml:trace contextRef="#ctx0" brushRef="#br0" timeOffset="25838.41">21668 1724 0,'40'0'0,"0"0"47,1 0-47,-1 0 0,0 0 16,0 0-1,0 0-15,-40 40 16,0 0 0,0 0-16,0 0 15,0 0-15,-40-40 0,40 41 0,-40-1 16,0 0-16,40 0 15,-40-40-15,40 40 0,0 0 0,0 0 16,-41-40-16,41 40 16,0 0-16,0 1 15,41-1-15,-1-40 16,0 0-16,0 40 0,0-40 16,0 0-1,0 0-15,1 0 0,-1-40 0,0 40 16,-40-40-16,40 40 0,-40-41 0,0 1 15,0 0 1,0 0-16,-40 40 0,40-40 0,-40 40 16,0-40-16,-1 40 15,1-40-15,0 40 0,0-40 0,0 40 0,0-40 16,0 40-16,-1-41 0,1 41 16,0-40-16,40 0 0,-40 40 15,120 0 16,-40 0-31,1 0 0,-1 0 16,0 0-16,0 0 0,0 0 16</inkml:trace>
  <inkml:trace contextRef="#ctx0" brushRef="#br0" timeOffset="26188.38">23073 1965 0,'-40'0'31,"80"0"-31,-40 0 32,40 0-17,0 0 1,0 0-16,0 0 0,0 0 0,0 0 16,1 0-16,-1 0 15,0 0-15,40 0 0,-40 0 0,40 0 0,-39 0 16,39 0-16,-40-41 0,0 41 0,0 0 0,0 0 15</inkml:trace>
  <inkml:trace contextRef="#ctx0" brushRef="#br0" timeOffset="26458.35">23354 1724 0,'-41'0'16,"82"0"-16,-122-40 16,81 80 15,0 40-15,40-80-16,-40 40 15,0 0-15,0 0 0,0 1 0,41-1 16,-41 0-16,0 0 0,40-40 0,-40 40 0,0 0 15,0 0-15,40 0 16,-40 0-16,0 1 0</inkml:trace>
  <inkml:trace contextRef="#ctx0" brushRef="#br0" timeOffset="26968.38">24999 1644 0,'0'0'0,"-40"0"16,-41 40 0,1 0-1,0 80 16,40-80-31,0 0 0,40 1 0,-41-1 32,41 0-17,41-40 1,-1 0 0,80 0-1,-80 0-15,0-40 16,0 40-16,81-40 15,-41 40 1,0 0 0</inkml:trace>
  <inkml:trace contextRef="#ctx0" brushRef="#br0" timeOffset="27218.36">24999 1804 0,'-81'-40'32,"162"80"-32,-202-80 0,121 80 31,0 0-31,40-40 16,-40 40-16,0 0 15,0 1-15,0-1 0,0 0 0,0 0 16,0 0-16,0 0 0,0 0 0,0 0 0,0 0 15,0 1-15,0-1 16,-40-40-16,40 40 0,0 0 0</inkml:trace>
  <inkml:trace contextRef="#ctx0" brushRef="#br0" timeOffset="27538.34">25761 2045 0,'0'0'16,"40"0"15,0 0-31,1-40 16,159 0-1,-79 40 17,-81 0-32,0-41 0,0 41 0</inkml:trace>
  <inkml:trace contextRef="#ctx0" brushRef="#br0" timeOffset="27738.33">26363 2406 0,'-40'0'16,"80"0"-16,-120 0 15,40 0-15,40-40 16,120 40-1,81 0 1,-161 0-16,40 0 16,-40 0-16,0 0 15</inkml:trace>
  <inkml:trace contextRef="#ctx0" brushRef="#br0" timeOffset="28648.28">27607 1804 0,'0'0'0,"0"-80"31,40 0-15,80 80-1,1 40 1,-81 0 0,-40 120-1,-40 1 17,-40-121-32,80 0 0,0 0 0,-121 40 15,161-80 16,0 0-31,121 0 32,-81 0-32,121 0 31,-41 0-15,-79-40-16</inkml:trace>
  <inkml:trace contextRef="#ctx0" brushRef="#br0" timeOffset="29088.25">28811 1844 0,'0'0'16,"-40"-40"-16,40 0 0,-41 40 15,82-80 1,119 80-1,-39 120 17,-81 81-17,-121-121 1,41-40-16,-40 80 16,80-80-16,-40-40 15,40 41-15,40-41 16,0 0-1,40 0 1,41-41 0,-81 41-16,80-40 15,-80 40 1,-40-40 0,-40 40 30,0 0-46</inkml:trace>
  <inkml:trace contextRef="#ctx0" brushRef="#br0" timeOffset="41547.5">6179 6537 0,'-40'-41'32,"80"82"-32,-40-82 0,0 82 62,0-82-62,0 122 16,0-162-16,0 202 0,41-121 15,-41 40-15,0 0 0,0 0 0,0 0 0,0 0 16,40-40-16,-40 81 16,0-41-16,0 0 0,0 0 0,0 0 0,0 0 15,0 0-15,0 40 0,0-40 0,0 1 16</inkml:trace>
  <inkml:trace contextRef="#ctx0" brushRef="#br0" timeOffset="42357.37">8908 6376 0,'-40'40'16,"80"-80"-16,-80 40 47,40-40-47,40 40 0,-40-40 16,40 40-16,0-40 0,0 40 0,1 0 15,-1 0-15,0 0 16,0 0-16,0 0 0,0 0 15,0 40-15,0 0 16,-40 40-16,0-40 0,0 0 16,0 1-16,0-1 15,-40 0-15,40 0 0,-40 0 0,40 0 0,-40-40 16,40 40-16,-40-40 0,40 40 16,-40-40-16,80 0 46,0 0-46,0 0 0,0 0 0,0 0 16,1 0-16,-1 0 16,0 0-16,0 0 0,0 0 0,0 0 0,0-40 0,0 40 15</inkml:trace>
  <inkml:trace contextRef="#ctx0" brushRef="#br0" timeOffset="43287.39">5818 8622 0,'40'0'0,"-40"-40"15,0 40-15,0-40 16,41 0 0,-1 40-1,0-40-15,0 40 0,0 0 0,0 0 0,0 0 16,0 0 0,1 0-16,-1 0 0,-40 40 0,40-40 0,-40 40 15,40-40-15,-40 40 0,0 0 0,0 0 16,40-40-16,-40 40 0,0 0 15,0 0-15,0 1 16,-40-41-16,40 40 16,-40-40-16,80 0 0,0 0 31,40 0-31,-40 0 16,1 0-16,-1 0 0,0 0 0,0 0 15,0 0-15,0 0 16,-40 40-16,40-40 0,-40 40 0,0 0 15,0 0-15,0 0 16,-40-40-16,40 40 0,-40 0 0,0 1 16,0-41-1,0 40-15,0-40 0,-1 40 16,1-40-16,0 0 16,0 0-16,0 0 15</inkml:trace>
  <inkml:trace contextRef="#ctx0" brushRef="#br0" timeOffset="43917.28">9028 8301 0,'0'0'0,"-40"40"0,80-40 62,-40 40-31,0 1-31,-80-41 0,80 40 0,-40 0 16,40 0-16,-40 0 0,0-40 16,0 40-16,0 0 0,-1 0 0,1 0 15,80-40 16,1 0-31,-1 0 16,0 0-16,0 0 0,0 0 16,0 0-16,0-40 0,41 40 0,-41 0 0,0-40 15,0 40-15,40 0 16,-40-40-16,0 0 0,1 40 0,-1 0 0,40-40 16,-40 40-16,0-40 0,0 40 0,0 0 15</inkml:trace>
  <inkml:trace contextRef="#ctx0" brushRef="#br0" timeOffset="44127.3">9269 8462 0,'0'0'0,"-40"0"0,0 0 0,0 0 0,0 0 16,0 40-16,-1-40 15,41 40-15,0 0 0,0 0 16,0 0 0,41 0-16,-41 0 0,40 0 0,0 1 15,-40-1-15,0 0 0,0 40 16,40-40-16,-40 0 0</inkml:trace>
  <inkml:trace contextRef="#ctx0" brushRef="#br0" timeOffset="52346.84">7183 8181 0,'0'0'0,"0"-40"0,0 80 0,0-40 0,40 0 0</inkml:trace>
  <inkml:trace contextRef="#ctx0" brushRef="#br0" timeOffset="52896.73">7223 8181 0,'-40'0'15,"-1"0"110,1 0-125,0 0 16,40 40-16,-40-40 15,40 40-15,0 0 0,-40-40 0,40 40 16,0 0-16,-40-40 16,40 41-16,0-1 15,40-40 1,0 0-16,0 0 16,-40-40-1,40 40-15,-40-41 16,0 1-1,0 0 1,0 80 31,40-40-47,-40 40 16,41-40-16,-1 0 15,-40 41-15,40-41 0,-40 40 0,0 0 16,0-40-16,40 40 15,-40 0-15,0 0 16,0 0 0,-80-40-16,80 40 0,-40-40 0,40 40 15,-41 0-15,1-40 0,0 41 16,0-1-16,0 0 0,0-40 0,40 40 16,-40-40-16,40 40 0</inkml:trace>
  <inkml:trace contextRef="#ctx0" brushRef="#br0" timeOffset="56316.6">10433 8341 0,'0'-40'15,"40"0"1,0 0-16,0 40 16,0 0-16,0-40 0,1 40 15,-1 0 1,0 0-16,0 0 15,-40 40 1,0 0-16,0 0 16,0 0-1,-40-40-15,40 40 0,-40-40 0,40 41 0,-40-41 16,-1 40-16,41 0 0,-40 0 0,0 0 16,0 0-16,0 0 0,0 0 15,40 0-15,-40 0 0,0 1 16,40-1-1,-81-40-15,162 0 0,-81 40 0,-41-40 16,82 0-16,-1 0 16,0 0-16,-40-40 0,40 40 0,0-40 15,0 40 1,0 0-16,0-41 0,-40 1 0,41 40 16,-1-40-16,-40 40 0,0-40 15,-40 40 1,40-40-16,-41 40 0,41-40 15,-40 40-15,0-40 16,0 40-16,40-40 0,-40 40 0,0-40 0,0 40 16,0-40-16,-1-1 0,1 1 15,0 0-15,40 0 16,40 40 15,41 0-15,-41 0-1,0 0-15,0 0 0,0 40 0</inkml:trace>
  <inkml:trace contextRef="#ctx0" brushRef="#br0" timeOffset="57496.45">7062 10266 0,'40'0'47,"-80"0"94,0 81-141,40-41 0,0 0 0,-40 0 15,40 0-15,0 0 0,-40 0 16,40 0-16,0 0 0,0 1 0,0-1 16,0 0-16,-40 0 15,40 0-15</inkml:trace>
  <inkml:trace contextRef="#ctx0" brushRef="#br0" timeOffset="59956.32">10272 9946 0,'-40'0'0,"40"40"0,-40-40 0,0 40 32,0-40-32,40 40 0,-40-40 0,40 40 15,-40 0-15,40 0 16,-41 0-16,41 0 0,0 0 15,0 1 1,41-1-16,-1-40 16,0 0-1,0 0-15,0-40 0,0-1 16,0 1-16,-40 0 16,40 0-16,-40 0 15,41 0-15,-41 0 0,40 0 16,-40 0-1,0 80 17,0 0-32,0 0 15,0 0-15,0 0 0,0 0 0,0 0 0,-40 0 16,40 1-16,-41-1 0,41 0 16,-40 0-16,0 0 0,40 0 0,-40 0 15,40 0-15,-40-40 16,0 0-16,40 40 0,-40-40 0,0 41 0,-1-41 15,-39 0-15,40 0 0,0 0 16,0 0-16,-40 0 0,39 0 0</inkml:trace>
  <inkml:trace contextRef="#ctx0" brushRef="#br0" timeOffset="60726.28">6541 8502 0,'0'-40'0,"0"80"109,0 0-77,40-40-32,-40 40 0,40-40 15,-40 40-15,40-40 0,0 0 16,0 40-16,0-40 0,0 40 15,1-40 1,-1 0-16,0 0 0,0 0 16</inkml:trace>
  <inkml:trace contextRef="#ctx0" brushRef="#br0" timeOffset="60976.32">6862 8422 0,'0'-41'15,"0"82"-15,0-41 47,-41 0-47,41 40 16,-40 0-16,40 0 0,0 0 0,-40 0 15,40 0-15,-40-40 16,40 40-16,-40 0 0,40 0 0,0 1 16,-40-41-1,40 40-15</inkml:trace>
  <inkml:trace contextRef="#ctx0" brushRef="#br0" timeOffset="61796.27">9670 8582 0,'-40'0'0,"0"0"15,0 0 32,0 0-31,40 40-1,40 0 17,0 0-17,0 0-15,0-40 0,1 40 16,-41 1-16,40-41 0,0 40 0,-40 0 16,40-40-16,-40 40 15,40-40-15,0 0 16</inkml:trace>
  <inkml:trace contextRef="#ctx0" brushRef="#br0" timeOffset="62036.25">9951 8702 0,'-40'0'15,"40"-40"1,-40 40-1,0 0 17,40 40-32,-40 40 15,0-39-15,40-1 0,-40 0 16,40 0-16,-41 0 0,41 0 0,-40 0 0,40 0 16,-40 0-16,40 1 0,-40-1 15,40 0-15,-40 0 0</inkml:trace>
  <inkml:trace contextRef="#ctx0" brushRef="#br0" timeOffset="64216.12">19100 8020 0,'-40'0'15,"0"0"-15,0 0 78,80-40-62,0 0 0,40 0-16,-40 40 15,1-40-15,-41 0 16,40 40-16,0 0 0,0-40 0,0 40 15,0 0-15,0 0 16,0 0-16,1 40 0,-41 40 16,40-80-1,-40 40-15,0 0 0,0 0 0,0 1 0,0-1 16,0 0-16,-40 0 0,40 0 0,-41 0 0,1 0 16,0 0-16,0 0 0,40 1 15,-40-1-15,0 0 0,0-40 0,0 40 0,-1-40 31,41-40-15,41 40 0,-41-40-16,0 0 0,0-1 0,40 41 15,0-40-15,0 40 0,0 0 0,0 0 16,0 0 0,-40 40-16,40-40 0,1 41 0,-1-1 15,-40 0-15,40 0 16,0 0-16,0 0 0,0-40 0,-40 40 15,40-40-15,-40 40 16,40-40-16,1 0 0,-41 40 0,40-40 16</inkml:trace>
  <inkml:trace contextRef="#ctx0" brushRef="#br0" timeOffset="64696.09">20625 7900 0,'-40'0'15,"40"-40"1,40 40-1,0 0 1,0-40-16,0 40 0,0 0 0,1 0 16,-1 0-16,0 0 15,0 0-15,0 0 0,0-40 0,0 40 16,0 0-16,1 0 16,-41 40 30,-81 0-30,81 0-16,-40 0 16,40 0-16,0 0 0,0 1 15,-40-1-15,40 0 0,0 0 0,0 0 16,0 0-16,-40 0 16,40 0-16,0 41 0,0-41 0,-40 0 15,40 0-15,0 0 16,0 0-16,0 0 0,0 0 31</inkml:trace>
  <inkml:trace contextRef="#ctx0" brushRef="#br0" timeOffset="64956.02">20866 8502 0,'-40'0'0,"80"0"0,-121 0 0,41 0 15,40-40 1,40 40 0,121-81-1,-81 41 1,-40 40-16,161-80 15,-161 40-15,0 40 0,0 0 0</inkml:trace>
  <inkml:trace contextRef="#ctx0" brushRef="#br0" timeOffset="65205.99">21909 8261 0,'40'0'31,"0"0"-31,0 0 0,1 0 16,-1-40 0,0 40-16,0 0 0,0 0 0,0 0 15,0 0-15,0 0 16,1 0-16,-41-40 0,40 40 0,0 0 15,0 0 1,-40-40-16</inkml:trace>
  <inkml:trace contextRef="#ctx0" brushRef="#br0" timeOffset="65536">22230 7980 0,'-40'0'16,"0"0"0,40 40 15,0 1-31,-40-41 0,40 40 31,0 0-31,0 0 0,0 0 16,0 0-1,0 0-15,0 0 0,0 0 16,0 1-16,40-1 0,-40 0 16,0 0-1</inkml:trace>
  <inkml:trace contextRef="#ctx0" brushRef="#br0" timeOffset="67122.97">23033 7900 0,'-41'0'15,"1"0"1,40-40 46,40 0-46,-40 0-16,41 40 16,-1-40-1,0 0-15,0 40 0,0 0 0,0-40 16,0 40-16,0 0 15,1 0 1,-41 40-16,40 0 16,-40 0-1,0 0-15,0 0 0,0 0 0,0 0 16,-40 0-16,40 0 0,-41 1 16,41-1-16,-40 0 0,40 0 15,0 0-15,-40-40 16,80 0 15,0 0-15,1 0-16,-1 0 0,0 0 15,0 40 1,-40 0-16,40-40 0,-40 40 16,0 0-16,0 1 15,0-1-15,-40 0 0,0 0 16,0 0-16,0 0 0,-1-40 15,1 40-15,0-40 16,0 40-16,0-40 0,0 0 0,0 0 16,0 0-1,-1 0-15,41-40 0,0 0 16</inkml:trace>
  <inkml:trace contextRef="#ctx0" brushRef="#br0" timeOffset="67582.98">23915 7900 0,'0'0'0,"40"0"0,1 0 16,-1 0-16,0 0 0,40 0 31,-40 0-31,0 0 16,-40 161-1,-40-41 17,-120 40-17,120-160-15,-81 121 16,81-121-1,80 0 1,0 0 0,41 0-1,-41 0-15,40 0 16,-40 0-16,0 0 0,0 0 31,0 0-15,1 0-1,-1 0-15</inkml:trace>
  <inkml:trace contextRef="#ctx0" brushRef="#br0" timeOffset="67822.9">25039 8061 0,'40'0'16,"0"-41"0,121 1-1,-41 40 1,-80 0-16,0 0 31</inkml:trace>
  <inkml:trace contextRef="#ctx0" brushRef="#br0" timeOffset="68042.95">25280 8462 0,'-41'40'15,"82"-80"-15,-41 80 32,40-80-17,160 40 1,-159 0-16,119-40 31,-120 40-31,0-41 0</inkml:trace>
  <inkml:trace contextRef="#ctx0" brushRef="#br0" timeOffset="68921.77">29533 7900 0,'0'-40'0,"-40"40"15,0 0 1,0-40 0,0 40-16,-1 0 15,1 0-15,0 80 16,0-80 0,40 40-16,0 0 0,0 0 15,0 1-15,0-1 0,40 0 16,0-40-1,-40 40-15,40-40 0,1 0 16,-1 0 0,-40-40-16,0 0 0,0 0 15,0-1 1,0 1-16,0 0 16,0 80 15,40-40-31,-40 40 0,0 1 0,0-1 0,40 0 15,-40 0-15,0 0 16,0 0-16,0 0 0,0 0 16,0 0-16,0 1 0,0-1 15,-40 0-15,0 0 0,0 0 0,40 0 16,-41 0-16,1-40 0,0 40 0,0-40 0,0 40 16,0-40-16,0 0 0,0 0 15,-41 40-15,41-40 0,0 0 0,-40 0 0,40 0 16</inkml:trace>
  <inkml:trace contextRef="#ctx0" brushRef="#br0" timeOffset="69996.8">28249 7940 0,'0'-40'0,"40"40"16,0 0-1,-40-40 1,-40 40 15,0 0-15,0 0-16,0 40 0,0-40 15,-1 0-15,-39 40 16,40-40-16,0 0 0,0 0 16,0 40-16,0-40 0,-1 0 0,41 40 0,-40-40 15,0 0 1,80 0 31,-40 41-32,0-1 1,40-40-16,-40 40 0,0 0 16,0 0-1,0 0-15,0 0 16,0 0-16,0 0 15,0 1-15,41-1 16,-1-40 0,0 0-16,0 0 15,0 0-15,0 0 16,0 0-16,0 0 0,1 0 16,-41 40-16,0 0 31,-41 0-31,1 0 15,0-40-15,0 40 0,0-40 16,-40 40-16,40-40 0,-1 0 0,-39 40 0,0-40 16,40 0-16,-40 0 15,-1 0-15,1 40 0,40-40 0,-40 0 0,-1 0 16</inkml:trace>
  <inkml:trace contextRef="#ctx0" brushRef="#br0" timeOffset="78336.28">5337 12713 0,'40'0'0,"-80"0"109,0 0-109,0 0 16,-1 0-1,1 0-15,40 40 0,-40-40 16,0 0-16,40 40 16,-40-40-16,0 0 0,0 40 0,0-40 15,-1 40-15,1-40 16,40 40 0,-40-40-16,40 40 31,0 1-16,0-1 1,0 0-16,0 0 0,0 0 16,0 0-16,0 0 15,0 0-15,0 0 0,0 0 0,0 1 16,40 39-16,-40-40 0,0 0 0,0 0 0,0 0 16,0 40-16,0-39 15,40-1-15,-40 0 0,0 0 0,0 0 0,41 0 16,-41 0-16,0 0 0,0 0 15,0 41-15,0-41 0,0 0 0,0 0 0,0 0 16,0 0-16,0 0 16,0 40-16,0-39 0,0-1 0,0 0 15,0 0-15,0 0 0,0 40 0,0-40 0,0 0 16,0 0-16,0 1 0,0-1 16,0 0-16,0 0 0,0 0 0,0 0 0,0 0 15,0 0-15,0 0 16,0 1-16,0-1 0,0 0 0,0 0 15,0 0-15,0 0 16,0 0-16,0 0 0,-41-40 0,41 40 0,0 0 16,0 1-1,0-1-15,0 0 16,0 0-16,0 0 16,0 0-1,0 0 1,0 0-1,-40 0-15,40 1 47,40-41-15,1 0 30,-1 0-46,0 0-1,0 0-15,-40-41 16,40 41-16,0 0 0,0-40 0,0 40 16,1 0-16,-1-40 15,0 40-15,0 0 0,0-40 16,0 40-16,0-40 15,0 40-15,1-40 32</inkml:trace>
  <inkml:trace contextRef="#ctx0" brushRef="#br0" timeOffset="78936.25">6701 13114 0,'0'-40'47,"0"80"16,0 0-63,0 0 0,0 0 15,0 0-15,0 0 0,0 0 0,0 1 16,0-1-16,0 0 0,0 0 16,0 0-16,0 0 0,0 0 15,40-40 1,-40 40-16,40-40 15</inkml:trace>
  <inkml:trace contextRef="#ctx0" brushRef="#br0" timeOffset="79886.2">9470 12673 0,'-40'0'16,"0"0"-16,40-40 31,40 40 0,0 0-31,0 0 16,0 0-1,-40 40-15,40 0 16,-40 0-16,0 0 0,0 0 16,0 0-16,0 0 0,0 0 15,-40 1-15,40-1 0,-40 0 16,40 0-16,-40-40 0,40 40 0,-40-40 0,40 40 16,0 0-1,40-40 16,0 0-31,0 0 0,0 0 16,0 0-16,0 0 16,1 0-16,39 0 0,-40 0 0,0 0 0,0 0 15,0 0-15,0 40 0,1-40 0,-1 0 16,0 40-16,0-40 16</inkml:trace>
  <inkml:trace contextRef="#ctx0" brushRef="#br0" timeOffset="80916.2">6982 14197 0,'-40'0'0,"0"0"31,80 0 78,0 0-93,0 0-1,0 0-15,0 0 16,0 0-16,-40 40 16,41-40-16,-41 40 0,0 0 15,0 0-15,0 0 0,-41 0 16,41 0 0,-40 1-16,40-1 0,-40-40 0,40 40 0,-40-40 15,0 40-15,0-40 16,40 40-1,80-40 1,-40 0 0,0 0-1,0-40-15,1 40 0,-1 0 0,0 0 16,0 0-16,0 0 0,-40 40 16,40-40-1,-40 40-15,0 0 16,0 0-16,-40-40 0,40 40 15,-40-40-15,40 40 0,-40-40 0,40 41 0,-40-41 16,0 0-16,40 40 16,-41-40-16,1 0 0,40 40 0,-40-40 0,0 0 15,0 0-15,0 0 16,0 0 0</inkml:trace>
  <inkml:trace contextRef="#ctx0" brushRef="#br0" timeOffset="81436.11">9751 14397 0,'-40'0'16,"80"0"-16,-161 0 15,81 0-15,0 0 16,-80 80 0,-41 1-1,121-41 1,0-40-1,40 80 1,80-80 0,81 0-1,39 0 17,-79 0-32,-1 0 31,-80 0-31,40-40 15</inkml:trace>
  <inkml:trace contextRef="#ctx0" brushRef="#br0" timeOffset="81666.13">9670 14558 0,'0'0'16,"-40"0"-16,0 0 15,0 0 1,40 40 0,0 40-16,0-40 15,0 40-15,-40-40 0,40 0 0,0 1 16,0 39-16,0-40 16,-40 0-16,40 40 0,0-40 0,-40 0 0,40 1 15,0-1-15,-40-40 0,40 40 16,0 0-16</inkml:trace>
  <inkml:trace contextRef="#ctx0" brushRef="#br0" timeOffset="82546.07">10955 12272 0,'0'40'0,"0"0"32,-41-40-32,41 40 0,41-40 31,39 0-31,-80-40 0,40 40 15,0 0-15,0 0 16,0-40-16,0 40 0,1 0 0,-1-40 0,0 40 16,0 0-16,0 0 0,0 0 15,-40 40 1,-40 0-16,40 0 16,0 0-16,-40 0 15,40 0-15,0 0 0,-40 0 0,40 1 0,0-1 16,0 0-16,0 40 0,0-40 15,0 40-15,0 1 0,0-41 0,0 40 0,0 0 16,0-40-16,40 40 16,-40-40-16,0 41 0,40-41 0,-40 40 0,0-40 15,0 0-15,0 40 0,0-39 0,0-1 0,40 0 16,-40 40-16,0-40 0,0 0 16,0 0-16,0 0 0,40 41 0,-40-41 0,0 0 15,0 0-15,40 0 16,-40 0-16,0 0 0,41 40 0,-41-39 15,0-1-15,0 0 0,0 0 16,0 0-16,0 0 0,0 0 0,-41-40 0,41 40 16,-40 0-16,0 0 15,0 1-15,0-41 0,0 0 0,0 40 0,0-40 16,-41 0-16,41 0 0,0 40 0,-40-40 0,40 0 16,-41 0-16,1 0 0,40 40 15,-40-40-15,-1 0 0,1 0 0,0 0 0,40 0 16,-40 0-16</inkml:trace>
  <inkml:trace contextRef="#ctx0" brushRef="#br0" timeOffset="90095.66">10714 14598 0,'40'0'63,"0"0"31,-40-40-16,-40 40-63,0 0 1,0 0 0,-1 0-16,41 40 0,-40-40 15,40 40-15,-40-40 16,40 40-16,0 0 16,0 0-1,80-40 1,-39 0-1,-1 0-15,0 0 16,0 0 0,-40-40-1,0 0-15,0 0 0,0 0 16,0 0 0,0 80 62,0 0-78,0 0 0,0 0 15,0 0 1,0 0-16,0 0 0,0 0 0,0 1 16,-40-1-16,40 0 15,-40-40-15,40 40 0,-40 0 0,-1-40 0,41 40 16,-40 0-16,0-40 15,0 40-15,0-40 0,40 40 0,-40-40 16,0 41-16,0-41 16</inkml:trace>
  <inkml:trace contextRef="#ctx0" brushRef="#br0" timeOffset="90625.55">10995 16282 0,'-40'0'16,"80"0"-16,-80 40 78,40 40-78,0-39 0,0-1 16,0 0-16,-41 0 15,41 0-15,0 0 0,0 0 0,0 0 0,0 0 16,0 1-16,-40-1 16,40 0-16,-40-40 0,40 40 0,0 0 15</inkml:trace>
  <inkml:trace contextRef="#ctx0" brushRef="#br0" timeOffset="91845.48">12800 14277 0,'0'40'0,"-40"-40"0,40-40 78,40 40-78,-40-40 15,40 40 1,1-40-16,-1 40 16,0 0-16,-40 40 15,0 0 1,40-40-16,-40 40 0,0 0 16,0 0-16,0 0 15,-40-40-15,40 40 0,-80 1 0,80-1 16,0 0-1,-41-40-15,41 40 0,-40 0 0,40 0 0,-40 0 16,40 0-16,0 0 16,0 0-16,0 1 0,40-41 15,0 0-15,1 40 0,-1-40 16,0 0 0,0 0-16,0 0 0,0-40 15,-40-1 1,0 1-16,-40 40 15,40-40 1,-40 0-16,0 40 0,0-40 0,0 0 0,-1 40 16,1 0-16,0-40 0,0 40 0,0-40 0,0 40 15,0 0-15,0 0 16,40-40-16,0 0 31,40-1-31,0 41 0,-40-40 16,80 40-16,-80-40 0,40 40 15,0 0-15,0 0 0,-40-40 0,41 40 0,-1 0 16,0 0-16,0 0 16</inkml:trace>
  <inkml:trace contextRef="#ctx0" brushRef="#br0" timeOffset="92545.43">13161 16162 0,'0'-40'0,"-40"40"0,0 0 15,0 0 1,0 0-16,0 0 16,0 40-16,0-40 0,40 40 0,-41-40 15,41 40-15,-40 0 0,40 0 16,0 0-16,0 0 16,0 1-1,0-1-15,40-40 16,1 40-16,-1-40 15,0 0-15,-40-80 0,40 80 16,0-41-16,-40 1 16,40 40-16,-40-40 0,0 0 15,0 0-15,0 0 16,0 80 31,0 0-47,0 0 15,0 0-15,-40 0 16,40 1-16,0-1 0,0 0 0,-40 0 0,40 40 16,0-40-16,0 0 0,-40 0 0,0 41 0,40-41 15,-40 0-15,40 0 16,-41 0-16,1 0 0,0 0 0,0-40 0,0 40 16,0-40-16,0 0 0,0 40 15,-1-40-15,1 0 0,0 0 0,0 0 0</inkml:trace>
  <inkml:trace contextRef="#ctx0" brushRef="#br0" timeOffset="93365.39">9751 14798 0,'40'0'0,"-40"40"78,40 0-78,0 1 16,-40-1-16,40-40 0,0 0 15,0 40-15,1 0 0,-1-40 16,-40 40-16,40-40 16,0 0-16,-40 40 0,40-40 0,0 0 15,-40 40-15</inkml:trace>
  <inkml:trace contextRef="#ctx0" brushRef="#br0" timeOffset="93645.37">10192 14999 0,'-40'-80'16,"40"39"-16,0 1 31,-40 40 0,0 0-15,40 81-16,-40-81 16,40 40-16,-41-40 0,41 40 0,-40 0 0,40 40 15,-40-40-15,40 0 0,0 0 0,-40 41 0,40-41 16,0 0-16,-40 0 16,40 0-16,0 0 0</inkml:trace>
  <inkml:trace contextRef="#ctx0" brushRef="#br0" timeOffset="95075.35">19943 12994 0,'0'-41'0,"-40"41"15,40-40 32,40 40 16,-40-40-63,40 40 0,0-40 15,0 40-15,0 0 0,0 0 16,1 0-16,-41-40 0,40 40 0,0 0 0,0 0 16,0 0-1,0 40-15,-40 0 16,0 0-16,-40 0 15,40 1-15,-40-41 0,40 40 0,-80 0 16,80 0-16,-40 0 0,40 0 0,-41 0 0,41 0 16,-40-40-16,40 40 15,0 0-15,0 1 0,0-1 0,0 0 16,40 0 0,-40 0-16,81-40 15,-81 40-15,40-40 16,0 0-16,-40 40 0,40-40 0,0 0 0,-40 40 15,40-40-15,-40 40 0,40-40 16,1 0-16,-41 41 0,0-1 16,-41-40-16,41 40 0,-80-40 15,40 0-15,0 40 16,0-40-16,0 40 0,0-40 0,-41 40 0,41-40 16,0 0-16,0 40 0,0-40 15,0 0-15,40 40 0,-40-40 0,-1 0 0,82-40 47</inkml:trace>
  <inkml:trace contextRef="#ctx0" brushRef="#br0" timeOffset="96035.32">21548 12913 0,'0'-40'15,"0"0"1,-40 40 15,0 0 0,-1 0-31,1 40 0,0 0 16,0 0-16,0 1 0,40-1 0,-40 0 0,0 0 16,40 0-16,0 0 15,-40 0-15,40 0 0,0 0 0,0 0 0,0 1 16,40-1-16,0 0 16,40 0-16,-40 0 15,0-40 1,-40 40-16,40-40 0,-40-40 31,-40 40-15,0-40-16,0 40 0,0 0 0,0 0 0,0 0 15,0 0-15,-1 0 16,1 0-16,0 0 0,40 40 0,-40-40 0,40 40 16,-40-40-16,40 40 15</inkml:trace>
  <inkml:trace contextRef="#ctx0" brushRef="#br0" timeOffset="96605.19">17575 13595 0,'-40'0'0,"0"0"16,40-40-16,-40 40 0,0 0 16,40-40-1,80 40-15,-80-40 0,40 40 16,0 0-16,0 0 15,1 0-15,39-40 0,-40 40 0,40 0 0,-40 0 16,0 0-16,41 0 0,-41 0 0,0 0 0,0 0 16,0 0-16,0 0 0</inkml:trace>
  <inkml:trace contextRef="#ctx0" brushRef="#br0" timeOffset="96775.18">17776 14036 0,'0'0'16,"-40"40"-16,80-40 15,40 0-15,-40-40 16,41 40-16,-1-40 0,0 40 0,0 0 0,-39 0 16,39-40-16,0 40 15</inkml:trace>
</inkml:ink>
</file>

<file path=ppt/ink/ink4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5-08-19T06:03:07.848"/>
    </inkml:context>
    <inkml:brush xml:id="br0">
      <inkml:brushProperty name="width" value="0.05292" units="cm"/>
      <inkml:brushProperty name="height" value="0.05292" units="cm"/>
      <inkml:brushProperty name="color" value="#FF0000"/>
    </inkml:brush>
  </inkml:definitions>
  <inkml:trace contextRef="#ctx0" brushRef="#br0">3692 1684 0,'-40'0'141,"-1"0"-126,1 0 1,40 40-16,-40-40 16,0 0-16,0 0 0,0 0 15,40 40-15,-40-40 0,-1 0 16,1 40-16,0-40 0,0 0 15,40 40 1,-40-40-16,40 40 141,0 0-141,0 1 15,0-1-15,0 0 0,40 0 16,-40 0-16,0 0 16,40 0-16,-40 0 0,0 0 0,0 1 15,0-1 1,0 0-16,0 0 0,40 0 0,-40 0 15,0 0-15,0 0 0,0 0 16,0 0-16,40-40 0,-40 41 0,0-1 0,0 0 16,0 0-1,41 0-15,-41 0 0,0 0 0,0 0 16,40 0-16,-40 1 0,0-1 0,0 0 0,0 0 16,0 0-16,0 0 0,0 0 15,0 0-15,0 0 0,0 0 0,40 1 0,-40-1 16,0 0-16,0 0 15,0 0-15,40 0 0,-40 40 0,0-40 0,0 1 16,0-1-16,0 0 0,0 0 16,0 0-16,0 0 0,0 0 0,0 0 0,0 0 15,0 0-15,0 1 0,0-1 0,0 0 0,40 0 16,-40 0-16,0 0 16,0 0-16,0 0 0,0 0 0,0 1 15,0-1-15,0 0 16,0 0-16,0 0 0,0 0 15,0 0-15,0 0 16,0 0-16,0 0 0,0 1 0,-40-1 0,40 0 16,0 0-16,0 0 0,0 0 15,0 0-15,0 0 0,0 0 0,0 1 16,0-1-16,0 0 0,0 0 0,0 0 16,0 0-1,0 0-15,0 0 0,0 0 0,0 0 16,80 1-16,-80-1 0,0 0 15,0 0-15,0 0 0,0 0 16,0 0 0,0 0-16,0 0 15,0 1-15,0-1 16,0 0 0,0 0 15,40-40 109,1 0-124,-1 0 0,0 0-1,0-40-15,0 40 0,0-40 16,0 40-16,0 0 16,1 0-16,-1 0 0,0-40 0,0 40 15,0 0-15,0 0 16,0 0-16,0 0 0,1 0 15,-1 0 1</inkml:trace>
  <inkml:trace contextRef="#ctx0" brushRef="#br0" timeOffset="2079.85">602 3649 0,'40'0'0,"-40"-40"63,-40 40-48,40-40 1,0 0 0,-40 40-16,40-40 31,0-1-15,40 41 15,0 0 0,0 41-31,0-1 16,-40 0-1,40 0-15,-40 0 0,0 0 0,41 0 16,-41 0-16,0 0 0,0 1 0,0-1 16,0 0-16,0 0 15,0 0-15,0 0 0,-41 0 16,41 0-1,-40 0-15,40 0 0,-40-40 16,40 41 0,0-82 15,0 1-15,0 0-16,0 0 15,40 0-15,-40 0 16,40 0-16,1 0 0,-41 0 0,40 0 15,0-1-15,0 1 16,0 0-16,-40 0 0,40 40 0,-40-40 0,40 0 16,-40 0-1,40 0-15,-40 0 0,41 40 16,-41-41-16,0 1 0,0 0 16,0 0-1,40 40-15,-40-40 0,0 0 31,-40 40 1,-1 0-32,1 40 31,40 0-15,-40-40-16,40 40 0,0 0 0,-40 0 0,40 1 15,0-1-15,-40 0 0,40 0 16,-40 0-16,40 0 0,0 0 0,-40 0 0,40 0 15,0 1-15,0-1 16,0 0-16,0 0 0,0 0 0,40 0 16,0-40-16,0 0 0,0 0 15,0 0-15,0 0 0,1 0 16,39 0-16,-40-40 0,0 40 0,0-40 16,0 40-1,0 0-15,1 0 0</inkml:trace>
  <inkml:trace contextRef="#ctx0" brushRef="#br0" timeOffset="2609.84">1766 3569 0,'-41'0'0,"41"-40"16,41 0 15,39-1-31,-40 41 16,0-40-1,0 40-15,0 0 0,0 0 0,1 0 0,-1-40 16,0 40-1,0 0-15,0 0 0</inkml:trace>
  <inkml:trace contextRef="#ctx0" brushRef="#br0" timeOffset="2819.81">1966 3930 0,'-40'0'15,"80"0"-15,-120 0 0,120 0 32,0 0-32,40-40 15,-39 40-15,-1 0 16,0 0-16,0 0 0,0-40 0,0 40 0,0 0 16,0-41-16,1 41 0,-1 0 15</inkml:trace>
  <inkml:trace contextRef="#ctx0" brushRef="#br0" timeOffset="3609.84">4374 1965 0,'40'0'16,"-80"0"46,40 40 16,0 0-62,0 0-16,0 0 0,0 0 16,0 0-16,0 0 0,0 0 15,0 1-15,0-1 0,0 0 0,0 0 16,0 0-16,0 0 15,0 0-15</inkml:trace>
  <inkml:trace contextRef="#ctx0" brushRef="#br0" timeOffset="4379.71">6099 1844 0,'0'-40'31,"40"40"-31,-40-40 16,40 40-16,41-40 16,-41 40-16,0 0 0,0 0 0,0-40 15,0 40-15,0 0 0,1 0 16,-1 40-16,-40 0 16,40-40-16,-40 40 0,0 0 15,0 0-15,0 0 0,0 1 16,0-1-16,0 0 0,-40 0 0,40 0 0,-40 0 15,40 0-15,-41 0 0,-39 0 16,80 1-16,-40-41 0,0 40 16,0-40-16,80 0 62,-40-40-62,40 40 0,0-41 0,0 41 0,0-40 16,1 40-16,-1 0 15,0 0-15,0 0 0,0-40 0,0 40 16,0 0 0,0 0-16,1 0 0</inkml:trace>
  <inkml:trace contextRef="#ctx0" brushRef="#br0" timeOffset="4989.76">8346 1644 0,'0'0'0,"40"-80"32,121 39-17,-81 1 1,81 40-1,-121 40 1,-161 121 0,121-81-1,-160 0 1,120-40-16,40 0 16,-40-40-1,120 41 1,0-41-1,41 80 1,-81-40 0,0 80-1,-241 1 17,-80-81-17,-40 40 1,161-80-1</inkml:trace>
  <inkml:trace contextRef="#ctx0" brushRef="#br0" timeOffset="5669.71">4655 3248 0,'0'-40'15,"0"0"17,0 80-32,0-80 0,-40 160 0,80-240 0,-40 80 15,0 80-15,-40-40 16,40 40-16,-41-40 0,1 40 0,0 0 15,40-40-15,-40 40 16,0-40-16,40 40 0,-40-40 0,0 40 0,40 0 16,-40-40-16,40 41 0,-41-41 0,1 40 0,40 0 15,-40-40-15,40 40 16,40-40 15,0 0-31,1 0 16,-1-40-16,0 40 15,0 0-15,40-40 0,-40 40 0,41-40 0,-41 40 16,0 0-16,40-41 0,-40 41 16,40 0-16,-39 0 0,-1 0 0,0-40 0,0 40 15,0 0-15,0 0 0,0 0 0</inkml:trace>
  <inkml:trace contextRef="#ctx0" brushRef="#br0" timeOffset="5929.7">4775 3208 0,'-40'-40'16,"80"80"-16,-160-120 0,160 80 15,0 0-15,-80 0 0,40 40 31,0 40-15,0 161 0,0-41-1,0-80 1</inkml:trace>
  <inkml:trace contextRef="#ctx0" brushRef="#br0" timeOffset="6469.66">6460 3088 0,'-40'0'31,"80"0"-31,-120 0 0,40-41 0,40 122 16,-80-162 15,40 202-15,40-41-1,40-40-15,80 0 31,0 40-15,-79 41 0,-82-41-1,-159 0 17,-1-120-17</inkml:trace>
  <inkml:trace contextRef="#ctx0" brushRef="#br0" timeOffset="6629.66">6380 2887 0,'0'0'0,"40"-40"0,81 0 31,-41 40-31,-40 0 0,80-40 16,1 40-1,-81 0-15,40 0 16</inkml:trace>
  <inkml:trace contextRef="#ctx0" brushRef="#br0" timeOffset="7219.54">8346 2967 0,'0'-80'32,"0"160"-32,0-200 15,-40 120 1,0 0 15,-40 40-31,40-40 16,40 40-16,-40-40 0,40 40 0,-41 0 0,1 0 15,40 1 1,-40-1-16,40 40 0,0-40 0,0 0 0,0 0 16,0 0-16,0 40 0,0-39 15,0-1-15,0 0 0,40 0 0,-40 0 16,40-40-16,-40 40 15,41-40-15,-1 0 0,0 0 0,-80 0 0,120 0 16,-40 0-16,0-40 16,0 40-16,-40-40 15,0 0-15,-40 40 16,-40 0 0,40 0-16,0 0 0,0 0 0,-1 0 0,1 0 15,0 40-15,0-40 16,0 0-16,40 40 0,-40-40 0,40 40 0</inkml:trace>
  <inkml:trace contextRef="#ctx0" brushRef="#br0" timeOffset="8049.57">4454 4531 0,'-40'40'31,"0"-40"-31,40 0 15,0-40 1,0 80 0,40-40 15,161-80-15,-1 40-1,41 0 16,-161 200-15,-80-320 0,-200 200-1,440-120-15,-400 240 32,120-79-17,-41 79 1,41 40 15,0-39-15,120-1-1,-160-200 1</inkml:trace>
  <inkml:trace contextRef="#ctx0" brushRef="#br0" timeOffset="8289.48">4655 5013 0,'-81'0'0,"162"0"0,-121-41 15,-1 1-15,122 0 16,-41 40-1,241-80 1,-161 240 0,121-360-1</inkml:trace>
  <inkml:trace contextRef="#ctx0" brushRef="#br0" timeOffset="8969.51">6340 4451 0,'-40'-40'16,"80"80"-16,-80-120 0,120 40 31,-40 40-31,81-40 16,-1 40-1,-80 0-15,0 40 32,-80 120-17,-120 1 1,79-41 0,1 0 15,40-40-16,80 1 1,121-81 0,-41-40 15,0-81-15,-160 1-1,40 40 16,-200-41-15,79 41 0,-79-40-1,320 160 17,-80-40-17,40 0-15</inkml:trace>
  <inkml:trace contextRef="#ctx0" brushRef="#br0" timeOffset="9709.46">7985 4331 0,'-40'-40'0,"80"80"0,-80-40 0,-40-40 31,80 200-31,-80-320 0,80 200 0,-41-80 16,-39 80-1,40 0-15,40 0 31,0 80-15,80-80 0,1-40-1,-41-40 17,40-40-17,-40 40 1,-120 0 15,-41 80-15,242-80-1,-121 120 1,40 81 15,40-161-15,-120 360-1,-80-199 17,80-121-17,-81 0 1,-39-120 0,120-40-1</inkml:trace>
  <inkml:trace contextRef="#ctx0" brushRef="#br0" timeOffset="11299.3">9309 1162 0,'0'-40'0,"0"80"0,40-80 63,1 40-63,-1 0 0,0 0 15,0 0-15,0 0 0,0 0 0,0 0 16,0 0-16,1 0 16,-41 0-16,40 0 0,0 0 31,-40 81-16,40-41 1,-40 0-16,0 0 0,-40-40 0,80 40 16,-40 0-16,0 0 0,0 0 15,0 0-15,0 1 16,0-1-16,0 0 0,0 0 16,0 0-16,0 0 0,0 0 15,0 0-15,0 0 0,0 0 0,0 1 0,0-1 16,0 0-16,0 0 15,0 0-15,0 0 0,0 0 0,0 0 0,0 41 16,0-41-16,0 0 0,0 0 16,0 0-16,0 0 0,0 0 0,0 0 0,0 0 15,0 0-15,0 1 0,0-1 0,0 0 0,0 0 16,0 0-16,0 0 16,0 0-16,0 0 0,-40 0 0,40 1 0,0-1 15,0 0-15,0 40 0,0-40 16,0 0-16,-40 0 0,40 0 0,0 0 0,0 1 15,0 39 1,0-40-16,80-40 0,-160 40 0,80 0 0,0 0 16,0 0-16,0 0 0,0 1 0,0-1 15,40 0-15,-40 0 16,0 0-16,0-40 0,0 40 0,40 0 0,-40 80 16,0-200-16,0 120 15,0-40-15,0 40 0,0-40 0,0 41 0,0-1 16,0 0-16,-80 0 15,160-40-15,-80 40 0,0 0 0,-40-40 0,80 40 16,-40 0-16,0 0 16,0 1-16,0-1 0,0 0 15,0-40-15,0 40 0,0 0 0,0-40 16,0 40-16,0 0 16,0 0-16,0 0 15,0 0 1,0 1-16,0-1 0,0 0 15,0 0-15,0 0 16,0 0-16,0 0 16,0 0-1,0 0 17,0 1 14,0-82-46,120 242 0,-240-402 16,160 201 0,-120 0-16,40 0 15,80-40-15,-80 80 0,0-40 0,80 0 16,-80 0-16,-1 41 16,82-82-16,-82 82 0,1-41 15,0 0 1,0 0-1,40 40 1,-40-40-16,0 40 0,0-40 16,0 0-16,40 40 0,-41-40 0,1 40 0,0-40 15,0 0-15,0 0 0,0 0 16,0 40-16,0-40 0,-1 0 0</inkml:trace>
  <inkml:trace contextRef="#ctx0" brushRef="#br0" timeOffset="12739.21">11637 2887 0,'0'0'16,"-201"-40"-1,442 80 1,-81-80 15,-79 80-15,79-40-1,-160-201 1,201-39 15,-362 120-15,161 39-1,-120 41 17,120 40-17,-40-40 1,40 120 0,0-80-1,-40 161 1,-41-81-1,162 120 1,-81 1 0,40 0 15,-40-201-15,40 360-1,-40-319-15,0 39 31,0-120-15,0 80 0,0-40-1,40-161 17,40 1-17,41 80 1,-1 0 15,121 80-15,-442-41-1,201 242 1,0-81 15,40 41-15,0-81-1,41 0 17,-1-80-17,40-120 1,-120 280 0,40-160 15,41 0-16,-162 0-15</inkml:trace>
  <inkml:trace contextRef="#ctx0" brushRef="#br0" timeOffset="16438.99">13282 2807 0,'-40'40'31,"80"-80"-31,-40 80 31,0-80-31,40 40 16,-80 0 0,120 0-1,-40 0-15,0 0 0,0-80 16,-40 160-16,41-80 0,39-40 15,40 40-15,-200 0 0,120 0 0,80 0 16,-79 0-16,39-40 0,0 40 0,-40 0 0,40 0 16,-39 0-16,-1 0 15,40 0-15,-40 0 0,0 0 0,0 0 0,-40 120 16,40-240-16,1 160 0,-82-80 16</inkml:trace>
  <inkml:trace contextRef="#ctx0" brushRef="#br0" timeOffset="16788.97">13523 3288 0,'-41'0'31,"82"0"-31,-41-80 0,80 200 16,80-200 0,81 0-1,40 160 17,-161 0-17,1-160 1,-202 80-1,41 0 1,0 0 0,0 0-16,0 0 15</inkml:trace>
  <inkml:trace contextRef="#ctx0" brushRef="#br0" timeOffset="18488.87">16492 1243 0,'0'-40'15,"-40"40"48,0 0-63,0 0 16,-1 0-1,1 0-15,0 40 0,0-40 16,0 0-16,0 40 15,0-40-15,0 0 0,-1 0 0,1 0 16,0 0-16,40 40 0,-40-40 0,0 0 31,40 40-15,-40-40 15,80 0-31,-40-40 16,0 80-16,0 0 0,0 0 31,0 0-15,0 0-16,0 1 15,0-1 1,0 0-16,0 0 0,0 0 16,0 0-16,0 0 15,0 0-15,0 0 0,40 0 0,-40 1 0,0-1 16,0 0-16,0 0 15,0 0-15,40 0 0,-40 0 0,0 0 16,0 0-16,0 1 0,0-1 0,0 0 0,0 0 16,0 0-16,0 0 0,0 0 15,0 0-15,0 0 0,0 0 0,0 1 0,0-1 16,0 0-16,0 0 16,-40 0-16,40 0 0,0 0 0,-40 0 15,40 41-15,0-41 16,0 0-16,0 0 0,-40 0 0,40 0 0,0 0 15,0 0-15,0 0 16,0 0-16,-40 1 0,40-1 0,0 0 16,0 0-16,0 0 0,0 0 0,0 0 15,0 0-15,0 0 0,0 1 16,0-1-16,0 0 0,0 0 0,0 0 16,0 0-1,0 0-15,0 0 0,-40-40 0,40 40 0,0 0 16,0-80-16,0 121 0,0-41 15,-41 0-15,41 0 0,0 0 16,0 0-16,0 0 0,0 0 16,0 0-16,0 1 15,0-1-15,0 0 0,-40 0 16,40 0-16,0 0 16,0 0-16,0 0 15,0 0 1,0 0-1,0 1 1,0-1 0,0 0-1,0 0 1,0 0-16,-40-40 31,80 0 79,0 0-79,-40 40 16,41-40-47,-1 0 31,0 0-31,0 0 0,0 0 16,0 0-1,0 0-15,0-40 16,1 40-1,-1 0 1,-80 0 78,-1 0-79</inkml:trace>
  <inkml:trace contextRef="#ctx0" brushRef="#br0" timeOffset="33607.96">17014 1523 0,'0'41'31,"-41"-41"156,41 40-62,0 0-109,0 0 0,0 0-16,0 0 0,0 0 15,0 0 1,0 0-16,0 0 0,0 1 16,0-1-16,0 0 15,-40-40-15,40 40 16</inkml:trace>
  <inkml:trace contextRef="#ctx0" brushRef="#br0" timeOffset="35807.83">18659 1604 0,'0'40'94,"0"0"-47,0 0-32,0 0-15,0 0 0,0 0 16,0 0 0,0 0-16,0 1 0,0-1 0,0 0 15,0 0-15,0 0 0,0 0 16,0 0-16,0 0 0,80-40 0</inkml:trace>
  <inkml:trace contextRef="#ctx0" brushRef="#br0" timeOffset="36467.87">20625 1684 0,'0'-40'32,"0"80"77,0 0-78,0 0-31,0 0 0,0 0 16,0 0-16,0 0 16,0 1-16,0-1 0,0 0 15,0 0-15,0 0 16,0 0-16</inkml:trace>
  <inkml:trace contextRef="#ctx0" brushRef="#br0" timeOffset="37427.81">16773 3047 0,'0'-40'0,"0"0"31,0 80 16,0 0-32,0 41-15,0-41 16,0 0-16,0 0 0,0 0 0,0 0 16,0 40-16,0-40 15,0 1-15,0-1 0,0 0 0,0 0 16,0 0-16,0 0 16,0 0-16</inkml:trace>
  <inkml:trace contextRef="#ctx0" brushRef="#br0" timeOffset="38317.75">16693 4571 0,'-41'0'0,"41"-40"46,0 0-30,41 40 15,-41 40 16,0 0-16,0 1-31,0-1 16,-41-40 0,41 40-16,0 0 0,0 0 15,0 0-15,0 0 16,0 0-16,0 0 16</inkml:trace>
  <inkml:trace contextRef="#ctx0" brushRef="#br0" timeOffset="41147.53">16452 1844 0,'-40'0'15,"0"0"63,-1 0-62,122 0 31,-41 0-47,40 40 0,-40-40 0,0 0 15,41 0-15,-41 0 0,40 0 16,-40 0-16,0 0 0,0 0 0,0 0 0,1 0 16</inkml:trace>
  <inkml:trace contextRef="#ctx0" brushRef="#br0" timeOffset="42117.53">19822 2005 0,'41'0'140,"-1"0"-140,0 0 16,0 0-16,0 0 15,0 0-15</inkml:trace>
  <inkml:trace contextRef="#ctx0" brushRef="#br0" timeOffset="44187.33">19782 2125 0,'0'-40'47,"40"40"47,1 0-79,-1 0-15,0 0 16,0 0 0,0 0-16,0 0 31,0 0-31,0 0 31,1 0-15,-1 0-1,0 0 1,-40 40-16,40-40 0,0 0 31</inkml:trace>
  <inkml:trace contextRef="#ctx0" brushRef="#br0" timeOffset="44737.3">19983 1924 0,'0'-40'16,"40"40"30,-40 40 95,0 1-125,0-1-1,0 0-15,0 0 16,0 0 0,0 0-16,0 0 0,0 0 15,40 0-15,-40 1 0,0-1 0,0 0 0,0 0 16,0 0-16,0 0 15,0 0-15,0 0 0,0 0 0</inkml:trace>
  <inkml:trace contextRef="#ctx0" brushRef="#br0" timeOffset="45957.28">16211 3368 0,'80'0'188,"-40"0"-188,1 0 15,-1 0-15,0 0 0</inkml:trace>
  <inkml:trace contextRef="#ctx0" brushRef="#br0" timeOffset="48167.09">18498 3168 0,'-40'0'172,"0"0"-140,0 0-32,40 40 15,-40-40-15,0 0 375,0 0-219,40 40-140,-41-40 0,41 40-1,0 0 1,-40 0-16,40 0 0,0 0 16,0 1-16,0-1 15,0 0-15,0 0 16,40 0-16,-40 0 0,41-40 0,-41 40 15,40-40 1,0 40-16,0-40 16,0 0-16,0 0 15,0 0-15,0 0 0,-40-40 16,41 40-16,-1 0 16,0-40-16,0 40 15,0 0-15,-40-40 16,40 40-16,-40-40 15,40 40-15,-40-40 0,0 0 16,0 0 0,40 40-16,-40-41 0,0 1 15,0 0-15,0 0 16,0 0-16,0 0 0,-40 40 0,40-40 16,-80 40-1,80-40-15,-40 40 0,40-40 16,-40 40-16,0 0 0,0 0 15,-1 0-15,1 0 16,0 0-16,40 40 0,-40-40 16,40 40-16,-40-40 15,40 40-15,-40-40 0,40 40 0,-40-40 0,40 40 16,0 0-16</inkml:trace>
  <inkml:trace contextRef="#ctx0" brushRef="#br0" timeOffset="49797.06">20505 3328 0,'0'-40'47,"0"0"-1,0 0-14,0 80 124,0 0-140,0 0-16,0 0 15,0 0-15,0 0 0,0 1 16,0-1-16,0 0 15,0 0-15,0 0 16,0 0 15,0-120 16,0 40-47,0 0 16,40 0-16,-40-1 0,0 1 0,0 0 15,0 0-15,0 0 0,0 0 16,0 0-16,0 0 0,0 0 0,0 80 63,0 0-63,0 0 15,0 0-15,0 0 0,0 0 16,0 0-1,0 0-15,0 1 0,0-1 16,0 0 0,0 0 15</inkml:trace>
  <inkml:trace contextRef="#ctx0" brushRef="#br0" timeOffset="51676.95">16131 4652 0,'0'-40'31,"-40"40"63,0 0-63,80 0 110,0 0-141,0 0 15,0 0-15,0 0 0,0 0 16,0 0-1,1 0-15,-1 0 32,0 0-32,0 0 31,-80 0 16,0 0-32,0 0 1,-1 0-16,1 0 16,0 0-1,0 0-15,0 0 32,0 0-17,80 0 63,0 0-62,0 0 15,-80 0 16,0 0-16,0 0-31,0 0 0,40 40 16,-40-40 0</inkml:trace>
  <inkml:trace contextRef="#ctx0" brushRef="#br0" timeOffset="53626.84">18779 4491 0,'-40'0'16,"40"-40"-16,-40 40 16,0 0 62,0 0-63,40 40 188,-40-40 1,-1 0-189,1 0 1,0 0-16,0 0 31,40 40-31,-40-40 0,40 40 31,-40-40-31,40 41 16,-40-1 0,40 0-1,0 0-15,0 0 16,0 0 15,40-40-31,-40 40 16,40-40-16,0 0 0,0 40 15,0-40 1,0 0-16,1 0 16,-1 0-1,0 0-15,0 0 16,0 0-16,0 0 15,-40-40 1,40 40-16,0 0 0,1-40 16,-1 0-1,-40 0 17,0 0-32,0 0 15,0 0-15,0-1 16,0 1-1,0 0 1,0 0 0,-40 40-1,-1 0 1,1 0-16,0 0 16,0 0-1,0 0-15,0 0 0,40 40 16,-40-40-16,0 0 0,40 40 15,0 0-15,0 1 16</inkml:trace>
  <inkml:trace contextRef="#ctx0" brushRef="#br0" timeOffset="55316.74">20063 4812 0,'0'-40'0,"-40"40"78,40-40-62,-40 40 15,80 0 94,0 0-125,0 0 0,0 0 16,1 0-1,-1 0-15,0 0 16,0 0-16,0 0 16,0 0-1,0 0 1,0 0-1,1 0-15,-1 0 0,0 0 16,-40-40-16,40 40 16,-80 0 15</inkml:trace>
  <inkml:trace contextRef="#ctx0" brushRef="#br0" timeOffset="55816.7">20906 4531 0,'0'-40'31,"0"0"16,0 0 15,0 80 32,0 0-94,0 0 16,0 0-1,0 1-15,-40-41 0,40 40 16,0 0-16,0 0 16,0 0-16,0 0 0,40-40 15,-40 40-15,0 0 16,0 0-16,40-40 16</inkml:trace>
  <inkml:trace contextRef="#ctx0" brushRef="#br0" timeOffset="57626.59">21548 1122 0,'40'0'94,"-40"40"-94,40-40 16,0 0-16,0 41 15,0-41-15,1 40 0,-1-40 0,0 0 16,0 0-16,0 0 16,0 0-16,0 0 0,1 0 0,-1 0 15,0 0-15,0 0 16,0 0-16,0 0 16,-40 40 46,0 0-46,0 0-1,0 0-15,-40 0 16,40 0 0,0 0-16,0 1 0,0-1 0,0 0 15,0 0-15,0 0 0,0 0 0,-40 0 16,40 0-16,0 0 15,0 0-15,0 1 0,0-1 0,0 0 0,0 0 16,0 0-16,0 0 16,0 0-16,0 0 0,0 0 0,40 1 15,-40-1 1,0 0-16,0 0 0,0 0 16,40 0-16,-40 0 0,0 0 0,0 0 15,0 0-15,0 1 16,0-1-16,0 0 15,0 0 1,0 0-16,0 0 0,0 0 16,0 0-16,-40 0 15,40 1-15,0-1 0,0 0 16,0 0 0,0 0-16,0 0 0,0 0 0,0 0 15,0 0-15,0 0 0,0 1 16,0-1-16,0 0 15,0 0-15,0 0 0,0 0 16,0 0 0,0 0-16,0 0 0,-40 1 15,40-1 1,0 0-16,0 0 0,0 0 16,0 0-16,0 0 15,0 0 1,0 0-16,0 0 0,0 1 15,0-1-15,0 0 16,0 0-16,-40 0 16,40 0-1,0 0-15,0 0 16,0 0 0,0 1-1,0-1-15,0 0 16,-40-40-16,40 40 15,0 0 1,-40 0 0,40 0 15,0 0-15,0 0-1,0 0 1,0 1 15,0-1-15,0 0-1,0 0-15,0 0 0,0 0 32,-41-40 77,1 0-109,0 0 16,0 40-16,0-40 15,0 0 1,0 40-16,-1-40 0,1 0 15,0 0-15,0 40 0,0-40 16,0 0-16,0 0 0,0 0 0,-1 0 0</inkml:trace>
  <inkml:trace contextRef="#ctx0" brushRef="#br0" timeOffset="59136.43">10152 7459 0,'0'-40'16,"0"0"15,40 40 0,0 0-15,0 0-16,0 0 0,1 0 0,-1 0 16,0-40-16,0 40 0,0 0 0,0 0 0,0 0 15,0 0-15,1 80 16,-1-80-16,-40 40 0,40-40 0,-40 40 0,0 0 15,0 0-15,0 0 0,0 1 16,0-1-16,0 0 0,0 0 0,-40 0 0,0 0 16,40 0-1,-41 0-15,1 0 0,40 0 0,-40 1 0,0-41 16,40 40-16,-40 0 0,0 0 16,0 0-16,40-80 46,40 40-46,-40-40 0,40 40 16,0-40-16,0 40 0,-40-40 16,40-1-16,0 41 0,1-40 0,-1 0 0,0 40 15,0-40-15,0 0 16,0 0-16,0 0 0,1 40 0,-1-40 0,0 0 16,0 0-16,0 40 0,0-41 0,-40 1 0,40 40 15,0-40-15,1 0 16,-41 0-16,40 40 0,-40-40 15,0 0 1,-40 40 47,-41 40-48,41-40-15,40 40 0,-40-40 0,0 0 16,40 40-16,-40-40 0,0 40 15,0-40-15,40 40 0,-41 0 32,41 1-32,0-1 0,-40-40 0,40 40 15,0 0-15,0 0 0,-40 0 16,40 0-16,0 0 0,0 0 0,-40 0 16,40 1-16,0-1 0,0 0 0,0 0 15,40-40 1,-40 40-16,40-40 0,41 0 0,-81 40 15,40-40-15,0 0 0,0 0 16,0 0-16,0 0 0,0 0 0,0 0 0,1-40 16,-1 40-16</inkml:trace>
  <inkml:trace contextRef="#ctx0" brushRef="#br0" timeOffset="60346.43">12399 7258 0,'-40'0'15,"40"-40"-15,-40 40 32,80 0-17,40 81 1,-80-41-16,0 40 15,0-40-15,0 80 16,40 81 0,0-1 15,1-39-15,39-121-1,40-120 1,1-121 15,-1-39-15,-40-41-1,0 120 17,-80 81-17,0 40-15,0 0 31,-40 40-31,0 0 16,0 80-16,0-40 0,-40 0 16,80 0-16,-161 81 31,121-81-31,0 0 0,-40 0 16,40 0-16,-121 40 15,121-39-15,0-41 0,-40 40 16,39-40-16,-79 40 31,160-40 0,-40-40-15,40 40 0,0 0-1,1 0-15,-1 0 0,0 0 0,0 0 0,0 0 16,0 40-16,0-40 0,41 0 15,-41 0-15,0 0 0,0 40 0,0-40 0,0 40 16,0-40-16,0 0 16,1 0-16,-1 40 0,0-40 0,0 0 0,0 0 15,0 0-15,0 0 0,0 0 16,1 0-16,-1 0 0,0-40 0,0 40 16,0 0-16,0 0 31,-40-40-16,-80 40 1,40 0 0,0-40-1,0 40-15,-1 0 0,1 0 0,0 0 16,0-40-16,0 40 0,0 0 16,0-40-16,0 40 0,-1-41 0,1 41 0,0-40 15,0 40-15,0-40 0,0 0 0,0 40 0,0-40 16,-1 40-16,1 0 15,0-40-15,0 40 0,0 0 0,0 0 0,0 0 16,0 0-16,-1 0 16,1 0-16,0 0 0,40 40 0,-40-40 15,0 0 1,40 40 0,40-40-1,0 0 1,0 0-16</inkml:trace>
  <inkml:trace contextRef="#ctx0" brushRef="#br0" timeOffset="61906.34">14526 7178 0,'0'0'0,"0"40"78,0 0-78,0 1 0,0-1 16,0 0-16,0 0 0,0 0 0,0 0 0,0 0 15,40 0-15,-40 0 0,0 1 16,0-1-16,0 0 0,0 0 0,0 0 0,0 0 15,0 0-15,0 0 16,0 0-16,0 0 0,0 1 0,0-1 16,40-80 31,0-1-47,0 41 0,0-40 0,-40 0 15,41 40-15,-41-40 0,40 0 0,0 40 0,-40-40 16,40 0-16,0 0 15,-40 0-15,40 40 0,0-40 0,0-1 0,-40 1 16,41 0-16,-1 40 16,0-40-16,0 0 0,-40 0 0,40 0 0,0 0 15,0 40-15,-40-40 0,40-1 16,1 1-16,-41 0 0,0 0 16,0 0-16,0 0 31,-41 40-16,1 0 1,0 0 0,0 0-16,40 40 15,-40-40-15,0 40 0,0 0 0,0-40 16,-1 40-16,1 0 16,0-40-16,0 0 0,40 41 0,-40-41 0,0 40 15,0-40-15,0 40 0,-1-40 0,41 40 0,-40-40 16,0 0-16,0 40 15,0 0-15,0-40 0,0 40 0,-1-40 16,41 40-16,-40-40 16,40 40-16,-40-40 0,0 0 15,120 0 17,-40 0-1,1-40-31,-1 40 0,0 0 15,-40 40 1,40-40-16,0 0 16,0 0-16,0 0 0,1 0 15,-1 41-15,0-41 0,0 0 0,0 0 16,40 40-16,1-40 16,-41 40-16,0-40 0,-40 40 0,40-40 15,0 0-15,0 40 0,0-40 0,-40 40 0,40-40 16,-40 40-16,41-40 0,-1 0 15,0 0-15,0 0 0,0 0 16,0 0 0,0 0-16,0 0 0,-40-40 0,41 40 15,-82 0 32,1 0-31,0 0-16,0 0 15,0 0 1,40-40-16,-40 40 0,0-40 16,0 40-1,40-40-15,-41 40 0,1 0 0,0-40 16,0 40-16,0-40 16,0 40-16,0 0 0,0-41 0,-1 41 0,1-40 15,0 40-15,0 0 0,0-40 0,0 40 16,0 0-16,0-40 15,-1 40-15,1-40 0,0 40 0,0 0 16,0-40-16,0 40 16,0 0-16,40-40 31,-41 40-31,82 0 47,-1 0-32,0 0 1,-40 40 0,40-40-16,-40 40 15,40-40-15</inkml:trace>
  <inkml:trace contextRef="#ctx0" brushRef="#br0" timeOffset="63086.27">16492 7780 0,'0'0'0,"80"0"16,0-40-1,1-40 1,-41 80-16,0-41 16,-40 1-16,40 0 15,-40 0-15,0 0 16,40 0-1,-40 0 1,0 0-16,0 0 16,0-1-16,0 1 0,-80 0 31,80 0-31,-40 0 0,40 0 0,0 0 16,-40 40 15,40 40 0,-40 0-31,40 0 16,-41 0-16,41 0 15,0 0-15,0 1 0,-40-1 0,40 0 16,0 0-16,0 0 16,0 0-16,0 0 0,0 0 0,0 0 15,0 1-15,0-1 0,0 0 0,0 0 16,0 0-16,0 0 15,0 0-15,0 0 0,0 0 16,0 0 0,0 1-16,0-1 15,0 0 17,40-40-1,-40-40-31,41 40 15,-41-40-15,40 40 16,-40-41-16,0 1 0,40 0 0,-40 0 16,40 40-1,-40-40-15,40 40 0,-40-40 0,40 40 16,0-40-16,0 40 16,-40-40-16,41 40 0,-1 0 0,0 0 15,0 0-15,0 0 31,-40 40-15,40-40-16,-40 40 16,40-40-16,-40 40 31,40-40-31,-40 40 0,0 0 16,41-40-16,-41 40 0,0 0 15,40-40 1,-40 41 15,40-41-31,0 0 16,-40-41-1,40 41-15,0 0 32,-40-40-32,40 40 0,0 0 15,-40-40-15,41 40 0,-1 0 0,0-40 16,0 40-1,0 0 1,-80 0 31,0 0-31,0 0 15</inkml:trace>
  <inkml:trace contextRef="#ctx0" brushRef="#br0" timeOffset="64676.1">3571 8020 0,'0'0'0,"-40"-40"0,0 40 16,0 0 0,40 40 30,40-40-30,-40 41-16,0-1 0,0 0 16,40 0-16,-40 40 0,40-40 0,-40 40 0,40 1 15,-40-1-15,0-40 16,41 40-16,-41-40 0,40 40 0,-40-39 0,0 39 16,0-40-16,0 0 0,0 0 0,0 0 0,0 0 15,0 0 1,0-80 15,0-40-31,0 40 16,0 0-16,0 0 15,0 0-15,0 0 0,0-41 0,-81 41 0,81 0 16,-40-40-16,40 0 0,-40 40 0,40-41 0,-40 1 16,40 40-16,-40-40 15,40 40-15,0-40 0,-40 39 0,40 1 16,-40 0-16,40 0 62,40 40-30,40 0-17,-40 0 1,0 0-16,0-40 0,1 40 0,-1 0 0,0 0 15,0 0-15,0-40 0,0 40 16,0-40-16,0 40 0,1-40 0,-1 40 16,0-40-1,0 40 1,-40 40-16,0 0 0</inkml:trace>
  <inkml:trace contextRef="#ctx0" brushRef="#br0" timeOffset="64936.08">3652 8622 0,'-41'0'16,"82"0"-16,-162 0 15,121-40-15,0 0 16,40 40-1,81-40 1,39 0 15,81 0-15,-81 40 0</inkml:trace>
  <inkml:trace contextRef="#ctx0" brushRef="#br0" timeOffset="65146.14">4775 8381 0,'-40'0'16,"40"41"31,40-41-47,-40 40 0,0 0 15,0 0-15,0 0 16,0 0-16,0 0 31</inkml:trace>
  <inkml:trace contextRef="#ctx0" brushRef="#br0" timeOffset="65336.06">4775 7940 0,'0'0'0,"-40"0"0,0 0 15,0-40-15,0 40 16,-1-40-16,1 40 0,0 0 16,80 0-1,-40 40-15,81-40 0</inkml:trace>
  <inkml:trace contextRef="#ctx0" brushRef="#br0" timeOffset="66176">4976 8341 0,'0'0'0,"40"40"31,0 1-15,-40-1 0,40 0-16,-40 0 0,0 0 15,0 0 1,0 0 0,0-80-16,80 0 15,-80 0 1,0 0-16,40 0 0,1 0 0,-41-1 15,0 1-15,40 40 0,-40-40 16,40 40-16,-40-40 0,40 80 31,-40 0-15,40 0-16,-40 1 0,40-1 16,-40 0-1,40 0-15,0-40 16,1 0-1,-1-40 1,0 40-16,-40-40 16,40 40-16,0-40 0,-40-1 15,40 41 1,-40-40-16,40 40 0,-40-40 0,0 0 16,40 40-16,-120 0 31,40 0-16,0 40 1,40 0 0,0 0-16,0 1 15,0-1-15,0 0 16,0 0-16,40-40 0,0 0 31,-40-40-15,0 0-16,0 0 15,0-1-15,0 1 0,0 0 16,0 0 0,0 0-16,-40 0 0,40 0 0,0 0 0,0 0 15,-40-41-15,40 41 0,0 0 16,0 0-16,0 0 0,-40 0 16,40 80 15,0 0-16,0 0-15,40 0 16,-40 0-16,0 0 0,0 41 0,40-41 0,-40 0 16,0 40-16,40-40 15,-40 40-15,40-39 0,-40-1 0,0 40 0,40-40 16,-40 0-16,0 0 0,41 0 0</inkml:trace>
  <inkml:trace contextRef="#ctx0" brushRef="#br0" timeOffset="79715.2">11677 4411 0,'-40'0'15,"40"-40"1,-40 120 62,-1-40-78,41 0 0,-40-40 0,0 40 16,0 1-16,40-1 0,-40 0 15,40 0-15,0 0 0,0 0 0,-40-40 0,40 40 16,0 0-16,0 0 0,0 0 0,40-40 16,-40 41-16,40-41 15,0 0-15,0 0 0,0 0 0,1 0 16</inkml:trace>
  <inkml:trace contextRef="#ctx0" brushRef="#br0" timeOffset="80205.23">11837 4411 0,'0'-40'16,"0"80"-16,40-80 16,1 80-1,39 0 1,-40 121 15,-40-81-15,-40 0-1,0-80 17,80-120-17,40-1 1,-40 41 0,0 80 15,0 0-16,1 80 1,-1 41 15,-40-1-15,-40-40-16,-1 0 31</inkml:trace>
  <inkml:trace contextRef="#ctx0" brushRef="#br0" timeOffset="80535.14">12439 4892 0,'0'-40'31,"0"80"0,0 0-15,0 0-1,-40 41-15,40-41 16,-40 0-16,40 0 16,0 0-16,0 0 0,0 0 0,-40-40 15,40 40-15,-40-40 0</inkml:trace>
  <inkml:trace contextRef="#ctx0" brushRef="#br0" timeOffset="81755.15">12640 4411 0,'0'-40'31,"40"40"0,-80 0 79,40 40-79,40-40 141,0 0-156,-40 40-16,40-40 15,0 0 1,-40 40 15,40-40-31,-40 40 31,0 0-15,0 1 0,0-1-16,0 0 15,0 0-15,-40 0 16,40 0-1,0-80 32,40 0-47,1 0 0,-1 0 16,0 0 0,-40-1-16,40 1 15,-40 0-15,40 40 0,-40-40 16,40 40-16,-40-40 0,40 40 0,0 0 31,1 0-15,-41 40-16,0 0 15,40 0-15,-40 0 16,0 1 0,0-1-1,0 0-15,0 0 16,40-40-16,-40 40 0,0 0 15,0 0-15</inkml:trace>
  <inkml:trace contextRef="#ctx0" brushRef="#br0" timeOffset="82175.13">13402 4812 0,'40'0'31,"0"0"-16,1 0 1,-41 0-16,-41 0 0,122 0 16,-121-80-16,80 160 0,-40-40 15,0-40-15,0 40 0,-40-40 0,40 40 0,0 0 16,-41-40-16,41 0 16,-40 41-16,40-41 0,-40 0 0,40 40 0,-120-40 15,240 0-15,-120 40 16,40-40-16,0 0 15,1 0 1,-1 0-16,40-40 0,-40 40 0,0-40 0,0 40 16,0-41-16,1 41 0,-1-40 15,0 40-15,0 0 0,-40-40 16</inkml:trace>
  <inkml:trace contextRef="#ctx0" brushRef="#br0" timeOffset="82685.02">12760 4972 0,'-40'0'32,"40"41"-17,-40-41 1,40 40 0,0-161-1,0 242-15,0-81 78,0 0-78,-40-40 0,40 40 0,40-241 16,-120 402-16,120-201 0,-120 40 0,39-40 0,41 0 16,-40 40-16</inkml:trace>
  <inkml:trace contextRef="#ctx0" brushRef="#br0" timeOffset="83184.98">13803 4251 0,'41'0'16,"-1"0"15,-40 40-31,40 0 0,0-40 31,-40 40-31,0 0 0,40 0 0,-40 0 16,0 0-16,80 41 15,-160-122-15,80 82 0,0-1 0,0 0 0,-40 0 16,40 0-16,-40-40 0,40 40 0,-80 40 0,80-40 16,-81-40-16</inkml:trace>
  <inkml:trace contextRef="#ctx0" brushRef="#br0" timeOffset="84664.98">8146 11510 0,'0'0'0,"-40"0"0,40-40 15,0-1-15,40 41 47,0 0-47,0-40 16,0 40-16,0 0 0,0-40 0,0 40 15,-40-40-15,41 40 16,-1-40-16,0 40 0,-40-40 0,40 0 0,0 0 16,-40 0-16,0-1 15,0 1-15,0 0 0,0 0 0,0 0 0,0 0 16,-40 0-16,40 0 0,-40 0 0,40 0 0,-40 40 16,40-41-16,-40 41 15,40-40-15,-41 40 0,1 0 0,40 0 16,-40 0-1,80 0-15,-40 40 16,0 1 0,0-1-16,0 0 0,0 0 0,0 0 0,0 40 15,0-40-15,0 0 0,0 41 0,0-41 0,0 0 16,0 40-16,0-40 0,0 0 16,0 0-16,0 0 0,0 1 0,0-1 0,0 0 15,0 0-15,0 0 16,0 0-16,0 0 0,40 0 0,-40 0 15,0-40-15,0 40 0,0 1 16,0-1-16,0-80 47,0-1-31,0 1-16,41 40 15,-41-40-15,40 40 0,-40-40 0,40 0 0,0 0 16,0 0-1,-40 0-15,40 40 0,-40-40 0,40 40 16,0-40-16,1 40 16,-1-41-16,-40 41 0,40 0 0,0-40 15,-241 40-15,442 0 0,-201-40 0,0 80 0,-80-40 16,120 0-16,-39 0 16,-41 40-16,40-40 0,-40 41 15,0-1-15,0 0 16,0 0-16,0 0 0,0 0 0,-40 0 15,40 0 1,-41 0-16,1-40 0,80 40 0,-40 1 16,0-1-1,0 0-15,41-40 16</inkml:trace>
  <inkml:trace contextRef="#ctx0" brushRef="#br0" timeOffset="85094.95">9871 10667 0,'-40'0'16,"0"0"-16,-40 81 31,-1-1-31,1 120 31,40 41-15,40-161 0,0 41-16,40 39 15,0-120 1,0 0 0,41-40-1</inkml:trace>
  <inkml:trace contextRef="#ctx0" brushRef="#br0" timeOffset="85344.93">10032 11349 0,'-41'0'32,"82"0"-32,-41 0 15,80 0 1,-40 0 0,0 0-16,0 0 0,0 0 0,0 0 15,1 0 1,-41-40-16,40 40 0</inkml:trace>
  <inkml:trace contextRef="#ctx0" brushRef="#br0" timeOffset="85954.9">10834 10908 0,'0'0'31,"0"-40"-16,40 40 1,0 40 0,1 161-1,-41-81 1,-41 80 0,-39-39-1,120-201 16,0-40-31,-40 39 16,81 41-16,-81-80 16,40 40-16,0 0 0,0 0 0,0 0 0,0-40 15,0 39-15,-40 1 0,41 0 0,-1 0 0,0 0 16,0 0-16,0 40 16,-40-40-16,40 40 0,0 0 31,0-40-31,-80 120 0,80-40 15,-40 0-15,0 0 0,0 0 16,0 0-16,41 1 0,-41-1 0,0 0 16,0 0-16,0 0 0,-81 0 0,81 0 15,0 0-15,0 0 16,0 1-16,-40-41 0,40 40 0,0-40 16,0 40-16,40 0 15</inkml:trace>
  <inkml:trace contextRef="#ctx0" brushRef="#br0" timeOffset="86234.8">11797 11590 0,'0'0'0,"-40"0"47,80 40-47,-40 0 31,0 0-31,0 0 0,0 0 16,-40 0-1,40 1-15,-40-41 0,40 40 0,-40-40 16,40 40-16,-40-40 0,0 40 15,-1-40-15,41 40 0</inkml:trace>
  <inkml:trace contextRef="#ctx0" brushRef="#br0" timeOffset="87234.76">12279 10988 0,'0'0'0,"0"40"0,0-120 16,0 40-16,40 40 15,0-40 1,0 40-16,0 80 16,-40-40-16,40-40 15,0 80-15,-40-39 0,0-1 0,0 0 0,0 0 16,0 0-16,41 0 15,-41 0-15,0 0 0,0 0 0,-81-40 16,81 41-16,0-1 16,-40-40-1,40-40-15,0-1 16,80 1 0,-80 0-16,41 0 0,-41 0 0,40 0 0,0 0 15,0 0-15,-40 0 16,40 40-16,0-41 0,0 1 0,-40 0 15,40 40-15,1 0 16,-1 0 0,-40 40-16,0 0 0,0 1 0,40-1 15,-40 0-15,0 0 0,0 0 16,0 0-16,0 0 0,0 0 0,0 0 16,-40-40-16,40 41 15,0-1-15,0 0 0,-40-40 0,40 40 16</inkml:trace>
  <inkml:trace contextRef="#ctx0" brushRef="#br0" timeOffset="87594.8">13282 11349 0,'0'0'16,"40"0"-16,-40 121 31,40-41-15,-40-40-1,-40 40 1,0-40-1,0-40 17,80 0-17,40-40 1,40 0 0,1-40 15</inkml:trace>
  <inkml:trace contextRef="#ctx0" brushRef="#br0" timeOffset="88334.68">13884 10627 0,'0'-40'16,"40"40"31,0 0-32,0 0-15,0 0 0,-40 40 0,40 41 16,0-81-16,-40 40 16,41 0-16,-41 40 0,40-40 0,-40 40 0,0-40 15,0 41-15,0-41 0,0 40 0,0-40 0,-40 40 16,40-40-16,-41 0 0,1 1 16,0 39-16,0-40 0,0 0 0,0-40 0,0 40 15,0 0-15,-41-40 16,41 40-16</inkml:trace>
  <inkml:trace contextRef="#ctx0" brushRef="#br0" timeOffset="89674.63">11717 11429 0,'-40'0'15,"0"0"32,40 41 78,0-1-94,0 0-31,-40 0 0,40 0 16,0 0 0,0 0-16,0 0 15,-41-40 1,41-40 31,41 40-47,-41-40 0,40 0 15,-40 0-15,40 0 16,-40 0-16,0 0 16,0 80 62,0 0-63,0 0-15,0 0 16,-40 0 0,40 0-16,-40-40 15,40-40 32,0 0-47,40 40 16,-40-40-16,0 0 15,0 80 32,0 0-31</inkml:trace>
  <inkml:trace contextRef="#ctx0" brushRef="#br0" timeOffset="91184.53">15649 10868 0,'40'0'0,"1"0"31,-1 0-31,0-40 0,0 40 0,0 0 16,0 0-16,0 0 0,0 0 0,1 0 15,-1 0-15,0 0 16,-40 40-16,40-40 0</inkml:trace>
  <inkml:trace contextRef="#ctx0" brushRef="#br0" timeOffset="91394.57">15649 11389 0,'0'40'0,"0"-80"0,40 80 31,41-40-16,-1 0-15,-40 0 16,0 0-16,0-40 0,0 40 0,41 0 0,-41 0 16,0 0-16,0 0 0,0 0 0</inkml:trace>
  <inkml:trace contextRef="#ctx0" brushRef="#br0" timeOffset="92844.48">18498 10026 0,'-40'0'16,"40"-40"-16,-40 40 15,-80-40 1,-1-1 0,81 41-1,0 0 1,0 0 0,0 41 15,40-1-31,0 40 31,0 0-15,40-40-16,-40 0 0,0 40 31,0 1-31,0-41 0,0 80 31,0 41-15,-40 79-1,0-39 17,40-121-32,0-40 0,0 0 15,0 0-15,0 81 16,40-1 0,-40-40 15,0-40-31,0 0 0,0 40 31,0-39-31,0-1 16,-40 0-16,40 0 0,0 0 0,0 0 31,0 0-31,0 40 31,0-39-31,0-1 16,0 40-1,0-40-15,0 40 32,0-40-32,0 0 0,0 41 15,0-41 1,0 0 0,0 40 15,0-40-31,0 0 15,0 0 17,0 0-17,0 1 32,0-1-47,0-80 0,0 80 31,0 0 48,40-40 30,0 0-62,0 0-32,-40-40-15,40 40 16,-40-40 78,0-1-94</inkml:trace>
  <inkml:trace contextRef="#ctx0" brushRef="#br0" timeOffset="94434.39">19100 10226 0,'-40'0'46,"-40"0"95,160 0 15,-40 0-124,0 0-17,0 0-15,-40 0 0,41 0 16,-1 0-16,0 0 15,0 0-15,0 0 0,0 0 16,0 0-16,0 0 16,1 0-16,-1 0 0,0 0 0,0 0 15,0 0-15,0 0 16,0 0 0,-120 0 15,40 0-16,0 0 1,0 40-16,0-40 16,120 0 31</inkml:trace>
  <inkml:trace contextRef="#ctx0" brushRef="#br0" timeOffset="95044.35">20384 10026 0,'0'-40'15,"0"80"79,0 0-78,-40-40-1,40 40-15,0 0 0,-40 0 16,40 0-1,0 0-15,0 0 0,0 1 16,0-1-16,0 0 0,0 0 16,0 0-16,0 0 15</inkml:trace>
  <inkml:trace contextRef="#ctx0" brushRef="#br0" timeOffset="96454.26">21949 10106 0,'0'0'15,"-40"0"423,0 0-422,0 0 15,40 40-31,-40 0 0,40 0 15,0 0 1,0 0-16,0 1 16,0-1-16,0 0 15,0 0 1,40-40-16,0 40 0,0-40 16,0 0-16,0 0 15,0 0-15,1 0 0,-1 0 16,-40 40-16,40-40 0,0 0 15,0 0-15,0-40 0,0 40 16,-40-40-16,40 40 0,-40-40 16,41 0-1,-41 0-15,0-1 16,0 1-16,0 0 16,0 0-16,-41 40 15,41-40 1,-40 40-16,0 0 15,0 0-15,0 0 16,0 0-16,0 0 0,0 0 0,-1 0 16,1 0-16,0 0 0,40 40 15,-40-40-15,0 0 16,40 40 0,40-40-1</inkml:trace>
  <inkml:trace contextRef="#ctx0" brushRef="#br0" timeOffset="97064.23">23715 10347 0,'-40'0'16,"-1"0"-16,41-41 16,-40 41-16,80 0 47,1 41-32,39-41-15,-40 0 0,0 0 16,0 0-16,0 0 15,0 0-15,41 0 0,-41 0 0,0 0 16,0 0-16,0 0 0,0 0 0,0 0 16,1 0 15</inkml:trace>
  <inkml:trace contextRef="#ctx0" brushRef="#br0" timeOffset="97604.2">24758 10026 0,'0'-40'16,"0"0"-1,0 80 48,0 0-48,0 0-15,-80-40 16,80 40-16,0 0 0,0 0 16,0 0-16,0 0 0,0 0 15,0 1-15,0-1 16,0 0-16,0 0 0,0 0 0,0 0 16,0 0-16,0 0 15,40-40-15,-120 40 0,80 1 16,0-1 15,0-80 32,0-1-17</inkml:trace>
  <inkml:trace contextRef="#ctx0" brushRef="#br0" timeOffset="101213.98">19060 11590 0,'0'40'16,"-40"-40"-1,0 0 1,0 0-1,80 0 95,40 0-95,-40 0 1,0 0-16,0 0 0,1 0 0,-1 0 0,0 0 16,0 0-16,0 0 0,0 0 0,0 0 15,0 0-15,1 0 16,-1 0 15,-40-40-31,40 40 16</inkml:trace>
  <inkml:trace contextRef="#ctx0" brushRef="#br0" timeOffset="101573.96">20224 11309 0,'0'0'0,"0"-40"31,0 80 31,0 0-62,0 0 16,0 0-16,0 1 16,0-1-16,0 0 0,0 0 15,0 0-15,0 0 0,0 0 16,0 0 0,0 0-1</inkml:trace>
  <inkml:trace contextRef="#ctx0" brushRef="#br0" timeOffset="102413.9">22471 11429 0,'-40'0'16,"40"-40"31,-40 40-1,-1 0-30,1 0-16,40 40 0,-40-40 0,0 0 16,0 41-16,0-1 0,0 0 15,0 0-15,40 0 16,0 0-16,0 0 16,0 0-1,0 0-15,40-40 0,0 40 16,0-40-1,0 0-15,0 0 0,0 0 0,0 0 16,1 0-16,-1 0 0,0 0 16,0-40-16,0 0 15,-40 0-15,40 40 16,-40-40-16,0 0 0,0 0 16,0 0-16,0 0 0,-40 0 15,0-1 1,0 41-16,0 0 15,0-40 1,-1 40-16,1 0 16,40 40-16,0 1 31</inkml:trace>
  <inkml:trace contextRef="#ctx0" brushRef="#br0" timeOffset="103323.85">24076 11349 0,'-40'0'15,"40"40"95,0 0-95,0 1-15,-40-1 16,-1 0-16,41 0 16,0 0-16,0 0 15,-40-40-15,40 40 0,0 0 0,0 0 16,0 0 0,0 1-16,0-1 15,0 0 1,0-80 31,0 0-47,0-1 15,0 1-15,40 40 0,-40-40 16,0 0-16,0 0 0,0 0 0,41 40 16,-41-40-16,40 0 15,-40 0-15,0 80 31,0-80-31,-40 40 16,40 80 0,0-40-1,0 0-15,-41 0 0,41 0 16,0 0 0,0 0-16</inkml:trace>
  <inkml:trace contextRef="#ctx0" brushRef="#br0" timeOffset="105203.66">19100 12472 0,'0'0'0,"-40"0"16,0 40 0,0-40-1,0 0-15,80 0 63,0 0-16,40 0-47,-40 0 0,0 0 15,1 0-15,-1 0 0,0 0 16,0 0-16,0 0 0,0 0 0,0 0 0,0 0 16,1 0-1,-1 0-15,0 0 0</inkml:trace>
  <inkml:trace contextRef="#ctx0" brushRef="#br0" timeOffset="105513.72">20264 12352 0,'0'-40'15,"0"80"48,0 0-47,40-40-1,-40 40-15,0 0 0,0 0 0,0 0 16,0 0-16,0 1 15,0-1-15,0 0 16,0 0-16</inkml:trace>
  <inkml:trace contextRef="#ctx0" brushRef="#br0" timeOffset="106483.59">22230 12392 0,'40'0'47,"-80"0"31,40 40-78,0 0 16,0 0-16,-40 0 15,40 0-15,0 1 0,0-1 16,0 0-1,-40 0-15,40 0 0,0 0 0,0 0 16,0 0-16,0 0 16,0-80 31,0 0-47,0 0 15,40 40-15,-40-40 16,0 0-16,0 0 0,0 0 0,40 0 15,-40-1-15,0 1 16,0 80 31,-40-40-47,40 41 16,0-1-1,0 0-15,-40 0 16,40 0-16,0 0 15</inkml:trace>
  <inkml:trace contextRef="#ctx0" brushRef="#br0" timeOffset="107473.6">23755 12673 0,'0'40'125,"0"40"-125,0-40 16,0 0-16,0 0 0,0 0 16,0 1-16,0-1 15,0 0-15,0 0 0,0 0 16,0 0-1,0 0 1,-40-40 0,40-40-1,0 0 1,0 0 0,0 0-16,0 0 0,40 40 0,-40-40 0,0-1 15,0 1-15,0 0 16,0 0-16,0 80 47,0 0-47,-40-40 0,40 40 0,-40 1 15,40-1-15,0 0 16,-41 0-16,41 0 0,0 0 16,-40 0-1,40 0-15</inkml:trace>
  <inkml:trace contextRef="#ctx0" brushRef="#br0" timeOffset="109273.5">25520 9544 0,'41'0'94,"-1"0"-94,0 0 0,0 0 15,0 0-15,0 0 0,0 0 16,0 0-16,1 0 0,-1 0 0,0 0 0,0 0 16,0 0-16,0 0 15,0 0-15,0 0 0,-80 0 31,0 41-15,0-1-16,40 0 16,-40 0-16,40 0 15,0 0-15,0 0 0,0 0 16,0 0-16,0 1 16,0-1-16,0 0 15,0 0-15,0 0 0,0 0 16,-40 0-16,40 0 0,0 0 15,0 0-15,-40-40 0,40 41 0,0-1 0,0 0 16,0 0-16,0 0 16,0 0-16,0 0 0,-40 0 0,40 0 15,0 1-15,0-1 0,0 0 16,0 0-16,0 0 0,0 0 0,0 0 0,-41 0 16,41 0-16,0 0 15,0 1-15,0-1 0,-40 0 0,40 0 0,0 0 16,0 0-16,0 0 0,-40 0 15,40 0-15,0 1 0,0-1 0,-40 0 0,40 0 16,0 0-16,0 0 0,-40 0 0,40 0 16,0 0-1,0 0-15,0 1 0,-40-1 16,40 0-16,-40 0 16,40 0-16,-40 0 0,40 0 15,-41-40-15,41 40 16,0 0-16,-40-40 0,40 41 0,0-1 15,0 0-15,0 0 16,-40 0-16,40 0 16,0 0-16,0 0 15,0 0 1,0-40-16,0 40 0,0 1 16,0-1-1,0 0 1,0 0-1,0 0-15,0 0 16,-40 0-16,40 0 0,0 0 16,0 1-1,0-1 1,-40 0 0,40 0-1,0 0 1,0 0-1,-40-40-15,40 40 16,0 0 0,0 0-16,0 0 31,40-40-15,-80 0-1,0 41-15,80-82 0,-80 41 16,80 0-1,-80 0-15,80 0 0,-80 0 157,-1 0-157,1 0 15,0 0-15,0 0 16,0 0-16,0 0 16,0 0-16,0 0 15,-1 0-15,1 0 0,0 0 31,40-40-15,0 0 0,40 40-1,-40-40-15</inkml:trace>
  <inkml:trace contextRef="#ctx0" brushRef="#br0" timeOffset="115023.11">21829 2005 0,'0'0'0,"0"-40"63,0 80-63,0 0 359,40-40-296,-40 40 30,40-40 110,0 0 438,-80 0-625,40-40 171,0 80-187,40-40 235,0 0-220,0 0 79,-40-80 31,0 160-109,41 0-1,-82-160-15,41 240 0,0-320 0,-40 200 31,80-80-31,-120 80 16,160-80-16,-320 40 0,480 0 0,-199 0 0,-82 0 16,41 120-16,0-240 15,0 160-15,0-80 0,-80 120 16,160-160-16,-80 40 0,0 80 16,0 0 46,0-80-62,0 0 16,0 80-16,81-40 15,-81 0-15,-40-80 16,80 160 0,-80-80-16,80 0 0,0-120 15,-80 240-15,80-120 141,-40-40-141,40 40 78,120 0 219,-320 0-297,200 0 15,-80 0-15,120-40 0,-160 80 0,120-40 407,-40 40-376,40-40-31,0 0 0,-40 40 16,40-40-16,-40 40 0,41-40 15,-1 40-15,0 0 31,0-40-31,-40 40 16,40-40-16,-40 41 16,0-1-1,0 0-15,40 0 32,-40 0-32,0 0 15,0 0 1,0 0-16,0 0 15,0 0-15,0-40 0,0 41 0,0-1 16,0 0 0,0 0-16,0 0 15,0 0-15,-40 0 16,40 0-16,0 0 0,0 1 16,0-1-1,0 0-15,-40 0 0,40 0 16,0 0-1,-40-40-15,40 40 0,0 0 0,-40 0 16,40 0-16,0 1 0,-40-1 16,40 0-1,0 0-15,-41-40 0,41 40 0,0 0 16,-40 0 0,40 0-16,-40-40 15,40 40-15,0 1 16,-40-41-16,40 40 15,-40 0-15,40 0 0,-40-40 16,40 40-16,-40-40 16,40 40-16,-40 0 15,40 0 1,-41-40-16,41 40 0,-40 0 16,0 1-1,0-1 1,0 0-1,0 0-15,40 0 16,-40-40-16,40 40 16,-41-40-16,41 40 15,-40-40-15,0 0 32,40 40-32,-40-40 15,0 0 1,40 40-16,-40-40 0,0 0 15,40 41-15,-40-41 0,-1 0 16,1 0 0,40 40-1,-40-40 1,0 0 15,0 0 0,0 0-15,40-40-16,-40 40 16,40-41-1</inkml:trace>
  <inkml:trace contextRef="#ctx0" brushRef="#br0" timeOffset="115523.1">21427 4210 0,'0'-40'32,"0"80"15,-40-40-47,40 41 0,-40-41 15,40 40-15,-40-40 0,40 40 16,-40-40-16,40 40 0,0 0 0,-40-40 0,40 40 15,-40-40-15,40 40 0,-40-40 0,40 40 16,0 0 0,40-40 15,0 0-15,-40 41-16,40-41 15,0 0-15,0 0 0,0 40 0,0-40 16,1 0-1,-1 0-15,0 0 16,-40 40-16,40-40 0,0 0 0,0 0 16,0 0-1</inkml:trace>
  <inkml:trace contextRef="#ctx0" brushRef="#br0" timeOffset="116463.07">22912 1924 0,'0'0'0,"-40"0"31,0 0-15,0 0 15,0 0-15,0 0-1,-1 0-15,1 0 0,0 0 0,0 0 0,0 0 16,0 0-16,0 0 16,0 0-16,-1 0 0,1 0 0,0 0 15,0 0-15,0 0 16,0 0-16,40-40 0,-40 80 0,0-40 15,-1 0-15,1 0 110,0 41-95,0-41 1,40 40 0,0-80 77,40 80-77,-40 0 0,0-40-16,40 40 0,-40-40 0,0 40 15,0 0-15,0 0 16,0 0-16,0 0 0,0 1 0,40-1 0,-40 0 16,0 0-16,41 0 15,-41 0-15,40 40 0,-40-40 0,0 0 0,40 1 16,0-1-16</inkml:trace>
  <inkml:trace contextRef="#ctx0" brushRef="#br0" timeOffset="119342.89">8226 14437 0,'40'0'63,"0"0"-48,40 0-15,-39 0 16,-1-40 0,0 40-16,0-40 0,-40 0 0,40 40 0,0-40 15,0 0-15,-40 0 16,40 0-16,1-1 0,-41 1 0,0 0 15,0 0-15,0 0 0,0 0 16,0 0-16,-41 40 16,41-40-16,-40 40 0,40-40 0,0 80 62,0 0-62,0 0 0,0 0 16,40 40-16,-120-80 0,80 40 0,0 0 15,0 1-15,0-1 0,0 0 16,-40 0-16,40 0 0,0 0 0,-40 40 0,40-40 16,0 1-16,-40-1 15,40 0-15,0 0 0,0 0 0,-40 0 16,40 0-16,0 0 16,-40 0-16,40 0 15,0 1 1,0-82 15,40 1-15,-40 0-16,40 0 0,0 40 15,-40-40-15,40 0 16,0 40-16,0-40 0,0 0 0,1 40 16,-41-40-16,40 40 15,0 0-15,-40 40 31,0 0-15,0 0-16,40 0 0,-40 0 16,0 0-16,0 0 15,0 0-15,0 1 0,0-1 0,0 0 16,0 0 0,40-40-1,-40 40-15,40-40 16,0 0-16,0-40 0</inkml:trace>
  <inkml:trace contextRef="#ctx0" brushRef="#br0" timeOffset="119662.88">9831 14076 0,'-40'0'16,"0"0"15,0 40-15,-1 81 0,1-81-1,-40 160 1,80-39-1,0-81-15,0 121 32,40-121-32,81-80 31</inkml:trace>
  <inkml:trace contextRef="#ctx0" brushRef="#br0" timeOffset="119892.86">10032 14598 0,'-41'0'16,"82"0"-16,-122 0 16,162 0-1,-81-40 1,40 40-16,40 0 0,-40 0 0,0 0 15,0 0-15,0 0 0,1-40 0,-1 40 16,0 0 0</inkml:trace>
  <inkml:trace contextRef="#ctx0" brushRef="#br0" timeOffset="120372.83">10955 14277 0,'-41'0'0,"82"0"0,-122 0 16,81-40-16,0 80 31,0 40-15,40-80-16,-40 40 0,0 0 0,0 0 0,41 1 15,-41-1-15,0 0 0,0 0 0,0 0 16,0 0-16,0 0 16,0 0-16,0-80 31,0 0-15,40 0-16,0 0 15,0 0-15,0 0 0,0 0 0,-40-1 0,40 1 16,0 40-16,-40-40 0,41 0 0,-1 40 0,-40-40 15,40 0 1,0 40-16,-40-40 16,-40 40-16,80 0 0,0 0 15,-40 80-15,-80-80 0,160 40 16,-80 0-16,0 0 16,0 0-16,0 1 0,0-1 15,0 0-15,0 0 16,-40-40-16,40 40 0,0 0 0,-40-40 0,40 40 15,0 0-15,-80-40 0,160 0 0,-80 40 0</inkml:trace>
  <inkml:trace contextRef="#ctx0" brushRef="#br0" timeOffset="120612.77">11877 14878 0,'-40'0'16,"80"0"-16,-120 0 16,80 81-1,-40 79 1,40-40 0,-40 1 15,0-121-31,40 40 0</inkml:trace>
  <inkml:trace contextRef="#ctx0" brushRef="#br0" timeOffset="120922.8">12399 15239 0,'0'0'16,"0"0"-16,0 41 16,0 39 15,-40-40-31,-40 80 15,-81 0 17,41-79-17</inkml:trace>
  <inkml:trace contextRef="#ctx0" brushRef="#br0" timeOffset="121262.78">12921 14718 0,'-40'0'0,"80"0"0,-121 0 15,41 40-15,80-40 32,41 0-17,200-40 1,-121 40-16,-40 0 31,-39-80-15</inkml:trace>
  <inkml:trace contextRef="#ctx0" brushRef="#br0" timeOffset="121732.68">13964 14277 0,'-40'0'31,"80"0"-31,-80 40 16,40 0-16,40 121 15,40-1 1,-120-40 15,40-80-31,-120-40 31,200-40-15,40-120 0,-39 80-1,79-1 1,-80 41-1,1 40 17,-81 81-17,0 79 1,-41-40 0,41-40-1,-40 41 1,40-81-16</inkml:trace>
  <inkml:trace contextRef="#ctx0" brushRef="#br0" timeOffset="122582.63">14486 15199 0,'0'-40'16,"0"80"-16,40-120 15,0 80-15,0 0 16,0 0 0,-40-40-16,40 40 0,0 0 0,1 0 0,-41 40 15,40-40-15,-40 80 16,40-80-16,-40 40 0,0 1 0,0-1 16,0 0-1,0 0-15,-40-40 0,40 40 0,-40-40 0,40 40 16,-41-40-16,1 40 0,121-40 31,-41 0-15,0 0-16,0 0 15,0 0-15,0 0 0,0 0 0,-40-40 16,40 40-16,1 0 0,-1 0 16,0 0-16,-40-40 0,40 40 0,0 0 15,-40-40-15,40 40 16</inkml:trace>
  <inkml:trace contextRef="#ctx0" brushRef="#br0" timeOffset="122932.6">15529 14157 0,'0'0'32,"0"0"-32,80 40 15,-80 0 1,0 40-16,121 80 15,-121-119-15,0 159 32,0-160-32,-41 121 15,1-81-15,-40 40 16,40-80-16,-161 161 0</inkml:trace>
  <inkml:trace contextRef="#ctx0" brushRef="#br0" timeOffset="124792.56">20103 9304 0,'0'-40'0,"0"80"0,0-80 31,0 80-31,0-80 47,40 120-47,-80-160 0,80 40 15,-40 40-15,0-40 16,41 80-16,-41-80 0,0 40 0,40-41 0,-40 41 16,80 121-16,-120-282 0,80 121 15,40 40-15,-120-40 0,80 40 16,40 80-16,-160-200 0,120 120 0,-40-40 0,40 40 15,-40 0-15,41 0 16,-41-40-16,40 40 0,0-40 0,0 0 16,-40 80-16,40-40 15,0 0-15,0-40 0,-40 40 0,40 0 0,41-41 16,-41 41 0,0 0-16,0-40 0,0 40 0,0 0 15,0 0-15,1 0 0,-1 0 16,0 0-16,0 0 0,0 0 0,0 0 15,0 0-15,0 0 0,1 0 0,-1 0 0,0 0 16,0 0-16,40 0 16,-40 0-16,0 0 0,1 0 0,-1 0 0,0 0 15,0 0-15,0 0 0,0 0 16,0 0-16,1 0 0,-1 0 16,0 40-16,0-40 15,0 0-15,0 41 0,0-41 0,0 0 16,1 40-16,-1-40 0,0 0 0,40 40 15,-40-40-15,0 0 0,0 40 16,1-40-16,-1 40 0,0-40 0,0 0 0,-40 40 16,80-40-16,-40 0 15,0 0-15,1 40 0,-1-40 0,0 40 16,0-40-16,0 40 16,0-40-16,-40 41 15,40-41-15,-40 40 16,40 0-16,41-40 15,-162 0-15,122 40 0,-41-40 0,40 40 16,0 0-16,-40 0 16,40-40-16,-40 40 0,40-40 15,-40 40 1,40-40-16,0 0 0,-40 40 16,40-40-16,1 0 15,-1 0-15,-40-40 16,0 80-16,0-120 47,0 160-32</inkml:trace>
  <inkml:trace contextRef="#ctx0" brushRef="#br0" timeOffset="125262.54">23594 8903 0,'0'0'0,"-40"0"16,0 0-16,80 0 15,-80 0-15,-40-281 0,160 562 16,-40-281-16,40 40 31,-39 0-15,-41 0-16,80 0 16,-80 0-16,0 0 0,0 1 31,40 79-31,-40-80 15,40-40 1,-40 0-16,80 80 16,-160-80-16,80 40 0,0 0 31,-40-80-31,-80 120 31,-81-80-15,-40 41-1,121-41 1,80 0-16,-41 0 0</inkml:trace>
  <inkml:trace contextRef="#ctx0" brushRef="#br0" timeOffset="126082.42">20224 8943 0,'-40'-40'16,"40"0"-1,-81 40-15,162-40 32,-122 40-1,82 0-16,-41-41-15,0 82 0,40-82 0,-80 122 0,40-121 16,0 120-16,80-80 16,-160 40-16,80 0 0,0 40 0,0-80 15,0 40-15,0 0 0,-41 1 16,82-1-16,-41 0 0,-41 0 0,41 0 16,0 0-1,-40 0-15,40 0 16,-40-40-16,40 40 31,0-80-15,40 40-16,0 0 15,1 0-15,-1 0 0,0 0 16,0 0-16,0 0 0,0 0 16,0 0-16,0 0 0,1 0 0,-1 0 0,0 0 15,0 0-15,0-40 16,0 40-16,0 0 0</inkml:trace>
  <inkml:trace contextRef="#ctx0" brushRef="#br0" timeOffset="129072.31">16813 14919 0,'-40'0'0,"40"-41"31,0 1-15,40 0 15,40 40-31,-40 0 16,0 0-16,1 0 15,-1 0-15,0 0 0,0 0 0,40 0 0,-40 0 16,0 0-16,1 0 0,-1 0 16,0 0-16,0 0 0,0 0 15</inkml:trace>
  <inkml:trace contextRef="#ctx0" brushRef="#br0" timeOffset="129282.26">17014 15400 0,'0'0'15,"-81"40"1,121-40-1,41 0 1,79 0 0,-120 0-16,121 0 15,-121 0-15</inkml:trace>
  <inkml:trace contextRef="#ctx0" brushRef="#br0" timeOffset="130742.21">19381 14116 0,'40'0'0,"-80"0"78,0 0-78,0 0 16,0 0-16,0 0 0,-1 0 15,1 0-15,0 0 16,0 0-16,0 0 0,40 41 0,-40-41 0,0 0 16,0 0-16,-1 0 15,1 0-15,40 40 0,-40-40 0,0 0 16,40 40 0,0 0-1,0 0-15,0 0 16,0 0-1,0 0-15,0 0 0,0 1 0,0-1 16,0 0 0,0 0-16,0 0 0,0 0 0,0 40 15,0-40-15,0 0 16,0 1-16,0 39 0,0-40 0,0 0 0,0 40 16,0-40-16,0 0 15,0 41-15,0-41 0,0 0 0,0 0 0,0 0 16,0 0-16,0 0 0,0 0 0,0 0 0,0 1 15,0-1-15,-40 0 0,40 0 16,0 0-16,-40 0 0,40 0 0,0 0 0,0 0 16,-40 1-16,40-1 15,-40 0-15,40 0 0,0 0 0,0 0 16,0 0-16,0 0 16,0 0-16,0 0 0,0 1 15,0-1-15,40-40 0,-40 40 0,0 0 0,0 0 16,0 0-1,0 0-15,40-40 0,-40 40 0,0 0 0,0 1 16,40-1-16,-40 0 16,0 0-16,0 0 0,0 0 0,0 0 15,0 0 1,0 0-16,0-40 0,0 40 0,0-40 16,0 41-16,0-1 0,-40-40 15,40 40-15,0 0 0,0 0 0,0 0 16,0 0-16,0 0 0,0 0 15,0 1 1,0-1-16,0 0 16,0 0-1,0 0-15,0 0 32,40-40-32,-80 40 0,40 0 15,0 0 16,0 0-15,-40-40 0,40 41-1,-161-122 17,322 202-32,-161-161 15,0 80-15,0 0 0,0-40 16,0-40-1,0 80-15,40-40 172,0 0-156,0 0 0,0-40-16,0 0 15,0 40-15,1 0 0,-1 0 16,0 0-16,-40-41 0,40 41 0,0 0 0,0 0 15,0-40-15</inkml:trace>
  <inkml:trace contextRef="#ctx0" brushRef="#br0" timeOffset="151600.91">19662 14798 0,'-40'0'0,"0"0"31,80 0 63,0 0-79,0 0-15,0 0 0,40 0 0,-39 0 16,-1 0-16,0 0 0,0 0 0,0 0 0,0 0 16,0 0-16,-80-40 15,120 80-15,-39-40 0,-41 40 0,40-40 16</inkml:trace>
  <inkml:trace contextRef="#ctx0" brushRef="#br0" timeOffset="151910.94">20545 14518 0,'0'-41'16,"-40"41"-1,40 41 32,0-1-31,40 0-1,-40 0-15,0 0 0,0 0 16,0 0-16,0 0 0,0 0 16,-40 0-16,40 1 0,0-1 0,0 0 0,-41 0 15,41 0-15,0 0 16,-40-40-16</inkml:trace>
  <inkml:trace contextRef="#ctx0" brushRef="#br0" timeOffset="152580.81">20143 15921 0,'0'40'31,"0"-80"-31,0 80 78,0 0-78,0 1 16,0-1-16,0 0 15,0 0-15,-40-40 0,40 40 0,0 0 0,0 0 16,0 0-16,0 0 0,-40-40 16,40 40-16,0 1 15</inkml:trace>
  <inkml:trace contextRef="#ctx0" brushRef="#br0" timeOffset="153190.85">19943 17044 0,'-40'0'0,"40"40"63,0 0-48,0 0-15,-40 1 16,40-1 0,0 0-16,-41 0 0,41 0 15,0 0-15,0 0 0,-40-40 16,40 40-16,0 0 0,-40-40 0,40 41 0,0-1 16,-40-40-16</inkml:trace>
  <inkml:trace contextRef="#ctx0" brushRef="#br0" timeOffset="154510.78">22671 14638 0,'-40'0'32,"0"0"46,0 0-63,40 40 1,-40 0-16,0-40 0,40 40 0,-40 0 16,40 0-1,0 0-15,0 1 0,0-1 16,0 0-16,40 0 0,-40 0 16,40-40-16,0 0 15,0 0-15,0 0 16,0 0-16,-40-40 15,41 40-15,-1 0 0,-40-40 0,40 40 0,0 0 16,0 0-16,-40-40 0,40 40 16,-40-40-16,40 40 0,-40-41 0,0 1 0,40 40 15,-40-40-15,0 0 16,0 0-16,0 0 0,0 0 16,-40 0-16,0 40 15,0 0 1,-40 0-16,40 0 0,0 40 15,-1 0 1,41 0-16,0 0 0,-40-40 0,40 40 16,0 0-16</inkml:trace>
  <inkml:trace contextRef="#ctx0" brushRef="#br0" timeOffset="155210.74">22631 15961 0,'-40'0'47,"0"0"-47,0 40 31,0-40-31,40 41 0,-40-41 0,0 40 0,-1 0 15,41 0 1,-40-40-16,40 40 0,-40 0 0,0 0 16,40 0-16,0 0 15,0 0-15,0 1 16,40-41-16,0 0 0,0 0 16,1 0-16,-1 0 15,0-41-15,0 41 0,-40-40 0,40 40 16,0 0-16,0-40 15,-40 0-15,0 0 0,40 40 0,-40-40 0,0 0 16,0 0 0,0 0-16,-40 0 15,0 40 1,0 0-16,0 0 16,0 40-16,40 0 15,-40-40 1,40 40-16</inkml:trace>
  <inkml:trace contextRef="#ctx0" brushRef="#br0" timeOffset="155610.72">22350 17285 0,'-40'40'16,"80"-80"-16,-80 120 62,40-40-46,0 0-1,0 0-15,0 0 0,-40 1 16,40-1-16,0 0 16,-40 0-16,40 0 15,0 0-15,-40-40 16,40 40-1</inkml:trace>
  <inkml:trace contextRef="#ctx0" brushRef="#br0" timeOffset="156450.66">24397 14798 0,'-40'40'0,"0"-40"31,120 0 16,-40 0-31,0 0-16,0 0 0,0 0 0,41 0 15,-41 0-15,0 0 16,0 0-16,0 0 0,0 0 0,40 0 0,-39 0 16,-1 0-16,0 0 0,0 0 0,0 0 15</inkml:trace>
  <inkml:trace contextRef="#ctx0" brushRef="#br0" timeOffset="156730.57">25480 14518 0,'0'40'63,"0"0"-63,0 0 0,0 0 16,0 0-16,0 0 0,0 0 0,0 40 0,0-39 15,0-1-15,0 0 16,0 0-16,0 0 0,0 0 0,0 0 0,0 0 15</inkml:trace>
  <inkml:trace contextRef="#ctx0" brushRef="#br0" timeOffset="157270.62">24397 16362 0,'0'0'0,"-40"0"15,0 0 1,120 0 0,-160 0-16,160 0 31,-40 0-31,120 0 31,-39 0-15,-41 0-1</inkml:trace>
  <inkml:trace contextRef="#ctx0" brushRef="#br0" timeOffset="157520.6">25239 16082 0,'0'-40'31,"-40"40"-31,40 40 16,0 0-1,0 0 1,0 0-16,0 0 0,0 0 15,0 0-15,0 0 16,0 0-16,0 1 0,0-1 0,-40 0 16,0 0-16</inkml:trace>
  <inkml:trace contextRef="#ctx0" brushRef="#br0" timeOffset="158210.56">23915 17686 0,'-40'0'0,"0"0"15,80 40 95,-80-80-95,40 80-15,0-80 0,0 80 16,0-80-16,40 40 47,0 0-32,0 0 1,-80 0 0,121 0-16,-41 0 0,0 0 0,0 0 15,0 0-15,0 0 16,0 0-16,0 0 0,1 0 0,-1 0 16,-40-40-16,40 80 0,0-40 0,-40-40 15,40 40-15</inkml:trace>
  <inkml:trace contextRef="#ctx0" brushRef="#br0" timeOffset="158470.54">24959 17405 0,'-41'-40'15,"41"80"17,0 0-17,-40 0 1,40 0-16,0 1 0,0-1 0,-40 0 16,40 0-16,0 0 0,-40 0 15,40 0-15,-40 0 16,40 0-16,0 0 0</inkml:trace>
  <inkml:trace contextRef="#ctx0" brushRef="#br0" timeOffset="160260.4">26162 13996 0,'0'0'0,"41"-40"78,-1 40-78,0 0 32,0 0-32,0 0 0,0 40 0,0-40 15,0 0-15,41 0 0,-41 40 0,0-40 0,0 0 16,0 40-16,0-40 0,0 0 16,1 0-16,-1 40 0,0-40 0,0 0 15,0 0 1,-40 41-1,0-1 1,0 0 0,0 0-1,0 0-15,0 0 0,0 0 16,0 0-16,-40 0 0,40 1 0,0-1 16,-40-40-16,40 40 0,0 0 15,-40 0-15,40 0 0,-40 0 0,40 0 0,0 0 16,-41 41-16,41-41 15,0 0-15,0 40 0,-40-40 0,40 0 0,0 0 16,0 0-16,0 41 0,-40-41 16,40 0-16,0 0 0,0 0 0,0 0 0,0 0 15,0 40-15,0-39 0,0-1 0,0 0 0,0 0 16,0 0-16,40 0 16,-40 0-16,0 0 0,0 0 0,0 41 0,0-41 15,0 0-15,0 0 16,0 0-16,0 0 0,0 0 0,0 0 0,0 0 15,0 1 1,0-1-16,0 0 0,0-40 0,0 40 0,0 0 16,-40 0-16,40-40 0,0 40 15,0 0-15,-40 0 0,40 1 0,0-1 16,40-40-16,-120 40 0,80 0 0,0 0 16,40-40-16,-80 40 0,40 0 15,0 0-15,0 0 16,0 0-1,0 1-15,-40-1 16,40 0 0,0 0-16,0 0 0,40 0 15,-40 0-15,40 0 16,-40 0 0,0 1 15,0-1-16,0 0 1,0 0 0,-40-40-1,40 40-15,0 0 16,-40-40 0,40 40-16,-40-40 15,40 40-15,-40 0 16,-1 0-1,41 1 17,-40-41-32,40 40 15,0 0 17,-40-40-17,40 40-15,0 0 16,-40-40-1,80 0-15,-80 0 16,40 40-16,-40-40 0,40 40 63,0 0 15,0-80-78,-40 40 0,40 40 15,-40-40 1,0 0 15,-1 0-15,1 0-1,0 0-15,0 0 16,0 0-16,0 0 0,0 0 0,0 0 16,-1 0-16</inkml:trace>
  <inkml:trace contextRef="#ctx0" brushRef="#br0" timeOffset="112170.75">23033 3128 0,'-41'0'0,"1"0"78,80 0-78,-80-40 0,80 120 16,-80-80-16,80 40 0,-40 40 0,0-40 15,0 0 1,0 0-16,0 0 0,41 1 0,-41-41 16,40 40-16,-40-40 0,0 40 15,40 0-15,0 0 0,-40 0 16,40 0-16,0-40 0,-40 40 15,40-40-15,0 0 16,-40 40-16,41-40 0,-1 0 16,-40 41-16,40-41 15,0 0-15,0 0 0,0 0 16</inkml:trace>
  <inkml:trace contextRef="#ctx0" brushRef="#br0" timeOffset="112540.8">23514 3569 0,'-40'0'16,"80"0"-16,-120 0 15,80 40 16,0 0-31,0 0 16,0 0-16,0 0 0,-80 121 16,160-282-16,-80 162 15,-40-41-15,80 40 0,0-40 16,-40 40-16,0-40 0,0 40 16,40 0-16,-40-40 0,0 40 0,80-40 15,-160 40 1,80 0-1,-40-40-15,0 40 0,0-40 0,0 40 16,40-40-16,-41 0 16,41 41-16,-40-41 0,0 0 0,40 40 15,-40-40 1</inkml:trace>
  <inkml:trace contextRef="#ctx0" brushRef="#br0" timeOffset="114180.7">27125 2125 0,'0'0'0,"0"40"172,0 0-172,0 0 16,0 0-16,0 1 0,0-1 15,0 0 1,0 0-16,0 0 0,0 0 16,0 0-16,0 0 15,0 0-15,0 0 16,-40-40-16,40 41 16</inkml:trace>
  <inkml:trace contextRef="#ctx0" brushRef="#br0" timeOffset="115200.57">29212 2125 0,'-40'0'0,"40"0"0,40 0 78,0 0-62,0 0-1,0 0-15,1 40 0,-1-40 16,-40 40-1,40-40-15,-40 40 0,40-40 0,-40 40 16,0 1 0,0-1-16,-40 0 15,0-40 1,40 40-16,-40 0 0,-1-40 16,1 40-1,80-40 32,-40 0-31,41 0-16,39 0 15,0 0-15,-40 0 0,0 0 16,0 0 0,1 0-16,-1 0 0,0 0 0,0 0 15</inkml:trace>
  <inkml:trace contextRef="#ctx0" brushRef="#br0" timeOffset="116020.6">31098 2125 0,'-201'80'0,"402"-160"16,-241-80-16,80 320 0,0-160 31,0 0-15,-40-40 0,40 40-16,0 0 15,-40-40-15,41 40 0,-1 0 16,0 0-16,0 0 15,0 0-15,0 40 0,0-40 0,-80 0 16,120 40-16,-39 0 16,-41 0-16,0-40 15,0 40-15,0 0 16,-41-40-16,41 41 0,-40-41 16,0 40-16,0-40 15,0 0-15,40 40 0,0-40 0,-40 0 16,40 40-16,0 0 31,40-40-31,0 0 0,0 0 16,0 0-1,0 0-15,41 0 0,-121 0 0,240 0 16,-400 40-16,240-40 16,-40 40-16,0 0 0,0 0 15,-40 0-15,-41-40 0,41 41 16,0-41-16,0 0 15,0 0-15,0 0 0,-41 40 0,41-40 0,0 0 16,0 0-16,0 40 0,0-40 16,0 0-16,0 40 0</inkml:trace>
  <inkml:trace contextRef="#ctx0" brushRef="#br0" timeOffset="116830.54">27286 3809 0,'-40'0'16,"40"0"-1,-40 0 17,0 0-17,-1 41-15,1-41 0,-40 40 32,80-40-32,0 40 0,-80 0 15,40 0-15,40-40 31,120 0-15,81 40 0,-81-40-1,161 0 1,-201 0 0,-40 0-1</inkml:trace>
  <inkml:trace contextRef="#ctx0" brushRef="#br0" timeOffset="117060.53">27446 3890 0,'0'0'16,"0"-40"-16,-40 40 15,40 40 32,0 0-47,0 0 16,0 0-16,0 0 0,0 0 0,0 0 15,0 0-15,0 0 16,-40 1-16,40-1 0,0 0 0,-40-40 16,40 40-16</inkml:trace>
  <inkml:trace contextRef="#ctx0" brushRef="#br0" timeOffset="117850.4">29814 3809 0,'-80'0'79,"80"41"-79,0-1 15,-40-40-15,40 40 0,0 0 16,0 0-16,0 0 15,0 0-15,0 0 0,40 0 16,-40 0 0,40 1-16,0-1 0,-40 0 15,0 0 1,-40 0-16,0-40 16,0 0-1,-1 0-15,1 40 0,0-40 0,0 0 0,0 0 16,0 0-16,0 0 0</inkml:trace>
  <inkml:trace contextRef="#ctx0" brushRef="#br0" timeOffset="118000.4">29734 3970 0,'80'-80'15,"-120"120"-15,200-161 16,-39 121-1,119-40-15</inkml:trace>
  <inkml:trace contextRef="#ctx0" brushRef="#br0" timeOffset="118470.37">31419 3729 0,'0'-40'16,"-40"40"0,40 40-16,-40-40 15,40 40-15,-40-40 0,40 81 16,-41-41-16,1 0 0,40 0 0,0 0 16,0 0-16,0 0 15,0 0-15,0 0 0,0 0 0,40 1 16,1-41-16,-41 40 0,40-40 15,0 0-15,0 0 16,0 0-16,0 0 16,-40-40-1,-40 40-15,-40 0 16,40-41-16,0 41 16,-1 0-16,1 0 0,0 0 0,0 0 0,0 0 15,0 0-15,40 41 0</inkml:trace>
  <inkml:trace contextRef="#ctx0" brushRef="#br0" timeOffset="119350.32">27125 5293 0,'-40'0'15,"80"0"32,1 0-47,-1 0 0,-40-40 16,40 40-16,0 0 0,-40-40 15,40 40-15,0 0 0,0 0 16,0-40-16,1 40 16,-41 40 30,0 0-46,0 0 16,0 0-16,-41 1 16,41-1-16,0 0 0,0 0 0,-40-40 0,40 40 15,0 0-15,0 0 0,0 0 16,0 0-16,-40-40 0,40 40 16,-40 1-16,40-1 15,0 0-15,0 0 16</inkml:trace>
  <inkml:trace contextRef="#ctx0" brushRef="#br0" timeOffset="119580.3">27125 5734 0,'0'0'0,"-40"-40"32,201 0-17,39 0 1,-119 40 0,-1 0-1</inkml:trace>
  <inkml:trace contextRef="#ctx0" brushRef="#br0" timeOffset="120190.34">29734 5173 0,'0'40'47,"0"0"-32,-40-40-15,40 40 0,-41 0 0,41 1 16,0-1-16,-40 0 16,40 0-16,-80 0 0,40-40 0,40 40 0,-40 0 0,40 0 15,-40-40-15,40 40 0,0 0 16,0 1-1,40-41-15,40 0 16,-40 0 0,0 0-16,0 0 0,1 0 0,-41-41 15,40 41-15,-40-40 16,0 0-16,0 0 16,0 0-1,-40 40-15,40-40 0,-41 0 0,41 0 16,-40 40-16,40-40 0,0 0 0,-40-1 0,40 1 15,0 0-15,-40 0 16,40 0-16,0 0 0,0 0 16,40 40-1,-80 0-15,80 0 0,0 0 16,0 0 0,1 0-16,-1 0 0</inkml:trace>
  <inkml:trace contextRef="#ctx0" brushRef="#br0" timeOffset="120750.23">31138 5013 0,'-40'0'16,"80"0"-16,-160 0 15,80 0-15,40 40 0,-41-40 16,41 40-1,0 0-15,0 0 0,-40-120 0,80 200 16,-40-80-16,0 0 16,41-40-16,-1 0 15,0 0 1,-40-40-16,0 0 16,40 40-1,-40-40-15,0 0 0,0 0 0,40 0 16,-40 0-16,40 40 15,-40 40 1,40-40-16,-40 80 16,0-40-16,40-40 15,-40 40-15,0 0 0,0 0 0,0 0 0,0 1 16,0-1-16,0 0 16,0 0-16,-40 0 0,40 0 0,-80 0 15,40 0-15,0 0 0,0-40 0,0 40 16,40-40-16,-41 0 0,1 41 15,0-41-15,0 0 0,0 0 0,-40 0 0,40 0 16,-1 0-16</inkml:trace>
  <inkml:trace contextRef="#ctx0" brushRef="#br0" timeOffset="123218.81">22872 15640 0,'0'0'0,"-40"0"78,0 0-78,0 0 31,0 0-31,-1 0 32,1 0-32,80 0 0,-120 0 0,120 0 15,-80 0 1,0 0 0,0 0-1,0 0 1,0-40-16,40 80 15,0 1-15,-40-41 16,-1 0-16,1 40 31,40 0-31,-40-40 0,0 0 16,40 40-16,-40-40 16,40 40-16,-40 0 0,40 0 15,-40-40-15,40 40 0,-40-40 0,40 40 16,-41 1-1,41-1 1,0 0 0,0 0-1,41-40 1,-82 40 0,41 0-1,0 0 32,0 0-47,0 0 16,0 0-16,41-40 47,-41 41-32,40-41-15,0 0 31,-80 0-31,80 0 0,0 0 16,-80 0-16,80 0 16,-40 40-16,40-40 15,-40 40-15,40-40 0,0 0 32,0 0-32,-40-40 15,41 40-15,-1 0 16,0 0-16,0 0 15,0-40 1,0 40-16,0 0 16,0 0-16,1 0 15,-1 0 1,0 0-16,-40-41 16,40 41-1,-40-40-15,40 40 0,-80 0 0,80 0 16,0-40-16,-40 40 0,40 0 15,-40 0-15,40 0 0,-40 0 0,0-40 16,41 40 15,-41 0-31,160-40 0,-280 80 16,120-80-16,40 40 16,-40-40-16,40 40 0,-40-40 0,40 40 31,-40-40-31,40 40 0,-40-40 0,40 0 31,-40-1-15,0 1-16,0 0 15,0 0 1,40 40-16,-40-40 0,0 0 16,0 0-1,0 0 1,0 0 31,-40 40-47,0 0 31,40-41-31,-40 41 16,40-40-1,-40 40 1,0 0-16,0 0 15,40 0-15,-40 0 16,40 40-16,-41-40 0,41 0 16,-40 41-16,80-82 15,-120 82-15,120-82 0,-120 82 0,40-41 16,0 0 0,0 0-1,0 0-15</inkml:trace>
  <inkml:trace contextRef="#ctx0" brushRef="#br0" timeOffset="123768.84">23233 15480 0,'-40'0'16,"0"0"-16,80 0 62,-40 40-62,0 0 16</inkml:trace>
  <inkml:trace contextRef="#ctx0" brushRef="#br0" timeOffset="125693.64">27446 2005 0,'-40'0'15,"40"40"48,0-80-48,0 0-15,-40 40 16,40-41 0,-40 41-1,0 0 32,0 0-31,0 0 46,0 0-46,-1 0-16,1 0 0,0 0 31,40 41 16,-40-41-47,0 40 16,0-40-1,40 40-15,-40-40 16,40 40 0,40-40-16,-120 0 0,80 40 15,-41-40 1,41 40-1,0 0 1,-40-40-16,40 40 16,0 0-16,-40-40 15,40 41-15,0-1 0,-40-40 16,40 40-16,0 0 0,0 0 16,0 0-1,0 0-15,0 0 0,0-80 16,0 80-16,0 0 15,0 0-15,0 1 16,0-1 0,40-40-16,-40 40 0,40 0 15,0 0 1,1-40 0,-1 0-1,0 0 1,0 40-16,0-40 0,0 0 15,0 0 1,0 0-16,1 0 16,-1 0-1,0 0-15,0 0 0,0 0 16,0 0-16,0 0 0,0-40 16,1 40-16,-1-40 15,0 40-15,0 0 31,0 0-31,-40-40 16,0 0 0,40 40-1,-40-40-15,40 40 0,-40-41 32,0 1-32,40 40 31,-40-40-31,41 40 15,-41-40 1,0 0 0,0 0-1,0 0-15,0 0 16,40 0-16,-40 0 31,0-1-31,40 41 0,-80 0 0,40-40 16,40 0-16,-120 80 15,80-80-15,-41 40 0,41-40 32,-40 40-32,40-40 15,-160-241-15,280 562 0,-120-321 32</inkml:trace>
  <inkml:trace contextRef="#ctx0" brushRef="#br0" timeOffset="127963.56">26082 2285 0,'-40'0'0,"80"0"172,-80 0-156,40-40-16,-40 40 78,0 0-62,0 0-1,40 40 32,-40 1-31,40-1-16,0-80 0,0 80 0,0 0 31,0 0-15,0 0-1,0 0 1,40 0 15,-40 0-15,40-40-16,0 0 15,-40-40 1,0 80-16,40-40 16,40 0-16,-160 0 15,120 0 1,-40-40 0,40 40-1,-40 0-15,40 0 16,1 0-16,-41-40 0,40 0 15,-40 0 1,40 0-16,-80 40 16,40-40-1,40 40 1,-40-40-16,40 40 16,-80 0-16,40-41 15,0 1-15,0 0 31,0 0-15,-40 40 0,0 0-1,-1 0-15,1 0 32,0 0-32,0 0 0,0 40 15,0-40 1</inkml:trace>
  <inkml:trace contextRef="#ctx0" brushRef="#br0" timeOffset="128943.46">25801 3609 0,'0'-40'0,"0"80"0,0-80 0,0 80 15,-40-40 1,120-80-16,-160 160 16,160-200-1,-160 240-15,80-80 78,0 0-78,0 0 16,80 0 0,-80 0-16,0 1 0,0-1 0,0 0 15,0 0-15,0 0 0,0 0 0,0 0 16,0 0-16,0 0 16,0 0-16,0 1 0</inkml:trace>
  <inkml:trace contextRef="#ctx0" brushRef="#br0" timeOffset="130153.43">28289 2446 0,'0'-40'47,"0"80"-47,40-40 31,-80 0-31,40-80 0,0 160 0,40-40 63,-40 40-48,40-160-15,0 80 16,-40 0 0,41 0-16,-1 0 0,0 0 15</inkml:trace>
  <inkml:trace contextRef="#ctx0" brushRef="#br0" timeOffset="130643.36">28730 2245 0,'0'40'78,"0"-80"-63,0 80 32,0 1-31,41-1-16,-1-40 15,-40 40-15,0 0 0,0 0 16,0 0 0,0 0-16</inkml:trace>
  <inkml:trace contextRef="#ctx0" brushRef="#br0" timeOffset="131413.35">28209 3850 0,'-40'0'15,"-121"40"1,322-80-16,-121 200 47,-40-320-47,40 160 15,-80 0-15,80 0 16,241 120 0,-522-240-16,281 120 0,0 0 0,0 0 15,1 0-15</inkml:trace>
  <inkml:trace contextRef="#ctx0" brushRef="#br0" timeOffset="131683.26">28771 3569 0,'0'40'47,"0"0"-31,0 0-16,0 0 0,0 0 15,0 0-15,0 1 16,0-1-16</inkml:trace>
  <inkml:trace contextRef="#ctx0" brushRef="#br0" timeOffset="135593.04">26162 882 0,'0'40'110,"0"-80"-95,0 0 1,-40 40 140,40-81-140,0 162 0,40-81-16,-80 0 0,80 0 31,-80 0-31,0 0 31,80 0-31,-80 0 16,40-40-16,0 80 0,0-80 15,0 80-15,40-40 0,-80 0 16,-40 0-16,120 0 0,-40 40 16,0-40-16,-40 0 31,80 0-31,0 0 31,-80 0-15,120 80-16,-160-160 0,80 160 0,0-160 0,-40 120 15,80-80-15,-80 40 0,40-40 16,0 80-16,-40-40 62,40-40-46,-40 120-16,-41-80 0,162 0 0,-121 0 16,40 40-16,-161 40 0,322-160 0,-202 80 0,41 40 15,0 0 1,-40-40-16,40 40 0,0 0 16,0 0-1,0 1-15,0-1 16,0 0-1,40 0-15,-40 0 16,41-40-16,-1 0 16,-40 40-16,40-40 0,0 0 15,0 0-15,0 0 16,-40-40 0,40 0-16,-40 0 15,40 40-15,-40-40 0,0 0 16,0-1-16,0 1 0,41 0 15,-41 0-15,0 0 16,0 0-16,0 0 0,0 0 0,0 0 16,0 0-16,0-1 15,0 82 32,-41-41-31,41 40-16</inkml:trace>
  <inkml:trace contextRef="#ctx0" brushRef="#br0" timeOffset="136523.04">27647 1002 0,'-80'0'31,"160"0"-31,-120 0 32,-121-40-32,322 80 0,-362-160 15,402 240-15,-201-160 0,0 80 16,-40 0 15,80-80-15,0 40 171,-80 0-187,40 40 94</inkml:trace>
  <inkml:trace contextRef="#ctx0" brushRef="#br0" timeOffset="137292.94">28048 1082 0,'0'0'0,"0"40"62,0-80-46,-40 40 62,40 40-47,0-80-15,0 80-1,0-80-15,-80 40 0,160 0 0,41 80 0,-242-160 16,121 0-16,0 160 16,40-80-1,0 0-15,-80 0 0,80 0 0,1 0 16,-1 0-16,0 0 16,0 0-16,0 0 0,0 0 0,0 0 0,0 0 15,1-40 1,-1 40-16,-80 0 15,80 0 1,-80 0-16,80 0 0,-80 0 0,80 0 0,-80 0 16</inkml:trace>
  <inkml:trace contextRef="#ctx0" brushRef="#br0" timeOffset="138022.87">28650 842 0,'0'0'0,"-40"0"47,80 0-47,-80 0 0,80 0 16,0 0 46,-80 0-62,40-40 63,0 80-63,0 0 0,0 0 0,0 0 15,0 0-15,0 0 16,0 0-16,0 40 0,0-39 0,0-1 0,0 40 16,40-40-16,-40 0 0,0 0 0</inkml:trace>
  <inkml:trace contextRef="#ctx0" brushRef="#br0" timeOffset="139052.9">24076 1002 0,'-40'0'15,"80"0"-15,-40-200 47,0 400-47,40-200 16,-40 0-16,0-40 15,40 80-15,0-40 16,0 40-16,0-40 0,1 0 16,-1 0-16,0 0 0,0 0 15,0 0-15,0 0 16</inkml:trace>
  <inkml:trace contextRef="#ctx0" brushRef="#br0" timeOffset="139292.82">24918 721 0,'0'40'46,"0"1"-30,0-1-16,41 0 0,-41 0 16,0 0-16,0 0 15</inkml:trace>
  <inkml:trace contextRef="#ctx0" brushRef="#br0" timeOffset="140312.81">24597 1965 0,'41'0'0,"-82"0"15,82 0 16,-82 0-31,41 40 16,41-40 0,-82 40-16,41 0 0,0 0 15,0 0 1,0-40-16,0 40 0,0 0 0,41-40 16,-82 40-16</inkml:trace>
  <inkml:trace contextRef="#ctx0" brushRef="#br0" timeOffset="140972.78">24557 3569 0,'0'0'31,"-40"0"-15,80-40 15,-80 80-16,80-40-15,0 0 16,-80 0-16,121-40 0,-122 80 16,41-40-16,0 40 0,0 0 15,41-40-15,-41 40 0,0 0 16,0 0-16,0-40 16,0 40-16,0 1 0,0-1 0,-41 0 15,41 0-15,-40 0 0,40 0 16,-40-40-16,40 40 0,0 0 0</inkml:trace>
  <inkml:trace contextRef="#ctx0" brushRef="#br0" timeOffset="144582.49">27366 1884 0,'40'0'0,"-80"0"0,40-40 47,0 80-32,0-80 1,0 80-16,0-80 0,-40 40 0,40 40 16,-40-80-16,-40 40 0,160 0 15,-120 80-15,40-160 16,-40 80-16,80 0 0,-80 0 0,40 0 0,-40 0 16,40-40-16,-41 40 15,41-40-15,-40 40 0,40-80 16,0 120-16,-40-80 15,40 80-15,-40-80 16,0 40-16,0-40 16,0 40-16,0 0 0,80 40 0,-121-80 15,41 40-15,80 40 0,-120-40 0,40 0 32,40 0-32,161 321 0,-322-642 0,201 321 0,-80 0 15,0 0-15,40 0 0,0 40 16,-40-80-16,0 40 15,0 0 1,-41 0-16,41 0 16,0 0-16,40 40 0,-40-40 0,0 0 0,0 0 15,40 40-15,-40-40 0,-1 0 16,1 0-16,40 40 31,-40 0 0,0-40 1,0 40-32,0 0 15,0-40-15,40 41 0,-40-41 16,-1 40 0,41 0-16,-40-40 15,40 0-15,-40 40 16,-40 40-16,120-160 0,-80 80 0,80 40 15,-80-40-15,0 0 0,0 0 16,40 40-16,-40-40 0,-1 40 0,1-40 16,40 40-16,0 0 15,0 1 1,0-1 0,0 0-16,0 0 15,0 0-15,0 0 0,0 0 16,0 0-1,0 0-15,0 0 0,40 1 16,-40-1-16,0 0 0,0 0 16,41-40-16,-41 40 15,40-40-15,-40 40 0,40 0 0,0 0 16,0 0 0,-40 1-16,40-41 0,-40 40 0,40-40 15,-40 40-15,40-40 0,1 40 16,-1-40-16,0 40 0,0-40 15,-40 40-15,40-40 16,0 0-16,-40 40 0,40-40 0,0 0 0,1 40 16,-1-40-16,0 0 0,0 0 0,0 0 15,0 0-15,0 0 0,0 0 16,1 0-16,-1 0 0,0 0 0,0 0 0,0 0 16,0 0-16,-40-40 15,40 40-15,0 0 0,1 0 0,-1 0 16,0-40-1,0 40-15,0 0 0,0-40 0,0 40 16,0 0-16,1 0 0,-1 0 0,-40-40 0,40 40 16,0 0-16,0 0 15,0 0-15,-40-40 0,40 40 0,0 0 16,1-40 0,-1 40-16,-40-40 0,0-1 15,0 1 1,40 0-16,-40 40 0,40-40 15,-40 0-15,0 0 16,0 0-16,40 40 16,-40-40-16,0 0 0,0-1 15,0 1 1,0 0-16,0 0 0,0 0 16,40 0-16,-40 0 15,0 0-15,0 0 0,0 0 16,0-1-1,0 1-15,0 0 0,0 0 16,-40 40-16,40-40 0,0 40 0,0-40 16,0 40-16,0-40 0,-40 0 15,40 0-15,0-1 0,0 1 16,0 0 0,0 0-16,0 0 15,0 80-15,-40-40 16,40-40-16,-40 40 0,40-40 15,-40 40-15,-1 0 16,41-40-16,-40 40 0,0 0 16,0 0-16,0 0 0,0-40 15,0 40-15,0 0 16,-1 0-16,1 0 0,0 0 0,0 0 16,0 0-1,0 40-15,0-40 0</inkml:trace>
  <inkml:trace contextRef="#ctx0" brushRef="#br0" timeOffset="147512.38">29493 1924 0,'-120'0'0,"240"0"0,-281-80 15,322 160-15,-281-120 16,200 40-16,-120 0 15,40-40-15,40 120 32,-80-160-32,40 120 0,0-80 0,80 40 0,-160 0 0,120-40 15,-80 80-15,200-80 16,-320 80-16,120-40 31,80 0-31,-121 0 16,162 0-1,-162 40 1,162-80-16,-162 40 31,162 0-31,-41 40 16,-80-80-16,0 80 0,80-80 16,-161 40-16,242 0 0,-161 40 31,80-80-31,-121 80 15,162-80-15,-81 80 16,0-80 0,40 120-16,-80-160 0,0 80 31,80 0-31,120 0 0,-320 0 0,160-120 0,0 240 0,120-120 16,-240 0-16,120 40 15,0-80-15,0 80 0,0-80 16,-40 40-1,40-40 32,40 40 47,-80 0-94,160 0 47,-240 0-47,79 0 47,82 0-47,-1-80 62,-121 160-62,122-80 110,-82 0-110,1-40 31,80 40-31,-80 0 0,0 0 16,0 0-1,0 0-15,40 0 0,0-40 16,-40 40-16,120-40 15,-160 80-15,40-40 0,0 0 16,40-40 0,-41 80-1,82-40-15,-82 0 0,1 0 0,40 0 0,-40 0 16,0 0-16,40 0 16,-40 0-16,120-80 0,-200 160 0,240-200 15,-240 240-15,200-120 16,-200 0-16,120 40 15,-41-40 1,1 40-16,-40-40 16,120 0-16,-80 0 0,40 40 15,-40-40-15,0 0 16,40-40-16,-40 80 0,40 0 0,-40-40 16,-1 0-16,1 0 15,40 40-15,0-80 0,-40 80 0,0-40 16,40 41-1,40-41-15,-80 0 0,0 0 16,40 40-16,40-80 0,-80 80 0,0-40 0,40 40 16,0-80-16,0 80 0,-40 0 15,40-40-15,-40-80 0,40 200 0,0-160 16,0 80-16,-41 0 0,41-120 0,0 160 16,0-40-16,-40-40 0,40 40 0,-40-40 15,80 0-15,-40 40 16,-40-40-16,40 41 0,0-1 0,0-121 15,0 202-15,-40-362 16,80 522-16,-80-281 0,80 0 0,0 40 0,-40-40 16,0 40-16,40-40 0,-40 40 0,41-40 15,-41 40-15,40-40 16,0 40-16,0-40 0,-40 40 0,40 1 0,0-41 0,40-41 16,-80 162-16,41-121 15,-1 0-15,0 40 0,-40-40 0,40 0 0,0 0 16,-40 40-16,40-40 0,0 0 15,0 0-15,-40 40 16,41-40-16,-1 0 0,0 0 16,0 0-1,0 0-15,0 0 0,0 0 0,1 0 16,-1 0-16,0 0 0,0 0 16,0 0-16,0-40 0,0 40 15,0 0 1,1-40-16,-1 40 15,0-40-15,0 40 16,0-40-16,0 0 16,0 40-16,0-41 15,-40 41-15,41-40 0,-41 40 16,40-40-16,-40 0 0,40 40 0,-40-40 0,0 0 16,40 40-16,-40-40 15,0 0-15,0 0 0,40 40 0,-40-40 16,0-1-1,0 1-15,0 0 16,0 0 0,0 0-1,-40 40-15,40-40 0,0 0 0,-40 0 16,0 0 0,0-1-16,-1 1 0,1 0 0,0 40 15,0-40-15,0 40 0,0-40 16,-40 40-16,39 0 0,1 0 0,0 0 0,0 0 15,-40 0-15,40 0 16,0 40-16,-1-40 0,-39 40 0,40 0 0,0 0 16</inkml:trace>
  <inkml:trace contextRef="#ctx0" brushRef="#br0" timeOffset="150652.15">27607 3569 0,'-40'0'15,"0"0"1,0 0 31,-1 0-16,1 0-31,40-40 0,-40 40 0,0 0 16,0 0-1,0 0 1,0 0-1,0-81-15,80 162 16,-80-81-16,-1 0 0,1 0 0,40 40 16,-40-80-16,0 40 15,40-40-15,-40 40 0,0 0 16,40-41-16,-80 41 16,120 0-16,-80 0 0,40 0 15,-81 0-15,162 0 0,-122-80 16,82 120-16,-82-40 0,-119-160 15,320 320-15,-240-160 0,160 0 16,-120 0-16,40 0 0,-40 0 16,0 0-16,40-80 0,0 160 15,-40-80 1,0 0-16,0 0 16,0-40-1,-1 40 1,1 0-1,0 0 1,0 0 15,0 0-15,0 0 0,0 0-1,0 0 1,-1 0-16,82 0 0,-82 0 0,1 0 31,0 40-31,0-40 16,0 40-16,0-40 0,0 0 15,0 41 1,-1-41 0,1 0-1,40 40-15,-40-40 31,0 0-31,0 40 16,0-40-16,40 40 0,-40-80 16,0 80-16,40-40 15,-41 0-15,41 0 0,-40 40 0,80-40 16,-80 0-16,121-80 0,-162 160 16,41-80-16,40 40 0,40-40 15,-120 40-15,80 0 16,0 0-1,0 1 1,0-1-16,0-80 0,0 80 16,0 0-16,0-40 0,0 40 0,0-40 0,0 40 15,40 0-15,-40 0 16,-40 0-16,80-40 0,-40 40 16,-80-40-16,160 0 0,-80 40 15,0 1-15,40-1 0,0 0 31,1 0-31,-1 0 0,0-40 0,0 0 16,0 40-16,0-40 0,0 40 0,0-40 0,1 0 16,-1 0-16,0 40 0,0-40 15,0 0-15,0 40 0,0-40 0,0 0 0,1 0 16,-1 41-16,0-41 16,0 0-16,0 0 15,0 0-15,0 0 0,0 0 16,1 0-16,-1 0 0,0 0 15,0 0-15,0 0 16,0 40-16,0-40 0,0 0 16,1 0-16,-1 0 0,0 0 15,-80 0-15,120 0 16,-40 0-16,-40-40 0,40 40 16,-40 0-16,40 0 15,-40-41-15,0-39 0,81 160 0,-81-120 0,40 40 16,0 0-16,0 0 0,-80 0 15,120 0-15,-40-40 0,-40 40 0,40 0 0,0-40 16,-40 0-16,41 40 16,-41-40-16,40 40 15,-40-40-15,40 0 16,-40 0 0,0-1-16,0 1 15,0 0 1,40 40-16,-40-40 0,0 0 0,40 0 15,-40 0-15,0 0 16,0 0-16,0 0 16,0-1-16,0 1 0,0 0 15,-40 0 1,40 0-16,0 0 0,-40 0 16,0 40-1,40-40-15,-40 40 0,-1 0 16,1 0-16,40-40 15,-40 40-15,0 0 0,0 0 0,0 0 16,0 0-16,0 0 0,40 40 16,-41-40-16</inkml:trace>
  <inkml:trace contextRef="#ctx0" brushRef="#br0" timeOffset="152512.09">30015 3448 0,'0'-40'16,"-81"40"0,81 0-16,0-40 15,-40 0 1,40 0 0,-40 40-1,40-40 1,-40 40-16,0 0 0,0-40 31,0 40-31,-1 0 0,1 0 0,0 0 16,0-40-16,0 40 0,0 0 15,0 0 1,40-40-16,-40 40 0,-1 0 16,1 0-1,0 0-15,0 0 0,0 0 0,0 0 16,0 0-16,0 0 15,-1 0-15,-39 0 0,120 0 0,-80 0 0,-40 0 16,80 40-16,-40-40 0,0 0 16,-1 0-1,1 0-15,40 40 16,-40-40-16,0 0 16,0 40-16,0-40 0,40 40 15,-40-40 1,0 0-16,40 40 0,0 0 15,0-80-15,-41 40 0,1 0 16,80 40-16,-80-40 0,40 40 16,-40-40-16,40 0 0,0-120 0,0 280 15,80-160-15,-200 41 16,160-41-16,-80 0 0,0 40 0,40 0 16,-40-40-16,40 40 15,-40 0-15,40 0 16,0 0-1,0 0-15,0 0 16,0 1-16,0-1 16,0 0-1,0 0-15,0 0 16,40-40 0,-40 40-16,0 0 0,40-40 0,-40 40 15,40-40 1,0 40-16,0 0 0,-40 1 31,40-41-31,-40 40 0,41-40 16,-41 40-16,40 0 0,0-40 15,-40 40 1,40-40-16,-40 40 0,0 0 0,40-80 16,0 40-16,-80 40 15,80-40-15,0 0 0,-40 40 0,40-40 16,-40 40-1,41-40-15,-1 0 0,0 0 0,0 0 16,0 0-16,0 0 16,0 0-1,1 0-15,-1 0 16,0 0 0,0 0-16,0 0 0,0 0 15,0 0 1,0 0-16,-80 0 0,121 0 15,-41 0-15,0 0 16,-40-40-16,40 40 0,0 0 16,0 0-16,-40-40 0,40 40 15,0 0 1,1-40-16,-1 40 16,0-40-16,0 40 15,-40-40 1,40 40 15,-40-40-31,40 40 16,0-40-1,0 40-15,1-40 32,-1 40-32,-40-41 15,40 41 1,-40-40-16,0 0 31,40 0-15,-40 0-16,0 0 15,40 40 1,-40-40-16,0 0 16,0 0-1,0 0-15,0-1 16,0 1-1,0 0-15,-40 0 16,40 0-16,-40 40 0,40-40 16,-40 40-16,40-40 15,-40 0-15,40 0 0,-41-1 16,1 1 0,40 0-16,-40 40 0,40-40 15,-40 40 1,40-40-1,-40 40 1,-40 0-16,120 0 0,-80 0 0,0 0 0,-41 0 16,1 0-16</inkml:trace>
  <inkml:trace contextRef="#ctx0" brushRef="#br0" timeOffset="159091.62">27687 7780 0,'40'0'62,"0"0"-46,1 0 15,-1 0-31,0 0 0,0-40 16,0 40-16,0 0 15,0-40 1</inkml:trace>
  <inkml:trace contextRef="#ctx0" brushRef="#br0" timeOffset="159521.67">28249 7539 0,'0'-40'16,"0"0"-16,120 0 15,-80 40 1,41-40 0,-41 40-1,0 40 1,0 80 15,-80 1-15,0-81-1,0 40-15,-41 0 16,41-40 15,80-40-15,41-40 0,-41 40-1,0 0 1,80 40-1,-39 0 1,-1 0 0</inkml:trace>
  <inkml:trace contextRef="#ctx0" brushRef="#br0" timeOffset="159791.57">29011 7740 0,'41'0'0,"-1"0"16,0 40 0,0-40-1,80 40 1,1-40-1,-81 0 1,40-40 0,-40 40-1</inkml:trace>
  <inkml:trace contextRef="#ctx0" brushRef="#br0" timeOffset="160171.63">29493 7459 0,'0'0'0,"0"40"94,0 0-94,0 0 16,0 0-1,0 1-15,0-1 0,0 0 16,0 0-16,0 0 16,0 0-1,0 0 1,40-40-16</inkml:trace>
  <inkml:trace contextRef="#ctx0" brushRef="#br0" timeOffset="160671.51">30376 7499 0,'0'0'0,"-40"0"16,40 40 31,0 0-47,-41-40 0,1 40 15,40 1-15,-40-41 16,0 40-16,0 0 16,40 0-16,0 0 31,40-40-31,-40 40 16,40-40-16,0 0 15,0 0 1,1 0-1,-1 0-15,0 0 0,0 0 16,0-40-16,0 40 0,0 0 16,0 0-16,1 0 15,-1 0-15,0 0 0</inkml:trace>
  <inkml:trace contextRef="#ctx0" brushRef="#br0" timeOffset="162061.51">29493 7900 0,'40'0'31,"0"0"-15,-40-40-1,40 40-15,-40-40 0,40 40 63,1 0-48,-1 0 1,0 0 0,0 0-1,0 0 1,0 0 0,-40-40-16,40 40 0</inkml:trace>
  <inkml:trace contextRef="#ctx0" brushRef="#br0" timeOffset="162521.49">29814 7860 0,'0'-40'15,"0"0"16</inkml:trace>
  <inkml:trace contextRef="#ctx0" brushRef="#br0" timeOffset="162891.4">29533 7700 0,'-40'0'15,"40"40"16,40-40-31,-40 40 47,0 0-31,0 0 0,0 0-1,0 0-15,0 0 0,0 0 31,0 1-31,0-1 16</inkml:trace>
  <inkml:trace contextRef="#ctx0" brushRef="#br0" timeOffset="163511.43">30456 7619 0,'0'0'16,"0"-40"31,0 121-47,0-162 0,-40 81 16,80 0-16,-40 40 46,0-80-30,0 80 15,0 1-15,0-1-16,0 0 16,0 0-16,0 0 0,-40 0 15,40 0 1,0 0-16,0 0 15,0 0-15,0 1 16,0-1-16</inkml:trace>
  <inkml:trace contextRef="#ctx0" brushRef="#br0" timeOffset="164341.29">31299 7900 0,'-41'0'0,"82"0"31,-1 0-15,0 0-16,0 0 15,-80 0 79,40 40-63,40-40 1,0 0-32,40 0 0,-40 0 15,1 0-15,-1 0 16,0-40-16,0 40 15,-40 40 17,0-80-32,-40 40 15,0 0 1,0 0-16,-1 0 16,1 0-16,0 0 15,0 0-15,40 40 0,-40-40 0,0 0 0,0 0 16</inkml:trace>
  <inkml:trace contextRef="#ctx0" brushRef="#br0" timeOffset="165131.28">32342 7539 0,'40'0'16,"-80"40"47,80-80-48,-80 40-15,0 0 16,0 0-16,-1 0 0,1 40 15,40 0-15,-40-80 0,0 40 32,40 0-32,-40 40 15,40 1 48,0-1-48,0 0 1,0 0 0,0 0-1,0 0-15,0 0 16,0 0 0,40-40-16,-40 40 0,80-40 31,-40 40-31,1-40 15,-1 0-15,0 0 0,0 0 16,-40 41 0,40-41-16,-40 40 15,0 0 1,0 0 0,-40-40-1,40 0-15,-40 40 0,0-40 0,0 0 16,-1 0-16,1 0 0,-40 40 0,40-40 0,0 0 15,0 0-15,0 0 16,-1 0-16,1 0 0,0 0 0</inkml:trace>
  <inkml:trace contextRef="#ctx0" brushRef="#br0" timeOffset="166271.19">28289 8261 0,'-40'0'47,"40"-40"31</inkml:trace>
  <inkml:trace contextRef="#ctx0" brushRef="#br0" timeOffset="166941.16">30496 8341 0,'0'0'0,"40"0"16,0 0 15,-80 0 16,0 0-31,40 40-16,-40-40 0</inkml:trace>
  <inkml:trace contextRef="#ctx0" brushRef="#br0" timeOffset="168861.05">29653 9585 0,'0'-41'15,"0"82"126,-80-41-141,80 40 31,0 0-15,40-40 46,0 0-62,1 0 16,-1 0-16,0 0 0,0 0 15,0 0-15,0 0 0,0 0 16,0 0 0,1 0-16,-1 0 47,-40-40-16,0 80-16</inkml:trace>
  <inkml:trace contextRef="#ctx0" brushRef="#br0" timeOffset="169961.04">30496 9344 0,'-40'0'0,"80"0"79,0 0-48,0 0-16,0 0-15,1 0 16,-1 0 0,0 0-16,0 0 15,0 40 1,-40 0 0,0 0-1,0 0-15,0 0 16,-40-40-16,40 41 0,-40-41 0,40 40 15,-40-40-15,40 40 16,-40-40-16,40 40 0,-41-40 0,1 40 16,0 0-16,40 0 15,-40-40-15,80 0 47,0 0-31,0 0-16,1 0 15,-1 0-15,0 0 32,-40 40-32,40-40 15,0 0 1,-40 40-16,0 1 47,-40-41-47,0 0 15,40 40 1,-40-40-16,0 0 0,-1 0 0,1 0 16,40 40-1,-40-40-15,0 0 0,0 0 16,0 0 0,0 0-16,0 0 15</inkml:trace>
  <inkml:trace contextRef="#ctx0" brushRef="#br0" timeOffset="172800.87">1525 10868 0,'0'-40'31,"-40"40"-31,0 0 15,-1 0-15,1 0 16,40 40-16,-40-40 16,0 0-16,40 40 0,-40-40 0,0 0 15,0 0 1,0 0-16,-1 40 0,1-40 16,0 0-16,0 40 15,0-40-15,40 40 0,-40-40 0,40 40 0,-40-40 16,40 41-16,-40-41 0,40 40 0,0 0 15,-41 0 1,41 0-16,0 0 16,0 0-16,0 0 15,-40 0-15,40 1 0,0-1 0,0 0 0,0 0 16,0 0-16,-40 0 16,40 0-16,0 40 0,0-40 0,0 41 0,0-41 15,0 40-15,0-40 0,0 40 16,0 1-16,0-1 0,0-40 0,0 40 0,0 0 15,0 0-15,0-39 0,40 39 0,-40 0 0,0 0 16,0 0-16,0 1 16,0-1-16,40 0 0,-40 0 0,0 0 0,0-39 15,0 39-15,0 0 0,0 0 16,41 0-16,-41-39 0,0 39 0,0 0 0,0-40 16,0 0-16,0 40 15,0-40-15,0 41 0,40-1 0,-40-40 0,0 40 16,0 0-16,0-39 0,0 39 0,0 0 0,0 0 15,0 0-15,40 1 0,-40 39 16,0-40-16,0 0 0,0 1 0,0-1 0,0-40 16,0 40-16,0 0 15,0 0-15,0-39 0,0 39 0,0-40 0,0 40 16,0-40-16,0 0 0,0 0 16,40 41-16,-40-41 0,0 0 0,0 40 0,0-40 15,40 0-15,-40 0 16,0 0-16,0 1 0,0 39 0,0-40 0,0 0 15,0 0-15,0 0 0,0 0 0,0 0 0,0 1 16,0-1-16,0 0 0,0 0 16,0 40-16,0-40 0,0 0 0,0 0 0,0 0 15,0 1 1,0-1-16,0 0 0,0 0 16,0 0-1,40-40-15,-40 40 16,40-40-16,-40 40 0,0 0 31,40-40 0,1 0 1,-41-40-32,40 40 0,0 0 15,0 0-15,0 0 16,0 0-16,0 0 0,0 0 0,1 0 15,-1 0-15,0 0 0,0 0 0,0 0 0,0 0 16,0 0-16,0 0 16,1 0-16,-1 0 0,0 0 15,0 0-15,0-40 16,-40 0-16</inkml:trace>
  <inkml:trace contextRef="#ctx0" brushRef="#br0" timeOffset="173590.76">1124 12352 0,'0'-40'16,"-41"40"-16,82 0 94,-1 0-94,0 0 15,-40-40 1,40 40-16,0 0 0,0 0 0,0 0 16,0-40-16,1 40 0,-1 0 15,-40-41-15,40 41 0,0 0 16</inkml:trace>
  <inkml:trace contextRef="#ctx0" brushRef="#br0" timeOffset="174530.69">1766 11871 0,'0'-41'47,"40"41"-31,-40-40-16,40 40 31,0 0-16,0 0 1,0 0-16,0 40 16,-40 1-1,40-41 1,-40 40-16,41-40 16,-41 40-1,0 0-15,0 0 16,-41 0-16,41 0 15,-40-40-15,40 40 16,-40 0-16,40 1 0,0-1 16,-40-40-1,40 40-15,-40-40 0,0 0 32,40 40-17,-40-40 1,80 0 46,0 0-46,0 0-16,0 0 31,0 0-31,0 0 0,1 0 16,-41 40-1,40 0-15,-40 0 16,40 0 0,-40 0-1,0 0-15,0 1 16,-40-41 0,0 0-1,40 40 1,-41-40-16,1 0 15,0 0-15,0 0 0,0 0 16,0 0-16,0 0 16,0 0-16,-1 0 0</inkml:trace>
</inkml:ink>
</file>

<file path=ppt/ink/ink4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5-08-19T06:28:57.847"/>
    </inkml:context>
    <inkml:brush xml:id="br0">
      <inkml:brushProperty name="width" value="0.05292" units="cm"/>
      <inkml:brushProperty name="height" value="0.05292" units="cm"/>
      <inkml:brushProperty name="color" value="#FF0000"/>
    </inkml:brush>
  </inkml:definitions>
  <inkml:trace contextRef="#ctx0" brushRef="#br0">22511 16443 0,'0'0'0,"-40"0"16,80 0 62,0 0-47,-40 40-31,0-80 641,40 40-391,0 0 609,0 0-765,-40 40-32,0-80 516,0-1-562</inkml:trace>
  <inkml:trace contextRef="#ctx0" brushRef="#br0" timeOffset="-73832.83">3451 11710 0,'-40'0'15,"40"-40"1,40 40 15,-40-40-15,0 80 15,0 0-15,0 0-16,0 0 15,0 0-15,40-40 0,-40 41 16,0-1-16,40 0 16,-40 0-16,0 0 0,0 0 15,40 0-15</inkml:trace>
  <inkml:trace contextRef="#ctx0" brushRef="#br0" timeOffset="-73402.86">4454 11510 0,'0'40'62,"0"0"-46,0 0-16,0 0 15,0 0-15,40 0 0,-40 0 0,0 0 16,0 1-16,0-1 16,0 0-16,0 0 0,-40 0 0,40 0 0,0 0 15,0 0-15,0 0 16</inkml:trace>
  <inkml:trace contextRef="#ctx0" brushRef="#br0" timeOffset="-72892.89">4895 11590 0,'41'-40'16,"-82"80"-16,82-120 0,39-1 16,-40 81-16,0-40 0,40 0 15,-40 40 1,1 0 0,-1 80-1,-40-39-15,0 79 16,0-80-16,0 0 0,-40-40 15,40 80-15,-41-80 0,1 121 32,40-81-32,-40-40 0,0 40 15,80 0 32,0-40-31,0 0-1,-40 40-15,41-40 0,-1 0 16,0 40-16,-40 0 16,0 0-1,-40-40-15,40 40 0,-81 1 16,41-1 0,0-40-16,0 0 0,0 40 0,-40-40 0,40 0 15,-1 40-15,-39-40 0,40 0 16,-40 40-16,40-40 0,0 0 0,-1 40 0,1-40 15</inkml:trace>
  <inkml:trace contextRef="#ctx0" brushRef="#br0" timeOffset="-71813.03">1204 13876 0,'0'0'0,"40"0"93,0 0-93,0 0 16,0 0 0,0 0-16,1 0 0,-1 0 0,0 0 15,0 0-15,0 0 0,0 0 16,0 0-16,0 0 0</inkml:trace>
  <inkml:trace contextRef="#ctx0" brushRef="#br0" timeOffset="-70763.09">2127 13515 0,'40'0'234,"0"0"-218,0 0 15,0 0 16,-40 40-47,40-40 16,-40 40-1,0 0 1,0 0 15,-40-40-15,40 40-16,-40 1 16,0-41-16,40 40 15,-40-40-15,40 40 16,-40-40-16,40 40 0,-40-40 0,-1 40 15,41 0 1,0 0 0,0 0 15,41-40-15,-41 40-16,40-40 15,0 40-15,0-40 0,0 0 0,0 0 16,0 0-16,0 0 0,1 0 0,-1 0 0,0 0 15,0-40-15,0 40 16,0 0-16,-40-40 0,0 0 16,0 0-1,-40 40 1,0-40 0,0 40-16,40-40 0,-40 40 0,40-40 15,-40 40-15,-1-40 0,1 0 16,0 40-16,40-41 0,-40 1 0,0 0 15,0 0-15,40 0 0,-40 0 32,40 0-32,0 0 15,40 40 1,-40-40-16,40 40 0,0-41 16,0 41-1,-40-40 1,40 40-1,0 0-15</inkml:trace>
  <inkml:trace contextRef="#ctx0" brushRef="#br0" timeOffset="-69823.16">3652 13555 0,'0'0'0,"0"-40"46,40 40-46,-40-40 0,0 0 16,0 0-16,0 80 94,-40-40-94,40 40 0,-41-40 0,41 40 0,-40-40 15,40 40-15,-40 0 0,0 0 0,0 0 16,40 0 0,0 1-16,0-1 15,40 0 1,40-40 0,-40 0-1,1 0-15,-1 0 0,-40-40 16,40 40-16,-40-40 0,40 40 0,-40-41 0,40 41 15,0 0 1,-40-40-16,40 0 0,-40 0 16,40 40-16,-40-40 0,0 0 15,0 0-15,0 0 16,0 0 0,0-1-1,-40 41 1,0 0-1,0 0-15,0 0 16,0 0 0,40 41-1,-40-41-15</inkml:trace>
  <inkml:trace contextRef="#ctx0" brushRef="#br0" timeOffset="-69153.13">5056 13314 0,'0'40'125,"0"1"-109,0-1-16,0 0 16,0 0-1,0 0-15,0 0 16,0 0 0,0 0-16,0 0 15,0 1 1</inkml:trace>
  <inkml:trace contextRef="#ctx0" brushRef="#br0" timeOffset="-68003.25">4735 13274 0,'40'0'0,"-40"40"0,0 0 15,40-40 110,0 0-93,0 0-32,1 0 0,-1 0 31,0 0 0,-40 41-31,0-1 16,40-40-1,-40 40 1,40-40 0,-40 40-1,0 0 17,0 0-17,-40-40 1,40 40-16,0 0 15,0 0-15,-40-40 16,40 41 0,-40-1-1,0-40 1,40 40-16,-41-40 0,41 40 16,-40-40-1,40-40 79,81 0-47,-41 40-47,0 0 15,0-40-15,0 40 16,0 0 0,0 0-1,-40 40-15,40-40 16,1 40-16,-1-40 31,-40 40-31,40-40 16,0 0-16,0 0 15,-40-40 1</inkml:trace>
  <inkml:trace contextRef="#ctx0" brushRef="#br0" timeOffset="-67513.26">5979 13154 0,'-40'0'16,"0"0"-16,-1 0 16,41 40-1,-40-40-15,0 120 16,40-39 15,0-1-15,0-40-16,40-40 15,0 40-15,1-40 32,-1 0-32,0-40 0,0 40 15,0-40-15,0 0 16,-40 0-16,40 40 15,-40-41-15,0 1 0,0 0 16,40 0-16,-40 0 16,0 0-16,0 0 15,-40 40-15,40-40 16,-40 40-16,0 0 0,0 0 16,0 0-16,0 0 15,0 40-15,-1 0 16,1-40-16,40 40 0,-40-40 0,0 40 0,0-40 15</inkml:trace>
  <inkml:trace contextRef="#ctx0" brushRef="#br0" timeOffset="-65353.42">1324 15600 0,'0'40'15,"40"-40"64,0 0-64,1 0 1,-1 0-16,0 0 15,0 0-15,0 0 0,0 0 0,0 0 16,0 0 0,1 0-16</inkml:trace>
  <inkml:trace contextRef="#ctx0" brushRef="#br0" timeOffset="-65023.37">2167 15239 0,'0'41'78,"0"-1"-62,0 0 0,0 0-16,0 0 15,0 0 1,0 0-16,0 0 0,0 0 0,0 0 16,0 1-1,0-1-15,40 0 16</inkml:trace>
  <inkml:trace contextRef="#ctx0" brushRef="#br0" timeOffset="-64503.4">2448 15360 0,'0'-40'16,"40"40"-16,-40-40 16,40 40-16,0 0 15,0 0 1,0 0 15,-40 40-31,40-40 16,-40 40-16,0 0 0,0 0 15,0 0 1,-40 0-16,40 0 0,-40 0 16,40 0-16,-40-40 15,40 41-15,0-1 16,40-40 15,0 0-15,-40-40-16,40 40 15,1 0-15,-1 0 16,0 0 0,-40 40-1,0 0 1,0 0 0,-40-40-16,40 40 15,-40-40-15,-1 40 0,1-40 0,0 0 16,0 40-16,0-40 0,0 0 31</inkml:trace>
  <inkml:trace contextRef="#ctx0" brushRef="#br0" timeOffset="-64143.42">3411 15440 0,'-40'40'16,"-1"-40"-16,82 0 47,-1 0-32,0 0-15,0 0 0,0 0 0,0 0 16,0 0-16,1 0 16,-41-40-16,40 40 0,-40-40 15,40 40-15,-40-40 31</inkml:trace>
  <inkml:trace contextRef="#ctx0" brushRef="#br0" timeOffset="-63843.43">3812 15119 0,'0'0'15,"0"-40"-15,40 40 16,0 0 15,0 40-15,1-40-16,-41 40 16,0 0-16,40 41 31,-40-41-31,0 0 0,0 0 0,40 0 15,-40 0-15,0 0 16,0 0 0,40-40-16,-40 40 0,40-40 15</inkml:trace>
  <inkml:trace contextRef="#ctx0" brushRef="#br0" timeOffset="-63403.46">4494 15119 0,'-40'0'16,"40"-40"-16,40 40 31,-40-40-31,40 40 15,0 0-15,1 0 16,-41 80 0,40-80-16,-40 40 0,0 40 15,0-39 1,-40-1-16,40 0 16,-41 0-16,1 0 15,40 0 1,-40-40-1,80 0 32,0 0-47,1 0 0,-41-40 16,40 40-16,40 0 16,-40 0-1,0 0 1</inkml:trace>
  <inkml:trace contextRef="#ctx0" brushRef="#br0" timeOffset="-62873.49">5417 15239 0,'0'0'16,"-40"0"0,40-40-1,80 0 1,0 40-1,1 40 17,-81 0-17,-40 41 1,40 39 15,0-80-31,40-40 16,40 0 15,0 40-31,-40 0 31,-80 0-31,0-40 16,-80 81 0,80-81-16,-81 40 31,81-40-31,0 0 0,0 0 0,-40-40 15,39-1-15</inkml:trace>
  <inkml:trace contextRef="#ctx0" brushRef="#br0" timeOffset="-61463.65">5939 10667 0,'40'0'31,"40"0"-31,-40 0 16,-40-40 0,40 40-16,0-40 0,1 40 0,-1 0 15,0-40-15,0 40 0,0 0 16,0 0-16,40 0 0,-39 0 0,-1 0 0,0 0 16,0 0-16,0 0 15,0 40-15,0-40 0,0 0 0,1 40 0,-1-40 16,-40 40-16,40-40 0,-40 41 15,0-1 1,0 0-16,0 0 0,0 0 16,0 0-1,0 0-15,0 0 0,-40 0 0,40 0 16,0 1-16,0-1 0,0 0 16,0 0-16,0 0 0,0 0 0,0 40 15,0-40-15,0 1 16,0-1-16,0 0 0,0 40 0,0-40 0,0 40 15,0-40-15,0 41 0,0-1 0,0-40 0,0 40 16,0 0-16,0 1 0,0-1 16,-40 0-16,40 0 0,0 0 0,0-40 0,0 41 15,0-1-15,0 0 16,-41-40-16,41 40 0,0 1 0,0-41 0,0 40 16,0-40-16,0 40 0,0-40 15,0 41-15,0-41 0,0 0 0,0 0 0,0 0 16,0 40-16,0-40 0,0 0 0,-40-40 0,40 41 15,0-1-15,0 0 16,-40 0-16,40 0 0,0 0 0,0 0 16,0 0-16,0 0 0,0 0 15,-40-40-15,40 41 0,0-1 0,0 0 0,0 0 16,0 0-16,0 0 16,0 0-16,0 0 0,0 0 0,40 1 15,-40-1-15,0 0 0,0 0 16,0 0-16,0 0 0,0 0 0,0 0 15,0 0-15,0 0 0,0 1 0,0-1 16,-40-40-16,40 40 16,0 0-16,0 0 0,0 0 0,0 0 15,0 0-15,0 0 16,0 1-16,0-1 0,40 0 16,-40 0-1,0 0-15,0 0 0,40 0 0,-40 0 16,0 0-16,0 0 0,0 1 0,0-1 15,0 0-15,0 0 16,0 0-16,0 0 0,0 0 16,0 0-1,0 0-15,0 1 16,0-1-16,0 0 16,0 0-16,0 0 0,0 0 15,0 0 1,0 0-16,0 0 0,0 0 15,0 1-15,0-1 32,-40-40-17,0 0 1,40 40 0,-40-40-16,0 0 15,0 0 1,0 0-16,-1 40 0,1-40 15,0 0-15,0 0 16,0 0-16,0 0 0,-40 0 0,39 40 0,-39-40 16,0 40-16,0-40 0,-1 40 15,1 0-15,-40-40 0</inkml:trace>
  <inkml:trace contextRef="#ctx0" brushRef="#br0" timeOffset="-60843.61">2448 17967 0,'0'0'0,"-40"40"15,-1-40 1,1 40 0,80-40 31,-40-40-32,41 40 1,-1 0-1,0 0-15,0 0 16,40 0-16,0 0 16,1 0-16,-1 0 0,0 0 0,0 0 0,1-40 15</inkml:trace>
  <inkml:trace contextRef="#ctx0" brushRef="#br0" timeOffset="-59513.69">10353 8823 0,'0'40'16,"-41"-40"-1,1 0 1,0-40-16,0 40 31,40-41-31,-40 41 0,0 0 16,0 0-16,0 0 15,-1 0-15,1 41 0,0-41 16,0 0-16,0 40 16,-40-40-16,40 40 0,-1-40 0,-39 0 0,40 40 15,-40-40-15,0 40 0,-1-40 0,1 0 0,40 40 16,-40-40-16,-1 40 0,1-40 15,0 40-15,40-40 0,-40 0 0,-1 40 0,41-40 16,-40 41-16,0-41 16,40 0-16,-41 40 0,41-40 0,0 40 0,-40-40 15,40 40-15,0 0 0,-1-40 16,-39 40-16,40 0 0,-40-40 0,0 40 0,39 0 16,-39 0-16,40 1 15,-40-41-15,0 40 0,39 0 0,-39 0 0,40 0 16,-40-40-16,40 40 0,-41 0 0,41-40 0,0 40 15,0 0-15,0-40 0,0 0 16,0 41-16,-1-1 0,1-40 0,0 0 16,0 40-1,0-40-15,0 0 0,40 40 0,-40-40 16,0 0-16,-1 0 0,1 0 16,0 40-16,0-40 0,0 0 0,0 0 0,0 0 15,0 0-15,-1 40 0,1-40 0,0 0 16,0 40-16,0 0 15,0-40-15,0 0 16,40 40 0</inkml:trace>
  <inkml:trace contextRef="#ctx0" brushRef="#br0" timeOffset="-59143.72">6139 10026 0,'-40'0'94,"-40"40"-94,40-40 0,0 80 0,0-80 16,40 40-16,-41-40 15,1 40-15,0 0 0,0-40 0,40 40 0,-40-40 16,40 41-16,-40-41 0,40 40 0,-40-40 15,40 40 1,40-40 0,0 0-1,40 0-15,-40 0 16,0 0-16,1 0 16,-1 0-16,0 0 0,0 0 0,0 0 15,0 0-15,0 0 0,0 0 0,1 0 16,-1 0-1,0 40-15</inkml:trace>
  <inkml:trace contextRef="#ctx0" brushRef="#br0" timeOffset="-57723.8">8065 10266 0,'-40'0'16,"40"40"62,0 1-78,-40-1 15,40 0 1,0 0-16,-40 0 0,40 0 0,0 0 16,0 0-16,-40-40 0,40 40 15,0 1-15,0-1 0,0 0 0,-40 0 0,40 0 16,0 0-16,0 0 0,-40 40 0,40-40 0,0 1 15,0-1-15,0 40 16,-40-40-16,40 0 0,0 0 0,0 0 0,0 41 16,0-41-16,0 0 0,0 0 15,0 40-15,0-40 0,0 0 0,0 40 0,0-39 16,-41-1-16,41 0 16,0 40-16,0-40 0,-40 0 0,40 0 0,-40 0 15,40 41-15,0-41 0,0 0 0,0 0 0,0 0 16,0 0-16,0 0 0,-40 0 15,40 0-15,0 41 0,0-41 0,0 0 0,0 0 16,0 0-16,0 40 16,0-40-16,0 41 0,0-41 0,0 0 0,0 0 15,0 0-15,-40 0 0,40 40 16,0-40-16,0 1 0,0-1 0,0 0 0,0 0 16,0 0-16,0 0 15,0 0-15,0 0 0,0 0 0,0 1 0,0-1 16,0 0-16,0 0 0,0 0 0,0 0 15,0 0-15,0 0 16,0 0-16,0 0 0,0 1 16,0-1-16,0 0 15,0 0-15,0 0 0,0 0 16,0 0-16,0 0 16,0 0-16,0 1 0,0-1 15,0 0-15,0 0 0,40 0 16,-40 0-1,0 0-15,0 0 0,0 0 0,0 0 16,0 1-16,0-1 16,0 0-16,0 0 0,0 0 15,0 0-15,0 0 16,0 0-16,0 0 0,0 1 16,0-1-1,0 0-15,0 0 0,0 0 16,0 0-16,0 0 15,0 0 1,0 0-16,0 0 0,-40-40 16,40 41-16,0-1 0,0 0 15,-40-40-15,40 40 0,0 0 0,0 0 16,0 0 0,0 0-16,0 0 15,0 1-15,0-1 0,0 0 16,0 0-16,0 0 15,0 0-15,0 0 0,0 0 16,0 0-16,0 0 16,0 1-16,0-1 0,0 0 15,40 0-15,-40 0 16,0 0-16,0 0 0,0 0 0,0 0 16,0 1-16,0-1 15,0 0-15,-40 0 0,40 0 0,0 0 16,-40 0-16,40 0 0,0 0 0,0 0 0,0 1 15,-40-1-15,40 0 0,0 0 16,-41-40-16,41 40 0,0 0 0,-40 0 16</inkml:trace>
</inkml:ink>
</file>

<file path=ppt/ink/ink4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5-08-19T06:28:46.188"/>
    </inkml:context>
    <inkml:brush xml:id="br0">
      <inkml:brushProperty name="width" value="0.05292" units="cm"/>
      <inkml:brushProperty name="height" value="0.05292" units="cm"/>
      <inkml:brushProperty name="color" value="#FF0000"/>
    </inkml:brush>
  </inkml:definitions>
  <inkml:trace contextRef="#ctx0" brushRef="#br0">2929 2326 0,'0'-41'15,"0"82"79,0-1-78,-40 0-1,40 0-15,0 0 0,0 0 16,0 40-16,0-40 0,0 0 0,-40 1 0,40-1 16,0 0-16,0 0 15,0 0-15,0 0 0,0 0 16</inkml:trace>
  <inkml:trace contextRef="#ctx0" brushRef="#br0" timeOffset="619.95">4574 2446 0,'0'-40'32,"41"40"-32,-1-40 31,80 0-16,0 40 1,1 40 15,-41 120-15,-120-40 0,-80-39-1,-1-1 1,81-40-1,80-40 17,161 0-17,-41 0 1,41-40 0,-121 40-16</inkml:trace>
  <inkml:trace contextRef="#ctx0" brushRef="#br0" timeOffset="1209.84">7183 2245 0,'0'0'0,"40"0"15,0 0 1,0-40-1,0 40 1,0 0-16,0 0 16,1 0-1,-1 0-15,0 0 16,-40 40-16,40-40 0,-40 40 31,0 1-31,0-1 0,0 0 16,-40 0-16,40 0 15,-40 0-15,0 0 16,80 0 15,0-40-15,0 0-16,0 0 16,0 0 15,-40 40-31,0 0 0,0 1 15,-80-1 1,40-40-16,0 40 0,0-40 16,-1 0-16,1 0 15,0 40-15,0-40 0,0 0 0,0 0 0,0 0 16,-1 0-16</inkml:trace>
  <inkml:trace contextRef="#ctx0" brushRef="#br0" timeOffset="2029.8">2648 3970 0,'40'0'15,"-40"-40"17,0 80-1,-80 0-31,40 0 15,40 0 1,-40 0-16,0-40 0,0 40 0,0 0 16,-1-40-16,41 41 15,-40-41-15,40 40 16,40-40-16,41 0 16,-1 0-16,-40 0 15,40 0-15,-40 0 0,41 0 0,-41 0 0,40-40 16,-40 40-16,40 0 0,-39-41 15,-1 41-15,0-40 0,40 40 0,-80-40 0</inkml:trace>
  <inkml:trace contextRef="#ctx0" brushRef="#br0" timeOffset="2259.77">3050 3769 0,'0'0'0,"-41"0"15,1 40 1,0 81 0,-40 39-1,40 1 1,40-121-16,0 0 16,0 40-1</inkml:trace>
  <inkml:trace contextRef="#ctx0" brushRef="#br0" timeOffset="2639.84">5216 3850 0,'0'0'0,"-40"0"0,0 40 31,0 0-31,0 0 0,0 0 16,40 40-1,40 40 17,-40 1-17,40-41 1,-80-40 0,-80-40-1,39 0 1,41-40-16</inkml:trace>
  <inkml:trace contextRef="#ctx0" brushRef="#br0" timeOffset="2809.75">5216 3970 0,'41'0'0,"-1"0"0,0 0 16,201-80-1,-1 40 17,-119-1-32</inkml:trace>
  <inkml:trace contextRef="#ctx0" brushRef="#br0" timeOffset="3259.72">7423 3809 0,'0'-40'32,"-40"80"-17,40 1-15,-80-41 0,80 40 16,0 0-16,-40 0 16,0 0-16,0 0 0,40 0 0,0 0 15,0 0-15,0 0 16,0 1-16,0-1 0,40-40 0,-40 40 15,40 0-15,40 0 16,-40 0-16,0-40 0,1 0 16,-1 0-1,-40-40-15,-81 40 16,81-40-16,-40 40 16,-40 0-16,40 0 0,0 0 15,-41 0-15,41 0 0,0 0 0,0 40 0,0 0 16</inkml:trace>
  <inkml:trace contextRef="#ctx0" brushRef="#br0" timeOffset="4079.71">2448 5253 0,'0'40'16,"-40"-40"15,80 0-15,40 0-1,-40 0 1,0 0-16,0 0 0,0 0 16,1 0-16,-1 0 0,-40-40 0,40 40 15,-40 40 32,-40 0-47,40 1 0,0-1 0,-40 0 16,40 0-16,0 0 0,-41 0 15,41 0-15,-40 0 0,40 0 0,-40 0 0,40 1 16,0-1-16,0 0 16,-40 0-16,40 0 0,0 0 0,0 0 15,-40-40-15,40 40 0</inkml:trace>
  <inkml:trace contextRef="#ctx0" brushRef="#br0" timeOffset="4299.74">2448 5775 0,'0'0'0,"-40"-41"16,120 41-1,0 0 16,0-40-31,41 40 0,-41 0 0,161-40 32,-121 0-32</inkml:trace>
  <inkml:trace contextRef="#ctx0" brushRef="#br0" timeOffset="4859.63">4936 5534 0,'0'0'15,"40"-40"16,80 40-15,-40 40 0,-80 40-1,-80 40 17,-40 1-17,39-1 1,41-80-1,40 40 1,81-80 0,-41-40-1,80-40 1,-120 40 0,-40-120-1,0 119-15,-40-39 31,39 40-31,1 40 0,0 0 0,40-40 32,40 40-17,81 0 1,-41 0 0,-40 0-16</inkml:trace>
  <inkml:trace contextRef="#ctx0" brushRef="#br0" timeOffset="5349.64">7464 5454 0,'0'-40'0,"0"80"0,-81-120 15,41 80-15,-40 0 32,40 40-32,-41 40 31,81 0-31,121-40 31,39 0-15,-79-120-1,-81 0-15,0 40 16,0 0 0,0 80-1,0 80 16,0 40-31,0 41 32,-161-41-17,-40-79 1,81-81-16</inkml:trace>
  <inkml:trace contextRef="#ctx0" brushRef="#br0" timeOffset="14419.13">6099 2406 0,'0'0'16,"0"-40"-16,40 40 16,0 0-1,41 0 1,-121 0 78,-41 0-79,41 0-15,0 0 16,40 40 0,-80-40-16,40 0 0,40 40 15,-40 0 1,40 0-16,0 0 15,0 0 1,0 0 0,40-40-16,0 0 15,0 0-15,0 0 16,0 0-16,0 0 16,0 0-1,1 0-15,-41-40 0,40 40 16,0 0-1,-40-40 1,0 0-16,0 0 16,0 0-1,0 0-15,-40 0 16,40 0 0,0-1-16,0 1 31,-40 40-16,40 40 1,-41 1-16,41-1 0,-40 0 16</inkml:trace>
  <inkml:trace contextRef="#ctx0" brushRef="#br0" timeOffset="17738.93">5979 3970 0,'0'-40'16,"40"40"15,0 0-15,-40 40 62,0 0-62,0 0-16,0 0 15,40-40 1,-40 40-16,0 0 0,0 0 16,0 1-1,0-82 48,0 1-48,-40 0-15,40 0 0,0 0 16,0 0 0,0 0-16,0 80 46,0 0-30,-40-40-16,40 40 0,0 0 16,0 0-16,-40-40 0,40 40 0,-40 1 15,40-1-15,-40 0 0,40 0 16,0 0-16,0 0 0,0 0 0,-41 0 0,41 0 16,0 1-1,0-1-15,-40-40 0</inkml:trace>
  <inkml:trace contextRef="#ctx0" brushRef="#br0" timeOffset="19978.8">8106 2566 0,'40'0'31,"-40"-40"-15,40 40-16,-40-40 16,0 0-1,40 40 16,0 0-15,0 0-16,0 0 0,0 0 0,1 0 16,-1 0-16,0 40 0,40-40 0,-40 0 0,0 0 15,0 0-15,1 0 16,-1 0-16,0 0 0,0 0 0,0 0 16,-40-40-16,40 40 15</inkml:trace>
  <inkml:trace contextRef="#ctx0" brushRef="#br0" timeOffset="20238.78">9069 2245 0,'0'-40'16,"0"80"31,0 0-47,0 1 15,-41-1-15,41 0 16,0 0-16,0 0 0,0 0 0,0 0 16,0 0-16,0 0 15,0 0-15,0 1 0</inkml:trace>
  <inkml:trace contextRef="#ctx0" brushRef="#br0" timeOffset="22028.67">8186 4210 0,'0'0'0,"-40"0"0,0-40 15,-1 40 1,41-40-16,41 40 47,-1 0-47,40 0 0,-40 0 16,0 0-16,0 0 15,0 0-15,1 0 0,-1 0 0,0 0 16,0 0-1,0 0-15,0 0 0,0 0 16,0 0-16</inkml:trace>
  <inkml:trace contextRef="#ctx0" brushRef="#br0" timeOffset="22258.58">9028 4010 0,'-40'-40'16,"0"40"0,40 40 15,0 0-31,0 0 16,0 0-1,0 0-15,0 0 0,0 1 0,0-1 16,-40 0-16,40 0 0,-40-40 15</inkml:trace>
  <inkml:trace contextRef="#ctx0" brushRef="#br0" timeOffset="24668.51">7303 922 0,'0'0'0,"-40"0"0,0 0 16,80 0 78,0 0-79,0 0-15,0 0 0,0 0 0,41 0 0,-41 0 16,0 0-16,40 0 16,-40 0-16,0 0 0</inkml:trace>
  <inkml:trace contextRef="#ctx0" brushRef="#br0" timeOffset="24968.5">8386 761 0,'0'0'16,"-80"-40"-1,40 40 1,0 0-16,40 40 15,0 41 17,0 79-17,0-80 1,0-40-16</inkml:trace>
  <inkml:trace contextRef="#ctx0" brushRef="#br0" timeOffset="27358.3">5979 882 0,'40'0'0,"0"0"16,0-40-1,-40 0 1,40 40 31,-80 0 15,0 0-30,40 40-32,-40-40 0,40 40 15,-40-40-15,40 40 0,-40-40 16,40 40-16,0 0 0,0 0 15,0 0-15,-40-40 0,40 40 0,0 0 16,40 1 0,0-41-16,-40 40 15,40-40-15,0 0 16,0 0-16,0-40 0,0 40 16,1-41-16,-41 1 15,40 0-15,0 0 0,-40 0 16,0 0-16,0 0 15,0 0-15,-40 0 16,0 40 0,-1 0-1,1 0-15,40 40 16,-40-40-16,0 0 0,0 40 16,0-40-16,40 40 0,-40 0 0</inkml:trace>
  <inkml:trace contextRef="#ctx0" brushRef="#br0" timeOffset="28788.27">3170 802 0,'0'40'0,"-40"-40"359,0 0-343,0 0-1,120 0 110,-40 0-109,0 0-16,0 0 16,0 0-1,0 0-15,1 0 0,-1 0 0,0 0 0,0 0 16,0 0-16,0 0 0,0 0 15,1 0-15,-1 0 0</inkml:trace>
  <inkml:trace contextRef="#ctx0" brushRef="#br0" timeOffset="29068.25">3932 561 0,'41'0'16,"-41"-40"-16,0 80 46,40 0-46,-40 0 16,40 0-16,-40 0 0,0 0 0,0 1 16,0-1-16,0 0 0,0 0 15,0 0-15,40-40 0,-40 40 0,0 0 0</inkml:trace>
  <inkml:trace contextRef="#ctx0" brushRef="#br0" timeOffset="32538.04">3812 2406 0,'0'0'0,"0"-40"31,0 80 16,0 0-31,0 0-1,0 0-15,0 0 16,0 0-16,0 0 16,0 0-16,0 1 0,0-1 0,0 0 15,0 0 1,0-80 15,0 0-31,0 0 16,80-1-16,-80 1 0,0 0 15,0 0-15,40 0 16,-40 0-16,0 0 0,0 80 62,0 0-62,0 0 16,0 0-16</inkml:trace>
  <inkml:trace contextRef="#ctx0" brushRef="#br0" timeOffset="35217.88">3652 4130 0,'40'0'16,"-40"40"171,0 0-124,0 1-63,0-1 15,0 0-15,-40 0 0,40 0 0,-41 0 16,41 0-16,-40 0 16,40 0-1,0-80 32,0 0-47,40 0 16,-40 0-16,41 0 0,-1 0 15,-40 0-15,0 0 16,0-1-16,40 41 0,-40-40 16,0 0-1,0 80 32,0 0-31,0 1-16,0-1 15,0 0-15,0 0 0,0 0 32,0 0-32,0-80 47</inkml:trace>
  <inkml:trace contextRef="#ctx0" brushRef="#br0" timeOffset="37537.67">3371 2646 0,'0'40'15,"0"1"1,0-1 156,0 0-172,0 0 31,40 0-31,0 0 16,0-40-16,-40 40 15,40-40-15,0 0 0,0 40 16</inkml:trace>
  <inkml:trace contextRef="#ctx0" brushRef="#br0" timeOffset="37757.65">3571 2847 0,'-40'0'16,"40"-40"-16,0 80 78,-40-40-78,0 40 16,40 0-1,0 0-15,-40-40 0,40 40 0,0 0 16,-40-40-16,40 41 0</inkml:trace>
  <inkml:trace contextRef="#ctx0" brushRef="#br0" timeOffset="38587.68">5297 2606 0,'0'0'16,"40"0"31,0 40-32,0 0 1,0 1-16,0-41 0,0 40 16,1-40-1,-1 0 1</inkml:trace>
  <inkml:trace contextRef="#ctx0" brushRef="#br0" timeOffset="38807.58">5658 2606 0,'-40'0'31,"40"-40"-31,-40 40 16,-1 40-1,-39 81 1,40-81-1,0 120 1,40-120-16</inkml:trace>
  <inkml:trace contextRef="#ctx0" brushRef="#br0" timeOffset="39687.61">7664 2406 0,'0'0'0,"80"0"63,-80 40-32,41 0-31,-1 0 15,0-40-15,-40 40 0,0 0 16,40-40-16,0 40 16,0-40-16</inkml:trace>
  <inkml:trace contextRef="#ctx0" brushRef="#br0" timeOffset="39887.6">7985 2446 0,'0'0'15,"0"-40"1,-40 40 0,-40 40-1,-41 80 17,81-80-32,0 81 31,0-41-31</inkml:trace>
  <inkml:trace contextRef="#ctx0" brushRef="#br0" timeOffset="40907.48">3290 4050 0,'0'40'94,"0"0"-79,40 0 1,1-40-16,-41 40 0,40-40 0,0 41 15</inkml:trace>
  <inkml:trace contextRef="#ctx0" brushRef="#br0" timeOffset="41127.53">3411 4010 0,'0'40'62,"0"0"-62,0 0 16,-81 0-16,81 0 16,0 1-16,-40-1 15,40 0 1,-40-40-16,40 40 0</inkml:trace>
  <inkml:trace contextRef="#ctx0" brushRef="#br0" timeOffset="41897.41">5297 4251 0,'40'0'63,"0"40"-48,0-40-15,-40 40 16,40-40-16,0 0 0,0 40 15,1-40-15</inkml:trace>
  <inkml:trace contextRef="#ctx0" brushRef="#br0" timeOffset="42147.47">5618 4251 0,'0'0'16,"0"-41"-16,-40 41 16,40 41 15,0-1-15,-81-40-16,81 80 0,-40-80 15,40 40-15,-40 0 16,0 0-16,40 0 0,-40 0 15,40 1-15,-40-41 0</inkml:trace>
  <inkml:trace contextRef="#ctx0" brushRef="#br0" timeOffset="42867.43">7624 3970 0,'0'0'0,"0"40"15,40-40 16,0 40-15,0-40 0,-40 40-1,41-40-15,-1 0 0,-40 40 16,40-40-16,-40 40 16,40-40-16,0 40 15</inkml:trace>
  <inkml:trace contextRef="#ctx0" brushRef="#br0" timeOffset="43097.33">7945 3930 0,'-40'0'0,"0"0"31,0 0-31,40 40 0,-40-40 16,40 40-16,0 0 15,-41-40-15,1 80 0,0-40 16,40 0-16,-40 1 16,40-1-16</inkml:trace>
  <inkml:trace contextRef="#ctx0" brushRef="#br0" timeOffset="45077.21">15449 1965 0,'0'40'110,"0"0"-110,0 0 0,0 0 0,0 0 15,0 0-15,0 0 0,0 0 16,0 1-16,0-1 0,0 0 0,0 0 0,0 0 16,0 0-16,0 0 15,0 0-15,0 0 0,0 0 0,40 1 16</inkml:trace>
  <inkml:trace contextRef="#ctx0" brushRef="#br0" timeOffset="45487.18">16492 2366 0,'0'0'15,"-80"0"1,40 0 15,80 0 32,0 40-63,0-40 0,0 0 15,0 0-15,0 0 0,41 0 0,-1 0 0,-40 0 16,40 0-16,0 0 16,-39 0-16,-1 0 0,40 0 0,-40 0 0,0 0 15,0-40-15,0 40 0,1 0 16,-1 0-16,-40-40 31</inkml:trace>
  <inkml:trace contextRef="#ctx0" brushRef="#br0" timeOffset="45737.17">16853 2085 0,'0'0'0,"-40"0"0,0-40 0,40 80 47,40-40-47,-40 40 16,0 0-16,40 0 0,-40 0 0,0 0 0,0 1 15,0-1-15,40 0 16,-40 0-16,0 0 0,0 0 0,0 0 0,0 0 16,0 0-16,0 0 0,-40-40 15,40 41-15,0-1 0</inkml:trace>
  <inkml:trace contextRef="#ctx0" brushRef="#br0" timeOffset="46167.23">18137 2045 0,'0'0'31,"-40"-40"-15,-40 80 0,-1 120 15,41 41-15,40-81-1,81 0 1,79-120 15,-39-80-15,-81-80-1,-40-1 17,-40 81-17,-41 0 1,41 80-1</inkml:trace>
  <inkml:trace contextRef="#ctx0" brushRef="#br0" timeOffset="46537.13">19060 2406 0,'0'0'16,"40"0"31,0 0-47,0 0 15,1 0-15,39 0 0,-40 0 0,0 0 0,0 0 16,40 0-16,-39 0 16,-1 0-16,0 0 0,0 0 0,0 0 15,0 0 1,-40-40 15,-40 40-31,0 0 16,0 0-16,0 0 15</inkml:trace>
  <inkml:trace contextRef="#ctx0" brushRef="#br0" timeOffset="47067.17">20785 2045 0,'-40'-40'0,"80"80"0,-120-80 0,40 0 31,40-1-31,40 41 16,81-40-1,79 40 1,-79 81 15,-121 79-15,-41-80 0,1 0-16,-120 1 15,160-1 16,0-40-15,120 0 0,-40 0 15,-80 40-15,-80-40-1,-120 41 1,-41-41 15,120-40-15,81 0-1</inkml:trace>
  <inkml:trace contextRef="#ctx0" brushRef="#br0" timeOffset="47367.15">22270 2446 0,'-80'0'15,"160"0"-15,-240 0 16,120 0-16,80 0 31,40 40-31,161 0 31,40-40-15,-41 0 0,-119-80-1</inkml:trace>
  <inkml:trace contextRef="#ctx0" brushRef="#br0" timeOffset="47607.06">22671 2245 0,'-80'-40'15,"160"80"-15,-160-120 0,40 80 16,40 40-1,0 40 1,-40 81 0,0 39-1,40-79 17,0-81-32</inkml:trace>
  <inkml:trace contextRef="#ctx0" brushRef="#br0" timeOffset="47927.12">23875 2205 0,'-40'0'16,"80"0"-16,-120 0 0,-40 0 15,79 40-15,1-40 0,-40 40 16,0 81 15,80-81-15,160 0 0,81 0-1,-40-40 16,-81 0-15,-80-40 0</inkml:trace>
  <inkml:trace contextRef="#ctx0" brushRef="#br0" timeOffset="48147.11">24196 2205 0,'0'0'0,"-40"0"0,0 0 31,0 0-31,0 0 16,-41 121-1,41 79 17,0 41-17,0-161 1,40-40-16</inkml:trace>
  <inkml:trace contextRef="#ctx0" brushRef="#br0" timeOffset="48367.09">24678 2727 0,'0'0'16,"0"-41"-1,200 1 1,121 40 15,-40 0-15,-120 0 0,-81-80-1</inkml:trace>
  <inkml:trace contextRef="#ctx0" brushRef="#br0" timeOffset="48587.08">25520 2205 0,'-120'0'16,"240"0"-16,-320-40 15,200 80 1,0 40-16,0 41 31,0 159-15,-81-119-1,1-121 1</inkml:trace>
  <inkml:trace contextRef="#ctx0" brushRef="#br0" timeOffset="48867.06">26323 2165 0,'0'0'0,"-40"-40"16,0 40-1,40 80 1,40 41-1,40 79 1,-40 1 15,-80-81-15,0-80 0,-40-40-16,-41-40 15</inkml:trace>
  <inkml:trace contextRef="#ctx0" brushRef="#br0" timeOffset="49027.05">26564 2125 0,'0'0'16,"0"-80"0,160 0-1,121 39 1,-120 41-1</inkml:trace>
  <inkml:trace contextRef="#ctx0" brushRef="#br0" timeOffset="49247.04">27446 2526 0,'0'0'16,"81"0"-1,119-40 1,81-40 15,-80 0-31</inkml:trace>
  <inkml:trace contextRef="#ctx0" brushRef="#br0" timeOffset="49617.02">29332 1884 0,'0'0'0,"-40"-40"31,-80 80-15,-41 201 0,41 80 15,80-281-31,0 160 16,40-79-1,40-81 1,0-40-16,40 0 15,-40-40 1,-40 0 0,-120 0-1,-161 80 17,121 0-32,-1 40 15</inkml:trace>
  <inkml:trace contextRef="#ctx0" brushRef="#br0" timeOffset="51256.92">28690 3168 0</inkml:trace>
  <inkml:trace contextRef="#ctx0" brushRef="#br0" timeOffset="51996.87">20063 3088 0,'40'0'16,"-40"40"-16,0 0 203,0 0-203,40-40 0,-40 40 16</inkml:trace>
  <inkml:trace contextRef="#ctx0" brushRef="#br0" timeOffset="52786.75">25440 3448 0,'0'0'0,"-40"0"16,80 0 46,-80 0 204</inkml:trace>
  <inkml:trace contextRef="#ctx0" brushRef="#br0" timeOffset="53706.7">30295 2245 0,'-80'0'16,"160"0"-16,-200 0 16,80-40-16,80 40 15,40 0 1,1-40-1,240 40 1,-201 0 0,121 0-1,-161 0-15</inkml:trace>
  <inkml:trace contextRef="#ctx0" brushRef="#br0" timeOffset="53896.75">30255 2646 0,'-40'40'15,"80"-80"-15,0 80 0,41-40 32,39 0-32,161-80 15,-80 80 1,-121-40-16</inkml:trace>
  <inkml:trace contextRef="#ctx0" brushRef="#br0" timeOffset="54106.67">31860 2045 0,'0'-40'0,"0"80"0,-40-80 15,0 0-15,40 80 47,0 0-47,0 0 0,0 40 16,-40-40-16,40 40 0,-40 1 16,40-1-16,0 0 0,-40 0 0,40 0 0,0 41 15,0-41-15</inkml:trace>
  <inkml:trace contextRef="#ctx0" brushRef="#br0" timeOffset="58626.48">3009 8582 0,'0'-40'0,"-40"40"0,0 0 31,40 40 266,0 0-282,0 0-15,0 0 16,0 0-16,0 0 0,0 1 0,0-1 0,0 0 16,0 0-1,0 0-15,0 0 0,0 0 0,0 0 16,0 0-16,0 1 16,0-1-16,0 0 15</inkml:trace>
  <inkml:trace contextRef="#ctx0" brushRef="#br0" timeOffset="59536.42">4494 8702 0,'-40'0'32,"80"0"-17,-40-40 1,40 0-1,0 40-15,1 0 0,-1 0 0,0 0 16,0-40-16,0 40 16,0 0-16,0 0 0,0 0 0,1 0 15,-1 0 1,-40 80-16,40-80 0,-40 40 16,0 0-16,0 0 15,-40-40-15,40 41 0,-40-1 16,40 0-16,-41 0 0,1 0 15,0 0 1,0-40-16,40 40 16,40-40 31,40 0-32,-39 0-15,-1 0 16,0 0-16,0 0 15,0 0-15,0 0 0,0 0 0,0 0 0,41 0 16,-41 0 0,0 0-16,0 0 0,0 0 0,0 0 15,-80 0 48,0 0-32</inkml:trace>
  <inkml:trace contextRef="#ctx0" brushRef="#br0" timeOffset="60166.35">7343 8702 0,'-40'-40'0,"80"80"0,-80-120 31,40 40-31,40 0 0,81 0 32,-81 40-32,40-40 15,-40 40-15,0 0 0,0-40 16,0 40-16,1 0 15,-1 40-15,40 0 32,-80 0-32,40 0 15,-40 0-15,-120 0 16,80 0 0,-1 0-16,1-40 0,40 40 31,0 1 0,40-41-31,-40 40 0,41-40 0,-41 40 16,0 0-1,0 0-15,0 0 16,0 0 0,0 0-16,-41-40 0,41 40 0,-40-40 15,40 41-15,-40-41 0,0 0 0,0 0 0,0 0 16,0 40-16,0-40 15,-1 0-15,1 0 0,-40 0 0,40 40 0,0-40 16,0 0-16,-1 0 0,1 0 16</inkml:trace>
  <inkml:trace contextRef="#ctx0" brushRef="#br0" timeOffset="61086.28">3330 10146 0,'41'0'32,"-82"0"14,41 40-46,-40-40 16,40 40-16,-40-40 16,0 40-16,0-40 0,0 40 0,0 1 0,0-1 15,-1 0 1,1 0-16,40 0 0,-40-40 16,40 40-16,-40-40 15,80 0 16,40 0-31,-39 0 16,-1-40-16,0 40 0,0 0 0,40 0 0,-40 0 16,41 0-16,-41 0 15,0 0-15,40 0 0,-40 0 0,0 0 0,1 0 16,-1 0-16</inkml:trace>
  <inkml:trace contextRef="#ctx0" brushRef="#br0" timeOffset="61326.28">3531 10266 0,'0'0'0,"-40"-40"16,40 80 15,0 0-31,0 1 0,0-1 15,0 0-15,0 0 16,0 0-16,0 40 0,0-40 0,0 0 0,0 1 16,-40-1-16,40 0 0,-40 0 15,0 0-15,40 0 0,0 0 0,0 0 16</inkml:trace>
  <inkml:trace contextRef="#ctx0" brushRef="#br0" timeOffset="61776.28">5257 10106 0,'0'0'15,"0"40"17,-41 0-17,41 0 1,0 0-1,0 0-15,0 1 0,0-1 16,41 0-16,-1 0 16,-40 0-16,40-40 0,-40 40 0,40 0 0,0 0 15,-40 0 1,40-40-16,-40 41 16,-40-41-1,-40 0-15,40 0 16,0 0-16,-1 0 0,1 0 15,0 0-15</inkml:trace>
  <inkml:trace contextRef="#ctx0" brushRef="#br0" timeOffset="61926.21">5257 10226 0,'40'-40'15,"-80"80"-15,200-160 31,-80 80-31,81 0 16,-81 0 0,-40 40-16,40-40 0,-39 40 0</inkml:trace>
  <inkml:trace contextRef="#ctx0" brushRef="#br0" timeOffset="62566.24">7945 10146 0,'0'0'15,"-40"0"1,-40 40 0,-41 0-1,81 0-15,-80 121 16,80-121-16,40 0 0,-40 80 15,40-80-15,0 81 32,40-81-32,-40 0 0,80 0 15,0 0 1,41-40 0,-81-120-1,-40 80 1,-121 40-1,81 0-15,-40 0 16,40 40-16,-121 0 16,121-40-16</inkml:trace>
  <inkml:trace contextRef="#ctx0" brushRef="#br0" timeOffset="63286.2">2608 12031 0,'0'40'0,"0"0"31,40-40 0,0 0-31,1 0 0,-1 0 16,0 0-16,0 0 16,0 0-16,40 0 0,-40 0 0,1 0 0,39 0 15,-40-40-15,0 40 0,0 0 0,0 0 0,0 0 16,-40 40 31,-40-40-32,40 80-15,-40-80 16,40 41-16,-40-1 0,40 0 0,-40 0 0,0 0 16,40 0-16,-40-40 0,40 40 0,0 0 0,-40 0 15,40 0-15,0 1 0,0-1 16,0 0-16,0 0 0,0 0 15,0 0 1</inkml:trace>
  <inkml:trace contextRef="#ctx0" brushRef="#br0" timeOffset="63516.18">2929 12633 0,'0'0'0,"-40"-41"16,40 1-1,0 0 1,40 0-16,40 40 16,-39 0-16,-41-40 0,40 40 0,0 0 0,0 0 15,0 0-15,40 0 16,-40 0-16,1 0 0,-1 0 0,0 0 0,0 0 15,0 0-15</inkml:trace>
  <inkml:trace contextRef="#ctx0" brushRef="#br0" timeOffset="64116.15">5297 12071 0,'0'0'0,"40"0"16,0-40-1,0 40 1,0-40-1,0 40 1,0 0-16,1 0 16,-41 40-1,0 0-15,-81 40 32,41-40-32,-40 121 15,40-121-15,0 0 0,0 40 16,40-40-16,0 0 15,-41-40-15,41 81 16,41-41 0,119-40-1,1-40 1,-161 0-16,80-1 16,-80 1-16,0-40 31,-40 80-31,-121-120 15,121 80-15,-40 0 0,40 0 16,-41-41 0,41-39-1,80 80 17,1 40-32,-1-40 0,80 40 15,-80 0-15,0-40 0</inkml:trace>
  <inkml:trace contextRef="#ctx0" brushRef="#br0" timeOffset="64816.11">7905 12191 0,'0'-40'16,"-40"40"-16,0-40 16,-121 40 15,121 40-31,-80 41 15,120-41-15,-40 40 0,40-40 16,0 0 0,160 0-1,1-80 17,-81 40-32,-40-80 0,0 0 15,0 40-15,-40-1 0,0 1 31,0 0-15,0 80 0,0 0-16,0 81 31,0-81-31,0 0 0,0 40 16,0-40-16,-80 121 15,80-121-15,-40 0 0,0 0 16,-81 80-1,-79-80 1,79-80 0,41 40-16,40-40 0</inkml:trace>
  <inkml:trace contextRef="#ctx0" brushRef="#br0" timeOffset="66035.95">6179 2686 0,'0'0'0</inkml:trace>
  <inkml:trace contextRef="#ctx0" brushRef="#br0" timeOffset="67365.95">9149 8462 0,'-40'0'31,"40"-40"0,0 80 16,-40-40-31,-1 40-16,1-40 15,40 40-15,-40-40 16,40 40-16,-40-40 0,40 40 16,-40-40-16,40 40 15,-40-40-15,40 40 0,0 0 16,0 0 0,40-40-16,-40 41 15,40-41-15,-40 40 16,40-40-1,0 0-15,0 0 16,1 0-16,-1-40 16,0 40-16,0-41 0,0 41 0,0-40 15,0 40 1,0-40-16,1 0 0,-1 0 16,-40 0-16,0 0 15,0 0 16,-40 40-31,40-40 16,-41 40 0,1 0-16,0 0 15,0 0-15,0 0 0,0 0 16,0 0-16,0 0 0,40 40 31,-41-40-31,41 40 0</inkml:trace>
  <inkml:trace contextRef="#ctx0" brushRef="#br0" timeOffset="68355.84">8988 9986 0,'0'40'93,"0"0"-77,0 0 15,0 0-31,0 0 0,0 0 16,-40 0-16,40 0 0,0 1 0,0-1 16,0 0-1,0 0-15,0-80 63,0-40-48,0 39 1,0 1-16,0 0 0,40 0 0,-40 0 16,0 0-16,40 40 0,-40-40 15,0 120 1,0-40-1,0 0 1,0 0-16,-40 0 0,40 1 0,0-1 16,0 0-16,0 0 15,-40 0-15,40 0 0,0 0 16,0 0-16,-40-40 16,40-40-1</inkml:trace>
  <inkml:trace contextRef="#ctx0" brushRef="#br0" timeOffset="69265.75">9189 6216 0,'40'0'0,"-80"0"46,40 40-14,-40-40-1,40 40-31,-40-40 0,0 0 16,-1 40-16,1-40 31,40 40-31,-40-40 0,40 40 0,-40 0 0,40 0 15,-40 1-15,40-1 0,0 0 16,-40 0-16,40 0 0,0 40 0,0-40 0,0 0 16,0 1-16,0-1 15,0 0-15,40 0 0,0 0 0,0-40 16,0 0-16,0 0 0,1 0 0,-1-40 16,0 40-16,0-40 0,-40 0 15,40 0-15,0-1 0,-40 1 0,40 0 0,-40 0 16,0 0-16,40 40 15,-40-40-15,0 0 0,41 0 0,-41 0 16,0-1-16,0 1 0,0 0 16,0 0-16,0 0 15,-41 40-15,1 0 16,0 0-16,0 0 0,0 0 16,0 0-16,0 0 0,0 40 0,-1-40 15,1 0 1,40 40-16,0 0 0</inkml:trace>
  <inkml:trace contextRef="#ctx0" brushRef="#br0" timeOffset="70315.78">11677 6657 0,'0'0'0,"-40"0"15,40-40 1,0 0-1,-40 40 17,80 0 15,40 0-32,-40 0-15,0 0 0,0 40 16,0-40-16,41 0 0,-41 0 0,0 0 0,0 0 15,0 0-15,0 0 16,0 0-16,1 0 0,-1 0 16,0 0-1</inkml:trace>
  <inkml:trace contextRef="#ctx0" brushRef="#br0" timeOffset="70555.69">12640 6176 0,'0'-40'15,"0"80"-15,-40-80 0,0-1 16,40 82 0,40-41-16,-40 80 15,0-40 1,0 0-16,0 0 0,0 0 0,0 0 15,0 40-15,0-39 0,0-1 16,-40 0-16,40 0 0,0 0 0,0 0 0,-41 40 16,41-40-16,0 1 15,0-1-15</inkml:trace>
  <inkml:trace contextRef="#ctx0" brushRef="#br0" timeOffset="71025.73">11717 8381 0,'-40'0'16,"0"0"-1,0 0 1,-1 41 15,122-41-15,-41 0 0,0 0-16,0 0 0,0 0 0,0 0 15,0 0-15,1 0 16,-1 0-16,0 0 0,0 0 0,0 0 0,0 0 15,0 0-15,0-41 16</inkml:trace>
  <inkml:trace contextRef="#ctx0" brushRef="#br0" timeOffset="71265.65">12680 8261 0,'-40'0'16,"0"0"0,40 40 15,0 0-15,0 0-16,0 1 0,0-1 15,-40 0-15,40 0 0,0 0 16,-41 0-16,41 0 0,-40-40 0,40 40 0,0 0 15</inkml:trace>
  <inkml:trace contextRef="#ctx0" brushRef="#br0" timeOffset="71775.69">11155 10467 0,'0'40'16,"0"0"-1,40-40 32,41 0-31,-41-40 0,0 40-16,0 0 0,0 0 0,0 0 15,0 0-15,0 0 16,1 0-16,-1 0 0,0 0 0,0 0 15,0 0-15,0 0 16,0-40-16</inkml:trace>
  <inkml:trace contextRef="#ctx0" brushRef="#br0" timeOffset="71995.67">12359 10226 0,'0'0'16,"0"-40"-16,0 0 15,0 80 32,0 0-47,0 0 16,0 0-16,0 1 0,0-1 0,0 0 16,-80 0-16,80 0 0,-40 0 0,40 0 15</inkml:trace>
  <inkml:trace contextRef="#ctx0" brushRef="#br0" timeOffset="73915.56">5618 6737 0,'-40'0'141,"80"0"-94,40 0-16,-40 0-15,0 0-1,0 0-15,0 0 0,1 0 0,-1 0 32</inkml:trace>
  <inkml:trace contextRef="#ctx0" brushRef="#br0" timeOffset="74195.53">6500 6496 0,'0'-40'16,"0"80"46,-40-40-62,40 41 0,-40 39 16,40-40-16,0 0 16,0 0-16,0 0 15,0 0-15,0 0 16</inkml:trace>
  <inkml:trace contextRef="#ctx0" brushRef="#br0" timeOffset="75705.45">6099 8863 0,'0'-40'31,"0"-1"110,0 1-110,0 80 1,0 1-17,0-1 1,0 0-1,0 0-15,0 0 0,0 0 0,0 0 16,40 0 0,-40 0-16,0-80 78,0 0-78,0 0 0,0 0 15,0 0-15,0 0 16,0 0-16,0 0 0,0-1 0,0 1 16,0 0-1,0 80 48,0 0-63,0 1 15,0-1-15,0 0 0,0 0 16,0 0 0,0 0-16</inkml:trace>
  <inkml:trace contextRef="#ctx0" brushRef="#br0" timeOffset="76455.4">6420 10587 0,'0'0'16,"40"0"-16,0-40 31,1 0-31,-41 0 31,0 80 48,-41 0-79,41 0 0,0 0 15,-40-40 1,40 40-16,-40 1 0,40-1 15,0 0 1,0-80 15,40 0-15,-40-1-16,0 1 0,0 0 16,40 0-16,-40 0 15,-40 80 16,40 0-31,0 0 16,0 0 0,0 1-16,0-1 15</inkml:trace>
  <inkml:trace contextRef="#ctx0" brushRef="#br0" timeOffset="77185.28">5537 8622 0,'0'40'62,"0"0"-15,0 0-47,0 0 16,41-40-16,-41 41 0,40-1 15,0 0-15,-40 0 0,40 0 16,0-40 0,-40 40-16,0 0 0,40-40 0</inkml:trace>
  <inkml:trace contextRef="#ctx0" brushRef="#br0" timeOffset="77395.35">5778 8742 0,'-40'0'16,"80"0"-16,-120 0 15,40 0 1,40 40-16,-80 41 31,39 39-15,1-80-1</inkml:trace>
  <inkml:trace contextRef="#ctx0" brushRef="#br0" timeOffset="78215.3">8507 8823 0,'-40'0'0,"0"0"15,-1 0-15,1 0 31,40 40 16,-40-40-47,40 40 63,0 0-48,40-40-15,-40 40 16,40-40-16,1 40 16,-1-40-16,-40 40 15,40-40-15,-40 40 16,40-40-16</inkml:trace>
  <inkml:trace contextRef="#ctx0" brushRef="#br0" timeOffset="78435.28">8627 8823 0,'0'0'0,"-40"0"31,-40 80-15,-41 80-1,1-39 17,40-1-32</inkml:trace>
  <inkml:trace contextRef="#ctx0" brushRef="#br0" timeOffset="79045.18">5899 10467 0,'-41'0'31,"41"40"1,41 0-32,-1-40 15,0 40 1,0-40-16,-40 40 15,40-40 1,-40 40-16,40-40 0</inkml:trace>
  <inkml:trace contextRef="#ctx0" brushRef="#br0" timeOffset="79275.23">6059 10467 0,'-40'0'15,"0"0"1,40 40 0,-40-40-16,40 40 0,-40 0 15,40 0-15,-41-40 16,41 40-16,0 1 0,-40-1 15,40 0-15,-40-40 16</inkml:trace>
  <inkml:trace contextRef="#ctx0" brushRef="#br0" timeOffset="79935.2">8065 10627 0,'0'40'0,"0"-80"0,-40 80 0,80-40 31,81 41-15,79-1-1,-79 0 17,-81 0-32</inkml:trace>
  <inkml:trace contextRef="#ctx0" brushRef="#br0" timeOffset="80155.11">8386 10587 0,'-80'-40'31,"40"40"-31,-40 0 16,-41 161 0,81 39-1,-40-40 16,80-119-31</inkml:trace>
  <inkml:trace contextRef="#ctx0" brushRef="#br0" timeOffset="81225.05">17094 8221 0,'0'0'0,"-40"0"16,40-40-16,0 0 16,0 0-16,40 40 15,0 0-15,0-40 0,0 40 16,40 0-16,-39 0 0,39 0 0,-40 0 0,40 40 15,-40-40-15,0 40 16,1 0-16,-41 0 0,0 0 0,40 0 0,-40 40 16,0-39-16,-81-1 0,41 40 15,0-40-15,0 0 0,-40 40 0,40-40 0,-41 0 16,1 1-16,40-1 0,-40 0 0,40 0 0,0-40 16,-1 40-1,82-120 1,39 40-16,-40 0 15,0-1-15,40 41 0,-40-40 0,41 40 0,-41 0 16,0 0-16,0 0 16,0 0-16,0 0 0,0 40 0,1-40 0,-1 41 15,0-1-15,-40 0 0,40 0 0,0 0 0,0 0 16,0 0-16,-40 0 0,40-40 16,1 0-16,-1 0 0,-40 40 0,40-40 0</inkml:trace>
  <inkml:trace contextRef="#ctx0" brushRef="#br0" timeOffset="81455.05">18739 8662 0,'-40'0'15,"80"0"-15,-80-40 0,80 40 16,80 0-1,242-40 17,-41 40-17,-161-40-15</inkml:trace>
  <inkml:trace contextRef="#ctx0" brushRef="#br0" timeOffset="81695.09">19542 8261 0,'-121'-80'16,"242"160"-16,-282-160 0,81 80 16,80 40-1,-40 0-15,40 241 31,-40 80-15,40-121 0,0-159-1</inkml:trace>
  <inkml:trace contextRef="#ctx0" brushRef="#br0" timeOffset="82035.07">20785 8341 0,'0'0'0,"-80"0"0,-80 81 16,160-41-16,-81 40 31,122 80-15,199 1-1,-79-121 17,-41-120-17,-120-41 1,-80-79 0,-81 79 15,81 81-16</inkml:trace>
  <inkml:trace contextRef="#ctx0" brushRef="#br0" timeOffset="82235.06">21829 8622 0,'0'0'15,"80"0"1,241 0 0,-80-40-1,-201 40-15,40 0 32,-80-40-32</inkml:trace>
  <inkml:trace contextRef="#ctx0" brushRef="#br0" timeOffset="82455.05">22190 8221 0,'-80'0'16,"160"0"-16,-241-40 31,161 120-31,-40 40 16,40 161-1,0-120 17,0-41-17</inkml:trace>
  <inkml:trace contextRef="#ctx0" brushRef="#br0" timeOffset="82735.03">23554 8101 0,'-120'0'16,"240"0"-16,-280 0 0,39 0 16,81 40-16,40 80 15,121 81 16,39-1-15,-120-80 0,-80 1-1,-161-121 17,121-80-32</inkml:trace>
  <inkml:trace contextRef="#ctx0" brushRef="#br0" timeOffset="82895.02">23594 8061 0,'0'-81'15,"-40"81"-15,40-40 16,80 0-16,201 40 31,40 0-15,-281 0-16</inkml:trace>
  <inkml:trace contextRef="#ctx0" brushRef="#br0" timeOffset="83154.95">24437 8622 0,'0'0'15,"-40"0"-15,0 0 16,40-40-16,40 40 16,40 0-1,40-40-15,1 40 16,280 0 0,-200 0-1,-161 0 16,-161-40-31</inkml:trace>
  <inkml:trace contextRef="#ctx0" brushRef="#br0" timeOffset="83384.97">24918 8301 0,'0'0'0,"-40"0"0,0-40 0,40 0 15,-40 40-15,40 40 32,40 0-17,-40 0-15,0 0 0,40 1 0,-40-1 0,0 40 16,0-40-16,0 0 0,0 0 0,0 40 0,-40-40 16,40 1-16,0-1 0,-40 0 15,40 40-15,-40-40 0,40 0 0,0 0 16,0 0-16,-40-40 15</inkml:trace>
  <inkml:trace contextRef="#ctx0" brushRef="#br0" timeOffset="83754.89">26363 8020 0,'-40'0'16,"80"0"-16,-200 41 31,119-1-31,-39 40 0,40 40 16,-80 201 0,200-80-1,40-121 16,81-120-15,-121-160 0,-80 119-1,-40 1-15,-201 0 32,81 40-17,160 40 1</inkml:trace>
  <inkml:trace contextRef="#ctx0" brushRef="#br0" timeOffset="84034.9">27246 8422 0,'-40'-41'15,"80"82"-15,-120-82 0,80 1 16,40 40-16,40 0 16,40 0-16,121 40 31,0 1-16,-201-41-15</inkml:trace>
  <inkml:trace contextRef="#ctx0" brushRef="#br0" timeOffset="84184.95">27767 8983 0,'0'0'0,"-40"0"31,161-40-15,79 40 0,-119-40-16</inkml:trace>
  <inkml:trace contextRef="#ctx0" brushRef="#br0" timeOffset="84564.93">25079 9424 0,'0'-40'0,"-40"0"31,0 0-15,0 0-1</inkml:trace>
  <inkml:trace contextRef="#ctx0" brushRef="#br0" timeOffset="85324.87">28409 7660 0,'0'0'0,"-40"-41"0,-40 1 16,80 0 0,0 80 15,40-40-31,-40 81 0,0-41 0,0 0 15,40 40-15,-40-40 0,0 0 16,40 0-16,-40 40 0,0-39 0,0-1 0,0 0 16,0 0-16,0 0 15,0 0-15,0 0 0,-40 0 0,40 0 0,0 1 16,0-1-16,0 0 0</inkml:trace>
  <inkml:trace contextRef="#ctx0" brushRef="#br0" timeOffset="85934.84">29332 8101 0,'0'-40'31,"0"-1"-15,0 1 15,41 40-31,-1 0 16,0 0-1,0 0-15,0 0 0,0 0 0,0 0 16,0 0-16,41 0 0,-41 0 15,0 0-15,0 0 0,0 0 0,0 0 0,-40 40 16,40-40-16,1 41 16,-82-1-1,1-40 1,-40 40-16,40 0 16,0-40-16,40 40 0,-40 0 0,0-40 15,40 40-15,-41 0 16,1 0-16,40 1 15,-40-1-15,40 0 16,80-40 0,-80 40-16,41-40 0,-1 40 15,-40 0 1,80-40-16,-80 40 0,0 0 0,40 0 16,-40 0-16,0 1 15,0-1-15,-40 0 0,-40 0 16,40-40-16,-1 0 15,-39 0-15,0 0 0,0 0 0,-1 0 0,1 0 16,0-40-16,0 40 0,-41 0 16,41-40-16,0 40 0,-1 0 0,1 0 0,40 0 15,-40 0-15</inkml:trace>
  <inkml:trace contextRef="#ctx0" brushRef="#br0" timeOffset="87874.72">3250 14598 0,'0'0'0,"0"40"110,0 40-110,0-40 0,0 0 15,0 0-15,0 41 16,-40-41-16,40 0 0,0 40 0,-40-40 0,40 0 16,0 0-16,-40 0 0,40 1 15,0-1-15,0 0 0,0 0 0,0 0 16</inkml:trace>
  <inkml:trace contextRef="#ctx0" brushRef="#br0" timeOffset="89034.65">2648 16362 0,'0'-40'47,"0"0"-15,-40 80 93,0-40-125,0 40 15,40 0-15,-40-40 0,40 41 0,-40-41 16,40 40-16,-40-40 15,40 40-15,-41-40 16,82 0 15,-1 0 1,0 0-32,0 0 0,0 0 15,0 0-15,0 0 0,0 0 16,41 0-16,-41 0 0,0-40 0,0 40 0,40 0 15,-40 0-15,1 0 16,-1 0-16,-40-40 0</inkml:trace>
  <inkml:trace contextRef="#ctx0" brushRef="#br0" timeOffset="89554.55">2729 16202 0,'-41'0'32,"41"40"30,0 0-62,0 0 16,41 0-16,-41 0 0,0 1 0,0-1 0,0 0 15,0 0-15,0 0 16,0 0-16,0 40 0,0-40 0,-41 1 0,41-1 16,0 0-16,0 0 0</inkml:trace>
  <inkml:trace contextRef="#ctx0" brushRef="#br0" timeOffset="90074.59">2448 17806 0,'0'0'16,"0"40"-16,40-40 78,-40-40-78,40 40 15,40 0-15,-40 0 0,-40-40 0,40 40 16,1 0-16,-1 0 0,0-40 16,0 40-16,0 0 0,0 0 0,0 0 15,-40 40 17,-40 0-32,40 0 15,-40-40-15,40 40 16,-40 0-16,40 1 0,0-1 0,0 0 0,-40 0 15,40 0-15,0 0 16,0 0-16,0 0 0,0 0 0,0 1 0,0-1 16,0 0-16,0 0 15</inkml:trace>
  <inkml:trace contextRef="#ctx0" brushRef="#br0" timeOffset="90294.58">2688 18127 0,'-40'0'16,"80"0"-16,-80-40 16,80 40-16,1-40 15,-1 40 1,0-40-16,0 40 0,0 0 0,0-40 0,0 40 15,0-41-15,1 41 0,-1 0 16,0-40-16,0 40 0,0-40 0,0 40 0</inkml:trace>
  <inkml:trace contextRef="#ctx0" brushRef="#br0" timeOffset="91384.51">5056 14598 0,'40'0'16,"-40"-40"-1,40 40-15,0-40 16,0 40 0,-40-41-16,41 41 0,-1 0 15,0 0-15,0 0 0,0 0 0,0 0 16,0 41-16,0-1 16,1 0-16,-41 0 0,0 0 0,0 0 0,0 0 15,0 0-15,0 40 16,-41-39-16,41-1 0,-40 0 0,40 0 0,-80 0 15,40-40-15,40 40 0,0 0 16,-40-40-16,0 40 0,80-40 31,40 0-15,-40 0-16,0-40 0,0 40 0,1 0 16,-1-40-16,0 40 0,0 0 15,0 0-15,0-40 0,0 40 0,0 0 0,1 0 16,-1 0-1</inkml:trace>
  <inkml:trace contextRef="#ctx0" brushRef="#br0" timeOffset="92144.47">5658 16082 0,'40'0'16,"-80"0"-16,120 0 15,-40 0-15,-80 0 47,0 0-31,-40 0-16,40 0 0,-1 0 15,1 0-15,0 0 0,0 0 16,0 0-16,0 40 0,0-40 0,40 40 16,-40-40-16,-1 0 0,41 40 93,0 0-77,0 0 0,41 0-16,-41 0 15,0 0-15,40-40 0,-40 41 0,0-1 32,0 0-32,40-40 15,0 0 1,0 0-16,0 0 0,0 0 15,0 0 1,1 0-16,-1 0 0,0 0 16,0 0-16,-40 40 0,40-40 0,-40 40 15,-40 0 1,-40-40 0,80 40-16,-81-40 15,41 40-15,0-40 0,0 0 0,-40 40 0,40-40 16,0 0-16,-1 41 0,1-41 15,0 0-15,0 0 0,40 40 0,-40-40 0</inkml:trace>
  <inkml:trace contextRef="#ctx0" brushRef="#br0" timeOffset="93284.4">5096 17646 0,'-40'40'16,"0"-40"-16,0 0 15,40 40-15,-40-40 0,-1 0 0,41-40 63,41 40-63,-41-40 0,40 40 15,0 0-15,0-40 0,0 40 16,0 0-16,0 0 16,0 0-16,1 0 0,-1 0 0,0 40 31,-40 0-31,0 0 0,0 0 0,-40 0 15,40 0-15,-40 0 16,40 0-16,-81-40 0,81 41 0,-40-1 0,40 0 16,-40 0-16,0 0 0,40 0 0,0 0 15,0 0-15,0 0 16,0 1-16,0-1 0,40-40 16,0 0-1,0 0-15,0 0 0,1 0 16,-1-40-16,0-1 15,-40 1-15,0 0 0,0 0 16,0 0 0,-40 0-16,0 0 0,-1 0 15,1 0-15,0 40 0,0-41 16,0 1-16,0 0 16,40 0-1,0 0 1,40 40-16,0 0 15,-40-40-15,40 40 0,0-40 16,0 40-16,1-40 0</inkml:trace>
  <inkml:trace contextRef="#ctx0" brushRef="#br0" timeOffset="94284.34">7905 14518 0,'-40'0'0,"40"-41"15,0 1 1,0 0-16,40 40 0,-40-40 0,40 40 15,40 0 1,-40-40-16,1 40 0,-1 0 0,0 0 16,0 0-16,-40 40 0,40-40 15,-40 40-15,0 0 0,0 0 16,0 1-16,-40-1 0,40 0 0,-80 0 0,40 0 16,40 0-1,-41-40-15,41 40 0,0 0 0,-40 0 16,40 0-1,81-40-15,-41 0 16,0 0 0,0 0-16,0 41 0,0-41 0,0 0 0,0 40 15,1-40-15,-41 40 0,0 0 16,0 0-16,-41 0 16,1-40-16,0 40 0,0 0 0,0-40 0,0 40 15,0-40-15,0 41 16,-1-41-16,1 40 0,0-40 0,0 0 0,0 0 15,0 40-15,0-40 16,0 0-16,-1 0 0,1 0 0,0 0 0</inkml:trace>
  <inkml:trace contextRef="#ctx0" brushRef="#br0" timeOffset="94934.3">8346 16202 0,'40'0'32,"-80"0"-32,0 0 15,0 0 1,0 0-16,0 0 16,0 0-16,0 80 15,-41 40 1,81-39-1,0-41-15,-40 80 16,40-80-16,121 0 16,-41-40-1,40-80 1,-120 40 15,-241 0-15,81 120-1,80 0 17</inkml:trace>
  <inkml:trace contextRef="#ctx0" brushRef="#br0" timeOffset="95594.22">8106 17686 0,'0'-40'16,"-41"40"-16,1 0 15,40-40-15,-40 40 0,0 0 16,0 0-16,40 40 0,-40-40 0,0 40 16,0 0-16,-1 0 0,41 0 15,0 0-15,0 0 16,0 0-16,81-40 0,-41 0 16,-40 41-16,40-41 15,0 0-15,0 0 0,-40-41 16,40 41-16,-40-40 15,0 0-15,40 40 0,-40-40 0,0 0 16,0 0 0,0 80-1,0 0 1,0 0 0,0 0-16,0 0 0,0 1 15,0-1-15,0 0 0,0 0 16,-40 0-16,40 0 0,-40 0 0,40 0 0,0 0 15,-40 1-15,0-1 16,40 0-16,-40 0 0,0-40 0,0 40 0,-1 0 16,1 0-16,0-40 0,0 40 0,0-40 0,0 0 15,0 40-15,0-40 0,-1 0 16,1 0-16,0-80 0,0 80 0,0-40 0,0 0 16</inkml:trace>
  <inkml:trace contextRef="#ctx0" brushRef="#br0" timeOffset="96104.23">8146 15079 0,'0'0'0,"0"40"0,40-80 31</inkml:trace>
  <inkml:trace contextRef="#ctx0" brushRef="#br0" timeOffset="100143.99">3170 16603 0,'-40'0'0,"0"0"16,40 40-16,-81 0 15,41-40 1,40 40-16,0 0 16,40-40-1,1 0 17,-41-40 14,-41 40-46</inkml:trace>
  <inkml:trace contextRef="#ctx0" brushRef="#br0" timeOffset="101203.85">3290 16322 0</inkml:trace>
  <inkml:trace contextRef="#ctx0" brushRef="#br0" timeOffset="103283.8">3330 16322 0,'0'40'15,"0"-80"-15,0 40 281,0-40 501,41 40-626,-1-40-125,0 40-15,0 0-16,0-40 31,-80 40 219,0 0-203,0 0-31,40 40-1,0 0-15,-40-40 0,40 40 0,-41-40 16,41 40-1,0 0-15,-40 1 16,40-1-16,0 0 16,0 0-1,40-40 1,1 0 0,-1 0-1,0 0 1,0 0-16,0 0 15,0 0 1,0 0-16,1 0 16,-1 0-1,-40-40 1,40 40 0,-40-40-16,0 0 15,0-1-15,0 1 16,40 40-16,-40-40 15,0 0-15,0 0 16,-40 40 0,40-40-16,-40 40 15,0 0 1,-1 0-16,1 0 16,40 40-16,-40-40 0,0 0 15,40 40-15,-40-40 16,0 0-16,40 40 0,-40-40 15,40 40 1</inkml:trace>
  <inkml:trace contextRef="#ctx0" brushRef="#br0" timeOffset="106153.55">3932 14758 0,'41'0'0,"-1"0"31,-80 0 94,-1 0-62,1 0-48,0 0 32,0 0 0,40 40-47,0 0 0,-40-40 16,40 40-16,-40-40 0,40 41 15,-40-1-15,40 0 16,0 0-1,0 0 1,0 0 0,40-40-16,-40 40 15,40-40-15,0 40 0,0-40 16,0 0 0,0 0-16,-40 40 0,41-40 0,-1 0 15,0 0-15,0-40 16,-40 0-16,0 0 15,40 0-15,-40 0 16,0 0-16,0 0 16,-40 40-16,40-40 0,-40-1 15,0 41 1,0-40-16,-1 40 16,1 0-1,0 0-15,0 40 16,40 1-1</inkml:trace>
  <inkml:trace contextRef="#ctx0" brushRef="#br0" timeOffset="107123.57">6220 14718 0</inkml:trace>
  <inkml:trace contextRef="#ctx0" brushRef="#br0" timeOffset="107603.54">6220 14718 0,'0'40'140,"0"0"-108,40-40 140,0 0-157,0 0 1,0 0-16,0 0 0,0 0 0,0 0 15,1 0-15,-1 0 16,0 0-16,0 0 0,0 0 16,0 0-16,0 0 15,-40-40 32</inkml:trace>
  <inkml:trace contextRef="#ctx0" brushRef="#br0" timeOffset="108023.51">7062 14518 0,'0'0'0,"-40"0"15,40-41 1,0 82 31,0-1-47,0 0 16,0 0-1,0 0-15,0 0 0,0 0 16,0 0-16,0 0 15,0 0-15,0 1 0,0-1 0,0 0 16,0 0-16,0 0 0,0 0 16,0 0-1,0 0-15,40-40 32,0 0-17,-40-40-15,40 40 16,-40-40-16,0 0 15</inkml:trace>
  <inkml:trace contextRef="#ctx0" brushRef="#br0" timeOffset="108863.47">6139 16443 0,'-40'0'0,"0"0"31,0 0-15,0 0-16,0 0 0,0 0 16,40 40-1,0 0 48,40-40-16,0 0-32,0 0-15,0 0 16,0 0-16,0 0 0,0 0 0,1 0 0,-1 0 16,0 0-16,0 0 15,0 0-15</inkml:trace>
  <inkml:trace contextRef="#ctx0" brushRef="#br0" timeOffset="109093.4">6821 16242 0,'0'0'0,"0"40"46,-40 0-30,40 0-16,0 0 16,0 1-16,0-1 0,0 0 0,-40 0 15,40 0-15,-40 0 16,40 0-16,-40-40 0,40 40 0</inkml:trace>
  <inkml:trace contextRef="#ctx0" brushRef="#br0" timeOffset="114023.15">3411 16523 0,'0'0'0,"0"-40"32,40 40 15,-40-40 31,40 40-63,0 0-15,-40-41 16,0 82 46,0-1-46,0 0 0,0 0-16,0 0 15,-40 0-15,40 0 0,0 0 16,-40-40-16,40 40 0,0 1 16,-40-41-16,40-41 46,0 1-46,0 0 16,0 0-16,0 0 0,0 0 16,40 0-16,-40 0 0,0 0 0,40-1 15,-40 1-15,0 0 16,40 40 15,-40 40 0,0 0-31,0 1 16,0-1-16,0 0 0,0 0 0,0 0 16,0 0-1,0 0-15,0 0 16,0 0 0,0-80 15,0 0-16,0 0 1,0 0 172,0 0-173,40 40 1,-40-40-16,0 0 15</inkml:trace>
  <inkml:trace contextRef="#ctx0" brushRef="#br0" timeOffset="115572.99">3772 16282 0,'40'40'16,"-80"-40"31,-40 0 15,40 0-31,-1 0-31,1 0 16,40 40 0,-40-40-16,0 40 15,0-40 32,40 41-31,-40-1-16,40 0 0,-40 0 31,40 0 469,-41-40-500,41 40 16,0 0-1,0 0 32,0 0-16,0 1 1,41-41-32,-1 0 15,0 0 1,0-41-16,0 41 15,0 0-15,0 0 32,-40-40-17,41 40-15,-1-40 16,-40 0 0,0 0-1,40 40-15,-40-40 0,0 0 31,40 40-31,-40-40 0,0 0 16,0-1 0,-40 1-1,0 0 17,0 40-17,-1 0 1,1 0-16,40 40 15,-40-40-15,0 40 16</inkml:trace>
  <inkml:trace contextRef="#ctx0" brushRef="#br0" timeOffset="118062.9">3571 18167 0,'0'-40'16,"0"0"0,0 0 15,0 0 0,0 0 0,40 40-15,-40-41 0,0 122 109,0-41-125,-40-40 15,40 40-15,0 0 0,-40 0 0,40 0 16,0 0-1,0 0-15,0 1 16,0-82 47,0 1-63,0 0 0,0 0 15,0 0-15,0 0 16,40 0-16,-40 0 0,40 0 0,-40-1 15,41 41-15,-41 41 32,0-1-17,0 0 1,0 0-16,0 0 0,0 0 0,0 0 16,0 0-16,-41 0 15,41 1-15,0-1 0,0 0 16,0-80 15,0 0-31,0-1 16,0 1-16,0 0 15,0 0-15,0 0 0,0 0 0,0 0 16,0 80 15,0 0-15,0 0-16,0 0 0,0 0 15,0 0-15,0 1 0,0-1 16,0 0-16,0 0 16</inkml:trace>
  <inkml:trace contextRef="#ctx0" brushRef="#br0" timeOffset="119492.83">5979 18087 0,'-40'0'32,"40"40"-17,-40-40 1,-1 0 15,1 40-15,0-40 15,0 40 0,80-40 0,0 0-15,41 0-16,-41-40 16,0 40-1,0 0-15,0 0 16,-40-40 15,40 40-15</inkml:trace>
  <inkml:trace contextRef="#ctx0" brushRef="#br0" timeOffset="120022.79">6460 17846 0,'0'40'110,"0"0"-95,0 1 1,0-1-16,0 0 0,0 0 15,0 0-15,0 0 0,0 0 0,0 0 16,-40-40 0,40 40-16,0 1 15,0-82 32,0 1-31,0 0-16,0 0 0,0 0 0,0 0 15,0 0-15,0 0 16,0 80 47,0 0-63,0 0 0,0 0 15,0 0 1,-40 0-16,40 0 0,-40 1 0,0-1 15</inkml:trace>
  <inkml:trace contextRef="#ctx0" brushRef="#br0" timeOffset="120812.75">1565 16643 0,'0'0'0,"40"0"0,-40-40 15,40 40-15</inkml:trace>
  <inkml:trace contextRef="#ctx0" brushRef="#br0" timeOffset="121172.72">1645 16603 0,'0'-40'31,"0"0"0,0 0 1,0 0-17,0-1 17,0 1-17,0 0 1,0 0-1,0 80 32,0 0-31,0 0-16,0 1 16,0-1-16,0 0 15,40 0-15,-40 0 16,0 0-16,0 0 31,0 0-31</inkml:trace>
  <inkml:trace contextRef="#ctx0" brushRef="#br0" timeOffset="122102.59">1404 18007 0,'0'-40'31,"0"-1"-31,0 1 32,0 0-1,0 80 47,0 0-62,0 1-1,0-1-15,0 0 0,0 0 0,0 0 16,0 0-16,0 0 0,0 0 0,0 0 15,0 1-15,0-1 16,0 0-16,0 0 16,0-80 15,0 0-15,0 0-16,41 40 0,-41-41 0,0 1 15,0 0 1,0 0-16,0 80 31,-41-40-31,41 40 0,0 0 16,-40 1-16,40-1 0,0 0 0,0 0 15,0 0 1</inkml:trace>
  <inkml:trace contextRef="#ctx0" brushRef="#br0" timeOffset="123102.55">1083 15239 0,'41'0'0,"-82"0"47,41 41-47,-40-41 16,121 0 62,-41 0-78,0 0 15,0 40-15,0-40 16,0 0-16,0 0 0,0 0 0,1 0 16,-1 0-16,0-40 15</inkml:trace>
  <inkml:trace contextRef="#ctx0" brushRef="#br0" timeOffset="123362.53">1846 14959 0,'-40'0'63,"40"40"-63,0 0 15,0 0-15,0 0 16,0 0-16,0 0 0,0 0 0,0 1 0,0-1 16,0 0-16,40 0 15,-40 0-15,0 0 0</inkml:trace>
  <inkml:trace contextRef="#ctx0" brushRef="#br0" timeOffset="124292.54">3009 16683 0,'0'-40'16,"0"0"15,0 80 1,41-40-17,-41 40 1,40-40 15,-40 40-15,40 0-1,0-40-15,-40 41 0,40-41 0,-40 40 16,40-40-16,0 0 16,-40 40-16,40-40 0,1 40 0,-1-40 15,0 0 1,-40 40-16,40-40 0,0 0 15</inkml:trace>
  <inkml:trace contextRef="#ctx0" brushRef="#br0" timeOffset="124512.52">3451 16723 0,'-40'0'15,"80"0"-15,-80-40 0,0 40 0,40-40 16,-41 0 15,1 40-15,40 40-1,-40 80 1,40-79-16,-40 39 16,0-80-16,0 120 15,0-80 1,40 0-16</inkml:trace>
  <inkml:trace contextRef="#ctx0" brushRef="#br0" timeOffset="125372.48">3090 18247 0,'0'40'31,"40"-40"16,-40 41-32,40-41-15,0 0 16,-40 40-16,40-40 0,0 40 16,0-40-1,-40 40-15</inkml:trace>
  <inkml:trace contextRef="#ctx0" brushRef="#br0" timeOffset="125582.46">3290 18287 0,'0'0'16,"-40"0"-1,40-40 1,0 80-1,-40-40-15,40 41 16,-40-1-16,40 0 16,-40 0-16,0 0 0,40 0 0,-40 0 15,40 0 1,-41-40-16,41 40 0,-40-40 0,40 40 0</inkml:trace>
  <inkml:trace contextRef="#ctx0" brushRef="#br0" timeOffset="126672.39">6019 16001 0,'-40'0'0,"40"41"16,40-41 62,-40 40-78,40-40 0,-40 40 0,40-40 16,-40 40-16,40-40 0,0 40 0,1-40 15,-1 0 1,0 0-16,0 40 0,0-40 0</inkml:trace>
  <inkml:trace contextRef="#ctx0" brushRef="#br0" timeOffset="126882.33">6340 16001 0,'0'41'16,"0"-82"-16,-80 82 16,40-41-16,40 40 31,0 0 0,0 0-31,-41-40 0,41 40 0,-40 0 16,40 0-16,-40 0 0</inkml:trace>
  <inkml:trace contextRef="#ctx0" brushRef="#br0" timeOffset="127632.34">5738 17606 0,'0'40'47,"40"0"-31,0-40-16,0 0 15,-40 40 1,41-40-16,-1 0 16,0 0-16,-40 40 15,40-40-15,0 0 0</inkml:trace>
  <inkml:trace contextRef="#ctx0" brushRef="#br0" timeOffset="127832.32">6059 17525 0,'-40'0'0,"0"0"31,0 0-31,40 41 0,-40-1 16,40 0 0,-41 0-16,41 0 0,-40 0 15,0 0-15,0 0 16,40 0-16,-40-40 0</inkml:trace>
  <inkml:trace contextRef="#ctx0" brushRef="#br0" timeOffset="128772.27">12840 14197 0,'-40'0'0,"0"0"16,0 0-16</inkml:trace>
  <inkml:trace contextRef="#ctx0" brushRef="#br0" timeOffset="129282.2">12760 14277 0,'0'0'0,"-40"0"15,0 0 1,40-40 15,-40 40 16,0 0-16,0 0 1,40 40-32,-41 0 0,41 0 15,-40-40-15,40 40 16,-40 0-16,40 0 0,0 1 0,0-1 0,-40 0 16,40 0-16,0 0 0,0 0 15,0 0-15,40 0 0,-40 0 0,40 0 0,0-40 16,1 41-16,-1-41 0,0 0 0,40 0 0,-40 0 15,0 0-15,41-41 16,-41 41-16,0-80 0,0 80 0,0-40 0,0 0 16,0 0-16,-40 0 0,40 0 15,-40 0-15,0 0 0,0-1 0,0 1 0,0 0 16,0 0-16,-40 0 16,40 0-16,-40 0 0,0 40 0,0 0 0,0-40 15,0 40-15,-41 0 0,41 0 0,0 0 0,0 0 16,0 40-16,0-40 0,0 40 15,40 0-15,0 0 0</inkml:trace>
  <inkml:trace contextRef="#ctx0" brushRef="#br0" timeOffset="134601.85">23193 14437 0,'-80'0'15,"80"-40"-15,-40 40 0,40-40 31,80 0-15,121 40 0,-161 0-16,40-40 15,-40 40-15,161 0 16,-81 0 0</inkml:trace>
  <inkml:trace contextRef="#ctx0" brushRef="#br0" timeOffset="134761.91">23514 14959 0,'-40'0'16,"80"0"-16,0 0 15,-40-40-15,80 40 0,41-81 16,-81 81-16,40-40 15,-40 40-15</inkml:trace>
  <inkml:trace contextRef="#ctx0" brushRef="#br0" timeOffset="162420.25">12439 15761 0,'0'40'0,"0"0"16,40-40 890,0 0-890,-40-40 1906,0 0-1391,0 0-515</inkml:trace>
  <inkml:trace contextRef="#ctx0" brushRef="#br0" timeOffset="163370.14">14285 14598 0,'-40'0'16,"40"40"78,-40 0-79,80-40 110,40 0-125,0 0 0,-40 0 16,1-40-16,-1 40 0,40 0 0,0-40 0,-40 40 16,41 0-16,-41 0 0,0 0 15,40 0-15,-40-40 0,0 40 0,1 0 0,-1 0 16,0 0-1,-80 0 64,0 0-64,-1 0 1</inkml:trace>
  <inkml:trace contextRef="#ctx0" brushRef="#br0" timeOffset="163980.16">15770 14036 0,'-40'0'0,"80"0"47,-40-40-47,80 40 0,-40 0 0,0-40 15,0 40-15,0 0 16,1 0-16,39 0 0,-40 0 0,0 40 15,0 40-15,0-40 16,-40 1-16,0-1 0,0 0 16,-80 0-1,80 0-15,-40 0 0,40 0 0,-40 0 0,0 0 16,0 1-16,-1-1 0,1 0 16,0 0-1,80-40 32,0 0-31,1-40-16,-1 40 0,0 0 0,0 0 15,0 0-15,0 0 0,0-40 0,0 40 16,1 0 0,-1 0-16,0 0 15,0 0-15,0 0 16,-80 0 62,0 0-62,0 0-1</inkml:trace>
  <inkml:trace contextRef="#ctx0" brushRef="#br0" timeOffset="164920.1">17134 14277 0,'0'0'0,"0"40"16,40-40 359,0 0-360,0 0 16,0 0-15,1 0 15,-1 0-31,0 0 16,0 0-16,0 0 0,0 0 0,0 0 16,0-40-16,1 40 15,-1 0-15,0 0 0,0-40 0,0 40 0,0 0 16,0 0-16,-40-40 15,40 40-15,1 0 0,-1 0 16,-80 0 93,-1 0-93,1 0 0</inkml:trace>
  <inkml:trace contextRef="#ctx0" brushRef="#br0" timeOffset="167229.88">17535 13836 0,'0'40'407,"40"-40"374</inkml:trace>
  <inkml:trace contextRef="#ctx0" brushRef="#br0" timeOffset="168319.9">18859 13756 0,'-40'0'79,"0"0"-79,0 0 15,0 0-15,0 40 0,0-40 16,0 0-16,-1 0 0,1 40 15,0 0 1,0-40 0,40 40 77,0 40-93,0-40 16,0 0 0,0 0-16,0 1 0,40-41 0,-40 40 15,0 0-15,0 0 0,40-40 0,-40 40 16,40-40 0,1 40-16,-1-40 15,0 0 1,0 0-16,0-40 0,0 40 15,0 0 1,0 0-16,1 0 0,-1 40 31,-40 0-31,0 0 16,0 0 0,-40 1-1,40-1 1,-81-40-16,41 0 15,0 40-15,0-40 0,0 0 16,0 0-16,0 40 16,-1-40-16,1 0 0,0 0 15,0-40-15</inkml:trace>
  <inkml:trace contextRef="#ctx0" brushRef="#br0" timeOffset="169009.84">19542 14157 0,'-41'0'0,"41"40"0,-40-40 0,0 0 32,40 40-1,80-40 16,-39 0-47,-1 0 15,0 0-15,40 0 0,-40 0 0,40 0 0,-39 0 16,39 0-16,-40 0 0,0 0 0,0 0 0,0-40 16,0 40-16,1 0 15,-41-40-15,40 40 0</inkml:trace>
  <inkml:trace contextRef="#ctx0" brushRef="#br0" timeOffset="169279.79">20063 14036 0,'-40'-40'0,"80"80"0,-120-80 15,80 0 1,0 80 15,0 0-15,0 0-16,0 0 0,0 1 0,0-1 0,0 40 16,-40-40-16,40 0 0,0 0 15,0 0-15,-40 0 0,40 1 0,0-1 0,0 0 16,0 0-1</inkml:trace>
  <inkml:trace contextRef="#ctx0" brushRef="#br0" timeOffset="169869.77">20505 13836 0,'0'0'0,"-41"0"16,82 0 15,-1 0-31,-40-40 16,80 40-16,80-40 16,-119-1-16,-1 41 0,0 0 31,0-40-31,-40 80 31,0 1 0,0-1-15,0 0 15,0 0-31,0 0 16,-40-40-1,40 40-15,0 0 0,-40-40 0,40 40 0,-40 0 16,40 0-16,0 1 0,0-1 16,0 0-16,0 0 0,-41 0 0,41 0 0,0 0 15,0 0-15,0 0 0,0 1 16,0-1 0</inkml:trace>
  <inkml:trace contextRef="#ctx0" brushRef="#br0" timeOffset="170379.77">20585 14116 0,'0'0'0,"-40"41"31,0-41-15,80 0 15,0 0-15,0 0-16,0 0 15,0 0-15,0 0 0,-40-41 0,40 41 0,41 0 16,-41-40-1,0 40-15,0 0 0,0 0 0,0 0 16,-40-40-16,40 40 16,-80 0-1,0 0 17,40 40-32,-40-40 0,0 0 0,40 40 15</inkml:trace>
  <inkml:trace contextRef="#ctx0" brushRef="#br0" timeOffset="170749.75">21789 13996 0,'-41'0'16,"82"0"-16,-122 40 16,81 0-1,40-40 16,1 0-31,-1 0 16,0 0-16,0 0 0,0 0 0,0 0 16,0-40-16,1 40 0,-1 0 0,0-40 15,0 40 1,-40-40 15</inkml:trace>
  <inkml:trace contextRef="#ctx0" brushRef="#br0" timeOffset="171379.71">22511 13635 0,'40'-40'0,"0"40"15,40 0 1,41-40 0,-81 40-16,0 0 0,0 0 0,0 0 31,-40 40-15,-40 0-1,-40 40 1,80-39-16,-80 39 15,40-40-15,40 0 0,-41 0 16,-79 80 0,40 41-1,40-121 1,40 0-16,0 0 16,0 0-16,40-40 15,0 0 1,0 0-16,0 0 0,0 0 15,-40-40-15,40 40 0,1 0 16,-41-40-16,40 40 0,0-40 0,0 40 16,0-40-16,0 40 15,-40-40 1,0 0-16,0-1 16,-40 1-1,0 40-15,40-40 0,-40 40 16,0-40-16,0 40 15,40-40-15,-41 40 0,1-40 0,40 0 0,-40 40 16,0-40-16,40 0 0,0 0 16,-40 40-16,40-41 0,0 1 0,0 0 15,40 40-15,-40-40 0,40 40 16,0 0-16,-40-40 16,40 40-16,1 0 0,-1 0 0,0-40 0,0 40 15,0 0-15,0 0 16</inkml:trace>
  <inkml:trace contextRef="#ctx0" brushRef="#br0" timeOffset="172709.56">18659 14919 0,'-40'0'0,"40"40"15,-40-40 1,80 0 31</inkml:trace>
  <inkml:trace contextRef="#ctx0" brushRef="#br0" timeOffset="173199.62">15689 15280 0,'0'40'16,"0"0"-16,41-40 16,-1 0 15</inkml:trace>
  <inkml:trace contextRef="#ctx0" brushRef="#br0" timeOffset="180679.15">25400 14237 0,'-40'0'32,"80"0"-32,-120 0 0,40 0 15,80 0 17,0 0-32,40 0 31,81 0-16,39-40 1,-79 0 0</inkml:trace>
  <inkml:trace contextRef="#ctx0" brushRef="#br0" timeOffset="181349.04">26644 13796 0,'-40'-40'0,"0"-1"16,40 1 15,80 40-15,-40 0-1,0 0-15,0 0 0,0 0 16,1 0-16,-1 0 0,0 0 0,0 0 0,0 0 16,0 0-16,0 0 15,-40 40 1,-80-40 0,40 0-16,40 41 15,-40-41-15,0 40 0,0 0 0,-1-40 16,1 40-1,0 0-15,0 0 0,0 0 16,40 0-16,-40-40 0,40 40 16,-40-40-16,40 40 0,-40 1 15,40-1-15,0 0 16,-41-40-16,41 40 16,81 0-16,-41-40 15,0 0 1,40 0-16,-40 0 0,0 0 15,1-40 1,-1 40-16,-40-40 0,0 0 16,0 0-16,-40-1 15,-1 41 1,41-40-16,-40 40 0,40-40 0,0 0 0,-40 40 16,40-40-16,-40 40 15,40-40-15,-40 0 0,0 40 0,40-40 0,-40 0 16,0 40-16,40-40 0,-41 40 15,41-41-15,-40 1 0,40 0 16,0 0-16,81 40 0,-81-40 0,40 40 16,0 0-16,40-40 15,-40 40-15,0 0 0,41 0 0,-41 0 0,0 0 16,0 0-16,0 0 0,0 0 16,-40 40-16,40-40 0</inkml:trace>
</inkml:ink>
</file>

<file path=ppt/ink/ink4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5-08-19T06:31:56.127"/>
    </inkml:context>
    <inkml:brush xml:id="br0">
      <inkml:brushProperty name="width" value="0.05292" units="cm"/>
      <inkml:brushProperty name="height" value="0.05292" units="cm"/>
      <inkml:brushProperty name="color" value="#FF0000"/>
    </inkml:brush>
  </inkml:definitions>
  <inkml:trace contextRef="#ctx0" brushRef="#br0">2929 2847 0,'0'40'110,"-40"0"-110,40 0 0,0 0 0,-40 0 15,40 1-15,0-1 0,-40 0 16,40 40-16,0-40 0,0 0 0,0 40 0,0-40 16,0 1-16,0 39 0,0-40 0,0 0 0,0 0 15,0 0-15</inkml:trace>
  <inkml:trace contextRef="#ctx0" brushRef="#br0" timeOffset="839.94">4655 2887 0,'40'0'62,"0"0"-31,0 0-31,0 0 16,0 0-16,0 0 0,1 0 16,-1 40-16,0-40 15,0 0-15,0 40 0,-40 0 16,40 0 0,-40 1-16,0-1 0,40 0 0,-40 0 0,0 0 15,0 0-15,0 0 0,-40 0 16,40 0-16,-40 0 0,0 1 0,0-1 15,0-40 1,40 40-16,40-80 47,0 40-31,0 0-1,0 0-15,0 0 0,0 0 0,1 0 0,-1 0 16,0 0-16,40 0 0,-40 0 15,0 0-15,0 0 0,1 0 0,-1 0 0,0 0 16</inkml:trace>
  <inkml:trace contextRef="#ctx0" brushRef="#br0" timeOffset="1329.86">7544 3007 0,'0'0'0,"0"-80"15,40 40 1,201-40-1,-81 80 1,-39 40 0,-121 0-1,0 0-15,-41 40 16,-79 81 0,40-41 15,120-40-16,40 0 1,-80 1 0,-40 39 15,-40-120-31,40 40 0,-201 40 31,-40 1-15,161-81-16</inkml:trace>
  <inkml:trace contextRef="#ctx0" brushRef="#br0" timeOffset="1789.89">2207 5133 0,'0'0'16,"80"-40"-1</inkml:trace>
  <inkml:trace contextRef="#ctx0" brushRef="#br0" timeOffset="2109.87">2648 4932 0,'0'0'16,"40"0"0,-40 40 30,-40 1-46,0-1 16,0-40-16,40 40 0,-40 0 16,0 0-16,40 0 0,-40-40 0,0 40 0,40 0 15,-41-40-15,41 40 16,0 1-16,-40-41 0,40 40 0,40-40 31,1 0-31,39 40 16,-40-40-16,0 0 15,0 0-15,0 0 0,0-40 0,1 40 0,-1-40 16,0 40-16,0-41 0,0 41 0,40-40 0,-40 40 16</inkml:trace>
  <inkml:trace contextRef="#ctx0" brushRef="#br0" timeOffset="2339.85">2969 5173 0,'0'0'0,"0"-40"16,-40 40 0,0 0-16,40-40 15,0 120 1,0-40 0,0 0-1,0 0-15,0 0 0,0 1 0,0-1 16,0 0-16,0 0 0,0 0 15,0 0-15,0 0 0,0 0 0,0 0 16</inkml:trace>
  <inkml:trace contextRef="#ctx0" brushRef="#br0" timeOffset="2799.83">4976 4972 0,'-40'0'16,"40"-40"-16,-41 40 15,82 40 32,-41 41-31,40-41-16,-40 0 0,40 0 0,-40 0 15,40-40-15,-40 40 0,40 0 0,-40 0 0,40 1 16,-40-1 0,0 0-16,40 0 0,-40 0 15,0 0-15,0 0 16,-40 0-16,0-40 0,-40 0 16,40 0-1,0 0-15,40-40 0</inkml:trace>
  <inkml:trace contextRef="#ctx0" brushRef="#br0" timeOffset="2959.82">5136 4812 0,'0'0'16,"0"-40"0,40 40-16,81-40 31,-81 40-31,80 0 0,-80 0 0,41 0 15</inkml:trace>
  <inkml:trace contextRef="#ctx0" brushRef="#br0" timeOffset="3459.71">8266 4932 0,'-40'0'15,"40"-40"-15,-40 40 16,-40 40 0,-41 121 15,81-121-31,-80 120 16,80-39-1,40 79 1,40-80-1,-40-79-15,40-41 16,0 40-16,40-40 16,0-40-1,-160-41 17,-120 41-17,-81 120 1,241-80-16</inkml:trace>
  <inkml:trace contextRef="#ctx0" brushRef="#br0" timeOffset="4129.69">2087 7218 0,'-41'0'0,"82"0"31,39-40-15,-40 0 0,0 40-16,0 0 0,0 0 15,0 0-15,1 0 16,-1 0-16,0 0 0,0 0 0,0 0 15,0 0-15,0 0 32,-40 40-1,0 0-15,0 0-16,-40 1 0,40-1 15,0 0-15,-40 0 0,40 0 0,0 0 0,-40 0 16,40 0-16,0 0 15,0 1-15,-40-1 0,40 0 0,0 0 0,0 40 16,0-40-16,-40 0 0,40 0 0,0 0 16,0 1-16,0-1 15,40-40-15</inkml:trace>
  <inkml:trace contextRef="#ctx0" brushRef="#br0" timeOffset="4349.74">2087 7780 0,'0'0'0,"40"0"16,40-40-1,161-40 1,40-41-1,-201 121-15,40-40 16,-80 0-16,0 40 0</inkml:trace>
  <inkml:trace contextRef="#ctx0" brushRef="#br0" timeOffset="4859.7">5417 7178 0,'-120'0'16,"240"0"-16,-280 0 15,119 0-15,-39 40 16,0 41-1,40 79 1,-40 0 15,80 1-15,120-121 0,-40-40-1,-40 0-15,121-80 16,-81 0-16,-40 39 15,-120-79 1,-121-40 0,-120 79 15,121 41-15,160 0-1,160 40 16,81 0-15,-161 0-16</inkml:trace>
  <inkml:trace contextRef="#ctx0" brushRef="#br0" timeOffset="5859.61">4334 7098 0,'40'0'0,"0"0"15,0-40 1,0 0-16,0 40 16,-40-40-1,40 40-15,1 0 0,-1 0 31,0 0 1,0 0-17,0 0 1,0 0 0,-40 40 15,0 0-16,80-40-15,-39 0 0,-1 0 16,0 0 0,0 0-16,0 0 0,0 0 0,0 0 15,0 0-15,1 0 16,-41 40 0,0 0-1,0 0-15,0 0 16,40 0-1,-40 1-15,40-41 16,-40 40-16</inkml:trace>
  <inkml:trace contextRef="#ctx0" brushRef="#br0" timeOffset="6489.61">8025 7138 0,'-120'-40'15,"240"80"-15,-320-80 16,160 40-16,-81 0 16,81 40 15,40 0-31,40 40 16,0-39-1,0-41-15,81 0 16,-121-41-1,40 41-15,-40-40 16,0 80 31,0 41-47,0-41 16,0 0-16,0 0 0,0 0 0,0 0 15,0 0-15,0 0 16,0 1-16,0-1 0,0 0 0,0 0 0,0 0 15,-40 0-15,0 0 0,0 0 0,-1-40 0,-39 40 16,40 0-16,-40 1 0,40-41 16,-41 40-16,41-40 0,-40 0 0</inkml:trace>
  <inkml:trace contextRef="#ctx0" brushRef="#br0" timeOffset="11119.33">6220 4972 0,'40'0'31,"-40"41"0,-40-41 1,40 40-17,-41 0 1,41 0 0,0 0-16,-80 0 15,40 0-15,40 0 0,0 0 0,0 1 16,0-1-1,0 0-15,0 0 16,40-40 0,0 0-1,41 0 1,-41-40 0,0 40-16,0-40 0,0 40 15,-40-40-15,40 40 16,0 0-16,-40-41 0,40 1 15,-40 0-15,0 0 32,0 0-17,0 0 1,0 0-16,0 0 0,0 0 16,-40 40-16,0-41 15,0 41 16,0 0-31,0 41 16,40-1 0,-40 0-1</inkml:trace>
  <inkml:trace contextRef="#ctx0" brushRef="#br0" timeOffset="15718.98">6220 3128 0,'0'40'31,"-41"0"0,1-40-15,0 40-16,40 0 15,-40 0-15,0 0 16,0 0-16,40 0 0,0 1 16,0-1-16,0 0 15,0 0-15,40-40 0,-40 40 16,40-40-16,0 40 0,0-40 15,0 0 1,1 0-16,-1 0 0,0-40 16,0 40-16,-40-40 15,40 0-15,-40 0 0,0 0 16,0-1-16,0 1 16,0 0-16,0 0 15,-40 40-15,40-40 16,-40 40-16,0 0 15,40 40-15,-40-40 0,40 80 0,0-40 16</inkml:trace>
  <inkml:trace contextRef="#ctx0" brushRef="#br0" timeOffset="16818.91">6179 7299 0,'0'0'0,"0"-41"0,-40 41 15,40-40-15,0 0 16,0 0 15,0 80-15,0 0-1,0 0-15,0 1 16,0-1-16,0 0 0,0 0 16,0 0-16,0 0 15,0 0-15,0 0 0,0 0 32,0-120-1,0 40-16,0 0-15,0 0 0,0 0 0,0 0 16,0 0 0,0 80-1,0 40 1,-40-40-16,40 0 0,-40 0 0,40 0 16,-40 41-16,40-41 15,0 0-15,0 0 0,0 0 0,-40 0 0,40 0 16,0 0-16,-40-40 0,40 40 0</inkml:trace>
  <inkml:trace contextRef="#ctx0" brushRef="#br0" timeOffset="20498.68">9309 3288 0,'0'0'0,"-40"40"15,80-40 48,0 0-48,1 0-15,-1 0 16,0 0-16,0 0 16,0 0-16,0 0 0,0 0 15</inkml:trace>
  <inkml:trace contextRef="#ctx0" brushRef="#br0" timeOffset="20768.68">9991 3047 0,'0'41'47,"0"-1"-32,0 0-15,0 0 16,0 0 0,0 0-16,0 0 15,0 0-15,0 0 16,0 0-16</inkml:trace>
  <inkml:trace contextRef="#ctx0" brushRef="#br0" timeOffset="21328.64">9309 5574 0,'-40'0'16,"80"0"-16,-40 0 63,0-40-48,40 40-15,1 0 0,-1 0 16,0 0-16,0 0 0,0 0 15</inkml:trace>
  <inkml:trace contextRef="#ctx0" brushRef="#br0" timeOffset="21598.62">9911 5253 0,'0'0'16,"-40"0"0,40 40 15,0 0-15,80 81-1,-80-1 1,-80 0-1,80-80-15</inkml:trace>
  <inkml:trace contextRef="#ctx0" brushRef="#br0" timeOffset="22118.59">8908 7619 0,'0'0'0,"-40"41"0,40-1 31,40-40-15,-40-40-16,40 40 0,0-41 15,0 41-15,1 0 0,-1-40 16,0 40-16,0 0 0,-40-40 15,40 40-15,0 0 0,0 0 16,0 0-16,1-40 0,-1 40 16</inkml:trace>
  <inkml:trace contextRef="#ctx0" brushRef="#br0" timeOffset="22318.58">9670 7299 0,'0'40'47,"0"0"-31,0 0-16,-40 0 0,40 0 0,0 0 16,-40 0-16,40 0 15,-40 1-15,40-1 0,0 0 16,-40-40-16</inkml:trace>
  <inkml:trace contextRef="#ctx0" brushRef="#br0" timeOffset="25166">3692 3368 0,'-40'0'0,"40"40"15,0 0 1,40-40 93,0 0-93,0 0-16,0 0 0,0-40 16,0 40-1</inkml:trace>
  <inkml:trace contextRef="#ctx0" brushRef="#br0" timeOffset="25395.93">4253 3208 0,'0'40'31,"0"0"-16,-80 0 1,80 0-16,0 0 0,0 0 16,-40-40-16,40 41 0,0-1 0,0 0 15,0 0 1,40-40-16,-40 40 0</inkml:trace>
  <inkml:trace contextRef="#ctx0" brushRef="#br0" timeOffset="25966.23">3852 4932 0,'0'40'47,"80"-40"-47,-39 81 16,-41-41-1,40 0-15,-40 0 0,0 0 0,0 0 0,0 0 16</inkml:trace>
  <inkml:trace contextRef="#ctx0" brushRef="#br0" timeOffset="26573.57">3692 7499 0,'0'40'0,"0"0"31,0 0-31,0 1 16,0-1-16,0 0 16,0 0-16,0 0 0,0 0 0,0 0 15,0 0-15,0 0 0,0 0 0,-40-40 0,40 41 16,-41-41-1</inkml:trace>
  <inkml:trace contextRef="#ctx0" brushRef="#br0" timeOffset="28273.39">14606 3649 0,'0'0'0,"0"40"0,0 0 31,-40-40-31,40 40 16,0 0 31,40-40-47,40 0 16,-40 0-16,1 0 15,-1 0-15,40 0 0,-40 0 0,40-40 0,1 40 16,-1 0-16,-40 0 0,40 0 0,-40 0 0,0-40 15,1 40-15,-1 0 16,-80 0 15,-1 0-31,-39 0 16,40 0 0</inkml:trace>
  <inkml:trace contextRef="#ctx0" brushRef="#br0" timeOffset="28953.43">15930 3168 0,'0'0'16,"-40"0"-1,40 40 64,0 0-79,0 0 0,0 0 15,40 0-15,-40 0 0,0 0 0,0 41 0,0-41 16,0 0-16,0 0 0,0 0 15,0 0-15,0 0 0,0 0 0,-40 1 0,40-1 16,0 0-16,0 0 16,0 0-16,0 0 0,-40 0 15,40 0 1,0-80 31,0 0-32</inkml:trace>
  <inkml:trace contextRef="#ctx0" brushRef="#br0" timeOffset="29703.38">17054 3769 0,'0'0'0,"-40"0"0,40 40 15,-41-40-15,1 0 16,0 0-1,0 0 1,80 0 172,0 0-188,41 0 15,-41 0-15,0 0 0,0 0 0,0 0 16,0 0-16,0 0 15,0 0-15,1 0 0,-1 0 0,-40-80 125</inkml:trace>
  <inkml:trace contextRef="#ctx0" brushRef="#br0" timeOffset="30333.34">17977 3368 0,'-41'0'15,"82"0"-15,-122-40 16,81 0-16,0 0 16,40 0-1,161 0 1,-80 0 15,-1 40-15,-80 40-1,-40 40 17,-80 0-17,40 0-15,0-80 0,-41 81 31,81-41-31,-40-40 0,0 40 16,40 0 0,40-40-16,0 0 31,0 0-31,1 40 0,-1-40 16,0 0-16,0 0 15,-40 40-15,40-40 0,0 0 16,-40 40-16,40-40 0,-40 40 31,40-40-31,-40 40 0,0 1 16,0-1-1,-80-40-15,80 40 0,-40 0 0,0-40 0,0 40 16,0 0 0,0-40-16,-1 40 0,1-40 0,0 0 0,0 0 15,40 40-15,-40-40 0,0 0 0,0 0 0,-1 0 16,1 0-1,40-40-15</inkml:trace>
  <inkml:trace contextRef="#ctx0" brushRef="#br0" timeOffset="31153.3">20103 3769 0,'0'40'31,"81"-40"32,-1 0-48,-40 0-15,0 0 0,0 0 0,0 0 16,0 41-16,1-41 0,-1 0 16,0 0-16,0 0 0,0 0 0,0 0 0,0 0 15,0 0-15,1-41 16,-1 41-16,0-40 0,0 40 16</inkml:trace>
  <inkml:trace contextRef="#ctx0" brushRef="#br0" timeOffset="31393.22">20826 3408 0,'-81'0'16,"162"0"-16,-202 0 16,121 81-1,-40-41 1,40 0-16,0 0 15,0 0-15,0 0 0,-40 40 0,40-40 0,0 1 16,0-1-16,-40 0 16,40 0-16,-40 0 0,40 0 0,-40 0 0,40 0 15,-41 0-15,1 0 16</inkml:trace>
  <inkml:trace contextRef="#ctx0" brushRef="#br0" timeOffset="31703.26">22029 3489 0,'0'0'16,"-40"0"-16,0 0 0,-80 0 15,80 40-15,-81 40 31,81-80-31,-80 120 16,80-80-16,40 0 16,40 1-16,160-1 31,-160-40-31,41 0 0,79 0 16,-79 0-16,79 0 15,-120-40-15,0 40 0,0 0 16,41-81-16</inkml:trace>
  <inkml:trace contextRef="#ctx0" brushRef="#br0" timeOffset="31913.25">22070 3529 0,'-41'0'15,"1"0"-15,40 40 16,0 0-1,0 0-15,0 0 0,0 0 0,0 0 0,0 0 16,0 1-16,0 39 16,0-40-16,0 0 0,0 0 0,0 0 0,-40 0 15,40 0-15,-40 0 0,40 1 16,-40-41-16,40 40 0,0 0 0</inkml:trace>
  <inkml:trace contextRef="#ctx0" brushRef="#br0" timeOffset="32193.17">23273 3970 0,'40'0'63,"1"0"-63,-1 0 0,0 0 15,0 0-15,40 0 16,-40 0-16,0 0 0,41 0 0,-41 0 0,0 0 16,0 0-16,0 0 0,0 0 15,-40-40-15,40 40 0,-40-40 16</inkml:trace>
  <inkml:trace contextRef="#ctx0" brushRef="#br0" timeOffset="32633.21">24918 3408 0,'-40'-40'15,"0"40"1,0 0 0,0 0-1,40 40-15,-40-40 0,0 81 0,0-41 0,-1 0 16,1 0-16,40 40 0,-40-40 0,0 40 0,40-39 15,-40-1-15,40 40 0,0-40 16,0 40-16,-40-40 0,40 0 0,0 0 0,0 1 16,0-1-16,80-40 15,-80 40-15,0 0 0,80-40 0,-40 0 16,1 0-16,-1 0 16,0 0-16,-40-40 0,40 40 0,-40-40 0,40 40 15,-40-40-15,0-1 0,-40 41 16,40-40-1,-80 40-15,40 0 0,-1 0 0,1 0 0,0 0 16,0 0-16,0 0 0,0 0 16,0 0-16,40 40 0,-40-40 0,40 41 15</inkml:trace>
  <inkml:trace contextRef="#ctx0" brushRef="#br0" timeOffset="32953.18">25561 4170 0,'-41'0'15,"82"0"-15,-122 0 32,162 0-32,-41 0 0,80 0 15,-80 0-15,241 0 16,-241 0-16,0 0 0,41 0 16,119 0-1,-39 0 1,-81-40-1</inkml:trace>
  <inkml:trace contextRef="#ctx0" brushRef="#br0" timeOffset="33223.17">26283 3649 0,'-40'0'16,"80"0"-16,-120 0 0,39 40 16,1-40-16,40 40 0,-40 81 31,0-41-31,40 120 16,0-120-16,0-39 0,-40 119 15,40-120-15,0 80 16,-40-120-16,40 81 15</inkml:trace>
  <inkml:trace contextRef="#ctx0" brushRef="#br0" timeOffset="33603.15">27005 3769 0,'0'0'16,"40"-40"-1,0 40 1,161 0 0,-41-40-1,-79 0 1,-41 40-1,-40 40 1,-40 0 15,40 40-31,-121 121 32,-39 40-17,120-161-15,40-40 0,-81 120 31,41-120-31,40 1 0,81-41 16</inkml:trace>
  <inkml:trace contextRef="#ctx0" brushRef="#br0" timeOffset="33803.14">27005 4411 0,'-120'0'15,"240"0"-15,-240-40 16,160 40 0,120-40-1,-120 0-15,161 40 32,-161 0-32,0 0 0,41 0 15,-41-40-15</inkml:trace>
  <inkml:trace contextRef="#ctx0" brushRef="#br0" timeOffset="34033.11">28048 4251 0,'0'0'31,"40"0"-15,41 0-16,-41 0 15,0 0-15,120 0 16,-79-41-16,-41 41 0,0 0 16,161-40-1,-161 0 1,0 40-16,40 0 16</inkml:trace>
  <inkml:trace contextRef="#ctx0" brushRef="#br0" timeOffset="34263.06">28771 3890 0,'-41'0'15,"82"0"-15,-162 0 16,121-40 0,-40 40-1,0 80 1,0 160-1,-40 1 1,39-81 15,41-79-31</inkml:trace>
  <inkml:trace contextRef="#ctx0" brushRef="#br0" timeOffset="34783.08">29373 3729 0,'40'0'16,"-80"0"-16,160 0 15,-80 0-15,40 40 16,-40-40-16,1 40 15,-1-40-15,-40 41 0,0-1 16,0 0 0,-161 40-1,1 40 17,39 1-17,81-41-15,40-40 0,-40 40 31,40-40-31,80-40 16,-40 0-16,1 0 16,-1 0-16,0 0 0,80-80 31,-120 40-31,40-40 16,-40 40-16,0-1 0,-120-79 15,120 80-15,-80-80 16,40 120-16,40-40 0,-41 0 31,82-1-15,-1 41-1,40 0 17,-40-40-32,0 40 0</inkml:trace>
  <inkml:trace contextRef="#ctx0" brushRef="#br0" timeOffset="35053.06">30255 4090 0,'0'0'31,"-40"0"-31,120 40 31,1-40-31,79 0 16,-120 0-16,0 0 0,41-40 16,-41 40-16,0 0 0</inkml:trace>
  <inkml:trace contextRef="#ctx0" brushRef="#br0" timeOffset="35593.03">31620 3689 0,'-41'0'0,"82"0"0,-162 40 31,81-40-31,0 40 0,0 0 16,0 1 0,40-1-16,0 40 15,40-40 16,0-80-15,0 40 0,0-80-1,-40 40 1,40 40 0,-40-41-1,0 82 1,0-1-1,0 40 1,0-40-16,0 0 16,0 0-16,0 121 15,-80-1 17,-80 0-17,-1-79 1,81-81-1,40 0-15,-161-81 16,121 41-16,40 0 0</inkml:trace>
  <inkml:trace contextRef="#ctx0" brushRef="#br0" timeOffset="39262.74">23514 5935 0,'-40'0'16,"80"0"15,0 0-16,40 0 1,-39 0-16,-1 0 0,0 0 0,40 0 0,-40 0 16,40 0-16,-39 0 0,-1 0 15,0 0-15,0 0 0,0 0 0,0 0 0,0 0 16</inkml:trace>
  <inkml:trace contextRef="#ctx0" brushRef="#br0" timeOffset="39462.71">23755 6416 0,'0'0'15,"-40"40"-15,0-40 0,-1 0 16,82 0 0,39 0-16,-40 0 15,40 0-15,-40 0 16,41 0-16,-1 0 0,-40 0 0,40-40 0,0 40 15,-39-40-15,-1 40 16</inkml:trace>
  <inkml:trace contextRef="#ctx0" brushRef="#br0" timeOffset="39842.69">25601 5815 0,'-81'-40'16,"162"80"-16,-362-80 15,241 80-15,-81 80 16,41-40 0,40 41-16,0 39 31,80-80-16,160-80 1,-39-40 15,-81-160-15,-40 159 0,-40-79-1,-120 80-15,-81 40 31,81 80-31</inkml:trace>
  <inkml:trace contextRef="#ctx0" brushRef="#br0" timeOffset="42422.54">2688 10667 0,'0'41'79,"0"-1"61,0 0-124,0 0-1,0 0-15,0 0 0,0 40 16,0-40-16,0 0 0,0 41 16,0-41-16,0 40 0,0-40 0,0 40 0,-40-40 15,40 1-15,0 39 16,0-40-16,0 0 0,0 0 0,0 0 16,0 0-16,0 0 15,40-40-15</inkml:trace>
  <inkml:trace contextRef="#ctx0" brushRef="#br0" timeOffset="43342.49">4895 10908 0,'0'-40'46,"41"0"-46,-1 40 16,0 0-16,0 0 16,0 0-16,0 0 0,0-40 0,0 40 0,1 0 15,-1 0-15,0 0 16,0 0-16,-40 40 0,0 40 16,0-40-16,0 0 0,-40 0 0,40 41 15,-80-41-15,39 0 16,1 0-16,0 0 0,0 0 0,0 0 0,0 0 15,40 0-15,-40-40 0,0 41 16,40-1-16,-41-40 0,41 40 0,41-40 31,-41 40-31,80-40 0,-40 0 16,0 0-16,0 0 0,0 0 16,0 0-16,41 0 0,-41 0 0,0 0 0,0 0 15,40 0-15,-40 0 0,1 0 0,-1 0 0,40 0 16,-40 0-16,0 0 15,0 0-15,0 0 0,1 0 0,-1 0 16</inkml:trace>
  <inkml:trace contextRef="#ctx0" brushRef="#br0" timeOffset="43932.53">8025 10988 0,'0'0'16,"0"-40"-16,0 0 16,0 0-16,81 0 15,159-40 1,-39 80 15,-201 40-15,-201 120-1,41 41 17,120-41-17,200-80 1,-39 1-1,-121-41 17,-41 40-17,-239 0 1,-41-40 0,120-40-16</inkml:trace>
  <inkml:trace contextRef="#ctx0" brushRef="#br0" timeOffset="44652.48">2127 12793 0,'0'0'0,"40"0"78,-40 40-78,0 0 16,-80-40-16,80 40 15,-41-40-15,1 40 0,0 1 0,0-1 0,0-40 16,0 40-16,0-40 0,40 40 0,-40 0 0,-1-40 16,41 40-16,-40-40 15,40 40-15,40 0 16,1-40-1,-1 0-15,0 0 0,40 0 16,-40 0-16,0 0 16,41 0-16,-1-40 0,0 40 0,0-40 0,1 40 15,39-40-15,-40 40 0,0 0 16,-39-40-16,39 0 0,-40 40 0,0 0 0,0 0 16</inkml:trace>
  <inkml:trace contextRef="#ctx0" brushRef="#br0" timeOffset="44952.47">2408 12994 0,'0'0'15,"0"-41"-15,-81 1 16,81 0-16,40 40 31,1 0-15,-1 121-1,-40 119 1,-40 1 0,-1-1 15,1-199-31</inkml:trace>
  <inkml:trace contextRef="#ctx0" brushRef="#br0" timeOffset="45352.45">5337 12713 0,'0'0'16,"-80"0"-16,-1 40 15,41-40-15,-40 40 16,80 0 15,40 80-15,121-39-1,-121-81-15,40 80 32,-80 40-17,-80 41 1,-121-81-1,121-80 1</inkml:trace>
  <inkml:trace contextRef="#ctx0" brushRef="#br0" timeOffset="45532.43">5297 12833 0,'0'0'15,"0"-40"-15,80 0 16,-40 0-16,161 0 31,-1-41-15,-160 81-16</inkml:trace>
  <inkml:trace contextRef="#ctx0" brushRef="#br0" timeOffset="46242.32">8507 12633 0,'0'0'0,"-40"0"16,0 0 62,-1 0-63,1 0-15,0 0 16,40 40-16,-40-40 0,0 40 0,0-40 0,40 40 16,-40 0-16,0 0 15,-1 0-15,1 0 0,0 0 0,40 1 0,-40-1 16,40 0-16,0 0 0,0 0 15,0 0-15,0 0 0,0 0 0,0 0 0,40-40 16,-40 40-16,40 1 16,0-1-16,1-40 0,-1 40 0,0-40 15,0 0-15,0 0 16,0 0-16,0-40 0,0 0 16,-40-1-16,0 1 0,-80 0 15,40 40 1,0 0-16,0 0 0,0 0 0,0 0 15,-1 0-15,1 0 0,0 40 16,0-40-16,0 0 0,0 40 0,0-40 0,0 41 16,-1-41-1</inkml:trace>
  <inkml:trace contextRef="#ctx0" brushRef="#br0" timeOffset="46962.27">2127 14477 0,'40'0'62,"40"0"-46,-40 0-16,0 0 0,0 0 0,1-40 16,-1 40-16,0 0 0,0 0 15,0-40-15,0 40 0,0 0 0,0 0 31,-40 40-15,-80-40 0,80 40-16,0 1 0,0-1 0,0 0 15,-40-40-15,40 40 16,0 0-16,0 0 0,0 40 0,0-40 0,0 0 16,0 41-16,0-41 0,0 0 0,0 40 0,0-40 15,0 0-15,0 41 0,0-41 16,0 0-16,0 0 0,0 0 0,0 0 15,0 0 1</inkml:trace>
  <inkml:trace contextRef="#ctx0" brushRef="#br0" timeOffset="47212.33">2087 15119 0,'-41'-40'16,"82"40"-1,79-40 1,201 40 0,-40 0-1,-40 0 1,-161 0-16</inkml:trace>
  <inkml:trace contextRef="#ctx0" brushRef="#br0" timeOffset="47802.21">5337 14758 0,'-40'0'16,"80"0"-16,-40-40 47,40 40-47,0 0 31,-40 40-31,0 0 16,0 0-1,0 0-15,0 1 16,-40-1-16,40 0 0,-40-40 0,40 40 0,-40 0 16,40 0-16,-40 0 15,-1 0-15,41 0 0,-40 1 0,40-1 16,0 0-16,0 0 15,40-40-15,1 0 16,-1 0 0,0 0-16,0 0 0,0 0 0,0-40 0,0 40 15,0-40-15,1 40 0,-1-40 16,-40-1-16,40 41 0,-40-40 0,-80 40 16,39 0-16,1-40 15,-40 40-15,40 0 16,0 0-16,0 0 0,-41-40 0,41 40 0,0-40 15,0 40-15,0-40 0,0 0 16,0 0-16,40 0 0,-40-1 16,40 1-16,0 0 15,80 40-15,-80-40 0,40 40 0,0-40 0,0 0 16,0 40-16,0-40 0,1 40 0,-1 0 0,0 0 16,0-40-16,0 40 0,0 0 15,0 0-15,0 0 0,1 0 0</inkml:trace>
  <inkml:trace contextRef="#ctx0" brushRef="#br0" timeOffset="48412.25">8427 14638 0,'-41'-40'15,"82"80"-15,-122-80 0,1 40 16,40 0-16,0 0 0,-40 0 16,-41 120 15,121 0-15,40 1-1,0-121 1,41 0 15,-41-81-15,-40 1-1,40 80-15,40 0 16,41 40 15,-81 81-15,-80 79-1,-201 1 17,-40-41-17,-40-80 1,201-120 0</inkml:trace>
  <inkml:trace contextRef="#ctx0" brushRef="#br0" timeOffset="48782.16">8828 13274 0,'0'40'16</inkml:trace>
  <inkml:trace contextRef="#ctx0" brushRef="#br0" timeOffset="49662.16">9991 12873 0,'0'-40'31,"41"40"16,-1 0-31,-40-40 15,-40 40-31,-1 0 16,1 0 15,0 0-15,40 40-1,-40-40-15,40 40 0,-40-40 16,40 40-16,-40-40 0,40 40 0,-40-40 0,40 41 15,0-1-15,-40 0 16,40 0-16,0 0 16,40 0-16,40-40 15,-40 40-15,0-40 0,0 0 16,0 0-16,1 0 0,-1 0 0,-40-40 0,40 40 16,0-40-16,0 40 15,-40-40-15,40 0 0,-40 0 16,0 0-1,-40-1-15,-40 1 16,40 0 0,0 40-16,-1 0 0,1 0 0,0 0 15,0 0-15,0 40 16</inkml:trace>
  <inkml:trace contextRef="#ctx0" brushRef="#br0" timeOffset="50432.14">10112 10467 0,'0'0'0,"-40"-40"31,0 40-15,-1 0-1,1 0 1,0 40-16,40 0 15,-40-40-15,40 80 0,-40-80 16,40 40-16,0 0 0,-40 1 0,0-1 16,40 0-16,0 0 15,0 0-15,0 0 0,0 0 0,0 0 16,40-40-16,-40 40 0,80-40 0,-40 0 16,0 0-1,0 0-15,1 0 0,-1 0 0,0-80 16,0 80-16,-40-40 15,0 0-15,40 0 0,-40 0 0,0 0 0,0 0 16,0-1-16,0 1 0,0 0 16,0 0-16,0 0 0,-40 0 15,0 40 1,0 0-16,0 0 0,40 40 0,-41-40 16,1 80-16,0-40 0,0 0 0,40 41 15,-40-41-15,40 0 0,-40 0 16,40 0-16</inkml:trace>
  <inkml:trace contextRef="#ctx0" brushRef="#br0" timeOffset="51212.09">10072 14317 0,'0'0'0,"-40"0"0,40 40 16,0 0-16,0 0 62,-41-40-31,1 40-15,40 1-16,0-1 16,0 0-1,0 0-15,0 0 0,0 0 0,0 0 16,0 0-16,0 0 0,0 0 15,0 1-15,0-1 0,-40 0 0,40 0 16,0 0 0,-40-40-16,40 40 0,40-40 47,-40-40-47,40 40 0,-40-40 15,40 40-15,-40-40 16,0 0-16,0 0 15,0-1 1</inkml:trace>
  <inkml:trace contextRef="#ctx0" brushRef="#br0" timeOffset="52062.04">13081 11189 0,'-40'0'0,"0"40"31,0-40-31,40 40 16,40-40 62,0 0-63,0 0-15,40 0 0,-39 0 0,-1 0 16,0 0-16,40 0 0,-40 0 0,0 0 0,0 0 16,1 0-16,-1 0 15,0 0-15,0 0 16,-40-40-16</inkml:trace>
  <inkml:trace contextRef="#ctx0" brushRef="#br0" timeOffset="52341.95">13884 10547 0,'0'0'0,"-40"0"16,40 40 31,40-40-47,-40 80 0,40-39 0,-40-1 16,0 0-16,40 0 0,-40 0 15,0 0-15,0 0 0,0 40 0,0-40 0,0 41 16,0-41-16,0 0 15,-40 0-15,40 40 0,-40-40 0,40 0 0,-40 1 16</inkml:trace>
  <inkml:trace contextRef="#ctx0" brushRef="#br0" timeOffset="52772">12720 12913 0,'0'0'0,"-80"-40"15,0 40 1,39 0 0,82 0-1,-1 0 1,120 0-1,-80 0 1,81 0-16,120-40 31,-241 40-31,0-40 0</inkml:trace>
  <inkml:trace contextRef="#ctx0" brushRef="#br0" timeOffset="52971.99">13683 12673 0,'0'-40'15,"-40"40"-15,0 40 32,40 40-32,-40-40 15,40 0-15,0 0 0,0 0 16,0 0-16,0 1 0,0-1 0,0 0 15,0 0 1,0 0-16,0 0 0</inkml:trace>
  <inkml:trace contextRef="#ctx0" brushRef="#br0" timeOffset="53491.88">12359 15280 0,'-40'0'15,"80"0"-15,-120 0 0,-1-41 16,122 41 0,39 0-1,-40 41-15,0-41 16,0 0-16,40 40 0,-39-40 0,-1 0 0,40 0 15,-40 40-15,0-40 16,0 0-16,0 0 0,1 0 0,-1 0 0,0 0 16,0 0-16,0-40 0,0 0 15</inkml:trace>
  <inkml:trace contextRef="#ctx0" brushRef="#br0" timeOffset="53701.94">13683 15079 0,'-40'0'16,"0"0"0,0 40-1,0 121 1,-1-81 0,1 80-1,0-120 1</inkml:trace>
  <inkml:trace contextRef="#ctx0" brushRef="#br0" timeOffset="54641.81">5618 11309 0,'-40'40'16,"80"-80"-16,-40 80 62,40-40-46,0 40 0,0-40-16,0 0 0,-40 40 15,40-40-15,0 0 16</inkml:trace>
  <inkml:trace contextRef="#ctx0" brushRef="#br0" timeOffset="54941.8">6179 11109 0,'0'40'94,"0"0"-79,0 0-15,0 0 0,0 0 16,0 40-16,0-40 16,0 1-16,0-1 0,0 40 0,0-40 0,-40 0 15,40 40-15,-40-40 0,40 0 16,-40 1-16,40-1 0</inkml:trace>
  <inkml:trace contextRef="#ctx0" brushRef="#br0" timeOffset="55721.82">6340 13074 0,'0'-40'15,"0"0"48,40 40-32,-40 80-15,0-40-16,0 0 0,0 0 0,0 0 15,0 0 1,0 0-16,-40 0 0,40 1 0,0-1 0,-40-40 15,40 40-15,-40-40 0,40 40 16,0 0-16,-40-40 0</inkml:trace>
  <inkml:trace contextRef="#ctx0" brushRef="#br0" timeOffset="56701.75">6460 15119 0,'40'0'0,"-40"40"78,0 0-62,0 0-16,0 1 16,0-1-16,0 0 0,0 0 0,0 0 0,-40 0 15,40 0-15,0 0 16,0 0-16,-40 0 0,0 1 0,0-1 15</inkml:trace>
  <inkml:trace contextRef="#ctx0" brushRef="#br0" timeOffset="58031.62">5698 13274 0,'0'-40'0,"-40"0"32,80 40-1,0 40-16,-40 0 1,0 0 0,40 0-16,-40 1 0,40-41 15,-40 40-15,40 0 0,1-40 16</inkml:trace>
  <inkml:trace contextRef="#ctx0" brushRef="#br0" timeOffset="58271.67">5899 13234 0,'40'0'16,"-80"40"30,40 0-46,-41 0 16,41 1-16,0-1 0,-40-40 16,0 40-16,40 0 15,-40-40-15,40 40 0,-40 0 0,40 0 0,-40-40 16,0 40-16,40 0 0</inkml:trace>
  <inkml:trace contextRef="#ctx0" brushRef="#br0" timeOffset="58951.63">8948 13154 0,'-40'0'16,"0"0"-16,80 0 47,0 0-32,-40 40-15,40-40 0,0 0 0,1 40 16,-1 0 0,-40 0-16,40-40 0,-40 40 0,40-40 0,0 41 15,-40-1-15,40-40 0,-40 40 16,40-40-16,-40 40 0,40-40 0</inkml:trace>
  <inkml:trace contextRef="#ctx0" brushRef="#br0" timeOffset="59171.61">9309 13114 0,'-40'0'15,"0"0"-15,40 40 16,-40 0 0,0-40-16,0 40 0,0 0 0,-41 40 15,1 41 17,80-81-32</inkml:trace>
  <inkml:trace contextRef="#ctx0" brushRef="#br0" timeOffset="60021.56">5658 10427 0,'0'40'0,"-40"-40"16,40 40-16,40-40 78,0 0-78,0 0 15,0 0-15,-40 40 0,40 0 16,-40 0-16,40-40 0</inkml:trace>
  <inkml:trace contextRef="#ctx0" brushRef="#br0" timeOffset="60261.55">5858 10387 0,'0'-40'16,"0"80"15,-40-40-16,0 40 1,40 0-16,0 0 0,0 0 16,0 0-1,0 0-15,0 0 0,-80 1 0,80-1 16</inkml:trace>
  <inkml:trace contextRef="#ctx0" brushRef="#br0" timeOffset="60871.51">8667 10306 0,'0'41'31,"40"-1"-31,1-40 16,79 80-1,0-40 17,-120 0-32</inkml:trace>
  <inkml:trace contextRef="#ctx0" brushRef="#br0" timeOffset="61051.5">9109 10306 0,'-40'0'31,"80"0"-31,-121 0 16,41 0-16,0 0 0,40 41 15,-40-41-15,0 160 16,0-120-16,0 80 31,40-79-31,-40-1 0</inkml:trace>
  <inkml:trace contextRef="#ctx0" brushRef="#br0" timeOffset="62041.38">15810 10467 0,'0'0'0,"0"40"16,-40-40 0,0 0-16,-1 40 15,82-40 16,-1 0-15,40 0-16,-40 0 0,0 0 16,0 0-16,0-40 0,1 40 15,39 0-15,-40 0 0,0 0 0,0 0 0,0 0 16,0 0-16,1 0 0,-1 0 0,0 0 16</inkml:trace>
  <inkml:trace contextRef="#ctx0" brushRef="#br0" timeOffset="62501.41">16813 10066 0,'0'0'16,"40"-40"-1,80 40 1,-79 0-16,119 40 31,-120-40-31,0 0 0,0 40 0,-40 120 16,-40-120-16,-120 121 31,80-81-31,80-40 0,-121 40 31,81-80-31,40 41 0,80-41 16,1 0 0,119 0-1,1 0 1,-161 0 0,0 40-16,40 0 15,-80-80 48</inkml:trace>
  <inkml:trace contextRef="#ctx0" brushRef="#br0" timeOffset="63081.38">18298 10347 0,'-40'0'0,"40"40"0,40-40 62,-40-40-46,40 40-16,0 0 0,40 0 15,-40 0-15,0 0 0,41 0 0,-1 0 16,-40 0-16,40 0 0,-40 0 0,41 0 0,-41 0 16,0 0-16,0 0 15,0 0-15,0 0 16</inkml:trace>
  <inkml:trace contextRef="#ctx0" brushRef="#br0" timeOffset="63351.36">18699 10066 0,'-40'0'0,"80"0"0,-120-40 15,40 40-15,-1 0 0,41-40 16,41 80 0,39 0-1,-80 40 1,0-40-16,40 0 0,-40 0 0,80 121 31,-80-81-31,0-40 0,0 40 31,0-40-31,0 1 0</inkml:trace>
  <inkml:trace contextRef="#ctx0" brushRef="#br0" timeOffset="63761.34">20023 10146 0,'-40'-40'16,"80"80"-16,-160-120 31,80 80-31,-1 40 16,1 40-16,0-40 15,40 0-15,0 0 0,-40 1 0,40-1 16,0 0-16,0 0 16,0 0-16,0 0 0,80 0 0,-40 0 15,41-40-15,-41 0 0,0 0 16,0 0-16,0 0 0,0-40 16,0 40-16,-40-40 0,41 40 0,-41-40 0,40 0 15,-40 0 1,0 0-16,0 0 0,0-1 0,0 1 0,-40 0 15,40 0-15,-41 40 16,41-40-16,-40 40 0,0 0 0,0 0 16,40 40-1,0 0-15,-40-40 0</inkml:trace>
  <inkml:trace contextRef="#ctx0" brushRef="#br0" timeOffset="64001.25">20946 10427 0,'-40'0'16,"40"-40"-16,160-41 31,121 81-16,-40-40 1,-161 0 0,0 0-1</inkml:trace>
  <inkml:trace contextRef="#ctx0" brushRef="#br0" timeOffset="64231.24">21387 10026 0,'0'0'0,"-80"0"0,40 0 0,0 0 0,0 0 15,40 40 1,0 40 0,0-40-16,0 0 0,0 0 0,0 0 0,40 1 15,-40-1-15,0 0 16,40 0-16,-40 0 0,0 0 0,40 0 0,-40 0 15,0 0 1,-40-40-16,40 41 0</inkml:trace>
  <inkml:trace contextRef="#ctx0" brushRef="#br0" timeOffset="64551.21">22391 9946 0,'0'0'15,"-41"0"-15,-39-41 16,80 1-16,-40 40 16,40 81-16,0 39 31,80-40-31,-40 0 0,1 0 15,-1-39-15,80 119 16,-120-40 15,-80-39-15,-161-81 0,121-121-1</inkml:trace>
  <inkml:trace contextRef="#ctx0" brushRef="#br0" timeOffset="64731.25">22551 10106 0,'0'-40'0,"0"80"0,-40-160 32,40 80-32,80 40 0,121-41 31,-121 1-31,81 0 15,-121 40-15,0 0 0,-40-40 16,40 40-16</inkml:trace>
  <inkml:trace contextRef="#ctx0" brushRef="#br0" timeOffset="65461.24">24076 10387 0,'0'-40'0,"-40"40"15,0 0-15,80 0 203,0 0-203,0 0 0,0 0 16,0 0-16,40 0 0,-39 0 16,-1 0-16,40 0 0,-40 0 0,0 0 0,0 0 15,0 40-15,1-40 0,-1 0 16,-40-40 31,0-1-16</inkml:trace>
  <inkml:trace contextRef="#ctx0" brushRef="#br0" timeOffset="65731.22">24357 10066 0,'0'0'15,"-40"0"1,40 40 0,0 0-1,40 0 1,-40 0-16,0 0 16,0 0-16,0 121 15,40-1 1,-40 1 15,0-121-31</inkml:trace>
  <inkml:trace contextRef="#ctx0" brushRef="#br0" timeOffset="66251.19">25681 9986 0,'40'-40'0,"-80"80"0,200-80 32,-119 40-32,-1 0 0,80 0 15,-80 40-15,81 0 16,-121 0-16,-41 0 31,-79 0-31,40 0 16,40 0-16,-161 81 15,161-121-15,0 40 0,-81 80 16,121-80-16,-40 80 31,40-79-31,40-1 0,41 0 0,39-40 31,81 0-15,-161-40 0,0 40-16,-40-121 15,0 81-15,0 0 0,-120-80 16,120 80-16,-81-41 16,41 41-16,-80-120 15,80 120 1,40 0-16,0-40 15,40 80-15,40 0 0,-40-41 16,0 41-16,41 0 16,-41 0-16,80 0 0</inkml:trace>
  <inkml:trace contextRef="#ctx0" brushRef="#br0" timeOffset="66481.18">26925 10427 0,'-80'-40'16,"160"80"-16,-201-80 16,121 0-16,41 40 0,39 0 15,-40 0-15,241 0 16,-241 0-16,40 0 0,-40 0 15,81 0 1,-81 0-16,80 0 16,-80 0-16</inkml:trace>
  <inkml:trace contextRef="#ctx0" brushRef="#br0" timeOffset="66721.16">27366 10146 0,'-80'0'16,"160"0"-16,-200 0 16,120-40-16,-40 40 0,40 40 15,0 40 1,0 0 0,-40 201-1,40 0 1,-41-81 15,41-159-31</inkml:trace>
  <inkml:trace contextRef="#ctx0" brushRef="#br0" timeOffset="67171.13">28690 10507 0,'0'0'0,"-40"0"0,-40-40 15,40 40-15,-40 0 16,39 40 0,122 40-1,-81 0-15,40-39 16,0-41-16,120 0 15,-119 0 1,-1-41-16,0 1 0,-40 0 0,40-80 16,-40 80-1,0 80 1,0 0 15,-40 40-31,40 121 31,0-1-15,0-120 0,-80-39-16,-41 79 15,41-80-15,40-40 0,0 0 0,-281-40 32,281 40-32</inkml:trace>
  <inkml:trace contextRef="#ctx0" brushRef="#br0" timeOffset="74310.63">22511 10828 0,'-40'0'0,"0"0"31,40 40-31</inkml:trace>
  <inkml:trace contextRef="#ctx0" brushRef="#br0" timeOffset="75130.58">17134 11229 0,'-40'0'15,"0"0"1,0 0-1</inkml:trace>
  <inkml:trace contextRef="#ctx0" brushRef="#br0" timeOffset="75870.53">26002 11269 0,'-40'0'47,"40"40"16,-40-40-63,0 0 15</inkml:trace>
  <inkml:trace contextRef="#ctx0" brushRef="#br0" timeOffset="77060.55">29814 10667 0,'0'0'0,"-40"0"0,80 0 78,0 0-63,0 0-15,0 0 16,41 0-16,-1 0 0,0 0 0,0 0 0,-40 0 16,41 0-16,-41 0 0,40 0 15,-40 0-15,0 0 0,0 0 0,1 0 0,-1-40 16</inkml:trace>
  <inkml:trace contextRef="#ctx0" brushRef="#br0" timeOffset="77260.53">30095 11309 0,'-40'0'15,"80"0"-15,40-80 16,0 80-16,201-80 16,-80 40-1</inkml:trace>
  <inkml:trace contextRef="#ctx0" brushRef="#br0" timeOffset="78790.36">25199 11109 0,'0'0'0,"-40"0"16,0 0-1,0 0 17,40-41-17</inkml:trace>
  <inkml:trace contextRef="#ctx0" brushRef="#br0" timeOffset="79180.4">22631 11028 0,'0'0'16,"0"40"-16,-40-40 15,0 0 1,-40 0 15,80 41 1,40-41-32</inkml:trace>
  <inkml:trace contextRef="#ctx0" brushRef="#br0" timeOffset="80350.27">16853 11309 0,'40'0'16,"0"0"-16</inkml:trace>
  <inkml:trace contextRef="#ctx0" brushRef="#br0" timeOffset="81280.28">31218 10427 0,'0'0'31,"0"-40"-31,0 0 16,0-1-16,40 1 15,241 40 1,-40 40 15,-201 161-15,-160 0-1,-1-81 1,-39 40 0,120-160-1,40 40 1,0-80 0,40 40-1,0 40 1,0-40-16,-40 40 15,40 1-15,-40-1 16,40-40-16,1 40 0,-1 0 0,-40 0 0,40-40 16,0 40-16,0-40 0,0 0 0,-40 40 15,40-40-15,0 0 16,1 0-16,-1 0 0,-40-40 0,40 40 16,-40-40-16</inkml:trace>
  <inkml:trace contextRef="#ctx0" brushRef="#br0" timeOffset="81640.19">32703 10667 0,'0'0'0,"0"-40"0,0 0 32,0 0-32,-40 40 15,-40-40 1,-41 160 15,41 1-15,120 39-1,121-80 1,-41-160 15,-80 0-31,-40 0 16,0-81-1,-80 81 1,-81 200 15,41 1-31</inkml:trace>
  <inkml:trace contextRef="#ctx0" brushRef="#br0" timeOffset="91169.62">2648 15560 0,'40'0'31,"1"0"-15,-41 40 47,-41-40-48</inkml:trace>
  <inkml:trace contextRef="#ctx0" brushRef="#br0" timeOffset="95349.43">19221 13635 0,'0'0'0,"0"-40"15,-41 40 32,41 40 16,0 0-48,0 0 1,41 1-16,-41-1 0,0 0 0,0 0 16,0 0-16,0 0 15,0 0-15,0 0 0,0 0 0,0 0 16,0 1-16,0-1 15,0 0-15,0 0 0,0 0 16,0 0-16,0 0 0</inkml:trace>
  <inkml:trace contextRef="#ctx0" brushRef="#br0" timeOffset="96169.39">21147 13756 0,'-41'0'0,"41"-41"32,41 41-32,-1 0 15,0 0 1,-40-40-16,40 40 0,0 0 0,0 0 0,0 0 15,0 0-15,1 0 0,-41 40 16,0 1-16,40-41 16,-40 40-16,0 0 0,0 0 0,0 0 15,-40 0 1,40 0-16,-41 0 0,1-40 16,40 40-16,-40-40 0,40 40 15,-40-40-15,120 0 31,-40 0-15,1 0-16,-1 0 0,0 0 16,0 0-16,0 0 15,0 0-15,0 0 0,0 0 0,1 0 16,-1 0 0,0 0-16,-40-40 0</inkml:trace>
  <inkml:trace contextRef="#ctx0" brushRef="#br0" timeOffset="96659.29">22992 13756 0,'0'0'0,"41"0"31,-41-41-15,80 41 0,80 0-1,-39 41 1,-81-1-1,-40 0-15,0 0 16,0 0-16,-40 0 0,0 0 16,-1 0-1,41 81 1,41-121 0,-41 40-16,80 0 15,-40-40-15,0 0 16,0 80-1,-40-40 1,-200 0 15,159 0-31,1-40 0,-160 0 32,160 0-32,-1 0 0,1 0 0</inkml:trace>
  <inkml:trace contextRef="#ctx0" brushRef="#br0" timeOffset="97289.25">19020 15280 0,'40'0'16,"0"0"0,0 0-1,-40 40 17,-40-40-32,40 40 15,-40 0-15,40 0 0,-40-40 16,40 40-16,-40 0 0,0 0 0,40 0 15,0 0-15,-40-40 0,40 41 16,40-41 0,40 0-1,-40 0-15,0 0 0,0 0 16,41 0-16,-41 0 0,0 0 0,40-41 0,-40 41 16,0 0-16,0 0 15,41 0-15,-41 0 0</inkml:trace>
  <inkml:trace contextRef="#ctx0" brushRef="#br0" timeOffset="97569.31">19421 15440 0,'0'0'0,"-40"-40"15,40 80 16,0 40 1,0-40-32,0 0 0,-80-40 0,80 40 15,0 1-15,-40-1 16,40 0-16,-40 0 0,40 0 0,-41 0 0,41 0 16,0 0-16,-40 0 0,40 1 15,0-1-15,0 0 0,40-40 31</inkml:trace>
  <inkml:trace contextRef="#ctx0" brushRef="#br0" timeOffset="97959.25">21427 15400 0,'0'0'15,"0"-40"1,-40 80 31,40 0-32,-40-40 1,40 40-16,0 0 0,0 0 0,0 0 16,0 0-16,0 1 15,0-1-15,40-40 0,-40 40 0,0 0 16,40 0-16,-40 0 16,0 0-16,-40-40 15,40 40-15,-80-40 16,40 0-16,40 40 0,-40-40 0,0 0 0,0 0 15,-1 0-15,41-40 0</inkml:trace>
  <inkml:trace contextRef="#ctx0" brushRef="#br0" timeOffset="98099.28">21628 15239 0,'0'-40'16,"40"40"-16,81 0 31,-81 0-31,80 0 0,-80 0 0</inkml:trace>
  <inkml:trace contextRef="#ctx0" brushRef="#br0" timeOffset="98489.18">23113 15280 0,'0'0'0,"-40"0"15,0 0-15,-1 0 0,-39 0 16,40 40-16,-40 0 31,40 0-31,40 0 0,0 0 0,-40 120 16,40-119-1,0-1-15,0 40 16,40-40-16,-40 0 0,40-40 31,80 40-15,-80-80 0,0 40-16,-40-40 0,-40-40 31,0 80-31,-80 0 15,80 0-15,-81 40 16,81-40-16,40 40 0,-80-40 16</inkml:trace>
  <inkml:trace contextRef="#ctx0" brushRef="#br0" timeOffset="99029.22">18579 17124 0,'40'0'31,"0"-40"-15,0 40-16,0 0 0,0-40 0,0 40 15,0 0-15,1-40 16,-1 40-16,0-40 16,0 40-1,0 0-15,0 0 16,0 40-16,0-40 16,-40 40-16,0 40 0,0-40 15,0 1 1,-40-1-16,40 0 0,-40 0 15,40 0-15,-40-40 0,40 40 0,-40 0 0,0-40 16,40 40-16,-40 0 0,40 1 16,0-1-16,0 0 0,0 0 15,0 0 1</inkml:trace>
  <inkml:trace contextRef="#ctx0" brushRef="#br0" timeOffset="99279.21">18699 17525 0,'-120'-40'0,"240"80"0,-321-80 31,241 40-31,41 0 15,79 0 1,121-40 0,-120 0-1,-121 0-15,40 40 0,0 0 16,-40-40-16</inkml:trace>
  <inkml:trace contextRef="#ctx0" brushRef="#br0" timeOffset="99819.1">21187 17044 0,'40'0'32,"40"0"-32,-40 0 15,0 0 1,-40 40 0,-40 0-16,40 0 15,-80 1-15,40-41 0,40 40 0,-40 0 0,0-40 16,-1 40-16,1 0 0,0 0 0,0 0 15,40 0-15,0 0 16,0 1-16,0-1 16,40 0-16,0-40 15,0 0-15,1 0 0,-1 0 16,0 0-16,0-40 16,0 40-16,0-40 0,0 40 0,-40-41 15,40 1 1,-40 0-16,0 0 0,-80 40 0,80-40 15,-80 0-15,40 40 0,0-40 0,0 0 0,-1 0 16,1 40-16,0-41 16,0 41-16,40-40 0,-40 0 0,40 0 15,80 0 1,-40 40-16,0 0 16,1 0-1,-1-40-15,0 40 0,0 0 0,0 0 0,0 0 16,40-40-16,-39 40 0</inkml:trace>
  <inkml:trace contextRef="#ctx0" brushRef="#br0" timeOffset="100319.14">23073 17044 0,'0'0'15,"-81"-40"1,1 40-16,-120-40 16,159 40-16,1 0 0,-40 0 15,80 80 1,0-40-1,80 40 1,1-80 15,-41 0-31,-40-40 0,0 0 32,0 0-32,0 0 0,40 40 15,-40 40 1,0 0-1,0 0-15,0 81 32,0-81-32,-40 120 15,0-120-15,-1 0 0,-39 41 16,40-81-16,-40 40 16,40 0-16,-121-40 15,41 0-15</inkml:trace>
  <inkml:trace contextRef="#ctx0" brushRef="#br0" timeOffset="100789.04">19060 17726 0,'-40'0'15</inkml:trace>
  <inkml:trace contextRef="#ctx0" brushRef="#br0" timeOffset="101878.98">17134 17365 0,'-40'0'0</inkml:trace>
  <inkml:trace contextRef="#ctx0" brushRef="#br0" timeOffset="102738.92">17094 17405 0,'0'40'31,"-40"-40"344,0 0-344,-1 0-31,41 40 32,-40-40-32,0 0 0,40 40 0,-40-40 15,40 41 1,-40-41-16,40 40 15,-40-40-15,40 40 16,0 0 0,40-40-1,0 0 1,0 0-16,0 0 16,0 0-16,1 0 15,-1 0-15,0 0 0,0 0 0,0 0 16,0-40-16,0 40 0,0 0 15,1-40 1,-41 0-16,40 40 16,-40-41-16,0 1 15,0 0-15,0 0 16,-40 0 0,-1 0-16,1 40 15,0 0 1,0 0-16,40 40 15,-40-40-15,0 0 0,0 0 0,40 80 0,-40-80 16,40 40-16,-41-40 16,41 40-16</inkml:trace>
  <inkml:trace contextRef="#ctx0" brushRef="#br0" timeOffset="103458.96">17094 18287 0,'40'0'62,"-40"41"-15,0 39-47,0-40 16,0 0-16,0 0 0,0 0 0,0 0 15,0 0-15,0 0 0,0 1 16,0-1 0,0-80 15,0-1-31,-40-39 16,40 40-1,-40 40-15,40-40 0,0 0 0,-40 40 16,40-40-16,0 0 0,0 0 31,0 80 0,0 40-31,0-40 16,0 0 0,0 0-16,0 0 0,0 0 0,0 1 15,-41-1-15,41 0 16,0 0-16</inkml:trace>
  <inkml:trace contextRef="#ctx0" brushRef="#br0" timeOffset="105078.86">19943 17525 0,'40'0'94,"0"41"-94,0-41 15,0 0-15,0 0 0,1 0 16,-1 0-16,0 0 15</inkml:trace>
  <inkml:trace contextRef="#ctx0" brushRef="#br0" timeOffset="105338.77">20505 17205 0,'0'0'16,"40"0"0,-40 40 15,0 0-31,0 0 16,0 0-1,0 0-15,0 0 16,0 0-16,0 0 0,0 1 15,0-1 1</inkml:trace>
  <inkml:trace contextRef="#ctx0" brushRef="#br0" timeOffset="105748.82">19943 18528 0,'0'0'0,"-40"0"0,40 40 32,40-40-1,0 0-31,0 0 15,-40-40-15,40 40 16,0 0 0,0 0-16</inkml:trace>
  <inkml:trace contextRef="#ctx0" brushRef="#br0" timeOffset="105988.73">20665 18368 0,'0'-40'0,"-40"40"31,80 40 1,-40 0-17,0 0 1,0 0-16,0 0 0,0 0 15,-40-40-15,40 40 0,0 0 0,-40-40 16,40 40-16,-40 1 0,40-1 16</inkml:trace>
  <inkml:trace contextRef="#ctx0" brushRef="#br0" timeOffset="109228.61">20344 15841 0,'-40'0'0,"40"40"0,-40-40 78,0 0-78,0 0 15,-1 0-15,41 40 16,-40-40-16,0 0 16,80 0 46,0 0-62,1 0 16,-1 0-16,0 0 15,0 0-15,-40-40 0,40 40 16,0 0-16,0-40 16</inkml:trace>
  <inkml:trace contextRef="#ctx0" brushRef="#br0" timeOffset="109498.52">20585 15681 0,'0'40'63,"0"0"-48,0 0-15,0 0 16,-40 0 0,40 0-16,0 0 0,-40-40 0,40 40 0,0 1 15,-41-1-15</inkml:trace>
  <inkml:trace contextRef="#ctx0" brushRef="#br0" timeOffset="110978.43">16773 15520 0,'-40'0'0,"40"40"15,0 0 32,-40-40-31,40 40-16,0 1 0,0-1 16,-41-40-16,41 40 15,0 0-15,0 0 0,0 0 0,0 0 16,0 0-16,41 0 0,-41 1 15,40-41 1,-40 40-16,40-40 0,0 0 0,0 0 16,0 0-16,0 0 15,-40-40-15,40 40 0,-40-41 16,0 1 0,0 0-16,0 0 0,-80 0 15,80 0-15,0 0 0,-40 40 16,0 0-1,0 40 1,0-40 0,40 40-16</inkml:trace>
  <inkml:trace contextRef="#ctx0" brushRef="#br0" timeOffset="111638.39">15489 15440 0,'40'0'62,"-40"40"-31,0 0 16,0 0-47,0 0 16,0 0-1,0 1 1,0-1-16,0 0 0,-40 0 16,40 0-1,0 0-15,0 0 0,-40-40 0,40 40 0,0 0 16</inkml:trace>
  <inkml:trace contextRef="#ctx0" brushRef="#br0" timeOffset="112208.37">14807 15841 0,'-40'0'16,"40"40"31,40-40-32,0 0-15,0 0 0,0 40 0,0-40 16,0 0-16,0 0 15,41 0-15,-1 0 0,-40 0 0,40 0 0</inkml:trace>
  <inkml:trace contextRef="#ctx0" brushRef="#br0" timeOffset="113138.3">15409 17164 0,'-41'0'15,"41"41"126,0-1-141,0 0 15,0 0-15,0 0 16,41 0-16,-41 0 0,0 0 16,0 0-16,0 1 15,0-1-15</inkml:trace>
  <inkml:trace contextRef="#ctx0" brushRef="#br0" timeOffset="113738.26">15088 18368 0,'0'-40'31,"0"-1"-15,0 82 46,40-1-62,-40 0 16,0 0-16,0 0 15,0 0-15,-40 0 0,40 0 0,-41 0 16,41 0-16,0 1 16,0-1-16</inkml:trace>
  <inkml:trace contextRef="#ctx0" brushRef="#br0" timeOffset="114818.2">16612 15841 0,'0'-40'31,"40"40"-15,1 0 62,-1 0-47,-40-40-31,40 40 47,40 0-31,-40 0 0,0 0-16,0 0 15,-40 40 1,41-40-16</inkml:trace>
  <inkml:trace contextRef="#ctx0" brushRef="#br0" timeOffset="116128.2">18458 16362 0,'-40'0'31</inkml:trace>
  <inkml:trace contextRef="#ctx0" brushRef="#br0" timeOffset="116348.13">19381 16362 0,'-80'-40'16,"160"80"-16,-321-80 15,201 40-15</inkml:trace>
  <inkml:trace contextRef="#ctx0" brushRef="#br0" timeOffset="117438.04">26363 14598 0,'-40'0'31,"0"0"78,0 40-109,0 0 16,-1-40 0,1 0-16,40 40 0,-40 0 0,40 0 15,0 0-15,0 0 16,0 1-1,0-1-15,0 0 0,0 0 16,40-40-16,0 0 16,1 0-16,-1 40 0,0-40 15,0 0 1,0 0-16,0 0 0,0 0 0,0 0 16,-40-40-1,41 40-15,-41-40 0,0 0 16,0 0-16,0-1 0,-41 1 15,41 0 1,0 0-16,0 0 0,0 0 16,-40 40-16,40-40 0,-40 40 15,40-40-15,0 0 0,-40 40 32,40-40-32,0 80 31</inkml:trace>
  <inkml:trace contextRef="#ctx0" brushRef="#br0" timeOffset="118068.08">27527 14598 0,'-40'0'15,"80"0"95,0 0-110,0 0 15,0 0 1,0 0-16,0 0 0,0 0 0,1 0 16,-1 0-16,0 0 15,0 0-15,0 0 0,0 0 0,0 0 0,41 0 16,-41 0-16,0 0 16,0 0-16,0 0 0,0 0 0,0 0 15,0 0-15,-80 0 63,0 0 15</inkml:trace>
  <inkml:trace contextRef="#ctx0" brushRef="#br0" timeOffset="118998.02">29172 14237 0,'-40'0'0,"-40"0"0,39 0 15,1 0 1,0 0-16,0 0 16,0 0-16,40 40 31,0 0-31,0 0 15,0 0 1,0 0-16,40 0 16,0 1-1,-40-1-15,40-40 0,0 40 0,1 0 16,-1 0 0,0 0-16,0 0 0,0 0 15,-40 0-15,0 0 16,0 1-1,-40-41-15,0 40 0,0-40 0,0 0 16,-1 0-16,1 0 16,0 0-16,0 0 0,0 0 15,40-40-15</inkml:trace>
  <inkml:trace contextRef="#ctx0" brushRef="#br0" timeOffset="119337.93">29052 14237 0,'-41'-40'16,"82"80"-16,-41-80 31,80 40-31,-40 0 0,0 0 0,0 0 16,40 0-16,-39-40 15,-1 40-15,40 0 0,-40 0 0,0-41 0,0 41 16,0 0-16,1 0 0,-1 0 16,0-40-16,-40 0 47,-40 40-1</inkml:trace>
  <inkml:trace contextRef="#ctx0" brushRef="#br0" timeOffset="120477.88">30015 14598 0,'-41'0'31,"1"0"-15,0 0 187,0 0-187,80 0 46,0 0-46,41 0-16,-41 0 0,0 0 15,0 0-15,0 0 16,0 0-16,0 0 0,0 0 0,1 0 16,-1 0-1,0 0 1,0 0 0</inkml:trace>
  <inkml:trace contextRef="#ctx0" brushRef="#br0" timeOffset="121337.85">30697 14237 0,'0'0'16,"40"-40"-1,0 40 48,0 0-32,0 0-15,0 0-1,0 0 1,1 0-16,-1 0 0,0 0 16,0 40-16,0-40 15,0 0-15,0 0 16,-40 40 0,40-40-16,-40 40 15,41-40-15,-41 40 0,0 0 16,0 0-1,-81-40-15,81 40 0,-40-40 0,40 41 0,-40-41 16,0 40-16,0 0 16,0 0-16,0-40 0,40 40 15,-41-40-15,41 40 0,-40 0 16,40 0-16,-40 0 0,40 0 16,0 1-16,0-1 31,40 0-31,0-40 15,1 0 1,-1 40-16,0-40 0,0 0 16,0 0-1,-40-40-15,0 0 16,0 0 0,0-1-16,0 1 0,-40 0 0,0 0 15,40 0-15,-40 0 0,0 40 0,-1-40 16,41 0-16,-40 0 15,40 0-15,-40-1 0,40 1 0,0 0 16,-40 0-16,40 0 16,0 0-16,0 0 0,0 0 15,40 40 1,-40-40-16,40 40 0,0 0 16,1 0-16,-1 0 0,0 0 15,0 0 1,0 0 15</inkml:trace>
  <inkml:trace contextRef="#ctx0" brushRef="#br0" timeOffset="122447.82">31820 14598 0,'-40'0'0,"40"-40"31,40 40 0,0 0-15,0 0 0,41 0-16,-41 0 0,0 0 0,0 0 15,0 0-15,0 0 0,0 0 16,1 0-16</inkml:trace>
  <inkml:trace contextRef="#ctx0" brushRef="#br0" timeOffset="122617.81">31660 15079 0,'0'0'0,"0"40"0,40 0 15,0-40 1,80 0-16,41-40 16</inkml:trace>
  <inkml:trace contextRef="#ctx0" brushRef="#br0" timeOffset="123327.69">32262 14919 0,'-41'0'0,"1"0"0,0 0 32,120 0-1,-39 0-31,-1 0 16,0 0-16,0 0 0,0 0 0,0 0 15,0 0-15,0 0 16,1 0-16,-41-41 0,40 41 0,0 0 15</inkml:trace>
  <inkml:trace contextRef="#ctx0" brushRef="#br0" timeOffset="123637.74">32944 14437 0,'0'0'15,"-40"0"1,40 40 0,-40 1-1,-1 39 1,1 80-1,40-40 1,-40 41 0,40-41-1,0-40 1</inkml:trace>
  <inkml:trace contextRef="#ctx0" brushRef="#br0" timeOffset="124177.72">33104 14718 0,'0'0'0,"0"-80"16,0 40 15,40 40-31,1 0 16,-1 0-1,0 0 17,0 0-17,-40 80 1,-40-40-1,-81 120 1,1-39 0,80-81-1,80-40 17,0 0-32,0 0 0,0 0 15,1 0 1,-41 40-16,40-40 15,-40 40 1,0 0-16,40-40 0,-40 40 0,0 0 16,0 1-1,-40-1-15,0 0 16,-41-40-16,41 40 16,0-40-16,0 0 0,-40 0 0,40 40 0,-41-40 15,1 0-15,0 0 0</inkml:trace>
  <inkml:trace contextRef="#ctx0" brushRef="#br0" timeOffset="127567.43">21267 17726 0,'0'0'0,"-40"0"16,80 0 15,0 0-15,-80 40 31,0-40-47</inkml:trace>
  <inkml:trace contextRef="#ctx0" brushRef="#br0" timeOffset="143366.49">32703 16683 0,'0'-40'688,"0"80"-532</inkml:trace>
  <inkml:trace contextRef="#ctx0" brushRef="#br0" timeOffset="159935.57">28209 17084 0,'-40'0'0,"40"-40"0,-40 40 15,40-40-15,40 40 47,0 0-31,0 0 78,0 0-79,0 0 1,-40-40-16,40 40 0,0 0 0,1 0 15,-1 0-15,0 0 16,0 0-16,0 0 0,0 0 0,0 0 16,0 0-16,1 0 0,-1 0 0,0 0 15,0 0 1,0 0-16,-40-40 31</inkml:trace>
  <inkml:trace contextRef="#ctx0" brushRef="#br0" timeOffset="160345.54">29292 16523 0,'0'0'16,"-40"0"-1,120 0 16,-39 0-31,-1 0 16,-40 40 15,0 0-31,0 0 0,0 0 0,0 0 0,0 0 16,0 1-16,0-1 0,-40 40 16,40-40-16,0 40 0,0-40 15,0 0-15,0 0 16,0 1-16,0-1 15,40-40 1</inkml:trace>
  <inkml:trace contextRef="#ctx0" brushRef="#br0" timeOffset="161875.44">29814 16563 0,'40'0'62,"0"0"-46,0 0-1,0 40-15,1-40 16,-41 40-16,0 0 0,0 0 16,0 0-16,0 1 15,0-1-15,-41 0 0,41 0 0,-40-40 16,40 40-16,-40 0 0,0 0 15,40 0-15,0 0 16,40-40 15,40 0-31,-39 0 16,-1 0-16,0-40 16,0 40-16,0 0 0,-40-40 0,40 40 15,0 0-15,0 0 16,1 0 31,-41 40 500,0 0-516,-41-40 375,1 0-375</inkml:trace>
  <inkml:trace contextRef="#ctx0" brushRef="#br0" timeOffset="164715.22">28610 17846 0,'0'40'16,"0"0"93,40-40-77,40-40-17,-39 0 1,-1 40-16,0 0 16,0 0-16,0 0 15,-40-40-15,40 40 16,0 0-16,1 40 31,-41 0-31,0 0 16,0 1-16,-41-1 15,1 0 1,0-40-16,40 40 16,-40-40-1,40 40-15,-40-40 16,80 0 46,0 40-30,0-40-32,0 0 0,1 0 15,-41 40 1,40-40-16,-40 40 0,0 0 31,0 1-15,-40-41-16,40 40 15,-41-40-15,1 0 16,0 0-16,0 40 0,0-40 16,0 0-1,0 40-15,-1-40 0,1 0 0,0 0 0,0 0 16,-40 0-16,40 0 0,0 0 15,-1-40-15,-39 40 0,0-40 0,40 40 0,0-81 16</inkml:trace>
</inkml:ink>
</file>

<file path=ppt/ink/ink4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1T05:51:07.373"/>
    </inkml:context>
    <inkml:brush xml:id="br0">
      <inkml:brushProperty name="width" value="0.05292" units="cm"/>
      <inkml:brushProperty name="height" value="0.05292" units="cm"/>
      <inkml:brushProperty name="color" value="#FF0000"/>
    </inkml:brush>
  </inkml:definitions>
  <inkml:trace contextRef="#ctx0" brushRef="#br0">4013 1644 0,'-40'0'15,"-1"0"1,41-40 15,81 40-15,-81-40-16,40 40 0,-40 40 93,-40-40-93,40 40 0,0 0 0,-40 0 16,40 0-16,-41 0 0,41 0 16,0 0-16,0 0 0,0 1 15,0-1-15,0 0 0,0 0 0,0 0 0,0 0 16,0 0-16,0 0 16,41 0-16,-41 1 0,40-1 0,-40 0 15,40-40 1,-40 40 15,0-80 16,-40 0-47,40 0 16,0-1-16,0 1 15,-40 0-15,40 0 0,0 0 0,0 0 0,0 0 16,0 0-16,0 0 0,0-1 15,0 1-15,0 0 0,0 0 0,0-40 0,0 40 16,0 0-16,0 0 0,0 0 0,0-1 16,0 1-1,40 40-15,-40-40 16,40 40 62,0 0-78,0 0 16,0 0-16,0-40 0,0 40 15,1-40-15,-1 40 0,0 0 16,0 0-16,0-40 0,0 40 0,0 0 0,0-40 16,1 40-16,-1 0 15,-80 0 16,40 40-15,-41-40-16,1 0 16,0 0-16</inkml:trace>
  <inkml:trace contextRef="#ctx0" brushRef="#br0" timeOffset="299.97">3772 2125 0,'0'0'31,"40"0"-31,-40-40 16,120 40-1,-39-40 1,119 0 0,1 0-1,-41 40 17,1 0-32</inkml:trace>
  <inkml:trace contextRef="#ctx0" brushRef="#br0" timeOffset="549.95">4936 1965 0,'0'0'0,"40"0"16,0 0 0,-40-41-16,40 41 31,-40 41-16,40-1 1,-40 0-16,0 0 0,0 0 16,0 0-16,40 0 15,-40 0-15,0 0 0,0 1 16,0-1 0,-40-40-16</inkml:trace>
  <inkml:trace contextRef="#ctx0" brushRef="#br0" timeOffset="749.97">5096 1724 0,'-40'0'0,"0"-40"16,0 0-1,80 40 1,-40 40-16</inkml:trace>
  <inkml:trace contextRef="#ctx0" brushRef="#br0" timeOffset="1199.94">5377 1924 0,'40'0'0,"0"-40"15,0 40 1,81-40 0,-41 80-1,-40 121 1,-40-41-1,0 0 1,-40-120 15,120-80-15,0-80 0,1-1 15,39 121-16,-40 80 1,-40 81 0,1-1 15,-41 0-15,0-80-1,0 41-15,0-1 16</inkml:trace>
  <inkml:trace contextRef="#ctx0" brushRef="#br0" timeOffset="1719.97">7303 1965 0,'-40'0'0,"0"0"15,0 0 1,-1 0-16,1 0 0,0 0 16,0 40-16,0 0 0,0 0 15,40 0 1,-40-40-16,40 40 0,-40 0 0,40 0 16,0 0-1,0 1 1,40-41-16,0 0 15,0 0-15,0 0 0,0-41 16,0 1-16,0 40 0,-40-40 0,41 40 16,-41-40-16,0 0 0,40 40 15,-40-40-15,0 0 0,0 0 0,0 0 16,0-1-16,0 1 0,0 0 16,0 0-16,0 0 0,0 0 0,0 0 0,0 0 15,-40-40-15,40 39 16,0 1-16,-41 0 0,41 0 0,0 0 15,0 0-15,-40 0 16,40 80 0,0 40-16,0-40 15,0 0-15,0 41 16,0-41-16,0 0 0,0 0 0,0 40 0,-40-40 16,40 0-16,0 40 15,0-39-15,0 39 0,0-40 0,0 0 0,0 0 16,0 0-16,0 0 0,0 0 15,40 1-15,0-1 0,1 0 16,-1-40-16</inkml:trace>
  <inkml:trace contextRef="#ctx0" brushRef="#br0" timeOffset="2409.93">8788 1564 0,'0'-41'0,"0"1"15,0-40 1,40 0 0,40 40-16,121 40 31,-81 120-15,-120 81-1,-40-121 1,-161 120-1,41-79 1,39-41 0,81-80-1,40-40 1,0 0 0,81-41-1,-1 81 1,80 41-1,-39 39 1,39 40 0,-80-40 15,-39-80-31</inkml:trace>
  <inkml:trace contextRef="#ctx0" brushRef="#br0" timeOffset="2709.91">9991 1523 0,'-40'-40'0,"80"80"0,-120-120 31,80 40-31,40 40 15,0 40 1,1 40 0,-1 41-1,-40-81-15,0 120 16,0-120-16,0 0 0,40 81 31,-40-1-15</inkml:trace>
  <inkml:trace contextRef="#ctx0" brushRef="#br0" timeOffset="3069.89">9911 1443 0,'0'-40'15,"0"80"-15,-40-80 0,40-40 16,40 80-16,-40-40 0,80 40 16,81-40 15,-41 80-15,1 160-1,-81-160-15,0 121 31,0-121-31,-40 0 0,0 40 16,-80 81 0,-41-41-1,1-40 17,-40-40-17,79-80 1</inkml:trace>
  <inkml:trace contextRef="#ctx0" brushRef="#br0" timeOffset="3549.8">12439 1243 0,'-40'-40'31,"0"40"-15,0 0-1,0 40 1,0 0-16,40 0 15,-41 0-15,41 0 0,-40 0 0,40 0 0,-40 41 16,40-41-16,-40 0 0,40 0 0,0 0 0,0 0 16,0 0-16,0 0 15,0 0-15,0 0 0,40 1 0,-40-1 0,40-40 16,-40 40-16,40-40 16,1 0-16,-1 0 0,0 0 0,0 0 0,0-40 15,0 40-15</inkml:trace>
  <inkml:trace contextRef="#ctx0" brushRef="#br0" timeOffset="3919.76">13482 1443 0,'0'-40'16,"41"40"30,-1 80-46,0-40 16,0 1-16,-40-1 0,0 0 16,0 0-16,0 0 15,0 0-15,-40-40 0,40 40 0,-40-40 16,40 40-16,-40-40 16,-1 0-16,1 40 0,0-40 0,0 0 0,0 0 15,0 0-15,0 0 16,40-40-16,-40 40 0,40-40 0,-41 40 15,41-40-15,0 0 16,-40 40-16,40-40 0,0 0 16,0 0-16,40 40 0,-40-40 15,41 40-15,39-41 16,-40 41-16,-40-40 0,40 40 0,0-40 0,0 0 16,0 40-16,1-40 15,-1 40-15</inkml:trace>
  <inkml:trace contextRef="#ctx0" brushRef="#br0" timeOffset="4309.81">13964 1283 0,'0'40'15,"0"0"17,0 0-32,40 0 15,-40 0 1,40-40-16,-40 40 0,0 1 0,40-41 15,-40 40-15,0 0 16,0-80 31,40 40-47,-40-40 0,0-1 0,41 41 16,-41-40-16,40 40 0,-40-40 15,40 40-15,0 0 16,0 0-1,0 40 1,0-40-16,-40 40 0,0 1 16,40-1-16,-40 0 15,0 0-15,0 0 0,0 0 16,0 0 0,-40 0-16,40 0 31</inkml:trace>
  <inkml:trace contextRef="#ctx0" brushRef="#br0" timeOffset="4659.72">15007 1443 0,'-40'0'16,"80"0"-16,-120-40 0,40 40 15,40 40 16,40-40-31,-40 40 0,40-40 0,-40 81 0,40-41 16,0-40-16,1 40 0,-1 0 0,0 0 16,-40 0-16,40-40 15,-40 40-15,40-40 0,-40 40 0,40-40 16,-40-40 15,0 0-15,0 0-16,0 0 0,0 0 15,40 0-15,-40 0 16,40 40-16,-40-41 0,41 41 0,-41-40 16,0 0-16,40 40 0,-40-40 15,40 40-15,0-40 16,0 40 0</inkml:trace>
  <inkml:trace contextRef="#ctx0" brushRef="#br0" timeOffset="4989.76">15850 1323 0,'80'0'16,"-160"0"-16,200 0 16,-80 0-1,1 40 1,39 40 0,0 41 15,-80-81-16,-160 40 1,-1-80 0,81-40 15,80-81-15,0 1-1,120 40 16,1 40-15,-41-40-16</inkml:trace>
  <inkml:trace contextRef="#ctx0" brushRef="#br0" timeOffset="5239.7">16813 962 0,'-40'-40'0,"0"40"15,0 0 1,40 40 15,0 0-15,0 0-16,0 0 0,0 0 0,40 0 0,-40 1 16,0 39-16,0-40 0,0 0 15,0 0-15,0 40 0,40-40 0,-40 1 0,0-1 16,0 0-16,0 0 15,0 0-15,0 0 0,0 0 0,40-40 16,-40 40-16</inkml:trace>
  <inkml:trace contextRef="#ctx0" brushRef="#br0" timeOffset="5869.72">17415 1363 0,'-80'0'15,"160"0"-15,-201 0 16,121-40-16,-40 40 16,40 40-1,40 0 1,81 80 0,-41-39-1,0-41 16,-40-80-15,1-41 0,-1 1-1,-40 120 17,40-40-17,-40 40 1,80 41-1,0-41 1,1-40 0,-1-80-1,0-81 1,-80 121-16,40-120 31,0-81-15,-40 161-1,0 40 1,-40 40 15,0 120-15,40 161 0,0-41 15,0-119-16,0-81 1</inkml:trace>
  <inkml:trace contextRef="#ctx0" brushRef="#br0" timeOffset="6179.63">18258 1323 0,'0'0'0,"-81"40"0,41-40 16,40 40-16,80-40 31,-39 0-31,-1 0 0,0 0 0,0 0 16,40 0-16,-40-40 15,0 40-15,41 0 0,-41 0 0,0 0 0,0-40 16,0 0-16,0 40 16,-40-40-16,40 0 15,-40 80 32,0 0-47,0 0 16,0 0-16,0 0 0,0 0 0,0 0 15,0 0 1,0 1-16,0-1 0,0 0 16</inkml:trace>
  <inkml:trace contextRef="#ctx0" brushRef="#br0" timeOffset="6329.69">18819 1002 0,'-40'-40'16,"80"80"-16,-120-80 0,40-40 16,40 40-1,40 40 1</inkml:trace>
  <inkml:trace contextRef="#ctx0" brushRef="#br0" timeOffset="6919.58">19421 1082 0,'0'0'16,"0"40"-16,40 41 15,0-41-15,-40 40 31,41 0-15,-41 0 0,-81-40-1,1 1 17,0-82-17,40-39 1,80-40 15,80 0-15,1 39-1,-1 41 1,-80 40-16,40 0 31,-40 80-15,1 41-1,-41-81 1,0 0 0,40-80 15,0 0-15,0 0-16,0 40 15,0-40-15,0 40 16,0 0-1,-40 40-15,41-40 0,-41 40 0,40 40 16,0-80-16,-40 40 16,40 0-16,0 0 0,0 0 0,0-40 15,-40 41-15,40-41 0,-40 40 16,41-40-16,-1 40 0,0-40 16</inkml:trace>
  <inkml:trace contextRef="#ctx0" brushRef="#br0" timeOffset="9719.42">6942 4571 0,'40'0'0,"0"0"15,-40 41 63,-40-41-31,0 0-47,0 0 16,0 0 0,-1 0-16,1 0 0,0 0 0,0 0 15,0 40-15,0-40 0,0 0 16,0 0-16,-1 40 0,1-40 15,40 40 17,40-40-17,-40 40 1,41-40-16,-41 40 0,40 0 31,-40 0-31,0 0 16,0 0-16,40 1 15,-40-1-15,0 0 0,0 0 0,0 0 16,0 0-16,0 0 0,0 0 16,0 0-16,0 1 15,0-1-15,0 0 0,0 0 0,0 0 0,0 0 16,0 0-16,0 0 0,0 0 16,0 0-16,0 1 0,0-1 0,0 0 15,0 0-15,0 0 16,0 0-16,0 0 0,0 0 15,0 0-15,0 1 0,0-1 0,0 0 16,0 0-16,0 0 0,0 0 16,0 0-16,0 0 0,40-40 0,-40 40 15,0 0-15,0 1 16,0-1-16,0 0 0,0 0 0,40-40 16,-40 40-16,0 0 0,0 0 15,0 0-15,0 41 0,0-41 0,0 0 16,0 0-16,0 0 15,0 0-15,0 0 0,0 0 0,0 0 0,0 0 16,0 1-16,0-1 0,0 0 0,0 0 16,40 0-1,-40 0-15,40 0 16,-40 0 0,0 0-16,40-40 0,-40 41 0,0-1 15,0 0 1,0 0-16,41-40 15,-41 40-15,0 0 0,0 0 16,0 0 0,0 0-16,0 0 0,0 1 15,0-1 1,0 0-16,0 0 16,0 0-1,0 0-15,0 0 16,0 0-16,0 0 15,0 1-15,0-1 47,40-40-47,0 0 32,0 0-1,-40-40-31,40 40 15,0 0-15,0 0 32,0 0-1,1 0-31,-1 0 0,0 0 0,40 0 16,-40 0-16,41 0 0,-41 0 15,40-41-15,-40 41 0,0 0 0,0-40 0,0 40 16,1 0-16,-1 0 15,0 0-15,-40-40 0,40 0 0,-40 0 16</inkml:trace>
  <inkml:trace contextRef="#ctx0" brushRef="#br0" timeOffset="10749.34">8226 4812 0,'0'-40'63,"40"40"-47,0 0-1,0 0-15,0-40 0,1 40 0,-1 0 16,0 0-16,0 0 0,0 0 15,0 0-15,0 0 0,0 40 0,1-40 16,-1 40-16,0-40 0,-40 40 0,40 0 16,-40 0-1,0 0-15,0 1 0,-40-1 16,40 0-16,-80 0 0,39 0 16,1 0-16,40 0 0,-40-40 0,0 40 15,0 0 1,0-40-16,0 41 0,0-41 15,40-41 1,-41 41-16,41-40 16,0 0-16,41 40 31,-1 0-15,0 0-16,0 0 0,0 0 15,0 0-15,0 40 0,0-40 0,1 40 0,-1-40 16,0 0-16,0 0 15,0 41-15,0-1 0,0 0 0,0-40 16,-40 40-16,41-40 0,-41 40 16,40-40-16,-40 40 15</inkml:trace>
  <inkml:trace contextRef="#ctx0" brushRef="#br0" timeOffset="11859.29">12118 4531 0,'40'0'46,"0"0"-30,1 0 140,-1 0-140,0 0 0,0 0-16,0 0 0,0 0 15,0 0 1,0 0-16,1 0 0,-1 40 15,-40 1-15,0-1 16,0 0-16,-40 0 16,-1 0-16,1 0 0,0 0 15,40 0 1,-40-40-16,0 40 0,40 0 16,-40-40-1,80 0 16,0 0-31,0 0 0,0 41 16,0-41-16,-40 40 0,41 0 16,-41 0-16,40-40 15,-40 40-15,0 0 0,40 0 0,-40 0 16,0 0-16,0 1 16,-40-1-16,-41 0 15,41-40-15,0 40 16,0-40-16,0 0 0,0 0 0,0 40 15,0-40-15,-1 0 0,1 0 0,0 0 0,0 0 16,0 0-16,0 0 16</inkml:trace>
  <inkml:trace contextRef="#ctx0" brushRef="#br0" timeOffset="12879.23">9229 6416 0,'40'0'15,"-80"0"-15,120 0 0,-120 0 63,0 0-63,0 0 16,0 0-1,0 0-15,0 0 0,-1 0 16,1 0-16,0 0 0,0 0 15,0 0-15,0 0 0,0 0 0,0 0 16,-1 0-16,1 0 16,40 40 62,0 0-78,40-40 0,-40 41 15,0-1-15,0 0 0,0 0 16,0 0-16,0 0 16,41-40-16,-41 40 0,0 0 0,40 0 15,-40 1-15,0-1 16,40 0-16,-40 0 0,40-40 16,0 0-1,0 0-15,0 0 16,0 0-16,1 0 15,-1 0-15,0 0 0,0 0 0,0 0 0,0 0 16,0 0-16,0 0 0,1 0 16,-41 40-16,0 0 15,0 0-15,0 0 0,-41-40 16,41 40-16,-40 0 16,0 1-16,-40-1 0,80 0 15,-40-40-15,0 40 0,0-40 16,-1 40-16,1-40 0,0 0 0,-40 40 0,40-40 15,0 0-15,0 0 0,-1 0 0,1 0 0,0 0 16,0 0-16,0 0 16,40-40-16,0 0 0,0 0 15,40 0-15</inkml:trace>
  <inkml:trace contextRef="#ctx0" brushRef="#br0" timeOffset="13749.17">11637 6376 0,'0'0'0,"40"0"172,0 0-156,0 0-1,0 0-15,0 0 0,0 0 0,1 0 0,-1 0 16,40 0-16,-40 0 0,40 0 0,-40 0 0,41 0 16,-41 0-16,0 0 15,0 0-15,0 0 0,0 0 16,-80 0 15,40 40-15,-40-40-16,40 40 15,-40 0-15,40 1 0,-40-1 16,40 0 0,0 0-16,-40 0 0,40 0 15,0 0 1,-40-40-16,40 40 0,0 0 16,0 1-16,0-1 15,0 0-15,0 0 0,0 0 0,0 0 16,0 0-1,0 0-15,0 0 0,0 0 16,0 1-16,0-1 16,-41-40-1</inkml:trace>
  <inkml:trace contextRef="#ctx0" brushRef="#br0" timeOffset="13999.18">12038 6898 0,'-80'-41'16,"160"82"-16,-160-122 31,120 81-31,160-40 16,41 0-1,-80 0 1,-81 0 0</inkml:trace>
  <inkml:trace contextRef="#ctx0" brushRef="#br0" timeOffset="15019.17">13402 4371 0,'40'0'16,"0"0"-1,41 0 17,-1 0-17,80 0 1,-39 0 15,-81 0-15,-40 40 15,0 0-15,0 0-1,0 0-15,0 0 0,0 1 0,0-1 0,0 0 16,0 0-16,0 0 0,40 0 16,-40 0-16,0 40 0,40-40 0,-40 1 0,0 39 15,0-40-15,0 40 16,0 0-16,0-40 0,40 41 0,-40-41 0,0 0 15,0 40-15,0-40 0,0 40 0,0-40 0,0 1 16,0-1-16,0 40 0,0-40 16,0 0-16,0 0 0,0 0 0,-40 0 0,40 1 15,0-1-15,0 0 16,-40 0-16,40 0 0,0 0 0,0 0 0,0 0 16,0 0-16,0 0 0,0 1 15,0-1-15,0 0 0,0 0 0,0 0 0,0 0 16,0 0-16,0 0 15,0 0-15,0 1 0,0-1 0,0 0 16,0 0-16,0 0 0,0 0 16,0 0-16,0 0 15,0 0-15,-40 0 0,40 1 16,0-1 0,0 0-16,0 0 0,0 0 15,-40 0 1,40 0-16,0 0 15,0 0 1,0 1 0,-40-41 31,0 0-32,-1 0-15,1 0 16,40 40-16,-40-40 0,0 0 15,0 0-15,0 0 0,0 0 0,0 0 0,-1 0 16,1 0-16,0 0 0,-40 0 0,40 0 0,-40 0 16,39-40-16,1 40 15,0 0-15,0-41 0,0 41 0,40-40 16</inkml:trace>
  <inkml:trace contextRef="#ctx0" brushRef="#br0" timeOffset="16429.02">17174 4130 0,'40'0'0,"-120"0"47,40 0-16,0 0-31,0 0 16,-1 0-16,1 0 15,0 0-15,40 40 0,-40-40 0,0 0 16,40 40-1,-40-40-15,40 41 16,0-1 15,0 0-15,0 0 0,0 0-16,0 0 15,40 0-15,-40 0 16,40 0-16,-40 1 0,40-1 0,-40 0 0,0 0 15,40 0-15,-40 0 0,40 40 0,-40-40 0,0 0 16,0 41-16,41-41 16,-41 40-16,0-40 0,0 40 0,0-40 0,0 41 15,40-1-15,-40-40 0,0 40 16,0-40-16,0 40 0,40-39 0,-40 39 0,0-40 16,40 40-16,-40-40 15,40 40-15,-40-39 0,0-1 0,40 40 0,-40-40 16,0 0-16,0 0 0,0 0 15,40 40-15,-40-39 0,0-1 0,0 0 0,0 0 16,0 0-16,0 0 0,0 0 0,0 40 0,0-39 16,0-1-16,-40 0 15,40 0-15,0 0 0,0 0 0,0 0 0,0 0 16,0 0-16,0 0 0,0 1 16,0-1-16,0 0 0,0 0 0,40 0 15,-40 0 1,0 0-16,0 0 0,40-40 15,-40 40-15,0 1 16,0-1 0,0 0-1,41-40 1,-41 40 0,0 0-1,40-40 1,-40 40-1,0 0 1,40-40-16,0 0 47,0 0 0,0 0-32,0 0-15,0 0 0,1 0 16,-1 0 0,0 0-16,0 0 0,0 0 15,0 0-15,0-40 16,0 40-16,1 0 0,-1-40 16,0 40-1,-40-40-15,0 0 0,0 0 0</inkml:trace>
  <inkml:trace contextRef="#ctx0" brushRef="#br0" timeOffset="17378.97">18940 4291 0,'40'0'32,"-80"0"140,40 40-172,0 40 15,0-40-15,0 0 0,0 0 16,0 0-16,0 1 0,0-1 0,0 40 0,0-40 15,0 0-15,0 0 0,0 40 0,0-40 0,0 1 16,0-1-16,0 0 16,0 0-16,0 0 0,0 0 0,40 0 15</inkml:trace>
  <inkml:trace contextRef="#ctx0" brushRef="#br0" timeOffset="18078.99">21829 4210 0,'-40'0'0,"80"0"0,-121 0 0,41 0 31,0 0-31,0 0 0,40 41 16,0-1-1,0 40 1,40 80-1,-40-79 1,0 79 0,0 0-1,-40 1 17,-80-121-17,39-80 1,-39-161-1</inkml:trace>
  <inkml:trace contextRef="#ctx0" brushRef="#br0" timeOffset="18338.97">21668 4170 0,'0'-40'16,"0"0"-16,80 40 15,-39-40 1,240 40 0,-41 0-1,-200 0-15,1 0 16,-1 0-16,0 0 16,-80 0 15,0 0-31,-41 0 15</inkml:trace>
  <inkml:trace contextRef="#ctx0" brushRef="#br0" timeOffset="19188.84">19060 6136 0,'-40'0'16,"80"0"31,40 0-47,-40 0 15,1 0-15,39 0 16,-40 0-16,0 0 0,0 0 0,0 0 15,0 40-15,-40 0 32,0 0-32,-40 0 0,0 0 15,0-40-15,0 40 0,0-40 16,0 40-16,0-40 0,-1 40 0,1 0 16,0-40-16,40 41 15,-40-1-15,0-40 0,40 40 0,-40 0 16,40 0-16,0 0 0,0 0 15,40-40 1,0 0-16,0 0 16,0 0-16,0 0 15,1 0-15,-1 0 0,0 0 0,0 0 16,-40-40 0,0 0-16,0 0 0,-40 40 15,40-40-15,-40 0 16,0 40-16,-1-40 0,1-1 0,0 41 15,0-40-15,0 0 0,40 0 0,-40 40 16,40-40-16,-40 0 0,40 0 16,0 0-16,0 0 15,40 40 32,40 40-47,0-40 0,-40 40 16,1-40-16</inkml:trace>
  <inkml:trace contextRef="#ctx0" brushRef="#br0" timeOffset="19908.88">21909 6015 0,'-40'0'0,"80"0"0,-80-40 16,0 40-16,0 0 15,-121 0 17,81 40-17,80 81 1,40-41-1,0 0 17,40-80-17,-40-120 1,1 80-16,-41-1 31,40 1-15,-40 80 15,0 1-31,40-1 16,-40 40-1,0-40-15,0 120 32,0-120-32,0 41 15,0-41-15,-40 0 16,0-40-16,-41 40 15,-119 0 1,39-80 0,1-80 15</inkml:trace>
  <inkml:trace contextRef="#ctx0" brushRef="#br0" timeOffset="21188.8">22872 3689 0,'40'0'32,"0"0"-17,-40-40-15,40 40 0,1 0 16,-1 0-16,0 0 0,0 0 0,0 0 0,0 0 16,0 0-1,-40 40 32,0 0-16,0 0-31,40 0 16,-40 1-16,0-1 16,0 0-16,0 0 0,0 0 0,0 0 0,0 0 15,0 0-15,0 0 16,0 0-16,0 1 0,0-1 0,0 0 0,-40 0 15,40 40-15,0-40 0,0 0 0,0 0 0,0 41 16,-40-41-16,40 0 0,0 40 16,0-40-16,-40 40 0,40 1 0,0-41 0,0 40 15,0 0-15,0-40 16,0 40-16,0 1 0,0-41 0,0 40 0,0-40 16,0 40-16,0-40 0,0 41 15,-40-41-15,40 0 0,0 0 0,0 40 0,0-40 16,0 0-16,0 0 0,0 1 0,-40-1 0,40 0 15,0 0-15,0 0 16,0 0-16,0 0 0,0 0 0,0 0 0,0 0 16,-40 1-16,40-1 0,0 0 15,0 0-15,0 0 0,-40 0 0,40 0 0,0 0 16,-41 0-16,41 1 16,0-1-16,-40 0 0,40 0 0,-40 0 0,40 0 15,-40 0-15,40 0 16,0 0-16,0 0 0,0 1 0,0-1 15,0 0-15,0 0 0,0 0 16,40-40 0,-40 40-16,0 0 15,0 0 17,0 0-1,0 1-16,-40-41 1,0 0 93,0 0-93,0 0-16,0 0 16,-1 0-16,1 40 0,0-40 15,0 0 1,0 0-16,0 0 0,0 0 16,0 0-1,-1 0-15,1-40 0,0-1 16,0 1-16</inkml:trace>
  <inkml:trace contextRef="#ctx0" brushRef="#br0" timeOffset="22128.75">5497 6496 0,'-40'0'15,"80"0"17,-40-40-32,81 40 0,-41 0 0,0 0 15,0 0-15,0-40 16,0 40-16,0 0 0,0 0 0,1-40 15,-1 40-15,0 0 0,0 0 0,0 0 0,0 0 16,0 0-16,0 0 16,1 0-16</inkml:trace>
  <inkml:trace contextRef="#ctx0" brushRef="#br0" timeOffset="22348.66">5658 6817 0,'0'0'0,"-40"0"0,40 40 15,0-80 17,40 40-32,0 0 0,0 0 15,0 0-15,0 0 16,0 0-16,1 0 0,-41-40 0,40 40 0,0 0 15,0 0-15,0 0 0</inkml:trace>
  <inkml:trace contextRef="#ctx0" brushRef="#br0" timeOffset="23678.65">2488 6777 0,'0'-40'78,"40"40"-46,-40-40-32,40 40 0,0 0 15,0-40-15,0 40 16,1 0-16,-1-40 0,0 40 16,0 0-1,-40 40 1,40 0-16,-40 0 0,0 0 15,0 0-15,0 0 16,0 1-16,0-1 0,0 40 0,-40-40 0,40 0 16,-40 0-16,40 0 15,-80-40-15,80 40 0,-41 0 0,1 1 16,40-1 0,-40-40-16,40-40 31,40-1-31,-40 1 0,0 0 15,81 40-15,-81-40 0,40 0 0,-40 0 0,40 0 16,0 0-16,0 0 0,-40 0 16,40 40-16,0-41 0,0 1 0,1 0 15,-1 40-15,-40-40 16,40 40-16,0 0 0,-40-40 0,40 40 0,-40-40 16,40 40-16,-40-40 15,40 40-15,-40-40 0,40 40 16,-40-40-16,-40 40 94,0 0-79,40 40 1,0 0-16,-40-40 0,40 40 15,-40-40-15,40 40 16,-40-40 0,40 40-16,-40-40 0,40 40 0,-40 0 0,-1 0 15,41 1-15,-40-1 16,40 0-16,0 0 0,-40 0 0,40 0 0,0 0 16,0 0-1,-40 0-15,40 0 0,0 1 16,0-1-16,40-40 15,-40 40-15,40-40 16,0 0-16,1 0 0,-1 0 16,0 0-1,0 0-15,-40-40 0,40 40 0,-40-40 141,-40 40-141,40-41 31</inkml:trace>
  <inkml:trace contextRef="#ctx0" brushRef="#br0" timeOffset="24358.56">3732 6336 0,'0'0'0,"-40"0"47,0 0-31,-1 40-1,41 0 1,-40-40-16,0 40 0,40 0 0,-40 1 16,40-1-16,-40 0 0,40 0 15,-40 40-15,40-40 0,-40 40 0,40-39 0,-41 39 16,41-40-16,0 40 16,-40-40-16,40 0 0,0 0 0,0 0 0,0 1 15,0-1-15,40-40 0,-40 40 16,41-40-16,39 0 0,-40 0 15,0 0-15,0-40 0,0 40 16,1-40-16,-1-1 16</inkml:trace>
  <inkml:trace contextRef="#ctx0" brushRef="#br0" timeOffset="24958.58">3611 6737 0,'0'-40'0,"0"0"15,0 0 16,41 40-31,-1 40 47,-40 0-31,0 0-16,0 0 0,0 0 16,0 0-16,0 1 15,0-1-15,0 0 0,0 0 16,-40 0-16,40-80 47,40 0-47,-40 0 15,0 0-15,0-1 0,0 1 0,40 0 16,-40 0-16,0 0 16,40 0-16,0 40 15,-40-40-15,40 40 16,0 0-16,0 0 31,-40 40-15,0 0-16,0 0 0,0 0 15,0 0-15,0 0 16,0 1-16,0-1 0,0 0 0,0 0 16,0 0-1,0 0-15,0 0 16</inkml:trace>
  <inkml:trace contextRef="#ctx0" brushRef="#br0" timeOffset="25218.56">4173 7058 0,'0'40'63,"0"0"-63,-40-40 0,40 40 0,0 0 16,0 0-1,-40-40-15,40 41 0,0-1 16,0 0-16,-40-40 31</inkml:trace>
  <inkml:trace contextRef="#ctx0" brushRef="#br0" timeOffset="26318.5">4454 7058 0,'0'0'0,"0"40"47,0 0-16,40 0-15,-40 0-1,0 0-15,0 1 0,0-1 16,-40 0-16,40 0 16,-40-40-16,40 40 0,-40-40 0,40 40 15,-40-40-15,0 0 16</inkml:trace>
  <inkml:trace contextRef="#ctx0" brushRef="#br0" timeOffset="27038.45">4534 6617 0,'0'0'0,"40"0"32,1 0-1,-1 0-15,0 0-1,-40 40 1,40-40-16,-40 40 0,0 0 0,0 0 15,0 0-15,0 0 16,0 1-16,0-1 0,0 0 16,0 0-16,0 0 15,0-80 17,0 0-17,0 0-15,0 0 16,0-1-16,40 1 0,-40 0 15,0 0-15,40 0 0,-40 0 0,0 0 16,0 0 0,40 40-16,-40-40 0,40 40 15,1 0 17,-41 40-17,40 0-15,-40 0 16,0 0-16,0 0 0,0 0 15,0 0 1,40-40-16,-40 40 0,0 1 0,0-1 16,0 0-1,0 0-15,0 0 16</inkml:trace>
  <inkml:trace contextRef="#ctx0" brushRef="#br0" timeOffset="27418.43">5056 7178 0,'0'-40'31,"0"0"-31,40 40 16,0 0-16,-40-40 0,40 40 31,-40 40-15,0 0-1,0 0-15,0 0 0,-40-40 16,40 40-16,-40 1 16,0-1-16,40 0 15,-40-40 1,80 0-1,-40-40 1,40 40-16,0 0 16,0 0-16,-40-40 0,40 40 15,1-41 1,-41 1 15,40 40-31</inkml:trace>
  <inkml:trace contextRef="#ctx0" brushRef="#br0" timeOffset="27838.36">5056 6336 0,'40'0'47,"0"0"-47,0 40 15,0-40 1,-40 40-16,41-40 0,-1 40 0,-40 0 16,40 1-16,0-1 15,-40 0-15,0 0 0,40 0 0,-40 0 0,0 0 16,0 0-16,40 0 16,-40 1-16,0-1 0,0 0 0,0 40 0,0-40 15,0 40-15,0-40 0,0 41 0,0-41 0,-40 40 16,40-40-16,0 40 0,-40-40 15,40 0-15,0 1 0</inkml:trace>
  <inkml:trace contextRef="#ctx0" brushRef="#br0" timeOffset="29518.31">24076 5694 0,'0'0'0,"40"0"94,-40-40-78,40 40-16,0 0 0,0 0 0,-40-40 0,40 40 15,1 0-15,-1 0 0,0-40 16,0 40-16,0 0 0,0 0 0,0-40 16,0 40-1</inkml:trace>
  <inkml:trace contextRef="#ctx0" brushRef="#br0" timeOffset="29748.22">24076 6055 0,'0'0'16,"0"40"0,40-40-1,0-40-15,40 40 16,-40 0-16,1-40 0,-1 40 15,0 0-15,0 0 16,0-40-16,0 40 0,0-40 16</inkml:trace>
  <inkml:trace contextRef="#ctx0" brushRef="#br0" timeOffset="30628.17">25280 5614 0,'40'0'63,"-40"-40"-63,40 40 15,-40-40-15,0 0 0,40 40 0,-40-40 0,0 0 16,40 0-16,-40-1 0,0 1 16,0 0-16,40 0 0,-40 0 0,0 0 0,0 0 15,0 0-15,0 0 16,0-1-16,0 1 0,0 0 0,0 0 0,0 0 16,0 0-1,0 80 32,0 0-47,0 0 0,0 0 16,0 0-16,0 1 0,0-1 15,0 40-15,0-40 0,0 40 0,0-40 0,0 41 16,0-41-16,0 0 16,40 40-16,-40-40 0,0 0 0,0 0 0,0 0 15,0 41-15,0-41 0,0 0 0,0 0 16,0 0-16,-40-40 0,40 40 15,0 0-15,0 0 32,0-80-1,0 0-31,40 40 0,-40-40 16,41 0-16,-41 0 15,40 40-15,-40-40 0,40 0 0,0 40 0,-40-41 16,40 41-16,-40-40 0,40 40 0,0-40 15,0 40-15,1 0 16,-1 0 0,0 40-1,-40 0 1,0 1 0,0-1-16,0 0 0,0 0 15,0 0-15,40-40 0,-40 40 16,0 0-1,40-40 1,-40 40-16,40-40 16,0 0-16,0 0 0,1 0 15</inkml:trace>
  <inkml:trace contextRef="#ctx0" brushRef="#br0" timeOffset="31018.22">26724 4772 0,'0'0'15,"-40"0"-15,40 80 32,-40-80-17,0 161 1,40-81-16,-40 160 31,40-199-31,-40 39 0,40 40 16,0-40-16,0 41 15,0-81-15,40-40 0,-40 40 16,40-40-16,0 0 31,0 0-31,0 0 0</inkml:trace>
  <inkml:trace contextRef="#ctx0" brushRef="#br0" timeOffset="31528.1">26764 5374 0,'0'0'0,"0"-81"16,40 1-1,-40 40-15,81 40 16,-41-40-16,0 40 0,0 0 31,0 0-31,0 120 16,0-80-16,-40 0 0,0 81 15,0-81-15,-40 120 32,40-120-32,-40-40 0,40 40 15,0-80 16,0 0-31,40 0 0,81-80 32,-81 80-32,-40 0 0,40 0 0,80-41 31,-39 41-15,-41 80-1,0 81 1,-40-1 15,-40 0-15,40 1-1,-40-121 1</inkml:trace>
  <inkml:trace contextRef="#ctx0" brushRef="#br0" timeOffset="31778.17">27888 5855 0,'-40'0'16,"80"0"-16,-80-40 0,80 40 31,-40 40-31,40 0 16,-40 0-16,40-40 0,-40 40 0,0 0 15,0 0 1,40 0-16,-40 1 0,0-1 16,-80 0-1,40-40-15,40 40 0,-40-40 16,0 0 0</inkml:trace>
  <inkml:trace contextRef="#ctx0" brushRef="#br0" timeOffset="33308.08">27848 5975 0,'-40'0'15,"80"0"32,-40-40-47,40 40 16,-40-40-1,40 40-15,-40-40 16,0 80 78,40-40-94,-40 40 0,0 0 31,0 0-31,40-40 0,-40 40 16,0 0-16,40 1 15,-40-1-15,0 0 0,40 0 16,-40 0 0,0 0-16,0 0 0,0 0 15,0 0-15,-40 0 16,40-80 31,40 40-32,-40-80-15,41 40 16,-41 0-16,0 0 0,0 0 0,0 0 16,0 0-16,40-1 15,-40 1-15,0 0 0,-40 40 31,-1 0-15,41 40-16,0 0 16,-40-40-1,40 41-15,0-1 0,0 0 0,-40-40 16,40 40-16,0 0 16,0 0-16,0 0 15,-40-40 16,40-40-31,0 0 16,-40 40-16,40-40 16,0 0-16,0 0 0,0 0 15,0-1-15,0 1 16,0 0-16,0 0 16,0 0-1,0 80 16,0 0-15,40-40-16,-40 40 0,0 0 0,40-40 16,-40 41-16,0-1 15,0 0-15,40 0 16,-40-80 15</inkml:trace>
  <inkml:trace contextRef="#ctx0" brushRef="#br0" timeOffset="33897.97">28931 5614 0,'40'0'16,"-40"40"0,0 0-1,40-40-15,-40 40 0,0 1 16,0-1-16,0 0 15,0 0-15,0 0 0,0 0 0,0 0 16,-40 0-16,40 0 16,-40 1-16,0-41 0,0 40 0,0 0 0,-41-40 15,41 40-15,0-40 16,0 40-16,0-40 0,0 0 0</inkml:trace>
  <inkml:trace contextRef="#ctx0" brushRef="#br0" timeOffset="34787.99">29493 4812 0,'40'0'109,"0"40"-93,0 0-16,-40 0 0,0 0 0,0 1 16,40-1-16,-40 0 15,0 0-15,0 0 0,0 0 0,0 0 16,0 0-16,0 0 16,0-80 15,0 0-16,0 0-15,0 0 0,41 0 0,-41 0 16,40 0-16,-40 0 0,40-1 16,0 1-16,-40 0 0,40 0 0,-40 0 15,40 40-15,-40-40 16,40 40-16,0 0 31,-40 40-31,0 0 16,41-40-16,-41 80 0,0-40 0,40 1 15,-40-1-15,0 0 16,0 0-16,0 0 0,0 0 0,0 0 16,0 0-16,0 0 15,-40 1-15,40-1 0,-41 0 16</inkml:trace>
  <inkml:trace contextRef="#ctx0" brushRef="#br0" timeOffset="35187.97">30015 5534 0,'0'0'16,"40"0"15,80 0-15,-80 0-1,0 0-15,81 40 16,-81 0 0,-40 0-16,0 0 0,-40 41 15,40-41-15,-40 0 31,-1 0-15,202-40 0,-1-80 15,1-1-15,-121 41-1,0-40-15</inkml:trace>
  <inkml:trace contextRef="#ctx0" brushRef="#br0" timeOffset="35597.87">30937 4571 0,'0'0'15,"0"-40"1,0 80 15,41-40-31,-41 41 16,80-1-16,-40 0 16,0 40-16,-40-40 0,40 40 0,0-40 0,0 41 0,-40-1 15,41 0-15,-41-40 0,0 40 0,0 1 16,0-1-16,-41 0 0,41-40 15,-80 40-15,40-40 0,-40 0 0,0 1 0,-1-1 16,1 0-16</inkml:trace>
  <inkml:trace contextRef="#ctx0" brushRef="#br0" timeOffset="130668.34">8988 9865 0,'40'0'15,"-40"-40"1,-40 40 62,40 40-78,-40-40 31,0 0-31,0 40 0,0-40 16,0 41-16,0-41 0,-41 0 15,41 0-15,0 40 0,0-40 0,0 0 0,0 0 16,0 0-16,-1 0 16,1 40-16,0-40 0,0 0 0,0 0 15,0 0 1,40 40 31,0 0-47,40 0 15,-40 0 1,40-40-16,-40 40 0,0 0 0,40 0 0,-40 1 16,40-1-16,-40 0 15,0 40-15,0-40 0,0 40 0,0 1 0,0-1 16,0 0-16,0 0 0,0 0 0,0 1 0,0-1 16,0 0-16,0 0 0,0-40 15,0 41-15,0-1 0,0 0 0,0 0 0,0-40 16,0 40-16,0 1 15,0-1-15,0 0 0,0-40 0,0 40 0,0 1 16,0-41-16,0 40 0,0-40 16,0 40-16,0-40 0,0 41 0,0-41 0,0 0 15,0 40-15,0-40 16,0 40-16,0-40 0,0 41 0,40-41 0,-40 40 16,0-40-16,0 40 0,0-40 0,0 41 0,0-41 15,0 0-15,-40 40 0,40-40 16,-40 0-16,40 0 0,0 0 0,0 1 0,0-1 15,-40 40-15,40-40 16,0 0-16,0 0 0,0 0 0,0 0 16,0 0-16,0 1 0,40-1 15,-40 0-15,0 0 0,0 0 16,0 0 0,0 0-1,0 0-15,0 0 16,-40-40-16,40 41 15,0-1-15,-40 0 0,40 0 32,-40-40-17,80 0 32,0 0-31,0 0-16,0 0 0,0-40 0,1 40 15,-1 0-15,0 0 0,0 0 16,0 0-16,0 0 0,0 0 0,0 0 0,1 0 16,-1 0-16,0 0 15,0 0-15,0 0 0,0 0 0,0 0 16,0 0-16,1-40 0,-41 0 16,40 40-16</inkml:trace>
  <inkml:trace contextRef="#ctx0" brushRef="#br0" timeOffset="131538.22">9991 10186 0,'-40'0'16,"40"-40"46,0 0-46,40 40 0,1 0-16,-1 0 0,0 0 0,0-40 0,40 40 15,-40 0-15,41 0 16,-1 0-16,0 0 0,-40-40 0,40 40 0,1 0 16,-41 0-16,40-40 0,-40 40 0,41 0 0,-41 0 15,0 0-15,0-40 0,0 40 16,0 0-16,-80 40 31,0 0-15,0 0-1,0 0-15,0 0 0,-1 0 0,1 0 0,0 0 16,40 0-16,-40 1 0,0-1 0,40 40 0,-40-40 16,0 0-16,40 0 15,-41 0-15,1 0 0,40 1 0,0-1 0,-40 0 16,40 0-16,-40 0 0,40 0 15,0 0-15,0 0 0,0 0 16,0 0 0,40-40-1,0 0 1,0 0-16,1-40 0</inkml:trace>
  <inkml:trace contextRef="#ctx0" brushRef="#br0" timeOffset="131798.27">10312 10788 0,'-40'-40'0,"0"40"16,40-40-1,0-1 1,121 1-1,-1 40 1,-80 0-16,161 0 16,-161 0-16,40 0 0,-40 0 15,161-40 1,-161 0-16</inkml:trace>
  <inkml:trace contextRef="#ctx0" brushRef="#br0" timeOffset="132248.25">12560 10146 0,'0'0'16,"-41"0"31,1 0-47,0 40 15,0 0-15,0-40 16,0 40-16,0 0 0,0-40 0,-1 41 0,-39-41 15,80 40-15,-40-40 0,0 40 16,0 0-16,0 0 16,120 0-1,-40-40 1,0 0-16,0 0 0,0 0 0,41 0 16,-41 0-16,40-40 0,-40 40 15,40 0-15,1-40 0,-1 40 0,0 0 0,-40-40 16,41 40-16,-1 0 15,-40 0-15,40 0 0,-40 0 0,0 0 0,1 0 16,-1 0-16</inkml:trace>
  <inkml:trace contextRef="#ctx0" brushRef="#br0" timeOffset="132508.25">12720 10266 0,'0'0'16,"-40"-40"-1,0 40-15,40 40 16,0 81 15,0-1-31,0 40 31,40 1-15,-40-121 0,40 0-16,0 0 0</inkml:trace>
  <inkml:trace contextRef="#ctx0" brushRef="#br0" timeOffset="133528.17">16171 10146 0,'-40'0'47,"0"0"16,0 0-63,-1 0 15,1 40 1,0-40-16,0 0 0,40 40 0,-40-40 0,0 40 16,0-40-16,40 40 0,-40 1 0,-1-1 0,41 0 15,-40 0-15,40 0 0,0 0 16,-40 0-16,40 0 0,0 0 0,0 1 0,0-1 15,80 0-15,-80 0 16,41-40-16,-41 40 0,40-40 0,0 40 0,0-40 16,0 0-16,0 0 0,0 0 15,0 0-15,1 0 0,-1 0 0,0 0 0,0 0 16,0 0-16,-40-40 0,40 40 0,-40-40 0,40 40 16,-40-40-1,-80 0-15,40 0 16,0 40-16,0 0 15,0 0-15,-1 0 0,1 0 0,0 0 0,0 0 16,0 0 0,40 40-16,40-40 31</inkml:trace>
  <inkml:trace contextRef="#ctx0" brushRef="#br0" timeOffset="134138.14">16853 10387 0,'40'-161'31,"0"161"-31,0-80 16,161 80-1,0 40 17,-121 40-17,-80 1 1,-80 79 0,40-120-16,-161 121 15,81-121-15,39 40 16,41-40-16,40 0 15,40-40 1,41 0 0,-41 0-16,0-40 0,0 40 15,40 0-15,-40-40 0,41 40 0,-41 0 0,40 0 16,0-40-16,-40 40 0,41-40 0,-1 40 0,-40 0 16,0-40-16,40 40 15,-40 0-15,1 0 0,-1 0 0,0 0 0,0 0 16,0 0-1,-40 40 1,-40-40 140</inkml:trace>
  <inkml:trace contextRef="#ctx0" brushRef="#br0" timeOffset="135928.03">10072 12392 0,'0'40'281,"0"0"-265,0 0-1,0 0-15,40 0 0,-40 1 0,0-1 16,0 0-16,40 40 0,-40-40 16,0 0-16,0 40 0,0-39 0,0-1 0,0 40 15,40-40-15,-40 0 0,0 0 0,0 0 0,0 0 16,0 0 0,0 1-16,0-1 0,40-40 15,-40-40 110</inkml:trace>
  <inkml:trace contextRef="#ctx0" brushRef="#br0" timeOffset="136388">11276 12753 0,'-41'0'15,"1"0"-15,0 0 16,-40 0 15,40 40-15,0 0-16,0 121 16,40-121-16,0 0 0,0 40 15,40-40-15,0 0 16,40 0-16,40-40 15,-39 0 1,-41 0-16,120-120 16,-120 120-16,1-40 0,-1-40 15,0 40-15,-40-121 32,0 121-32,0 0 0,-121-40 15,-39 80 1,120 0-16,-121 80 31,121-40-31,0-40 0,0 40 16,0-40-16,40 40 15,0 0-15</inkml:trace>
  <inkml:trace contextRef="#ctx0" brushRef="#br0" timeOffset="136857.97">12881 12232 0,'0'-41'15,"-41"41"-15,1 0 16,-80 0-1,120 41-15,-40-1 16,0 40-16,40-40 0,0 80 31,-40-80-31,40 81 0,0-41 0,0 161 16,0-161-16,40 120 31,0-120-31,-40-39 0,40 39 31,0-120 48,-40 0-79,0-1 46,-40 41-30,40-40-16</inkml:trace>
  <inkml:trace contextRef="#ctx0" brushRef="#br0" timeOffset="138897.84">16251 12432 0,'0'-40'234,"-40"40"-156,0 0-78,40 40 16,-40-40-16,40 40 15,-40 0-15,0 0 0,40 0 0,-41-40 0,1 41 16,40-1-16,0 0 0,-40 0 0,40 0 0,0 0 16,-40 0-16,40 0 15,0 0-15,0 1 0,40-1 0,40 0 16,-39-40-1,-1 0-15,0 0 0,-40 40 0,40-40 16,0 0-16,0 0 0,0 0 16,0 0-16,1 0 0,-1-40 0,0 40 15,-40-40-15,40 40 0,-40-40 0,40-1 16,-40 1 0,-80 0-16,40 0 15,0 40 1,-1 0-16,1 0 0,0 0 15,0 0 1,0 0-16,0 0 0</inkml:trace>
  <inkml:trace contextRef="#ctx0" brushRef="#br0" timeOffset="139507.81">17375 12432 0,'-40'-40'16,"80"80"-16,-80-120 15,40 40-15,40 40 16,0-40 15,40 40-31,-40 0 0,40 0 31,-39 0-31,-1 0 16,0 40-16,0 0 16,-120 40-1,-41 80 1,81-119 0,0-1-16,-40 40 15,80-40-15,0 0 16,40-40-1,80 40 1,-39 40 15,-41-39-31,0-41 0,0 40 16,-40 0-16,40 40 16,-80 40-1,-241 1 16,0-81-15,161-40 0,80 0-16,-41-81 0</inkml:trace>
  <inkml:trace contextRef="#ctx0" brushRef="#br0" timeOffset="140737.74">18980 9344 0,'0'-40'0,"0"0"31,0 0-31,0 0 0,40 40 16,-40-41-16,40 41 0,-40-40 15,40 40-15,0 0 0,0 0 0,1 0 16,-1 0 0,0 0-16,0 0 0,0 0 0,0 0 15,0 0-15,0 0 0,1 0 0,-1 0 16,0 0-16,0 0 16,0 0-16,0 0 0,0 0 0,0 0 15,1 0 1,-41 40-1,0 1 1,-41-41-16,41 40 0,0 0 0,-40 0 16,40 0-16,0 0 15,0 0-15,0 0 0,-40 0 0,40 0 0,0 1 16,-40 39-16,40-40 0,0 0 0,-40 0 0,40 40 16,0-40-16,0 41 0,-40-41 15,40 0-15,0 40 0,0-40 0,0 0 0,0 40 16,0-39-16,0-1 15,0 40-15,0-40 0,0 0 0,0 40 0,40-40 16,-40 41-16,0-41 0,0 40 16,0-40-16,0 40 0,0-40 0,0 41 0,0-41 15,0 40-15,0-40 0,0 0 0,0 0 0,0 40 16,0-39-16,0-1 16,0 0-16,-40 0 0,40 0 0,0 0 0,0 0 15,-40 0-15,40 0 16,-40 0-16,40 1 0,0-1 0,0 0 0,-41-40 15,41 40-15,0 0 16,0 0-16,0 0 0,0 0 0,0 0 16,0 1-16,0-1 15,0 0-15,0 0 0,0 0 0,0 0 16,0 0-16,0 0 0,0 0 0,0 0 16,0 1-1,0-1-15,0 0 0,0 0 0,0 0 16,0 0-16,0 0 0,0 0 15,0 0-15,-40 1 0,40-1 0,0 0 0,-40-40 16,40 40-16,0 0 16,0 0-16,-40-40 0,40 40 0,0 0 15,0 0 1,-40-40-16,40 40 16,0 1-16,-40-1 31,40 0-31,-40 0 31,40 0-31,-40-40 31,40 40-31,-41-40 16,41 40-16,-40-40 16,0 0-16,0 0 15,0 0-15,0 0 0,0 0 0,0 0 0,-1 0 16,1 0-1,0 0-15,0 0 0,0 0 16,0-40-16,0 40 16</inkml:trace>
  <inkml:trace contextRef="#ctx0" brushRef="#br0" timeOffset="142086.54">20866 11028 0,'0'-40'0,"0"80"79,0 0-79,0 1 0,0-1 15,0 0-15,0 0 0,40 40 16,-40 0-16,40-80 0,-40 40 0,40 1 15,-40-1-15,80-40 16,-40 40-16,1-40 0,-1 0 0,0 40 0,0-40 16,40 0-16,0 0 0,1 0 15,-1-80-15,0 80 0,0-81 0,41 41 0,-41 0 16,41 0-16,-1-40 0,-40 40 0,41-40 0,-41-1 16,40 41-16,-40-40 15,41 40-15,-41-40 0,0 40 0,1 0 0,-1 40 16,0-41-16,0 41 0,-40 0 15,41 0-15,-41-40 0,0 40 0,0 0 0,0 0 16,0 0 0,-40 40-16,40-40 15,-40 41-15,0-1 32,0 0-32,-40-40 15,40 40-15,-40 0 16,40 0-16,-40-40 0,40 40 0,0 0 15</inkml:trace>
  <inkml:trace contextRef="#ctx0" brushRef="#br0" timeOffset="143856.54">1043 11830 0,'-40'0'15,"0"0"1,40-40 0,0 0 31,40 40-32,0 0-15,0 0 16,1 0-16,-1 0 0,0 0 15,0 40-15,0 0 16,-40 1-16,0-1 0,40 0 0,-40 0 16,0 0-16,0 0 0,0 0 15,0 0-15,0 0 0,0 1 0,-40-1 0,40 0 16,-40 40-16,40-40 0,-40 0 0,40 0 0,-40-40 16,0 40-16,40 0 15,0 1-15,-41-41 0,82-41 63,-41 1-63,80 0 0,-80 0 0,40 0 0,0 0 15,0 0-15,0 0 0,0 0 0,1 0 0,-1 40 16,0-41-16,0 1 0,0 0 16,0 40-16,0-40 0,0 0 0,1 40 0,-41-40 15,40 0-15,0 40 16,-40-40-16,40 40 0,-40-40 0,0-1 15,40 41-15,-40-40 0,0 0 16,0 0 0,-40 40-1,0 80-15,0-40 16,0-40-16,-1 41 0,1-1 0,0 0 16,0 0-16,40 0 0,-40 0 15,40 0-15,-40 0 0,40 0 0,-40 1 0,40-1 16,0 0-1,-40 0-15,40 0 0,0 0 0,0 0 16,0 0 0,40-40-16,-40 40 0,40-40 15,0 0-15,0 0 0,0 0 16,0 0-16,0 0 16,-40-40-16,41 40 0,-1 0 0,0 0 15</inkml:trace>
  <inkml:trace contextRef="#ctx0" brushRef="#br0" timeOffset="145256.54">2448 11790 0,'-40'0'0,"80"0"0,-40-40 172,0 0-157,40 40 1,-40-40-16,0 80 62,0 0-46,-40-40-16,40 40 0,0 0 0,0 1 0,0-1 16,-40 0-16,40 40 0,-41-40 15,41 0-15,0 0 0,0 41 0,0-41 0,-40 0 16,40 0-16,0 0 0,0 0 0,0 0 16,0 0-1,40-40 16,1 0-31,-1 0 16,-40-80-16,40 80 16,0-40-16,0 0 0,0 0 0,0 0 0,0 0 15,1-1-15,-1 1 0,0 0 0,0 0 0,0 0 16,0 0-16,0 0 16,0 0-16,1 0 0,-1-1 0,0 1 15,-40 0 1,40 40-1,-120 0 32,80 40-47,-40-40 0,-1 40 0,1 1 16,0-41-16,0 0 0,0 40 0,0-40 16,0 40-16,0-40 0,-1 0 15,1 40-15,0-40 0,0 40 0,0-40 0,0 0 16,0 40-16,-41-40 15,41 0-15,0 0 0,0 40 0,0-40 0,0 0 16,0 0-16,0 40 16,-1-40-16,1 0 15,80 0 32,1 0-31,-1 0-16,0 0 15,0 0-15,0 0 16,0 0-16,0 0 0,0 0 0,1 0 16,-1 0-16,0 0 0,0 40 15,0-40-15,0 0 0,0 0 16,0 41-16,1-41 0,-1 0 0,0 40 16,0-40-16,0 0 15,0 0-15,0 40 0,0-40 16,1 0-1,-41-40 32,0 0-15,-41 40-32,41-41 0,-40 41 0,0 0 15,40-40-15,-40 0 0,0 40 16,40-40-16,-40 0 0,0 0 15,40 0-15,-40 0 0,40 0 16,-41 40-16,1-41 0,40 1 0,-40 0 0,0 0 16,0 0-1,40 0-15,-40 40 0,40-40 16,0 80 46,0 0-62,0 0 0,0 0 16,40-40-16,-40 40 16,40-40-16,-40 40 0,40-40 15</inkml:trace>
  <inkml:trace contextRef="#ctx0" brushRef="#br0" timeOffset="146426.53">3692 11670 0,'-40'0'16,"40"40"15,0 0-31,0 0 0,0 0 16,0 1-16,0-1 15,0 0-15,0 0 0,0 0 0,0 0 0,0 0 16,40-40-16,-40 40 16,0 0-16,0 1 15,40-41 32,0 0-31,-40-41-16,40 41 0,0-40 0,0 40 0,-40-40 15,40 40-15,1-40 0,-1 0 16,0 0-16,0 40 0,0-40 0,-40 0 0,40 0 16,0 40-16,-40-41 0,40 1 0,-40 0 0,41 40 15,-41-40-15,40 0 16,-40 0-16,40 40 0,-40-40 0,0 0 16,40 40-16,-40-40 15,0 0-15,-40 40 63,40 40-48,-40-40 17,0 0-32,-1 0 15,41 40-15,-40-40 16,0 0-16,0 40 0,0-40 15,0 0-15,0 40 0,-41-40 16,41 40-16,-40-40 0,40 0 0,0 40 0,-40-40 16,39 40-16,-39 0 0,40-40 0,0 40 0,0-40 15,0 41-15,-1-41 0,1 40 16,0-40-16,40 40 0,-40-40 0,0 40 16,80-40 30,0 0-30,0 0-16,0 0 16,1 0-16,-1-40 0,0 40 0,0 0 0,0-40 15,0 40-15,0 0 0,1 0 16,-1 0 0,0 0-16,0 0 0,0 0 15,-40 40-15,40-40 0,40 0 16,-39 0-16,-1 0 0,40 40 0,-40-40 0,0 0 15,0 0-15,0 0 0,1 0 16,-1 0-16,0 0 0,0 0 0,0 0 16,-40-40 31,-40 40-32,0-40-15,0 40 16,0 0-16,40-40 15,-41 40-15,1 0 0,0 0 0,0-41 16,0 41-16,0-40 16,0 40-16,0 0 0,-1-40 0,1 0 15,0 40-15,0-40 0,0 0 0,0 40 0,0-40 0,0 0 16,-1 0-16,1 40 16,0-40-16,0 40 0,0-41 0,0 41 0,0 0 15,-1 0-15,1 0 16,40-40-16,-40 40 0,80 40 78,0-40-78,1 0 16,-1 41-1</inkml:trace>
  <inkml:trace contextRef="#ctx0" brushRef="#br0" timeOffset="147306.54">4855 11951 0,'-40'0'0,"40"-40"16,0 0 15,40 40-15,0 0-16,1-41 15,-1 41-15,0-40 0,0 0 16,-40 0 0,40 40-16,-40-40 0,40 0 0,-40 0 0,0 0 15,0 0-15,0 0 0,0-1 0,0 1 16,0 0 0,0 0-16,0 0 0,-40 40 0,40-40 15,0 0 1,-40 40-1,40 40 1,0 40 0,-40-80-16,40 40 0,0 0 0,0 0 0,0 1 15,0-1-15,-40 0 16,40 0-16,0 40 0,0-40 0,0 0 0,0 0 16,0 0-16,0 1 0,0-1 15,0 0-15,0 0 0,0 0 0,0 0 0,0 0 16,0 0-16,0 0 15,40-40-15,-40 41 0,0-1 16,40-80 47,0-1-48,0 1 1,0 0-16,0 0 0,1 0 15,-1 40-15,-40-40 16,40 40-16,0-40 0,0 40 16,0 0-16,0 0 31,-40 40-31,0 0 16,0 0-1,0 0-15,0 0 0,0 0 16,0 1-16,0-1 15,0 0-15,40 0 16,-40 0 0,41-40-16,-1 0 15,0 0-15,0 0 0,0 0 16,0 0-16,0 0 16,0-40-16,1 40 0,-1-40 15,0 40-15</inkml:trace>
  <inkml:trace contextRef="#ctx0" brushRef="#br0" timeOffset="147656.54">6220 11790 0,'0'-40'16,"0"80"-16,-41-80 15,41 0 1,81 40 0,-81-40-1,120 40 1,161-80-1,-80 40 1,-121 40 0,-40 0-1,-40 40 1</inkml:trace>
  <inkml:trace contextRef="#ctx0" brushRef="#br0" timeOffset="147906.53">6340 12111 0,'0'0'32,"40"0"-17,40 0 1,-40 0-16,81-40 15,-81 40-15,40-40 16,201 0 0,-241 40-16,121-80 15,-121 80-15,-40-40 16</inkml:trace>
</inkml:ink>
</file>

<file path=ppt/ink/ink4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1T06:08:03.523"/>
    </inkml:context>
    <inkml:brush xml:id="br0">
      <inkml:brushProperty name="width" value="0.05292" units="cm"/>
      <inkml:brushProperty name="height" value="0.05292" units="cm"/>
      <inkml:brushProperty name="color" value="#FF0000"/>
    </inkml:brush>
  </inkml:definitions>
  <inkml:trace contextRef="#ctx0" brushRef="#br0">4213 1564 0,'40'0'0,"1"0"16,-41-41-16,0 1 0,40 40 16,0 0-1,-40-40-15,-40 40 31,0 0 1,-1 0-32,1 0 15,0 0-15,0 0 0,0 0 16,0 0-16,0 0 0,0 0 16,-1 0-16,1 40 0,0-40 0,0 0 0,0 0 15,0 0-15,0 0 16,0 40-16,-1-40 0,1 0 0,40 41 15,-40-41-15,40 40 47,0 0-31,0 0 0,0 0-1,0 0-15,0 0 16,0 0-16,0 0 15,0 0-15,0 1 0,0-1 0,0 0 16,0 40-16,0-40 0,0 0 16,0 0-16,-40 0 0,40 1 0,0 39 0,0-40 15,0 0-15,0 0 0,0 40 0,0-40 0,0 0 16,0 41-16,0-41 16,0 40-16,0-40 0,0 40 0,0 1 0,0-41 15,0 40-15,0 0 0,0 0 16,0 0-16,0 1 0,0-1 0,0-40 0,0 40 15,0 0-15,0 1 16,0-41-16,0 40 0,0-40 0,0 40 0,0-40 16,0 41-16,0-41 0,0 40 0,0-40 0,0 0 15,0 40-15,0-40 0,0 1 16,0 39-16,0-40 0,40 40 0,-40-40 0,0 40 16,0-40-16,0 41 15,0-1-15,0-40 0,0 40 0,0 0 0,0 1 16,0-41-16,0 40 0,0 0 15,0-40-15,0 40 0,0-39 0,0-1 0,0 40 16,0-40-16,0 0 0,40 0 0,-40 0 0,0 0 16,40 1-16,-40-1 15,41 0-15,-1 0 0,-40 0 0,0 0 16,0 0-16,0 0 16,0 0-16,0 0 0,0 1 0,0-1 15,0 0 1,0 0-16,0 0 15,0 0 1,0 0-16,0 0 16,0 0-16,40-40 15,-40 41-15,40-41 94,0 0-94,0 0 31,0 0-31,0 0 16,1-41 0,-1 41-16,0 0 0,0 0 15,0-40-15,0 40 16,0 0-16,0 0 0,1 0 0,-1 0 0,0 0 15,0 0 1,0 0-16,0 0 0,0 0 0,0 0 0,1 0 16,-82 0 15</inkml:trace>
  <inkml:trace contextRef="#ctx0" brushRef="#br0" timeOffset="839.88">5618 2005 0,'0'-40'0,"0"80"78,40-40-62,-40 40-16,0 0 15,0 0-15,0 0 0,0 0 0,0 40 0,0-39 16,-40-1-16,40 40 15,0-40-15,0 0 0,-40 0 0,40 0 0,0 40 16,0-39-16,0-1 0,0 0 0,0 0 16,-41-40-16,41 40 0</inkml:trace>
  <inkml:trace contextRef="#ctx0" brushRef="#br0" timeOffset="1549.9">8146 2005 0,'-40'0'15,"40"-40"-15,-41-1 16,-39 41 0,-80 81-1,120-1 1,80 40-1,160 41 1,41-41 0,-161-40 15,-80 0-31,-240-40 31,159-40-31,-79-80 16</inkml:trace>
  <inkml:trace contextRef="#ctx0" brushRef="#br0" timeOffset="1709.89">8065 2005 0,'0'0'0,"0"-40"16,121-121-1,160 41 1,-41 80-1,-159 0 1,39 40-16</inkml:trace>
  <inkml:trace contextRef="#ctx0" brushRef="#br0" timeOffset="2149.81">9831 1804 0,'40'0'16,"-40"-40"-16,40 40 16,0 0-16,0-40 0,1 40 0,-1-40 0,0 40 15,40 0-15,-40 0 0,40 0 16,-39-40-16,-1 40 0,40 0 0,-40 0 0,0 0 15,0 0-15,0-40 16,1 40-16,-1 0 0,0 0 16,-40 40 31,0 0-32,0 0-15,0 0 0,-40 0 0,40 0 16,-40 0-16,40 0 15,0 1-15,-41-1 0,41 40 0,-40-40 0,40 0 16,-40 40-16,40-40 0,-40 41 0,40-41 0,-40 0 16,40 40-16,0-40 15,0 40-15,0-40 0,0 1 0,0-1 0,0 0 16,0 0-16,40 0 16,-40 0-16,40-40 0</inkml:trace>
  <inkml:trace contextRef="#ctx0" brushRef="#br0" timeOffset="2429.85">10393 2526 0,'0'0'0,"-40"-40"0,40 0 16,200-40-1,121-1 16,-40 41-15,-201 0-16,1 40 31,-41 0-15,-120 0 0,39 40-1,-119 0 1,80-40-16</inkml:trace>
  <inkml:trace contextRef="#ctx0" brushRef="#br0" timeOffset="3169.74">6420 3970 0,'0'0'31,"-40"-80"-15,-40 40-1,-41 40 1,41 40 0,-80 80-1,120 0 17,80-80-17,40-40 1,40-80-1,-39 0 1,-41 40 0,-40 0-1,0 80 17,0 0-17,40-40-15,-40 40 0,0 0 0,40 0 0,-40 0 16,0 0-16,0 1 15,0-1-15,0 0 0,0 0 0,0 0 16,0 0-16,0 0 0,-40 0 0,40 0 0,-40-40 16,40 41-16,-40-1 15,-1-40-15,1 40 0,0-40 0,0 40 0,0-40 16,0 40-16,0-40 0,0 0 16,-1 0-16,1 0 0,0 0 0,0 0 15,0-40 1</inkml:trace>
  <inkml:trace contextRef="#ctx0" brushRef="#br0" timeOffset="3769.71">8346 3890 0,'0'0'0,"0"-40"15,40 40-15,1 0 16,39 0-16,-40 0 31,0 0-31,-40 40 16,0 0-16,0 0 0,-40 0 15,0 0-15,40 0 16,-80 0-16,39 0 0,1 0 0,0 1 16,0-41-16,0 40 15,0 0-15,0 0 0,40 0 0,0 0 16,0 0-1,40 0-15,40-40 16,-40 0-16,0 0 0,0 0 0,1-40 16,-1 40-16,0 0 15,-40-40-15,40 40 0,-40-40 0,40 40 0,-40-40 16,0 0-16,0 0 16,-80 40-16,80-40 0,-40-1 0,40 1 0,-40 40 15,-1-40-15,1 0 16,0 0-16,0 0 0,0 0 0,0 40 0,0-40 15,0 0-15,-1 0 16,41-1-16,41 1 16,-1 40-16,0 0 15,0 0-15,0 0 16,40 0-16,-40 0 0,1 0 0,-1 0 0,0 0 16,0 0-16,0 40 15</inkml:trace>
  <inkml:trace contextRef="#ctx0" brushRef="#br0" timeOffset="4159.68">10393 3850 0,'-40'0'0,"80"0"0,-121-41 15,41 41-15,0 0 16,0 41 15,40-1-31,0 120 31,80 0-15,1-39 0,-41-1-1,-161-40 17,1-80-17,120-40-15</inkml:trace>
  <inkml:trace contextRef="#ctx0" brushRef="#br0" timeOffset="4329.68">10473 3890 0,'0'-40'16,"0"-1"-16,201-39 15,39 40 16,-119 40-15</inkml:trace>
  <inkml:trace contextRef="#ctx0" brushRef="#br0" timeOffset="5169.62">6220 5374 0,'40'0'0,"-40"-41"32,-40 41 14,-1 41-30,1-41-16,0 40 0,0 0 0,0-40 16,0 40-16,0 0 0,0 0 0,-1-40 0,1 40 15,0 0-15,0 0 0,0-40 16,0 40-16,0 1 0,0-1 0,-1-40 16,41 40-1,41-40 16,39 0-31,-40 0 16,40 0-16,-40 0 0,0 0 0,1 0 0,-1 0 16,0 0-16,40 0 15,-40 0-15,0 0 0,0 0 0,1 0 0,-1-40 16,0 40-16,0 0 0,0 0 16,0 0-16,0-40 0,0 40 0,1 0 31,-41-41-31</inkml:trace>
  <inkml:trace contextRef="#ctx0" brushRef="#br0" timeOffset="5369.59">6300 5574 0,'-40'-40'0,"80"80"0,-120-80 16,39 40-1,41 40-15,0 0 16,-40-40-1,40 40-15,0 0 0,0 0 0,-40 1 0,40-1 16,-40 0-16,40 0 0,0 0 0,0 0 16,0 0-16,-40-40 0,40 40 15,0 0-15,-40 1 0,0-1 0,40 0 16</inkml:trace>
  <inkml:trace contextRef="#ctx0" brushRef="#br0" timeOffset="5809.65">8226 5494 0,'-80'-40'16,"80"0"-16,80 0 16,40 40-1,81 0 17,-161 0-17,0 0 1,-40 40 15,-40 80-15,-80 40-1,39 41 1,81-121 0,0 0-1,0-40 1,81-40-1</inkml:trace>
  <inkml:trace contextRef="#ctx0" brushRef="#br0" timeOffset="6029.63">8065 6055 0,'-40'0'16,"80"0"-16,-120 0 0,80-40 15,80 0 1,161-40 0,-40 40 15,40-40-15,-201 80-16</inkml:trace>
  <inkml:trace contextRef="#ctx0" brushRef="#br0" timeOffset="6559.6">10513 5374 0,'0'-41'31,"0"1"-31,-40 40 16,0 0-16,-81 81 31,81 79-15,0-80 0,40-40-16,0 40 0,0-39 0,0 119 31,161-40-16,-121-120 1,0 0-16,120 0 16,-119 0-16,-1-80 15,-121 40 1,41 40-16,-80-40 31,80 40-31,-40 0 0,39 0 0,1-40 31,0 40-31</inkml:trace>
  <inkml:trace contextRef="#ctx0" brushRef="#br0" timeOffset="7679.46">12359 1483 0,'40'0'16,"-80"0"-16,80-40 15,-40 0 1,40 40 0,40 0-1,-80-40-15,81 40 0,-41 0 0,0 0 0,0-40 16,0 40-16,0 0 0,0 0 15,1 0-15,-1-40 0,-40 80 32,0 0-17,-40 40-15,40-40 16,0 0-16,0 1 0,-41-1 16,41 0-16,0 0 0,0 0 0,0 0 15,0 0-15,0 0 16,0 0-16,0 0 0,0 1 0,-40 39 0,40-40 15,0 40-15,0-40 0,0 40 16,0-39-16,0 39 0,0 0 0,0-40 0,40 40 16,-40 0-16,41 1 0,-41-1 0,40 0 0,-40 40 15,0-39-15,0-1 16,40 40-16,-40-40 0,40 41 0,-40-41 0,0 0 16,0 0-16,40 1 0,-40-1 15,0 0-15,0 0 0,0-40 0,40 40 0,-40-39 16,0 39-16,0-40 15,0 40-15,0-40 0,0 40 0,0-39 0,0-1 16,0 0-16,0 0 0,0 40 0,0-40 0,0 0 16,0 0-16,0 0 0,0 1 15,0-1-15,0 0 0,0 0 0,0 0 16,0 0-16,40 0 16,-40 0-16,0 0 0,40 1 0,-40-1 0,0 0 15,0 0-15,0 0 16,0 0-16,0 0 0,0 0 0,0 0 15,0 0-15,0 1 16,0-1-16,0 0 16,0 0-16,0 0 0,41 0 15,-41 0 1,0 0-16,0 0 31,-41-40-31,1 0 16,40 41-1,-40-41 1,40 40-16,-40-40 16,0 0-1,0 40-15,0-40 16,0 0-16,-1 0 16,1 0-16,0 0 0,0 0 0,0 0 0,-40 0 15,40 0-15,-1 0 16,1 0-16,0 0 0,-40 0 0,40 0 0,0 0 15</inkml:trace>
  <inkml:trace contextRef="#ctx0" brushRef="#br0" timeOffset="9279.35">19742 1122 0,'0'0'0,"0"-40"15,-40 40 32,0 0-31,0 0-16,0 0 16,0 0-1,-1 0-15,1 0 0,0 0 0,0 0 0,0 0 16,0 0-16,0 0 15,40 40-15,-40-40 0,40 40 0,-41-40 0,1 41 16,40-1-16,0 0 31,0 0-31,0 0 0,0 0 16,0 0-16,0 0 16,0 0-16,0 1 0,0 39 0,0-40 15,0 0-15,0 0 16,0 40-16,0-40 0,0 0 0,0 41 0,0-1 15,0-40-15,-40 40 0,40 0 0,-40-39 0,40 39 16,0 0-16,0-40 0,-40 40 16,40-40-16,0 41 0,0-41 0,-40 40 0,40-40 15,0 40-15,0-40 16,0 41-16,0-1 0,0 0 0,0-40 0,0 40 16,-40 0-16,40-39 0,0 39 15,0 0-15,0 0 0,0-40 0,0 41 0,0-1 16,0-40-16,0 40 15,40 0-15,-40-40 0,0 41 0,40-41 0,-40 40 16,40-40-16,-40 40 0,40-40 0,-40 41 0,0-41 16,40 40-16,-40-40 0,0 0 15,40 40-15,-40-40 0,0 0 0,0 41 0,0-41 16,41 40-16,-41-40 16,0 0-16,0 0 0,0 41 0,0-41 0,0 0 15,0 0-15,0 0 0,0 0 16,0 40-16,0-40 0,0 0 0,0 1 0,0-1 15,0 0-15,-41 0 0,41 0 0,0 0 16,0 0-16,0 0 16,0 0-16,0 1 0,-40-1 15,40 0 1,0 0-16,0 0 16,40-40-16,-40 40 15,41-40-15,-41 40 16,0 0-1,40-40-15,0 0 79,0 0-48,0 0-16,0 0-15,0 0 16,0 0-16,1 0 16,-1 0-16,0 0 0,0-40 15,0 40 1,0 0-16,0 0 0,0 0 0,-40-40 0,41 40 16,-1 0-16,0 0 15,-40-40-15,0 0 0</inkml:trace>
  <inkml:trace contextRef="#ctx0" brushRef="#br0" timeOffset="9929.4">20505 1844 0,'-41'0'31,"1"0"-31,40-40 16,40 40 0,1 0-1,-1 0-15,160 0 32,-160 0-32,121 0 15,-121 0-15,0 0 0,40 0 16,-39 0-16,-1 0 15</inkml:trace>
  <inkml:trace contextRef="#ctx0" brushRef="#br0" timeOffset="10239.33">21748 1363 0,'-40'0'15,"40"-40"-15,0 80 47,0 0-31,0 0-16,0 0 0,0 0 15,0 1-15,0-1 0,0 40 0,0-40 16,0 0-16,0 0 0,0 0 16,0 40-16,0-39 0,0-1 0,0 40 0,0-40 15,0 0-15,0 0 16</inkml:trace>
  <inkml:trace contextRef="#ctx0" brushRef="#br0" timeOffset="10679.34">20585 3769 0,'-40'0'16,"80"0"-16,-80-40 31,80 40-31,40 0 32,121-40-17,-81 40 1,-80 0-16,81 0 15,-81 0-15,0-40 0</inkml:trace>
  <inkml:trace contextRef="#ctx0" brushRef="#br0" timeOffset="10939.29">21708 3368 0,'-40'-40'16,"80"80"-16,-120-80 16,80 80-1,0 0 17,0 0-32,0 1 0,0-1 0,0 0 15,0 0-15,0 0 0,0 0 16,0 0-16,0 0 0,0 0 0,0 1 15,0-1-15</inkml:trace>
  <inkml:trace contextRef="#ctx0" brushRef="#br0" timeOffset="11399.31">20424 5093 0,'0'0'16,"0"-40"-1,40 40 16,1 0-15,-1 0-16,0 0 0,0 0 16,0 0-16,0 0 15,0 0-15,0 0 0,1 0 0,-1 0 0,0 0 16,0 0 0,0 0-16,0 0 0,0 0 0,0 0 15</inkml:trace>
  <inkml:trace contextRef="#ctx0" brushRef="#br0" timeOffset="11659.29">21468 4932 0,'0'-40'15,"0"0"-15,0 80 47,0 0-47,0 0 0,0 1 0,0-1 16,0 0-1,0 0-15,0 0 0,0 0 0,0 0 0,0 0 16,0 0-16,0 1 0,0-1 16,0 0-16,0 0 0,0 0 15</inkml:trace>
  <inkml:trace contextRef="#ctx0" brushRef="#br0" timeOffset="12819.17">23273 1764 0,'-40'0'16,"120"0"31,-39 0-31,39 0-16,-40 0 15,0 0-15,40 0 0,-40 0 0,1 0 0,39 0 16,-40 0-16,0 0 15,0 0-15,0 0 0,0 0 0,1 0 0,-1 0 16</inkml:trace>
  <inkml:trace contextRef="#ctx0" brushRef="#br0" timeOffset="13089.13">24597 1443 0,'0'-40'0,"0"80"0,0-120 0,0 40 31,0 80 0,-40 40-31,40-40 16,0 0-16,-40 1 0,40-1 15,0 40-15,-40-40 0,40 0 0,0 0 0,-40 0 16,40 0-16,0 0 0,0 1 0,0-1 0,0 0 16</inkml:trace>
  <inkml:trace contextRef="#ctx0" brushRef="#br0" timeOffset="13669.1">26323 1724 0,'40'0'63,"40"0"-48,-40 0-15,1 0 16,-1 0-16,0 0 0,0 0 16,0 0-16,0 0 0,0 0 0,0 0 0,1 0 15,-1 0-15,0 0 16,0 0-16,0 0 0,0-40 0</inkml:trace>
  <inkml:trace contextRef="#ctx0" brushRef="#br0" timeOffset="13969.08">27647 1283 0,'0'0'0,"-40"0"16,40-40-1,0 80 17,0 40-17,0-40 1,0 0-16,0 0 0,0 0 0,0 1 15,0-1-15,0 0 0,0 0 0,0 0 0,0 0 16,0 0-16,-40 0 16,40 0-16,-80 0 0</inkml:trace>
  <inkml:trace contextRef="#ctx0" brushRef="#br0" timeOffset="14929.02">26483 3609 0,'-40'0'0,"0"0"16,80 0 15,0 0-31,1 0 16,-1 0 0,0 0-16,0 0 0,0 0 0,0 0 0,0 0 15,0 0-15,1 0 0,-1 0 16,0 0-16,40 0 0,-40 0 0,0 0 0,0 0 15,1 0-15</inkml:trace>
  <inkml:trace contextRef="#ctx0" brushRef="#br0" timeOffset="15159.03">27567 3128 0,'0'-40'15,"0"80"17,0 0-17,0 0-15,0 0 0,0 0 0,0 0 0,0 0 16,0 0-16,40 0 0,-40 41 16,0-41-16,0 0 0,0 0 0,0 0 0,0 40 15,0-40-15,0 1 16,0-1-16</inkml:trace>
  <inkml:trace contextRef="#ctx0" brushRef="#br0" timeOffset="15608.99">26524 5293 0,'-41'0'16,"122"0"15,-41 0-31,0 0 16,0 0-16,0 0 15,0 0-15,0 0 0,1 0 16,-1 0-16,0 0 0,0 0 16,0 0-1,0 0-15,0 0 0</inkml:trace>
  <inkml:trace contextRef="#ctx0" brushRef="#br0" timeOffset="15839.04">27647 4932 0,'-40'40'47,"40"1"-32,0-1-15,0 0 0,0 0 0,0 0 16,0 0-16,0 0 15,0 0-15,0 0 0,0 1 0,40-41 16,-40 40-16,0 0 0</inkml:trace>
  <inkml:trace contextRef="#ctx0" brushRef="#br0" timeOffset="16399">23474 5374 0,'-40'0'15,"40"-41"16,80 41-15,81 0 0,-81 0-16,80 0 15,-120 0-15,1 0 0,79 0 32,-80 0-32,0 0 0</inkml:trace>
  <inkml:trace contextRef="#ctx0" brushRef="#br0" timeOffset="16608.94">24597 5213 0,'0'-40'16,"0"80"-16,-40-80 0,40 0 0,0 80 31,0 0-15,0 0-1,0 0-15,0 0 0,40 1 0,-40-1 16,0 0-16,0 0 0,0 0 0,0 0 16,0 0-1,0 0-15</inkml:trace>
  <inkml:trace contextRef="#ctx0" brushRef="#br0" timeOffset="17878.92">24116 3448 0,'0'-40'0,"0"0"79,-40 40-64,0 0 16,0 0-15,-1 0 0,41 40 218,-40-40-218,40 40-16,-80 1 0,40-1 15,0 0-15,40 0 16,0 0-16,-40-40 0,40 40 0,0 0 16,0 0-1,0 0-15,0 1 0,0-1 16,0 0-16,0 0 15,40 0-15,-40 0 0,40-40 16,-40 40-16,40-40 0,0 40 0,0-40 16,0 0-1,-40 40-15,41-40 0,-1 0 0,0 0 16,0 0 0,0 0-16,0 0 0,0 0 15,0 0-15,1 0 16,-1 0-16,0 0 0,-40-40 15,40 40-15,0-40 16,-40 0-16,0 0 16,0 0-16,40 40 0,-40-40 0,0 0 15,0 0 1,0-1-16,0 1 0,0 0 16,0 0-16,0 0 15,-40 40-15,40-40 0,0 0 16,-40 0-1,0 40-15,40-40 0,-40 40 16,0 0-16,-1-41 0,1 41 0,0 0 16,0 0-16,0 0 0,0 0 15,0 0-15,0 0 0,-1 0 0,1 0 16,40 41-16,-40-41 16,40 40-16</inkml:trace>
  <inkml:trace contextRef="#ctx0" brushRef="#br0" timeOffset="19748.74">28409 922 0,'-40'0'0,"80"0"0,-120 0 31,120 0 1,0 0-32,41 0 0,-41 0 15,0 0 1,0 0-16,0 0 0,0 0 15,0 0-15,1 0 0,-1 0 16,0 0 0,0 0-16,0 0 31,-40 40-31,0 0 0,40 0 0,-40 0 16,0 0-1,0 0-15,0 1 0,0-1 0,0 0 16,0 0-16,0 0 15,0 0-15,0 0 0,0 0 0,0 0 0,0 1 16,0-1-16,-40 40 0,40-40 0,0 0 0,-40 0 16,40 0-16,-40 0 0,40 0 15,0 1-15,-40 39 0,40-40 0,-40 0 0,40 0 16,-41 40-16,41-40 16,-40 1-16,40-1 0,0 0 0,-40 40 0,40-40 15,0 0-15,-40 0 0,40 0 16,0 0-16,0 41 0,-40-41 0,40 0 0,0 0 15,-40 40-15,40-40 0,-40 41 0,40-41 0,0 40 16,-40-40-16,40 40 16,0-40-16,-41 40 0,41-39 0,0 39 0,-40-40 15,40 0-15,0 0 0,0 40 16,0-40-16,-40 1 0,40-1 0,0 0 0,0 0 16,0 0-16,-40 0 15,40 0-15,0 0 0,0 0 0,0 0 16,0 1-16,0-1 15,0 0-15,0 0 0,0 0 16,0 0-16,0 0 16,0 0-1,0 0-15,0 1 0,0-1 16,0 0 0,-40-40-16,40 40 0,0 0 15,0 0 1,0 0-16,0 0 15,0 0-15,0 0 16,0 1-16,0-1 16,0 0-16,0 0 15,0 0 1,40-40-16,-40 40 0,0 0 16,0 0-1,0 0-15,40 1 0,-40-1 16,0 0-1,0 0-15,0 0 16,0 0-16,0 0 16,0 0-1,0 0 17,0 0-32,0 1 15,0-1 1,0 0-1,0 0 17,0 0-17,0 0 1,-40-40 0,40 40-1,0 0 16,-40-40-15,40 40 31,-40-40 15,0 0-46,0-40-16,-1 40 0,1 0 16,0 0-16,0 0 0,0 0 0,-40-40 0,40 40 15,-1 0-15,-39 0 16,40 0-16,-40 0 0,0-40 0,-1 40 0</inkml:trace>
  <inkml:trace contextRef="#ctx0" brushRef="#br0" timeOffset="20668.7">14526 3128 0,'0'40'78,"40"0"-78,-40 0 0,0 0 15,0 40-15,0-40 0,40 41 16,-40-41-16,0 40 0,0-40 0,40 40 16,0-40-16,0 41 0,-40-41 15,41 0-15,-1 0 0,0 0 0,-40 0 16,40-40-16,-40 40 0,40-40 16,-40 40-1</inkml:trace>
  <inkml:trace contextRef="#ctx0" brushRef="#br0" timeOffset="21028.66">15007 3288 0,'0'0'0,"-40"0"0,40-40 16,0 80 31,-40-40-47,40 40 15,0 0-15,-80-40 0,80 40 16,-40 0-16,40 1 0,-40-41 0,40 40 0,-41 0 15,1 0-15,40 0 0,-40-40 16,40 40-16,-40 0 0,0 0 16,40 0-16,-40-40 0,40 41 0,0-1 15,-40-40-15,40 40 0,-41-40 16,41 40-16,-40 0 0,0-40 31</inkml:trace>
  <inkml:trace contextRef="#ctx0" brushRef="#br0" timeOffset="21388.64">14365 3729 0,'0'0'0,"0"-40"15,-40 40-15,80-40 32,0 40-1,0 0-31,1 0 0,-1 0 0,0 0 16,0 0-1,0 0-15,0 0 0,0 0 0,1 0 0,-1 0 0,0 0 16,0 40-16,0-40 0,0 0 15,0 0 1</inkml:trace>
  <inkml:trace contextRef="#ctx0" brushRef="#br0" timeOffset="21808.69">16010 3328 0,'0'0'16,"0"-80"0,0 40-1,41 40 1,-1 40 0,0 40-1,0 0 1,0 1-1,-40-41-15,80 160 16,-40-160-16,-40 0 0,41 1 16,79 119-1,0-80 1,-39-40 15,-41-40-15</inkml:trace>
  <inkml:trace contextRef="#ctx0" brushRef="#br0" timeOffset="22148.59">16733 3408 0,'0'-40'16,"0"80"-16,-40-80 15,-1 80 32,1 41-47,0-41 16,40 0-16,-40 0 0,0 0 0,0 0 15,0 0-15,0 0 0,-1 0 16,1 1-16,40-1 0,-40 0 0,0 0 0,0 0 16,40 0-16,-40 0 15,0 0-15,40 0 0,-40 0 0,40 1 16,0-1 0,-41-40-16</inkml:trace>
  <inkml:trace contextRef="#ctx0" brushRef="#br0" timeOffset="22568.57">16051 3850 0,'-41'-41'31,"82"82"-31,-82-122 0,41 41 31,41 40 16,-1 0-31,0 0-16,0 0 0,40 40 0,-40-40 0,0 0 15,41 0-15,-1 0 0,-40 0 0,40 0 0,-40-40 16,41 40-16,-41 0 16,0-40-16,40 40 0,-40 0 0,0 0 15,-40-40-15,-40 40 16,0 0 0,40 40-1,-40-40-15,0 0 0,40 40 0,-40-40 16,0 0-16,0 0 15,40 40-15,-41-40 16</inkml:trace>
</inkml:ink>
</file>

<file path=ppt/ink/ink4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1T07:38:15.856"/>
    </inkml:context>
    <inkml:brush xml:id="br0">
      <inkml:brushProperty name="width" value="0.05292" units="cm"/>
      <inkml:brushProperty name="height" value="0.05292" units="cm"/>
      <inkml:brushProperty name="color" value="#FF0000"/>
    </inkml:brush>
  </inkml:definitions>
  <inkml:trace contextRef="#ctx0" brushRef="#br0">13884 8903 0,'-40'0'62,"-1"0"-46,-39 0-16,40 0 16,0 0-16,0 0 0,0 0 15,0 0-15,-1 0 0,1 0 16,0 0-16,0 0 15,0 0-15,0 40 0,-40 0 0,39 0 16,-39 0-16,40 40 0,-40-39 0,0-1 0,-41 0 16,81 0-16,-40 0 0,0 0 15,39-40-15,-39 40 0,40 0 0,0 0 16,0-40 0,40 40-16,0 1 15,40-1 1,-40 0-16,40 0 0,-40 0 0,40 0 15,-40 0-15,40 0 0,-40 0 0,40 1 0,-40-1 16,0 0-16,0 40 16,0-40-16,0 0 0,0 40 0,0 1 0,0-41 15,0 40-15,0 0 0,-40 40 16,40-39-16,0 39 0,-40 0 0,40 1 0,-40-1 16,40 0-16,0 1 15,0-1-15,-40 0 0,40 0 0,0 1 0,0-41 16,0 40-16,0 1 0,-40-41 15,40 40-15,0-40 0,0 41 0,0-41 0,0 40 16,0-40-16,0 41 0,0-1 0,0-40 0,0 41 16,0-1-16,0-40 15,0 40-15,0-39 0,0-1 0,0 40 0,0-40 16,40 1-16,-40-1 0,40 0 16,-40 0-16,40 0 0,-40 1 0,0 39 0,0-40 15,40 0-15,-40 1 16,0 39-16,0-40 0,0 0 0,0 41 0,0-41 15,0 0-15,0 0 0,0 0 0,-40 1 0,40-1 16,0 0-16,0 0 0,0 1 16,0-41-16,0 40 0,0-40 0,0 40 0,0-40 15,0 0-15,0 0 16,0 1-16,0-1 0,0 0 0,0 0 0,0 0 16,0 0-16,0 0 15,0 0-15,0 0 0,0 1 0,0-1 16,0 0-16,0 0 15,0 0-15,0 0 0,0 40 0,0-40 0,0 0 16,0 1-16,0-1 0,0 0 16,0 0-1,40-40-15,-40 40 16,40-80 46,1 40-30,-1 0-1,0 0 0,0 0-31,0 0 16,0 0-16,0 0 15,0 0-15,1 40 0,-1-40 0,0 0 0,40 0 16,-40 40-16,0-40 0,0 40 0,1-40 0,-1 0 16,40 0-16,-40 0 15,0 0-15,0 0 0,41-40 0,-41 40 16,0-40-16,0 40 0,0-40 16,0 40-16,0-40 0,-40 0 0,40 40 15,-40-40-15,41 40 0,-41-41 16,40 1-16,-121 40 15,81 40 1,-80-40-16,40 41 16</inkml:trace>
  <inkml:trace contextRef="#ctx0" brushRef="#br0" timeOffset="1619.9">14325 10266 0,'0'0'0,"0"40"15,0 1 1,0-1-1,-40-40-15,40 40 0,0 0 32,80-40-17,-40 0 1,0 0-16,1 0 0,-1 0 0,0 0 16,0-40-16,0 40 15,0 0-15,0 0 0,1 0 0,-1 0 0,0 0 16,0 0-1,0 0-15,0 40 16</inkml:trace>
  <inkml:trace contextRef="#ctx0" brushRef="#br0" timeOffset="2219.95">15609 10106 0,'0'0'15,"40"0"1,-40-40-1,81 0 1,-1 0 15,-40 0-31,80-1 32,41 41-17,-121 0 1,0 241-1,-120 80 1,-41-161 0,1 41-1,80-81 1,0-120 0,40-40-1,40-120 1,0 120-1,80 40 1,-79 80 0,79 40-1,-80-80-15,80 40 32,-79-80-32,-1 0 0,40 40 15,0-40 1,41-40-16</inkml:trace>
  <inkml:trace contextRef="#ctx0" brushRef="#br0" timeOffset="2829.9">17174 10266 0,'0'-40'16,"0"80"-16,0-120 0,0 40 16,40 0-16,0 40 15,0 0 1,121 0-1,-121 0-15,40 0 16,-40 40-16,-40 0 16,0 0-16,0 81 15,-80 119 1,0-160 0,-40 81-1,39-81 1,121-80 15,41-40-31,-41 40 16,0 0-16,0 0 0,0 0 15,0 0-15,0 0 0,41 0 0,-41 0 0,40 40 16,0-40-16,-40 0 16,41 0-16,-1 0 0,0 0 0,1 40 0,-41-40 15,40 0-15,-40 40 0,0-40 16,0 0-16,0 0 0,1 0 0,-41-40 47,0 0-47,-41 40 0,41-40 31,0 0-15</inkml:trace>
  <inkml:trace contextRef="#ctx0" brushRef="#br0" timeOffset="3799.84">22952 10547 0,'0'40'16,"0"0"93,40-40-109,1 0 16,-1 0-16,0 0 15,-40-40-15,40 40 0,0 0 0,0 0 16,0 0-16,0 0 0,41 0 16,-41 0-16,0 0 0,40 0 0,-40 0 0,41 0 15,-41 0-15,40 0 16,-40 0-16,0-40 0,0 40 0,0 0 0,1 0 15,-1 0-15,0 0 0,0 0 0,-40 40 47,-40-40-31,0 40-16</inkml:trace>
  <inkml:trace contextRef="#ctx0" brushRef="#br0" timeOffset="4349.81">25039 10146 0,'0'0'0,"0"-40"15,40 40-15,40-40 32,-40 0-32,161 0 31,-40 0-15,-41 80-1,-40 80 1,-120 40-1,-80-79 1,-81 79 0,161-40-1,80-80 17,80-40-17,1 41 1,-81-41-16,40 40 15,-80 80 17,-200 40-17,-1-39 1,121-121 0,39 40-1,-79-40 1</inkml:trace>
  <inkml:trace contextRef="#ctx0" brushRef="#br0" timeOffset="4749.79">26644 10507 0,'120'-40'16,"-240"80"-16,280-80 0,-119 40 16,-1 0-16,0 0 0,120 0 31,-120 120-15,-80-40-1,-160 41 1,119-81-1,41-40 1,-40 40-16,40-40 16,0-80-1,40-81 17,80 81-32,81-40 31,-121 120-31,0 40 15</inkml:trace>
  <inkml:trace contextRef="#ctx0" brushRef="#br0" timeOffset="5159.69">30175 10427 0,'-40'0'0,"0"0"0,0 0 31,80 0 0,40 0-31,-40 0 16,0 0-16,0 0 0,1 0 0,39 0 15,-40 0-15,0 0 16,0 0-16,40 0 0,-39 0 0,39 0 0,-40 0 16,40-40-16,-40 40 0,0 0 15,1 0-15,-1 0 0,0 0 0</inkml:trace>
  <inkml:trace contextRef="#ctx0" brushRef="#br0" timeOffset="5499.67">31740 9986 0,'40'0'31,"-40"40"-15,0 0-16,0 0 0,0 0 15,-40 40-15,40-40 0,0 0 16,-40 41-16,40-41 0,0 0 0,-40 40 0,40-40 15,0 0-15,0 0 0,0 41 0,0-41 0,-40 0 16,40 0-16,0 0 16,0 0-16</inkml:trace>
  <inkml:trace contextRef="#ctx0" brushRef="#br0" timeOffset="6059.64">32422 10186 0,'0'0'0,"40"0"0,0 0 0,0 0 16,1 0-16,-1 0 0,0 0 0,0 0 15,0 0-15,0 0 16,0 0-16,-40 40 15,0 0-15,-40-40 16,40 40-16,-40-40 0,40 41 16,-40-41-16,0 40 0,0 0 0,0 0 15,-1-40-15,1 40 16,0 0-16,0-40 0,40 40 0,-40 0 0,0-40 16,0 40-16,40 1 0,-40-1 15,40 0-15,-41-40 0,41 40 0,0 0 0,0 0 16,-40-40-16,40 40 0,0 0 0,0 0 31,81-40-31,-41 0 0,0 0 16,0 0-16,-40-40 15,40 40-15,0-40 0,-40-40 16,40 80-16,-40-40 16,40 0-16,-40 0 0,0 0 0,0-1 0,0 1 15,0 0-15,0 0 0,0 0 16,0 0-16,0-40 0,0 40 0,-40-1 15,40 1-15,0 0 0,0 0 0,-40 0 0,40 0 16,0 0 0,0 0-16,40 40 0,-40-40 0,40 40 15,1 0-15,39 0 16,-40 0-16,-40 40 16,40-40-16,-40 40 15</inkml:trace>
  <inkml:trace contextRef="#ctx0" brushRef="#br0" timeOffset="8879.46">15850 12994 0,'0'0'0,"0"-41"78,80 41-78,-40-40 16,0 40-16,1 0 15,-1-40-15,0 40 0,0-40 0,0 40 0,0 0 16,0-40-16,0 40 0,1 0 0,-1-40 0,40 40 15,-40 0-15,0 0 16,40 0-16,-39 0 0,-1 0 0,0 0 16</inkml:trace>
  <inkml:trace contextRef="#ctx0" brushRef="#br0" timeOffset="9349.52">17254 12352 0,'0'0'16,"40"0"-1,1 0 1,-1 40 15,80 0-15,-80 80-1,-200 1 17,-1-1-17,81-80 1,40-80-1,160-40 17,41 80-17,-1 160 1,1 1 15,-41-1-15,-80-120-16</inkml:trace>
  <inkml:trace contextRef="#ctx0" brushRef="#br0" timeOffset="9649.5">18338 12432 0,'0'-40'0,"0"80"0,-40-80 32,0 80-17,40 0 1,0 80 0,80 1-1,0-1 1,-80 0 15,-160 1-15,79-81-1</inkml:trace>
  <inkml:trace contextRef="#ctx0" brushRef="#br0" timeOffset="9809.49">18338 12232 0,'120'-81'32,"-240"162"-32,280-162 0,1 1 15,-121 40-15,0 40 16,40-40-16,1 40 16</inkml:trace>
  <inkml:trace contextRef="#ctx0" brushRef="#br0" timeOffset="10509.45">23354 12713 0</inkml:trace>
  <inkml:trace contextRef="#ctx0" brushRef="#br0" timeOffset="10889.34">23394 12713 0,'0'0'15,"40"0"1,-40-40 0,-40 40-1,0 0 16,40 40 1,80-40 108,-40 0-124,0 0-16,0 0 0,0 0 0,0 0 16,1 0-16,39 0 0,-40 0 15,40 0-15,-40 0 0,41 0 0,-41 0 0,0 0 16,0 0-16,0 0 0,0 0 0,0 0 0,0 0 15,1 0-15,-1 0 16,0 0 0</inkml:trace>
  <inkml:trace contextRef="#ctx0" brushRef="#br0" timeOffset="11279.33">25159 12432 0,'0'0'0,"40"0"0,-40 40 47,-40 0-47,-40 0 0,40 0 15,0-40-15,40 41 16,-40-41-16,40 40 0,-41-40 0,41 40 16,-40 0-16,40 0 15,-40-40-15,40 40 16,80-40 15,-39 0-15,-1 0-16,0 0 0,0 0 0,0 0 0,0 0 15,0 0-15,0 0 0,1-40 0,-1 40 16,0 0-16,0 0 0,0 0 16,0 0-16,0 0 0,41 0 0,-41 0 0,0 0 15,40 0-15,-40 0 16,0 0-16</inkml:trace>
  <inkml:trace contextRef="#ctx0" brushRef="#br0" timeOffset="11699.3">25761 12512 0,'0'0'0,"0"-40"0,0 80 78,0 0-63,-40-40-15,40 40 16,-40 1-16,40-1 0,0 0 16,0 0-1,0 0-15,0 0 0,0 0 0,0 0 0,0 0 16,0 1-16,0-1 0,0 0 16,0 0-16,0 0 0,0 0 0,0 0 0,0 0 15</inkml:trace>
  <inkml:trace contextRef="#ctx0" brushRef="#br0" timeOffset="12309.34">26804 12633 0,'-40'0'16,"0"40"-1,0 0 1,0-40-16,40 40 0,-40 0 0,0 0 16,0-40-16,-1 40 15,41 0-15,-40-40 0,40 40 16,-40-40 0,40 41-1,40-41 1,0 0-16,41 0 15,-41 0-15,0 0 0,0 0 0,0 0 16,0 0-16,0 0 0,1 0 16,-1 0-16,-40 40 0,40-40 0,0 40 0,0-40 15,0 0 1,0 40-16,0-40 31</inkml:trace>
  <inkml:trace contextRef="#ctx0" brushRef="#br0" timeOffset="12619.25">26925 12633 0,'0'-41'32,"-40"41"-32,0 0 15,40 41 1,0-1 0,0 40-1,40-40-15,-40 0 0,0 0 16,40 0-16,-40 0 0,0 1 0,0-1 0,0 0 15,0 0-15,0 0 0,0 0 16,0 0-16,0 0 0,0 0 0</inkml:trace>
  <inkml:trace contextRef="#ctx0" brushRef="#br0" timeOffset="27488.37">26564 12673 0,'0'40'79,"-40"-80"264,80 40-171,-40-40-172,40 40 16,0 0-16,0 0 0,0 0 0,0 0 15,0 0-15,1 0 16,-1 0-16,0 0 16,0 0-1,0 0 63,-40 40-78,0 0 0,0 0 32,0 0-32,0 0 0,0 0 15,0 0-15,0 0 16,0 1-16,-40-41 0,40 40 16,-40-40-16,0 40 0,40 0 0,-40-40 15,-1 40 1,1-40-16,40 40 0,-40-40 62,80 0 16,0 40-62,-40 0 0,41-40-16,-1 0 15,-40 40-15,40-40 16,-40 40-16,40-40 16,-40 41-16,0-1 15,0 0 1,0 0-16,-40 0 15,40 0-15,-40-40 16,40 40-16,-40 0 0,40 0 0,-41 1 16,1-41-16,40 40 15,-40-40-15,0 0 0,40 40 0,-40-40 16,0 0 0,0 0-16,0 0 0,-1-40 15,1 0-15,0-1 16,0 1-16,40 0 15,-40 40-15,40-40 0,-40 0 16</inkml:trace>
  <inkml:trace contextRef="#ctx0" brushRef="#br0" timeOffset="29198.27">27246 12592 0,'-40'0'0</inkml:trace>
  <inkml:trace contextRef="#ctx0" brushRef="#br0" timeOffset="29948.22">27166 12592 0,'0'0'0,"40"0"63,-40-40-32,-40 80 32,-1-40-16,1 0-47,0 41 0,0-1 15,0-40-15,0 40 0,0 0 0,0 0 16,-1 0-16,1 0 0,0 0 15,0 0-15,0 1 0,40-1 0,-40 0 0,0 0 16,40 0-16,-40-40 16,40 40-16,-41 0 0,1 0 0,40 0 15,-40 0 1,40 1-16,0-1 0,-40-40 16,40 40-16,-40 0 0,0 0 31,40 0 16,-40-40-16,0 40-15,-1-40-16,82 0 62,-1 0-46,0 0-16,0 0 0,0 0 0,0 0 15,0 0-15,0 0 16,1 0-16,-1 40 0,0-40 0,0 40 0,0-40 16,0 41-16,0-41 0,0 40 0,1-40 0,-1 40 15,0-40-15,0 0 0,40 40 16,-40-40-16,0 0 0,1 0 0,-1 0 0,0 0 15,0 0-15,0 0 16,40 0-16,-40 0 0,1 0 0,-1-40 0,0 40 16,0 0-16,0 0 15,0 0-15,0 0 0</inkml:trace>
  <inkml:trace contextRef="#ctx0" brushRef="#br0" timeOffset="30538.19">27206 12592 0,'-40'41'0,"40"-1"47,-41-40 31,41 40-78,0 0 16,0 0-16,0 40 0,0-40 15,-40 41-15,40-1 0,0 0 16,0 0-16,0 0 0,0 41 0,0-41 0,0 0 15,0 0-15,-40 1 16,40-1-16,0 0 0,0 0 0,0-40 0,0 0 16,0 0-16,0 1 0,0-1 15,0 0-15,0 0 0,0 0 16,0-80 15,0 0-15,0 0-16,0 0 15,0-1-15,0 1 16,0 0 31</inkml:trace>
  <inkml:trace contextRef="#ctx0" brushRef="#br0" timeOffset="31548.12">30295 13354 0,'0'41'16,"-40"-41"140,0 0-140,0 0-16,80 0 109,40 0-93,-39-41-16,-1 41 0,0 0 15,0 0-15,0-40 0,0 40 0,0 0 0,0 0 16,1 0-16,-1 0 0,0 0 15,0 0-15,0 0 0,0 0 16,0 40 0,0-40-16,1 0 0,-1 0 15,0 0-15,0 0 16,0 0-16</inkml:trace>
  <inkml:trace contextRef="#ctx0" brushRef="#br0" timeOffset="32118.1">31379 12833 0,'0'0'16,"0"-80"0,0 40-1,40 0 1,0 40-16,0 0 15,0 0-15,41 40 16,-81 200 15,0-199-31,0 119 16,-41-80 0,41 0-1,-40-80 1,80 0 15,1 0-15,-1 0-16,0 0 15,-40 40-15,0 1 16,40-41-16,-40 40 0,0 0 0,-80 0 16,80 0-16,-40 0 0,40 0 0,-81-40 0,41 40 15,0 0-15,40 1 16,-40-41-16,0 40 0,0-40 0,40 40 0,-40-40 15,-1 0-15,41 40 16,-40-40-16</inkml:trace>
  <inkml:trace contextRef="#ctx0" brushRef="#br0" timeOffset="32588.07">32141 12673 0,'0'0'16,"0"-40"-16,80 40 16,-39 0-16,-1 0 15,0 0 1,0 40-16,0 40 31,-40-40-31,-40 80 16,-40-39-16,-41 119 15,81-160-15,0-40 0,-40 80 32,80-40-32,40-40 15,0 0 1,0 0-16,0 0 15,0 0-15,-40 41 16,41-41-16,-41 40 16,0 0-16,0 0 0,0 0 0,-41 0 15,41 0-15,-40 0 0,40 0 16,-80-40-16,40 41 0,0-1 0,0-40 0,0 40 16,-1-40-16,1 0 0,0 0 0,0 0 0,0 0 15,-40 0-15,40 0 16,-1-40-16,1 40 0</inkml:trace>
  <inkml:trace contextRef="#ctx0" brushRef="#br0" timeOffset="34107.98">15970 15079 0,'0'0'16,"-40"0"-16,0 0 15,80 0 48,0 0-47,0 0-16,1 0 0,-1 0 0,0 0 15,40 0-15,-40 0 16,40 0-16,-39 0 0,39 0 0,-40 0 0,40 0 15,-40 0-15,0-40 0,1 40 16</inkml:trace>
  <inkml:trace contextRef="#ctx0" brushRef="#br0" timeOffset="34487.96">17094 14598 0,'0'0'0,"-40"0"16,80 0 0,40 0-1,81 0 1,-121 40 0,-40 120-1,-161 81 1,121-201-16,-80 80 31,160-120 0,-40-40-31,40 40 0,-40-40 0,40 40 16,0-40-16,0 40 0,0 0 0,1 0 16,-1 0-16,0 0 15,0 0-15,0 0 0,-40 40 0,40-40 16,0 40-16,0 0 15,-40 0-15,41 1 0,-1-1 0</inkml:trace>
  <inkml:trace contextRef="#ctx0" brushRef="#br0" timeOffset="34827.94">18418 14598 0,'0'0'16,"-40"0"-1,0 120 1,-81 0 15,41 41-15,80-121-1,40-40 17,121 0-17,-41 0 1,1 0 0,-81 0-16</inkml:trace>
  <inkml:trace contextRef="#ctx0" brushRef="#br0" timeOffset="35107.92">18338 14718 0,'0'0'0,"0"-40"32,40-40-17,-40 160 1,0 40 0,0-80-16,0 281 31,0-281-31,0 41 0,0-1 0,-40 40 15,40-80-15,0 80 16</inkml:trace>
  <inkml:trace contextRef="#ctx0" brushRef="#br0" timeOffset="36597.83">24196 15199 0,'0'0'0,"-40"0"0,0 0 16,40 40-16,-40-40 15,0 0-15,0 0 32,-1 0-32,122 0 31,-41 0-15,0 0-16,0 0 0,40 0 0,-40 0 0,41 0 15,-41 0-15,40 0 16,-40 0-16,40 0 0,-39 0 0,-1 0 0,0 0 15,0-40-15</inkml:trace>
  <inkml:trace contextRef="#ctx0" brushRef="#br0" timeOffset="37137.8">25039 14798 0,'0'-40'0,"0"80"0,40-80 31,-40 0-31,40 40 16,80 0-1,-120-40-15,81 40 16,-81 40-16,40-40 15,-40 160 1,0-79 0,-80 79-1,39-120-15,1-40 0,40 80 16,-40-39 15,80-41-15,0 0-1,81-81 1,-81 81 0,0 40-1,-40 81 1,0 39 0,-120-40-1,-41 1 1,41-121 15,80 0-31,40-80 16</inkml:trace>
  <inkml:trace contextRef="#ctx0" brushRef="#br0" timeOffset="37657.76">26082 15039 0,'0'0'16,"40"-40"-1,0 40 1,41 0-1,-1 160 1,-40 41 15,-120-121-31,-41 80 16,41-79 0,40-41-1,80-40 16,0 0-15,81-40 0,39-1 15,41 41-15,-81 81-1,-40-81 1,-120 0 15,0 0-15,40-40-1,-40 40-15,40-41 0,0 1 16</inkml:trace>
  <inkml:trace contextRef="#ctx0" brushRef="#br0" timeOffset="39227.68">30336 15640 0,'0'41'16,"-41"-41"15,1 0-15,0 0 93,0 0-47,0 0-30,80 0 46,0 0-63,0 0-15,0 0 0,41 0 16,-41 0-16,0 0 0,0 0 0,0 0 16,0 0-16,0 0 0,1 0 15,-1 0-15,0 0 0,0 0 16,0 0-16,0 0 16</inkml:trace>
  <inkml:trace contextRef="#ctx0" brushRef="#br0" timeOffset="39637.65">31018 15440 0,'0'-40'16,"40"40"15,40-40-15,0 80-1,-40 80 1,-40-80-16,0 121 31,0-121-31,-40 0 0,0 40 31,0-80-15,80 0 31,-40-40-47,40 40 16,0 0-16,1 0 15,-1 0-15,-40 40 16,40-40-16,0 40 0,0-40 0,0 0 15,0 0 1,0 0-16,-40 40 0,41-40 0,-1 0 16</inkml:trace>
  <inkml:trace contextRef="#ctx0" brushRef="#br0" timeOffset="39957.62">32101 15560 0,'0'0'16,"0"40"0,0 0 15,0 41-15,-40-41-1,40 0-15,-80 0 16,40-40-16,-1 40 15,1-40 1,-40-40 0,80-80-1,0 80-15,40 40 0,0-41 16,41 1 15,-41 40-31</inkml:trace>
</inkml:ink>
</file>

<file path=ppt/ink/ink4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8T07:43:57.028"/>
    </inkml:context>
    <inkml:brush xml:id="br0">
      <inkml:brushProperty name="width" value="0.05292" units="cm"/>
      <inkml:brushProperty name="height" value="0.05292" units="cm"/>
      <inkml:brushProperty name="color" value="#FF0000"/>
    </inkml:brush>
  </inkml:definitions>
  <inkml:trace contextRef="#ctx0" brushRef="#br0">3090 1564 0,'0'0'0,"0"40"47,40-40 16,40 0-32,-40 0-31,0 0 0,0 0 0,1 0 16,-1-40-16,0 40 0,40 0 0,-40 0 0,0-41 15,1 41-15,-1 0 0,0-40 16,0 40-16,0 0 0,0 0 0,40 0 0,-39-40 16,-1 40-16,0 0 15,0 0-15,0 0 0,0 0 0,0 0 16,0 0-16,-40 40 15,41-40-15,-41 40 0,40-40 0,0 0 32,0 0-32,-40-40 31</inkml:trace>
  <inkml:trace contextRef="#ctx0" brushRef="#br0" timeOffset="399.97">4013 1323 0,'-40'-40'15,"80"80"-15,-121-120 16,41 80-16,0 0 15,0 0 17,80 0-17,-40 40 1,80 0 0,121 0 15,-40 0-16,-81 0 1,-40 40 0,-40-39-16,-120 39 31,-81 80-15,161-120-16</inkml:trace>
  <inkml:trace contextRef="#ctx0" brushRef="#br0" timeOffset="1429.98">10232 4331 0,'40'0'47,"-40"-40"-47,-40 40 47,0 40-31,0-40-16,40 40 0,-40-40 15,0 0-15,0 0 16,40 40-16,-41-40 0,1 0 0,0 0 16,0 0-16,40 40 0,-40-40 0,0 0 0,0 0 15,0 0-15,40 40 16,-41-40-16,1 0 0,0 0 0,0 0 16,0 0-1,0 0-15,40-40 31</inkml:trace>
  <inkml:trace contextRef="#ctx0" brushRef="#br0" timeOffset="1739.95">9670 4210 0,'0'0'0,"0"41"31,0-1-15,-40 0-16,40 0 16,-40-40-16,40 40 15,0 0-15,-40 0 0,40 0 0,-40 0 31,40 1-15,40-41-16,0 0 16,0 0-16,0 0 15,1-41-15,-1 41 16</inkml:trace>
  <inkml:trace contextRef="#ctx0" brushRef="#br0" timeOffset="2129.94">10553 4010 0,'40'0'0,"-40"40"63,40 0-63,-40 0 15,0 0-15,0 0 16,0 1-16,0-1 0,0 0 16,0 0-16,0 0 0,0 0 0,0 0 15,0 0-15,0 0 16,0 1-16</inkml:trace>
  <inkml:trace contextRef="#ctx0" brushRef="#br0" timeOffset="2369.93">10312 4170 0,'0'0'0,"-40"0"0,40-40 0,0 0 15,40 40 1,-40-40-16,81 40 0,-81-40 0,40 40 15,0-40 1,0 40-16,0 0 0,0-40 0,0 40 16,1 0-16,-1 0 0,0 40 31</inkml:trace>
  <inkml:trace contextRef="#ctx0" brushRef="#br0" timeOffset="2579.91">10513 4531 0,'-40'0'15,"80"0"-15,-120 40 16,120-40 0,0-40-16,0 0 15,161 0 1,-81 0 15,-39 0-31</inkml:trace>
  <inkml:trace contextRef="#ctx0" brushRef="#br0" timeOffset="2799.83">11115 3890 0,'0'0'16,"-40"0"-16,40 40 31,0 0-31,0 0 0,0 0 16,0 0-16,0 0 16,0 0-16,0 0 0,0 1 0,0-1 0,0 0 15,-40 0-15,40 0 0,0 0 16,0 0-16,0 0 0,0 0 0</inkml:trace>
  <inkml:trace contextRef="#ctx0" brushRef="#br0" timeOffset="3009.89">11356 4130 0,'0'121'16,"0"-81"-16,0 120 16,0-40-1,40 41 17</inkml:trace>
  <inkml:trace contextRef="#ctx0" brushRef="#br0" timeOffset="3239.84">11276 4291 0,'0'-40'16,"0"80"-16,0-161 31,40 121-31,40-40 16,0 80-1,-80 81 17,-200-1-17,-1-40-15</inkml:trace>
  <inkml:trace contextRef="#ctx0" brushRef="#br0" timeOffset="5919.71">6139 2526 0,'0'-40'94,"0"0"-47,-40 40-16,0 0-31,0 0 47,40-40-31,0 0 15,-40 40-15,40 40 46,-80-40-31,80 40-15,0 0 0,0 0-1,-41-40 17,41 40 14,0 0-14,0 0-1,0 0-15,0 1-1,0-1 1,-40-40-1,40 40-15,-40 0 16,40 0 15,0 0-15,0 0 0,0 0 15,0 0-31,0 1 31,0-1-15,0 0-1,80-40 1,-80 40 0,0 0 15,41-40-16,-1 0 32,0 40-31,0-40 0,0 0-1,0 0 1,-40-40-1,40 40 1,-40-40-16,40 40 0,1 0 16,-41-40-1,40 40-15,0 0 16,-40-40 15,40 40-31,-40-40 16,40 40-1,-40-41-15,40 1 16,-40 0 15,40 0-31,-40 0 16,0 0 15,0 0-15,0 0 15,0 0-31,0-1 16,0 1 15,0 0 0,-40 40-15,40-40-1,-40 0-15,0 40 16,40-40 15,-40 40 1,0-40-17,0 40 32,-1 0-31,1 0 15,0 0-31</inkml:trace>
  <inkml:trace contextRef="#ctx0" brushRef="#br0" timeOffset="6729.66">6500 2686 0,'0'41'157,"41"-41"-157,-41 40 31,40-40-31,-40 40 15,0 0 1,0 0 0,0 0 62,0 0-63,40-40-15,-40 40 16,40-40-16</inkml:trace>
  <inkml:trace contextRef="#ctx0" brushRef="#br0" timeOffset="7059.57">6581 2927 0,'0'0'0,"40"0"31,0 0-31,0 40 47,-40 0-31,40-40-16,0 0 31,-40-40-15,0 0-1,0 0-15,40 40 0,-40-40 16</inkml:trace>
</inkml:ink>
</file>

<file path=ppt/ink/ink4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1T02:12:37.040"/>
    </inkml:context>
    <inkml:brush xml:id="br0">
      <inkml:brushProperty name="width" value="0.05292" units="cm"/>
      <inkml:brushProperty name="height" value="0.05292" units="cm"/>
      <inkml:brushProperty name="color" value="#FF0000"/>
    </inkml:brush>
  </inkml:definitions>
  <inkml:trace contextRef="#ctx0" brushRef="#br0">2327 8181 0,'40'0'125,"-40"40"31,0 0-125,0 0-31,0 0 16,0 0 0,0 1-16,0-1 0,0 0 15,0 0 1,0 0-16,0 0 0,41 0 16,-41 0-16,0 0 0,40 0 0,-40 1 15,0-1-15,40-40 0,-40 40 16,0 0-16,0 0 0,40 0 0,-40 0 0,0 0 15,0 0 1,0 1-16,40-1 0,-40 0 0,0 0 0,0 0 16,40 0-16,-40 0 0,0 0 15,0 0-15,40 0 0,-40 1 0,0-1 16,40 0-16,-40 0 0,0 0 0,0 0 0,0 0 16,41 0-1,-41 0-15,0 1 0,0-1 0,0 0 16,40 0-16,-40 0 15,0 0-15,0 0 0,40 0 0,-40 0 16,40 0-16,-40 1 16,0-1-16,40 0 0,-40 0 0,0 0 0,0 0 15,40 0-15,-40 0 16,0 0-16,0 1 0,0-1 0,40 0 16,-40 0-16,0 0 0,0 0 0,0 0 15,0 0-15,0 0 16,0 0-16,0 1 0,0-1 0,0 0 15,0 0-15,40 0 0,-40 0 16,0 0-16,0 0 0,41 0 0,-41 1 0,0-1 16,0 0-1,0 0-15,40-40 0,-40 40 0,0 0 0,40 0 16,-40 0-16,0 0 16,0 0-16,0 1 15,0-1-15,0 0 0,40 0 16,-40 0-16,0 0 15,0 0-15,0 0 0,0 0 0,0 1 0,0-1 16,0 0-16,40 0 16,-40 0-16,40 0 0,-40 0 0,40-40 31,-40-40-15,0 0-16,0 0 0,0-40 0</inkml:trace>
  <inkml:trace contextRef="#ctx0" brushRef="#br0" timeOffset="3359.88">2528 8301 0,'0'-40'32,"0"0"-1,-40 40-16,0 0 17,80 0 61,0 0-61,0 0-32,0 0 0,-40-40 0,40 40 15,0 0-15,1 0 0,-41-40 16,40 40-16,0 0 0,0 0 0,0 0 0,0 0 16,0 0-16,0 0 0,1 0 0,-1 0 15,0 0-15,0 0 16,0 0-16,0 0 0,0 0 15,0 0-15,1 40 0,39-40 16,-40 0-16,0 0 0,0 0 0,0 0 16,1 0-16,-1 0 15,40 0-15,-40 0 0,0-40 0,40 40 0,1 0 16,-41-40-16,40 40 0,0 0 0,-40 0 0,41-40 16,-41 40-16,0-41 0,40 41 15,-40 0-15,0 0 0,1-40 0,-1 40 0,0 0 16,0 0-16,0-40 15,40 40-15,-40 0 0,1 0 0,-1-40 0,0 40 16,0 0-16,0 0 0,0 0 16,0 0-16,-40-40 0,40 40 0,1 0 0,-1 0 15,0 0 1,0 0-16,0 0 0,-40-40 16,40 40-16,0 0 0,0 0 15,1 0-15,-1-40 16,0 40-16,0 0 0,0 0 0,-40-40 15,40 40-15,0 0 16,0 0-16,1-40 0,-1 40 0,0 0 16,0 0-16,0 0 0,0 0 15,0 0-15,0 0 0,1 0 0,-41-40 16,40 40-16,0 0 0,0 0 0,0 0 0,0 0 16,0 0-16,0 0 15,1 0-15,-1 0 0,0-41 0,0 41 16,0 0-16,0 0 15,0 0-15,0 0 0,1 0 16,-1 0 0,0 0-16,0 0 15,0 0-15,0 0 16,0 0-16,0 0 16,1 0-16,-1 0 0,0 0 0,0 0 15,0 0-15,0 0 16,0 0-16,1 0 0,-1 0 15,0 0-15,0 0 16,0 0 0,-40 41 15,40-41-15,-40 40-1,40-40-15,0 0 31,1 0-15,-41 40 31,0 0-31,-41 0-1,41 0 1,0 0-16,0 0 15,0 0 1,0 0-16,0 1 16,0-1-1,0 0-15,0 0 0,0 0 0,0 0 16,0 0-16,41 0 0,-41 0 0,0 1 16,0-1-16,0 0 15,40-40-15,-40 40 0,0 0 0,0 0 0,40 0 16,-40 0-16,40 0 15,-40 0-15,40 1 0,-40-1 16,0 0-16,40 0 16,-40 0-16,0 0 0,40 0 0,-40 0 0,0 0 15,40 41-15,-40-41 0,0 0 16,0 0-16,41 40 0,-41-40 0,0 0 0,0 0 16,0 41-16,0-41 0,0 0 0,0 0 0,0 0 15,0 0-15,0 0 16,0 0-16,0 1 0,0-1 15,0 0-15,40 0 16,-40 0-16,0 0 0,40 0 16,-40 0-16,0 0 15,0 0-15,0 1 0,0-1 0,0 0 0,0 0 16,0 0-16,0 0 0,0 0 0,0 0 16,0 0-16,0 1 0,0-1 15,0 0-15,0 0 0,0 0 0,0 0 16,0 0-1,40 0-15,-40 0 0,0 0 16,0 1-16,0-1 16,0 0-16,0 0 0,0 0 0,40 0 15,-40 0 1,0 0-16,0 0 0,0 1 0,0-1 16,0 0-16,40 0 15,-40 0 1,0 0 15,0 0-31,40-40 16,-40 40-16,0 0 15,40-40-15,-40 40 0,0 1 16,41-1 0,-122-40 62,41 0-63,0 0 1,0 40-16,0-40 16,0 0-16,0 0 0,-1 0 15,1 0-15,0 0 16,0 0-16,0 0 0,0 40 15,0-40-15,0 0 0,-1 0 16,1 0-16,0 40 0,0-40 16,0 0-16,0 0 15,40 40-15,-40-40 0,0 0 16,-1 0-16,1 0 0,40 40 0,-40-40 16,0 0-16,0 0 15,0 0-15,0 0 0,-1 0 16,1 0-1,0 0-15,0 40 0,0-40 16,0 0-16,0 0 16,0 40-16,-1-40 0,1 0 15,0 0 1,40 41-16,-40-41 0,0 0 0,0 0 16,0 0-16,0 0 15,-1 0-15,41 40 0,-40-40 16,0 0-16,0 0 0,0 0 0,0 0 0,0 0 15,0 0 1,-1 0-16,1 0 0,0 40 0,0-40 0,0 0 16,0 40-16,0-40 0,0 0 15,-1 0-15,1 40 0,0-40 0,0 0 16,0 0-16,0 0 0,0 0 0,40 40 16,-40-40-16,-1 0 15,1 0-15,0 0 0,0 0 0,0 0 16,40 40-16,-40-40 0,0 0 15,0 0-15,40 40 0,-41-40 0,1 0 16,0 0 0,0 0-16,40 40 0,-40-40 0,0 0 15,0 0 1,0 40-16,-1-40 0,1 0 0,0 0 16,0 0-16,0 41 0,0-41 15,0 0 1,0 0-16,-1 0 0,1 0 0,0 0 15,0 0-15,0 0 0,0 0 16,0 0-16,0 0 0,-1 0 0,1 0 16,0 0-1,0 0-15,0 0 16,0 40-16,0-40 16,0 0-1,-1 0-15,1 0 16,0 0-16,0 0 15,0 0-15,0 0 0,0 0 0,0 0 16,-1 40-16,1-40 16,0 0-16,0 0 0,0 0 15,0 0 1,0 0 0,40-40-16,-41 40 15,41-40 1,-40 40-16,0 0 31,0 0-15,0 0 15,0 0-15,0 0-1,0 0 16,-1 0 1</inkml:trace>
  <inkml:trace contextRef="#ctx0" brushRef="#br0" timeOffset="13109.44">1926 9224 0,'-40'0'0,"40"40"16,0 0 46,-40-40-46,40 40 0,40-40 171,0 0 126,0 0-313,-40-40 0,40 40 15,-40-40 1,40 40-16,1 0 31,-1 0-31,-40-40 16,40 40-1,0 0-15,0 0 0,-40-40 16,40 40-16,0 0 0,0 0 16,1-41-1,-1 41-15,0 0 16,-40-40-1,40 40-15,0 0 32,0 0-32,0 0 15,0 0 1,1 0-16,-1 0 0,-40-40 16,40 40-16,0 0 0,0 0 0,-40-40 15,40 40-15,0-40 16,0 40 15,1 0 0,-1 0-31,0 0 16,0 0-16,0-40 16,0 40-1,0 0-15,0 0 0,-40-40 16,41 40-16,-1 0 15,0 0-15,0 0 16,0 0 0,-40-40-16,40 40 0,0 0 15,1 0-15,-1 0 32,0 0-32,0 0 15,0 0 1,0-40-16,0 40 0,0 0 15,1-41-15,-1 41 0,0 0 16,0 0-16,0 0 0,0 0 0,0-40 16,0 40-1,1 0-15,-1 0 16,0 0-16,0 0 16,0 0-1,0 0-15,0 0 16,0 0-1,1 0-15,-1 0 0,0 0 0,0 0 16,0-40-16,0 40 16,0 0-16,0 0 0,1 0 0,-1-40 0,0 40 15,0 0-15,-40-40 0,40 40 0,0 0 0,0 0 16,0-40 0,1 40-16,-1 0 0,0 0 15,0 0-15,0 0 16,0 0-16,0 0 0,0 0 15,1 0 1,-1-40-16,0 40 0,0 0 0,0-40 16,0 40-16,0 0 15,0 0-15,1 0 0,-1-40 16,0 40-16,0 0 0,0 0 0,0 0 16,0 0-16,0 0 15,1 0-15,-1 0 0,0-40 0,0 40 16,0 0-1,0 0-15,0 0 16,0-41 0,1 41-16,-1 0 0,0 0 0,0 0 15,0-40-15,0 40 0,0 0 0,0 0 16,1 0-16,-1-40 0,0 40 16,0 0-16,0 0 0,0 0 0,0 0 15,0 0-15,1 0 16,-1 0-16,0 0 0,0 0 15,-40-40-15,40 40 0,0 0 16,0 0-16,1 0 0,-1 0 16,0-40-1,0 40-15,0 0 0,0 0 16,0 0-16,-40-40 0,40 40 0,1 0 0,-1 0 16,0 0-16,0 0 15,0 0-15,0 0 0,0 0 16,0 0-1,1-40-15,-1 40 0,0 0 0,0 0 16,0-40-16,0 40 16,0 0-16,0 0 0,1-40 0,39 40 15,-40 0-15,0-41 0,0 41 0,0 0 16,0 0-16,1-40 16,39 40-16,-40 0 0,0-40 0,0 40 15,0-40-15,0 40 0,1 0 16,-1-40-16,0 40 0,0-40 15,0 40 1,0 0 0,0 0-1,0 0-15,1 0 16</inkml:trace>
  <inkml:trace contextRef="#ctx0" brushRef="#br0" timeOffset="14909.29">1966 10106 0,'-40'0'0,"40"40"15,-40-40 1,0 0-16,80 0 62,0-40-46,0 40 0,40 0-1,-39 0-15,-1 0 0,0-40 16,0 40-16,40 0 0,-40-40 15,0 40-15,41-40 0,-41 40 0,40 0 0,-40-40 16,40 40-16,-39-41 16,39 41-16,-40-40 0,40 40 0,-40 0 0,41-40 15,-41 40-15,0 0 0,0-40 0,0 40 0,0 0 16,0 0-16,41 0 0,-41 0 16,0-40-16,0 40 0,0 0 0,40 0 0,-39 0 15,39-40-15,-40 40 16,40 0-16,0-40 0,1 40 0,-41-40 0,40 40 15,0 0-15,1-40 0,-41 40 16,40-41-16,-40 41 0,40 0 0,-40-40 0,41 40 16,-41 0-16,0 0 15,0-40-15,0 40 0,40 0 0,-39 0 0,-41-40 16,40 40-16,40 0 0,-40 0 0,0 0 0,0-40 16,0 40-16,1 0 0,39 0 15,-40-40-15,0 40 0,0 0 0,0-40 0,41 40 16,-41 0-16,0-40 15,0 40-15,0 0 0,0 0 0,0-40 0,0 40 16,1-40-16,-1 40 0,0 0 16,0-41-16,0 41 0,0-40 0,40 40 0,-39 0 15,-1-40-15,40 40 0,-40 0 0,0-40 0,0 40 16,41 0-16,-41-40 16,0 40-16,0 0 0,0-40 0,0 40 0,0 0 15,0 0-15,1 0 0,-1 0 16,0 0-16,0-40 0,0 40 0,0 0 15,0 0 1,0-40-16,1 40 0,-1 0 0,0-40 0,0 40 16,0 0-16,0-41 0,0 41 15,41 0-15,-41 0 0,0-40 0,0 40 0,0 0 16,0 0-16,0 0 0,1 0 0,-1 0 0,0-40 16,0 40-16,0 0 15,0 0-15,0-40 0,0 40 0,1 0 16,-1 0-16,0 0 15,0-40-15,0 40 0,0 0 0,0 0 0,0 0 16,1-40-16,-1 40 16,0 0-16,0 0 0,0 0 0,0 0 15,0 0-15,0 0 0,1-40 0,-1 40 0,0 0 16,0 0-16,0 0 0,0-40 16,40 40-16,-39 0 0,-1-40 0,0 40 0,0 0 15,0-40-15,0 40 16,0 0-16,0-41 0,1 41 0,-1 0 0,0 0 15,0 0-15,0 0 16,0 0-16,0 0 16,0 0-1,1 0-15,-1 0 16,0 0-16,0 0 16,0 0-16,-40-40 15,40 40-15,0 0 0,0-40 0,1 40 16,-1-40-16,0 40 15</inkml:trace>
  <inkml:trace contextRef="#ctx0" brushRef="#br0" timeOffset="16609.23">2488 11269 0,'-40'0'15,"40"-40"1,0 0-1,-40 40-15,40-40 32,-41 40-32,1-40 31,80 40 0,1 0 0,-1 0-15,0 0 0,0 0-1,0 0-15,0 0 0,0 0 16,0 0 0,1-41-16,-1 41 0,0-40 0,0 40 15,0 0-15,0-40 0,0 40 16,0 0-16,1-40 0,-1 40 0,0 0 0,0-40 15,40 40-15,-40-40 16,0 40-16,1 0 0,39-40 0,-40 40 0,40 0 16,-40 0-16,41 0 0,-41 0 15,40 0-15,0 0 0,-40 0 0,41 0 0,-1 0 16,0 0-16,-40 0 0,41 0 0,-1 0 0,0 0 16,0-40-16,-40 40 15,41-40-15,-1 40 0,-40-40 0,40 40 0,1 0 16,-41 0-16,40-41 0,0 41 15,-40-40-15,41 40 0,-1-40 0,0 40 0,-40-40 16,40 40-16,1 0 16,-41 0-16,40-40 0,-40 40 0,40 0 0,-39 0 15,39 0-15,0 0 0,-40 0 0,0 0 0,41 0 16,-1 0-16,-40-40 0,40 40 16,0 0-16,-39 0 0,39-40 0,-40 40 0,40 0 15,-40 0-15,41-40 16,-41 40-16,0 0 0,40 0 0,-40 0 0,0-40 15,0 40-15,41 0 0,-41 0 16,0-41-16,0 41 0,0 0 0,41 0 0,-41-40 16,0 40-16,0 0 15,0 0-15,0 0 0,40 0 0,-39 0 0,-1 0 16,0-40-16,0 40 0,0 0 0,40 0 0,-40 0 16,1 0-16,39 0 0,-40 0 15,0 0-15,40 0 0,1 0 0,-41 0 0,40 0 16,-40 0-16,40 0 15,-40 0-15,41-40 0,-1 40 0,-40-40 0,40 40 16,-40-40-16,41 0 0,-41 40 16,0 0-16,40-40 0,-40 40 0,0 0 0,1 0 15,-1 0-15,0-40 0,0 40 0,0 0 16,0 0-16,0 0 16,0 0-16,1 0 0,-1 0 0,0-40 15,0 40-15,0 0 0,0 0 16,0 0-16,0 0 0,1 0 0,-1 0 0,0-41 15,0 41-15,0 0 16,40 0-16,-40 0 0,1-40 0,-1 40 0,0 0 16,40 0-16,-40-40 0,0 40 15,0 0-15,1 0 0,-1 0 0,-40-40 0,40 40 16,-40-40-16</inkml:trace>
  <inkml:trace contextRef="#ctx0" brushRef="#br0" timeOffset="18599.04">2167 12352 0,'0'0'0,"40"0"16,0 0 15,0 0-15,-40-40-1,40 40-15,0-40 0,1 40 16,-1 0-16,0 0 0,-40-40 16,40 40-16,0 0 15,0 0-15,0 0 16,0 0-16,1 0 15,-1 0-15,0 0 0,0 0 16,0 0 0,0 0-16,0 0 0,0 0 0,1-41 0,-1 41 15,0 0-15,0 0 0,0-40 0,0 40 0,0 0 16,0 0-16,1-40 0,-1 40 16,0 0-16,0 0 0,0-40 0,0 40 15,0 0 1,1 0-16,-41-40 0,40 40 0,0 0 0,0 0 15,0-40-15,0 40 0,0 0 16,0-40-16,41 40 0,-41 0 0,0-40 0,40 40 16,-40 0-16,0-40 15,41 40-15,-41 0 0,0 0 0,0 0 0,40-41 16,-40 41-16,1 0 0,-1 0 0,0 0 0,0 0 16,0 0-16,0-40 15,0 40-15,0 0 0,1 0 0,-1-40 16,0 40-1,0 0-15,0 0 0,0 0 0,0 0 0,0 0 16,1-40-16,-1 40 0,0 0 16,0 0-16,0 0 0,40 0 0,-40 0 0,1-40 15,-1 40-15,0 0 0,0 0 0,0-40 0,0 40 16,0 0-16,0 0 16,1 0-16,-1 0 0,0 0 0,0 0 15,0 0 1,0 0-16,0 0 0,0 0 0,1 0 15,39 0-15,-40 0 16,0 0-16,0 0 0,0 0 0,0 0 0,1 0 16,-1-40-16,0 40 0,0 0 15,0 0-15,0 0 0,0 0 0,0-40 0,1 40 16,-1-40-16,0 40 0,0 0 0,0 0 16,0-40-16,0 40 15,0 0-15,1 0 0,-1 0 0,0-41 16,0 41-16,0 0 0,0 0 15,0 0-15,1 0 0,-1 0 0,0 0 0,0 0 16,0 0 0,0 0-16,0 0 0,0 0 0,1 0 15,-1 0-15,0 0 0,0 0 16,0 0-16,0 0 16,0 0-16,0 0 0,1 0 15,-1 0 1,0 0-16,0 0 0,0 0 0,0 0 15,0 0-15,0 0 0,1 0 16,-1 0-16,0 0 0,0 0 0,0 0 0,0 0 16,0 0-1,0 0-15,1-40 0,-1 40 0,0 0 0,0-40 16,0 40-16,0 0 0,0-40 0,0 40 16,1 0-16,-1 0 0,0-40 15,0 40-15,0 0 0,0 0 0,0 0 0,0-40 16,1 40-16,-1 0 15,0 0-15,40 0 0,-40-40 0,0 40 0,0 0 16,1-40-16,-1 40 0,0 0 16,0-40-16,0 40 0,0 0 0,0-41 15,0 41-15,1 0 0,-1-40 0,0 40 16,0 0-16,0 0 16,0 0-16,40 0 0,-39 0 0,-1 40 15,0-40-15,40 0 0,-40 41 16,40-41-16,-39 40 0,39-40 0,-40 0 0,40 0 15,-40 0-15,41 0 16,-41 0-16,0 0 0,40-40 0,-40 40 0,0-41 16,1 41-16,-1-40 0,0 40 15,0-40-15,0 40 0,-40-40 0,40 0 0</inkml:trace>
  <inkml:trace contextRef="#ctx0" brushRef="#br0" timeOffset="19888.96">3090 7459 0,'40'0'0</inkml:trace>
  <inkml:trace contextRef="#ctx0" brushRef="#br0" timeOffset="21688.84">3130 7499 0,'-40'0'0,"80"0"47,0 0 62,-40 40-62,0 0-32,40-40-15,-40 40 32,40-40-32,-40 41 15,40-41-15,-40 40 16,0 0 0,0 0 15,0 0-31,0 0 15,40-40-15,-40 40 16,0 0-16,41-40 16,-41 40-1,0 0-15,0 1 16,0-1 0,40 0-1,0 0 16,-40 0-31,40-40 16,-40 40-16,40-40 0,-40 40 16,40-40-16,-40 40 0,0 0 15,40-40-15,-40 41 0,0-1 16,41-40-16,-41 40 16,0 0-16,0 0 15,0 0 1,0 0-1,40-40 1,-40 40-16,0 0 16,0 0-1,0 1-15,0-1 16,40-40-16,-40 40 0,0 0 16,40 0-1,-40 0-15,0 0 0,0 0 16,40 0-16,-40 1 15,0-1-15,0 0 0,0 0 0,40-40 0,-40 40 16,0 0-16,40 0 16,-40 0-16,0 0 0,0 0 15,0 1 1,40-1 0,-40 0-16,41-40 0,-41 40 15,40 0 1,-40 0-16,40-40 15,-40 40-15,0 0 16,0 0-16,0 1 16,0-1-1,0 0-15,0 0 16,0 0-16,0 0 16,40-40-16,-40 40 15,0 0-15,40-40 0,-40 40 0,0 0 0,0 1 16,0-1-1,40-40-15,-40 40 0,0 0 16,40 0 0,-40 0-16,0 0 15,0 0-15,40 0 0,-40 1 16,0-1 0,0 0-16,0 0 0,41-40 15,-41 40-15,0 0 16,0 0-16,0 0 15,40-40 1,-40 40-16,0 0 0,0 1 0,0-1 16,40-40-16,-40 40 15,0 0-15,0 0 0,0 0 0,0 0 16,40 0-16,-40 0 0,0 1 0,0-1 0,0 0 16,0 0-1,40 0-15,-40 0 0,0 0 0,0 0 16,0 0-16,0 0 15,0 1-15,0-1 0,40-40 0,-40 40 16,0 0 0,0 0-16,0 0 0,0 0 15,0 0-15,0 0 0,0 1 16,0-1 0,0 0-16,0 0 0,0 0 15,0 0 1,0 0-16,0 0 0,0 0 15,0 0 1,0 1-16,0-1 16,40 0-1,-40 0 1,0 0-16,0 0 16,0 0-1,0 0-15,0 0 0,0 1 16,0-1-1,0 0-15,0 0 0,0 0 16,0 0 0,40-40-16,-40 40 0,0 0 15,41-40-15,-41 40 0,0 0 0,0 1 32,0-1-1,-41-40 0,41 40-31,0 0 0,0 0 16,0 0-16,0 0 15,0 0 1,0-80 62,0 0-62,0 0-16</inkml:trace>
  <inkml:trace contextRef="#ctx0" brushRef="#br0" timeOffset="24728.66">4534 7098 0,'40'0'47,"-40"-40"-32,0 80 110,41-40-109,-41 40-1,40-40 1,-40 40-16,40 0 31,-40 0 1,40-40-17,-40 41 1,40-41-16,-40 40 15,40-40 1,-40 40 0,0 0-1,40-40 1,-40 40-16,40-40 0,-40 40 0,41-40 16,-41 40-1,40 0-15,0 0 16,-40 1-16,40-1 15,-40 0-15,0 0 32,0 0-32,0 0 15,0 0 1,0 0 0,0 0-16,40-40 15,-40 40-15,0 1 16,40-41-16,-40 40 0,0 0 15,40-40 1,-40 40-16,0 0 47,40-40-31,-40 40-16,0 0 15,0 0 1,0 0-1,41 1 1,-41-1 0,0 0-1,0 0 1,0 0 0,0 0-16,40-40 0,-40 40 15,0 0 1,0 0-1,0 0 1,40 1-16,-40-1 16,0 0-1,0 0-15,0 0 16,0 0-16,0 0 16,40 0-16,-40 0 15,0 1-15,0-1 0,40 0 16,-40 0-1,0 0-15,0 0 0,0 0 32,40-40-32,-40 40 0,0 0 15,0 0-15,0 1 0,40-1 16,-40 0 0,0 0-16,0 0 0,0 0 15,0 0 1,40-40-16,-40 40 0,0 0 15,41 1-15,-41-1 16,0 0-16,40 0 16,-40 0-16,0 0 0,40 0 15,-40 0 1,0 0-16,40-40 0,-40 40 0,0 1 16,0-1-1,40 0-15,-40 0 16,0 0-1,40 0-15,-40 0 16,0 0-16,0 0 16,40 1-16,-40-1 0,0 0 0,0 0 15,0 0-15,40 0 0,-40 0 0,0 40 16,0-40-16,0 1 0,0 39 16,0-40-16,0 0 0,41 0 0,-41 40 0,0-40 15,0 1-15,0-1 16,0 0-16,0 0 0,0 0 0,0 0 0,0 0 15,0 0 1,0 0 0,0 0 15,0 1-31,40-1 0,-40 0 0,0 0 16,0 0-16,0 0 15,0 0-15,0 0 0,0 0 0,0 1 0,0-1 16,0 0-16,0 0 0,40 0 15,-40 0-15,0 0 0,0 0 16,0 0 0,0 0-1,0 1-15,0-1 16,0 0 0,0 0-1,0 0-15,0 0 16,0 0-16,40-40 0,-40 40 15,40 0 1,-40 1 0,0-1 15,0 0-31,40-40 0,-40 40 16,0 0-1,0 0-15,0 0 16,0 0-1,0 0-15,0 0 47,0 1-31,40-41 0,-40 40-16,0 0 0,0 0 15,40-40-15,-40 40 16,0 0-16,0 0 15,0-80 142,-40 0-157,40 0 15,-40 40-15,40-40 0,0 0 0,-40 0 16</inkml:trace>
  <inkml:trace contextRef="#ctx0" brushRef="#br0" timeOffset="28598.43">6380 6817 0,'40'0'16,"-80"0"15,0 0 0,40 40-31,0 1 219,0-1-203,40-40-1,-40 40-15,40 0 31,-40 0-31,40 0 16,-40 0 0,0 0-16,40 0 15,-40 0-15,0 1 0,0-1 16,0 0-16,41-40 16,-41 40-16,0 0 0,0 0 0,40-40 15,-40 40-15,0 0 16,0 0-16,0 1 15,40-1 1,-40 0-16,0 0 0,0 0 16,0 0-16,0 0 31,0 0-31,0 0 16,0 0-1,0 1-15,0-1 16,0 0-1,0 0-15,0 0 16,0 0 0,80 0-1,-80 0 1,0 0 0,0 1-16,0-1 15,0 0 1,40 0-16,-40 0 15,0 0 1,0 0-16,40-40 16,-40 40-16,0 0 31,0 0-15,40 1-1,-40-1-15,41-40 16,-41 40-16,0 0 15,0 0 1,40-40-16,-40 40 16,0 0-16,0 0 15,0 0-15,0 1 32,0-1-32,0 0 15,40 0 1,-40 0-16,0 0 15,40-40-15,-40 40 16,0 0-16,40-40 0,-40 40 16,0 0-16,0 1 31,0-1-31,0 0 16,0 0-1,40 0-15,-40 0 16,0 0-1,0 0 1,0 0 0,40 1-1,-40-1 1,0 0 0,0 0-16,0 0 0,0 0 15,0 0 1,0 0-16,0 0 31,40-40-31,-40 40 0,0 1 16,0-1 15,0 0-31,0 0 16,41-40-16,-41 40 15,40-40-15,-40 40 0,0 0 0,0 0 16,0 0-16,40-40 15,-40 41-15,0-1 0,0 0 32,0 0-17,0 0 1,0 0 0,0 0-16,0 0 15,40 0 1,-40 0-16,0 1 15,40-41-15,-40 40 16,0 0-16,0 0 16,0 0-16,0 0 15,40-40 1,-40 40-16,0 0 16,0 0-16,0 1 15,0-1-15,0 0 16,0 0-1,0 0-15,0 0 32,0 0-17,0 0 17,0 0-1,0 0 0,0 1-15,0-1-16,0 0 0,0 0 15,0 0 1,0 0-16,0 0 0,0 0 16,0 0-16,0 1 15,0-1-15,0 0 0,0 0 16,0 0 31,40-40-32,-40 40-15,0 0 0,0 0 16,0 0 0,0 0-16,0 1 31,0-1 0,41-40-15,-41 40-16,0 0 0,0 0 15,0 0 1,0 0-16,0 0 47,40 0-16,-40 1-15,0-1-1,40-40-15,-40 40 32,40-40 30,-40 40-62,0 0 16,0 0 124,0 0-124,40-40-16,-40 40 16,0 0-16,40-40 15,0 0 1,-40 40-16,0-120 47,-40 80-32,40-40 1,-40 40-16</inkml:trace>
  <inkml:trace contextRef="#ctx0" brushRef="#br0" timeOffset="84285.14">5056 13916 0,'0'40'313,"-40"-40"-313,0 0 0,40 40 16,-40-40-16,40 40 15,-41-40-15,1 0 16,40 40-16,-40-40 0,0 40 15,40 1 1,0-82 47,40 1-63,-40 0 46,40 40 17,0 0-47,-40 40-16,41 0 0,-1 1 15,0-1 1,0-40-16,-40 40 15,40-40-15,-40 40 16,40-40-16,0 40 16,0-40-1,-40 40 1,41-40-16,-1 0 16,0 0 15,0 0-16</inkml:trace>
  <inkml:trace contextRef="#ctx0" brushRef="#br0" timeOffset="85055.15">5176 14157 0,'-40'0'15,"0"0"16,0-41 1,0 41-1,40-40-15,40 40 77,0-40-93,0 40 16,0-40-16,0 40 16,1 0-16,-1 0 15,-40-40-15,40 40 0,0 0 16,0 0-1,0 0-15,0 0 16,0 0-16,-40-40 16,41 40-16,-1 0 0,0 0 15,0-40 1,0 40-16,0 0 0,0 0 16,0 0-16,1-40 0,-1 40 15,0 0 1,0 0-16,0 0 62,-40 40-46,-40-40 62</inkml:trace>
  <inkml:trace contextRef="#ctx0" brushRef="#br0" timeOffset="85645.11">5818 13675 0,'0'40'16,"40"-40"93,1 0-109,-1 0 16,0 0-1,0 0-15,0 41 0,0-41 16,0 40-16,0-40 0,1 0 16,-1 0-1,-40 40-15,0 0 63,0 0-48,0 0 1,-40-40 0,-1 0 15</inkml:trace>
  <inkml:trace contextRef="#ctx0" brushRef="#br0" timeOffset="87135.02">5377 14758 0,'40'0'15,"0"40"95,0-40-95,0 0 188,1 0-187,-41-40-16,40 40 0,0-40 16,0 40-1,0 0-15,0-40 0,-40 0 16,40 40-16,0 0 0,-40-40 15,41 40-15,-1 0 0,0-40 0,0 40 16,0 0-16,-40-40 16,40 40-16,0 0 0,-40 40 31,-40 0 0</inkml:trace>
  <inkml:trace contextRef="#ctx0" brushRef="#br0" timeOffset="87604.99">5738 14598 0,'40'0'0,"-40"40"78,0 0-63,0 0 1,0 0-16,0 0 16,0 0-1,0 0-15,0 1 0,0-1 0,0 0 16,0 0-16,0 0 15,0 0-15,0 0 0,0 0 0,0 0 16,0 1 0,40-41-16,0 0 0,1 0 31,-41-41-31</inkml:trace>
  <inkml:trace contextRef="#ctx0" brushRef="#br0" timeOffset="89204.9">6019 15119 0,'-40'0'16,"80"0"31,0 0-31,0 0 15,0 0-16,-40 40 1,0 0 0,0 0-1,0 1-15,0-1 16,-40-40 0,0 40-1,40 0 1,-40-40-16,40 40 15,0 0-15,0 0 16,40-40-16,0 0 16,0 0 15,-40-40-31,40 0 16,1 40-1,-41-40 1,0 0 15,0 0 250,0 0-265,40 40-16,-40-41 16,40 41-1,-40-40-15,40 40 0,-40-40 16,40 40-1,0 0 1,-40-40 0,40 40-1,-80 0 79,40 40 15,0 0-109,-40-40 16,40 40 0,-40 1-16,40-1 15,-40-40 1,40 40-16,40 0 31,0-40-15,-40 40-1,40-40 1,0 40 0,0-40-1,1 0 1,-1 0 15,-40-40-15,40 40-16,-40-40 15,0 0 126,-40 40-110</inkml:trace>
  <inkml:trace contextRef="#ctx0" brushRef="#br0" timeOffset="98634.25">883 11590 0,'0'40'16,"-40"-40"-1,40-40 173,40 40-188,0 0 16,-40-40-16,40 0 15,0 40-15,0-40 16,0 40-1,1 0-15,-41-41 0,40 41 16,0 0-16,0 0 16,0 0-1,0 0-15,0 0 0,0 0 32,1 0-32,-1 0 15,-40-40-15</inkml:trace>
  <inkml:trace contextRef="#ctx0" brushRef="#br0" timeOffset="99144.22">1083 11590 0,'0'40'140,"41"-40"-124,-41 40-16,40 0 16,-40 0-1,0 0-15,40-40 0,-40 40 0,40-40 16,-40 41-16,40-1 16,-40 0-1,40-40-15</inkml:trace>
  <inkml:trace contextRef="#ctx0" brushRef="#br0" timeOffset="99944.17">1565 11710 0,'0'40'0,"0"0"15,0 0 32,0 1-16,40-41-31,0 0 16,0 0-16,0 0 31,-40-41-15,0 1 15,0 0-15,0 0-1,0 80 79,0 0-78,41 0-1,-41 1-15,0-1 16,40-40-16,-40 40 0,0 0 0,0 0 16,0 0-1,40 0-15,-40 0 0,0 0 16,0 1-16,0-1 15,-40-40 64,0 0-48,40-40 0,0-1-31</inkml:trace>
  <inkml:trace contextRef="#ctx0" brushRef="#br0" timeOffset="100994.1">2568 11189 0,'0'40'15,"40"-40"-15,-40 40 172,0 0-172,0 0 16,0 0-16,40 0 15,0 1-15,-40-1 0,0 0 16,41-40 0,-41 40-16,0 0 0,0 0 15,0 0-15,40-40 16,-40 40-16,0 0 16,0 0-1,0 1 1,40-41-16,-40 40 0,0 0 15,40 0 1,-40 0-16,0-80 47,0 0-47</inkml:trace>
  <inkml:trace contextRef="#ctx0" brushRef="#br0" timeOffset="101604.16">2488 11229 0,'0'40'16,"0"0"31,0 0 15,40-40-15,-40-40-16,0 0-31,40 40 0,-40-40 16,0 0-16,0 0 16,40 40-1,-40-40 16,40 40 16</inkml:trace>
  <inkml:trace contextRef="#ctx0" brushRef="#br0" timeOffset="102234.03">2769 12111 0,'0'-40'15,"-40"40"-15,40-40 16,0 0 0,40 40 15,-40 40-31,40-40 15,-40 40-15,40-40 16,-40 40 0,40-40-16,0 40 15,-40-80 32,0 0-31,0 0-16,40 0 0,-40 0 15,40 40 1,-40-40-16,41 40 0,-41-40 31,40 40-31</inkml:trace>
  <inkml:trace contextRef="#ctx0" brushRef="#br0" timeOffset="107833.7">15328 8020 0,'0'41'16,"40"-41"-1,-40 40-15,0 0 78,0 0-62,0 0 0,0 0-16,0 0 15,0 0-15,0 0 0,0 1 0,0-1 16,0 0-16,0 0 16,0 0-16,0 0 0,0 0 0,0 0 0,0 0 15,0 0 1,0 1-16,0-1 0,0 0 0,0 0 0,0 0 15,0 0-15,41 0 16,-41 0-16,0 0 0,40-40 0,-40 41 0,0-1 16,0 0-16,0 0 15,40 0-15,-40 0 0,0 0 0,0 0 16,40 0-16,-40 0 0,0 1 0,40-1 0,-40 40 16,0-40-16,0 0 0,0 0 15,40 0-15,-40 0 0,0 1 0,0-1 0,0 40 16,40-40-16,-40 0 15,0 0-15,0 0 0,0 0 0,0 0 16,40 1-16,-40-1 0,0 0 16,0 0-16,0 0 0,0 0 0,0 0 0,0 0 15,0 0-15,0 1 0,0-1 0,41 0 16,-41 0-16,0 0 16,0 0-16,0 0 0,0 0 0,0 0 15,0 0-15,0 1 0,0-1 16,0 0-16,0 0 0,0 0 0,0 0 0,0 40 15,0-40-15,0 1 16,0-1-16,0 0 0,0 0 0,0 0 16,0 0-16,0 0 15,0 0-15,0 0 0,0 0 16,0 1 0,0-1-1,40 0-15,-40 0 0,0 0 16,0 0-16,0 0 15,0 0-15,0 0 0,0 1 16,0-1 0,0 0-16,40 0 0,-40 0 15,0 0-15,40-40 16,0 0 0,-40 40 15,0 0-31,40-40 0,-40 40 0,0 0 15,0 1-15,40-1 16,-40 0-16,0 0 16,0 40 77,0-40-93,0 0 16,0 0 0,40 1-1,-40-1 17,0 0-32,0 0 0,0 0 15,0 0 1,0 0-16,0 0 0,0 0 15,41 0 1,-41 1-16,40-41 16,-40 40-1,0-80 63,0-1-46,40 41-17,-40-40-15,40 40 0,0 0 0,0-40 16,0 40-16,0-40 16,1 40-16,-1 0 0,0-40 0,0 40 15,0-40-15,0 40 16,0 0-16,0 0 0,1-40 0,-1 40 15,0 0-15,0-40 0,0 40 16,0 0-16,0 0 0,0 0 0,1-40 0,-1 40 16,0 0-16,0 0 0,0 0 0,0 0 0,0 0 15,0 0-15,1 0 16,39-40-16,-40 40 0,0 0 0,0 0 0,0-41 16,41 41-16,-41 0 0,0 0 15,40 0-15,-40 0 0,0-40 0,0 40 0,1 0 16,-1 0-16,0-40 15,0 40-15,40 0 0,-40 0 0,-40-40 0,41 40 16,-1 0-16,0 0 0,40 0 16,-40 0-16,0 0 0,0 0 0,1 0 0,-1 0 15,0 0-15,0 0 0,0 0 0,0 0 0,0 0 16,0 0-16,1 0 16,-1 0-16,0 0 0,0 0 0,0 0 0,0 0 15,0 0-15,0 0 0,1 0 16,-1 0-16,0 0 0,0 0 0,0 0 0,0 0 15,0 0-15,0 0 16,1 0-16,-1 0 0,0 0 0,0 0 0,0 0 16,0 0-16,0 0 0,0 0 0,1 0 15,-1 0-15,0 0 0,0 0 16,0 0-16,-40-40 0,40 40 0,0-40 16,0 40-1,1 0-15,-1 0 0,0 0 16,0 0-1,0 0-15,-40-40 0,40 40 16,0 0 0,0 0-16,1 0 0,-1 0 15,0 0-15,0 0 0,0 0 16,0 0-16,0 0 16,0 0-16,1 0 0,-1 0 0,0 0 0,0 0 15,0 0-15,0-40 16,0 40-16,0 0 0,1 0 0,-1 0 0,0-40 15,0 40-15,0-41 0,0 41 16,0 0-16,0 0 0,1 0 0,-1 0 0,0 0 16,0 0-16,0 0 0,0 0 0,0 0 15,0 0 1,-40-40-16,41 40 0,-1 0 0,0 0 0,0-40 16,0 40-16,0 0 15,0 0-15,1 0 0,-1 0 16,-40-40-16,40 40 15,0 0-15,0 0 0,0 0 0,0 0 16,0 0 0,1 0-1,-41-40 17,40 0-17,0 40 1,-40-40-16,0 0 15,0 0 1,0 0 0,0-1-16,-40 1 15,40 0-15,0 0 16,0 0-16,-40 0 0,40 0 16,0 0-1,0 0-15,0-1 0,0 1 0,0 0 16,0 0-16,-41 0 0,41 0 15,0 0-15,0 0 0,0 0 0,0 0 0,0-1 16,0 1-16,0-40 16,-40 40-16,40 0 0,0 0 0,0 0 0,0 0 15,-40-1-15,40 1 0,0 0 0,0 0 0,-40 0 16,40 0-16,0 0 16,0 0-16,0 0 0,0 0 0,0-1 15,40 41 1,-40-40-16,0 0 0,0 0 0,40 40 15,-40-40-15,0 0 0,0 0 16,0 0-16,0 0 0,0-1 16,0 1-16,-40 0 0,40 0 0,0 0 15,0 0-15,-40 0 16,40 0-16,-40 0 0,40 0 0,0-1 16,0 1-16,-40 0 15,40 0 1,0 0-1,0 0-15,0 0 16,0 0 0,0 0-16,40 40 0,-40-41 0,0 1 15,0 0-15,0 0 16,-40 0-16,40 0 16,0 0-16,0 0 0,-40 0 15,40 0-15,0-1 16,0 1-16,-40 40 0,40-40 15,0 0 1,0 0-16,0 0 0,0 0 16,0 0-16,0 0 15,0-1 1,0 1-16,0 0 0,-41 0 16,41 0-1,-40 0-15,40 0 16,0 0-1,-40 40 1,40-40-16,0 0 16,-40 40-1,40-41-15,0 1 16,0 0 0,-40 40-16,40-40 0,0 0 15,0 0 1,0 0 31,0 0-16,0 0-15,0-1-1,0 1-15,0 0 16,0 0-1,0 0 17,0 0-17,0 0 32,-40 40-31,0 0 93,-1 0-78,1 0-15,40 40 0,-40-40-1,0 0-15,0 0 16,40 40-16,-40-40 0,0 0 16,0 0-16,-1 0 0,41 40 15,-40-40-15,0 0 16,0 0-16,0 0 0,0 0 15,0 0-15,0 0 16,40 40-16,-41-40 0,1 0 16,0 0-16,0 0 0,0 0 15,0 0-15,0 40 16,0-40-16,-1 0 0,1 0 0,40 40 0,-40-40 16,0 0-16,0 0 0,0 41 15,0-41-15,0 0 0,-1 0 0,1 40 16,0-40-1,0 0-15,0 0 16,0 0-16,0 0 16,0 0-16,-1 0 0,1 0 15,0 0-15,0 0 0,0 0 0,0 0 16,0 0-16,0 40 16,-1-40-16,1 0 0,0 0 0,0 0 0,0 40 15,0-40-15,0 0 0,0 0 16,-1 0-16,1 40 0,0-40 0,0 0 15,0 0-15,0 0 16,0 0-16,0 0 0,-1 0 16,1 0-16,0 0 0,40-40 0,-40 40 0,0 0 15,0 0-15,0 0 16,0 0-16,-1 0 0,1 0 0,0 0 0,0 0 16,0 0-16,-40 0 15,40 0-15,-1 0 0,1 40 0,0-40 0,0 0 16,-40 40-16,40-40 0,0 0 15,-1 0-15,1 0 0,0 0 0,0 0 16,0 0 0,0 0-16,0 0 0,-1 0 15,1-40-15,0 40 0,0 0 0,0 0 16,0 0 0,0 0-16,0 0 0,-1 40 0,1-40 15,0 40 1,0-40-16,0 0 0,0 0 0,0 0 15,0 0-15,-1 0 16,1 0-16,0 0 0,0 0 16,0 0-16,0 0 0,0 0 15,0 0-15,-1 0 16,1 0-16,0 0 16,0 40-1,0-40-15,40 40 16,-40-40-1,0 0-15,40 41 16,-40-41 0,-1 0-16,1 0 0,0 0 15,0 0-15,0 0 0,0 0 16,0-41-16,0 41 16,-1 0-16,1 0 0,0 0 15,0 0 1,0 0 62,0 0-62,0 0-1,0 0 1,-1 0-16,1 0 15,0-40-15,0 40 16,0 0 0,40-40-16,0 0 0</inkml:trace>
  <inkml:trace contextRef="#ctx0" brushRef="#br0" timeOffset="108623.74">16331 8381 0,'-40'0'16,"40"41"0,-40-41-16,0 0 15,0 0-15,0 40 16,0-40 0,0 40-1,-1-40 1,1 0-16,0 0 15,0 0 1,40-40 0,-40 40-1,0-40 1,0 40 0,0 0-1,-1 0 16,41 40-31,0 0 16,-40-40-16,40 40 16,-40-40-16,0 40 15,0-40 17,40-40-32</inkml:trace>
  <inkml:trace contextRef="#ctx0" brushRef="#br0" timeOffset="109363.61">16372 8903 0,'40'0'15,"-40"-40"16,-40 40-31,40 40 32,0 0-17,40-40 1,-40 40-16,0 0 16,0 0-16,0 0 15,0 0-15,0 1 31,0-82 1,0 1-32,-40 40 15,40-40-15,0 0 0,0 0 16</inkml:trace>
  <inkml:trace contextRef="#ctx0" brushRef="#br0" timeOffset="109913.57">17736 9023 0,'0'40'16,"40"-40"15,0 0-15,0 0 15,-80 0 31,0 0-46,0 0 0,40-40-16,80 40 31,-40-40-16,0 40-15</inkml:trace>
  <inkml:trace contextRef="#ctx0" brushRef="#br0" timeOffset="110473.54">18699 8702 0,'40'0'16,"-40"40"31,40-40-16,0 0-15,0 0-1,1 0-15,-82 0 79,1 0-48,40-40-31,0 80 78</inkml:trace>
  <inkml:trace contextRef="#ctx0" brushRef="#br0" timeOffset="111093.5">20184 8702 0,'40'0'16,"-40"40"62,40-40-47,-80 0 0,40-40 47</inkml:trace>
  <inkml:trace contextRef="#ctx0" brushRef="#br0" timeOffset="111513.5">21106 8502 0,'41'0'0,"-1"0"16,0 0 31,-40-40 62,-40 40-109</inkml:trace>
  <inkml:trace contextRef="#ctx0" brushRef="#br0" timeOffset="112483.45">16933 10146 0,'0'0'0,"-40"40"47,40 0-47,-40-40 15,40-40 79,40 40-94</inkml:trace>
  <inkml:trace contextRef="#ctx0" brushRef="#br0" timeOffset="112873.43">18057 10026 0,'40'0'109,"0"0"-93,0 0 0,-40-40-16,40 40 0</inkml:trace>
  <inkml:trace contextRef="#ctx0" brushRef="#br0" timeOffset="113243.46">19301 9986 0,'-40'40'0,"0"-40"31</inkml:trace>
  <inkml:trace contextRef="#ctx0" brushRef="#br0" timeOffset="113743.43">20665 9825 0,'0'40'16</inkml:trace>
  <inkml:trace contextRef="#ctx0" brushRef="#br0" timeOffset="114153.4">21829 9625 0,'40'0'15,"-80"0"64,0 0-48</inkml:trace>
  <inkml:trace contextRef="#ctx0" brushRef="#br0" timeOffset="115253.26">17335 11189 0,'40'0'109,"-40"40"-93,40-40 31,-40 40-47,40-40 31,-120 0 0,40 0-31,40-40 16,40 40 15,0 0-15,0 0-1,-40-40-15</inkml:trace>
  <inkml:trace contextRef="#ctx0" brushRef="#br0" timeOffset="115693.26">18699 11269 0,'0'-40'31,"0"0"141</inkml:trace>
  <inkml:trace contextRef="#ctx0" brushRef="#br0" timeOffset="116233.2">19461 10988 0,'0'0'0,"40"0"31,1 0 16,-1 40-16,-40-80 94,40 40-109,-40-40-16</inkml:trace>
  <inkml:trace contextRef="#ctx0" brushRef="#br0" timeOffset="116853.25">20866 10748 0,'40'0'31,"0"0"32,-80 40 31,0-40-79,0 0 1,40-40 46</inkml:trace>
  <inkml:trace contextRef="#ctx0" brushRef="#br0" timeOffset="117303.22">21588 10667 0,'0'0'0,"0"41"110,0-1-79,0 0-31,0-80 47,40 40-16</inkml:trace>
  <inkml:trace contextRef="#ctx0" brushRef="#br0" timeOffset="118313.12">17656 12272 0,'40'0'0,"-40"40"16,40-40 46,-40 40 16,0 0-62,0 0-16,-40-40 16,0 0-1,40-40 16,40 0-15,-40 0-16</inkml:trace>
  <inkml:trace contextRef="#ctx0" brushRef="#br0" timeOffset="118833.13">18659 12232 0,'-40'0'0,"40"40"16,40-40 46,0 0-46,0 0 15,-80 0 47,0 0-47</inkml:trace>
  <inkml:trace contextRef="#ctx0" brushRef="#br0" timeOffset="119353.1">19983 11871 0,'-40'0'15,"0"0"1,40 40 31,40-40-32</inkml:trace>
  <inkml:trace contextRef="#ctx0" brushRef="#br0" timeOffset="119883.07">20986 11991 0,'0'40'0</inkml:trace>
  <inkml:trace contextRef="#ctx0" brushRef="#br0" timeOffset="120413.04">21628 11790 0,'40'0'31,"0"0"-16,0 0 1,1 0-16,-82 0 78,1 0-62</inkml:trace>
  <inkml:trace contextRef="#ctx0" brushRef="#br0" timeOffset="153430.97">25480 7940 0,'0'0'0,"0"40"172,0 0-156,0 1 0,0-1-16,0 0 15,0 0-15,0 0 16,0 0-1,0 0-15,0 0 16,0 0-16,0 1 16,0-1-16,0 0 0,0 0 0,0 0 0,0 0 15,0 0-15,0 0 16,0 0-16,0 41 0,0-41 0,0 0 0,0 0 16,0 40-16,0-40 0,0 0 15,0 41-15,0-41 0,0 0 0,0 40 0,0-40 16,40 40-16,-40-40 0,0 0 0,0 41 0,0-41 15,0 0-15,41 40 16,-41-40-16,0 0 0,0 0 0,0 1 0,0-1 16,40 0-16,-40 0 0,0 0 15,0 0-15,0 0 0,0 40 0,0-40 0,0 1 16,0-1-16,0 0 16,0 0-16,0 0 0,-40 0 0,40 0 0,0 0 15,0 0-15,0 1 0,0-1 0,0 0 0,0 0 16,40 0-16,-40 0 0,0 0 15,40 0-15,-40 0 0,40 0 0,-40 1 16,0-1 0,0 0-16,40-40 0,-40 40 0,0 0 0,0 0 15,40-40-15,-40 40 0,0 0 16,0 0-16,0 1 0,0-1 0,0 0 0,0 0 16,-80 0-16,80 0 15,0 0-15,0 0 0,0 0 16,-40-40-16,40 40 0,0 1 15,0-1 1,0 0-16,0 0 16,0 0-1,0 0-15,40 0 0,-40 0 0,0 0 16,40 1-16,-40-1 16,0 0-16,0 0 0,40 0 0,-40 0 15,0 0-15,0 0 16,40-40-1,-40 40 126,0 0-141,0 1 16,0-1-1,0 0 1,40-40 0,-40 40-1,41-40 48,-1-40-32,0 40-31,0-40 16,0 40-16,0 0 15,0-40-15,0 40 0,1 0 16,-1 0-16,40 0 0,-40 0 0,0-41 0,40 41 15,-39 0-15,39 0 0,0 0 16,-40 0-16,40 0 0,1 0 0,-41 0 0,40 0 16,0 0-16,-40 0 15,41 0-15,-41 0 0,40 0 0,-40 0 0,0 0 16,0 0-16,1 0 0,-1 0 16,0 0-16,0 0 0,0 0 0,0 0 0,0 0 15,0 0-15,41 0 0,-41 0 0,0 0 0,40 0 16,-40 0-16,41 0 15,-41 0-15,40 0 0,-40 0 0,40 0 0,1 0 16,-41 0-16,40 0 0,0 0 16,-40 0-16,41 0 0,-1 0 0,-40 0 0,0 0 15,40 0-15,-39 0 16,-1 0-16,0 0 0,0 0 0,0 0 0,0 0 16,0 0-16,0 0 15,1 0-15,-1 0 16,0 0-16,-40 41 0,40-41 15,0 0-15,0 0 16,0 0-16,0 0 0,1 0 16,-1 0-16,0 0 15,0 0-15,0 0 0,0 0 0,0 0 0,0-41 16,1 41-16,-1 0 16,0-40-16,0 40 0,0 0 0,0 0 15,0 0-15,0 0 16,1 0-1,-41-40 48,0 0-63,40 0 16,0 0-1,-40 0-15,40 40 16,-40-40-16,40 40 0,-40-40 15,40 40-15,-40-40 16,40 40 31,-40-41-47,40 1 16,-40 0-1,0 0 16,-40 40-31,0 0 16,40 40 0,0-80 46,0 0-46,0 0-16,0 0 31,0 0-31,0 0 16,-40 40-16,40-41 15,0 1-15,0 0 0,0 0 16,0 0 0,0 0-16,0 0 0,0 0 0,0 0 0,0-41 15,0 41-15,0 0 0,0 0 0,0 0 0,40-40 16,-40 40-16,0 0 0,0-1 15,0 1-15,0 0 0,0 0 0,0 0 0,0 0 16,0 0-16,0 0 16,0 0-16,-40 0 0,40-1 0,0 1 15,0 0-15,0 0 16,0 0-16,0 0 0,0 0 0,0 0 0,0 0 16,0-1-16,0-39 15,0 40-15,0 0 0,0 0 0,0-40 0,0 40 16,40 0-16,-40-1 0,0-39 0,0 40 0,0 0 15,0 0-15,0 0 16,40 0-16,-40 0 31,40 40-31,-40-41 0,0 1 0,0 0 16,0 0-16,41 0 16,-41 0-16,0 0 0,0 0 15,0 0-15,0 0 0,0-1 0,0 1 16,0 0-1,-41 0-15,41 0 0,0 0 0,0 0 16,0 0-16,-40 0 16,40-1-16,0 1 0,0 0 0,0 0 0,0 0 15,0 0-15,-40 0 16,40 0-16,0 0 0,0 0 0,0-1 16,0 1-16,0 0 0,0 0 15,0 0-15,0 0 0,0 0 16,0 0-16,0 0 15,0-1 1,0 1-16,0 0 0,0 0 0,0 0 16,0 0-16,0 0 0,0 0 15,-40 0-15,40 0 0,0-1 0,-40 1 16,40 0 0,0 0-16,0 0 15,0 0 1,-40 40-16,40-40 15,0 0-15,0 0 32,-40 40-32,40-41 0,-40 41 15,40-40 1,-41 40 0,1 0-1,0 0 1,0 0-16,0 0 15,0 0 1,0 0-16,0 0 16,-1 40-1,1-40-15,0 0 0,0 0 16,0 0 0,0 0-16,0 0 0,0 0 15,-1 0-15,1 0 0,0 0 0,0 0 16,0 0-1,0 0-15,0 0 0,0 0 0,-1 0 16,1 0-16,0 0 0,0 41 16,0-41-16,0 0 0,0 0 0,0 40 0,-1-40 15,1 40-15,0-40 16,0 0-16,0 0 0,0 0 0,0 0 0,40 40 16,-41-40-16,1 0 0,0 0 15,0 0-15,0 0 0,0 0 16,0 0-16,0 0 0,-1 0 0,1 0 15,0 0 1,0 0-16,0 0 0,0 0 16,0 0-16,40 40 15,-40-40-15,-1 0 0,1 0 0,0 0 16,0 0 0,0 40-16,0-40 0,0 0 0,0 0 15,-1 0-15,1 0 0,0 0 16,0 0-16,0 0 0,0 0 15,0 0-15,0 0 16,-1 0 0,1 0-16,0 40 15,0 0 1,0-40-16,0 0 16,0 0-16,40 40 15,-40-40-15,-1 0 0,1 0 0,40 41 0,-40-41 16,0 0-16,0 0 0,0 0 0,0 0 0,0 0 15,-1 0-15,1 0 16,0 0-16,0 0 0,0 0 16,0 0-1,0 0-15,0 0 16,-1 40-16,1-40 16,0 0-16,0 0 15,0 0-15,40 40 0,-40-40 0,0 0 0,0 0 16,-1 0-1,1 0-15,0 0 0,0 0 0,0 0 16,0 0-16,40 40 0,-40-40 16,0 0-16,-1 0 0,1 0 0,0 0 0,0 0 15,0 0 1,0 0-16,40 40 0,-40-40 0,0 0 0,-1 0 16,1 0 46,0 0-31,0 0-31,0 0 16,0 0 0,0 0-16,-1 0 0,1 0 15,40-40-15,81 40 31,-41 0-15</inkml:trace>
  <inkml:trace contextRef="#ctx0" brushRef="#br0" timeOffset="155540.9">25641 8542 0,'40'0'32,"0"-40"-17,0 40-15,-40-40 0,40 40 16,0 0-1,1 0-15,-41 40 32,-41-40-17,1 0 1,0 0 93,0 0-93,40 40-16,-40-40 16,0 0-16,0 40 0,0-40 15,-1 0-15,1 0 16,80 0 93,1 0-109,-1 0 16,0 0-16,0 0 0,0 0 0,0 0 15,40 0 1,-39-40-16,-1 40 0,0 0 0,0 0 0,0-40 16,0 40-16,0 0 15,0 0-15,1 0 0,-1 0 0,0 0 16,0 0-16,0 0 16,0 0-16,0 0 0,0 0 0,1 0 0,-1 0 15,0 0-15,0 0 0,0 0 0,40 0 0,-40 0 16,1 0-16,39 0 0,-40-40 15,40 40-15,-40 0 0,41 0 0,-41 0 0,0 0 16,40-40-16,-40 40 16,0 0-16,0 0 0,1 0 0,-1-41 15,0 41 1,0 0 62,0 0 31,0 0-93,0 0 0,0 0-16,1 0 15,-1 0 1,0 0-16,0 0 0,0 0 16,0 0-1,0 0-15,0-40 0,1 40 16,-1 0-16,0 0 0,0 0 15,0 0 1,0 0-16,0 0 0,0 0 0,1 0 16,-1 40-16,0-40 0,0 0 15,0 0-15,0 0 0,0 0 16,-40 41 0,40-41-16,1 0 15,-1 0-15,0 0 16,0 0-1,0 0-15,0 0 0,0-41 16,1 41-16,-1 0 16,0 0-16,0 0 15,0 0 1,0 0 15,0 0 110,0 0-126,1 0 32,-1 0-31,0-40-16,0 40 16,0 0-16,-40-40 0,40 40 15,0 0-15,0 0 0,1 0 0,-1-40 0,0 40 16,0 0-16,0 0 15,-40-40-15,40 40 16,0 0-16,0 0 31,1 0-31,-1 0 16,0 0-16,0 0 16,0 0-16,-40 40 0,80-40 0,-40 0 15,1 0-15,-1 0 0,0 0 0,0 0 0,0 0 16,0 0-16,0 0 0,0 0 15,1-40-15,-1 40 0,0 0 0,0 0 16,0-40 0,0 40-16,0 0 0,0-40 15,1 40 1,-1 0-16,-80 0 31,40 40-15,-41-40-16,41 40 0,-40-40 0,0 40 15</inkml:trace>
  <inkml:trace contextRef="#ctx0" brushRef="#br0" timeOffset="157220.84">25239 9785 0,'41'0'0,"-41"-40"0,40 40 16,0 0 0,0-40-16,0 40 0,-40-40 0,40 40 0,0-40 15,1 40-15,-1 0 0,0 0 16,-40 40 31,40-40 15,0 0-62,0 0 0,0 0 16,0 0-16,1 0 15,-1 0-15,0 0 16,0 0-16,0 0 0,0 0 0,0 0 16,0 0-16,1 0 15,-1-40-15,40 40 0,-40 0 0,0 0 0,40 0 16,-39 0-16,39 0 0,-40 0 16,0 0-16,40 0 0,-40 0 0,1 0 0,39 0 15,-40 0-15,0 0 0,0 0 0,0 0 0,0 0 16,1 0-16,-1 0 15,0 0-15,0 0 0,0 0 0,40 0 0,-40 0 16,1 0-16,-1 0 0,0 0 16,40 0-16,-40 0 0,0 0 0,41-40 0,-41 40 15,0 0-15,0 0 16,0 0-16,0 0 0,0 0 0,0 0 0,1 0 16,-1 0-16,0 0 0,-40 40 15,40-40-15,0 0 0,0 0 0,0 0 16,0 0-16,1 0 0,-1 0 0,0 0 15,0 0-15,0 0 16,0 0-16,0 0 0,0 0 0,1 0 16,-1 0-16,-40 40 0,40-40 15,0 0-15,0 0 0,0 0 0,0 0 16,1 40-16,-1-40 16,0 0-16,0 0 0,0 0 15,0 0-15,0-40 0,0 40 0,1 0 16,-1-40-16,0 40 15,0 0-15,0 0 0,-40-40 0,40 40 16,0 0-16,0 0 16,1 0-16,-1 0 0,0 0 15,0-41-15,0 41 16,0-40-16,0 40 16,0 0-1,1 0-15,-1 0 0,0 0 0,0-40 0,0 40 16,0 0-16,0 0 15,0 0 1,1 0 0,-1 0 31,0 0-32,0 0-15,0 0 16,0 0-16,0-40 15,0 40-15,1 0 0,-1-40 0,0 40 16,0 0-16,0-40 16,0 40-16,-40-40 31</inkml:trace>
  <inkml:trace contextRef="#ctx0" brushRef="#br0" timeOffset="158940.74">25761 10708 0,'0'0'0,"-40"0"31,0 0-15,0 0-1,40 40 1,-40-40-16,80 0 78,0 0-62,0 0-1,0 0-15,0 0 0,0 0 16,1 0-16,-1 0 16,0 0-16,0 0 0,0 0 0,40 40 0,-40-40 15,1 40-15,-1-40 16,0 0-16,40 0 0,-40 0 0,0 0 0,0 0 16,41 0-16,-41 0 0,0 0 0,0 0 0,40 0 15,-40 0-15,1 0 0,-1 0 16,0 0-16,0 0 0,0 0 0,0 0 0,0-40 15,0 40-15,1 0 16,-1 0-16,0 0 0,0 0 0,40 0 0,-40 0 16,0 0-16,1 0 0,-1-40 15,0 40-15,40 0 0,-40 0 0,0 0 0,0 0 16,1 0-16,-1 0 16,40 0-16,-40 40 0,0-40 0,0 0 0,0 0 15,1 0-15,-1 0 0,0 0 16,0 0-16,0 40 15,0-40-15,0 0 0,0 0 0,1 0 16,-1 0-16,0 0 16,0 0-16,0 0 0,0-40 0,0 40 0,0 0 15,41 0-15,-41 0 0,0 0 16,0 0-16,0 0 0,0 0 0,1 0 0,-1 0 16,0 0-16,0 0 0,0 0 31,-40 40-16,40-40-15,0 0 16,0 0-16,-40 40 0,41-40 16,-1 0-16,0 40 15,0-40-15,0 40 16,0-40-16,0 0 16,-40 40-16,40-40 0,1 0 15,-1 0 1,0-40-1,0 40-15,0 0 16,0 0-16,0 0 0,0-40 16,1 40-16,-1 0 0,-40-40 15,40 40-15,0 0 16,0 0-16,0 0 16,0 0-1,0 0 1,1-40-16,-1 40 31,0 0-15,0 0-1,0 0 17,0 0-32,0 0 15,0 0-15,-40-40 16,41 40 15</inkml:trace>
  <inkml:trace contextRef="#ctx0" brushRef="#br0" timeOffset="160460.57">25801 11951 0,'40'0'16,"-80"0"15,40 40-15,-40-40-16,80 0 62,0 0-31,1 0-15,-1 0-16,0 0 16,0 0-1,0 0-15,0 0 0,0 0 0,0 0 0,1 0 16,-1 0-16,0 0 16,0 40-16,0-40 0,0 0 0,0 0 0,0 0 15,1 0-15,-1 40 0,0-40 0,0 0 0,0 0 16,0 0-16,0 0 0,0 0 15,1-40-15,-1 40 0,0-40 0,0 40 16,0 0-16,40 0 0,-40-40 16,1 40-16,39-40 0,-40 40 0,0 0 0,0 0 15,0-40-15,0 40 16,1 0-16,-1 0 0,0 0 0,0 0 16,0 0-16,0 0 0,0 0 0,-40 40 15,40-40-15,1 0 0,-1 0 16,0 40-16,0-40 0,0 0 0,0 0 15,0 0 1,0 0-16,1 0 0,-1 0 0,0-40 16,0 40-16,0 0 15,0 0-15,0 0 0,0-40 0,1 40 16,-1 0-16,0 0 16,0 0-16,0 0 0,0 0 0,0 0 15,0 0-15,1 0 0,-1-41 0,0 41 0,0 0 0,0 0 16,0 0-16,0-40 15,1 40-15,-1 0 0,0 0 0,0 0 0,0 0 16,0 0 0,0 0-16,0 0 0,1 0 0,-1 0 0,0 0 15,0 0 1,0 0-16,0 0 0,0 0 16,0 0-16,1 0 15,-1 0 1,0 0-16,0 0 15,0 0 1,0 0-16,0 0 31,0 0-15,1 0 0,-1 0-16,0-40 0,0 40 0,0 0 15,0 0-15,0 0 16,0 0-1,-40-40 1,41 40 0,-1 0-16,-40-40 0,40 40 15</inkml:trace>
  <inkml:trace contextRef="#ctx0" brushRef="#br0" timeOffset="163680.4">26323 7980 0,'0'-40'93,"0"80"95,0 0-157,0 1 0,-40-41 16,40 40-31,0-80 46,0-1-46,0 1 0,0 0-16,0 0 15,0 0 204,0 0-188,-40 40 79,40-40-48,0 0-46,0 80 124,0 0-108,0 0-17,0 0 1,0 0-1,40-40-15,-40 40 0,0 0 0,40-40 16,-40 41-16,0-1 16,40 0-16,-40 0 0,40 0 15,-40 0-15,0 0 16,0 0-16,40 0 16,-40 1-16,0-1 0,0 0 15,0 0 1,0 0-16,0 0 0,0 0 0,0 0 15,0 0 1,0 0-16,0 1 0,0-1 0,0 0 16,0 0-1,0 0-15,0 0 0,0 0 0,0 0 16,0 0 0,0 1-16,0-1 0,0 0 0,0 0 15,0 0-15,0 0 16,0 0-1,0 0-15,40 0 0,-40 0 16,0 1-16,0-1 16,0 0-16,0 0 0,0 0 15,0 0 1,-40 0-16,40 0 0,0 0 0,-40 1 16,40-1-16,0 0 0,0 0 15,0 0 1,0 0-16,0 0 0,80 0 0,-80 0 15,0 0 1,0 1-16,0-1 0,41 0 0,-41 0 16,0 0-16,0 0 0,0 0 15,0 0-15,0 0 0,0 1 16,0-1-16,0 0 16,0 0-16,0 0 0,0 0 0,0 0 15,0 0-15,0 0 0,0 0 16,0 1-16,0-1 15,0 0-15,0 0 0,40-40 16,-40 40-16,0 0 16,0 0-16,0 0 0,40-40 15,-40 40-15,0 1 16,0-1-16,0 0 0,0 0 16,0 0-16,0 0 15,0 0 1,0 0-16,0 0 15,0 0-15,0 1 16,0-1-16,40 0 16,0 0-1,-40 0 1,40 0 0,-40 0-1,0 0 1,0 0-1,0 1 17,0-1-17,0 0 1,0 0 0,0 0-16,0 0 15,40-40 1,-40 40-1,0 0 48,0 0-47,0 0-16,0 1 15,0-82 16,0 1-31,0 0 0</inkml:trace>
  <inkml:trace contextRef="#ctx0" brushRef="#br0" timeOffset="165930.23">27286 7740 0,'0'40'16,"0"0"47,0 0-48,0 0-15,0 0 31,0 0-31,0 0 16,0 1 0,0-1-16,0 0 15,0 0 1,0 0-16,0 0 16,0 0-16,0 0 0,0 0 15,40 1-15,-40-1 16,0 0-16,0 0 0,0 0 0,40-40 15,-40 40-15,0 0 16,0 0-16,0 0 0,0 0 0,0 1 16,0-1-1,0 0-15,0 0 0,0 0 0,0 0 16,0 0 0,0 0-16,0 0 0,0 1 0,0-1 15,40 0-15,-40 0 0,0 0 0,0 0 0,0 0 16,40 0-16,-40 0 0,0 0 15,0 1-15,0-1 0,0 0 0,0 0 16,41 0-16,-41 0 16,0 0-16,0 0 0,0 0 0,40-40 15,-40 41-15,0-1 0,0 0 16,0 0-16,0 0 0,0 0 16,0 0-16,0 0 0,0 0 15,0 0 1,0 1-16,0-1 0,0 0 15,0 0-15,0 0 16,40-40-16,-40 40 0,0 0 16,40-40-16,-40 40 15,0 0-15,0 1 0,0-1 0,40 0 16,-40 0-16,0 0 0,0 0 16,0 0-16,0 0 0,0 0 15,0 0-15,40-40 0,-40 41 16,0-1-16,0 0 15,0 0-15,0 0 16,0 0-16,0 0 16,0 0-16,0 0 0,0 1 31,0-1-31,0 0 16,0 0-1,0 0-15,0 0 16,40-40-16,-40 40 0,0 0 31,0 0-31,0 0 16,0 1-1,0-1 17,0 0-17,40-40 1,-40 40-16,41 0 15,-1 0 17,-40 0-1,0 0-31,0 0 16,0 1-1,-40-41-15,40 40 47,40-40-16,-40 40-31,-81-40 32,81 40-32,-40-40 15,0 0-15,40 40 0,40-40 47</inkml:trace>
  <inkml:trace contextRef="#ctx0" brushRef="#br0" timeOffset="167830.17">28610 7579 0,'0'-40'0,"0"0"15,40 40 1,-40 40 78,-40-40-79,40 40-15,0 0 16,0 1 0,0-1-1,-40-40-15,40 40 0,0 0 0,0 0 16,0 0-16,0 0 15,0 0-15,0 0 0,0 0 0,0 1 16,0-1-16,0 0 0,0 0 16,40-40-16,-40 40 0,0 0 0,0 0 0,0 0 15,0 0 1,40 1-16,-40-1 0,0 0 0,0 0 0,0 0 16,0 40-16,40-40 0,-40 0 0,0 0 15,0 1-15,0-1 0,40 0 16,-40 0-16,0 0 0,0 40 0,0-40 0,0 0 15,41 1-15,-41 39 16,0-40-16,0 0 0,0 0 0,0 40 0,0-40 16,0 0-16,0 1 0,0-1 15,0 0-15,0 0 0,0 0 0,0 0 0,40 0 16,-40 0-16,0 0 16,0 1-16,0-1 0,0 0 0,0 0 15,0 0-15,0 0 0,0 0 0,0 0 16,0 0-16,0 0 15,0 1-15,0-1 0,0 0 16,0 0-16,0 0 16,0 0-16,0 0 0,0 0 15,0 0-15,0 1 16,0-1-16,40 0 0,-40 0 16,0 0-16,0 0 0,40 0 15,-40 0 1,0 0-16,0 0 0,40-40 15,-40 41-15,0-1 16,0 0-16,0 0 0,0 0 16,40 0-1,-40 0-15,0 0 16,0 0-16,0 1 16,0-1-16,0 0 15,0 0-15,0 0 31,0 0-31,0 0 16,40-40-16,-40 40 16,41 0-16,-41 0 15,0 1 1,40-41-16,-40 40 16,0 0-16,0 0 31,0 0 0,0 0-31,0 0 16,0 0-1,0 0 1,-40-40 0,40 41-16,0-1 15,0 0 16,0 0 1,0 0-17,40-40-15,-40 40 16,40-40-16,-40 40 16,0 0-1,0 0 1,0-80 46</inkml:trace>
  <inkml:trace contextRef="#ctx0" brushRef="#br0" timeOffset="170209.97">29653 7299 0,'41'0'47,"-41"40"47,0 0-63,-41-40-16,41 40 1,0 0-16,0 0 16,0 0-1,-40-40-15,40 40 16,0 0 0,0 1-1,0-1-15,0 0 16,0 0-1,0 0-15,0 0 0,0 0 16,0 0-16,40 0 16,-40 0-16,0 1 0,0-1 15,41 0 1,-41 0-16,0 0 0,0 0 16,0 0-16,0 0 0,0 0 15,0 1-15,0-1 0,0 0 16,0 0-16,0 0 0,0 0 0,0 0 15,0 0-15,40 0 16,-40 0-16,0 1 0,40-1 0,-40 0 0,0 0 16,40 0-16,-40 0 0,0 0 15,0 0-15,40 0 0,-40 1 0,0-1 0,0 0 16,40-40-16,-40 40 0,0 0 0,0 0 16,0 0-1,0 0-15,0 0 0,0 0 0,0 1 16,0-1-16,0 0 15,0 0-15,0 0 0,0 0 0,0 0 16,0 0-16,0 0 16,0 1-16,0-1 0,0 0 15,0 0-15,0 0 16,0 0-16,0 0 0,0 0 16,0 0-16,0 0 15,0 1-15,0-1 16,0 0-16,0 0 15,0 0 1,0 0-16,0 0 0,0 0 16,0 0-1,0 1 1,0-1-16,0 0 16,0 0-1,0 0-15,0 0 0,0 0 16,0 0-16,0 0 15,0 0-15,0 1 0,0-1 16,0 0-16,0 0 16,0 0-16,0 0 15,0 0 1,0 0-16,0 0 16,40 1-16,-40-1 15,0 0 1,40-40-16,-40 40 15,0 0 1,0 0 0,0 0-1,0 0-15,0 0 16,0 0-16,41 1 31,-41-1 0,0 0-15,0 0 0,0 0 15,0 0-15,0 0-16,0 0 31,0 0 0,0 1-15,0-1-1,-41-40 17,41 40-32,-40 0 31,40 0 0,0 0-15,0 0 31,-40-40-32,40 40-15,0 0 16,0 0 93,0 1-78,-40-41 1,40-41-32,0 1 15</inkml:trace>
  <inkml:trace contextRef="#ctx0" brushRef="#br0" timeOffset="175849.64">20184 14116 0,'0'41'0,"-41"-41"0,82-41 140,-1 1-124,0 0 0,0 40-16,0-40 15,0 40-15,0 0 16,0-40-16,1 40 16,-1 0-16,0 0 31,-40 40-31,0 0 31,40-40-31,-40 40 0,0 0 16,0 1-1,0-1-15,0 0 16,0 0 0,0 0-1,-40-40-15,40 40 0,-40 0 0,40 0 16,-40-40-16,40 40 0,0 1 15,-41-41-15,41 40 0,0 0 32,0 0-32,0 0 31,0 0-31,0 0 16,0 0-1,0 0 1,41-40-16,-1 40 31,0 1-31,0-41 16,0 0-1,-40 40 1,40-40 0,0 0-1,-40-40 1,40 40-1,-40-41 17,0 1-1,0 0-31,0 0 0,0 0 16,0 0-16,-40 40 15,0 0 1,0 0-16,0 0 15,0 0 1,0 0-16,0 0 0,-1 0 16,1 0-1,0 0-15,0 0 0,40-40 16,-40 40-16,0-40 0,0 0 16,40 0-1,-40 40-15,40-41 0,0 1 16,-41 40 78,41-40-94,0 0 15,-40 40 1,40-40-16,0 0 0,0 0 15,40 0 1,1 40 15</inkml:trace>
  <inkml:trace contextRef="#ctx0" brushRef="#br0" timeOffset="176879.58">21307 14036 0,'0'40'109,"0"0"-93,0 1-1,0-1-15,0 0 0,0 0 0,40 0 16,0 0-16,-40 0 0,0 0 16,40-40-16,-40 40 0,41 1 15,-41-1 1,0 0-1,0 0 32,0-80 0,0 0-31,40 40-16,-40-40 15,0-1 1,40 41-16,-40-40 16,40 40-16,0 0 31,0 0-31,0 0 31,-40 40-15,40 1-1,-40-1-15,0 0 0,41-40 16,-41 40 0,0 0-1,-41 0 17,1-40-32,0 0 15,0 0 1,0 0-16,0 0 15,0 0 1,40-40 0,-40 40-1,40-40-15,0 0 16</inkml:trace>
  <inkml:trace contextRef="#ctx0" brushRef="#br0" timeOffset="177289.55">21949 14357 0,'40'0'0,"-40"-40"16,0 80 30,40 0-14,-40 0-17,41-40-15,-41 40 16,40 1-16,0-1 16,-40 0-16,40-40 0,-40 40 0,0 0 15,40-40 1,-40 40-16,40-40 0</inkml:trace>
  <inkml:trace contextRef="#ctx0" brushRef="#br0" timeOffset="177519.55">21869 14036 0,'-40'-40'15,"0"40"1,40-40 0,40 0-1</inkml:trace>
  <inkml:trace contextRef="#ctx0" brushRef="#br0" timeOffset="178029.51">22190 13876 0,'40'0'0,"-40"40"47,0 0-16,0 0-15,40-40-1,-40 40-15,40 0 0,-40 0 16,40 1-16,-40-1 0,41 0 16,-1 0-16,-40 0 15,40-40-15,-40 40 0,40 0 16,-40 0-1,40-40-15,-40 40 0,40-40 16,-40 41-16,40-41 16,0 0-16,-40 40 0,41-40 15,-1 0 1,-40-40 31,0-1-47</inkml:trace>
  <inkml:trace contextRef="#ctx0" brushRef="#br0" timeOffset="178309.49">22350 14357 0,'0'0'16,"0"-40"0,41 0-1,-1 40-15,40-40 16,-40 0-16,0 40 15,0 0 1</inkml:trace>
  <inkml:trace contextRef="#ctx0" brushRef="#br0" timeOffset="178779.46">23233 13916 0,'0'40'94,"0"0"-79,0 0 1,40-40-16,-40 40 16,0 0-16,0 1 0,40-1 15,1 0 1,-1 0-16,0 0 16,-40 0-16,0 0 15,40-40-15,-40 40 16,0 0-16,0 1 0,40-1 0</inkml:trace>
  <inkml:trace contextRef="#ctx0" brushRef="#br0" timeOffset="179149.44">23193 13956 0,'0'-40'15,"0"0"1,0 0 15,40 40-31,0-40 16,0 40-16,-40-40 16,41 40-1,-1 0-15,-40-41 0,40 41 16</inkml:trace>
  <inkml:trace contextRef="#ctx0" brushRef="#br0" timeOffset="179589.43">23313 14638 0,'0'0'0,"41"0"94,-1 0-78,-40-40-16,40 40 0,0 0 0,0 0 15,0 0 1,0 0-16,0 0 0,1-40 0,-1 40 16,-40-40-16,40 40 0,0 0 15,-40-41-15,40 41 0</inkml:trace>
  <inkml:trace contextRef="#ctx0" brushRef="#br0" timeOffset="180399.37">24156 14157 0,'-40'0'31,"40"40"-15,0 0-1,40-40-15,-40 40 0,40 0 16,-40 0-16,40 0 0,0-40 16,-40 40-1,41-40-15,-41 40 0,40-40 63,-40-40-63,0 0 15,0 0-15,0 0 16,0 0 0,0 0-16,0 0 15,0 0-15,40-1 16,0 41-1,0 0 1,0 0-16,0 0 16,-40 41-1,0-1 1,0 0-16,0 0 0,0 0 16,-40-40-1,40 40-15,-40 0 0,0-40 31,40-40-31,-40 0 32,40 0-32,0 0 0,0 0 15,40 0-15,-40-1 0,80 41 16,-80-40-16,40 40 16,0 0-16,1 0 15,-1 0 1,0 40-1,0 1 1,-40-1 15,0 0-31,40 0 0,-40 0 16,0 0-16,40-40 0,-40 40 0,0 0 16,0 0-16,40-40 15,-40 41-15,40-1 0</inkml:trace>
  <inkml:trace contextRef="#ctx0" brushRef="#br0" timeOffset="181049.33">25280 14036 0,'-41'0'0,"1"0"15,0 0-15,0 0 32,0 0-32,40 40 15,-40-40-15,40 40 0,0 1 32,0-1-32,0 0 31,40-40-16,-40 40-15,40-40 16,0 0-16,0 0 31,-40-40-31,0 0 16,0 0 0,0-1-16,40 41 15,-40-40-15,41 40 78,-1 0-78,-40 40 0,40-40 0,0 41 16,0-41 0,0 40-16,-40 0 0,40-40 15,1 40-15,-1 0 16,-40 0-16,40-40 0</inkml:trace>
  <inkml:trace contextRef="#ctx0" brushRef="#br0" timeOffset="182379.25">25882 13956 0,'-41'0'0,"1"0"32,0 0-32,0 0 15,40 40 1,-40 0-1,0 0 1,40 0 0,40 1-1,0-41-15,40 40 16,-40-40-16,1 0 16,-1 0-1,40 0 1,-80-40-1,0-1-15,0-39 32,0 40-32,0 0 15,-40 40 1,40 40 0,0 0-1,40 0 1,0 41-1,0 39 1,0-80-16,-40 120 31,40-119-31,-40-1 0,0 0 0,0 0 0,0 80 16,0-40 0,-40 1-1,0-81-15,-40 40 31,40-40-31,0 0 16,0 40-16,-41-80 16,41 40-16,40-40 15,-40-1-15,0-39 32,40 40-32,0 0 15,0 0-15,40 40 0,-40-40 16,40 40-16,0-40 15,81 0 1,-81 0 0,0 40-16,40 0 15,-40 0-15,0 0 0,1 0 16,-1 0-16,40 0 31,-80-41-31,40 1 0,-40 0 31,40 0-31,-40 0 32,0 0-32,40 40 15,-40-40 1,0 0 0,40 40-1,-40-40 1,0-1 15,-40 41-31,0 0 0,0 0 31,0 0-31,0 0 0,40 41 16,-40-41 0,40 40-1,0 0 1,40-40-16,-40 40 0,40-40 15,-40 40-15,40-40 0,-40 40 0,40-40 0,0 40 16,0-40 0,1 0-16,-41 40 15,40-40-15,0 0 0,0 0 16,-40-80 0,40 80-16,0 0 0,0 0 15,0-40 1,-80 40 62,0 0-62,0 0-1</inkml:trace>
  <inkml:trace contextRef="#ctx0" brushRef="#br0" timeOffset="201891.55">19301 16042 0,'0'40'156,"-40"-40"-62,0 0-94,-1 0 15,1 0 1,0 0-16,40 40 0,-40-40 0,0 40 15,40 0 1,-40-40-16,40 40 16,0 0 15,-40-40-31,40 40 0,0 0 16,0 0-1,0 1-15,0-1 16,0 0-16,0 0 0,0 0 31,0 0-15,0 0-1,40-40-15,-40 40 16,40 0 0,-40 1-16,0-1 15,40 0-15,-40 0 16,40-40-1,0 0 1,0 0 0,1 0-16,-1 0 15,0 0 1,0 0-16,0 0 16,0 0-1,0 0 1,0 0 15,1 0-15,-1-40 15,0 0-15,0 0-1,0-1 1,0 1-16,-40 0 15,40 40 1,-40-40 0,0 0-1,0 0 1,0 0 0,-40 40-16,40-40 15,-40 40-15,40-40 16,-40 40-16,40-41 0,-40 41 15,40-40 1,0 0-16,0 0 31,0 0-15,-40 40-16,40-40 16,0 0-16,-40 40 31,40-40-31,0 0 15,-41 0-15,41-1 16,-40 41-16,40-40 16,0 0 62,-40 40-31,0 0 0,0 0-47,40 40 0,-40-40 15,0 0-15</inkml:trace>
  <inkml:trace contextRef="#ctx0" brushRef="#br0" timeOffset="202901.49">21066 16001 0,'0'-40'0,"0"0"31,40 40-15,-40-40-16,0 0 31,0 80 63,0 0-79,0 0 1,0 0-16,0 1 16,0-1-16,0 0 15,0 0 1,0 0-16,0 0 0,0 0 15,0 0-15,0 0 0,0 0 16,0 1-16,0-1 16,0 0-16,41-40 0,-41 40 15,40-40 1,-40 40-16,40-40 0,0 40 0,-40 0 16,40-40-1,-40 40-15,40-40 16,-40 40-16,40-40 31,0 0-15,1-40-16,-1 40 15,-40-40-15,40 40 0,0 0 16,-40-40 0,40 40-16,0-40 0,0 40 15,-40-40-15,0 0 16</inkml:trace>
  <inkml:trace contextRef="#ctx0" brushRef="#br0" timeOffset="203281.47">20986 16402 0,'-40'0'16,"80"0"-16,-120 0 0,80 41 0,-40-41 15,0 0-15,80 0 31,0 0-31,-40-41 16,40 41-16,-40-40 0,40 40 16,0 0-16,0 0 0,-40-40 0,40 40 0,-40-40 15,41 40-15,-1 0 16,0 0-16,0-40 0,0 40 0,0 0 16,0 0-16,0 0 15,1 0-15</inkml:trace>
  <inkml:trace contextRef="#ctx0" brushRef="#br0" timeOffset="203891.5">21989 16162 0,'0'0'16,"81"0"0,39 0-1,40 40 1,-39 0 15,-81 0-15,0 0-1,-40 0 17,0 0-17,-40-40-15,0 81 16,40-41-1,-40-40-15,40 40 32,-40-40-32,-1 0 15,1 0-15,0 0 16,0 0-16,-40-80 31,40 80-31,40-40 16,0-1-1,40-39 1,0 0 15,0 40-31,0 40 0,-40-40 16,40 0 0</inkml:trace>
  <inkml:trace contextRef="#ctx0" brushRef="#br0" timeOffset="204751.47">23313 15961 0,'-40'0'0,"40"-40"47,0 0-32,81 40-15,-1 0 16,-40 0-16,0-40 15,0 40-15,0 0 16,0 0-16,1 0 0,-1 0 16,0 0-16,0 40 15,0-40-15,-40 40 0,40-40 0,-40 40 0,40-40 16,-40 40-16,0 1 16,0-1-16,0 0 15,-40 0 1,0 0-16,40 0 0,-40-40 0,0 0 15,40 40-15,-40-40 0,0 0 0,-1 40 0,1-40 16,0 40 0,0-40-16,0 0 0,0 0 15,0 0-15,0 0 16,-1 0-16,41-40 16,-40 40-16,40-40 31,40 40-16,1 0 1,-1 0-16,0 0 0,0 0 16,0 0-1,0 40 1,-40 0 0,0 0-16,40 1 0,-40-1 15,0 0 1,0 0-16,40 0 0,-40 0 15,41-40-15,-41 40 0,40-40 0,-40 40 16,40 0-16,0 1 16,0-1-16,0-40 15,-40 40 1</inkml:trace>
  <inkml:trace contextRef="#ctx0" brushRef="#br0" timeOffset="205501.37">24477 16001 0,'0'-40'16,"40"40"15,-40 40-16,0 1 1,40-41-16,-40 40 31,40-40-15,-40 40-16,0 0 16,0 0-16,41 0 15,-41 0-15,0 0 16,40-40-16,-40 40 15,40-40 1,-40 40-16,40-40 78,-40-40-78,40 40 16,0 0-16,-40-40 15,40 40 1,0 0-16,-40 40 16,41-40-16,-41 40 15,40 1-15,-40-1 0,40 0 16,-40 0 0,40 0-16,-40 0 0,40-40 15,-40 40-15,0 0 16,0 0-16,0 1 15,-40-41-15,0 0 16,-40 0 0,39 0-16,1 0 0,-40 0 0,40 0 15,0 0-15,0-41 0,-41 41 16,41 0-16,40-40 0,-40 40 0,0 0 0,0 0 16,40-40-1,-40 40-15</inkml:trace>
  <inkml:trace contextRef="#ctx0" brushRef="#br0" timeOffset="205891.34">24437 16122 0,'40'-40'31,"0"40"-31,0-40 0,0-1 16,-40 1-16,41 40 0,-1 0 15,-40-40-15,40 40 16,-40-40-16,40 40 0,-40-40 16,40 40-16,0 0 15,-40-40-15,40 40 0,0 0 0,-40-40 0,41 40 16,-1 0-16,0 0 16,0-40-16,0 40 0,0 0 0,0 0 15,0 0-15,1 0 0,-1 0 0</inkml:trace>
  <inkml:trace contextRef="#ctx0" brushRef="#br0" timeOffset="206601.31">25962 15681 0,'40'0'0,"0"0"31,-40 40-15,0 0 0,0 0-16,0 0 0,-40 0 15,40 0 1,0 0-16,0 0 0,0 1 16,0-1-16,0 0 15,0 0-15,0 0 0,40 0 0,-40 0 16,40 0-16,-40 0 31,40-40-31,0 0 31,-40-40-31,41 0 0,-1 40 16,-40-40 0,40 40-1,-40-40-15,40 40 31,0 0-31,0 40 0,0-40 16,-40 40-16,40 0 16,1-40-16,-41 40 0,40-40 0,-40 40 0,40-40 15,0 41-15,-40-1 0,40 0 16,-40 0-16,0 0 16,0 0-1,0 0-15,-40-40 16,0 0-16,0 0 15,0 0-15,-1 0 16,1 0-16,0 0 0,0 0 16,0 0-16,0 0 15,40 40-15,-40-40 0</inkml:trace>
  <inkml:trace contextRef="#ctx0" brushRef="#br0" timeOffset="207441.31">26162 15721 0,'0'-40'16,"0"-1"-1,0 1-15,0 0 32,81 40 46,-41 0-63,0 0-15,0 0 16,0 0-16,0-40 0,0 40 0,1 0 16,-1 0-1,0 0-15,0 0 0,0-40 0,0 40 16,0 0 0,0-40-1,1 40 16,-1 0 1,0 0-17,-40 40-15,40-40 16,0 40 0,-80-40 30,0 0-30,0-40-16</inkml:trace>
  <inkml:trace contextRef="#ctx0" brushRef="#br0" timeOffset="-185467.54">11195 16282 0,'-40'0'15,"40"40"220,0 0-220,0 0 1,40 1-16,-40-1 0,0 0 0,40-40 16,-40 40-16,0 0 15,0 0-15,0 0 0,41 0 16,-41 0-16,0 1 0,0-1 0,0 0 16,40-40-16,-40 40 0,0 0 15,0 0 1,0 0 15,0-80 16,-40 40-31,40-40-16,0 0 0,-41 40 15,41-40-15,0 0 0,0 0 16,-40 40-16,40-41 0,0 1 15,-40 0 1,40 0-16,0 0 16,-40 40-16,40-40 0,0 0 15,-40 0-15,40 0 16,0-1-16,-40 41 16,40-40-16,0 0 15,0 0-15,0 0 16,-40 0-1,40 0 1,40 40 15,-40-40-31,40 40 0,0 0 16,0 0 0,0 0-1,0 40 1,1-40 15,-1 0-31,-40 40 31,40-40-15,-40 40-16,0 0 16,-40 0-1,0-40 1,40 40-1,0 0-15,-41 1 16,41-1-16,-40-40 16,40 40-16,-40-40 15,40 40 1,-40-40 0,80 0 15,-40-40-31</inkml:trace>
  <inkml:trace contextRef="#ctx0" brushRef="#br0" timeOffset="-185087.56">11918 16282 0,'0'40'46,"0"0"-30,0 0-16,0 1 0,0-1 16,0 0-1,0 0-15,0 0 0,40-40 16,-40 40-16,0 0 0,40-40 16,-40 40-1</inkml:trace>
  <inkml:trace contextRef="#ctx0" brushRef="#br0" timeOffset="-184827.48">11918 16001 0,'0'-40'16,"0"0"0,0 0-1</inkml:trace>
  <inkml:trace contextRef="#ctx0" brushRef="#br0" timeOffset="-184427.51">12439 16162 0,'0'40'16,"0"0"62,40-40-78,-40 40 16,40 0-16,1-40 0,-1 40 0,-40 0 15,40 1-15,0-41 0,0 40 16,0-40-16,0 40 0,0 0 0,1-40 0,-1 40 15,0-40-15,0 40 16,0-40-16,0 40 0,0-40 0,-40 40 0,40-40 16,1 0-16</inkml:trace>
  <inkml:trace contextRef="#ctx0" brushRef="#br0" timeOffset="-184087.62">13121 16483 0,'0'0'0,"-40"0"0,40 40 0,-40-40 15,0 0-15,0 0 16,40 40-16,-40-40 0,0 0 31,-1 0-31,1 0 0,40 40 16,-40-40-16,40 40 0,-40-40 16,40 40-16,-40 0 0,40 0 15,-40-40-15,40 41 0,0-1 0,-40 0 16,40 0-1,0 0-15</inkml:trace>
  <inkml:trace contextRef="#ctx0" brushRef="#br0" timeOffset="-183597.56">13603 16523 0,'0'0'0,"0"-40"62</inkml:trace>
  <inkml:trace contextRef="#ctx0" brushRef="#br0" timeOffset="-183137.68">13723 16483 0,'0'-40'78,"40"40"-78,0 0 0,-40-41 15,41 41 1,-1 0-16,-40-40 0,40 40 0,0 0 16,0-40-16,0 40 15,0-40-15,0 0 16,-40 0 15,-40 40-31,0 0 16,0 0-1,40 40-15,-40-40 0,40 40 0,-40-40 16,0 0-16,40 40 16,-40 0-16,-1-40 15,41 40-15,-40-40 16,40 41 0,0-1 15,0 0-31,0 0 15,40-40 1,1 0-16,-1 40 16,0-40-1,0 40-15,0-40 0,0 40 16,0-40-16,0 0 0</inkml:trace>
  <inkml:trace contextRef="#ctx0" brushRef="#br0" timeOffset="-182747.61">14606 16001 0,'0'41'16,"0"-1"15,0 0-31,0 0 16,0 0-1,0 0-15,0 0 16,0 0 0,0 0-16,0 0 0,0 1 0,0-1 15,40 0-15,-40 0 0,40 0 16,-40 0-16,0 0 16,40-40-16,1 40 0</inkml:trace>
  <inkml:trace contextRef="#ctx0" brushRef="#br0" timeOffset="-181727.67">16291 16603 0,'0'-40'47,"40"40"62,1 0-109,-1 0 16,0 0-16,0 0 15,0 0 1,0 0-16,0 0 0,0 0 0,1 40 16,-1-40-16,0 0 15,0 0-15,0 0 0,0 0 16,0 0-16,0 0 0,1 0 16,-1 0-1,0 0-15,0 0 16,0 0-1,0 0 17,-40-40 30</inkml:trace>
  <inkml:trace contextRef="#ctx0" brushRef="#br0" timeOffset="-181187.8">16973 16362 0,'41'0'32,"-41"-40"-32,40 80 62,0-40-46,-40 40-1,40-40-15,0 0 0,-40 41 0,40-41 16,0 0-16,-40 40 0,40-40 0,-40 40 0,41-40 16,-1 0-1,-40 40-15,40-40 0,0 0 16,-40 40-16,0 0 15,40-40 17,-40 40-17,0 0-15,-40 0 16,0 1 0,40-1-16,-40-40 15,40 40-15,0 0 16,0 0-16,-40 0 15,40 0 1,-41-40-16</inkml:trace>
  <inkml:trace contextRef="#ctx0" brushRef="#br0" timeOffset="-172828.2">15810 7940 0,'-40'0'16,"40"-40"31,-40 40-47,-1 0 31,82 0 203,-1 0-218,0 0 0,0 0-16,0 0 15,0 0 1,-40-40-16,40 40 15,0 0 1,-40-40 15,41 40-31,-1 0 0,0 0 32,0 0-32,0 0 15,0 0 1,0 0-16,0 0 31,1 0-15,-1 0-16,0 0 15,0 0 1,0 0 0,-40-40 15,40 40-31,0 0 15,0 0 1,1 0 0,-41-40-16,40 40 0,0 0 15,0 0 17,0 0-1,0 0-31,0 0 15,0 0 1,1 0 0,-1 0-16,0 0 15,0 0 1,0 0-16,0 0 0,0 0 16,0 0-1,1 0 1,-1 0-1,0 40 1,0-40 0,0 0-16,-40 40 15,40-40-15,0 0 32,0 0-17,1 0 1,-1 0-16,0 0 0,0 0 0,0 0 15,0 0 1,0 0-16,0 0 0,1-40 0,-1 40 16,0 0-16,0 0 0,-40-40 0,40 40 15,0 0 1,0 0 0,1 0-1,-1 0-15,0 0 16,0 0-1,0 0-15,0 0 0,0 0 16,0 0 0,1 0-1,-1 0 1,0 0 0,-40-40-1,40 40-15,0 0 31,0 0 1,0 0-17,0 0 1,1 0-16,-1 0 16,0 0-1,0 0 1,0 0-1,0-40 32,0 40-47,0-41 16,1 41 0,-1 0-16,0 0 15,40 0 48,-40 0-48,0-40 1,0 40-16,1 0 16,-1 0-16,0 0 15,0 0-15,0 0 0,0 0 16,0 0-1,0 0-15,1 0 47,-1 0-47,0 0 16,0-40-16,0 40 16,0 0-16,0-40 0,0 40 15,1 0-15,-1 0 16,0 0 15,0 0-15,0 0-1,0 0 1,0 0-16,0 0 0,1 0 0,-41-40 16,40 40-16,0 0 0,0-40 15,0 40-15,0 0 0,0 0 16,0-40-16,1 40 15,-1 0-15,0 0 16,0 0 0,0 0-1,0 0 63,0 0-62,-40-40 0,40 40-16</inkml:trace>
  <inkml:trace contextRef="#ctx0" brushRef="#br0" timeOffset="-172308.23">20625 7339 0,'0'0'0,"0"40"15,40-40 95,0 0-79,0 0-16,41 0 1,-41 0-16,0 0 0,0 0 16,0 0-16,0 40 0,0-40 31,-80 0 0,0 0-15,-40 40-1,40-40-15,0 40 0,-1-40 0,1 0 0</inkml:trace>
  <inkml:trace contextRef="#ctx0" brushRef="#br0" timeOffset="-171338.34">22511 7900 0,'-40'0'15,"0"0"1,40 40 62,-40-40-62,-1 0-16,41 40 0,-40-40 15,40 40-15,0 1 16,-40-41-16,0 40 0,40 0 16,0 0-1,40-40 16,0 0-31,-40-40 32,40 40-17,-40-40-15,0 0 0,41 40 16,-41-41 0,40 41-16,-40-40 0,40 40 15,0 0 1,-40-40-16,40 40 15,0 0 48,0 0-47,0 0-16,1 0 15,-1 0-15,0 0 16,0 0-1</inkml:trace>
  <inkml:trace contextRef="#ctx0" brushRef="#br0" timeOffset="-169948.38">22591 8020 0,'0'0'16,"40"0"31,-40 41-16,-40-41-15,40 40-16,0 0 0,0 0 15,0 0-15,0 0 16,0 0-16,0 0 0,0 0 16,0 1-16,40-1 0,-40 0 0,0 0 15,0 0-15,0 0 16,0 0-16,0 0 0,40 0 15,-40 0-15,0 1 0,0-1 16,0 0-16,0 0 0,0 0 0,0 0 16,0 0-16,-40 0 0,40 0 15,0 1-15,0-1 16,0 0-16,0 0 0,40 0 0,-40 0 16,0 0-16,0 0 15,0 0-15,0 0 0,0 1 0,0-1 0,0 0 16,41-40-16,-41 40 15,0 0-15,0 0 0,0 0 0,0 0 16,0 0 0,40 1-16,-40-1 15,0 0 1,40-40 0,-40 40-16,0 0 0,0 0 15,0 0 1,0 0-16,0 0 15,0 0 1,0 1-16,0-1 16,0 0-16,0 0 15,40 0 1,0 0-16,-40 0 16,0 0-1,0 0-15,0 1 31,0-1-31,0 0 16,0 0 0,0 0-16,0 0 15,0 0-15,0 0 16,0 0 0,0 0-16,0 1 15,0-1 1,40-40-16,-40 40 15,0 0 1,0 0-16,0 0 16,0 0-16,-40 0 15,40 0 1,0 1 0,0-1-1,0 0 1,0 0-1,0 0 1,0 0 0,0 0-16,0 0 15,40 0 1,0 0 0,0-40 15,-40 41-31,0-1 47,0 0-16,0 0-15,41-40-1,-1 0 1,-40 40 31,0 0-32,0 0 1,40-40-16,0 0 16,-40 40-16,0-80 46</inkml:trace>
  <inkml:trace contextRef="#ctx0" brushRef="#br0" timeOffset="-169288.5">22752 12031 0,'0'40'0,"40"-40"31,-40-40-31,40 40 16,0 0-16,-40-40 15,40 40 1,-40 40 15,0 0-15,80-40-1,-39 40 1,-41 0 15,40-40-31,-40 40 16,80-40 31,-40 0-16,-40-40-31,40 40 16,0-40-1,-40 0 1,0 0-16,40 40 16,1 0-1,-41-40-15,-41 40 63</inkml:trace>
  <inkml:trace contextRef="#ctx0" brushRef="#br0" timeOffset="-165268.75">28129 5935 0,'40'0'16,"-40"40"-16,0-80 109,0 0-62,40 0-32,0 40 1,0 0-16,0-40 16,0 40-1,0 0-15,1 0 32,-1 0-17,-40 40 1,40-40-1,-40 40 1,0 0 0,0 0-1,0 0 1,-40 0 0,40 0-16,-40-40 15,40 41-15,-41-41 0,41 40 16,-40-40-16,0 40 15,0-40-15,40 40 16,-40-40-16,40 40 0,-40-40 16,40 40-1,0 0-15,0 0 16,0 0 0,-40-40-16,40 40 0,0 1 15,0-1 1,40-40 31,0 40-47,0-40 15,0 0-15,0 0 16,0 0-16,1 0 31,-1 0 0,-40-40-31,40 0 16,-40-1 0,0 1 15,-40 40-15,40-40-16,-40 40 0,-1-40 15,1 0 1,0 40-16,40-40 0,-40 40 0,0-40 15,40 0 1,-40 40-16,40-40 0,-40 40 0,0-40 16,40-1-16,-41 41 0,41-40 15,-40 40 1,40-40-16,-40 40 0,40-40 16,-40 40-1,80 0 16,0 0-15,0 0 15,1 0-31</inkml:trace>
  <inkml:trace contextRef="#ctx0" brushRef="#br0" timeOffset="-164838.78">29011 6176 0,'-40'0'16,"40"-40"-16,0 80 94,0 0-94,40-40 0,1 40 15,-1 0 1,-40 0-16,40-40 0,0 40 16,0-40-16,-40 40 0,40-40 0,0 0 15,-40 40-15,40-40 16,1 0-16,-1 40 0,0-40 16,-40 41-1</inkml:trace>
  <inkml:trace contextRef="#ctx0" brushRef="#br0" timeOffset="-164428.71">29413 6136 0,'0'0'0,"-40"40"62,-1-40-46,41 40 0,-40-40-16,40 40 15,-40 0-15,40 0 16,-40-40-16,40 40 16,0 0-16,-40 0 15,40 0 1,0 1-1,-40-41 1</inkml:trace>
  <inkml:trace contextRef="#ctx0" brushRef="#br0" timeOffset="-162948.79">29934 5935 0,'40'0'0,"-40"-40"47,41 40 15,-41 40-62,40-40 16,0 0-1,0 0-15,0 0 16,-40 40-16,40-40 0,0 0 31,-40 40-15,0 0 0,0 0-1,0 1 1,0-1-16,0 0 15,0 0 1,-40-40-16,0 0 16,40 40-16,-40-40 15,0 0 1,40 40-16,0 0 16,-40-40-1,40 40-15,-40-40 0,40 40 16,-41-40-1,41 40 1,41-40 109,-1 0-125,0 0 16,0 0-16,0 0 0,0 0 15,0 0 1,0 0-16,1 0 31,-41-40 63,0 0-78,-41 0-1,41 0 1,-40 0-1,0 40 1,0 0-16,40-40 0,-40 40 16,0 0-16,40-40 0,-40 40 0,0-40 15,-1 40 1,41-40-16,-40 40 16,40-41-1,0 1 32,0 0-47,0 0 31,40 40-31,-40-40 16,41 40 0,-1 0-16,0 0 15,0 0 1,0 0-16,0 0 15,-40-40-15</inkml:trace>
  <inkml:trace contextRef="#ctx0" brushRef="#br0" timeOffset="-140040.25">26002 1403 0,'0'0'16,"40"0"47,-40-40-48,0 0 1,40 40-16,0 0 15,-40-40-15,40 40 0,1-40 16,-1 40 0,0 0-16,0 0 31,-40 40-15,0 0-1,0 0-15,40-40 16,-40 40-16,0 0 0,0 0 15,0 0-15,-80-40 16,80 41-16,0-1 0,0 0 0,-40 0 16,0 0-1,40 0-15,-41 0 16,41 0-16,-40 0 16,40 0-16,0 1 15,40-1 1,1-40-1,-41 40-15,80-40 0,-40 40 0,0-40 16,0 0 0,0 0-16,0 40 15,-40-80 79,0 0-94,0 0 16,0 0-1,-40 40-15,40-41 0,-40 41 16,0-40 0,0 40-16,40-40 0,-40 40 15,0 0-15,40-40 16,-40 40-16,-1 0 0,1-40 15,0 40-15,0-40 16,0 40 0,40-40-16,-40 0 15,40 0 1,0 0-16,0-1 16,0 1-1,0 0 1,40 0 15,0 40-15,0 0-1,0-40-15</inkml:trace>
  <inkml:trace contextRef="#ctx0" brushRef="#br0" timeOffset="-139630.28">27246 1243 0,'0'40'16,"-40"0"0,80 0 15,-40 0-15,40-40-16,-40 40 0,80-40 0,-80 40 15,40-40-15,0 40 0,-40 1 16,41-41-16,-1 40 0,0 0 0,0 0 0,0 0 15,0-40-15,0 40 0,0 0 0,1-40 0,-1 40 16,0-40-16,40 40 16,-40-40-16,0 40 0,0-40 0,41 0 0,-81 41 15,40-41-15,0 0 0,0 0 16,0 0-16,0 0 0</inkml:trace>
  <inkml:trace contextRef="#ctx0" brushRef="#br0" timeOffset="-139370.29">28129 1523 0,'-41'-40'16,"1"40"31,0 0-47,0 0 15,0 40-15,0-40 0,0 0 0,0 0 0,-1 41 16,1-41-16,40 80 0,-40-80 16,40 40-16,-40-40 0,0 40 0,40 0 0,0 0 15,-40-40-15,40 40 16,0 0-16,-40-40 0,40 40 0,0 1 0,0-1 16,0 0-1</inkml:trace>
  <inkml:trace contextRef="#ctx0" brushRef="#br0" timeOffset="-138490.34">28730 1243 0,'81'-40'16,"-162"80"-16,202-80 0,-81-1 15,0 41-15,0 0 16,0 0 0,1 41-1,-41-1 1,40-40-1,-40 80 17,0 0-17,-40-40-15,40 0 16,-41 0-16,1 41 16,-40-1-1,40-80 1,40 40 15,0 0-31,0 0 31,40 40-15,0-40 0,40 1-1,1-41 1,-41 0-1,-40-41 17,-40 41-17,40-40-15,0 0 16,-40 0-16,-1 0 16,41 0-16,-40 40 0,40-40 15,-40 0-15,0 0 0,40 0 0,0-1 16,-40 41-16,40-40 0,0 0 0,-40 40 0,40-40 15,0 0-15,-40 40 0,40-40 16,0 0-16,-41 0 16,82 40 46</inkml:trace>
  <inkml:trace contextRef="#ctx0" brushRef="#br0" timeOffset="-138170.35">29332 1203 0,'41'0'31,"-1"40"-31,0-40 31,0 80-31,80 0 32,81 40-17,-81-79 1,161 39-1,-40 0 1,-201-80 0</inkml:trace>
  <inkml:trace contextRef="#ctx0" brushRef="#br0" timeOffset="-137890.31">30255 1243 0,'-80'-40'15,"40"40"1,0 0 0,-40 40-1,39-40-15,-39 80 16,40-40-16,0 0 15,40 0-15,0 40 16,0 81 0,0-81-1</inkml:trace>
  <inkml:trace contextRef="#ctx0" brushRef="#br0" timeOffset="-137050.43">30616 1042 0,'41'0'31,"-1"0"-31,0 0 16,0 0-16,0 0 15,0 0-15,0 0 16,0 0-16,1 40 16,-41 0-16,40 0 15,-40 1-15,0-1 0,0 0 0,0 0 16,0 0 0,-40-40-16,40 40 0,-41-40 0,1 40 15,0-40 1,40 40-16,-40-40 0,0 0 15,0 0-15,40 40 16,-40-40 0,40 41-16,0-1 31,40 0-31,40 0 16,-40-40-1,0 0-15,-40 40 16,40-40-16,-40-40 62,0 0-62,-40 40 0,40-40 16,0 0 0,0-1-16,-40 1 15,40 0 1,0 0-16,-40 0 0,40 0 15,-40 0-15,0 0 0,0 40 16,0-40-16,-1 40 16,1 0-16,0-41 0,0 41 15,0 0-15,40-40 47,40 0-31,0 40-16,40-40 0,-39 40 15,-1 0 1,0 0-16,0-40 0,0 40 0</inkml:trace>
  <inkml:trace contextRef="#ctx0" brushRef="#br0" timeOffset="-135590.51">31660 1042 0,'-40'40'0,"40"0"16,0 0-16,0 1 16,0-1-16,0 0 15,0 0 1,0 0-16,0 0 0,0 0 16,0 0-16,0 0 15,0 1-15,0-1 0,40 0 16,-40-80 46,0 0-46,40-1 0,-40 1-16,0 0 15,40 40 16,-40 40 32,0 0-63,40-40 0,-40 41 16,0-1-1,0 0-15,0 0 16,0 0-1,-40-40-15,0 0 16,40 40-16,0-80 47,0 0-31,40 40-16,-40-40 0,40 40 0,-40-40 15,40 40-15,0-40 16,0 40-1,1 0-15,-1 0 0,0-41 16,0 41-16,0 0 16,0 0-16,0 0 0,0 0 15,-40-40 1,41 40-16,-41-40 47,0 0-32,0 0 1,0 80 47,0 0-63,40-40 15,-40 40-15,40-40 0,-40 40 0,40 1 16,-40-1-1,40-40-15,-40 40 0,40-40 16,0 0 15,0-40-15,1 40-16,-41-40 0,40 40 16,-40-81-16,40 81 15,0-40-15,-40 0 0,40 0 0,-40 0 0,0 0 16,40 0-16,-40 0 0,0-1 0,0-39 0,0 40 15,0 0-15,-40 40 0,40-40 16,0 0-16,-40 40 0,40-40 0,0 0 16,-40 40-1,40-40-15,0 80 47,0 0-47,0 0 16,0 0-1,0 0-15,0 0 0,0 0 0,0 0 16,40 0-16,-40 1 0,0-1 16,0 0-16,40 0 0,-40 0 0,40 0 0,-40 0 15,40 0-15,-40 0 16,41-40-16,-41 41 0,40-41 0,-40 40 16,40-40-16,-40 40 15,40-40-15,0-40 16</inkml:trace>
  <inkml:trace contextRef="#ctx0" brushRef="#br0" timeOffset="-135380.44">32944 1403 0,'40'-40'16,"0"40"-1,40-40 1,1 0 0,-41 40-16,0 0 31,0 0-31</inkml:trace>
  <inkml:trace contextRef="#ctx0" brushRef="#br0" timeOffset="-135140.46">32542 1082 0,'0'0'0</inkml:trace>
  <inkml:trace contextRef="#ctx0" brushRef="#br0" timeOffset="-133200.57">25721 2686 0,'0'-40'32,"40"40"15,0 0-32,0 0 1,1 0-1,-1 0 1,0 0-16,0 0 16,0 0-1,0 0-15,0 0 16,0 0 0,1 0-16,-1 0 0,0 0 0,0 0 15,0 0-15,0 0 0,0 0 0,0 0 0,1 0 16,-1 0-16,0 0 0,0 0 15,0 0-15,0 0 0,0 0 0,0 0 0,1-40 16,-1 40-16,0 0 16,0 0-16,40 0 0,-40 0 0,0 0 0,1 0 15,39 0-15,-40 0 0,40 0 16,-40 0-16,0 0 0,1 0 0,39 0 0,-40 0 16,0 0-16,0 0 15,0 0-15,0 0 0,41-40 0,-41 40 0,0 0 16,0 0-16,40 0 0,-40 0 0,1 0 0,-1 0 15,40 0-15,-40 0 0,0 0 16,40 0-16,-39 0 0,-1 0 0,40 0 0,-40 0 16,40 0-16,-40 0 15,1 0-15,-1 0 0,40 0 0,-40 0 0,0 0 16,0 0-16,41 0 0,-41 0 16,0 0-16,0 0 0,40 0 0,-40-40 0,1 40 15,-1 0-15,40 0 0,-40 0 0,0 0 0,40 0 16,-39 0-16,-1 0 15,0 0-15,0 0 0,0 0 0,0 0 0,0 0 16,0 0-16,1 0 16,-1 0-16,0 0 0,0 0 0,0 0 15,0 0-15,0 0 16,0 0-16,1 0 0,-1 0 16,0 0-16,0 0 15,0 0-15,0-40 0,0 40 16,0 0-16,1 0 0,-1 0 15,0 0 1,0 0-16,0 0 16,0 0-1,0 0-15,0 0 0,1 0 16,-1 0-16,0 0 16,0 0-16,0 0 0,0 0 0,0 0 15,0 0-15,1 0 16,-1 0-16,0 0 15,0 0-15,0 0 0,0 0 16,0 0 0,0 0-16,1 0 0,-1 0 0,0 0 15,0 0-15,0 0 0,0 0 16,0 0-16,0 0 0,-40-40 0,41 40 0,-1 0 16,0 0-1,0 0-15,0 0 0,0 0 16,0 0-16,0-40 15,1 40-15,-1 0 0,0 0 16,0 0-16,0 0 0,0 0 0,0 0 16,0 0-1,1 0-15</inkml:trace>
  <inkml:trace contextRef="#ctx0" brushRef="#br0" timeOffset="-92763.06">30336 12592 0,'0'0'0,"-121"41"0,41-1 0,0 40 0,-1-80 0,1 40 0</inkml:trace>
  <inkml:trace contextRef="#ctx0" brushRef="#br0" timeOffset="-84033.5">18057 17445 0,'40'0'0,"-40"-40"63,0 80 156,0 0-173,0 0-30,0 1-16,0-1 16,0 0-1,40-40-15,-40 40 16,0 0-16,0 0 0,0 0 16,0 0-1,0 0 1,40-40 15,-40 40-31,40-40 16,-40 41-1,41-41-15,-1 0 32,-40 40-32,40-40 31,-40-40 0,0-1-31,0 1 16,0 0 31,40 40-32,0 0-15,0 0 31,-40-40-15,40 40 156,0 40-141,1-40-15,-82-40 406,1 40-407</inkml:trace>
  <inkml:trace contextRef="#ctx0" brushRef="#br0" timeOffset="-82403.59">18217 17325 0,'-40'0'16,"0"0"-1,40-40 1,-40 40 0,40-40-16,0 0 31,0 80 94,0 0-109,0 0-16,0 0 15,40 0 1,-40 0-16,0 0 0,0 0 15,40-40 1,-40 41-16,0-1 0,0 0 16,40-40-16,-40 40 0,0 0 15,41 0 1,-41 0 0,0 0-1,0 0-15,40-40 16,-40 40-16,0 1 0,40-1 15,-40 0-15,0 0 0,40 0 16,-40 0-16,40-40 31,-40-40 47,0 0-62,0 0 31,0 0-31,0 0-1,0-1 1,40 1 78,0 40-94,0-40 15,1 40-15,-1-40 16,0 40-16,0 0 31,0 0 16,0 0-16,0 40-31,-40 0 31,40-40-31,-40 40 32,0 1-1,0-1 16,0 0-16,-40-40-31,0 0 31,40 40-31,-40-40 16,0 0-16,0 0 16,0 0-1,0 0-15,-1 0 16,1 0-1,0 0-15,40 40 16,-40-40-16,40 40 16</inkml:trace>
  <inkml:trace contextRef="#ctx0" brushRef="#br0" timeOffset="-81813.63">18940 17084 0,'0'40'15,"0"0"1,0 1-16,0-1 16,40-40-1,-40 40-15,0 0 16,0 0-1,0 0 1,40-40-16,-40 40 0,0 0 16,40-40-16,-40 40 15,0 1-15,40-41 0,-40 40 0,40 0 16,-40 0 0,40-40-16,-40 40 0,41-40 0,-41 40 0,40 0 15,0 0 1,-40 0-16,40-40 15</inkml:trace>
  <inkml:trace contextRef="#ctx0" brushRef="#br0" timeOffset="-81073.75">19702 17405 0,'-40'0'0,"40"40"47,-40 0-16,0-40-15,40 40-1,-40-40-15,40 41 16,0-1-1,0 0 1,0 0 0,40 0-1,0-40 1,0 0 0,0 0-1,0 0 1,-40-40-16,40 40 31,-40-40-31,0 0 16,0 0-16,0-1 15,0 1 1,0 80 62,40-40-78,-40 41 16,0-1-1,41-40-15,-41 40 0,40-40 0,-40 40 0,40 0 16,0 0 0,0 0-16,0 0 15,0-40 1,-40 40-16,40-40 0,1 0 15</inkml:trace>
  <inkml:trace contextRef="#ctx0" brushRef="#br0" timeOffset="-80673.79">20424 17365 0,'-40'0'0,"0"0"0,0 0 47,40 40-31,-40-40-16,40 40 15,-40 0 1,40 0 0,0 1-1,0-1 1,40-40 0,-40 40-1,80-40-15,-80 40 0,40-40 16,0 40-16,0-40 15,-40 40-15,41-40 0,-1 0 0,0 0 16,0 40-16,0-40 16</inkml:trace>
  <inkml:trace contextRef="#ctx0" brushRef="#br0" timeOffset="-80373.81">20625 17124 0,'40'0'31,"-80"0"-31,80 81 31,-40-41-31,40 40 16,-40-40-16,40 40 31,0-40-31,-40 0 16,41-40-16,-1 41 16</inkml:trace>
  <inkml:trace contextRef="#ctx0" brushRef="#br0" timeOffset="-79763.75">21147 17044 0,'0'40'31,"0"0"-15,0 0 0,0 1-16,-41-41 0,41 40 15,-40-40 1,0 40-16,0-40 15,40 40-15,-40-40 0,0 0 16,0 0-16,0 0 16,80 0 93,0 0-109,-40 40 0,40-40 16,40 0-16,-40 0 15,-40 40-15,40-40 0,1 0 16,-41 40-16,40-40 16,0 0-16,0 40 0,0-40 15,0 40-15,0-40 16,0 0-16,-40 41 0,41-41 0,-1 0 15,0 0 1,0 40-16,0-40 16,-40-40 15</inkml:trace>
  <inkml:trace contextRef="#ctx0" brushRef="#br0" timeOffset="-75743.99">23996 17285 0,'40'0'93,"0"-40"-77,0 40 15,-40 40 266,0 0-297,0 0 16,0 0-16,0 0 15,0 0-15,0 0 16,0 1-16,40-41 0,-40 40 16,0 0-16,0 0 15,0 0 32,40-40-47,0 0 31,-40-40 32,40 40-47,-40-40-16,41 40 0,-41-40 15,40 40-15,-40-40 16,40 40-16,-40-41 15,0 1 17,0 0-1,0 0-31,0 0 16,40 40-1,-40-40 1,0 80 78,40 0-79,-40 0 1,0 0-16,40-40 15,-40 40 1,40-40 0,-40 41-16,40-41 15,-40 40 1,41-40-16,-1 0 94,-40-40-16,0-1-63,40 41-15,-40-40 16,40 40-16,-40-40 0,0 0 16,0 0-1,40 40 1,-40-40 15,0 0-15,0 0 15,-40 40 63,40-40-63</inkml:trace>
  <inkml:trace contextRef="#ctx0" brushRef="#br0" timeOffset="-73984.11">25079 17124 0,'0'40'125,"40"1"-109,-40-1-1,40 0-15,-40 0 16,40-40-16,-40 40 0,0 0 15,0 0-15,0 0 0,0 0 16,0 1 0,0-1-1,40-40-15,1 0 32,-41 40-17,40-40-15,0 0 31,-40 40-31,0-80 47,0 0-31,40 0 0,-40-1-16,0 1 15,0 0 1,40 0-16,-40 0 0,0 0 15,0 0-15,0 0 32,40 40 30,0 0-62,-40 40 16,41-40-16,-1 0 15,-40 40 1,40-40-16,-40 40 0,0 0 16,0 0-1,40-40-15,-40 40 16,40-40 0,0 40-16,0-40 15,0 0 1,1 0-16,-1 0 15,0 0 17,-40-40-1,40 40-31,-40-40 16,40 40-1,-40-40-15,0 0 16,0 0 15,-40 40 32,40 40-1,0 0-62,40-40 16,-40 40-16,40-40 0,-40 40 31,40-40-31,-40 40 0,40-40 16,1 0-1,-1 0 1,0 0-1,0 0 1,0-40 0,-40 0-1,40 40 17,-40-40-32,0 0 15,0 0 1,0 0-16,0 0 15,0 0-15,0-1 0,0 1 32,0 0-32,-40 40 0,40-40 15,0 0-15,-40 40 16,40-40-16,0 0 0,0 0 31,-40 40-31,40 40 63,40-40-48,-40 40-15,40-40 0,-40 40 16,40 0 0,-40 0-16,0 0 0,0 0 15,40 1-15,-40-1 16,0 0-16,40 0 0,-40 0 0,41 0 15,-41 0-15,40-40 16,0 0 0,0 0 15,-40-40-31,40 40 0,0-40 16,0 0-1</inkml:trace>
  <inkml:trace contextRef="#ctx0" brushRef="#br0" timeOffset="-73414.22">26604 17245 0,'-40'0'47,"40"-40"-47,40 40 47,0 0-47,0 0 16,0 0-16,0 0 0,0 0 15,-40-41 1,41 41-16,-1 0 0,0 0 16,-40-40-1,0 0 16,0 0 1,0 0-17,-40 40 48,40 40-63,-40 0 15,40 0-15,0 0 16,0 1 0,0-1-1,40-40-15,-40 40 16,40-40-16,0 40 0,0-40 16,0 40-1,0-40-15,0 0 0,1 0 16,-1 0-16,0 0 15,0 0-15,0 0 0,0-40 16,0 40-16,0 0 16,-40-40-16</inkml:trace>
  <inkml:trace contextRef="#ctx0" brushRef="#br0" timeOffset="-72784.18">26042 17164 0,'-40'0'63</inkml:trace>
  <inkml:trace contextRef="#ctx0" brushRef="#br0" timeOffset="-62744.84">3491 16563 0,'-40'0'266,"40"40"-251,-40-40-15,40 40 0,-40-40 0,40 40 16,-41-40 0,41 40-16,-40-40 0,40 40 0,-40 1 15,40-1 1,0 0 0,-40-40-1,40 40-15,0 0 31,40-40-31,-40 40 16,40-40-16,0 40 0,1-40 16,-1 40-1,0-40-15,0 0 16,0 0 0,-40-40-16,40 40 0,0-40 15,1 40 1,-41-40-16,0 0 0,40 40 15,-40-40-15,0 0 32,0 0-17,0-1 1,-81 41-16,81-40 31,0 0 16,0 80 62,0 0-93,0 1 0,41-41-16,-41 40 0,0 0 0,0 0 15,40 0 1,-40 0-16,40 0 16,-40 0-16,0 0 15,0 0-15,0 1 0,0-1 0,0 0 16,40 0-16,-40 0 0,40 0 15,-40 0-15,0 0 16,0 0-16,40 1 0,-40-1 16,0 0-1,0 0-15,0 0 0,0 0 16,0 0 0,0 0-1,0 0 16,0 0-15,-80-40 62,80-40-62,-40 0-1,40 0 1,-40 40-16,40-40 16,0 0-1,-40 40-15,40-40 0,0 0 16,0 0 0,0 0-16,0-1 15,0 1 1,0 0-1,0 0 1,0 0 0,40 40-1,-40-40-15,0 0 16,40 0-16,0 0 16,-40-1-16</inkml:trace>
  <inkml:trace contextRef="#ctx0" brushRef="#br0" timeOffset="-62064.82">3932 16804 0,'41'0'46,"-1"0"-14,0 0-17,-40 40-15,40-40 0,-40 40 0,40-40 0,-40 40 16,40-40-16,0 40 0,0 0 16,1-40-16,-41 40 0,40-40 0,0 40 15,0 0 1,-40 0-16,40-40 0,-40 41 0,0-1 15,0 0 79,0-80-78,-40 40-1,40-40 1,0-1-16,0 1 0,0 0 16,0 0-16,0 0 15,0 0-15,0 0 0,0 0 0,0 0 16,40 40 0,-40-40-16,0-1 15,40 41 1,-40-40-16,40 40 0,-40-40 15,40 40-15</inkml:trace>
  <inkml:trace contextRef="#ctx0" brushRef="#br0" timeOffset="-60534.99">4855 16683 0,'0'40'78,"-40"-40"-78,0 0 15,40 40-15,0 1 0,0-1 16,-40 0 0,40 0-16,0 0 0,0 0 15,0 0 1,40-40-16,-40 40 0,40-40 0,0 40 15,0-40 1,1 0 0,-41-40-1,0 0 1,40 0-16,-40 0 0,0 0 31,0 0-15,-40 40-16,-1 0 15,41-40-15,-40 40 16,80 0 78,1 40-79,-1-40-15,0 40 16,0-40 0,0 0-1,-40 40-15,40-40 16,0 0 0,0 0-1,1 0-15,-41-40 16,40 40-16,-40-40 31,0 0 0,0 0-31,0-1 32,0 1-32,0 0 15,-40 40 1,80 0 62,-40 40-78,40-40 0,-40 40 16,0 1-1,40-41-15,0 0 16,0 0-16,0 0 15,0 0 1,-40-41 15,0 1 1,0 0-1,0 0-16,0 80 48,0 0-47,0 0-16,0 1 15,41-1-15,-41 0 0,40 0 16,-40 0-16,0 0 0,0 0 15,0 0-15,0 0 16,0 0-16,40 1 0,-40-1 0,0 0 0,0 0 16,0 0-16,0 0 15,0 0-15,0 0 0,0 0 0,0 1 16,0-1 0,0-80 62,0-1-63</inkml:trace>
  <inkml:trace contextRef="#ctx0" brushRef="#br0" timeOffset="-59984.93">6059 16322 0,'0'40'0,"0"0"94,0 1-63,40-1-31,-40 0 0,40-40 0,-40 40 15,0 0-15,40 0 0,-40 0 0,0 0 16,0 0 0,41 1-16,-41-1 0,0 0 0,40 0 15,-40 0-15,0 0 16,40-40-16,-40 40 0,40-40 31,0 0-31</inkml:trace>
  <inkml:trace contextRef="#ctx0" brushRef="#br0" timeOffset="-59425.05">6581 16844 0,'40'0'15,"-40"-40"-15,40 40 16,0-41 0,0 41-16,-40-40 15,40 40 1,-40-40 0,40 40-16,-40-40 15,41 40 1,-41-40-16,0 0 31,0 0-15,-41 40-1,1 0 1,0 0 0,0 0 15,0 0-31,40 40 15,-40-40 1,40 40 0,0 0-16,0 0 15,0 0 1,0 0-16,40-40 31,-40 41-31,40-41 0,0 0 16,0 40-1,0-40 1,1 0-16,-1 0 16</inkml:trace>
  <inkml:trace contextRef="#ctx0" brushRef="#br0" timeOffset="-58915.07">7142 16402 0,'41'0'31,"-41"41"-15,0-1-1,0 0 1,0 0-16,40 0 0,-40 0 16,40-40-16,-40 40 0,0 0 15,40 0-15,-40 1 0,40-41 0,-40 40 16,0 0 0,0 0-16,40-40 0,-40 40 15,0-80 16,40 0-15,-40 0 0,0 0-16,0-1 15,41 41-15,-41-40 16,0 0-16,40 40 0,-40-40 0,40 0 31,-40 0-31,40 40 31,-40-40-15,40 40 0,0 0-1</inkml:trace>
  <inkml:trace contextRef="#ctx0" brushRef="#br0" timeOffset="-58055.14">7785 16523 0,'40'0'16,"0"0"0,-40-40 31,-40 40 46,0 40-77,-1-40 0,41 40-16,0 0 15,0 0 1,0 0-16,0 0 15,41-40-15,-41 40 0,0 1 16,0-1 0,40-40-16,-40 40 0,40-40 0,0 40 15,0 0 1,0-40-16,0 0 31,0-40-31,-40 0 16,41 40-1,-41-40-15,40 0 16,-40-1-16,40 41 0,-40-40 0,0 0 16,0 0-1,40 40-15,-40-40 0,0 0 16,0 0 0,-80 40-1,80-40 1,0 0-16,0-1 0,0 1 15,-40 40-15,40-40 16,-41 40 62,82 40 0,-41 0-78,40 1 0,-40-1 16,0 0 0,40 0-16,0 0 0,-40 0 15,0 0-15,40-40 16,-40 40-16,40-40 0,-40 40 0,40-40 0,0 41 15,1-41-15,-1 40 0,0-40 16,0 0 0</inkml:trace>
  <inkml:trace contextRef="#ctx0" brushRef="#br0" timeOffset="-57435.18">9109 16523 0,'-40'0'31,"80"0"16,-40 40-32,0 0 1,40-40-16,-40 40 0,0 0 16,40-40-1,-40 40-15,0 0 0,40 1 16,-40-1-16,40-40 0,-40 40 0,0 0 15,40 0-15</inkml:trace>
  <inkml:trace contextRef="#ctx0" brushRef="#br0" timeOffset="-57225.1">8948 16402 0,'0'-40'15</inkml:trace>
  <inkml:trace contextRef="#ctx0" brushRef="#br0" timeOffset="-56495.23">9349 16483 0,'0'0'16,"-40"0"0,121 40 15,-41-40-16,-40 40 1,0 0-16,40 40 16,0-80-16,-40 40 15,0 0 1,40-40 0,-40-40 15,0 0-31,0 0 15,0 0 1,0 0 0,40 40-1,40-40 1,-39 40 15,-1 0-31,0 40 16,-40 0-16,0 0 0,0 0 0,0-80 62,0 0-46,0 0 0,0 0-16,0 0 0,0 0 31,40 40-31,0 0 47,-40 40-47,40 0 15,0 0 1,0-40 0,1 0-1</inkml:trace>
  <inkml:trace contextRef="#ctx0" brushRef="#br0" timeOffset="-55225.22">10192 16362 0,'-40'0'15,"0"0"1,40 40 0,0 1 15,0-1-15,40 0-1,0-40 16,-40-40-15,0 0 15,0-1-31,0 1 32,0 80-1,40-40-31,-40 41 15,40-41-15,-40 40 0,40-40 32,1 0-1,-41-40-31,0-1 16,0 1-1,0 0-15,0 0 16,0 0-16,-41 40 125,41 40-110,0 0 1,41-40-16,-41 40 16,0 0-16,0 1 31,40-41-31,-40 40 0,0 0 16,0 0-16,0 0 15,0 0-15,0 0 0,0 0 0,40 0 0,-40 1 16,0-1-16,40 40 0,-40-40 0,40 0 15,-40 0-15,0 0 16,0 0-16,0 0 0,-40-40 31,0 0-31,40-40 16,-40 40 0,40-40-16,-40 40 0,40-80 15,0 40-15,-41 0 16,41 0-16,0 0 0,0 0 15,0-1-15,0 1 0,41 0 16,-41 0 0,40 0-16,-40 0 0,0 0 15,0 0 1,0 0-16,40-1 16,-40 1-1,0 80 126,40-40-141,-40 81 0,40-81 0,-40 40 15,40-40-15,0 0 63,-40-40-63,40 40 47</inkml:trace>
  <inkml:trace contextRef="#ctx0" brushRef="#br0" timeOffset="-55115.32">10834 16563 0,'-40'0'16,"0"0"-1</inkml:trace>
  <inkml:trace contextRef="#ctx0" brushRef="#br0" timeOffset="-51615.49">2608 802 0,'0'-41'15</inkml:trace>
  <inkml:trace contextRef="#ctx0" brushRef="#br0" timeOffset="-49815.6">2809 761 0,'0'0'0,"-80"41"0,80-1 31,-41-40-31,1 0 78,0 0-78,0 0 63,0 0-63,0 0 15,0 0-15,0 0 31,-1 0-15,1 0 0,0 0 15,0 0-31,0 0 16,0 0-16,0 0 15,0 0-15,-1 0 0,1 0 16,0 0-16,40 40 250,40 0-250,-40 0 15,40-40-15,-40 40 16,41 0-16,-41 0 0,0 0 16,40 0-1,-40 1-15,0-1 0,40-40 0,-40 40 0,0 0 16,0 0-16,40 0 16,-40 0-16,40 0 0,-40 0 0,40 1 15,-40-1-15,40-40 0,-40 40 0,0 0 16,40 0-16,1 0 15,-41 0-15,0 0 0,0 0 0,40 0 16,-40 1-16,0-1 16,0 0-16,0 0 0,0 0 15,0 0 1,0 0-16,0 0 16,0 0-1,0 1-15,0-1 16,0 0-16,0 0 0,40-40 0,-40 40 0,0 0 15,0 0-15,0 0 16,0 0-16,0 0 16,0 1-16,40-41 15,-40 40-15,0 0 16,0 0 0,0 0-1,0 0-15,0 0 0,40 0 16,-40 0-16,0 1 0,0-1 15,0 0-15,0 0 0,0 0 16,0 0 0,0 0-16,40-40 0,-40 40 0,0 0 15,0 0 1,0 1 0,0-1-1,0 0-15,0 0 16,0 0-16,0 0 0,0 0 0,0 0 0,40 0 15,-40 1-15,0-1 0,0 0 16,0 0-16,0 0 0,0 0 0,0 0 0,0 0 16,0 0-16,0 0 15,0 1-15,40-41 32,-40 40-32,0 0 15,0 0 16,0 0-31,41 0 16,-41 0-16,0 0 16,0 0-16,40-40 15,-40 41 1,0-82 140,40 41-125,-40-40-31,40 40 0,0-40 16,-40 0 0,40 40-16,0 0 15,0 0 17,-40-40-32,41 40 15,-1 0-15,0 0 16,0 0-16,0 0 0,0 0 0,0 0 15,0 0 1,1 0-16,-1 0 109,40-40-93,-40 40-16</inkml:trace>
  <inkml:trace contextRef="#ctx0" brushRef="#br0" timeOffset="-49265.65">7905 1323 0,'-40'0'0,"80"0"0,-120 0 0,40-40 32,40 0-32,0 0 0,0-1 15,0 1 1</inkml:trace>
  <inkml:trace contextRef="#ctx0" brushRef="#br0" timeOffset="-46265.75">7383 601 0,'40'0'94,"-40"40"-94,41-40 0,-1 40 16,0-40-1,0 40-15,0-40 16,0 0 0,0 0-1,0 0-15,1-40 16,-1 40-1,-40 40 32,-40 0-31,40 1 15,0-1-15,0 0-1,0 0-15,0 0 0,0 0 16,0 0-16,0 0 0,0 0 0,0 41 0,0-41 16,-81 40-16,81-40 15,0 40-15,0-40 0,0 0 0,0 1 0,0-1 16,0 0-16,0 0 0,0 0 16,0 0-16,0 0 0,0 0 15,0 0-15,0 0 16,40-40-16,-40 41 15,0-1-15,0 0 0,0 0 16,0 0-16,0 0 16,0 0-16,0 0 0,0 0 15,0 1 1,0-1-16,-40 0 0,40 0 16,-40-40-16,40 40 15,-40-40-15,40 40 0,0 0 16,-40-40-16,40 40 0,0 0 15,0 0 1,0 1-16,0-1 31,0 0-31,0 0 16,0 0 0,0 0-16,0 0 15,0 0-15,0 0 16,0 1-1,40-41 1,-40 40 0,0 0 15,0 0-31,40-40 16,-40 40-16,0 0 15,0 0-15,40-40 0,-40 40 16,40-40-16,-40 40 0,0 0 15,41-40-15,-41 41 0,0-1 16,0 0 0,0 0-1,0 0 1,0 0 0,40-40-16,-40 40 0,0 0 15,40-40-15,-40 40 16,0 1-1,40-41-15,-40 40 0,0 0 16,0 0 0,0 0-1,40-40 17,-40 40-32,0 0 15,0 0 1,0 0-1,40 0 1,-40 1 0,0-1 31,0 0-16,0 0 16,-80-40 281,80 40-141,0 0-93,0 0 15,-40-40-93,40 40 78,-40 0-79,40 1 17,-40-41 15,-1 0 31,1 0-63,0 0 48,0 0-48,0 0 1,0 0 15,0 0-31,0 0 32,80 0 77</inkml:trace>
  <inkml:trace contextRef="#ctx0" brushRef="#br0" timeOffset="-43835.9">3090 1363 0,'0'40'15,"-40"-40"1,40-40 187,40 40-187,-40-40-16,40 40 15,-40 40 48,0 0-32,40-40-31,-40 40 16,40-40-1,-40 40-15,0 0 0,0 1 16,0-1 0,0 0-16,0 0 0,0 0 15,0 0-15,-40-40 0,40 40 0,-40-40 16,40 40-16,0 0 15,0 0-15,-40-40 0,40 41 16,0-1 15,0-80 47,0-1-62,40 41 15,0 0-31,0 0 16,0 0-16,0 0 0,0 0 16,1 0-16,-1 0 0,0-40 0,0 40 15,0 0-15,0 0 0,0-40 0,1 40 0,-1 0 16,0-40-16,0 40 15,0-40-15,0 0 0</inkml:trace>
  <inkml:trace contextRef="#ctx0" brushRef="#br0" timeOffset="-42736.02">4494 1162 0,'-40'0'16,"40"41"62,0-1-62,0 0-1,0 0-15,0 0 16,0 0-1,40-40-15,-40 40 0,0 0 16,0 0 0,0 1-16,0-82 78,0 82-31,40-41-32,-40 40-15,40-40 0,-40 40 16,41-40 0,-41 40-16,40-40 0,-40 40 15,40-40-15,-40 40 16,0 0-1,0 0 17,-40-40-32,0-40 47,40 0-47</inkml:trace>
  <inkml:trace contextRef="#ctx0" brushRef="#br0" timeOffset="-42335.99">4574 1162 0,'41'0'62,"-1"-40"-62,0 40 16,0-40 0,0 40-16,-40-40 0,40 40 0,0 0 15,-40-40 16</inkml:trace>
  <inkml:trace contextRef="#ctx0" brushRef="#br0" timeOffset="-41866.02">5056 1122 0,'0'40'0,"-40"-40"16,40 41 46,0-1-62,0 0 16,0 0 0,0 0-16,0 0 0,40-40 0,-40 40 15,40-40-15,-40 40 0,40-40 16,0 0-16,0 40 0,1-40 0,-41 41 16,40-41-16,0 40 0,-40 0 31,0 0 0,0 0-31,-40-40 0,40 40 16,-40-40-1,40 40-15,-41-40 0,1 40 0,0-40 16,40 40 0</inkml:trace>
  <inkml:trace contextRef="#ctx0" brushRef="#br0" timeOffset="-41636.11">5176 1203 0,'40'0'16,"1"-41"-16,-1 41 31,80-80-15,-80 80-16,-40-40 0,40 40 16</inkml:trace>
  <inkml:trace contextRef="#ctx0" brushRef="#br0" timeOffset="-40676.09">6661 922 0,'-40'40'16,"0"0"-16,0-40 16,-1 0-1,41 40 17,-40-40-32,40 40 0,0 0 0,-40-40 15,40 81-15,0-41 16,-40 0-16,40 0 0,0 0 15,0 0-15,0 0 0,-40 0 16,40 0-16,0 1 0,0-1 0,0 0 16,-40-40-16,40 40 15,0 0-15,0 0 0,0 0 16,40-40-16,0 0 16,-40 40-16,40-40 0,0 0 15,0 0-15,1 0 16,-41-40-16,40 40 15,0 0-15,-40-40 0,40 40 16,-40-40 31,-40 40-47,0 0 16,0 0 15,80 0 16</inkml:trace>
  <inkml:trace contextRef="#ctx0" brushRef="#br0" timeOffset="-40056.19">6982 1162 0,'0'-80'16,"-40"80"62,40 40-47,0 0-31,0 1 0,-40-1 16,40 0-16,-40 0 16,40 0-16,0 0 0,0 0 0,0 0 0,0 0 15,0 1-15,0-1 16,0 0-16,0 0 0,40-40 16,-40 40-16,40-40 0,-40 40 15,40-40-15,0 0 0,0 0 16,0 0-1,-40-40 32,-40 40-31,40-40 0,-40 40-16,0 0 15,0 0 1,40 40-1,-40-40-15,40 40 0,-40-40 0,40 40 32</inkml:trace>
  <inkml:trace contextRef="#ctx0" brushRef="#br0" timeOffset="-37506.38">3371 2727 0,'40'0'15,"0"0"48,-80 0 203,0 0-251,40 40 16,0-80 423,40 40-236,0 0-155,-40-41-48,40 41-15,0 0 16,0 0 0,0 0 62,-40 41-78,0-1 15,41-40 1,-41 40-16,40-40 16,-40 40-1,0 0 32,-40-40-47,-1 0 16,41 40-1,0 0 95,41-40-110,-41 40 15,40-40 1,-40 40-16,0 1 0,0-1 16,0 0-1,0 0 1,-40 0 0,-41 0-1,1 0-15,80 0 16,-40-40-16,0 40 15,0-40-15,40 40 16,40-80 31,0 0-47,0 40 0,-40-80 0</inkml:trace>
  <inkml:trace contextRef="#ctx0" brushRef="#br0" timeOffset="-36726.42">4213 2646 0,'0'-40'16,"40"40"15,1 40 1,-41 0-17,0 1 1,0-1 15,0 0-31,-41-40 16,41 40-16,-40-40 0,40 40 15,-40 0-15,0 0 0,0 0 0,40 0 16,-40-40-16,40 41 16,-40-1-16,40 0 15,0 0-15,40-40 31,0 40-31,0-40 16,0 0 0,0 0-16,-40 40 15,40-40-15,1 0 16,-1 0 0,-40-40 15,0 0-31,40 40 15,-40-40 1,0 0-16,0 0 0,0-1 16,0 1-1,0 0-15,0 0 0,-40 0 16,0 0 0,-1 40-16,1-40 15,0 40 1,0-40-1,0 40-15,0 0 32,40-40-32,0-1 31,40 1-15,0 0-16,-40 0 15,40 40-15</inkml:trace>
  <inkml:trace contextRef="#ctx0" brushRef="#br0" timeOffset="-35986.46">4895 2526 0,'41'0'16,"-41"-40"-16,40 40 125,-40 40-110,0 0 1,0 0 0,0 0-16,0 0 15,0 1 1,0-1-16,0 0 16,0 0-1,-40-40 16,40-40 32,40 40-1,0 0-46,0 40 0,0-40-16,0 0 31,0 40-31,0-40 0,1 0 16,-1 0-16,0 0 15</inkml:trace>
  <inkml:trace contextRef="#ctx0" brushRef="#br0" timeOffset="-35216.42">5658 2366 0,'0'40'31,"0"0"-15,0 0 0,0 0-1,0 0-15,-40-40 16,40 40-16,-40 0 15,40 0-15,0 1 16,0-1 0,0 0-16,40-40 15,-40 40-15,40-40 16,0 0-16,-40 40 16,40-40-1,-40-40 48,0 0-48,0 0-15,0 0 16,-40-1 0,0 1-1,0 40-15,0 0 0,40-40 16,-41 40-16,1 0 15,0 0-15,0 0 0,40-40 16,-40 40 0,40-40-1,0 0 1,0 0 0,40 40-16,-40-40 0,40 40 15,-40-40-15,40 40 16,-40-40-16</inkml:trace>
  <inkml:trace contextRef="#ctx0" brushRef="#br0" timeOffset="-34246.56">6500 2526 0,'0'40'16,"41"-40"46,-1 0-46,0-40 0,0 40-16,-40-40 0,40 40 15,0 0 1</inkml:trace>
  <inkml:trace contextRef="#ctx0" brushRef="#br0" timeOffset="-34076.56">7022 2446 0,'0'40'0,"40"-40"46</inkml:trace>
  <inkml:trace contextRef="#ctx0" brushRef="#br0" timeOffset="-33916.57">7263 2446 0,'-40'40'0,"0"-40"0,40 40 16,-41-40-16,1 0 0,0 0 15,0 40-15</inkml:trace>
  <inkml:trace contextRef="#ctx0" brushRef="#br0" timeOffset="-33306.62">3812 4291 0,'40'0'0,"0"0"15,0 0 32,-40-40-47</inkml:trace>
  <inkml:trace contextRef="#ctx0" brushRef="#br0" timeOffset="-32926.56">5658 3970 0,'-40'0'0,"80"0"0,-120 0 31,120 0-15</inkml:trace>
  <inkml:trace contextRef="#ctx0" brushRef="#br0" timeOffset="-32666.66">6179 3809 0,'41'0'94,"-1"0"-78,-40-40-16</inkml:trace>
  <inkml:trace contextRef="#ctx0" brushRef="#br0" timeOffset="-32506.65">6821 3729 0,'41'0'47,"-1"0"-47,-40-40 0,40 40 16</inkml:trace>
  <inkml:trace contextRef="#ctx0" brushRef="#br0" timeOffset="-32256.67">7183 3689 0,'-41'0'16,"41"-40"15,41 40-31</inkml:trace>
  <inkml:trace contextRef="#ctx0" brushRef="#br0" timeOffset="-17827.53">16131 721 0,'0'-40'0,"-40"40"0,0 0 78,-1-40-47,1 40 0,0 0 16,0 0-16,0 0-15,0 0 0,0 0-1,0 0-15,-1 0 16,41 40 0,-40-40-16,0 0 15,0 0 1,40 40-16,-40-40 31,40 40-31,0 1 16,-40-41-1,40 40 1,0 0 0,0 0 15,0 0-16,0 0 17,0 0-32,0 0 0,0 0 15,0 0-15,0 1 16,40-41 0,-40 40-16,40-40 31,-40 40-16,40-40-15,0 0 16,-40 40 15,40-40-31,1 0 16,-1 0 0,0 0-1,0 0-15,0 0 16,0 0-1,0 0-15,0 0 32,1 0 46,-41-40-78,0 0 47,40 40-32,-40-40-15,40 40 0,0-41 16,-40 1 15,0 0 0,0 0 1,0 0-17,0 0 1,0 0 0,0 0 46,0 0-31,0 0-15,0-1 0,0 1-1,0 0 16,-40 40 1,0 0 30,0 0-31,-1 0 1,82 0 61</inkml:trace>
  <inkml:trace contextRef="#ctx0" brushRef="#br0" timeOffset="-16547.62">17896 721 0,'40'0'78</inkml:trace>
  <inkml:trace contextRef="#ctx0" brushRef="#br0" timeOffset="-15387.69">17936 681 0,'0'0'32,"-80"0"-1,40 0 359,0 0-374,40 40 0,-40-40-16,0 0 15,0 0-15,-1 40 32,1-40-32,40 41 0,-40-1 15,40 0 1,-40 0-1,40 0 1,0 0-16,0 0 16,0 0-1,0 0-15,0 0 16,0 1-16,0-1 0,0 0 16,40 0-1,-40 0-15,40-40 0,-40 40 16,40-40-16,1 0 31,-1 0 0,-40-40-31,40 40 16,0-40 0,0 0-16,0 0 31,-40 0-16,40 40-15,-40-41 16,0 1 15,0 0-31,0 0 16,0 0-16,0 0 16,0 0-1,0 0 1,0 0-1,0 0 17,0-1-17,0 1 17,-40 40-17,40-40 79</inkml:trace>
  <inkml:trace contextRef="#ctx0" brushRef="#br0" timeOffset="-14617.72">18177 842 0,'0'0'0,"40"0"94,1 0-78,-1 0-16,0 0 15,-40 40 1,40 0 0,-40 0-16,0 0 15,40 0-15,-40 0 16,0 0-16,0 0 15,0 1 1,0-1-16,0 0 16,0 0-1,0-80 32,0 0-31,0 0-1,-40 40-15,40-41 0,0 1 16,0 0 0,0 0-16,0 0 0,0 0 15,0 0-15,40 40 0,0 0 16,0 0 0,-40-40-16,40 40 15,-40-40 16,41 40-15,-1 0 15,-40-40-31,40 40 16,0 0-16,-40-41 0,40 41 16,-40-40-16,40 40 15</inkml:trace>
  <inkml:trace contextRef="#ctx0" brushRef="#br0" timeOffset="-13837.78">19421 561 0,'0'40'78,"0"0"-63,40-40-15,0 0 16,-40 40-16,41 0 31,-41 0-31,0 1 16,0-1-16,0 0 0,-41 0 16,1 0-1,40 0-15,-40-40 16,0 40-1,0-40-15,40-40 47,0 0-31,40 40 31,-40-40-47,40 40 15,0 0 1,0 0 0,1 0-16,-1 0 15,-40 40-15,0 0 16,40-40-16,-40 40 16,40-40-1,-40 40-15,40-40 0,-40 40 16,40-40-16</inkml:trace>
  <inkml:trace contextRef="#ctx0" brushRef="#br0" timeOffset="-13247.75">20023 641 0,'0'0'16,"0"40"46,0 0-46,0 0 0,0 1-1,0-1 1,40-40 46,0 0-62,-40 40 16,40-40-16,1 0 0,-41 40 0,40-40 16,-40 40-1,0 0 1,0 0-16,0 0 15,-40 0 1,40 0 0,-41-40-16,41 41 0,-40-41 15,0 40-15,0-40 0,0 0 16,40 40-16,-40-40 16</inkml:trace>
  <inkml:trace contextRef="#ctx0" brushRef="#br0" timeOffset="-12947.75">20143 641 0,'-40'0'0,"40"-40"15,0 0-15,81 40 16,-41-40 0,40 40-16,-40 0 15,0 0 1,0-40-16,0 40 15</inkml:trace>
  <inkml:trace contextRef="#ctx0" brushRef="#br0" timeOffset="-12297.78">20986 561 0,'-40'0'78,"40"40"-62,-40-40 0,40 40-16,-40-40 0,40 40 0,-40-40 0,40 40 15,-41 0-15,41 1 16,0-1 0,-40 0-16,40 0 31,40-40-31,1 0 0,-1 0 31,-40 40-31,40-40 16,-40 40-16,0 0 15,40-40-15,-40 40 0,0 0 0,0 0 16,0 1-16,0-1 16,-40-40-1,0 0 1,0 0-1,-1 0 1,1 0 0,0 0-16</inkml:trace>
  <inkml:trace contextRef="#ctx0" brushRef="#br0" timeOffset="-11927.8">21147 481 0,'0'0'0,"0"-40"0,40 40 31,-40-41-31,40 41 16,0 0-16,0 0 0,0 0 15,0 0-15,0 0 0,1 0 32,-1 0-32,0 0 15,0 0 1,-40-40-16</inkml:trace>
  <inkml:trace contextRef="#ctx0" brushRef="#br0" timeOffset="-9558.04">15288 2245 0,'0'0'0,"-40"0"0,40 40 16,0 1 31,40-1-32,-40 0 1,0 0 0,0 0-1,0 0-15,0-80 94,0 0-94,0 0 16,0 0-16,40 40 0,-40-40 15,0-1-15,0 1 16,0 0-16,40 40 0,-40-40 0,0 0 15,0 0 1,41 40 0,-41-40-16,40 40 47,-40 40-32,0 0-15,40-40 16,0 40-1,-40 0-15,40-40 16,-40 40 0,40 0-16,-40 1 31,40-41-15,0 0-1,1 0 16,-1 0-15,-40-41-16,0 1 16,40 40-16,-40-40 0,40 40 15,-40-40-15,40 40 16,-40-40-16,0 0 16,40 40-16,-40-40 15,40 0 1,0 40 31,-40-40-47,41 40 15,-41 40 48,0 0-48,0 0 1,0 0-16,0 0 16,0 0-1,0 0 1,0 0-16,0 1 16,0-1-1,0 0-15,0 0 31</inkml:trace>
  <inkml:trace contextRef="#ctx0" brushRef="#br0" timeOffset="-9228.05">16532 2005 0,'0'40'62,"0"0"-30,0 0-32,0 0 15,0 0-15,0 0 0,0 0 16,0 1-16,0-1 16,-40-40-16</inkml:trace>
  <inkml:trace contextRef="#ctx0" brushRef="#br0" timeOffset="-8998">16492 1924 0,'0'0'0,"-40"0"16,40-40-1,0 0 1</inkml:trace>
  <inkml:trace contextRef="#ctx0" brushRef="#br0" timeOffset="-8408.1">16773 2005 0,'0'40'63,"0"0"-48,0 0 1,0-80 62,0 0-78,40 40 16,0-40-1,0 0-15,0 40 16,0 0 0,1 0 31,-41 40-16,0 0-31,0 0 15,40-40 1,-40 40-16,40-40 0,-40 40 16</inkml:trace>
  <inkml:trace contextRef="#ctx0" brushRef="#br0" timeOffset="-6958.17">19903 2005 0,'-40'0'47,"-1"0"-15,41 40-1,0 0-16,0 0-15,0 0 16,0 0-16,0 0 0,0 0 16,0 1-1,0-82 79,0 1-78,0 0-16,0 0 15,41 0-15,-41 0 0,40 0 16,-40 0 0,40 40-16,-40-40 0,0-1 15,40 1 1,-40 0-1,40 40 1,0 0 0,0 0-1,-40 40 1,40 0-16,-40 1 31,0-1-31,0 0 0,0 0 16,0 0-1,0 0 17,0-80-1,0 0-15,41 0-16,-1 0 15,0 0 1,-40-1-16,40 41 15,-40-40-15,40 40 16,0-40-16,-40 80 109,0 0-93,40-40 0,-40 41-16,0-1 15,0 0-15,0 0 16,0 0 0,0 0-16,0 0 15,0 0 1</inkml:trace>
  <inkml:trace contextRef="#ctx0" brushRef="#br0" timeOffset="-6228.18">21187 1965 0,'-40'0'15,"-1"0"63,41 40-78,-40-40 0,0 40 16,0-40-16,0 40 16,40 0-1,0 0 1,0 0 0,0 0-16,0 0 15,40-40 1,-40-40 15,40 0-15,0 40-1,-40-40-15,0 0 0,40 40 16,-40-40-16,0 80 78,0 0-62,0 0-16,41 0 15,-41 0 1,40-40 0,0 0 15</inkml:trace>
  <inkml:trace contextRef="#ctx0" brushRef="#br0" timeOffset="-5968.17">21508 1965 0,'0'0'0,"40"0"32,0 0-32,0 40 15,0-40-15,-40 40 0,40-40 16,0 0 0,-40 40-16,41 0 0</inkml:trace>
  <inkml:trace contextRef="#ctx0" brushRef="#br0" timeOffset="-5648.2">21949 1844 0,'0'0'16,"-40"0"-1,40 40 1,-40 0-16,0 41 31,40-41-31,-40-40 0,40 40 0,-41 40 16,1-40-16</inkml:trace>
  <inkml:trace contextRef="#ctx0" brushRef="#br0" timeOffset="-3848.38">13442 1323 0,'-40'0'15,"80"0"48,0 0-63,1 0 31,-1 0-31,0 0 16,-40-40-16,40 40 0,0 0 15,0 0-15,0 0 16,-40-40-16,40 40 0,1 0 0,-1 0 16,-40-40-1,40 40-15,-40-41 16</inkml:trace>
  <inkml:trace contextRef="#ctx0" brushRef="#br0" timeOffset="-3388.32">13924 1042 0,'0'0'0,"0"40"0,0 0 31,0 0-15,40-40 0,0 0-1,0 0-15,0 0 32,0 0-32,1 0 15,-1 0 1,-40 41 15,0-1-15,0 0-16,0 0 15,-40-40-15,40 40 16,0 0-16</inkml:trace>
  <inkml:trace contextRef="#ctx0" brushRef="#br0" timeOffset="-1328.52">9871 641 0,'-40'0'15,"40"40"126,0 0-141,0 0 0,0 1 16,0-1-1,0 0-15,0 0 0,40-40 0,-40 40 16,0 0-1,0 0-15,0 0 0,0 0 0,0 0 16,0 1-16,0-1 0,0 0 31,0-80 32,0 0-63,40 40 15,-40-41 1,0 1-16,40 0 0,0 0 16,1 40-1,-41-40 1,40 40-16,0-40 16,0 40-1,-40-40 1,40 40-1,-40 40 1,40-40-16,-40 40 0,0 0 31,0 0 1,0 0-1,0 0-16,-40-40 1,0 41-16,0-41 0,0 40 16,0 0-16,40 0 15,-41-40 1,41 40-16,-40-40 16,0 0-1,0 40 16</inkml:trace>
  <inkml:trace contextRef="#ctx0" brushRef="#br0" timeOffset="-908.55">10633 721 0,'0'40'63,"0"1"-48,0-1 1,0 0-16,0 0 0,0 0 31,0 0-31,0 0 16,0 0-16</inkml:trace>
  <inkml:trace contextRef="#ctx0" brushRef="#br0" timeOffset="-618.58">10553 641 0,'0'0'0,"-40"-40"0,80 40 63</inkml:trace>
  <inkml:trace contextRef="#ctx0" brushRef="#br0" timeOffset="91.4">10955 721 0,'-41'0'16,"41"40"62,41-40-78,-41 41 0,0-1 16,0 0-1,40-40-15,-40 40 16,0 0 0,0 0 15,0-80 16,0 0-32,0 0 1,0 0-16,0 0 16,0-1-1,40 41 1,-40-40-16,40 40 15,-40 40 32,40-40-31,-40 41 0,40-41-1,-40 40-15,0 0 16,40-40-16,-40 40 15,0 0 1,0 0 0</inkml:trace>
  <inkml:trace contextRef="#ctx0" brushRef="#br0" timeOffset="831.34">11556 721 0,'-40'0'0,"0"0"31,0 0 0,40 40-15,-40-40-16,40 41 16,-40-41-1,40 40-15,0 0 16,40-40 31,0 0-32,0 0 1,-40-40 15,0 0-15,0-1 0,0 1-1,0 0 16,40 40-15,0 0 62,-40 40-78,41-40 16,-41 40-16,0 1 15,40-41 1,-40 40-16,0 0 16</inkml:trace>
  <inkml:trace contextRef="#ctx0" brushRef="#br0" timeOffset="1481.31">11757 721 0,'0'0'0,"40"0"78,0 0-63,0 0 1,-40 40-16,41 1 0,-1-1 16,0 0-1,0-40-15,-40 40 0,40-40 16,0 0 0,-40 40-16,0-80 62,0 0-46,0 0-16,0 0 15,0-1 1,0 1 0,40 40-1,-40-40-15,40 40 0,-40-40 0,41 40 16,-41-40-16,40 0 15,0 40-15,-40-40 16,40 40-16,-40-40 16</inkml:trace>
  <inkml:trace contextRef="#ctx0" brushRef="#br0" timeOffset="2151.3">12640 601 0,'-40'0'0,"40"40"63,0 0-63,40-40 0,0 0 31,-40 40-31,40-40 15,0 0 1,0 0 0,0 0-1,1 0 1,-41-40-16,0 0 16,0 0-1,40 40-15,-40-40 16,40 40-1,-40 40 95,0 0-95,-40-40-15,40 40 16,0 0 0,-40-40-16,40 40 0,-41 1 0,41-1 15,0 0 1,-40 0-16,40 0 0,0 0 0,-40-40 0,40 40 16,-40 0-16,40 0 0,0 0 15,-40 1-15,40-1 0,-40-40 0,40 40 0,-40 0 16</inkml:trace>
  <inkml:trace contextRef="#ctx0" brushRef="#br0" timeOffset="3151.3">10152 2205 0,'0'0'0,"0"40"15,-40 0 1,40 1-16,0-1 0,0 0 16,0 0-16,0 0 0,0 0 0,0 0 15,0 0 1,40 0-16,-40 0 0,40-40 16,-40 41-16,0-1 15</inkml:trace>
  <inkml:trace contextRef="#ctx0" brushRef="#br0" timeOffset="3421.19">10232 1884 0</inkml:trace>
  <inkml:trace contextRef="#ctx0" brushRef="#br0" timeOffset="4101.24">10874 2045 0,'-40'80'15,"40"-40"1,0 0-16,0 0 31,0 0-31,40 1 16,-40-1-1,0-80 64,0-1-79,40 1 15,1 0-15,-1 0 16,-40 0-16,40 40 0,0 0 15,-40-40 1,40 40-16,0 0 16,-40 40-16,40-40 15,-40 40-15,0 0 16,0 0-16,0 0 16,0 1-1,-40-41 1,40-41 15,0 1-31,40 0 16,-40 0-16,40 0 15,1 0-15,-41 0 0,40 40 16,-40-40-16,40 40 16,0 0-16,-40 40 31,0 0 0,40 0-31,-40 0 16,0 0-16,40 0 15,-40 0 1</inkml:trace>
  <inkml:trace contextRef="#ctx0" brushRef="#br0" timeOffset="4791.11">12038 1924 0,'-40'0'31,"0"0"0,0 0-15,40 41-1,0-1-15,-41-40 16,41 40-16,0 0 16,0 0-1,41-40 16,-1 0-15,0 0-16,-40-40 16,40 40-16,-40-40 31,0 0-31,0 0 16,40-1 15,-40 82 16,0-1-32,0 0 1,0 0 0,40-40-1,-40 40-15,0 0 16,40-40-1,-40 40-15</inkml:trace>
  <inkml:trace contextRef="#ctx0" brushRef="#br0" timeOffset="6261.02">12800 1844 0,'0'0'15,"-40"0"-15,0 0 16,0 0 15,40 40 0,0 0-15,0 1-16,0-1 16,0 0-16,0 0 15,0 0-15,40-40 31,0 0-15,-40-40-16,0 0 16,40 40-16,-40-40 0,0 0 15,0-1-15,0 1 16,0 0 0,0 80 46,0 0-62,0 1 16,0-1-16,0 0 0,0 0 15,0 0-15,0 0 0,0 0 16,0 0-16,0 0 0,0 1 0,-40-1 16,40 0-16,0 0 15,-40 0-15,40 0 0,0 0 0,0 0 0,-40-40 16,40 40-16,-40 0 0,40 1 15,-40-1-15,40 0 16,-40-40-16,-1 0 16,1 0-1,40-40-15,0 0 16,0-1-16,0 1 16,0 0-16,40 40 0,-40-40 15,0 0-15,41 40 16,-41-40-16,40 40 0,0-40 0,0 0 15,0 40-15,0-40 16,0 40-16,-40-40 0,40 40 16,-40-41-16,41 41 0,-1 0 0,-40-40 0,40 40 15,0-40-15,0 40 16,-40-40-16,40 40 0,-40-40 16,40 40-1,-40-40 1,40 40-1,-40-40 1,0 0 15,0 0-15,0-1 0,0 1 15,-40 40 16,0 0-47,0 0 15,40 40 1,0 1 15,0-1-31,40 0 16,-40 0-1,0 0-15,40-40 16,-40 40-16,40-40 31,1 40 1,-1-40 30,-40-40-46,40 40-16,-40-40 62,40 40-62,0 0 16,-40-40-1,40 40 1,-40-40 0</inkml:trace>
</inkml:ink>
</file>

<file path=ppt/ink/ink4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1T02:20:43.905"/>
    </inkml:context>
    <inkml:brush xml:id="br0">
      <inkml:brushProperty name="width" value="0.05292" units="cm"/>
      <inkml:brushProperty name="height" value="0.05292" units="cm"/>
      <inkml:brushProperty name="color" value="#FF0000"/>
    </inkml:brush>
  </inkml:definitions>
  <inkml:trace contextRef="#ctx0" brushRef="#br0">19341 521 0,'40'0'47,"-40"-40"-47,0 80 125,0 0-109,0 0-1,0 0 1,0 0-16,0 0 15,0 0 1,40-40-16,-40 41 0,0-1 0,0 0 31,0 0-31,0 0 16,0 0 0,0-80 93,0 0-78,-40 40-15,40-40-16,0 0 15,0 0 1,0-1-16,0 1 16,0 0-16,0 0 15,0 0-15,0 0 0,40 40 0,-40-40 16,40 40-16,-40-40 0,40 40 0,-40-40 16,41 40-1,-41-41-15,40 41 0,0 0 0,-40-40 16,40 40-16,0 0 15,0-40 1,0 40 0,0-40-1,1 40 1,-1 0-16,-40-40 0,40 40 16,0 0 15,-40 40 31,0 0-46,0 0-16,0 0 16,-40-40-16,40 41 15,0-1-15,-40-40 0,40 40 16,-40-40 15,40 40-15,-41-40-16,1 0 15,40 40 1,-40-40-16,0 0 0,0 40 16,0-40-16,0 0 15,0 0 1,-1 0 93,41-40-93,-40 40-1,80 0 126,1 0-125,-41 40-1,40-40 1,-40 40 15,40-40-31,0 0 16,-40 40-16,40-40 15,0 40 1,0-40 15,-40 41-15,40-41 0,1 0-1,-41 40-15,40-40 16,0 0-1,-40 40 1,40-40-16,0 0 31,0 0-15,0 0 15,0 0-15,1 0-1,-1 0 17,-40-40-1,40 40-31</inkml:trace>
  <inkml:trace contextRef="#ctx0" brushRef="#br0" timeOffset="2459.75">24236 441 0,'0'-41'47,"-40"41"63,0-40-110,0 40 15,0 0 1,0 0-16,0 0 15,40 40 1,-41-40-16,1 0 16,0 41-1,0-1-15,40 0 16,0 0 0,0 0-1,0 0 1,40-40-1,-40 40-15,40 0 16,0 0 0,1-40-1,-41 41-15,40-41 16,0 0-16,0 0 16,-40 40-16,40-40 0,0 0 0,0 0 15,0 0 1,1 0-16,-1 0 0,0 0 15,0-40-15,0 40 16,-40-41 31,-40 41-47,40-40 0,-40 40 31,40-40-15,0 0 31,40 0 0,0 40-32,-40-40 1,40 40-16,0 0 31,0 0-15,1 0-1,-1 0-15,0 0 16,-40 40-16,40-40 16,0 0-1,-40 40 173,0 0-173,0 0-15,0 0 16,0 1-16,0-1 0,0 0 16,0 0-16,0 0 15,0 0-15,0 0 0,0 0 16,40-40-16,-40 40 15,40 0-15,0-40 16,1 0 0,-1 0-16,-40-40 0</inkml:trace>
  <inkml:trace contextRef="#ctx0" brushRef="#br0" timeOffset="3209.72">27567 561 0,'0'40'93,"0"0"-77,0 0-16,0 0 0,0 0 0,0 1 0,0-1 16,0 0-16,0 0 15,0 0-15,0 40 0,0-40 0,0 0 0,0 41 16,0-41-16,0 0 0,0 0 15,0 0-15,40 0 0,-40 0 0,0 0 0,40-40 16,-40 40-16,0 1 16,40-41-16</inkml:trace>
  <inkml:trace contextRef="#ctx0" brushRef="#br0" timeOffset="3939.68">27647 761 0,'-40'-40'15,"0"0"-15,0 0 32,40 0-32,40 40 31,160-40-15,-159 0-16,-1 40 0,120-40 31,-120 0-31,0 40 0,1 0 0,39 0 31,-80 40 0,-40-40-31,40 40 16,-40 0-16,-41 0 16,81 0-16,-40-40 15,-40 80 1,0 1-1,80-41 17,40-40-32,0 0 31,40 0-15,0 0-16,81 0 31,-41 0-16,-80 0 1,1 0 0,-41 40-16,0 40 15,0-40-15,-41 0 16,-79 121 0,-81-81-1,-39 40 16,79-80-15</inkml:trace>
  <inkml:trace contextRef="#ctx0" brushRef="#br0" timeOffset="8069.42">17375 1684 0,'40'0'157,"0"0"-126,0-40-16,0 40-15,0 0 16,0 0-16,1 0 16,-1 0-1,0 0-15,0 0 0,0 0 0,0 0 16,0 0-16,41-40 0,-41 40 0,0 0 0,40 0 16,-40 0-16,41 0 0,-41 0 15,40 0-15,-40 0 0,0 0 0,40 0 0,-39 0 16,-1 0-16,0-40 15,0 40-15,0 0 0,0 0 0,0 0 16,0 0-16,1 0 16,-1 0-16,-40-41 0,40 41 0,0 0 15,0 0-15,0 0 0,0 0 0,41 0 0,-41-40 16,0 40-16,40 0 16,-40 0-16,40 0 0,-39-40 0,39 40 0,-40 0 15,0 0-15,40 0 0,-40 0 16,1 0-16,-1 0 0,0 0 0,0 0 0,0 0 15,0 0-15,0 0 16,0 0-16,1 0 0,-1 0 16,0 0-16,0 0 15,0 0 1,0 0-16,0 0 0,0 40 16,1-40-1,-1 0-15,0 0 0,0 0 0,0 0 16,0 0-16,0-40 0,0 40 15,1 0-15,-1-40 0,0 40 0,0 0 16,0 0-16,-40-40 16,40 40-16,0 0 0,0 0 15,-80 0 32,40 40 47,40-40-63,-40 40 32,0 0-63,0 0 15,0 1 1,0-1 0,0 0-16,0 0 0,0 0 15,0 0-15,0 0 0,0 0 16,-40 0-16,40 0 0,0 1 15,0-1-15,0 0 0,0 0 16,0 0-16,0 0 0,0 0 0,0 0 16,40 0-16,-40 1 15,0-1-15,0 0 16,0 0-16,0 0 0,0 0 16,0 0-16,0 0 15,0 0-15,0 0 16,0 1-16,0-1 15,0 0-15,0 0 16,0 0 0,0 0-16,41 0 0,-41 0 15,0 0-15,0 1 0,0-1 0,0 0 16,0 0-16,0 0 16,80-40-16,-80 40 0,0 0 15,0 0 1,0 0-16,-40-40 15,40 40-15,0 1 16,0-1 31,-40-40-47,40 40 16,0 0 15,-41-40-16,1 40 17,0-40-17,0 40 1,0-40 0,0 0-16,0 0 15,0 0 1,-1 0 15,1 0-15,0 0-1,0 0-15,0 0 16,0 0-16,0 0 16,0 0-1,-1 0-15,1 0 0,0 0 16,0 0-16,0 0 15,0 0-15,0 0 0,0 0 0,-1 0 16,1 0 0,0 0-16,0 0 0,0 0 0,0 0 0,0 0 15,0 0-15,-1 0 16,1 0-16,0 0 16,0 0-16,40 40 0,-40-40 15,0 0 1,0 0-16,0 0 0,-1 0 15,1 0-15,0 0 16,0 0-16,0 40 0,0-40 0,0 0 0,0 40 16,-1-40-16,1 0 15,0 41-15,0-41 0,0 0 0,0 40 0,0-40 16,0 0-16,-1 0 0,41 40 16,-40-40-16,0 0 15,0 0-15,0 0 31,0 0-31,0 0 32,0 0-32,-1 0 0,1 40 15,0-40-15,0 0 0,0 0 16,0 0 0,0 40-16,0-40 0,-1 0 15,1 0 1,0 0-1,0 0 1,0 0 15,0 0 1,0 0-17,-1 40-15,1-40 16,0 0-1,0 0-15,40 40 0,-40-40 16,40-40 140,0 0-140,0 0 15,0 0 0,0 0-31,0 0 16,0-1 0,0 1-16,0 0 0,0 0 15,0 0-15,40 0 0,-40 0 16,0 0-16,0 0 16,0-1-16,40 41 0,-40-40 0,0 0 15,0 0 1,0 0-16,0 0 0,0 0 0,0 0 15,0 0 1,0 0-16,0-1 16,0 1-16,0 0 15,0 0-15,0 0 0,0 0 16,0 0 0,0 0-1,0 0-15,0-1 0,0 1 0,0 0 16,0 0-16,0 0 15,0 0-15,0 0 0,0 0 16,0 0 0,0 0-16,0-1 15,0 1-15,0 0 16,0 0 0,0 0-16,-40 0 15,40 0 1,0 0-1,-40 40 1,0-40 0,40-1-1,-40 41 1,40-40-16,-40 0 31,40 0-31,-41 40 16,41-40-1,-40 0 1,40 0 0,0 0-1,40 40 17,-40-40-17,41 40-15,-1 0 16,-40-40 15</inkml:trace>
  <inkml:trace contextRef="#ctx0" brushRef="#br0" timeOffset="15429.07">23073 1804 0,'0'0'0,"0"-40"0,-40 40 0,40-40 16,0 0-16,-41 40 16,41-40-16,41 40 125,-1 0-125,0 0 15,0 0 1,0 0-16,0 0 0,0 0 15,0 0-15,1 0 16,-1 0-16,0 0 0,0 0 16,0 0-16,40 0 15,-40 0-15,1 0 0,-1 0 0,0 0 16,0 0-16,0 0 0,0 0 0,0 0 16,0 0-16,1 0 0,-1 0 15,0 0-15,40 0 0,-40 0 0,0 0 0,0 40 16,1-40-16,-1 0 15,0 0-15,0 40 0,0-40 0,0 0 0,0 0 16,0 0-16,41 0 0,-41 0 16,0 0-16,0 0 0,0 0 0,0-40 0,0 40 15,1 0-15,-1-40 0,0 40 0,0 0 0,-40-40 16,40 40-16,0 0 16,0 0-16,0 0 0,1 0 15,-41 40 48,40-40-63,0 0 15,0 0-15,0 0 16,0 0-16,0 0 0,1 0 16,-1 0-16,0 0 15,0 0-15,0 0 16,-40 40 156,0 0-157,0 0-15,0 0 16,0 0 15,0 0 32,0 0-63,0 1 15,0-1-15,0 0 16,0 0 0,0 0 15,0 0-16,0 0 1,0 0-16,-40 0 16,40 1-16,0-1 15,0 0-15,0 0 0,0 0 0,0 0 16,-40-40-16,40 40 0,0 0 0,0 0 0,0 0 16,0 1-16,0-1 15,0 0-15,0 0 0,0 0 16,0 0-1,0 0 1,0 0 0,0 0-1,0 1-15,0-1 0,0 0 16,0 0 0,0 0-16,-40-40 0,40 40 0,0 0 15,0 0 1,-40-40-16,40 40 0,0 0 31,0 1 0,0-1-31,0 0 16,0 0-16,-41-40 31,41 40-31,-40-40 16,0 0 62,40 40-78,-40-40 16,0 0-16,40 40 15,-40-40-15,0 0 0,-1 0 16,1 0-16,0 0 0,0 0 0,0 0 0,0 40 15,0-40-15,0 0 16,-1 0-16,1 0 0,0 0 0,0 0 16,0 0-16,0 0 15,0 0-15,0 0 0,-1 0 16,1 0-16,0 0 16,0 0-1,0 0-15,0 0 16,0 0-1,0 0-15,-1 40 0,1-40 16,0 41-16,0-41 16,0 40-16,0-40 0,0 40 15,0-40-15,-1 0 0,1 0 16,40 40-16,-40-40 0,0 0 16,0 0 15,0 0-16,0 0 1,0 0 0,-1 0-1,1 40 1,0-40-16,0 0 16,0 0-1,40 40-15,-40-40 0,0 0 16,0 0-1,40 40-15,-41-40 0,1 0 32,0 0-1,0 0 0,40-40 63,-40 40-16,0 0 16,40 40-94,-40-40 0,0 40 15,-1-40-15,41 40 16,-40-40-16,0 40 0,0-40 16,40 41-1,0-82 48,0 1-32,40 40 63,-40-40-63,40 40-15,-40-40-1,40 40-15,-40-40 16,0 0-16,0 0 16,0 0-1,0 0-15,0 0 0,0-1 16,0 1-16,0 0 15,0 0-15,0 0 0,0 0 0,0 0 16,0 0 0,0 0-16,0-1 0,0 1 0,0 0 0,0 0 15,0 0-15,0 0 0,0 0 0,0 0 0,0 0 16,0 0-16,0-1 0,0 1 16,0 0-16,0 0 0,0 0 0,0 0 15,0 0 1,0 0-16,0 0 15,0-1 1,41 1-16,-41 0 16,0 0-1,0 0-15,0 0 0,0 0 16,0 0-16,0 0 16,40 40-16,-40-40 15,0-1 1,0 1-1,0 0 1,0 0-16,-40 40 16,40-40-16,0 0 15,0 0 1,0 0 0,0 0-1,0-1 1,0 1-1,40 40 1,-40-40-16,40 0 0,-40 0 16,40 0-1,-40 0-15,0 0 0,40 0 16,-40 0-16,0-1 31</inkml:trace>
  <inkml:trace contextRef="#ctx0" brushRef="#br0" timeOffset="19888.72">27326 2125 0,'0'-40'16,"40"40"125,40 0-141,-39 0 15,-1 0 1,0 0-16,0 0 0,0 0 0,0 0 0,0 0 16,0 0-16,1-40 0,-1 40 15,40 0-15,-40 0 0,0 0 0,40 0 0,-39 0 16,39 0-16,-40 0 15,40-40-15,-40 40 0,41 0 0,-41 0 0,40 0 16,0 0-16,-40-40 0,41 40 16,-41 0-16,40 0 0,-40 0 0,40-41 0,-39 41 15,-1 0-15,0 0 0,40 0 0,-40 0 0,40 0 16,-39 0-16,39 0 16,-40 0-16,0 0 0,40-40 0,-40 40 0,1 0 15,-1 0-15,40 0 0,-40 0 16,0 0-16,0 0 0,0-40 0,1 40 0,-1 0 15,0 0 1,0 0-16,0 0 16,0 0-1,0 0 1,0 0 0,1 0-1,-1 0-15,0 0 16,0 0-1,0 0-15,0 0 0,0 0 16,0 0-16,1 0 16,-1 0-16,0 0 0,0 0 0,0 0 15,-40 40 188,0 0-203,0 1 0,0-1 16,0 0-16,0 0 0,0 0 16,0 0-16,0 0 0,0 0 0,0 0 15,0 1-15,0-1 0,0 0 0,0 0 16,0 0-16,0 0 16,0 0-16,0 0 0,-40-40 0,40 40 15,0 0-15,0 1 0,0-1 16,0 0-16,0 0 0,0 0 0,0 0 0,-40 40 15,40-40-15,-40 1 16,40 39-16,-40-40 0,40 0 0,0 0 0,0 40 16,-41-40-16,41 0 0,0 1 0,0-1 15,0 0 1,0 0-16,0 0 16,0 0-1,41-40-15,-41 40 0,0 0 0,0 0 16,0 1-1,0-1-15,0 0 0,0 0 16,0 0 0,0 0 15,40-40-15,-40 40-16,0 0 0,0 0 31,40-40-31,-40 40 0,0 1 15,0-1 17,0 0-1,0 0-31,0 0 31,-40-40 32,0 0-63,-1-40 15,1 40-15,0 0 16,0 0 0,0 0-16,0 0 0,0 0 0,0 0 15,-1 0-15,1 0 16,0 0-16,0 40 0,0-40 0,0 0 0,0 0 15,0 0 1,-1 40-16,1-40 0,0 0 0,0 0 16,0 0-16,0 0 0,0 0 15,0 0-15,-1 0 16,1 0-16,0 0 0,0 0 0,0 0 16,0 0-16,0 0 15,0 0-15,-1 0 16,1 0-16,0 0 15,0 0-15,0 0 0,0 0 16,0 0 0,40 40-16,-40-40 15,-1 0-15,1 0 16,0 0 0,0 0-16,40 40 0,-40-40 0,0 0 15,0 0 1,-1 0-16,1 0 0,0 0 15,0 0-15,0 0 16,0 0-16,0 40 0,0-40 16,-1 0-16,1 0 0,0 41 15,0-41 1,0 0-16,0 0 16,0 0-1,0 0 16,-1 0-31,1 0 16,0 0 0,40 40-1,-40-40-15,0 0 16,0 0 0,0 0-16,40 40 0,-40-40 15,-1 0-15,1 0 16,0 0-16,0 0 109,0 0 32,40-40-94,0 0-32,0-1 1,0 1-16,0 0 0,0 0 16,0 0-16,0 0 15,0 0-15,0 0 0,0 0 0,0-1 16,0 1-16,0 0 15,0 0-15,0 0 0,0 0 0,0 0 0,0 0 16,0 0 0,-40 0-16,40-1 0,0 1 0,0 0 0,0 0 15,0 0-15,0 0 0,0 0 16,0 0-16,0 0 16,0-1-16,0 1 0,0 0 0,0 0 15,0 0-15,0 0 0,0 0 16,0 0-16,0 0 0,0 0 0,0-1 0,0 1 15,0 0-15,0 0 16,0 0-16,0 0 0,0 0 16,0 0-16,-40 40 0,40-40 0,0-1 15,0 1 1,0 0-16,0 0 31,0 0-31,-40 40 0,40-40 16,-41 0-1,41 0-15,0 0 32,0 0-17,0-1 1,0 1 0,0 0-1,-40 40 1,40-40 15,0 0 16,0 0 62,0 0-77,40 40 46,1 0-47,-1 0-31</inkml:trace>
  <inkml:trace contextRef="#ctx0" brushRef="#br0" timeOffset="48717">18458 4491 0,'-40'0'93,"0"0"-61,0 0-1,0 0-31,0 40 0,40 0 0,-41-40 16,41 41-16,-40-41 0,0 40 15,0 0-15,40 0 0,-40-40 0,0 40 16,0 0-16,-1-40 31,82 0 47,-1 0-62,-40-40-16,40 40 15,0 0 17,0 0-32,-40 40 15,40-40-15,0 40 16,-40 0-16,41-40 0,-41 40 0,40 0 0,0 1 16,-40-1-1,0 0-15,40 0 0,-40 0 0,40 0 16,-40 0-16,0 0 15,40-40 1,0-40-16,-40-40 16,40 80-16,-40-40 15,41 0-15</inkml:trace>
  <inkml:trace contextRef="#ctx0" brushRef="#br0" timeOffset="49416.95">18458 4892 0,'0'-40'16,"40"40"77,0 0-93,-40-40 16,81 40 0,-41 0-16,0 0 0,0 0 15,0 0-15,0 0 0,0-40 16,1 40-16,-1 0 0,40-40 0,-40 40 0,0-40 15,40 40-15,-39-40 0,39 40 0,-40-40 0,40 40 16,-40 0-16,41-41 16,-41 41-16,0 0 0,40 0 0,-40 0 0,0 0 15,-40-40-15,40 40 0,1 0 16,-1 0-16,0 0 0,0 0 0,0 0 16,0-40-16,0 40 15,0 0-15,1 0 0,-1-40 0,0 40 16,0 0-16,0 0 0,0-40 0,0 40 0,0 0 15,1 0-15,-1-40 16,0 40-16,0 0 16,-40-40-1,40 40 17,0 0-1,40 0-16,-39 0-15,-1 0 0,0 0 0,0 0 16,0 0-16,0 0 16,0 0-16,0 0 0,1 0 31</inkml:trace>
  <inkml:trace contextRef="#ctx0" brushRef="#br0" timeOffset="49857.02">20866 4170 0,'0'0'0,"40"0"140,0 40-140,0-40 0,0 0 16,0 0 0,0 0-16,-40 41 0,41-41 15,-1 0 1,-40 40-1,0 0-15,0 0 16,-40 0 0,-1 0-16,1 0 15</inkml:trace>
  <inkml:trace contextRef="#ctx0" brushRef="#br0" timeOffset="50766.87">19501 5454 0,'0'0'0,"0"-40"16,41 40-16,-41-40 0,40-1 15,0 41-15,-40-40 0,40 40 16,-40-40-16,40 0 16,0 40-16,-40-40 0,40 40 0,0 0 15,-40-40 1,41 40-16,-1 0 0,-40-40 15,40 40-15,0 0 0,0 0 16,0 40 0,0 0-16,-40 0 15,0 0 1,0 0-16,0 0 0,-40 1 16,40-1-16,-40 0 15,0 0-15,0 0 0,40 0 16,-40-40-16,40 40 0,-40 0 15,40 0 1,-41-40-16,41 40 0,-40-40 0,40 41 16,0-1-16,0 0 15,40 0 1,1 0 0,-41 0-16,40-40 15,0 0-15,0 0 16,-40 40-16,40-40 0,0 0 15,0 0 1,-40-40-16,40 40 16,-40-40-16,0 0 15,0 0 1,0 0 0,-40 0-1,40-1-15,-40 1 16,0 0-16,0 0 0,0 40 15,40-40-15,-40 40 16,0-40-16,-1 40 0,1 0 31,40-40-31,0 0 16,40 40 0,1-40-16,-1 0 0,0-1 15</inkml:trace>
  <inkml:trace contextRef="#ctx0" brushRef="#br0" timeOffset="52516.8">16412 2366 0,'0'0'0,"-40"0"16,40-40 15,0-1-16,0 1 1,0 0 0,0 0-16,40 40 31,-40-40 0,40 40-15,0-40-1,-40 0 1,40 0-16,0 0 16,-40-1-1,0 1-15,40 0 16,-40 0 0,40 0-16,-40 0 31,0 0-16,41 40-15,-41 40 125,40 0-125,-40 0 16,40-40-16,-40 40 0,40 0 0,0-40 16,-40 40-16,40-40 0,0 41 15,0-41-15,-40 40 0,41-40 0,-1 40 0,0-40 16,0 40 0,0-40-16</inkml:trace>
  <inkml:trace contextRef="#ctx0" brushRef="#br0" timeOffset="53186.82">16853 1684 0,'0'40'0,"0"0"32,0 0-1,0 0 0,0 0-15,0 0-16,40 1 0,-40-1 15,0 0-15,0 0 16,0 0-16,0 0 0,0 0 16,0 0-16,0 0 15,0 1-15,0-1 0,40 0 0,-40 0 16,0 0-16,0 0 0,0 0 15,0 0-15,0 0 16,0 0-16,0 1 0,0-1 0,40 0 16,-40 0-16,0 0 0,0 0 15,0 0-15,0 0 0,0 0 0,0 1 16,41-41-16,-41 40 16,0 0-16,0 0 0,40 0 0,-40 0 0,0 0 15,40-40-15,-40 40 0,0 0 16,0 0-16,40 1 0,-40-1 0,0 0 15,40 0-15,-40 0 0,0 0 16,40 0 0</inkml:trace>
  <inkml:trace contextRef="#ctx0" brushRef="#br0" timeOffset="54036.68">16693 3809 0,'0'-40'32,"0"0"-1,40 40 31,0 0-46,0 0 0,-40 40-16,40-40 15,0 0-15,0 0 0,0 40 16,1-40 0,-41 41-16,40-41 31,-40 40-31,40-40 0,-40 40 15,40-40-15,0 0 32,0 0 30,-40-40-62,40 40 0,0-40 16,-40-1-16,41 41 0,-1-40 31,-40 0-31,40 40 0,-40-40 16,0 0-1,0 0-15,40 40 0,-40-40 32,0 0-1</inkml:trace>
  <inkml:trace contextRef="#ctx0" brushRef="#br0" timeOffset="55336.63">15609 2807 0,'0'-40'0,"0"0"15,0-1 1,0 1-1,40 0 17,0 40-17,-40-40 1,41 40-16,-1 0 0,-40-40 16,40 40-1,0 0-15,0 0 16,0 0-1,0 0 1,0 0 15,-40 40-31,0 0 0,0 0 32,0 0-32,0 1 15,0-1 1,0 0-1,0 0-15,-40-40 0,40 40 16,-40-40-16,40 40 16,0 0-16,-40 0 0,40 0 15,0 1 1,-40-41-16,40 40 0,0 0 0,0 0 16,-40-40-16,40 40 0,0 0 15,0 0 1,0 0-16,0 0 31,40 0-15,0-40-1,-40 41-15,40-41 0,0 0 16,0 0 0,1 0-16,-1 0 31,-40-41-16,40 41-15,-40-40 16,0 0 0,0 0-16,0 0 0,0 0 15,0 0-15,-40 40 16,40-40-16,-40 40 0,40-40 0,-41 0 0,1 40 16,40-41-1,-40 41-15,40-40 0,-40 40 0,40-40 0,-40 40 16,40-40-16,-40 40 0,0-40 15,0 40 1,-1 0 0,1 0-1,40-40 1,-40 40-16,40-40 47,0 0-32,40 40-15,-40-40 16,40 40-16,1 0 16,-1 0-16,0 0 0</inkml:trace>
  <inkml:trace contextRef="#ctx0" brushRef="#br0" timeOffset="57656.46">21708 6256 0,'40'0'16,"1"0"0,-1 0-1,-40-40 1,40 40-16,-40-40 0,40 40 0,0 0 15,0 0 1,0 0 0,1 0-1,-1 0 1,-40 40-16,40-40 16,0 40-1,-40 0 1,0 0-1,0 0-15,0 0 16,0 0 0,-40 0-16,40 1 0,-40-41 15,40 40-15,-40-40 0,40 40 16,-41 0-16,1 0 0,0 0 16,0 0-1,0 0-15,0-40 31,40 40-15,80 1 15,-80-1-31,0 0 0,40-40 16,0 0 0,-40 40-16,40-40 0,1 0 15,-1 0-15,0 0 0,0 0 16,0-40-1,0 40-15,0-40 0,0 40 16,1-40 0,-41-1-16,40 41 0,-40-40 15,0 0 1,0 0 0,0 0-1,-40 0 1,-1 40-16,1-40 15,0 40 1,0 0-16,40-40 0,-40 40 0,0 0 16,0 0-1,0 0-15,40-40 0,-41 40 16,1-41 0,0 41-16,40-40 0,-40 40 15,0-40-15,0 40 16,40-40-16,0 0 109</inkml:trace>
  <inkml:trace contextRef="#ctx0" brushRef="#br0" timeOffset="58396.42">22752 6176 0,'0'40'78,"0"0"-78,0 0 0,40 0 16,-40 0 0,0 0-16,0 0 0,40 0 0,-40 1 15,0-1-15,0 0 0,0 0 0,0 0 16,0 0-16,0 0 15,40-80 32,0 0-47,-40 0 16,0 0-16,0 0 0,40 40 0,0-40 0,1 40 16,-41-41-1,0 1-15,40 40 0,-40-40 16,40 40-16,0 0 15,0 0 1,-40 40-16,40-40 16,-40 40-16,0 1 15,0-1 1,-40-40 0,40 40-1,-40-40-15,40 40 0,-40 0 16,0 0-1,0-40-15,40 40 0,-41-40 16,41 40-16,-40 0 16,40 1-16,-40-41 15,40 40 1,0-80 15,0-41-31</inkml:trace>
  <inkml:trace contextRef="#ctx0" brushRef="#br0" timeOffset="58746.4">23755 6376 0,'0'0'0,"-40"40"0,0-40 15,-1 40 1,41 0 0,0 1-1,41-1 1,-41 0-16,40 40 31,-40-40-31,40 0 16,-40 40-1</inkml:trace>
  <inkml:trace contextRef="#ctx0" brushRef="#br0" timeOffset="58956.38">23594 6095 0,'-40'-40'16,"80"80"-16,-80-120 0,0 80 0,40-40 15,40 40 1</inkml:trace>
  <inkml:trace contextRef="#ctx0" brushRef="#br0" timeOffset="59356.36">24116 5975 0,'0'40'16,"0"0"46,0 0-62,0 1 16,0-1-1,0 0-15,0 0 0,0 0 0,0 0 16,0 0-16,0 0 0,0 0 16,40-40-16,-40 40 0,0 1 0,40-1 0,-40 0 15,0 0-15,40 0 0,-40 0 31,40-40-31,1 0 0,-1 0 16,0 0 0,0-40-16,0 0 15,0 0 1,-40 0-16</inkml:trace>
  <inkml:trace contextRef="#ctx0" brushRef="#br0" timeOffset="59666.35">23955 6416 0,'0'-40'47,"41"40"-47,-1 0 16,-40-40-16,40 40 15,0 0-15,0 0 0,-40-40 0,40 40 0,0 0 16,0-40-16,1 40 0</inkml:trace>
  <inkml:trace contextRef="#ctx0" brushRef="#br0" timeOffset="60276.31">25561 6296 0,'0'-40'31,"0"80"47,0 0-78,0 0 16,0 0 0,40-40-16,-40 40 0,40 0 0,-40 1 15,0-1-15</inkml:trace>
  <inkml:trace contextRef="#ctx0" brushRef="#br0" timeOffset="60556.28">25520 5935 0,'-40'0'0,"80"0"0</inkml:trace>
  <inkml:trace contextRef="#ctx0" brushRef="#br0" timeOffset="61186.25">26002 6136 0,'0'40'16,"0"0"0,40-40-16,-40 40 0,40-40 15,-40 40-15,40-40 0,-40 40 0,40 0 16,-40 0-1,41-40 1,-41-40 31,40 0-31,-40 0-16,0 0 15,0 0-15,0 0 0,40 40 16,0 0-1,0 0 1,0 0-16,-40 40 0,40 0 16,0-40-1,-40 40-15,0 0 16,0 0 0,-40-40-1,40-40 1,0 0-1,0 0-15,0 0 0,0 0 16,0 0 0,40-1-16,1 41 15,-41-40-15,40 40 0,0 0 16,0 0-16,0 0 16,0 40-1,0-40-15,-40 41 0,0-1 16,40-40-16,-40 40 0,0 0 15,0 0-15</inkml:trace>
  <inkml:trace contextRef="#ctx0" brushRef="#br0" timeOffset="61696.25">27286 5975 0,'-40'40'0,"80"-80"0,-120 80 0,40-40 31,-1 0-31,41 40 16,41-40-1,-41 40 1,40 1-16,0-41 16,-40 40-16,40-40 15,0 0 1,0 0 0,-40-40-1,0-1-15,0 1 16,0 0-16,-40 40 15,40-40-15,-40 0 0,80 80 63,0 0-47,-40 0-1,40 0-15,0-40 0,-40 41 0,0-1 0,41 0 16,-41 0-16,40-40 0,-40 40 0,40-40 15,-40 40-15,40 0 16</inkml:trace>
  <inkml:trace contextRef="#ctx0" brushRef="#br0" timeOffset="62706.25">27928 5895 0,'0'0'16,"-40"0"-16,0 0 15,0 0-15,-1 40 16,1 0-16,40 0 16,0 0 15,40-40-31,1 0 31,-1 0-31,-40-40 16,40 40-16,-40-40 15,0 0-15,0 0 16,-40 0 0,40 0-1,-40 40-15,40 40 47,0 0-31,40-40-16,-40 40 0,40 0 0,-40 0 15,40 0-15,-40 0 16,0 1-16,0-1 0,0 0 0,40 0 16,-40 0-16,0 0 15,0 0-15,0 0 0,0 0 0,0 0 0,0 1 16,0-1-16,0 0 0,0 0 0,0 0 0,0 0 15,-40-40-15,40 40 0,0 0 16,-40 0-16,0 1 16,40-82 31,-40 41-47,40-40 0,-41 40 15,41-40-15,0 0 0,0 0 0,0 0 16,0 0-1,0 0-15,0 0 0,0-1 0,0 1 0,0 0 16,0 0-16,0 0 16,0 0-16,81 40 0,-81-40 15,40 40-15,0 0 16,-40-40-16,40 40 0,0 0 0,0 0 16,0-40-16,1 40 0,-1 0 15,40-40-15,-40 40 0,0 0 0,0 0 0,-40-41 16,40 41-16,1 0 0,-41-40 15,40 40 1,-40-40-16,0 0 31,0 0-15,0 0 0,-40 40-1,-1 0 1,1 0-1,40 40 17,0 0-32,-40-40 0,40 40 15,0 0-15,0 0 16,80-40-16,-80 41 0,41-1 16,-1-40-1,0 0-15,0 40 0,0-40 0,0 0 16,0 0-16,0 0 0,1 0 15,-41-40 1,0 0 0</inkml:trace>
  <inkml:trace contextRef="#ctx0" brushRef="#br0" timeOffset="63976.17">20745 8462 0,'-40'0'31,"0"0"-31,40-40 16,-40 40-16,0 0 16,0 0-16,0 40 15,-1-40-15,41 40 0,-40-40 16,40 40-1,-40 0-15,40 0 0,0 0 16,-40-40-16,40 40 16,0 0-16,-40-40 0,40 40 15,0 1 1,0-1-16,0 0 0,0 0 16,0 0-16,40 0 0,-40 0 15,40 0-15,-40 0 0,40-40 0,-40 41 16,40-1-16,1-40 0,-1 40 0,0-40 0,0 0 15,0 0 1,0 40-16,0-40 0,0 0 0,1 0 16,-1-40-16,0 40 0,0 0 15,0-80-15,0 80 0,0-41 0</inkml:trace>
  <inkml:trace contextRef="#ctx0" brushRef="#br0" timeOffset="64376.14">21588 8582 0,'40'-40'31,"-80"80"-31,120-80 16,-40 40-16,0 0 15,1 40-15,-41 0 0,40 0 16,-40 0-16,0 81 15,-40-1 1,-161 0 15,121-120-31,80 40 0,-81-40 16,41 0-16,0-40 16,0 0-16,-40-40 15,40-40 16,120-1-15,-40 81 0,0 0-16,40 0 31,1 0-31</inkml:trace>
  <inkml:trace contextRef="#ctx0" brushRef="#br0" timeOffset="64686.08">21909 8141 0,'0'-40'0,"0"80"47,0 0-31,0 0-16,40 0 0,-40 0 15,40 0-15,-40 0 0,40 1 16,1-1-16,-41 0 0,40 0 0,-40 0 16,40 0-16,0 0 15,-40 0-15,0 0 0,40 0 0,-40 1 16,40-1-16,-40 0 0,0 0 0,0 0 15,40-40-15,-40 40 0</inkml:trace>
  <inkml:trace contextRef="#ctx0" brushRef="#br0" timeOffset="65056.11">22471 8662 0,'0'-40'0,"40"0"16,0 40-16,-40-40 16,40 40-16,0 0 0,0 0 15,1 0-15,-1 0 16,0 40-16,0-40 0,-40 40 16,0 0-1,40-40-15,-40 40 0,0 0 16,-40 0-1,0-40 1,40 41-16,-40-41 0,0 40 0,-1-40 0,1 0 16,40 40-16,-40-40 0,0 0 15,0 0-15,0 0 0,0 0 16,40-40-16,-40 0 16,40-1-16,0 1 15,0 0-15,0 0 0,40 40 16,-40-40-16,40 0 15,0 40-15,-40-40 0</inkml:trace>
  <inkml:trace contextRef="#ctx0" brushRef="#br0" timeOffset="65466">22832 8381 0,'40'0'15,"-80"0"-15,120 0 16,-40 0-16,0 0 31,81 81-15,-81-41 0,40 80-1,-40 0 16,-40-39-15,0-41 0,-40-80 15,40-1-31,0-39 16,-40 40-16,40 0 15,0 0-15,0 0 0,0 0 0,0 0 16,40 0-16,-40-1 0,40 41 0,-40-40 15,40 40-15,1-40 16,-1 40-16,-40-40 0,40 40 0,0 0 16,0 0-16,-40-40 15,40 40-15</inkml:trace>
  <inkml:trace contextRef="#ctx0" brushRef="#br0" timeOffset="66556.12">24076 8502 0,'-40'0'15,"80"0"110,-40-40-125,40 40 0,0 0 16,0 0 0,0 0-16,0 0 0,1 0 15,-1 0 1,0 0-16,0 0 15,0-40-15,0 40 0</inkml:trace>
  <inkml:trace contextRef="#ctx0" brushRef="#br0" timeOffset="67036.14">24317 8301 0,'0'0'0,"-41"0"0,1 0 15,40-40 16,40 40-15,-40-40-16,41 40 16,-1 0-16,0 0 31,0 0-31,0 0 16,0 0-1,-40 40-15,40-40 0,0 0 16,-40 40-16,41-40 15,-41 40 1,40-40-16,-40 40 16,0 1-1,0-1 1,0 0 0,-40 0-1,40 0-15,-41-40 0,1 0 16</inkml:trace>
  <inkml:trace contextRef="#ctx0" brushRef="#br0" timeOffset="72645.7">20103 11429 0,'0'0'0,"0"-40"0,0 0 0,0 0 31,0 0-31,0 0 16,0 0-1,-80 40 63,80 40-78,-40-40 16,0 40-16,0-40 16,40 40-16,-40-40 0,40 40 0,-41-40 0,1 40 15,0 0-15,0-40 0,0 41 0,40-1 16,-40-40-16,0 40 0,0 0 15,40 0-15,0 0 16,0 0 0,0 0-16,40-40 0,-40 40 15,40-40-15,-40 40 16,40-40-16,0 0 0,0 0 0,0 0 16,0 0-16,1-40 0,-1 40 15,0-40-15,0 40 16,0-40-16,-40 0 0,40 0 0,0 0 0,-40 0 15,40 0-15,-40 0 16,0-1-16,0 1 0,0 0 16,-40 40-1,40-40-15,0 0 0,-40 40 0,40-40 16,0 80 46,0 0-62,0 0 0,0 0 16,40 0-16,-40 1 0,0-1 16,40 0-16,-40 0 0,0 0 0,0 0 0,41 0 15,-41 0-15,0 0 16,40 0-16,-40 41 0,0-41 0,0 40 0,0-40 16,0 0-16,0 40 0,0-39 0,0-1 0,40 0 15,-40 40-15,0-40 0,0 0 16,0 0-16,0 0 0,0 0 0,0 1 15,-40-41 1,0 40-16,-1-40 31,41 40-31,-40-40 0,0 40 0,0-40 16,0 0 0,0 0-16,40-40 15,-40 40-15,40-40 0,-40 0 16,40-1-16,0 1 15,0 0-15,0 0 0,0 0 0,0 0 16,40 0-16,-40 0 16,40 0-16,-40 0 0,40 40 0,-40-41 15,40 1-15,0 0 0,-40 0 16,40 40-16,-40-40 0,40 0 0,1 0 16,-41 0-16,40 40 0,-40-40 0,40 40 0,-40-41 15</inkml:trace>
  <inkml:trace contextRef="#ctx0" brushRef="#br0" timeOffset="73065.68">20545 11349 0,'0'0'16,"0"-40"-16,0 0 15,0 0-15,40 40 16,0 0-16,40 0 16,-80 40-16,40-40 0,0 40 0,1-40 15,-1 40-15,-40 0 16,40 0-16,0 1 0,0-1 0,-40 0 16,0 0-16,40 0 0,-40 0 15,0 0-15,-40 0 16,0-40-16,40 40 0,-40-40 15,0 0 1,0 0-16,40-40 16,0 0-16,-41 0 15,41 0-15,0 0 0,0 0 0,0 0 16,0 0-16,81-1 16,-81 1-16,40 40 0,-40-40 0,40 0 0,0 0 15,0 0-15,0 40 0,0-40 0,1 40 16,39-40-16,-40 40 0,0 0 15,0-40-15,0 40 0,0-41 0,41 41 0,-41-40 16</inkml:trace>
  <inkml:trace contextRef="#ctx0" brushRef="#br0" timeOffset="73905.72">22029 10828 0,'0'40'15,"0"-80"-15,-40 80 0,-40 40 16,80-40-16,-40 0 16,0 0-16,0 41 15,-1-81-15,41 80 32,0-40-32,0 0 0,0 0 15,41-40-15,-1 80 16,0-80-1,0 0 1,-40-40-16,0 0 16,40 0-16,-40 0 0,40 0 0,-40 0 15,0 0 1,0 0-16,0-1 0,0 1 0,0 0 0,-40 40 16,40-40-16,-40 40 0,80 0 62,-40 40-62,40-40 0,0 40 0,1 0 16,-1-40-16,-40 41 15,40-41-15,0 40 0,0-40 16,0 0 0,0 0-1,-40-40-15,0-1 16,40 41-16,-40-40 0,0 0 15,0 0 1,0 0-16,0 80 47,0 0-47,41 0 16,-1 0-16,0 1 0,0-41 15,0 0-15,0 40 16,0 0-16,0-40 0,1 0 15,-1 0-15,-40-80 32,0-1-17,0 41 1,0 0-16,0 0 16,0 80-1,0 0 1,0 0-1,0 0-15,0 41 0,0-41 0,0 0 0,0 0 16,0 40-16,0-40 0,0 0 16,0 1-16,0-1 0,0 40 0,-40-40 0,40 0 15,-41 0-15,41 40 16,-40-40-16,0 1 0,0-1 0,40 0 0,-40 0 16,0 0-16,40 0 0,-40 0 0,0 0 0,40 0 15,-41-40-15,1 41 16</inkml:trace>
  <inkml:trace contextRef="#ctx0" brushRef="#br0" timeOffset="74605.59">23634 11309 0,'0'-40'16,"-40"40"15,40-40-31,-40 40 0,40-40 32,40 40-17,41 0-15,-41-40 16,0 40-16,0 0 15,0-40-15,0 40 0,0-41 0,0 41 16,1-40-16,-1 40 0,0-40 16,0 40-16,-40-40 0,40 40 0,0 0 0,-40-40 15,40 0 1,-40 0-16,0 0 16,-40 40-1,0 0 1,0 40-1,80-40 48,0 0-47,0 0-16,0 0 0,1 0 15,-1 0-15,-40 40 0,40-40 0,-40 40 16,40 0-16,-40 0 15,0 0-15,0 0 16,-40 1-16,0-1 16,40 0-16,-40 0 0,-1 0 0,1-40 15,40 40-15,0 0 0</inkml:trace>
  <inkml:trace contextRef="#ctx0" brushRef="#br0" timeOffset="75315.62">25199 10467 0,'40'-40'32,"-80"80"-32,121-120 0,-1 40 15,-40 40-15,-40-41 0,40 41 16,0 0-16,0 0 16,-40 41-16,41-41 15,-41 80-15,0-40 16,0 40-1,-41 40 1,1-120-16,-40 161 31,80-121-31,-40 0 0,40 0 0,0 0 0,0 0 16,-40 0-16,40 121 16,0-121-16,0 0 15,40 0-15,40-40 31,41-40-15,-81 40-16,40-40 16,-40 40-16,-40-40 0,0 0 15,40 40 1,-40-80 0,0 39-16,-40-79 15,-40 120-15,80-40 0,-40 0 16,0 0-16,-81-80 15,-80-1 1,41 1 15,120 80-31,40 0 32,40 40-32,40 0 15,81 0 16</inkml:trace>
  <inkml:trace contextRef="#ctx0" brushRef="#br0" timeOffset="75545.6">25962 10427 0,'40'80'16,"-80"-160"-16,200 240 31,-120-120-31,121 0 16,40 1-1,-1 39 17,-160-40-17,0 0-15</inkml:trace>
  <inkml:trace contextRef="#ctx0" brushRef="#br0" timeOffset="75805.59">26644 10347 0,'-40'0'16,"0"0"-16,40 40 31,-40-40-31,40 120 31,-41-80-31,41 0 0,-80 121 32,80-81-32,-40-40 0,40 0 0,-40 161 15,40-161 1,0 0-16</inkml:trace>
  <inkml:trace contextRef="#ctx0" brushRef="#br0" timeOffset="76535.53">27246 10266 0,'0'-40'16,"40"40"-16,-40-40 0,40 40 0,0-40 15,0 40-15,81-40 31,-41 40-15,-80 40-16,40-40 16,-40 40-16,0 0 15,0 40 1,-80 81 0,40-81-1,0-80-15,-41 80 16,81-40-16,-40-40 0,40 41 15,-40 79 1,40-80 0,40 0-1,0 0-15,81-40 32,-121 40-32,40-40 0,0 0 0,40 40 15,0-40 16,-39-80-15,-41 40 0,0 0-1,-41 0-15,1 0 16,40 0-16,-40 40 0,0-81 16,-120-119-1,-1 80 1,121 79 15,0 41-15,40-40-1,40 40 17,40-40-17,-40 0-15</inkml:trace>
  <inkml:trace contextRef="#ctx0" brushRef="#br0" timeOffset="76805.55">27848 10106 0,'40'0'15,"0"0"1,0 0-16,0 0 0,0 0 0,0 40 16,1-40-16,-1 40 15,0-40-15,-40 40 0,40 0 0,0-40 0,0 40 16,0 1-16,0-1 16,1 0-16,-1 0 0,0 0 15,-40 0-15,40-40 16,-40 40-1,40-40-15,-40 40 0</inkml:trace>
  <inkml:trace contextRef="#ctx0" brushRef="#br0" timeOffset="77105.42">28530 10186 0,'-40'0'15,"40"-40"-15,-40 40 16,-1 0 15,1 0-15,0 0 0,0 0-16,40 40 15,-40 0-15,40 0 0,-40 0 16,40 1-16,0-1 15,-40 0-15,40 0 0,0 0 0,0 0 0,0 0 16,-40-40-16,40 40 16,0 0-16,0 1 0,0-1 0,40-40 15</inkml:trace>
  <inkml:trace contextRef="#ctx0" brushRef="#br0" timeOffset="78055.38">29092 10026 0,'0'-40'0,"0"0"15,-40 40 1,40-41-16,40 41 31,-40-40-31,80 40 0,-80-40 0,40 40 16,0 0-16,0 0 16,0-40-16,1 40 0,-1 0 15,0 0-15,0 40 0,-40 0 16,40 0-1,-40 1-15,0-1 0,0 0 16,0 0 0,0 0-16,-40-40 15,40 40 1,-40 0 0,0-40-16,0 40 0,40 0 15,-41-40-15,41 40 16,0 1-16,-40-41 0,40 40 0,0 0 0,0 0 15,0 0-15,0 0 16,0 0-16,0 0 31,40-40-31,1 0 0,-41 40 16,40-40 0,0 0-16,0 0 0,0 0 15,0 0-15,0 41 0,0-41 16,1 0-1,-1 0-15,0 0 16,-40-41 0,40 41-1,-40-40-15,0 0 16,0 0-16,0 0 0,0 0 16,0 0-16,-40 0 15,-40 40-15,80-40 16,-81 40-16,41 0 0,0 0 15,0 0-15,0 0 16,0 0-16,0 0 0,-1 0 0,1-41 0,0 41 16,40-40-16,-40 40 15,0-40-15,0 0 16,40 0-16,-40 40 16,40-40-16,0 0 0,0 0 15,40 40-15,0 0 16,0-40-1,0 40-15,0 0 0</inkml:trace>
  <inkml:trace contextRef="#ctx0" brushRef="#br0" timeOffset="82665.12">25199 7780 0,'0'-40'47,"40"0"-32,1 40 17,-1 0-17,-40-40-15,40 40 16,0 0-16,-40-41 0,40 41 16,0 0-16,0 0 15,1 0 1,-1 0-16,0 41 15,-40-1 1,0 0-16,0 0 16,0 0-16,0 0 15,-40 0-15,40 0 0,-40 0 0,40 0 16,0 1-16,0-1 0,-41 0 0,41 0 16,-40-40-16,40 40 15,0 0-15,0 0 0,-40 0 0,40 0 16,0 1-16,0-1 47,40-40-16,0 40-15,1-40-16,-1 0 0,0 0 0,0 0 15,0 0 1,0 0-16,0 0 0,0 0 0,1 0 15,-41-40-15,0 0 16,40 40-16,-40-41 16,0 1-1,-40 40-15,40-40 16,-41 40-16,41-40 0,-40 40 0,0-40 0,0 40 16,0 0-16,0-40 0,0 40 15,0-40-15,-41 40 0,41-40 0,0 40 0,0 0 16,0-40-16,0 40 15,-1-41-15,1 41 0,0-40 0,0 0 16,40 0-16,-40 0 16,40 0-16,0 0 0,0 0 15,0 0 1,40 0-16,0 40 16,-40-41-16,40 41 0,0 0 15,1 0-15,-1 0 16,0 0-16,0 0 0</inkml:trace>
  <inkml:trace contextRef="#ctx0" brushRef="#br0" timeOffset="82975.16">26162 7700 0,'0'0'0,"0"40"0,41-40 15,-1 40 1,-40 0 0,40-40-16,120 80 15,-120-80-15,-40 40 16,121 0-16,-81-40 15,40 40 1,-40 41 15</inkml:trace>
  <inkml:trace contextRef="#ctx0" brushRef="#br0" timeOffset="83285.16">26524 7740 0,'0'-40'0,"0"0"0,0-1 16,0 1-16,0 0 0,0 80 46,0 0-30,0 1-16,0-1 0,0 0 0,0 0 0,0 0 16,0 0-16,0 0 0,0 0 15,0 0-15,0 0 0,0 1 0,0-1 0,0 0 16,0 0-16,-41 0 0,41 0 0,-40 0 16,40 0-1,-40-40-15,40 40 0</inkml:trace>
  <inkml:trace contextRef="#ctx0" brushRef="#br0" timeOffset="84195.02">27326 7579 0,'-40'0'0,"40"-40"15,0 0 1,40 40-16,-40-40 16,40 40-16,-40-40 0,40 40 15,0 0-15,-40-40 16,41 40-16,-1 0 0,0 0 15,0 0 1,0 40-16,0 0 31,-40 0-31,0 0 0,0 0 16,0 0-16,0 1 16,0-1-1,-40-40-15,40 40 0,-40 0 0,0 0 16,0 0-1,40 0-15,-40 0 0,40 0 16,-41-40-16,41 40 16,0 1-16,-40-1 0,40 0 15,0 0-15,0 0 16,0 0-16,40 0 16,1-40-16,-1 0 31,0 0-31,0 0 0,0-40 15,0 40 1,0 0-16,-40-40 0,40 40 16,-40-40-1,41 0 1,-41 0 0,0 0-1,-81 40-15,81-41 16,-80 41-1,80-40-15,-40 40 0,0-40 0,0 0 16,0 0-16,-1 0 16,41 0-16,-40 0 0,40 0 0,-40 40 0,40-40 15,0-1-15,0 1 16,-40 40-16,40-40 0,40 0 31,0 40-15,0 0-16,1 0 31,-41 40-31</inkml:trace>
  <inkml:trace contextRef="#ctx0" brushRef="#br0" timeOffset="84544.99">28249 7579 0,'0'40'15,"40"-40"1,0 41-16,-40-1 15,40-40 1,-40 40-16,40-40 0,1 40 0,-1-40 16,0 40-1,0-40-15,0 0 0,0 0 0,-40 40 0,40-40 16,0 0-16,1 0 0,-1 0 0,0 40 16,0-40-16,0 40 15,0 0 1</inkml:trace>
  <inkml:trace contextRef="#ctx0" brushRef="#br0" timeOffset="84864.98">28771 7459 0,'0'0'15,"0"40"-15,-81-40 16,81 40-16,-40-40 16,-40 40-1,40 81 16,40 79-15,0-120 0,0 1-16,0-1 0,0 40 31,0-80-31,0 0 0,-40 0 0</inkml:trace>
  <inkml:trace contextRef="#ctx0" brushRef="#br0" timeOffset="85714.95">29373 7178 0,'0'-40'16,"0"80"-16,0-120 15,40 80 1,0 0-16,0 40 16,0-40-16,0 40 0,40 0 31,-39-40-31,-41 40 15,40-40-15,-40 41 16,0-1 0,0 40-1,-40 80 1,40-39 0,0-81-16,-81 40 15,81-40-15,0 0 31,0 0-15,0 0 0,40 0-1,1-40 1,39 41 0,-40-41-1,0-41 1,-40 1 15,0 0-31,0 0 16,0 0-1,-40-40 1,-121-40 15,121 79-31,0 1 16,0 40-16,-40-80 15,40 80-15,40-40 0,0 0 16,-40 40 0,-1-80-1,41 40-15,-40-41 16,40 41-16,0 0 16,0 0 15,40 40-16,41 0 1</inkml:trace>
  <inkml:trace contextRef="#ctx0" brushRef="#br0" timeOffset="86064.9">30095 7218 0,'0'-40'15,"40"40"-15,-40-40 16,40 40-16,0 0 0,0 0 16,0 0-1,1 40-15,-1-40 0,0 40 0,0 0 0,0 1 16,40-41-16,-40 40 0,1 0 0,-1-40 0,0 40 16,0-40-16,-40 40 0,40-40 15,0 40-15,0 0 0,-40 0 16,40-40-1,-40 40-15,0 1 0</inkml:trace>
  <inkml:trace contextRef="#ctx0" brushRef="#br0" timeOffset="86334.89">30817 7098 0,'0'0'0,"-40"40"31,40 0-15,-40-40-16,40 40 0,0 0 0,-40-40 0,40 41 16,0-1-16,-40 0 15,40 0-15,0 0 0,-41 0 0,41 0 16,0 0-16,0 0 0,0 1 15,0-1-15,0 0 0,0 0 0,0 0 16,0 0-16,0 40 16,0-40-16,0 0 0,0 1 0</inkml:trace>
  <inkml:trace contextRef="#ctx0" brushRef="#br0" timeOffset="86974.92">31379 7018 0,'0'-40'0,"0"-40"15,0 39 1,80 1 0,-40 40-16,81 40 31,-81-40-31,40 81 15,-80-41-15,40 0 16,-80 40 15,0 0-31,0-40 16,-41 41 0,41-41-16,0 40 15,0-80-15,40 40 31,40-40-15,121-40 0,-41 40 15,-80 0-31,40 80 16,-39-40-16,-41 0 0,0 0 0,40-40 15,-40 41-15,-81 79 16,41-80-16,-120 40 31,80-80-31,-161 80 16,201-80-16,0 0 15</inkml:trace>
  <inkml:trace contextRef="#ctx0" brushRef="#br0" timeOffset="104653.89">32502 6777 0,'0'-40'31,"-40"40"-15,40 40 218,0 0-218,0 0-16,40 1 0,-40-1 0,0 0 15,40 0-15,-40 0 16,0 0-16,0 0 0,0 0 0,0 0 0,41 0 16,-41 1-16,0-1 0,0 0 0,0 0 0,40 0 15,-40 0-15,0 0 16,40-40 15,-40-40 0,0 0 1,0 0-17,0 0-15,0 0 16,0 0 0,0-1-16,40 41 15,-40-40-15,40 40 16,0 0-1,0 0 1,1 0-16,-41 40 0,40-40 16,-40 41-16,40-1 0,-40 0 15,0 0 1,40 0-16,-40 0 0,0 0 16,0 0-1,-40-40-15,40 40 0,-40-40 16,0 0-1,40 41-15,-41-41 0,1 0 0,0 0 16,40 40-16,-40-40 16,0 0-16,0 0 15,0 0 17,40-40-32,0-1 15,0 1 1</inkml:trace>
  <inkml:trace contextRef="#ctx0" brushRef="#br0" timeOffset="104973.85">33104 7299 0,'40'0'0,"-40"40"16,41-40-1,-1 40 1,-40 0 0,0 0-1,40 40 1,-40-40-16,0 81 31,40-121-31,-40 40 0,0 0 0,40 0 16</inkml:trace>
  <inkml:trace contextRef="#ctx0" brushRef="#br0" timeOffset="105153.77">33104 6938 0,'0'-40'16,"0"80"-16,0-121 0,0 41 15</inkml:trace>
  <inkml:trace contextRef="#ctx0" brushRef="#br0" timeOffset="105543.83">33465 6697 0,'-40'0'0,"0"0"15,40 40-15,0 0 16,0 0-16,0 0 16,0 1-16,0-1 0,0 0 0,0 0 15,0 0 1,0 0-16,40 0 0,-40 0 15,0 0-15,0 0 16,0 1-16,0-1 0,0 0 16,40 0-16,-40 0 0,41-40 15,-41 40-15,40-40 16,-40 40-16,40-40 0,0 0 16,0 0-1,0-40 1</inkml:trace>
  <inkml:trace contextRef="#ctx0" brushRef="#br0" timeOffset="105803.78">33465 7138 0,'-40'0'0,"0"0"16,80 0 15,0-40-15,1 40-1,-1 0-15,0 0 16,0 0-16,0 0 15,0 0-15</inkml:trace>
  <inkml:trace contextRef="#ctx0" brushRef="#br0" timeOffset="121443.02">10393 8221 0,'-40'0'16,"-1"0"156,41 40 31,41-40-203,-41 40 15,40-40-15,0 40 16,0 0-16,-40 1 16,0-1-16,40-40 0,-40 40 0,40 0 15,0-40 1,-40 40-16,40-40 0,-40 40 15,41-40-15,-1 0 47,0 0 0,0 0-31,0 0-1,0-40-15,0 40 16,1 0-16,-41-40 0,40 40 16,0-40-16,0 40 15,-40-40-15,40 40 0,0-40 32,0 40-1,0 0 0,1 0-31,-41-41 16,40 41-16,0 0 0,0-40 15,0 40-15,0 0 16,0 0 0,-40-40-1,40 40 32,1-40-31,-1 40-1,0 0 17,0 0 46,0 0-47,0 0 0,0 0 47,-40 40-46,-40-40 30</inkml:trace>
  <inkml:trace contextRef="#ctx0" brushRef="#br0" timeOffset="138891.99">2046 13836 0,'0'0'0,"0"40"0,-40-40 0,40 40 109,0 0-93,0 0 0,0 0-16,0 0 15,0 0 1,0 1-16,0-1 0,40 0 15,-40 0-15,0 0 0,0 0 0,0 0 16,41 0-16,-41 0 16,0 1-16,0-1 0,40 0 15,-40 0-15,0 0 16,0 0-16,0 0 0,0 0 16,40 0-16,-40 0 15,0 1-15,0-82 78,0 1-78,-40 0 16,40 0-16,0 0 16,0 0-16,-40 0 0,-1 0 15,41 0-15,-40 0 16,40-1-16,-40 1 0,40 0 15,-40 40-15,40-40 16,-40 40 0,40-40-16,0 0 0,-40 40 15,40-40-15,-40 0 16,0 0-16,40-1 0,-41 1 16,41 0-1,-40 40-15,40-40 0,-40 0 0,0 40 16,40-40-16,0 0 31,40 0 0,0 40-15,0 0 0,-40-40-16,41 40 0,-1 0 15,0 0 1,0 0-16,0 0 15,-40 40-15,40-40 0,0 40 16,0 0-16,1-40 16,-41 40-16,40-40 15,-40 40 1,40-40-16,-40 40 31,0 0-15,0 0-1,0 1 1,-40-41-16,40 40 16,-40-40-1,40 40-15,-41-40 16,1 40 0,0-40-1</inkml:trace>
  <inkml:trace contextRef="#ctx0" brushRef="#br0" timeOffset="139321.96">2528 14277 0,'0'40'79,"40"0"-64,0 0-15,-40 0 16,0 0-16,40-40 0,-40 41 0,40-41 0,-40 40 15,41-40 1,-41 40-16</inkml:trace>
  <inkml:trace contextRef="#ctx0" brushRef="#br0" timeOffset="139571.94">2608 14076 0,'-40'0'15,"0"0"-15,40-40 0,-40 0 16</inkml:trace>
  <inkml:trace contextRef="#ctx0" brushRef="#br0" timeOffset="139921.84">2849 14036 0,'40'0'0,"-40"40"16,40-40-1,-40 40 1,40-40-16,-40 41 0,40-1 0,1-40 16,-41 40-16,40-40 15,0 40-15,0-40 0,-40 40 0,40-40 16,0 0-16,-40 40 16,40-40-16,0 40 0,1 0 0,-1-40 0,0 40 15,40-40-15,-40 41 0,0-41 16,1 40-16,-1-40 0,0 0 0,0 40 0,0-40 15</inkml:trace>
  <inkml:trace contextRef="#ctx0" brushRef="#br0" timeOffset="140211.81">3571 14116 0,'40'0'15,"-40"41"-15,0-1 16,-80 0 0,0 40 15,0 40-16,39-39 1</inkml:trace>
  <inkml:trace contextRef="#ctx0" brushRef="#br0" timeOffset="141111.76">4334 14237 0,'40'0'15,"-80"0"-15,120 0 0,-40 0 32,0 0-32,-40-40 0,40 40 15,0-81 1,1 1 15,-41 40-31,0 0 16,-41 40 15,1 0-31,0 0 0,0 0 31,-40 80-15,-41 41 0,81-81-1,40 40 1,0-40-16,81 0 15,-81 0-15,80 0 16,40 0 0,41 1 15,-121-41-31,0 0 0,120-41 31,-160 1-31,41 40 0,-1-40 0,0 0 0,0 0 16,0-40 15,-40 40-31,40-41 31,-40 41-31,0 0 0,0 0 0,0 0 0,0 0 16,0 0 0,-40 0-1,0 0 1,0 40 31,40 40 0,0 0-32,0 0-15,0 0 0,0 0 16,0 0-16,0 0 0,0 0 0,0 1 15,40-1 1,-40 0-16,0 0 0,40 0 16,-40 0-1,40-40-15,-40 40 16</inkml:trace>
  <inkml:trace contextRef="#ctx0" brushRef="#br0" timeOffset="142131.73">5858 13876 0,'0'40'47,"41"0"-16,-41 0-31,40-40 0,-40 40 16,40-40-16,-40 40 16,40-40-16,0 40 0,-40 1 0,40-41 0,0 40 15,0 0-15,1-40 16,-41 40-16,40-40 0,-40 40 15,40-40-15,0 0 32,-40-40-1,0 0-15,0 0-1,0 0-15,40 40 0,-40-41 0,0 1 16,0 0-16,40 40 0,-40-40 15,40 0 1,0 40-16,-40-40 0,41 40 31,-41-40-31,40 40 16,0 0 0</inkml:trace>
  <inkml:trace contextRef="#ctx0" brushRef="#br0" timeOffset="142441.77">7102 14036 0,'0'-40'31,"0"0"-16</inkml:trace>
  <inkml:trace contextRef="#ctx0" brushRef="#br0" timeOffset="144121.61">7142 13956 0,'-40'0'47,"0"0"109,0 0-140,0 0-16,0 40 16,0 0-16,0-40 0,-1 40 15,1 0 1,40 1-16,0-1 16,0 0-1,40-40 1,1 40-16,-1-40 0,0 40 15,0-40 1,0 0-16,0 0 0,0 0 16,0 0-1,-40-40-15,0 0 0,0 0 16,-80 40 0,80-40-16,0-1 0,-40 1 0,0 0 15,0 0 1,0 40-16,40-40 0,40 40 47,-40 40-47,40-40 0,-40 40 15,40-40-15,-40 40 0,40-40 16,-40 40-16,40-40 0,-40 41 0,40-41 0,1 40 16,-1-40-16,0 0 15,0 40-15,0-40 0,0 0 16,0 0-16,1 0 0,-1 0 15,0-40 1,0 40-16,-40-40 16,0-1-1,40 1-15,-40 0 0,0 0 0,0 0 16,0 0-16,0 0 16,0 0-16,-40 40 0,40-40 0,0 0 15,-40 40 1,40-41-16,0 1 15,0 0 1,0 0 0,0 80 46,-40-40-62,40 40 0,0 0 16,0 1-16,0-1 0,0 0 15,40-40-15,-40 40 16,40 0-16,-40 0 0,40-40 0,0 40 16,0 0-1,-40 0-15,40-40 0,-40 40 32,41-40-32,-41 41 0,40-41 15,-40 40-15,40-40 16,-40 40-16,40-40 15,0 0-15,0 0 16,-40-40 0,0 0-1,0-1 1,0 1-16,0 0 16,40 40-16,-40-40 15,0 0-15,0 0 0,0 0 16,0 0-16,0 80 62,40 0-46,-40 0 0,41 0-16,-1 0 15,0-40 1,0 40-16,0 0 15,0-40 17,-40-40-17,40 40-15,-40-40 16,40 40-16,-40-40 0,0 0 0,41 0 16,-41 0-1,0 80 32,0 0-47,40-40 0,-40 40 0,40-40 16,-40 40-1,0 0-15,40-40 0,0 40 0,0-40 32,0 0-32,0 0 15,-40 41-15,41-41 0,-1 0 16,0 0-16,0 0 0,0 0 15,0 0-15,0-41 0,0 41 0,1 0 16,-41-40 0,40 40-16,-40-40 0,40 40 0,-40-40 15,0 0-15,-40 40 47,0 40-47,40 0 16,-41-40-16,41 40 15,0 0-15,41 1 16,39-41-16,-40 0 16,0 0-1,0 0-15,0 0 0,0 0 0,41 0 0,-41 0 16,0-41-16,40 41 0,-40 0 16,41 0-16</inkml:trace>
  <inkml:trace contextRef="#ctx0" brushRef="#br0" timeOffset="145291.6">3451 12753 0,'0'0'0,"0"-40"31,-40 40-31,40-40 15,40 40 17,0 0-17,0 0-15,0 0 16,0 0-16,1 0 0,-1-40 16,0 40-1,0-41-15,0 41 0,0 0 16,0 0-16,-40 41 15,40-41 1,-40 40-16,0 0 0,0 0 0,0 0 16,0 0-1,0 0-15,0 0 0,0 0 0,-40-40 16,40 41-16,-40-1 16,0 0-16,0-40 15,0 0 1,0 0-1,40-40-15,-40 0 16,40-1-16,-41 1 16,41 0-16,0 0 0,0 0 0,-40 0 15,40 0 1,-40 0-16,40 0 0,0-1 16,-40 41-1,40-40-15,80 40 16</inkml:trace>
  <inkml:trace contextRef="#ctx0" brushRef="#br0" timeOffset="145721.49">4574 12512 0,'0'0'0,"-40"0"62,40 40-15,0 0-47,0 1 0,0-1 16,-40 0-16,40 0 16,0 0-16,0 0 0,0 0 0,0 0 0,0 0 15,0 1-15,0-1 0,0 0 0,0 0 0,0 0 16,0 0-16,0 0 15,0 0-15,0 0 0,-40 0 0,40 1 0,0-1 16,0 0-16,40 0 16,0-40-16</inkml:trace>
  <inkml:trace contextRef="#ctx0" brushRef="#br0" timeOffset="146271.47">4976 12873 0,'0'40'16,"0"0"-1,0 81 1,80-1-1,0 0 17,-40-39-17,-40-41-15,40-40 0,-40 40 32,-40-40-17,40-40 1,-40 0-16,40-1 0,-40 1 0,0 0 15,40 0-15,-40 0 16,40 0-16,0 0 0,-40 0 0,40 0 0,0 0 16,0-1-16,-40 1 15,40 0-15,0 0 0,0 0 0,80 40 16,-80-40-16,40 0 16,0 40-16,-40-40 0,40 40 0,0 0 15,-40-40-15,40 40 16,1 0-1,-41 40 1,0 0-16,0 40 16,0-40-16,0 0 0,-41 0 15,41 0 1,-40-40-16,40 41 0,-40-41 0,0 40 0,0 0 16,0 0-16,0-40 15,0 0-15,40 40 0</inkml:trace>
  <inkml:trace contextRef="#ctx0" brushRef="#br0" timeOffset="147731.35">11155 13395 0,'0'0'0,"0"-41"16,40 1-1,0 40 1,1 0 0,-1 0-16,0 0 0,-40-40 15,40 40-15,0 0 0,0 0 31,-40-40-31,40 40 0,0 0 0,-40-40 16,41 40-16,-1 0 16,-40-40-16,40 40 0,0 0 0,0 0 15,0-40-15,0 40 16</inkml:trace>
  <inkml:trace contextRef="#ctx0" brushRef="#br0" timeOffset="148201.34">11476 13836 0,'0'0'0,"40"0"94,41 0-94,-41 0 0,0-40 15,0 40-15,0 0 0,40-40 0,-40 40 0,1-41 16,-1 41-16,40-40 15,-40 40-15,0-40 0,40 40 0,-39-40 0,-1 40 16,0 0-16,-40-40 0</inkml:trace>
  <inkml:trace contextRef="#ctx0" brushRef="#br0" timeOffset="148761.29">12961 12994 0,'40'0'15,"0"0"1,0-41-1,0 41-15,-40-40 0,40 40 0,1 0 16,-1 0 0,0 0-16,0 0 0,-40 40 0,40-40 15,-40 41-15,40-41 0,-40 80 16,40-80-16,-40 40 0,0 0 0,0 0 16,0 0-1,0 0-15,-40-40 0,40 40 0,-40-40 16,40 40-16,-40-40 0,0 41 0,0-41 0,0 0 15,-1 40-15,1-40 16,0 0-16,0 0 0,0 0 0,0 0 31,0-40-31,120 40 32,-40-41-17,0 41-15,0 0 0,0 0 0,1 0 16,-1 0-1,0 0-15,0 41 0,0-1 0,0 0 16,-40 0-16,40 0 0,0-40 16,1 40-16,-41 0 0,40 0 15,0 0-15,0-40 16,-40 41-16,40-41 16,-40 40-16</inkml:trace>
  <inkml:trace contextRef="#ctx0" brushRef="#br0" timeOffset="149311.27">14245 12994 0,'0'-41'0,"0"82"0,40-82 15,-40 1-15,40 40 16,-40 40 15,0 1-15,0 119-1,0 0 1,0-39 15,0-81-15,40-40 0,0 40-1,0-40-15,1 0 0,-1 40 0,40 0 31,81 80-15,-81-39 0,-80-41 15,-40-40-31,-121 40 31,121-40-31,-80 40 0,79-40 0,1 0 16,-80 0-16,80 0 0</inkml:trace>
  <inkml:trace contextRef="#ctx0" brushRef="#br0" timeOffset="149561.29">14245 13194 0,'40'-40'15,"-80"80"-15,80-120 0,0 80 16,0-40-16,0 0 0,0 40 16,1-40-1,39 40-15,121 0 16,-161 0-16,80-41 31,-80 41-31</inkml:trace>
  <inkml:trace contextRef="#ctx0" brushRef="#br0" timeOffset="150051.24">15368 13074 0,'0'40'31,"0"0"-15,0 0-1,0 0-15,0 0 0,0 0 0,0 0 16,0 1-16,0-1 0,0 0 15,41-40-15,-41 40 0,40-40 16,0 40-16,0-40 0,-40 40 31,40-40-31,0 0 32,0 0-32,0-40 0,1 40 15,-41-40-15,40 40 0,0 0 16,0 0-1,0 0-15,0 0 16,-40 40-16,40-40 16,0 40-16,-40 0 15,0 0 1,0 0-16,-40 1 16,0-1-16,-40 0 15,40 0-15,0-40 0,0 0 16,-1 40-16,1-40 0,0 0 0,0 0 15,0 0-15</inkml:trace>
  <inkml:trace contextRef="#ctx0" brushRef="#br0" timeOffset="150351.25">15449 12994 0,'0'-41'15,"0"1"-15,80 0 16,-40 0-16,40 0 31,-40 40-31,1-40 0,-1 40 0,0 0 16,0 0-16,0 0 15,0 0-15,-40-40 0,40 40 0,0 0 0</inkml:trace>
  <inkml:trace contextRef="#ctx0" brushRef="#br0" timeOffset="151331.16">16733 13796 0,'0'0'16,"-40"0"-16,80 0 15,-40-40 1,40 40-16,-40-41 0,40 41 31,-40-40-31,40 40 0,0-40 16,0 40-16,0 0 0,-40-40 15,41 40-15,-1 0 0,0 0 16,0 0-16,0 0 0,0 0 0,0 0 0,0 0 16</inkml:trace>
  <inkml:trace contextRef="#ctx0" brushRef="#br0" timeOffset="152001.11">18779 12833 0,'0'0'0,"-40"0"0,0 0 16,0 0-1,80 0 17,0 0-17,-40 40-15,40-40 0,-40 40 0,40-40 16,-40 40-1,0 1-15,40-1 0,-40 0 16,41 0 0,-41 0-16,40-40 0,-40 40 0,0 0 15,0 0 1,0 0-16,40-40 0,-40 40 16</inkml:trace>
  <inkml:trace contextRef="#ctx0" brushRef="#br0" timeOffset="152491.12">18458 12873 0,'0'-40'47,"0"0"-31,0 0-1,40 40 1,0-40-1,1 0-15,-1 40 0,0 0 0,40 0 16,-40-40-16,0 40 0,0 0 16,1-41-16,-1 41 0,0 0 0,0 0 0,0-40 15,0 40-15,0 0 16</inkml:trace>
  <inkml:trace contextRef="#ctx0" brushRef="#br0" timeOffset="152811.07">18458 13675 0,'40'-40'15,"-40"0"1,40 40-16,1 0 16,-1 0-1,0 0-15,0 0 0,0-40 0,0 40 16,0 0-16,0 0 0,1 0 0,-1-40 15,0 40-15,0 0 0,0-40 16</inkml:trace>
  <inkml:trace contextRef="#ctx0" brushRef="#br0" timeOffset="153201.13">19782 12873 0,'0'0'15,"-40"40"1,0-40-16,0 40 15,0-40 1,40 41-16,-40-1 16,40 0-1,-40-40-15,40 40 0,0 0 16,0 0 0,0 0-16,0 0 0,0 0 0,0 0 15,0 1-15,40-1 0,-40 0 0,0 0 0,0 0 0,0 0 16,0 0-16,40-40 15,-40 40-15,0 0 0,0 1 0,0-1 0,0 0 16,0 0 0</inkml:trace>
  <inkml:trace contextRef="#ctx0" brushRef="#br0" timeOffset="153861.01">20264 13475 0,'-40'0'15,"0"0"-15,40 40 16,-41 0-1,41 0 1,81 40 0,-41 1-1,40 39 1,-80-80 0,40 0-1,-40 0 1,0-80 31,-40 0-47,40 0 15,-40 0-15,0 0 0,40 0 16,0-1 0,0 1-16,0 0 0,0 0 15,0 0-15,0 0 0,0 0 16,0 0-16,40 0 15,-40-1-15,0 1 0,0 0 16,0 0 0,40 40-16,-40-40 0,40 40 15,-40-40-15,40 40 16,0 0-16,1 0 0,-1 40 16,0-40-1,-40 80-15,40-40 0,-40 0 16,0 1-16,0-1 0,0 0 15,-40-40-15,40 40 0,-40-40 16,0 40-16,-1-40 16,1 0-1,0 0-15,0 0 0</inkml:trace>
  <inkml:trace contextRef="#ctx0" brushRef="#br0" timeOffset="154710.96">21829 13154 0,'-40'0'0,"-1"0"31,1 0 1,80 0 30,1 80-46,-41-40-16,40 0 15,-40 0-15,0 1 0,40-1 0,-40 0 0,40 0 16,-40 0-16,0 0 0,40 0 16,-40 0-16,0 0 0,0 1 15,0-1-15,0-80 47,0-1-31,-40 41-16,40-40 0,0 0 0,0 0 15,-40 0-15,0 40 16,40-40-16,0 0 0,-40 0 0,40 0 0,0-1 16,-41 41-16,41-40 0,0 0 15,0 0-15,0 0 0,0 0 0,0 0 16,0 0-16,0 0 0,0 0 0,0-1 0,0 1 15,41 0-15,-41 0 16,0 0-16,0 0 0,0 0 0,0 0 16,40 40-16,0 0 15,0 40 1,-40 0 0,0 0-16,0 0 0,0 0 15,0 0-15,0 0 0,0 1 0,0-1 0,-40 0 16,40 0-16,0 0 0,-40 0 15,40 0-15,0 0 0,-40-40 16,40 40 0</inkml:trace>
  <inkml:trace contextRef="#ctx0" brushRef="#br0" timeOffset="155051">22551 13074 0,'0'0'0,"-40"0"0,0 80 16,0-80-16,0 40 15,40 0-15,0 0 32,40 40-17,0-80-15,-40 41 0,0-1 16,40-40-16,-40 40 0,0 80 16,0-80-16,0 0 15,-40 0 1</inkml:trace>
  <inkml:trace contextRef="#ctx0" brushRef="#br0" timeOffset="155250.99">22310 12833 0,'0'-40'16,"0"80"-16,0-160 15,0 80 1,40 40-16</inkml:trace>
  <inkml:trace contextRef="#ctx0" brushRef="#br0" timeOffset="155550.97">22671 12994 0,'0'40'16,"41"-40"-1,-1 40-15,40 0 32,-80 0-32,201 40 15,-161-80-15,40 0 16,0 40-16,-40-40 0,161 80 16,-161-80-16,0 41 15,0-41 1,0 40-16</inkml:trace>
  <inkml:trace contextRef="#ctx0" brushRef="#br0" timeOffset="155820.94">23594 13034 0,'-40'0'15,"80"0"-15,-80-40 0,-40-1 16,40 41 0,0 0-16,0 0 15,-1 121 1,1-81 0,40 0-16,0 40 15,0-40-15,0 0 16,0 0-16,0 1 15,0-1-15</inkml:trace>
  <inkml:trace contextRef="#ctx0" brushRef="#br0" timeOffset="156620.82">23795 13395 0,'0'0'0,"40"0"0,0 0 16,0 0-16,0 0 0,1 0 0,-1-41 0,0 41 15,0-40-15,-40 0 0,40 40 16,0-40-16,0 0 0,-40 0 15,0 0 1,0 0-16,-40 40 16,40-40-16,-40 40 15,40-40-15,-40 40 0,0 0 16,0 0 0,40 40-16,-40-40 0,-1 0 0,1 40 15,0-40-15,40 40 16,-40-40-16,40 40 15,0 0-15,0 0 16,0 0 0,40-40-16,-40 40 0,40-40 15,-40 40-15,40-40 0,-40 41 16,41-1-16,-1 0 0,0 0 16,0-40-16,0 0 0,0 40 0,0-40 15,0 0-15,1 0 16,-1 0-16,0 0 0,0 0 0,0 0 15,0-40-15,0 40 0,0 0 16,-40-40-16,41 40 0,-1-40 0,0 0 16,-40-1-1,40 41-15,-40-40 0,40 0 0,-40 0 16,0 0-16,40 40 16,-40-40-16,0 0 0,40 0 0,-40 0 0,0 0 15,0-41-15,40 41 0,-40 0 0,0 0 0,0 0 16,0 0-16,0 0 15,-80 40-15,80-40 0,-40-1 0,40 82 79,0 39-64,0-40 1,0 0-16,0 40 0,0-40 0,0 0 15,0 41-15,0-41 16,0 0-16,0 0 0,0 0 0,0 0 0,40 0 16,-40 0-16,40 0 0,0 1 15,-40-1-15,41 0 0,-1-40 16,0 40 0,0-40-16</inkml:trace>
  <inkml:trace contextRef="#ctx0" brushRef="#br0" timeOffset="157220.88">25681 12913 0,'0'-40'47,"40"40"-31,0 0-16,0 0 15,0 40 1,1 0-16,-41 1 0,40-1 0,-40 0 16,40 0-16,-40 0 0,0 0 0,40 0 0,-40 0 15,40 0-15,0-40 16,-40 40-16,40-40 0,-40 41 15,40-41 1,1 0-16,-1 0 31,-40-41-31,0 1 0,40 40 16,-40-40-16,0 0 16,40 0-16,-40 0 0,0 0 0,0 0 15,0 0-15,0 0 0,0-1 0,0 1 16,-40 40-1</inkml:trace>
  <inkml:trace contextRef="#ctx0" brushRef="#br0" timeOffset="158750.79">27286 12994 0,'0'-41'15,"-40"41"1,0 0-16,40-40 0,-40 40 16,-1 0-16,1 0 15,0 0 1,0 0-16,40 40 0,-40-40 15,0 41 1,40-1-16,0 0 16,0 0-1,40 0-15,0-40 16,0 0 0,0 0-16,0 0 15,1-40 1,-1 0-1,-40 0-15,0 0 16,0-1 0,0 1-16,0 0 15,0 80 17,0 0-17,0 1 1,40-1-16,0-40 0,-40 40 15,40-40-15,0 0 16,0 0-16,-40 40 0,40-40 16,1 0-1,-1 0-15,0-40 0,0 0 16,0 0 0,-40-1-16,40 1 0,-40 0 0,0 0 15,0 0-15,0 0 0,40 0 16,-40 0-16,0 0 15,0-1-15,-80 1 0,80 0 0,0 0 16,-40 40-16,40-40 0,0 0 16,0 0-16,-40 0 15,80 40 17,0 0-17,-40 40-15,0 0 16,0 0-16,40 0 0,-40 0 15,0 0-15,0 0 16,0 1-16,40-1 0,-40 0 0,40 0 0,-40 0 16,0 0-16,41 0 0,-1 0 15,-40 0-15,0 1 0,40-1 16,-40 0 0,40-40-16,-40 40 0,40-40 0,-40 40 15,40-40-15,0 40 0,0-40 16,1 0-16,-1 0 15,0 0-15,0 0 0,-40-40 16,40 40-16,0-40 16,0 40-16,-40-40 15,0 0-15,0 0 16,0-1-16,0 1 0,-40 40 16,40-40-16,-40 0 0,0 0 15,40 0 1,0 80 15,0 0-15,40-40-16,-40 40 15,40-40-15,-40 40 0,40 0 0,0 1 16,1-41-16,-1 40 16,0 0-16,0-40 15,0 0-15,0 0 0,0 0 0,0 0 16,1 0-1,-1 0-15,-40-40 0,40 40 0,0 0 0,0 0 16,0-40 0,-40-1-16,40 1 15,-40 0 1,0 0-16,-40 40 16,0 40-1,40 0 1,0 0-16,0 1 0,0-1 31,40-40-31,-40 40 0,40-40 16,41 0-16,-41 0 15,0 0-15,0 0 0,-40-40 16,40 40-16,0-40 16,0-1-16,1 1 0,-41 0 15,0 80 16,0 0-15,0 1-16,-41-1 16,41 0-16,0 0 0,0 0 0,81-40 15,-81 40-15,40-40 0,-40 40 16,40-40-16,0 40 16,0-40-16</inkml:trace>
  <inkml:trace contextRef="#ctx0" brushRef="#br0" timeOffset="158920.77">29974 13234 0,'0'0'16,"-40"0"-16,40-80 0,-40 80 15,40-40-15,0 0 0</inkml:trace>
  <inkml:trace contextRef="#ctx0" brushRef="#br0" timeOffset="196808.43">6581 15560 0,'-40'0'312,"40"40"-124,0 0-157,40-40-15,-40 41-16,0-1 15,0 0 1,0 0-16,40 0 0,-40 0 0,40 0 16,-40 0-16,40 0 15,-40 1-15,40-41 0,-40 40 0,40 0 0,0 0 16,-40 0-1,41-40-15,-41 40 0,40-40 0,-40 40 0,40-40 16,-40 40 0,0-80 46,0 0-46,0 0-1</inkml:trace>
  <inkml:trace contextRef="#ctx0" brushRef="#br0" timeOffset="197728.37">7464 15600 0,'-41'40'16,"82"-80"31,-1 40-32,0 0-15,-40-40 0,40 40 16,0 0-16,0-40 0,0 40 16,0 0-1,1 0-15,-1 0 16,-40 40 0,40 0-16,0 0 15,-40 1-15,0-1 16,0 0-16,0 0 15,0 0 1,0 0-16,0 0 16,0 0-16,-40-40 15,40 40 1,-40-40 0,0 0-1,-1 0 1,1 0-1,0 0-15,40-40 16,-40 40-16,40-40 47,40 40 31,0 0-62,-40 40-1,40-40-15,1 0 16,-41 40-16,40-40 16,0 0-16,0 41 15,0-41-15,0 0 16,-40 40-1,40-40-15,0 0 16,-40 40-16,41-40 16,-1 0-1,0 0-15,0 0 0</inkml:trace>
  <inkml:trace contextRef="#ctx0" brushRef="#br0" timeOffset="198728.33">8868 15480 0,'-40'0'0,"0"0"15,0 0 16,-1 0-15,41 40 0,-40 0-1,40 0 1,-40 41 15,0-81-31,0 80 16,40-40-1,0 0-15,0 0 16,40-40 0,-40 40-16,40-40 15,0 0 1,-40 40-16,40-40 16,1 0-16,-1 0 0,0 0 15,0 0-15,0 0 16,0 0-16,0 0 0,0 0 15,1 0-15,-1 0 16,0 0-16,0 0 0,0-40 16,0 40-16,-40-40 31,0 0 0,-40 40-31,40-40 0,-40 0 16,40 0-1,0 0 1,-40 40 15,40-41-31,-40 41 32,40-40-1,-40 40-31,-1 0 31,1 0 32,0 0-48,0 0-15,0 0 31,40 40-15,0 1 15</inkml:trace>
  <inkml:trace contextRef="#ctx0" brushRef="#br0" timeOffset="201938.22">14646 15360 0,'0'80'16,"40"-40"-1,-40 0-15,0 0 16,40 0-16,-40 0 15,0 1-15,0-1 16,0 0-16,0 0 16,0 0-1,0 0-15,0 0 0,0 0 16,41 0 0,-41 1 15,-41-41 0,41-41-31,-40 1 16,0 0-16,40 0 0,-40 0 15,40 0 1,0 0-16,-40 0 0,40 0 0,0-1 0,0 1 16,-40 0-16,40 0 15,0 0-15,0 0 31,0 0-15,40 40-16,-40-40 16,40 40-16,-40-40 15,40 40-15,0 0 0,-40-40 16,40 40-16,1 0 16,-1 0-1,-40 40 16,0 0-15,40-40-16,-40 40 0,0 0 16,0 0-16,0 0 15,0 0 1,0 0-16,-40-40 16,0 40-1,-1 1-15,1-41 0,0 40 16,0-40-16</inkml:trace>
  <inkml:trace contextRef="#ctx0" brushRef="#br0" timeOffset="202258.12">15409 15400 0,'0'40'15,"0"-80"-15,0 120 0,0-40 16,0 0-16,0 0 15,0 41 1,0-41-16,40 40 31,0-40-31,-40 0 16,40-40-16,-40 40 16</inkml:trace>
  <inkml:trace contextRef="#ctx0" brushRef="#br0" timeOffset="202478.18">15328 15159 0,'-40'0'16,"0"0"-1</inkml:trace>
  <inkml:trace contextRef="#ctx0" brushRef="#br0" timeOffset="202798.15">15689 15520 0,'0'0'0,"0"40"0,41-40 15,-1 40-15,0-40 16,40 40-16,-40-40 0,121 41 31,-121-41-31,0 0 0,0 40 0,0-40 0,0 0 16,41 40 0,-41 0-1,0 0 1,-40 0-16</inkml:trace>
  <inkml:trace contextRef="#ctx0" brushRef="#br0" timeOffset="203078.14">16331 15440 0,'0'0'16,"0"40"-16,-40 40 15,40-40-15,-40 41 32,40-41-32,-40 40 15,0-80-15,40 40 0,0 0 16,-40 0-1,-40-40 1</inkml:trace>
  <inkml:trace contextRef="#ctx0" brushRef="#br0" timeOffset="203928.01">16773 15721 0,'40'0'0,"-80"0"0,120 0 16,-40-40-16,0 40 0,0 0 15,-40-41-15,41 41 0,-1-40 16,0 0-1,0 40-15,40-80 16,-80 40-16,0 0 16,-40 40 15,40-40-31,-120 40 16,80 0-16,-1 0 15,1 0-15,0 40 0,-40 0 31,80 0-31,-40-40 0,40 40 0,-40-40 16,0 80 0,-1-80-16,41 40 15,0 1-15,41-41 16,-41 40 0,40-40-16,0 40 15,-40 0-15,40-40 0,0 0 16,0 0-16,0 0 0,0 0 0,1 40 15,-1-40-15,0 0 16,0 0-16,0 0 0,0 0 0,0 0 16,0-40-16,1 40 0,-1 0 0,-40-40 15,40 40-15,0-40 16,0 40-16,-40-40 0,40 40 0,0 0 0,-40-41 16,40 41-16,-40-40 0,41 40 15,-41-40-15,40 0 0,-40 0 16,40 40-16,-40-40 15,0 0-15,0 0 0,0 0 16,0 0-16,-40-1 0,0 1 0,40 0 16,-81 40-16,81-40 0,-40 40 15,0-40-15,0 40 0,0 0 16,80 0 31,0 0-32,-40 40 1,40-40-16,-40 40 0,0 0 16,0 0-16,0 1 0,0-1 0,0 0 15,0 0-15,0 0 16,0 0-16,0 0 0,40 0 0,-40 0 16,0 0-1,40-40-15,-40 41 0,41-41 0,-41 40 0,40-40 16,-40 40-16,40-40 0,0 40 15,0-40-15,0 0 0</inkml:trace>
  <inkml:trace contextRef="#ctx0" brushRef="#br0" timeOffset="204577.97">18859 15199 0,'0'-40'15,"0"80"-15,0-120 31,0 120 16,-40 0-47,40 0 16,-40-40 0,0 41-16,0-41 0,40 40 15,0 0-15,-40-40 16,40 40-16,0 0 15,-40-40 1,40 40-16,-40-40 16,40 40-16,-41-40 15,82 0 32,-1 0-31,0 0-1,0 0 1,0 0-16,0 0 16,0 40-16,0-40 15,-40 40-15,41-40 0,-1 40 0,0-40 0,-40 41 16,40-41-16,0 40 0,0-40 16,0 40-16,0 0 0,1-40 0,-1 40 15,0-40 1,0 0-1,0 0 1,0-40-16</inkml:trace>
  <inkml:trace contextRef="#ctx0" brushRef="#br0" timeOffset="205107.95">19863 15079 0,'0'40'0,"-41"-40"16,1 0-1,40 40-15,-40-40 0,40 40 32,0 0-17,0 1 1,40-1-16,-40 0 0,40-40 15,-40 40-15,41-40 0,-1 40 16,-40 0-16,40-40 0,0 40 0,-40 0 0,40 0 16,0 0-16,-40 1 0,40-1 15,-40 0 1,40-40-16</inkml:trace>
  <inkml:trace contextRef="#ctx0" brushRef="#br0" timeOffset="205788">20344 15039 0,'40'0'0,"-80"0"0,201 0 31,-121 0-31,0 0 16,-40 40-1,0 0-15,40-40 16,-40 40-16,0 0 0,40-40 0,-40 40 16,0 1-1,40-41-15,-40 40 0,0 0 0,0 0 16,0 0 0,0 0-16,-40-40 0,40 40 15,-40-40-15,0 0 16,0 0-1,0 0 1,40-40-16,-41 40 0,1 0 16,40-40-16,40 40 62,1 0-46,-1 0-1,0 40-15,0 0 16,0-40-16,-40 80 0,40-80 0,-40 40 0,40-40 16,-40 41-16,40-1 0,1 0 15,-41 0-15,40 0 16,0 0 0,0-40-16,-40 40 15,40-40-15,0 0 16</inkml:trace>
  <inkml:trace contextRef="#ctx0" brushRef="#br0" timeOffset="206397.96">21387 15360 0,'0'-40'32,"-40"40"-32,0 0 31,0 0-31,0 0 15,0 40-15,0-40 16,-1 40-16,41 0 16,0 0-16,0 0 31,41 0-31,-41 0 16,40-40-16,0 40 15,0-40-15,0 41 0,0-41 16,-40 40-16,40-40 15,0 0-15,1 0 0,-1 0 16,0 0-16,0 0 16,0 0-1,0-40 1,-40-1 0,0 1-16,0 0 15,0 0-15,0 0 16,-40 40-1,40-40-15,-40 40 32,40-40-32,-40 40 0,0 0 15,0 0-15,-1 0 16,1 0 0</inkml:trace>
  <inkml:trace contextRef="#ctx0" brushRef="#br0" timeOffset="207637.87">23715 15520 0,'-40'0'16,"-1"0"15,41-40-31,-40 40 15,0 0 1,40-40-16,40 40 47,0 0-16,-40-40-31,41 40 16,-1 0-16,0 0 15,0 0-15,0 0 0,0 0 0,0-40 16,41 40-16,-41 0 0,40 0 0,-40 0 0,0 0 16,40 0-16,-39 0 15,39 0-15,-40 0 0,0 0 0,0 0 0,0 0 16,0 0-16,1 0 0,-1 0 16,0 0-16,0 0 0,0 0 31,0 0-31,-40-40 0,40 40 15,0-40-15,1 40 0,-1-41 16,0 41 0,0 0-16,-80 0 47,40 41-32</inkml:trace>
  <inkml:trace contextRef="#ctx0" brushRef="#br0" timeOffset="208347.84">24718 15159 0,'-40'0'0,"0"0"15,80 0 48,0 0-48,0 0 1,0 0-16,0 0 16,0 0-1,0 0-15,1 0 0,-1 0 16,0 40-16,0-40 0,0 0 16,0 0-16,0 0 0,0 0 0,1 0 15,-41 40 1,40-40-16,-40 41 0,40-41 15,-40 40 17,0 0-17,0 0 1,0 0 0,0 0-1,0 0-15,-40-40 16,40 40-16,-40-40 15,-1 40-15,1-40 16,0 0 0,40 40-16,0 1 47,40-41-47,0 0 31</inkml:trace>
  <inkml:trace contextRef="#ctx0" brushRef="#br0" timeOffset="209757.67">27607 14798 0,'0'40'16,"-40"-40"-1,0 0 48,0 0-63,40 40 16,-41-40-16,1 0 15,40 41-15,-40-41 0,0 0 0,0 40 16,0-40-1,0 0-15,40 40 16,0 0 0,0 0-1,0 0-15,0 0 16,0 0 0,0 0-16,0 1 15,0-1-15,0 0 16,40 0-16,-40 0 0,0 0 15,40-40-15,-40 40 0,40-40 0,0 0 16,-40 40-16,40-40 16,0 40-16,1-40 15,-1 0-15,0 0 16,0 0 0,0 0-1,0-40 1,0 40-1,0 0-15,-40-40 16,41 40-16,-41-40 31,40 40-31,-40-40 16,40 40-16,-40-40 16,40 0-16,-40 0 31,0 0-31,0-1 15,0 1 1,40 0 0,-40 0-16,0 0 15,0 0 1,0 0-16,-40 0 0,40 0 31,-40 40-31,40-41 16,-40 41-1,0 0 17,-1 0-17,1 0 1,0 0 0</inkml:trace>
  <inkml:trace contextRef="#ctx0" brushRef="#br0" timeOffset="212967.57">15007 17124 0,'0'0'0,"0"-40"16,0 0 109,40 40-110,-40 80 1,41-80-16,-41 81 16,40-81-16,-40 40 15,0 0-15,40-40 0,-40 40 0,0 0 0,40-40 16,-40 40-16,0 0 0,0 0 15,40-40-15,-40 40 0,0 1 0,0-1 16,0 0-16,0 0 0,0 0 16,40-40-1,-40 40-15,0 0 16,0 0 0,40-40-16,-40-40 46,0 0-30,0 0 0,0 0-16,0 0 0,0 0 0,0 0 15,0-1 1,0 1-16,0 0 0,0 0 0,0 0 16,0 0-16,0 0 15,0 0-15,0 0 0,-40 40 16,40-41-16,0 1 15,0 0-15,0 0 16,0 0 0,0 0 46,40 40-62,0 0 16,1 0-16,-1 40 15,0 0-15,0 0 0,0-40 16,0 40 0,-40 0-16,0 1 0,0-1 31,0 0-31,-40-40 0,0 40 16,0-40-1,0 40-15,0-40 0,-1 0 16,1 0-16,40 40 0,-40-40 15,80 0 1,41 0 0,-41 0-1,0 0-15,-40-40 0</inkml:trace>
  <inkml:trace contextRef="#ctx0" brushRef="#br0" timeOffset="213307.46">16091 17084 0,'0'40'46,"0"0"-30,0 1-16,0-1 0,0 0 16,40 0-16,-40 0 15,0 0 1,0 0 0,0 0-1,0 0 1</inkml:trace>
  <inkml:trace contextRef="#ctx0" brushRef="#br0" timeOffset="213507.44">15970 16643 0,'0'0'0,"-40"0"0,0 0 32</inkml:trace>
  <inkml:trace contextRef="#ctx0" brushRef="#br0" timeOffset="213857.42">16331 17004 0,'0'0'0,"41"40"16,-1-40-1,40 40 1,-40-40-16,40 80 16,-40-80-16,1 0 0,-41 41 15,40-41-15,80 40 16,-80 0-1,0-40-15,81 40 16,-81 0-16,0 0 16,0-40-16,-40 40 15</inkml:trace>
  <inkml:trace contextRef="#ctx0" brushRef="#br0" timeOffset="214157.4">17054 17084 0,'0'0'0,"0"40"0,-40-40 0,40 40 15,-41-40-15,41 41 16,-40-41-16,40 40 0,-40-40 15,40 40 1,-40-40-16,40 40 16,0 0-1,0 0 1,-40-40-16,40 40 0,0 0 16,40-40-1,-40 40-15,40-40 0,0 0 16</inkml:trace>
  <inkml:trace contextRef="#ctx0" brushRef="#br0" timeOffset="-214469.37">17736 17245 0,'0'0'0,"40"0"0,0 0 16,0 0-16,-40-40 0,40 40 16,0-41-1,1 41 1,-41-40-16,40 40 15,-40-40-15,40 40 16,-40-40-16,0 0 16,0 0-1,-40 0 1,0 40 0,-1 0-1,1 0 1,0 40-1,40 0-15,-40-40 0,40 40 0,-40 0 16,40 0 0,0 0-16,0 1 15,40-1 1,0 0-16,0 0 0,0 0 16,1-40-16,-41 40 15,40-40-15,0 40 0,0-40 16,0 0-16,0 0 15,0 0-15,1 0 16,-1-40-16,0 40 0,0 0 16,-40-40-16,40 40 0,-40-40 15,40 0-15,0 0 0,0 0 16,1-1 0,-41 1-16,0 0 0,0 0 15,0 0-15,0 0 0,0 0 16,0 0-16,0 0 0,-41 0 0,1-1 15,40 1-15,0 0 0,0 0 16,-40 40 0,40 40 46,0 0-46,0 0-16,0 1 15,40-41-15,-40 40 0,0 0 0,0 0 0,0 0 16,40 0-16,-40 0 0,41 0 0,-41 0 0,40 0 16,-40 1-1,40-1-15,-40 0 0,40-40 0,-40 40 16,0 0-16,40-40 16,-40 40-16,40-40 0</inkml:trace>
  <inkml:trace contextRef="#ctx0" brushRef="#br0" timeOffset="-213439.44">19301 16804 0,'0'40'15,"-40"-40"-15,80 0 94,-40 40-78,40-40 15,0 0-15,0 0-1,0 0-15,0 0 31,1 0 16,-1 0-47,0 0 0,0 0 16,0 0-16,0 0 0,0 0 16,0 0-16,1 0 0,39 0 0,-40 0 0,0 40 15,40-40-15,-40 0 16,41 0-16,-41 40 0,40-40 0,-40 0 0,0 0 15,0 40-15,1-40 0,-1 0 16,-80 0 15,-1 0-15,1 0-16,0 0 16,0 0-16,0 0 15,40 40-15,-40-40 16,0 0 78,0 0-79,40 40 63,-41-40-62,41 40-16,0 0 0,-40-40 0,40 41 16,-40-41-16,40 40 15,-40-40-15,40 40 0,-40 0 0,0 0 16,40 0-16,-40 0 15,0 0-15,40 0 0,-41-40 16,41 41-16,-40-41 0,40 40 0,-40-40 16,40 40-16,-40-40 15,40 40-15,-40-40 0,0 40 0,0 0 16,0 0 0,40 0 15,40-40-31,0 0 15,-40-80-15</inkml:trace>
  <inkml:trace contextRef="#ctx0" brushRef="#br0" timeOffset="-212919.46">20986 16563 0,'0'0'0,"-40"0"0,0 0 16,0 0-1,40 40 1,0 0 0,40-40-16,40 80 15,-80-40-15,40 1 16,-40-1-16,40-40 0,-40 40 16,40 0-16,-40 0 0,0 0 0,0 0 15,0 0-15,0 0 16,41 0-16,-41 1 0,0-1 0,0 0 15,0 0-15,0 0 16,-41-40 0</inkml:trace>
  <inkml:trace contextRef="#ctx0" brushRef="#br0" timeOffset="-212329.41">21548 16763 0,'0'-40'0,"40"40"31,0 0-15,0 0-16,0 0 15,0 0-15,1 0 16,-1 0-16,0 40 0,0 1 16,0-41-1,-40 40-15,0 0 0,40-40 16,-40 40-16,0 0 0,0 0 15,0 0-15,-40-40 0,40 40 16,-40-40-16,40 40 0,-80-40 0,40 0 16,-1 0-16,1 0 15,0 0-15,0 0 16,40-40-16,40 40 47,-40-40-47,40 40 0,0 0 15,1 0-15,-1 0 0,0 0 16,0 40-16,0-40 16,0 40-16,0-40 0,1 0 0,-1 40 15,0 1 1,0-41-16,-40 40 0,0 0 16,0 0-1</inkml:trace>
  <inkml:trace contextRef="#ctx0" brushRef="#br0" timeOffset="-211729.53">22671 16884 0,'0'-40'0,"-40"40"78,40 40-78,0 0 16,0 0-1,0 0-15,40 0 16,-40 0 0,41-40-16,-41 40 0,40-40 0,0 0 15,-40 40-15,40-40 0,-40 41 16,40-41-16,0 0 31,0-41-15,0 1-1,1 40 1,-41-40-16,40 40 0,0 0 0,-40-40 16,40 40-1,-40-40-15,0 0 16,-40 40-1,40-40-15,-40 40 16,40-40-16,-40 40 0,-1 0 0,1-40 16,0 40-1,0 0-15,0 0 16,40 40 0,0 0-16</inkml:trace>
  <inkml:trace contextRef="#ctx0" brushRef="#br0" timeOffset="-211239.57">24597 17044 0,'-40'0'16,"0"0"-16,0 0 15,0 0-15,0 0 0,0 0 16,0 0-16,-1 0 0,1 0 15,40-40 1,40 40 0,1 0-16,-1 0 15,0 0 1,0 0-16,0 0 0,0 0 16,0 0-16,0 40 15,1-40-15,-1 0 0,0 0 0,0 0 0,0 0 16,0 0-16,0 0 0,0 0 0,1 0 0,-1 0 15,-40-40 1,40 40-16,-40-40 0,40 40 16,0 0-1,0 0 17,0 0-32</inkml:trace>
  <inkml:trace contextRef="#ctx0" brushRef="#br0" timeOffset="-210749.51">25159 16603 0,'0'0'0,"-40"0"0,120 0 31,-40 0-15,81 0 0,-81 40 15,0 0-31,-40 0 0,40-40 0,0 40 15,1-40 1,-1 0 0,-40 41 15,0-1-15,-40-40-1,40 40 1,-41 40-1,1 0 1,40-40-16,-40 0 31,40 0-31,0 1 0</inkml:trace>
  <inkml:trace contextRef="#ctx0" brushRef="#br0" timeOffset="-210069.63">26403 16603 0,'0'-40'15,"40"40"1,0 0-16,-40-40 0,41 40 15,-1 0-15,0 0 0,0 0 0,0 0 16,0 0-16,0 0 0,0 0 16,1 0-16,-41 40 0,40-40 15,0 0 1,-40 40-16,0 0 0,0 0 0,0 0 31,-40 0-31,40 1 0,-40-1 16,40 0-16,-41 0 0,41 0 15,0 0-15,-40-40 16,40 40-16,-40 0 0,0-40 16,0 40-16,0-40 15,0 0 1,40-40 0,0 0-16,-40 40 0,40-40 31,40 40-16,40 0-15,-40 0 16,0 0-16,0 0 16,0 40-16,1-40 0,-41 40 0,40-40 15,-40 40-15,40-40 16,0 40-16,0-40 0,-40 41 0,0-1 31,0 0-31,-40-40 16</inkml:trace>
  <inkml:trace contextRef="#ctx0" brushRef="#br0" timeOffset="-209499.67">27326 16643 0,'0'0'15,"40"0"1,-40 40 15,0 0-31,0 0 16,0 1-16,-40-41 15,40 40-15,0 0 0,0 0 16,0 0-16,0 0 16,0 0-16,0 0 31,40-40-31,-40 40 0,40-40 15,0 0-15,1 0 0,-1 0 16,0 0-16,0 0 0,-40 40 16,40-40-16,0 0 0,0 0 0,0 0 15,1 0 1,-1 0 15,-40 41-31,0-1 16,-40 0-16,-1 0 15,1 0 1,0-40-16,0 0 16,40 40-16,-40-40 15,0 0-15,0-40 16,40 0 0,-40 40-16</inkml:trace>
  <inkml:trace contextRef="#ctx0" brushRef="#br0" timeOffset="-209169.69">27045 16483 0,'0'-40'16,"0"-1"0,40 41-1,-40-40-15,40 0 0,-40 0 16,41 40-16,-41-40 0,40 0 16,0 40-16,0 0 15,0 0 1,-40 40-1,40-40-15,0 0 16,0 0 0</inkml:trace>
  <inkml:trace contextRef="#ctx0" brushRef="#br0" timeOffset="-208519.73">28129 16202 0,'0'0'0,"0"40"0,0 0 16,40-40-1,-40-40 17,40 40-32,-80 40 31,40 0-15,-40-40-16,40 40 15,0 0-15,-41 1 0,41-1 16,0 0-16,41 0 0,-41 0 15,40-40 1,-40 40-16,40-40 0,-40 40 0,40-40 0,-40 40 16,40-40-1,0 0 1,-40-40 0,40 40 15,0 0-16,1 0-15,-41 40 0,40-40 0,0 40 16,0-40-16,0 41 16,-40-1-16,40-40 0,-40 40 0,40-40 15,-40 40 1,40 0-16,-40 0 0,0 0 16,0 0-1,-40-40-15,0 40 16,0-40-16,0 0 0,0 0 15,0 0 1,0 0-16,-1 0 0,41-40 0,-40 40 16,0-40-16,40 0 15,-40 40-15,40-40 0,-40 0 0</inkml:trace>
  <inkml:trace contextRef="#ctx0" brushRef="#br0" timeOffset="-208249.72">28249 16082 0,'0'40'0,"-40"-80"15,80 40-15,-120 0 0,160 0 16,-40 0-1,0-40-15,0 40 0,0 0 16,41 0-16,-41 0 0,40 0 0,0-41 0,-40 41 16,41 0-16,-41 0 15,40 0-15,-40 0 0,0-40 0,1 40 0,-1 0 16,0 0-16,-40-40 0,40 40 16</inkml:trace>
  <inkml:trace contextRef="#ctx0" brushRef="#br0" timeOffset="-135884.07">1525 400 0,'-40'0'16,"0"0"15,-1 0 16,41 41-32,0-1 485,0 0-484,0 0-16,0 0 16,41 0-1,-41 0-15,40 0 0,-40 0 16,40-40-16,-40 41 15,40-1-15,-40 0 32,0-120-1,40 80-31</inkml:trace>
  <inkml:trace contextRef="#ctx0" brushRef="#br0" timeOffset="-135324.1">1284 521 0,'-40'0'0,"0"0"31,40-40-15,0 0 46,-40 40-31,80 0 1,0 0-17,0-41-15,0 41 0,-40-40 16,40 40-16,0 0 0,-40-40 16,41 40-16,-1 0 0,0-40 0,0 40 31</inkml:trace>
  <inkml:trace contextRef="#ctx0" brushRef="#br0" timeOffset="-134804.13">1364 1002 0,'0'40'16,"0"-80"-16,40 80 62,1-40-31,-41-40-31,40 40 0,0 0 16,0-40-16,0 40 16,0-40-16,0 40 0,0 0 15,1 0 1,-1 0-16,0 0 0,0 0 15,-40-40-15,40 40 0,0 0 16</inkml:trace>
  <inkml:trace contextRef="#ctx0" brushRef="#br0" timeOffset="-134094.18">2167 641 0,'-40'0'15,"80"0"48,-40 40-63,40-40 16,-40 40-16,40-40 15,-40 40-15,40-40 16,-40 41-16,0-1 15,40-40-15,-40 40 16,40-40 0,-40-40 46,0 0-46,0-1-16,0 1 0,0 0 15,41 0-15,-41 0 32,40 40-1,0 0-15,0 0-1,-40 40 16,40-40-31,-40 40 16,0 0-16,0 0 16,40 1-1,-40-1 17,40-40-32,0 40 15,1-40 1</inkml:trace>
  <inkml:trace contextRef="#ctx0" brushRef="#br0" timeOffset="-133614.19">3090 200 0,'0'0'0,"0"40"31,0 0 0,0 0-15,0 0 0,0 0-1,0 1 1,0-1-16,0 0 15,40 0-15,-40 0 0,40 0 16,-40 0-16,0 0 0,0 0 0,40-40 0,-40 41 16,0-1-16,40 0 15,-40 0-15,40-40 0,-40 40 16,40-40 0,-40 40-16,41-40 0,-1 0 0</inkml:trace>
  <inkml:trace contextRef="#ctx0" brushRef="#br0" timeOffset="-133284.22">3009 681 0,'0'0'15,"41"0"-15,-1 0 16,0 0-1,0-40-15,40-40 32,-40 80-32,41-40 0</inkml:trace>
  <inkml:trace contextRef="#ctx0" brushRef="#br0" timeOffset="-132764.25">3732 601 0,'40'0'0,"0"0"15,0 0 1,0 0-16,0 0 47,-40-40-16,0 0 0,-40 40 0,0 0-15,0 0-16,0 0 0,0 40 16,0 0 15,40 0-15,0 0-16,0 0 31,0 0-16,40-40 1,0 0 0,0 0-16,0 0 0,0 0 15,0 0 1</inkml:trace>
  <inkml:trace contextRef="#ctx0" brushRef="#br0" timeOffset="-132224.29">4414 441 0,'0'40'15,"0"0"17,40-40-32,-40 40 0,40-40 15,-40 40-15,40-40 16,-40 40-16,0 0 31,0-80 16,0 0-16,40 40-31,-40-40 0,41 40 16,-41-40-16,40 0 16,0 40 15,-40 40-16,40-40 1,-40 40 0,40-40-16,-40 40 0,0 0 31,40-40-31,-40 40 0,0 0 31,40-40-31</inkml:trace>
  <inkml:trace contextRef="#ctx0" brushRef="#br0" timeOffset="-131684.3">5337 400 0,'0'41'78,"-40"-41"-78,40 40 16,-40-40-16,40 40 16,0 0-1,0 0 17,40 0-1,0-40-31,-40 40 15,40-40-15,0 0 32,0 40-32,-40 0 31,0 1-31,-40-1 16,0-40-1,40 40-15,-40-40 0,0 0 16,0 0-1,-1 0-15,1 0 0,0-40 16</inkml:trace>
  <inkml:trace contextRef="#ctx0" brushRef="#br0" timeOffset="-131354.25">5899 441 0,'0'40'0,"-41"-40"16,41 40 15,0 0-31,0 0 31,41 0-31,-1-40 16,-40 40 0</inkml:trace>
  <inkml:trace contextRef="#ctx0" brushRef="#br0" timeOffset="-131094.35">5778 360 0,'0'0'15,"-40"-40"1,40 0 0,80 0-16</inkml:trace>
  <inkml:trace contextRef="#ctx0" brushRef="#br0" timeOffset="-130524.38">6661 360 0,'0'-40'0,"0"0"32,-40 40-32,40 40 140,-40-40-140,40 40 0,-40-40 16,40 40-16,0 1 16,-41-1-16,41 0 15,0 0 1,0 0-16,0 0 15,0 0-15,0 0 16,41-40-16,-41 40 16,40-40-16,0 0 15</inkml:trace>
  <inkml:trace contextRef="#ctx0" brushRef="#br0" timeOffset="-129804.43">6420 561 0,'40'0'31,"0"0"-31,1 0 15,-1 0-15,0 40 0,0-40 16,0 0 0,0 0-16,0 0 0,0 0 15,1 0 1,-1 0-16,0-40 16,0 40-1,-40-40-15,40 40 16,-40-40-1,0 80 32,40 0-15,0-40-32,-40 40 0,40-40 15,1 0-15,-1 40 16,0-40-16,0 0 15,0 0-15,-40-40 16,40 40 0,-40-40-16,0 0 15,40 0 1,-40 80 46,0 0-62,41 0 16,-41 0-16,40-40 0,-40 40 0,0 0 16,0 0-1,0 1-15,0-1 0,0 0 16,0 0-16,-40 0 16,40 0-16,-41 0 0,41 0 0,-40 0 0,0 0 15,0 1 1,0-1-16,40 0 0,-40-40 0,40 40 0,-40-40 15,-1 40-15,1-40 16</inkml:trace>
  <inkml:trace contextRef="#ctx0" brushRef="#br0" timeOffset="-129054.38">8828 360 0,'0'0'0,"-40"0"16,40 40 62,0 1-78,0-1 16,0 0-16,0 0 15,0 0-15,0 0 0,0 0 32,0 0-32,40-40 0,-40 40 0,40-40 15,-40 41-15,0-1 16,0 0-16</inkml:trace>
  <inkml:trace contextRef="#ctx0" brushRef="#br0" timeOffset="-128704.73">8507 681 0,'0'-40'15,"0"80"-15,-40-80 16,0 40-16,80 0 47,0 40-47,0-40 15,0 0-15,0 0 16,0 0-16,0 0 0,1 0 0,-1-40 16,0 40-16,0 0 0,0 0 15,0 0-15,0 0 0,0 0 0,1-40 16,-1 40-16,0 0 0,0-40 0</inkml:trace>
  <inkml:trace contextRef="#ctx0" brushRef="#br0" timeOffset="-128294.76">9430 521 0,'0'40'16,"40"-40"-16,0 40 15,0 0 1,0-40-16,-40 40 0,0 0 16,40-40-1,-40 40-15,0 1 0,0-1 16,-40-40-1,40 40 1,-40-40-16,0 0 0,0 0 31,40-40-15,0 0 0,0-1-16,40 41 15,0 0 1,-40-40-16,40 40 0,0-40 0,0 40 15,1-40-15,-1 40 16,-40-40 0,40 40-16</inkml:trace>
  <inkml:trace contextRef="#ctx0" brushRef="#br0" timeOffset="-127694.79">10312 561 0,'-40'40'15,"80"-80"-15,-120 80 32,40-40-1,40 40-31,-40-40 0,40 40 16,0 0-1,0 0-15,40-40 16,-40 41-16,40-1 0,0-40 15,0 0-15,1 0 16,-1 0-16,0 0 0,0-40 16,0 40-1,-40-41-15,0 1 0,0 0 32,0 0-32,-40 0 15,0 40 1,80 0 31,-40 40-16,0 0-31,0 0 0,0 0 16,40-40-1,-40 41-15,40-41 0,-40 40 0,40-40 16,0 0-16,1 0 0,-1 0 15</inkml:trace>
  <inkml:trace contextRef="#ctx0" brushRef="#br0" timeOffset="-127174.86">10914 521 0,'0'0'0,"0"40"16,0 0-1,41 0 1,-1 0-16,-40 0 31,40-40-31,-40 40 16,0-80 46,40 40-62,-40-40 16,40 0-16,0 40 0,-40-40 15,40 0 1,0 40 15,-40 40-15,0 0-16,0 0 31,0 0-31,41-40 0,-41 40 16,40-40-16,0 0 15,0 0 1,0 0-16</inkml:trace>
  <inkml:trace contextRef="#ctx0" brushRef="#br0" timeOffset="-126625.16">11797 481 0,'40'0'0,"-40"-40"16,-40 40 31,0 40-47,0-40 15,0 40-15,0-40 0,0 40 16,40 0 0,0 0-1,40-40 1,-40 40-16,40-40 0,0 0 0,0 0 16,0 40-16,0-40 0,0 0 15,1 0-15,-1 0 0,0 40 0,0-40 0,0 0 16,0 41-1,-120-41 1,80 40-16,-80-40 0,40 0 16,40 40-16,-81-40 0,41 0 15,0 40-15,0-40 0,0 0 16</inkml:trace>
  <inkml:trace contextRef="#ctx0" brushRef="#br0" timeOffset="-126436.38">12600 842 0</inkml:trace>
  <inkml:trace contextRef="#ctx0" brushRef="#br0" timeOffset="-123998.93">1605 1483 0,'40'0'15,"-40"40"79,0 1-63,0-1-31,0 0 0,0 0 16,0 0-16,0 0 15,0 0-15,0 0 0,40-40 16,-40 40-16,0 0 16,0 1-1</inkml:trace>
  <inkml:trace contextRef="#ctx0" brushRef="#br0" timeOffset="-123648.95">1645 1684 0,'0'0'16,"0"-40"0,-40 40-16,40-40 15,0 0-15,40 40 16,-40-41 0,0 1-16,0 0 31,40 40-16,-40-40 1,40 40 0,1 0-16,-41-40 0,40 40 0,0 0 15</inkml:trace>
  <inkml:trace contextRef="#ctx0" brushRef="#br0" timeOffset="-123329.01">1605 1764 0,'40'0'31,"0"0"-15,0 0-1,1-40-15,-1 40 0,0 0 0,0-40 16,0 40-16,0 0 15,0 0-15,-40-40 0</inkml:trace>
  <inkml:trace contextRef="#ctx0" brushRef="#br0" timeOffset="-122739.06">2528 1403 0,'0'40'0,"40"-40"47,0 0-32,0 40-15,0-40 16,-40 40-16,41-40 16,-41 41-16,40-41 15,0 0-15,-40 40 32,-40-40-1,80 0 16,-40-40-16,0-1-31,0 1 16,0 0-1,0 0-15,40 40 0,-40-40 16,0 0-1,40 40 1,-40-40-16,40 40 31,0 0-15,0 0 0,1-40-16</inkml:trace>
  <inkml:trace contextRef="#ctx0" brushRef="#br0" timeOffset="-121449.16">3290 1443 0,'0'40'16,"40"-40"-16,1 0 0,-1 0 16,0 0-1,0-40-15,0 40 0,0 0 16,0-40-16,1 40 16,-1 0-16,-80 0 46,40-40-14,-41 40-32,1 0 31,0 0-15,40 40-1,-40-40-15,40 40 31,0 0-15,0 0-16,0 1 16,0-1-1,40-40 1,-40 40 0,40-40-16,0 0 0,1 0 15,-1 0-15,0 0 16,0 0-16,0 0 0,0 0 15,-40-40-15,40 40 0,0 0 16,-40-40-16,41 40 16,-41-41-16,40 41 0,0-40 0,-40 0 15,40 40-15,-40-40 16,0 0-16,0 0 31,-40 40-31,0 0 31,0 0 16,40 40-31,0 0 0,40-40 15,0 0-16,0 0 1,-40-40 15,0 0-15,-40 40 0,40 40 62,0 0-63,0 0-15,0 0 0,0 0 16,0 1 0,0-1-16,0 0 0,0 0 15,0 0 1,-40 0-16,40 0 15,0 0-15,40 0 32,0-40-32,-40-40 62,0 0-46,0 0-1,40 40-15,-40-40 16,40 40-16,-40-40 0,40 40 0,-40-40 16,40 40-1,-40-40-15,41 40 0,-41-40 16,40 40-16,0 0 16,0 0 15,-40-41-31</inkml:trace>
  <inkml:trace contextRef="#ctx0" brushRef="#br0" timeOffset="-120519.21">5899 1002 0,'0'0'0,"-41"0"16,82 0 15,-1 0-15,0 0-16,-40 40 62,-40-40-46,0 0 31,-1 0 15,41 40-31,0 0 1,-40 0-32,40 1 0,0-1 15,0 0-15,0 0 16,0 0-16,0 0 0,0 0 16,0 0-1,0 0-15,0 1 16,81-41-16,-81 40 0,40-40 15,-40 40-15,40-40 0,0 0 0,0 0 16,0 0-16,0 0 0,0 0 16,1 0-1,-1-40-15,-40 0 0</inkml:trace>
  <inkml:trace contextRef="#ctx0" brushRef="#br0" timeOffset="-120219.18">5698 1403 0,'0'0'15,"0"40"1,40-40 0,40 0-1,41-80 17,-81 80-32,0 0 0,40-40 15</inkml:trace>
  <inkml:trace contextRef="#ctx0" brushRef="#br0" timeOffset="-119849.18">6220 1323 0,'0'0'16,"80"0"15,0 40-15,0 0-1,-80 40 1,0-40-16,-40 1 31,40-1-31,-40-40 0,40 40 32,0-80 14,40 40-46,-40-40 16,0-1-16,40 41 16,-40-40-16,0 0 0,40 40 31,-40-40-31,41 40 0,-1 0 16,-40-40-16,40 40 15,0 0-15,0 0 0,0 0 0,-40-40 0</inkml:trace>
  <inkml:trace contextRef="#ctx0" brushRef="#br0" timeOffset="-119349.21">7183 1323 0,'0'40'0,"-41"-40"16,1 0 0,40 40-16,-40-40 0,40 40 15,-40-40-15,0 40 16,0 0-16,40 1 16,0-1-1,40-40 16,0 0-31,0 0 0,0 0 16,-40-40-16,40 40 0,-40-41 16,41 41-1,-41-40-15,0 0 0,0 0 16,-41 40 0,41-40-16,0 120 62,41-80-62,-41 40 16,40-40-16,-40 40 0,0 1 0,40-1 15,-40 0 1,40-40-16,-40 40 0,0 0 16,40-40-1</inkml:trace>
  <inkml:trace contextRef="#ctx0" brushRef="#br0" timeOffset="-118899.23">7584 1363 0,'40'0'46,"-40"40"-30,40 0 0,0 0-1,-40 0 1,0 1-16,40-41 47,1-41-32,-41 1 1,40 0-16,-40 0 16,40 40-16,-40-40 15,40 40-15,-40-40 0,40 40 16,-40 40 15,40 0-15,-40 0-16,0 0 0,40-40 15,-40 40-15,0 1 16,40-41 0</inkml:trace>
  <inkml:trace contextRef="#ctx0" brushRef="#br0" timeOffset="-118549.25">8507 1162 0,'-40'0'15,"0"0"1,40 41-16,0-1 15,40 0 17,0 0-17,-40 0 1,0 0-16,0 0 0,0 0 16,0 0-1,40-40-15,-40 41 0,0-1 16,-40-40-1,0 0 1,40-40-16</inkml:trace>
  <inkml:trace contextRef="#ctx0" brushRef="#br0" timeOffset="-116109.48">923 2366 0,'0'40'172,"0"0"-172,0 0 15,0 0-15,0 0 16,40 0 0,-40 0-16,0 0 0,0 1 15,0-1-15,0 0 16,0 0-16,40-40 16</inkml:trace>
  <inkml:trace contextRef="#ctx0" brushRef="#br0" timeOffset="-115439.44">1083 2646 0,'0'0'0,"41"-40"15,-1 40 48,0 0-48,0 0-15,0-40 16,0 40-16,0-40 0,0 40 0,1 0 16,-1 0-16,-40-40 0,40 40 15,0 0-15,0-40 0,0 40 0,-40-40 16,40 40 0,-80-40-1,0 40 1,0 0-16,40-40 15,0-1 17,-40 41 46,40 41-63,0-1 1,-40-40-16,40 40 0,0 0 31,0 0-31,0 0 0,0 0 16,40 0-16,-40 0 16,40 0-16,-40 1 15,40-41 1,0 0-1,-40-41-15</inkml:trace>
  <inkml:trace contextRef="#ctx0" brushRef="#br0" timeOffset="-115159.55">1846 2446 0,'-40'0'15,"0"0"-15,-1 0 32,41 40-1,41 0-16,-41 0-15,40-40 0,-40 40 16,40-40 0</inkml:trace>
  <inkml:trace contextRef="#ctx0" brushRef="#br0" timeOffset="-114829.48">1966 2085 0,'0'0'0,"80"0"0,-39 0 31</inkml:trace>
  <inkml:trace contextRef="#ctx0" brushRef="#br0" timeOffset="-114369.5">2488 2125 0,'0'0'15,"-40"0"-15,40 40 78,0 0-62,0 0 0,40-40-16,-40 40 0,40-40 0,-40 41 0,40-41 15,0 0-15,-40 40 16,40-40-16,-40 40 15,-40-40 1,0 0 0,0 0-16,0 40 0,0-40 15,0 0-15,-1 0 16,1 0-16,0 0 16</inkml:trace>
  <inkml:trace contextRef="#ctx0" brushRef="#br0" timeOffset="-113819.54">3050 1965 0,'0'0'0,"0"40"78,-41-40-78,41 40 16,0 0-16,0 0 16,0 0-16,0 0 15,41-40 1,-41 40-16,40-40 0,-40 40 16,40-40-1,0 0 1,0 0-16</inkml:trace>
  <inkml:trace contextRef="#ctx0" brushRef="#br0" timeOffset="-113579.55">3090 2205 0,'-40'0'0,"40"-40"31,40 40-31,0 0 31,0 0-31,-40-40 0,40 40 0,0 0 16,0 0-16</inkml:trace>
  <inkml:trace contextRef="#ctx0" brushRef="#br0" timeOffset="-113229.57">3652 2085 0,'40'0'0,"0"0"31,-40 40-15,0 0-16,0 0 31,0 0-31,-40 0 16,40 1-1,-40-41-15,40-41 47,0 1-31,0 0-16,0 0 15,0 0-15,-41 40 0,41-40 0,0 0 16,41 40 0,-41-40-16,40 40 15</inkml:trace>
  <inkml:trace contextRef="#ctx0" brushRef="#br0" timeOffset="-112449.63">4334 2005 0,'-40'0'15,"-1"0"-15,1 0 16,40 40-16,-40 0 16,0-40-16,40 40 15,0 0 1,40-40-16,-40 40 16,40-40-16,0 0 15,1 0-15,-1 0 16,0-40-16,-40 0 15,0 0 1,0 0 0,40 40 62,-40 40-78,40-40 0,-40 40 15,0 0-15,0 0 16,0 0-16,0 0 16,0 1-16,0-1 0,40 0 15,-40 0-15,0 0 16,0 0-16,0 0 0,0 0 16,0 0-16,-40 0 15,0-40 1,0 0 15,40-40-31,0 0 0,0 0 16,-40 0-1,40 0-15,0 0 0,0 0 16,0 0 0,40 40-1,-40-40-15,40 40 16,0-41-16,0 41 0,0-40 15</inkml:trace>
  <inkml:trace contextRef="#ctx0" brushRef="#br0" timeOffset="-112009.74">4855 1965 0,'121'0'16,"-81"0"-1,-40 40 1,0 0 0,0 0-16,0 0 15,0 0 1,0 0-16,0 0 15,-40 0 17,0-40-17,40-40 1,0 0 0,0 0-1,0 0-15,40 40 0,-40-40 16,40 40-1,0 0 1,0 0-16,0 0 31,0 0-31,0 0 16,-40-40-16</inkml:trace>
  <inkml:trace contextRef="#ctx0" brushRef="#br0" timeOffset="-111439.68">5537 1965 0,'0'40'16,"-40"-40"-16,40 40 16,-40-40-1,0 0-15,0 0 16,40 40 0,40-40 15,-40 40-16,40-40 1,0-40 31,-40 0-31,0 0-1,0 0 16,0 80 16,40-40-47,-40 40 0,0 0 16,41-40 0,-1 0-16,-40 40 15,40-40-15,0 40 16</inkml:trace>
  <inkml:trace contextRef="#ctx0" brushRef="#br0" timeOffset="-110889.77">5939 1924 0,'0'41'0,"0"-1"16,0 0 0,0 0-1,40-40 48,-40-40-63,40 40 31,-40-40-31,40 40 0,0 0 16,-40 40-1,40-40-15,-40 40 0,40 40 16,-40-40-16,0 0 0,41-40 15,-41 40 1,0 1 0,0-122 15,40 81-31,0 0 16,-40-40-16,40 40 0,-40-40 0,40 40 15,-40-40-15,40 40 0,-40-40 16,40 40-16,-40 40 15,40 0 1,-40 0 0,0 0-16,41 0 0,-1-40 15</inkml:trace>
  <inkml:trace contextRef="#ctx0" brushRef="#br0" timeOffset="-109489.79">8306 2045 0,'40'0'62,"-40"40"-46,40-40-16,-40 40 0,41-40 15,-41 40-15,0 0 0,40-40 16,-40 40-16,40 0 0,-40 1 16,0-1-1,-40-40 63,40-40-78,0-1 0,-40 41 16,40-40-16,0 0 16,-41 0-16,1 0 0,40 0 0,0 0 15,0 0-15,-40 0 16,40-1-16,0 1 15,40 40 48,0 0-63,1 0 16,-1 0-1,0 0-15,-40 40 16,40 1-16,-40-1 15,0 0 1,-40-40-16,40 40 0,-40 0 16,40 0-1,-40-40 1,-1 0 0,1 0-16</inkml:trace>
  <inkml:trace contextRef="#ctx0" brushRef="#br0" timeOffset="-108979.92">8908 1924 0,'-40'0'15,"80"0"1,0 41 0,0-41-16,0 40 15,1 0 1,-1-40-16,0 0 15,-40 40-15,40-40 16,-40 40-16,0 0 16,0 0-16,40-40 15,-40 40 1,-40-40 15,40-40-15,-40 0-16,40 0 0,-40 40 15,40-40 1,0 0-16,40 40 31,0 0-31,-40-40 0,40 40 16,0 0 0,0 0-1</inkml:trace>
  <inkml:trace contextRef="#ctx0" brushRef="#br0" timeOffset="-108559.94">9711 1844 0,'40'0'16,"-40"40"-1,0 0 1,0 1 0,0-1-16,0 0 15,0 0 1,0 0-16,-40-40 15,-1 0 1,1 0 0,0 0 15,40-40-15,0 0-1,0 0 1,0 0-1,40 40-15</inkml:trace>
  <inkml:trace contextRef="#ctx0" brushRef="#br0" timeOffset="-108069.88">10353 1764 0,'0'0'0,"-41"0"0,1 0 15,0 0 1,0 0-1,40 40 1,-40-40 0,40 40-16,0 0 0,0 0 0,0 1 15,-40-1 1,40 0-16,0 0 0,0 0 16,0 0-16,0 0 15,0 0-15,0 0 0,40-40 16,0 0-1</inkml:trace>
  <inkml:trace contextRef="#ctx0" brushRef="#br0" timeOffset="-107639.99">10393 2085 0,'-40'0'15,"80"0"-15,-40 0 16,40 0 0,40 0-1,0-40 1,-40 40 0,1-40-16,-1 40 15,-40-40-15,40 40 16,0-41 15,-80 41 0,0 0-15,0 0 0,-1 0-16,1 41 31,40-1-16,0 0 17,40-40-32,1 0 0,-1 40 15,0-40 1</inkml:trace>
  <inkml:trace contextRef="#ctx0" brushRef="#br0" timeOffset="-107229.95">11235 1764 0,'-40'0'16,"0"0"-16,40 40 16,0 0-1,0 0 1,40-40 15,0 40-15,-40 1-16,41 39 31,-41 0-15,0-40-16,0 0 15,-41 0 1,1-40 0,0 0-16</inkml:trace>
  <inkml:trace contextRef="#ctx0" brushRef="#br0" timeOffset="-106800.05">11837 1924 0,'-40'0'16,"80"0"-16,-120 0 0,40 0 16,40 41 15,0-1-16,40-40 1,-40 40-16,40 0 16,-40 0 15,40-40-31,-40 40 0,0 0 31,-40-40-15,40 40-16,-40-40 0,0 40 15,0-40-15,0 0 16</inkml:trace>
  <inkml:trace contextRef="#ctx0" brushRef="#br0" timeOffset="-106620.04">12158 2326 0,'0'40'16,"40"-40"-1,-40-40 1</inkml:trace>
</inkml:ink>
</file>

<file path=ppt/ink/ink5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5T06:57:12.624"/>
    </inkml:context>
    <inkml:brush xml:id="br0">
      <inkml:brushProperty name="width" value="0.05292" units="cm"/>
      <inkml:brushProperty name="height" value="0.05292" units="cm"/>
      <inkml:brushProperty name="color" value="#FF0000"/>
    </inkml:brush>
  </inkml:definitions>
  <inkml:trace contextRef="#ctx0" brushRef="#br0">13884 18167 0,'-40'0'16,"-1"0"-1,82 0 48,-41 40-1,0-80-62,0 0 0,0 0 32,0 0-32,0 0 15,0 0-15,0-1 16,0 1-16,40 40 0,-40-40 16,0 0-16,0 0 0,40 0 15,-40 0 1,0 0-16,40 40 0,-40-40 31,0 0 78,0-1-109,0 82 0,0-82 16,0 1-16,0 0 16,40 0 15,-40 0-15,0 80 15,0 0 0,-40-40-15,40 40-1,-40 0-15,0 1 16,40-1 0,-40-40-16,40 40 0,-41-40 0,41 40 15,-40-40-15,0 40 0,0 0 16,0-40-16,0 0 15,40-40 64,40 40-79,0-40 0,0 40 15,-40-40 1,40 0-16,0 0 0,1-1 15,-1 1 1,0 0-16,-40 0 0,40 40 16,-40-40-16,0 80 47,0 0-47,0 0 15,0 0 16,40-40-31,0 41 16,0-41-16,0 0 16,1 0-16</inkml:trace>
  <inkml:trace contextRef="#ctx0" brushRef="#br0" timeOffset="1329.99">3491 11068 0,'-40'0'0,"40"-40"15,-40 40 1,0 0 0,40 40 46,40-40-62,0 0 16,0 0-1,0 0-15,0 0 0,0-40 16,1 40 0,-1 0-16,0 0 0,0 0 15,0 0-15,0 0 16,0 0-16,0 0 0,1 0 0,-1 0 16,0 0-16,0 0 0,0 0 0,0 0 15,-40-40-15,40 40 16,0 0-16,1 0 0</inkml:trace>
  <inkml:trace contextRef="#ctx0" brushRef="#br0" timeOffset="1779.89">4294 10708 0,'-41'0'0,"82"0"109,-1 0-93,0 0-16,0 0 15,0 0-15,0 0 16,0 0-1,-40 40-15,0 0 16,0 0 0,0 0-16,0 0 0,-40-40 15,40 80-15,-40-40 0,0 0 16,0 1-16,0 39 0,0-40 0,-1 0 0,1 0 16,40 40-16</inkml:trace>
  <inkml:trace contextRef="#ctx0" brushRef="#br0" timeOffset="7119.64">18779 4652 0,'0'40'62,"0"0"-46,0 0 15,0 0-15,0 0 15,-40-40-15,40 40-16,-40 0 15,0 0-15,0 1 16,0-1 0,-1-40-16,41 40 0,-40-40 0,40 40 0,-40 0 15,0 0 1,0-40-16,40 40 0,-40-40 0,40 40 0,-40-40 16,40 40-16,-40-40 0,40 41 0,0-1 0,-41-40 15,1 40-15,0 0 16,0-40-16,40 40 15,-40 0 1,40 0-16,-40-40 0,0 40 16,40 0-16,-41-40 15,41 40-15,-40-40 0,40 41 16,-40-41-16,0 40 0,0 0 16,0 0-1,0-40-15,40 40 0,-40-40 16,40 40-16,-41-40 15,1 40-15,0-40 0,40 40 16,-40-40-16,0 0 16,40 40-16,-40-40 0,40 41 0,-40-41 15,0 40 1,-1-40-16,1 0 0,40 40 16,-40-40-16,0 0 0,0 0 0,0 0 15,0 40-15,0-40 16,-1 0-16,1 0 0,0 0 15,0 0-15,0 40 16,0-40 0,40 40-1,-40-40-15,0 0 16,40 40-16,-41-40 0,1 0 31,0 0-31,40 40 0,-40-40 16,0 0-1,0 0 1,0 0 0,0 40 15,80-40 47</inkml:trace>
  <inkml:trace contextRef="#ctx0" brushRef="#br0" timeOffset="7999.59">16973 6095 0,'0'-40'46,"-40"80"17,40 1-47,-40-41-1,40 40-15,-40-40 16,0 0-1,40 40-15,-40 0 0,0-40 16,0 40-16,-1-40 16,1 40-16,0 0 31,0-40-31,40 40 16,0 0 218,40-40-78,-40 40-156,40-40 0,0 0 16,-40 41-1,0-1-15,41-40 0,-1 0 0,0 40 16,0-40-16,0 40 16,0-40-16,0 0 0,0 40 15,1-40-15</inkml:trace>
  <inkml:trace contextRef="#ctx0" brushRef="#br0" timeOffset="10207.34">8908 15280 0,'-40'0'0,"40"40"31</inkml:trace>
  <inkml:trace contextRef="#ctx0" brushRef="#br0" timeOffset="10507.38">8948 15400 0,'-40'0'15,"40"40"1,-40-40-1,40 40 17,0 0-1,-40-40 0</inkml:trace>
  <inkml:trace contextRef="#ctx0" brushRef="#br0" timeOffset="10657.4">8868 15400 0,'0'0'0,"-40"0"16,0 0 0,0-40 15,40-40-31</inkml:trace>
  <inkml:trace contextRef="#ctx0" brushRef="#br0" timeOffset="10817.39">8908 14999 0,'0'0'0,"-40"0"0,40-40 32,0 0-32,0-1 0,0 1 15,40 0 1</inkml:trace>
  <inkml:trace contextRef="#ctx0" brushRef="#br0" timeOffset="11547.31">8748 14036 0,'0'-40'78</inkml:trace>
  <inkml:trace contextRef="#ctx0" brushRef="#br0" timeOffset="11707.3">8748 13996 0,'0'0'0</inkml:trace>
  <inkml:trace contextRef="#ctx0" brushRef="#br0" timeOffset="11867.26">8748 13956 0,'0'0'0,"-41"0"15,41 40-15</inkml:trace>
  <inkml:trace contextRef="#ctx0" brushRef="#br0" timeOffset="12287.23">8587 13996 0,'-40'0'16,"40"40"-16,-40-40 0,0 0 16,0 0-1,40-40 32,-41 40-16,1 0 1,0 0-17,40 40 1,-40-40-16,0 0 31,0 0-31,0 0 16,0 0-1,-1 0-15,41 40 47,-40-40-15</inkml:trace>
  <inkml:trace contextRef="#ctx0" brushRef="#br0" timeOffset="12527.23">7704 14116 0,'-40'0'16</inkml:trace>
  <inkml:trace contextRef="#ctx0" brushRef="#br0" timeOffset="12787.21">7504 14197 0,'-40'0'31,"-1"0"16,1 0-31,0 0 15,0 0-15</inkml:trace>
  <inkml:trace contextRef="#ctx0" brushRef="#br0" timeOffset="13387.16">7223 14237 0,'0'-40'31,"-40"40"-15,40-40-1,-41 40 79,1 0-47,40 40-32,-40-40 17,80 40 249</inkml:trace>
  <inkml:trace contextRef="#ctx0" brushRef="#br0" timeOffset="15657.1">12118 15600 0,'-40'0'16,"0"0"15,40-40-15,0 0 109,0 0-125</inkml:trace>
  <inkml:trace contextRef="#ctx0" brushRef="#br0" timeOffset="15957.08">12038 14758 0,'0'0'0,"0"-40"16,0 0 0,-40 0-1,0 0 1,40-40 15,0-1-15,0 1-1</inkml:trace>
  <inkml:trace contextRef="#ctx0" brushRef="#br0" timeOffset="16297.06">11998 14036 0,'0'-40'16,"0"0"-1,0-40 1,0 0 0,0 40 15,0-1-15,0 1-16,0 0 15,0 0-15,40-40 31,0 0-15,-40 40 0,0-1-1,0 1 17</inkml:trace>
  <inkml:trace contextRef="#ctx0" brushRef="#br0" timeOffset="16517.05">12239 12592 0,'0'-40'16,"0"0"-16,0 0 31</inkml:trace>
  <inkml:trace contextRef="#ctx0" brushRef="#br0" timeOffset="16586.97">12239 12352 0,'-41'-80'31,"82"160"-31,-82-200 0</inkml:trace>
  <inkml:trace contextRef="#ctx0" brushRef="#br0" timeOffset="17106.96">12158 10507 0,'0'0'16,"0"-40"-16</inkml:trace>
  <inkml:trace contextRef="#ctx0" brushRef="#br0" timeOffset="17306.95">12198 10347 0,'-40'0'125</inkml:trace>
  <inkml:trace contextRef="#ctx0" brushRef="#br0" timeOffset="17536.99">11998 10467 0,'-40'0'16,"80"0"-16,-120 0 16,80-40-1,-41 40 1</inkml:trace>
  <inkml:trace contextRef="#ctx0" brushRef="#br0" timeOffset="17736.97">11476 10547 0,'-80'0'15,"160"0"-15,-200 0 0,80 0 31,40-40-15,-40 40-16,40-40 16</inkml:trace>
  <inkml:trace contextRef="#ctx0" brushRef="#br0" timeOffset="18106.91">9711 10627 0,'-41'0'15,"1"0"-15,0 0 16,40-40 0</inkml:trace>
  <inkml:trace contextRef="#ctx0" brushRef="#br0" timeOffset="18366.86">9028 10467 0,'-40'0'0,"0"0"15,0 0 1,0 0 0</inkml:trace>
  <inkml:trace contextRef="#ctx0" brushRef="#br0" timeOffset="18996.84">7865 10427 0,'-40'0'16,"80"0"-16,-120 0 0,-1 0 16,41 0-16,0 0 15,0 0 1,0 0-1,0 0 1,0 0-16,-1 40 16,1-40-1,0 0-15,40 40 16,-40-40 0,0 0-16,0 0 31,40-40-16,-40 40 48,-1 0-63,1 0 0,0 0 16,40 40-16,-40-40 15,0 40-15</inkml:trace>
  <inkml:trace contextRef="#ctx0" brushRef="#br0" timeOffset="20946.78">17014 15721 0,'-41'0'16,"41"40"15,-40-40-31,40 40 16</inkml:trace>
  <inkml:trace contextRef="#ctx0" brushRef="#br0" timeOffset="22186.71">17294 5494 0,'0'40'15,"0"-80"79,-40 40-78</inkml:trace>
  <inkml:trace contextRef="#ctx0" brushRef="#br0" timeOffset="25986.48">23755 7299 0,'-40'0'47,"40"40"16,40-40-48,-40 40-15,40-40 16,-40 40-16,40-40 0,0 40 15,-40 0-15,40-40 16,0 0 0,-40 40-16,41-40 0,-1 0 15,0 0-15,0 0 16,0 0-16,-40-40 16,40 0-1,-40 0-15,40 40 0,0-40 0,-40 0 0,41 0 16,-1-1-16,0 1 0,0 0 0,-40 0 0,40 0 15,0 0-15,0 0 0,0 0 16,1 0-16,-41 0 0,40-1 0,0 41 0,0-40 16,0 0-16,0 40 15,0-40-15,0 40 0,1-40 0,39 0 0,-40 40 16,0-40-16,0 0 0,40 40 16,-39-40-16,39-1 0,0 1 0,0 0 0,1 0 15,-1 40-15,40-40 16,-39 0-16,39 0 0,-40 0 0,41 0 0,-41 0 15,0 40-15,-40-41 0,40 41 0,-39-40 0,-1 40 16,0-40-16,-80 40 47,0 0-47,-1 0 78,41-80-62</inkml:trace>
  <inkml:trace contextRef="#ctx0" brushRef="#br0" timeOffset="43655.42">9430 4491 0,'-40'0'0,"80"0"63,-40-40-48,0 80 64,0 0-79,-40-40 0,40 40 15,0 1 1,-41-41-16,41 40 0,-40-40 15,40 40-15,-40 0 16,40 0 0,-40-40-16,40 40 0,0 0 15,-40-40-15,40 40 16,0 0-16,-40-40 0,40 40 0,0 1 16,-40-41-16,40 40 0,-40-40 0,40 40 0,-41-40 0,41 40 15,-40 0 1,0 0-16,40 0 0,-40-40 15,40 40-15,-40 0 16,40 1-16,-40-41 16,40 40-16,-40-40 15,40 40-15,-40-40 16,40 40 0,-41 0-16,1-40 15,40 40-15,-40 0 0,0-40 16,40 40-1,0 0-15,-40-40 16,40 40 0,-40-40-16,40 41 15,-40-1 1,0 0 0,-1 0-16,1-40 31,40 40-31,-40-40 15,40 40-15,-40-40 16,40 40-16,-40-40 0,40 40 16,-40-40-1,40 40-15,-40-40 16,80 0 109,-40-40-109</inkml:trace>
  <inkml:trace contextRef="#ctx0" brushRef="#br0" timeOffset="44445.37">8306 5855 0,'-40'0'47,"0"0"16,40 40-48,0 0 16,0-80 48,0 0-79,0 0 15,0 0-15,0-1 0,40 41 16,-40-40-16,40 0 15,-40 0 1,0 80 47,0 0-48,0 0 1,-40 1-16,40-1 0,-40-40 15,40 40-15,-40 0 16,40 0-16,-40-40 16,40 40-16,-40 0 15,40 0-15,0 0 16,-41-40 0,122 0 15,-81-40-16,40 40-15,0 0 16,0 0 0,0 0-16,0 0 15,0 0-15,1 0 16,-1 0-16,-40-40 0,40 40 0,0 0 0,0 0 16,0 0-16,0-40 0,0 40 15,1 0 1,-1 0-16</inkml:trace>
  <inkml:trace contextRef="#ctx0" brushRef="#br0" timeOffset="-213931.73">13803 12272 0,'0'40'15,"41"-40"17,-1-40 15,0 40-16,0 0-31,0 0 31,-80 0 47,40-40 16,0-1-78,-40 41 46,40 41 79,-40-1-126,40 0 1,0 0-16,0 0 16,0 0-16,0 0 0,0 0 31,0 0-31,0 0 15,-40 1-15,40-1 16,0 0 0,0 0-1,-41-40 1,41 40-16,0 0 16,41-40-1,-41 40-15,40-40 16</inkml:trace>
  <inkml:trace contextRef="#ctx0" brushRef="#br0" timeOffset="-213761.72">13803 13234 0,'0'40'15,"0"-80"-15,0 120 16,0-40-1,0 1 1</inkml:trace>
  <inkml:trace contextRef="#ctx0" brushRef="#br0" timeOffset="-213571.68">13683 13715 0,'0'41'15,"0"-1"-15,0 0 16,0 0 0,0 0-1,0 0 1,-40 0 0,40 0-16</inkml:trace>
  <inkml:trace contextRef="#ctx0" brushRef="#br0" timeOffset="-213351.69">13683 14518 0,'0'0'0,"0"40"0,0 0 31</inkml:trace>
  <inkml:trace contextRef="#ctx0" brushRef="#br0" timeOffset="-213131.78">13683 14999 0,'0'40'16,"0"-80"-16,-40 80 16,40 0-16,-40 0 15,40 0-15,-40 0 31,0 0-15,-1 1 0</inkml:trace>
  <inkml:trace contextRef="#ctx0" brushRef="#br0" timeOffset="-212851.72">13482 15560 0,'0'40'0,"0"-80"0,0 120 0,-40-80 15,40 41-15,-80 39 16,80-40 0,0 0-1,0 0 17,0 0-32,-40-40 15,40 40 63,-40-40-62</inkml:trace>
  <inkml:trace contextRef="#ctx0" brushRef="#br0" timeOffset="-211841.86">13844 12312 0,'0'0'0,"-41"0"16,1 0 15,40-40-31</inkml:trace>
  <inkml:trace contextRef="#ctx0" brushRef="#br0" timeOffset="-211601.87">13563 12312 0,'-40'0'0,"-1"0"31,1-40-15,0 40-1,40-40-15,-40 40 0,0 0 16,0 0 0,0 0-16,0 0 31</inkml:trace>
  <inkml:trace contextRef="#ctx0" brushRef="#br0" timeOffset="-211431.88">13001 12272 0,'-201'0'32,"161"0"-32,0 0 15,0 0-15,-121-81 16,121 81 0,0 0-1,40-40-15</inkml:trace>
  <inkml:trace contextRef="#ctx0" brushRef="#br0" timeOffset="-211311.82">12399 12232 0,'-40'0'0,"80"0"0,-160 0 16,80 0-16,-1-41 31</inkml:trace>
  <inkml:trace contextRef="#ctx0" brushRef="#br0" timeOffset="-210221.96">9751 12272 0,'-40'0'0,"-1"0"16,1 0-16,0 0 31,0 0 0,0 0-31,0 0 16,0 0-16,0 0 16,-1 0-16,1 0 0,0 0 15,40-40 1,-40 40-16,0 0 0,0 0 16,0 0-1,0 0 16,-1 0 1,1 0-1</inkml:trace>
  <inkml:trace contextRef="#ctx0" brushRef="#br0" timeOffset="-210091.92">8587 12191 0,'-40'0'0,"80"0"0,-80 41 31</inkml:trace>
  <inkml:trace contextRef="#ctx0" brushRef="#br0" timeOffset="-209851.98">7624 12191 0,'-80'0'16</inkml:trace>
  <inkml:trace contextRef="#ctx0" brushRef="#br0" timeOffset="-209542">6862 12232 0,'40'0'0,"-80"0"0,120 0 15,0 0-15,-40 0 16,81 0 0,-81-41-1</inkml:trace>
  <inkml:trace contextRef="#ctx0" brushRef="#br0" timeOffset="-207922.08">14325 15520 0,'40'0'0,"-40"-40"15,0 0 1</inkml:trace>
  <inkml:trace contextRef="#ctx0" brushRef="#br0" timeOffset="-207682.11">14165 15159 0,'0'0'0</inkml:trace>
  <inkml:trace contextRef="#ctx0" brushRef="#br0" timeOffset="-200022.49">14124 15921 0,'41'0'16,"-1"0"-1,-40-40 1,-40 40 125,40 40-126,-41-40-15,1 0 16,0 0-1,40 40 1,-40-40-16,0 0 0,0 0 16,0 0-1,40 40 110,40-40-125,0 41 16,0-1 0,0-40-16,0 40 0,0-40 15,1 40 1,-1-40-1,0 0 1</inkml:trace>
  <inkml:trace contextRef="#ctx0" brushRef="#br0" timeOffset="-198962.56">14205 16042 0,'0'0'0,"0"-41"63,-40 41-63,80 0 47,0 0-47,0 0 15,0 0-15,0 0 16,0 0-16,0 0 0,1 0 0,-1 0 15,0 0 1,0 0-16,0 0 0,0 0 0,0 0 0,41 0 16,-81-40-16,40 40 15,0 0-15,0 0 0,0 0 0,0 0 0,0 0 16,1 0-16,-1 0 0,0 0 16,0 0-16,-40-40 15,40 40-15,0 0 0,0 0 0,0 0 16,1 0-16,-1 0 15,0 0-15,0 0 0,0 0 16,0 0-16,-40-40 16,40 40-16,0 0 0,1 0 0,-1 0 15,0 0-15,0 0 16,-40-40-16,40 40 0,0 0 16,0 0-1,0 0 1,1 0-16,-1 0 15,0 0-15,0 0 16,0 0-16,0 0 16,0 0-1,0 40-15,1-40 0,-1 0 16,0 0 0,0 0-1,0 0-15,0 0 31,0 0 1,0 0-32,1 0 31,-41-40-31,40 0 94,0 40-16,0 0-63,0 0 32,0 0-15,-40 40-32,40-40 0,-40 40 46,-40-40-30,40 40 15,-40-40-31,0 40 0,0-40 0,40 40 16,-40-40-16,0 41 0,-1-41 16,1 0-16</inkml:trace>
  <inkml:trace contextRef="#ctx0" brushRef="#br0" timeOffset="-177193.94">9510 7860 0,'40'0'31,"0"0"-15,-40-40-16,40 40 15,-40-40 1,40 40-1,-40-40 17,0 80 93,-40-40-110,40 40 1,0 0-16,0 0 16,0 0-1</inkml:trace>
  <inkml:trace contextRef="#ctx0" brushRef="#br0" timeOffset="-176963.88">9470 8381 0,'0'41'16,"0"-1"-1,0 0 1,0 0 0,-40-40-16,40 80 31,0-40-31</inkml:trace>
  <inkml:trace contextRef="#ctx0" brushRef="#br0" timeOffset="-176753.97">9430 9384 0,'0'40'0,"-40"0"16,40 0-16,-41-40 0,41 40 16</inkml:trace>
  <inkml:trace contextRef="#ctx0" brushRef="#br0" timeOffset="-175994.02">9510 12873 0,'0'40'15,"0"-80"-15,0 120 16,0-39-16,0-1 31</inkml:trace>
  <inkml:trace contextRef="#ctx0" brushRef="#br0" timeOffset="-175664">9349 13956 0,'0'40'16,"0"-80"-16,0 120 0,0-40 15,0 0-15,41-40 0,-1 41 16,0 39 15,0-40-15</inkml:trace>
  <inkml:trace contextRef="#ctx0" brushRef="#br0" timeOffset="-175524.01">9470 14718 0,'0'80'0,"0"-160"0,0 200 31,-40-80-16</inkml:trace>
  <inkml:trace contextRef="#ctx0" brushRef="#br0" timeOffset="-175303.98">9510 15239 0,'-40'41'16,"40"-1"-16,0 0 16,-40 40-1,40 0 17,0-40-17,0 40 1</inkml:trace>
  <inkml:trace contextRef="#ctx0" brushRef="#br0" timeOffset="-175164.03">9550 16001 0,'-80'81'31,"160"-162"-31,-160 202 0,0-121 16,39 0-16,1 0 15</inkml:trace>
  <inkml:trace contextRef="#ctx0" brushRef="#br0" timeOffset="-174334.11">7584 15921 0,'40'0'16,"0"0"-1,0 0 1,-40-40-1,-40 80 32,0 0-31,0-40 0,0 0-16,40 40 0,-40-40 0,40 41 15,-40-41-15,-1 0 16,41 40-16,-40-40 0,0 40 15,80-40 17,0 0 15,1 0-32,-1 40 1,0-40-16,-40 40 15,40-40-15,0 0 0,0 0 0,-40 40 0,40-40 16,0 40-16,1-40 0,-1 0 0,0 40 0,0-40 16,0 40-1,0-40-15,0 0 16</inkml:trace>
  <inkml:trace contextRef="#ctx0" brushRef="#br0" timeOffset="-173714.15">7744 16202 0,'-40'0'0,"80"0"0,-120 0 31,120 0-15,0 0-1,1 0-15,-1 0 16,0 0-16,0 0 0,0-40 0,0 40 16,0 0-16,0 0 15,1 0-15,-1 0 0,0 0 0,0 0 0,0 0 16,0 0-16,40 0 16,-39-40-16,39 40 0,-40 0 0,0-40 0,0 40 15,0 0-15,0-40 0,1 40 16,-1 0-16,0 0 0,0-41 0,0 41 15,0 0 1,0 0 15,0 0 16,1 0-16,-82 0-15,1 0 0,0 0-1,40 41-15,-40-41 0,0 40 16,120-40 15,-40 0-15,-40 40-16,40-40 0,1 40 0,-1-40 15,-40 40-15,40-40 0,0 0 16,-40 40-16,0 0 16,-40-40-16,40 40 0,-80-40 15,39 0-15,1 0 16,0 40-16,-40-40 0,40 0 0,-40 0 0,39 0 16</inkml:trace>
  <inkml:trace contextRef="#ctx0" brushRef="#br0" timeOffset="-172854.17">9670 7980 0,'0'0'16,"-40"40"-16,0-40 16,0-40-1,40 0 16,-80 40 16,40 0-31</inkml:trace>
  <inkml:trace contextRef="#ctx0" brushRef="#br0" timeOffset="-172684.14">9109 7900 0,'-121'0'16,"242"0"-16,-282 0 0,121 0 0,0 40 15,-80-40 1,39 0 15,1 0-31</inkml:trace>
  <inkml:trace contextRef="#ctx0" brushRef="#br0" timeOffset="-172564.15">8547 7900 0,'-120'80'16,"240"-160"-16,-441 200 31,281-120-31,0 0 16,0 0-16,-1 0 15,1 0 1</inkml:trace>
  <inkml:trace contextRef="#ctx0" brushRef="#br0" timeOffset="-172364.19">7865 8020 0,'-161'0'15,"322"0"-15,-362 0 0,81-40 31,120 0-31,-121 40 16,81 0 0,0 0-1</inkml:trace>
  <inkml:trace contextRef="#ctx0" brushRef="#br0" timeOffset="-172194.18">7022 7980 0,'0'40'16,"0"-80"-16,-40 80 0,0-40 0,0 0 0,0 0 16,-1 0 15</inkml:trace>
  <inkml:trace contextRef="#ctx0" brushRef="#br0" timeOffset="-171474.22">6621 8261 0,'-40'0'15,"0"0"1,-1 40 31,1 0-47,40 0 16,-40-40-16,40 41 15,-40-1-15,40-80 47,40 40-47,-40-41 0,40 1 16,-40 0-16,40 40 0,-40-40 15,41 0-15,-41 0 0,40 0 0,-40 0 16,40 40 0,0 0-16,0 0 31,0 0-31,-40 40 31,40 0-31,0 0 16,-40 0-16,41-40 15,-41 40-15,40-40 16,-40 40-16</inkml:trace>
  <inkml:trace contextRef="#ctx0" brushRef="#br0" timeOffset="-170214.32">6821 8341 0,'-40'-40'16,"80"80"-16,-120-80 15,80 0-15,-40 40 16,0 0 31,40 80-47,0-40 15,0 1-15,0-1 0,-40 0 16,40 0-16,0 0 0,0 0 0,0 0 16,0 0-16,0 0 0,0 0 0,0 1 0,0-1 15,0 0-15,0 0 16,0 0-16,0 0 0,0 0 0,0 0 0,0 0 16,0 1-16,0-1 0,0 0 15,0 0-15,40 0 0,-40 0 0,0 0 0,0 40 16,0-40-16,40 1 15,-40-1-15,0 0 0,0 0 0,0 0 0,0 0 16,0 0-16,0 0 0,0 0 0,0 1 0,0-1 16,0 0-16,-40 0 0,40 0 15,0 0-15,0 0 0,-40 0 0,40 0 0,0 0 16,0 1-16,0-1 16,-40 0-16,40 0 0,0 0 0,0 0 0,0 0 15,0 0-15,0 0 0,0 1 16,0-1-16,0 0 0,-40 40 0,40-40 0,0 0 15,0 0-15,0 0 16,0 0-16,0 41 0,0-41 0,0 0 0,0 0 16,0 0-16,0 0 0,0 0 0,0 0 0,0 1 15,0-1-15,0 0 16,0 0-16,0 0 0,0 0 0,0 0 16,0 0-1,0 0-15,0 0 0,0 1 0,0-1 16,0 0-1,0 0-15,0 0 0,0 0 0,40-40 16,-40 40-16,0 0 0,0 0 0,0 1 0,0-1 16,0 0-1,0 0-15,0 0 0,0 0 0,0 0 16,0 0-16,0 0 0,0 0 16,0 1-16,0-1 0,0 0 15,0 0 1,0 0-16,0 0 0,0 0 15,0 0-15,0 0 16,0 1-16,0-1 0,0 0 16,0 0-16,0 0 0,0 0 0,0 0 15,0 0-15,0 0 16,0 0-16,0 1 0,40-41 0,-40 40 16,0 0-16,0 0 15,0 0-15,0 0 0,0 0 16,0 0-1,0 0-15,0 1 0,0-1 16,0 0-16,0 0 0,0 0 16,0 0-16,0 0 15,-40 0-15,40 0 0,0 0 16,0 1 0,0-1-16,0 0 0,0 0 15,0 0 1,0 0-16,0 0 0,0 0 15,0 0 1,0 1-16,0-1 0,0 0 16,0 0-1,0 0 1,0 0-16,0 0 16,0 0-1,0 0-15,0 0 0,0 1 16,0-1-16,0 0 15,0 0-15,0 0 0,0 0 16,0 0-16,0 0 16,0 0-1,0 1-15,0-1 0,0 0 16,0 0 0,0 0-1,0 0 1,0 0-16,0 0 15,0 0 1,0 0 0,0 1 15,0-1-15</inkml:trace>
  <inkml:trace contextRef="#ctx0" brushRef="#br0" timeOffset="-169824.31">6260 15600 0,'-40'0'31,"-1"0"-31,82 0 47,-1 40-32,0-40 1,-40 41-16,40-41 0,0 40 31,0 0-31,0-40 31,0 0-15,-40-40-16,0 0 16,41 40-16,-41-41 15,0 1-15,40 40 0,-40-40 0,40 40 0,-40-40 16,40 0 0,0 40-1</inkml:trace>
  <inkml:trace contextRef="#ctx0" brushRef="#br0" timeOffset="-169194.41">8025 16042 0,'0'0'0,"0"40"16,-40-40-16,0 0 0,0 0 15,0 40-15</inkml:trace>
</inkml:ink>
</file>

<file path=ppt/ink/ink5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5T07:03:25.620"/>
    </inkml:context>
    <inkml:brush xml:id="br0">
      <inkml:brushProperty name="width" value="0.05292" units="cm"/>
      <inkml:brushProperty name="height" value="0.05292" units="cm"/>
      <inkml:brushProperty name="color" value="#FF0000"/>
    </inkml:brush>
  </inkml:definitions>
  <inkml:trace contextRef="#ctx0" brushRef="#br0">21588 1203 0,'40'-41'16,"0"41"0,0 0 15,-40-40-31,40 40 16,-40 40 30,0 1-30,0-1-16,41 0 0,-41 0 0,0 0 16,40 0-16,0 0 15,-40 0-15,40 0 16,0-40 0,-40 41-16,40-41 15,0 0-15,-40-41 0,41 41 0,-41-40 16,40-40-16,-40 40 15,40 40-15,-40-40 0,0 0 0,40 0 0,-40 0 16,0-1-16,0 1 16,40 40-16,-40-40 0,0 0 15,0 0 17,0 80-1,0 0-31,0 0 0,0 0 15,0 1-15,0-1 0,0 0 16,0 0-16,0 40 0,-40-40 0,40 0 0,0 41 16,-40-41-16,40 0 15,-40 40-15,40-40 0,0 0 0,-40 40 0,40-40 16,-41 1-16,41-1 0,-40 0 16,40 0-16,-40 0 0,40 0 0,-40 0 0,40 0 15,-40-40-15,40 40 0,-40 1 0,0-1 16,-1 0-1,1-40-15,0 40 0,0-40 16,0 40-16,0-40 16,0 0-16,0 0 0,-1 0 15,1-40 1,40-40 0,0 40-16,0-1 0,0 1 0,40 40 15,-40-40-15,41 0 0,-41 0 16,40 40-16,0-40 0,0 40 15,0-40-15,0 40 16,0-40-16,0 40 0,1 0 16,-41-40-16,40 40 0,0 0 15,0-41-15</inkml:trace>
  <inkml:trace contextRef="#ctx0" brushRef="#br0" timeOffset="260.06">22952 1604 0,'0'-40'31,"0"80"-31,201-121 16,-161 81-16,0 0 0,81-40 15,-81 40-15,160-40 16,-160 0-16,41 40 31</inkml:trace>
  <inkml:trace contextRef="#ctx0" brushRef="#br0" timeOffset="470.04">23233 2125 0,'0'0'16,"0"40"-16,-40-40 0,80 0 31,0 0-31,161-80 31,40 40-15,-201 40-16,0 0 0,0-40 0</inkml:trace>
  <inkml:trace contextRef="#ctx0" brushRef="#br0" timeOffset="909.94">25239 1162 0,'0'0'16,"-80"-40"0,-40 0-1,80 40 1,0 0-16,-41 121 16,41-81-16,40 0 0,-40 0 15,0 201 1,80-41-1,0-120 1,-40-40-16,80 0 16,-39-40-16,79 41 15,-80-41 1,0 0-16,40-41 0</inkml:trace>
  <inkml:trace contextRef="#ctx0" brushRef="#br0" timeOffset="1339.96">25561 1403 0,'0'0'16,"40"-40"-16,0 40 16,0 0-1,-40 40-15,40 0 16,0 0-16,0 41 16,-40 79-1,-80-80 16,-40-40-15,200-40 0,40-120 15,-39 40-31,-41 40 0,120-81 16,-120 81-16,0 0 0,41-40 31,-81 40-31,40 0 15,-40 0-15,-40 40 16,40 80 0,-40-40-1,-1 0-15,41 120 16,0-119-16,0-1 0,0 40 16,0-40-16,0 0 15,41 0-15,-1-40 16,80 0-1</inkml:trace>
  <inkml:trace contextRef="#ctx0" brushRef="#br0" timeOffset="2599.84">25922 1002 0,'0'0'0,"-40"-40"16,40 0-16,-41 40 0,1-40 16,80 80 62,-40 0-63,0 0-15,0 40 0,41-40 0,-41 41 0,0-1 16,0 0-16,0 0 0,0 0 16,0 1-16,0-41 0,0 40 0,0 0 0,0-40 15,0 40-15,0-39 0,0-1 0,0 0 0,0 0 16,0 0-16,0 0 15,0 0-15,0 0 0,0-80 32,0 0-17,0 0 1,40 0-16,-40 0 0,0-40 0,40 39 0,-40-39 16,0 0-16,40 0 0,0-40 0,-40 39 0,40 1 15,-40-40-15,40 40 0,-40-1 16,40 1-16,-40 40 0,0 0 0,0 120 47,0-40-47,-40 0 15,40 41-15,0-41 0,0 40 0,0-40 0,0 40 16,0 0-16,0 1 16,0-1-16,-40-40 0,40 40 0,0-40 0,0 0 15,0 41-15,-40-41 0,40 0 0,0 0 16,-40-40-16,40 40 0,-40-40 15</inkml:trace>
  <inkml:trace contextRef="#ctx0" brushRef="#br0" timeOffset="2959.89">26564 1844 0,'40'-80'16,"-80"160"-16,120-160 15,-40 80-15,-40-40 0,80 40 16,41 0 0,-121 40-16,80 40 15,-80-40-15,0 41 31,-40-41-31,-121 80 32,41-120-17,80-80 1,40 0 0,0 39-16,40-39 0,40 40 0,41-120 31,39 80-31</inkml:trace>
  <inkml:trace contextRef="#ctx0" brushRef="#br0" timeOffset="3389.79">27567 1564 0,'0'0'0,"-121"0"15,41 40 1,40-40-16,40 80 15,40-40-15,0-40 32,41-40-17,-41 0 1,-40 80 0,0 0 15,0 0-31,40 40 0,-40-40 0,0 0 15,40 1-15,0 159 16,-40-160-16,0 0 0,-80 121 31,40-121-31,-121 80 16,121-80-16,0-40 0,-40 40 16,40-40-1,-1-160 1,41 0-1,121-41 17,-41 161-32,-80 0 0,161-40 15</inkml:trace>
  <inkml:trace contextRef="#ctx0" brushRef="#br0" timeOffset="3819.77">28369 1403 0,'40'-40'31,"1"40"-31,-1 0 16,40 80 0,-40 121-1,-40-41 16,-120-40-15,80-120 0,-1 0-16,41-40 15,161-80 1,-121 80-16,121-120 16,-121 119-16,0 1 0,80-80 31,-80 80-31,81-40 15,-81 40-15,-80 80 16,40 0 0,-40 0-16,40 0 15,-40 0-15,40 40 0,-41-40 0,41 1 0,0 39 16,0-40-16,0 0 0,0 0 16,0 0-16,0 0 0,41 0 0,-41 0 15,80-40-15,-40 41 0,0-41 0,40 0 16,-40 0-16</inkml:trace>
  <inkml:trace contextRef="#ctx0" brushRef="#br0" timeOffset="4029.75">29493 1644 0,'-40'0'31,"80"0"-31,120-40 15,-79 0 1,-1 40-16,201-41 16,-201 41-16,0 0 0,161 0 15,-201 0-15,121-40 32</inkml:trace>
  <inkml:trace contextRef="#ctx0" brushRef="#br0" timeOffset="4249.82">30135 1323 0,'-40'-40'15,"80"80"-15,-40-80 16,0 80 0,120 160-1,-80-79 1,-40-41-16,0 120 15,0-159-15,0-1 0,0 40 16,0-40-16</inkml:trace>
  <inkml:trace contextRef="#ctx0" brushRef="#br0" timeOffset="4469.8">31339 1203 0,'0'-41'16,"0"82"-16,0-1 31,0 0-31,0 0 0,0 0 0,0 241 16,0-81 15,-40-160-31,-1 0 0</inkml:trace>
  <inkml:trace contextRef="#ctx0" brushRef="#br0" timeOffset="4999.7">28369 1162 0,'0'0'15,"0"-40"17,0 121-17,0-41 1,-80 80 0,0 40-1,40-39 1,40 159-1,200-39 1,161-121 0</inkml:trace>
  <inkml:trace contextRef="#ctx0" brushRef="#br0" timeOffset="5309.75">31459 962 0,'80'0'15,"-40"0"-15,41 40 16,-41 40-1,0 241 1,-120 80 15,-81-80-15,-80-120 0,161-161-16</inkml:trace>
  <inkml:trace contextRef="#ctx0" brushRef="#br0" timeOffset="5739.65">29092 2406 0,'40'0'32,"-80"40"-1,40 0-31,0 0 0,0 0 16,0 0-16,0 0 0,0 0 0,0 1 15,0-1-15,0 0 16,0 0-16,0 0 0,0 0 0,0 0 15,0 0-15,0 0 16,-40 1-16,40-1 0,-41-40 0</inkml:trace>
  <inkml:trace contextRef="#ctx0" brushRef="#br0" timeOffset="6079.63">29172 2446 0,'0'-40'0,"-40"40"31,0 40-15,0 0-16,-1 0 0,41 0 16,-40-40-16,40 40 0,-40-40 0,40 40 15,0 0-15,40-40 31,-40-40-15,40 40-16,-40-40 0,41 40 0,-1-40 0,0 0 16,0 40-16,0-40 0,-40 0 15,40 40-15,-40-40 0,40 40 0,-40 40 32,40-40-32,-40 40 15,0 0-15,41 0 0,-41 0 0,0 0 0,40 0 16,-40 1-16,0-1 15</inkml:trace>
  <inkml:trace contextRef="#ctx0" brushRef="#br0" timeOffset="6909.66">21588 2686 0,'40'0'47,"-40"41"-47,40-41 16,-40 40-16,0 0 15,0 0-15,0 0 0,0 0 16,0 0-1,0 0-15,0 0 0,0 1 0,0-1 0,0 0 16,0 0-16,0 0 0,0 0 16,0 0-16,0 0 0,0 0 0,0 0 15,0 1 1,0-1-16</inkml:trace>
  <inkml:trace contextRef="#ctx0" brushRef="#br0" timeOffset="7329.55">21909 2967 0,'0'0'0,"0"-40"16,-40 0-1,0 40 17,0 0-17,-1 0-15,41 40 16,-40-40-16,40 40 0,-40-40 0,0 40 0,40 0 16,-40-40-16,0 0 0,0 41 0,40-1 0,-40-40 15,-1 0 1,1 0-16,121-40 31,-41-1-31,0 1 16,0 0-16,0 0 15,0 40-15,0-40 0,0 40 0,1-40 16,-1 40 0,0 0-16,0 0 0,0 0 15,0 0-15,0 0 0,1 0 0,-1 40 0,0-40 16,40 80-16,-40-40 15</inkml:trace>
  <inkml:trace contextRef="#ctx0" brushRef="#br0" timeOffset="15389.15">24838 3890 0,'0'0'0,"0"-40"16,-40 40-16,40-41 15,-40 41 1,80 0 31,0 0-16,-40 41 94,0-1-125,0 0 31,40-40-31,-40 40 0,0 0 0,40-40 16,-40 40-16,41-40 15,-41 40-15,40 0 0,0-40 16,0 40-16,0-40 16,0 0-16,0 0 15,0 0 1,-40-40-16,41 0 0,-41 0 16,40 0-16,-40 0 0,0 0 0,40 40 15,-40-40-15,0 0 16,0-1-16,-80 1 15,80 0 1,0 80 31,0 0-47,0 1 0,0-1 0,0 0 16,0 0-16,0 0 0,0 0 15,0 0-15,0 0 0,0 0 0,0 0 0,0 1 16,0-1-16,0 0 15,0 0-15,0 0 0,0 0 0,0 0 0,0 0 16,0 0-16,0 1 0,0-1 16,0 0-16,0 0 0,0 40 0,-41-40 0,41 0 15,0 0-15,-40 0 16,40 41-16,-40-41 0,40 0 0,-40 40 0,40-40 16,-40 0-16,40 0 0,-40 1 0,40-1 15,-40-40 1,40 40-16,-40-40 15,-1-40 1,1 0-16,40-1 16,-40 1-16,0 0 15,40 0-15,0 0 0,-40 0 0,40 0 0,0 0 16,0 0-16,0-1 0,0 1 0,0 0 0,0 0 16,0 0-1,40 40-15,-40-40 0,40 40 0,-40-40 0,40 40 16,0-40-16,1 40 15,-1-40-15,0 40 16,0 0-16,0-40 16,0 40-16,0 0 0,0 0 15,1-41-15,-1 41 0,0 0 16</inkml:trace>
  <inkml:trace contextRef="#ctx0" brushRef="#br0" timeOffset="15689.13">26122 4451 0,'0'-40'16,"-40"40"-16,40-40 15,-40 40 17,201-40-17,39 0 1,-120 40 0,1 0-1</inkml:trace>
  <inkml:trace contextRef="#ctx0" brushRef="#br0" timeOffset="15879.04">26323 4612 0,'-40'40'16,"80"-80"-16,-120 80 0,80 0 16,40-40 15,0 0-16,0 0-15,0 0 16,0 0 0,0 0-1</inkml:trace>
  <inkml:trace contextRef="#ctx0" brushRef="#br0" timeOffset="16898.98">27607 4090 0,'0'0'0,"0"-40"31,-40 40-16,40-40 1,40 40 31,0 0-47,0 0 0,0 0 16,0 0-16,1 0 0,-1 0 15,0 0-15,0 0 0,0 0 0,0 0 16,0 0-16,0 0 15,1 0-15,-1 40 0,-40 0 16,40-40-16,-40 40 0,0 0 16,0 0-16,0 1 0,-40-41 0,40 40 0,-40 0 15,40 0-15,-81 0 16,41 0-16,40 0 0,-40-40 0,40 40 0,-40 0 16,40 1-16,-40-41 0,0 40 0,0 0 15,40 0 1,40-40 15,0 0-31,0 0 16,0 40-16,0-40 15,0 0-15,-40 40 0,40-40 16,-40 40-16,0 0 0,0 0 16,0 0-1,-80-40-15,80 41 0,-40-41 0,40 40 16,-40-40-16,0 40 0,0-40 15,0 40-15,-1-40 0,1 0 0,0 40 0,0-40 16,0 0-16,-40 0 16,40 0-16,-1 0 0,1 0 0,0 0 15,0-40-15,0 40 0,40-40 16,-40 40-16,40-40 0,0 0 0</inkml:trace>
  <inkml:trace contextRef="#ctx0" brushRef="#br0" timeOffset="17428.95">28530 4251 0,'0'0'15,"40"-41"-15,0 41 16,0 0-16,0-40 15,41 161 17,-41 39-17,-121 1 1,1-41 0,40-80 15,80-160-16,161-81 1,40 1 15,-121 39-15,-80 81 0,-80 80-1,0 80 16,-80 81-15,39-1 0,81 0 15,40-39-15,121-81-16</inkml:trace>
  <inkml:trace contextRef="#ctx0" brushRef="#br0" timeOffset="17649">29694 4612 0,'0'0'0,"-81"-81"16,202 41 15,119 0-15,41 0-1,-120 40 17,-81-40-17</inkml:trace>
  <inkml:trace contextRef="#ctx0" brushRef="#br0" timeOffset="17858.93">30175 4291 0,'-40'0'0,"80"0"0,-120 0 0,80-40 31,0 80-15,0 0-16,0 0 16,-40 0-16,40 0 15,0 0-15,0 0 0,0 0 0,0 1 0,0-1 16,0 0-16,0 0 0,0 0 15,0 0-15,0 0 0,40-40 0,-40 40 16</inkml:trace>
  <inkml:trace contextRef="#ctx0" brushRef="#br0" timeOffset="18568.95">30817 4251 0,'0'0'16,"0"-41"-16,40 1 16,0 40-16,41 0 15,39 81 1,-120 79 15,-120 0-15,-41-39-1,121-41 17,80-80-17,121-40 1,39 0 0,1-40 15,-81 39-16,-80 41 1,-40 41 31,-40-41 203,40-41-234,-40 41-16,0 0 15</inkml:trace>
  <inkml:trace contextRef="#ctx0" brushRef="#br0" timeOffset="19208.92">28931 5454 0,'-40'-40'16,"40"0"0,-40 40-1,40-41 1,0 82 15,0-1-15,40 160-1,0-39 1,-40-1 0,-80-120 15,40 0-31</inkml:trace>
  <inkml:trace contextRef="#ctx0" brushRef="#br0" timeOffset="19528.82">28891 5534 0,'0'-80'31,"0"160"-31,-40-160 0,40 120 31,0 0-15,-40 0 0,80-40 15,0-40-15,80-120-1,-79 79 1,-1 121 15,0 161-15,-40-161-16,0 80 15,0-39-15</inkml:trace>
  <inkml:trace contextRef="#ctx0" brushRef="#br0" timeOffset="20128.86">25681 5815 0,'0'0'16,"-40"0"-1,0 0 1,40 120 15,-40 81-15,-1-41-1,1-40 17</inkml:trace>
  <inkml:trace contextRef="#ctx0" brushRef="#br0" timeOffset="20448.84">25601 5935 0,'-81'-80'32,"162"160"-32,-202-160 15,121 120-15,-40 0 16,0 40 0,0-40-1,40 0 16,40-200-15,40 80 0,1 40 15,39 80-15,40 40-1,-79 0 1</inkml:trace>
  <inkml:trace contextRef="#ctx0" brushRef="#br0" timeOffset="27778.33">12439 842 0,'0'40'62,"0"0"-62,0 0 16,0 0-1,0 0-15,0 0 0,0 0 16,40-40-16,-40 40 0,40-40 0,1 41 0,-1-41 16,0 40-1,0-40-15,0 0 0,0 0 0,0 0 16,0 0-16,-40-40 15,41 40-15,-41-41 0,40 1 0,0 0 16,-40 0-16,40 0 16,-40 0-16,0 0 0,0 0 15,0 0-15,0 0 16,-40 40 0,40 40 15,0 0-31,0 0 15,0 0-15,0 0 16,0 0-16,0 0 0,0 0 0,0 0 16,0 1-16,0-1 15,0 0-15,0 0 0,0 0 0,0 40 0,0-40 16,0 0-16,0 1 0,0 39 0,-40-40 0,40 0 16,-40 40-16,40-40 0,-41 0 15,41 41-15,-40-41 0,40 0 0,-40 0 0,0 0 16,0 0-1,40 0-15,-40-40 0,0 40 0,0-40 16,40 40-16,-41-40 16,1 0-16,0 0 15,40-40-15,-40 40 0,40-40 16,0 0 0,0 0-16,-40 40 0,40-40 0,0 0 15,0 0-15,0 0 16,0-1-16,0 1 0,40 40 15,0-40 1,0 40-16,0 0 0,-40-40 0,41 40 16,-1 0-16,0-40 0,0 40 15,0-40-15,0 40 0,0 0 0,0-40 16,1 40-16,-1 0 0,0-40 0,0 40 0</inkml:trace>
  <inkml:trace contextRef="#ctx0" brushRef="#br0" timeOffset="28038.38">14004 1604 0,'-40'0'15,"0"0"1,80 0 15,-40-40-31,80 40 0,-40 0 0,41 0 16,-41 0-16,0-41 15,40 41-15,-40 0 0,0 0 0,0-40 0,1 40 16,-1 0-16,0 0 0,0 0 0</inkml:trace>
  <inkml:trace contextRef="#ctx0" brushRef="#br0" timeOffset="28248.37">14205 2085 0,'-40'0'0,"-1"0"0,41 40 31,-40-40-16,241-80 1,80 0 0</inkml:trace>
  <inkml:trace contextRef="#ctx0" brushRef="#br0" timeOffset="28838.34">15288 1644 0,'-40'40'16,"80"-80"-16,-80 120 16,40-40-1,40-40 1,0 40-16,0-40 0,1 0 16,-1 0-16,0 0 15,0 0-15,0 0 0,0-40 0,0 0 16,0 0-1,1 0-15,-41 0 16,0 0-16,0-1 16,0 1-16,0 0 0,-41 40 15,1-40-15,0 40 0,0 0 0,0 0 16,0 0 0,0 0-16,0 0 0,-1 0 0,1 0 0,0 0 15,0 0-15,0 0 16,40 40-16,-40-40 0,0 40 0,40 0 0,-40-40 15,40 41-15,-41-1 16,41 0-16,-40 0 0,40 0 0,0 0 16,0 0-16,0 0 15,0 0-15,0 0 0,40 1 0,1-1 16,-1 0-16,0-40 0,0 0 16,0 40-16,0-40 15,0 0-15,0 0 0,1 0 0,-1 0 16,0 0-16,0-40 0,0 40 15,0-40-15,0 0 0</inkml:trace>
  <inkml:trace contextRef="#ctx0" brushRef="#br0" timeOffset="29558.29">16051 721 0,'0'-40'0,"0"80"0,40-80 31,0 40-31,40 40 15,0 0 1,41 41 0,-121-41-16,0 0 15,0 0-15,-121 80 16,1-40 0,80-39-1,120-82 1,-40-39-1,0 40-15,-40 0 0,161-80 32,-121 80-32,0 0 15,-40-1-15,40 1 0,-40 0 16,-40 40 0,0 40 15,40 0-31,-40 1 0,0-1 15,40 0-15,-40 0 0,40 0 16,0 0-16,0 0 0,0 0 0,0 0 16,40-40-16,-40 40 15,40-40-15,0 41 0,0-41 0,0 0 0,0 0 16,0 0-16,1 0 0,-1 0 0,0 0 0,0-41 16,0 41-16,0-40 0,0 40 15,0-40-15,1 0 0,-41 0 0</inkml:trace>
  <inkml:trace contextRef="#ctx0" brushRef="#br0" timeOffset="90288.29">12720 17205 0,'40'0'16,"0"0"-1,-40-41-15,40 41 0,-40-40 16,41 40 0,-41-40-16,40 40 0,-40-40 15,-40 40 17,-1 0-17,41 40 1,-40-40-16,0 40 15,0-40 1,40 40-16,-40-40 0,0 41 0,0-1 0,0 0 16,-1-40-16,1 40 15,0 0-15,40 0 0,-40 0 0,40 0 16,0 0-16,0 1 0,0-1 16,40 0-1,0-40-15,0 40 0,1-40 16,-1 0-16,0 0 15,0 0-15,0 0 0,0 0 0,0-80 0,0 80 16,1 0-16,-1-40 16,0 40-16,-40-81 0,40 81 0,-40-40 0,40 40 15,-40-40-15,0 0 0,40 40 0,-40-40 16,0 0 0,0 0-16,0 0 0,-40-1 15,0 41 1,0 0-16,0 0 15,0 0 1,-1 0-16,41 41 0,-40-41 0,0 0 16,40 40-16,-40-40 15,0 0-15,40 40 16</inkml:trace>
  <inkml:trace contextRef="#ctx0" brushRef="#br0" timeOffset="90888.25">13683 17365 0,'40'-40'31,"-80"80"-31,80-120 15,-40 40-15,0 120 32,0-40-17,-40 0-15,40 0 16,0 0-16,0-80 47,0 0-47,0 0 15,0 0-15,40 40 32,-40 40-17</inkml:trace>
  <inkml:trace contextRef="#ctx0" brushRef="#br0" timeOffset="91588.21">15007 17044 0,'-40'0'15,"80"0"-15,-120-40 16,80 0 0,80 0-1,1 0-15,-1 40 0,-40-40 16,0 40-16,0 0 0,0 0 0,-40-40 0,40 40 16,1 0-1,-41 80-15,0-40 0,0 0 16,0 0-16,0 0 0,0 0 15,-41 0-15,41 0 0,-40 1 0,40-1 0,-40 0 16,0 0-16,0-40 16,0 40-16,40 0 0,-40 0 0,0-40 15,40 40-15,40-40 32,0 0-17,0 0 1,0 0-16,0 0 0,-40 40 15,40-40-15,-40 41 16,0-1-16,0 0 16,-80-40-16,80 40 15,-40-40-15,0 40 0,0-40 0,0 0 0,-1 40 16,1-40-16,0 0 0,0 40 0,0-40 0,0 0 16,0 0-16,0 0 0,-1 0 15,1 0-15,0 0 0,40-40 31,40 0-31</inkml:trace>
  <inkml:trace contextRef="#ctx0" brushRef="#br0" timeOffset="92048.18">16171 17084 0,'-40'0'0,"0"0"16,0 40-1,-1-40 1,1 0-16,0 81 15,40-41-15,-40-40 0,40 40 0,-40 80 32,0-80-32,40 0 0,0 0 15,120 1 1,-80-41-16,121-41 16,-161 1-16,40 40 0,0-80 31,0 40-31,-40-40 15,-40 40-15,0 0 16,-80-1 15,79 41-31,-39 0 16,80 41-16,0-1 16</inkml:trace>
  <inkml:trace contextRef="#ctx0" brushRef="#br0" timeOffset="92508.08">17174 17205 0,'0'-41'16,"0"82"-16,-40-122 16,0 81-16,0 40 15,-41 1 1,41 39-16,0-80 0,0 120 31,40-80-31,0 0 0,0 0 16,0 1-16,120-1 15,-79-40-15,-1 0 0,0 0 16,120 0 0,-79-121-1,-81 1 17,-41 40-32,1 80 0,-120-80 31,120 80-31,0 0 0,-1 0 0,-79 0 31,120 40-15,40-40-16</inkml:trace>
  <inkml:trace contextRef="#ctx0" brushRef="#br0" timeOffset="92898.13">18338 16804 0,'0'-41'16,"0"82"30,0 39-30,0-40-16,0 0 16,0 40-16,0 0 0,0 1 0,0-41 0,0 80 15,0-80-15,0 40 0,0 1 0,0-1 0,0-40 16,0 40-16</inkml:trace>
  <inkml:trace contextRef="#ctx0" brushRef="#br0" timeOffset="94378.04">12680 18127 0,'-40'0'125,"0"0"-125,40 40 0,-40-40 16,40 40-1,-41-40-15,41 40 0,0 0 16,0 1 0,0-1-16,-40-40 0,40 40 15,0 0-15,81 0 16,-41-40 0,40 0-16,-40 0 0,0 0 15,0 0-15,0 0 16,1 0-16,-1 0 0,-40-40 15,40 40-15,-40-40 16,40 40-16,-40-40 0,0 0 16,0-1-16,0 1 0,0 0 15,0 0 1,-40 0-16,40 0 0,-40 40 16,40-40-16,-40 40 15,-1 0-15,1 0 0,0 0 16,40 40-1,-40-40-15,40 40 32,40-40-32,-40 40 15</inkml:trace>
  <inkml:trace contextRef="#ctx0" brushRef="#br0" timeOffset="94758.02">13763 18408 0,'0'-40'156,"0"0"-141</inkml:trace>
  <inkml:trace contextRef="#ctx0" brushRef="#br0" timeOffset="95867.95">15088 18127 0,'-41'0'0,"1"0"31,40-40 219,40 40-250,1 0 15,-1 0 1,0 0 0,0-40-16,0 40 0,0 0 15,0 0 1,0 0-16,1 0 0,-1 0 0,0 0 16,0 0-1,-40 40-15,0 0 31,0 0-31,-40 0 0,40 0 16,-40-40-16,40 40 0,-40-40 16,40 41-16,-41-41 0,41 40 15,-40-40-15,80 0 47,1 0-31,-1 0-16,0 0 0,0 0 15,0 0 1,0 0-16,-40 40 0,40-40 16,-40 40-16,0 0 15,-40-40 1,0 40-16,-40-40 0,40 40 16,0-40-1,-1 0-15,1 0 0,40 40 0,-40-40 0,0 0 16,0 0-16,0 40 15,0-40-15,0 0 0,40-80 32,40 80-32</inkml:trace>
  <inkml:trace contextRef="#ctx0" brushRef="#br0" timeOffset="96307.85">16372 18287 0,'0'-40'15,"0"0"-15,-41 40 16,1 40-1,-80 121 17,40-41-17,80 0 1,160-120 0,-39-80 15,-41 0-16,-80-40 1,-161 39 0,41 81 15,80 0-15,160 41-1</inkml:trace>
  <inkml:trace contextRef="#ctx0" brushRef="#br0" timeOffset="96737.82">17335 18247 0,'-41'0'16,"1"0"15,-40 40-15,40 41-1,40-41 1,40 40-1,80-40 17,41-40-17,-121-80 1,-80-40 0,-121 39 15,121 81-31,0 0 0,0 0 31,40 40-31,40-40 0</inkml:trace>
  <inkml:trace contextRef="#ctx0" brushRef="#br0" timeOffset="97407.86">18177 18247 0,'40'0'15,"-80"0"-15,121 0 16,-41 0 15,-40 81-31,0-41 16,-40-40-16,40 40 0,-41 0 15,41 0 1,-40 0-16,80-40 31,1 0-15,-1 0-1,0 0-15,0 0 0,0 0 16,0 0-16,0 0 16,0 0-16,1-40 15,-1 40 79,-40 40-94,40-40 63,-40-40-48,40 40 63</inkml:trace>
  <inkml:trace contextRef="#ctx0" brushRef="#br0" timeOffset="120026.5">23193 16964 0,'-40'0'0,"80"0"157,0 0-142,0 0-15,0 0 16,1 0-16,-1 0 16,0 0 15,-40 40-31,0 0 15,0 0-15,0 0 16,-40 0 0,40 1-16,-40-41 0,40 40 31,0 0 47,40-40-78,-40 40 0,40-40 16,-40 40-1,40-40-15,-40 40 0,0 0 32,-40-40-32,40 40 0,-40-40 15,0 0-15,40 40 16,-41-40-16,1 0 0,0 0 15,0 0-15,0 0 0,0 0 16,0 0-16,0 0 16</inkml:trace>
  <inkml:trace contextRef="#ctx0" brushRef="#br0" timeOffset="120506.4">23996 17124 0,'-41'0'47,"41"40"-16,-40-40-31,40 41 16,-40-41-16,40 40 15,0 0-15,-40-40 0,40 40 31,80-40-15,-40 0-16,1 0 16,-1-40-1,-40 0 1,40 0 0,-40-1-16,0 1 15,-40 40 1,0 0-1,40 40 17</inkml:trace>
  <inkml:trace contextRef="#ctx0" brushRef="#br0" timeOffset="120926.43">24557 17004 0,'0'0'0,"-40"0"32,40 40-17,-40-40 1,0 120-1,0-79-15,40 39 32,0-40-32,40 0 31,0-40-15,40-40-1,-80 0 1,0-40-1,0 39 1,-40 41 0,0 0-1,0 41 1</inkml:trace>
  <inkml:trace contextRef="#ctx0" brushRef="#br0" timeOffset="121346.42">25159 17205 0,'0'0'16,"-40"40"-1,40 0 17,-40-40-32,40 40 15,-40-40-15,40 40 16,0 0 0,-40-40-16,40 40 0,0 0 31,40-40-31,0 0 15,0-40 1,0 40-16,-40-40 16,0 0-16,40 40 0,-40-40 15,0 0 1,-40 0 15,0 40-31</inkml:trace>
  <inkml:trace contextRef="#ctx0" brushRef="#br0" timeOffset="121786.39">25480 16924 0,'-40'0'16,"40"40"30,0 40-46,0-40 16,0 0-16,0 0 0,0 1 16,0-1-16,0 0 0,0 0 0,0 0 0,0 0 15,0 0-15,0 0 16,0 0-16,0 1 0</inkml:trace>
  <inkml:trace contextRef="#ctx0" brushRef="#br0" timeOffset="122256.29">26002 17124 0,'-40'0'0,"80"0"0,-80 40 63,80 1-48,-40-1 1,40 0-16,-40 0 0,80-40 0,-80 40 0,40 0 15,1-40-15,-41 40 0,40-40 0,0 40 0,0-40 16,-40 40-16,40-40 16</inkml:trace>
  <inkml:trace contextRef="#ctx0" brushRef="#br0" timeOffset="122456.28">26283 17285 0,'-40'-40'16,"80"80"-16,-80-120 0,40 39 15</inkml:trace>
  <inkml:trace contextRef="#ctx0" brushRef="#br0" timeOffset="122826.33">26403 17044 0,'-40'0'94,"40"40"-94,-40 0 0,0 0 15,40 1-15,-40-1 16,40 0-16,-40 0 0,40 0 0,-41 0 0,1 0 16,40 40-16,-40-39 0,0-1 15,40 0-15,-40-40 0,0 40 0,40 0 0,-40-40 16,40 40-16</inkml:trace>
  <inkml:trace contextRef="#ctx0" brushRef="#br0" timeOffset="124616.22">25119 17245 0,'0'40'0,"0"0"125,-40 0-109,40 0-16,0 0 0,0 0 0,0 0 16,0 1-1,0-1-15,0 0 0,0 0 0,0 0 16,0 0-16,0 0 15,0-80 32,0 0-47,0 0 16,0 0-16,0 0 0,0 0 16,0-41-16,0 41 0,40 0 0,-40-40 0,0 40 15,0 0-15,40 0 16,-40-1-16,0 1 0,0 0 0,0 80 47,0 0-47,0 1 15,0-1-15,0 0 16,0 0-16,0 0 0,0 0 0,0 0 16,0 0-16,40 0 15,-40 1-15,0-1 16,0-80 15,40-1-31,-40 1 0,0 0 16,0 0-16,0 0 0,41 0 15,-41 0-15,0 0 0,40 0 0,-40-1 0,0 1 16,0 0 0,0 80 15,0 0-31,40 1 0,-40-1 0,40 0 15,-40 0-15,40 0 0,-40 0 0,0 0 16,0 0 0,0 0-16,0 1 0,-40-41 47,40-41-32,-40-39-15,40 40 16,0 0-16,0-40 0,0 40 0,0 0 15,0-1-15,0 1 0,0 0 16,0 0-16,0 0 0,0 80 31,0 0-15,0 0-16,0 0 16,0 1-16,0-1 0,0 0 0,0 0 15,0 0-15,0 0 16,0 0-16,0 0 0,0 0 15,0-80 17,0 0-32,0 0 0,0 0 15,0 0-15,-40 0 16,40 0-16,0 0 0,0-41 0,0 41 0,0 0 16,0-40-16,0 40 15,0 0-15,0 80 16,0 40-16,0-40 0,0 0 15,0 0-15,0 0 16,0 41-16,0-41 0,0 0 0,0 0 0,0 0 16,40 0-16,-40 0 0,0 0 15,0 1-15,0-1 0,0-80 47,0-1-47,-40 1 16,40 0-16,0 0 0,-40 40 0,40-40 0,0 0 15,-41 0-15,41 0 0,0 0 0,0-1 16,0 1 0,-40 40-16,40 40 15,0 1 1,0-1-16,0 0 0,0 0 0,0 0 0,0 0 16,0 0-16,40 0 15,-40 0-15,0 1 0,0-1 0,0 0 0,0 0 16,0 0-16,0-80 31,0-40-15</inkml:trace>
  <inkml:trace contextRef="#ctx0" brushRef="#br0" timeOffset="125466.17">27527 17365 0,'0'-40'16,"0"0"0,0 0 15,-40 40 0,40-40 32,0 80 30,0 0-93,0 0 0,0 0 16,0 0-16,0 0 16,-41 0-16,41 0 0,0 1 0,0-1 0,-40 0 15,40 0-15,0 0 16,0 0-16,0 0 15</inkml:trace>
  <inkml:trace contextRef="#ctx0" brushRef="#br0" timeOffset="125836.15">28008 17365 0,'0'0'16,"-40"0"-16,0 0 0,40-40 16,-40 40-16,0 0 15,0 0 1,40 80 0,0-40-16,40 40 31,0-39-31,0-41 15,0 0-15,0 0 16,0 0-16,0 0 16,-40-41-16,0 1 0,0 0 31,0 0-31,-160-40 16,160 40-16,-80 40 15,40 0-15</inkml:trace>
  <inkml:trace contextRef="#ctx0" brushRef="#br0" timeOffset="126276.12">28610 16884 0,'-40'0'16,"80"0"-16,-80 40 15,80-40 32,0 0-31,0 0-1,0 0-15,-40-40 0,41 40 0,-1 0 16,0 0-16,0-40 0,0 40 16,0 0-16,0 0 0,1 0 15,-41-40 1,-41 40 15,41 40-31,0 0 16,-40-40-16</inkml:trace>
  <inkml:trace contextRef="#ctx0" brushRef="#br0" timeOffset="127355.98">29694 16443 0,'0'40'109,"-41"-40"-109,41 40 0,-40-40 16,40 40-16,-40-40 0,0 0 16,40 40-16,0 0 0,-40 0 15,0-40-15,40 40 16,0 0-16,0 1 0,-40-41 15,40 40-15,40-40 32,0 0-32,0-40 0,0 40 0,0 0 15,0-41-15,1 41 16,-1 0-16,0 0 0,0 0 0,0-40 16,0 40-16,0 0 15,0 0-15,1 0 0,-1 0 16,0 0-16,0 0 31</inkml:trace>
  <inkml:trace contextRef="#ctx0" brushRef="#br0" timeOffset="127786.03">29894 16563 0,'-40'0'0,"0"0"63,40 40-32,0 0-15,0 0-16,0 0 0,0 0 0,0 1 0,0-1 15,0 0-15,0 0 0,0 0 16,0 0-16,0 0 0,0 0 0,0 0 16,0 0-1,0 1-15,0-1 16,0-80 46</inkml:trace>
  <inkml:trace contextRef="#ctx0" brushRef="#br0" timeOffset="129645.92">24156 18287 0,'-40'0'46,"80"0"64,40 0-110,-40 0 0,1 0 15,-1 0-15,40 0 0,-40 0 16,0 0-16,0 0 0,0 0 0,1 0 0,-1 0 16,0 0-1,0 0-15,0 0 16</inkml:trace>
  <inkml:trace contextRef="#ctx0" brushRef="#br0" timeOffset="130125.89">25440 17967 0,'0'40'63,"-40"0"-48,0 0-15,0 0 16,0-40-16,-1 40 16,1-40-16,0 40 0,0 0 0,0-40 0,0 40 15,0 1-15,0-1 16,80-40 31,0 0-32,0 0 1,0 0-16,0 0 0,0 0 0,0 0 16,1 0-16,-1 0 15,0 0-15,0 0 0,0 0 0,0 0 16,0 0-1,1 0 1,-1 0 0,-40-40-16</inkml:trace>
  <inkml:trace contextRef="#ctx0" brushRef="#br0" timeOffset="130405.8">25400 18127 0,'0'0'0,"0"-40"47,0 80-16,0 0-31,40 0 15,-40 0 1,0 0-16,0 1 0,0-1 16,0 0-1,0 0-15,40-40 0,-40 40 0</inkml:trace>
  <inkml:trace contextRef="#ctx0" brushRef="#br0" timeOffset="131805.72">26283 18328 0,'40'0'235,"0"0"-235,0 40 0,0-40 15,0 0-15,1 0 0,-1 0 0,0 0 16,0 0-16,0 0 0,0 0 16,0 0-16,0 0 0,1-40 15,-1 40 1,0 0 15</inkml:trace>
  <inkml:trace contextRef="#ctx0" brushRef="#br0" timeOffset="132055.7">26684 18287 0,'-40'-40'16,"80"80"-16,-80-120 31,40 120 16,0 41-47,0-41 15,0 0-15,0 0 16,0 0-16,0 0 16,40 0-1</inkml:trace>
  <inkml:trace contextRef="#ctx0" brushRef="#br0" timeOffset="132395.68">27326 18167 0,'0'0'16,"0"-40"-1,0 80 32,0 0-31,0 0-16,0 0 15,0 1 1,40-1-16,-40 0 0,0 0 16,40 0-16,-40 0 15,40-40-15</inkml:trace>
  <inkml:trace contextRef="#ctx0" brushRef="#br0" timeOffset="132715.66">28048 18287 0,'40'0'47,"-40"41"-47,0-1 16,0 0-16,0 0 15,-40-40 1,40 40-16,-40-40 0,-40 0 0,40 0 16,0 0-1,0 0-15,-1-40 16,41 0-16,-40 40 16,40-40-16,0 0 0,0-1 15,81 41 1,-81-40-16,80 40 0,-40 0 15,0 0-15,0 0 0</inkml:trace>
  <inkml:trace contextRef="#ctx0" brushRef="#br0" timeOffset="133205.63">28450 18207 0,'-41'0'15,"1"0"1,-40 0-1,40 80 1,40-39 0,40-1-1,0-40 1,0 0 0,0-81 15,-40 1-16,0 40-15,0 80 32,0 0-17,0 0 1,41 81 0,-41-1-1,0-80 1,-41 40-16,1-40 15,-40 1 1,40-41 0,0-161-1,0 41 17,40 80-32,80-40 31,40 39-31</inkml:trace>
  <inkml:trace contextRef="#ctx0" brushRef="#br0" timeOffset="133705.6">29092 18047 0,'0'0'0,"40"-40"16,40 0-1,-40-1 1,0 41 0,0 0-16,-40 41 15,41-1 1,-41 0 0,0 0 15,-81 80-16,81-80-15,-40 0 32,80-40-17,0 0 1,1 0 0,-1 0-1,0 0 1,0 0-1,-40 41 32,-40-1-47,0 0 16,0 0 0,-1-40-16,1 40 0,0-40 0,0 0 15,0 0 1,0 0-16,0 0 0,0 0 0,-1-40 15</inkml:trace>
  <inkml:trace contextRef="#ctx0" brushRef="#br0" timeOffset="134385.64">29974 18007 0,'0'0'0,"-40"0"32,0 40-17,0 0-15,40 0 16,0 0-16,0 0 15,0 0-15,40 0 16,0-40 0,-40 41-16,40-41 0,1 0 0,-1 0 0,0 0 15,0 0 1,0 0-16,0-41 0,0 41 16,-40-40-16,0 0 15,0 0-15,0 0 0,0 0 0,-40 40 16,40-40-16,-40 40 0,40-40 0,-40 40 0,0-40 15,0 40 1,0 0-16,120 0 31,-80 40-31,40-40 0</inkml:trace>
  <inkml:trace contextRef="#ctx0" brushRef="#br0" timeOffset="134705.54">30857 18007 0,'-80'0'0,"40"0"15,0 40 1,0-40-16,40 80 31,40 0-15,40-40-1,0-40 1,-40-40 0,-40 0-1,0-40 1,-80 80-16,0-80 16,40 80-16,0-40 15</inkml:trace>
  <inkml:trace contextRef="#ctx0" brushRef="#br0" timeOffset="134945.6">31459 17846 0,'0'0'16,"0"40"15,-40 0-31,40 1 16,-40 79 0,0 0-16,40-40 15,-40 81-15</inkml:trace>
  <inkml:trace contextRef="#ctx0" brushRef="#br0" timeOffset="136505.43">22832 18087 0,'0'40'0,"80"-40"78,-40 0-78,0 0 0,1 0 16,-1 0-16,0 0 16,0 0-16,0 0 0,0 0 0,0 0 15</inkml:trace>
  <inkml:trace contextRef="#ctx0" brushRef="#br0" timeOffset="136665.5">23153 18448 0,'-40'40'16,"80"-80"-16,-40 40 31,80 0-15,-40 0-16,41 0 16,-41 0-16,0 0 0</inkml:trace>
</inkml:ink>
</file>

<file path=ppt/ink/ink5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5T07:06:56.351"/>
    </inkml:context>
    <inkml:brush xml:id="br0">
      <inkml:brushProperty name="width" value="0.05292" units="cm"/>
      <inkml:brushProperty name="height" value="0.05292" units="cm"/>
      <inkml:brushProperty name="color" value="#FF0000"/>
    </inkml:brush>
  </inkml:definitions>
  <inkml:trace contextRef="#ctx0" brushRef="#br0">23354 2205 0,'0'0'0,"0"-40"31,-41 40 47,1 0-78,0 0 16,40 40-16,-40-40 0,40 40 0,-40-40 15,40 40-15,0 1 0,-40-41 16,40 40-16,0 0 0,0 0 16,0 0-16,-40-40 0,40 40 15,0 0-15,80 0 0,-40 0 16,0 0 0,0-40-16,-40 41 0,40-41 15,1 0 1,-1 0-16,0 0 0,0 0 15,-40-41-15,40 41 0,-40-40 16,0 0-16,0 0 16,0 0-16,0 0 0,0 0 15,0 0-15,-40 0 0,40 0 16,-40 40-16,40-41 0,-40 41 16,40-40-16,0 80 31,0 1-16,-40-41 1,40 40-16</inkml:trace>
  <inkml:trace contextRef="#ctx0" brushRef="#br0" timeOffset="470.04">24196 1804 0,'0'40'78,"0"0"-62,0 0 0,0 1-16,0-1 0,0 0 0,0 0 15,0 0-15,0 0 0,0 40 16,0-40-16,0 1 0,0-1 0,-40 40 0,40-40 16,-40 40-16,40-40 15,-40 0-15,0 41 0,40-41 0,0 0 0,-40 0 16,40 0-16,0 0 0,-41 0 0</inkml:trace>
  <inkml:trace contextRef="#ctx0" brushRef="#br0" timeOffset="959.94">24597 2285 0,'0'41'47,"41"-41"-47,-41 40 0,40 0 15,-40 0-15,0 0 0,0 0 16,40 0-16,-40 40 0,0-40 0,0 1 0,0-1 16,0 0-16,0 0 15,0 0-15,0 0 0,0 0 0,0 0 16</inkml:trace>
  <inkml:trace contextRef="#ctx0" brushRef="#br0" timeOffset="1239.93">24638 2366 0,'0'0'0,"0"-40"16,0-1-16,80 41 15,-80-40-15,40 40 0,0 0 0,0 0 16,0 0-16,0 0 16,1 0-16,-1 0 0,0 0 15,-40 40 1,0 1-16,0-1 0,0 0 16,-40-40-16,40 40 0,-40-40 15,40 40-15,-81-40 0,81 40 0,-40-40 0,0 0 16,0 0-16,40 40 0,-40-40 0</inkml:trace>
  <inkml:trace contextRef="#ctx0" brushRef="#br0" timeOffset="1489.92">25681 2326 0,'40'0'31,"0"0"-31,-40-41 16,80 41-16,-39 0 15,-1 0-15,40 0 0,-40 0 0,0 0 0,40-40 16,-39 40-16,-1 0 0,0 0 0,0 0 0,0 0 15,0 0-15,0 0 0,0 0 16</inkml:trace>
  <inkml:trace contextRef="#ctx0" brushRef="#br0" timeOffset="1709.97">26042 2727 0,'-40'40'32,"80"-80"-32,0 80 15,40-80 1,161-1 15,-120 1-31</inkml:trace>
  <inkml:trace contextRef="#ctx0" brushRef="#br0" timeOffset="1989.89">27045 2245 0,'0'-40'16,"0"80"31,0 0-47,40-40 16,-40 41-16,0-1 15,40 0-15,-40 0 0,0 0 0,0 0 0,0 0 16,41 0-16,-41 0 0,40 0 0,-40 1 15,0-1-15,0 0 16</inkml:trace>
  <inkml:trace contextRef="#ctx0" brushRef="#br0" timeOffset="2229.86">26845 2285 0,'0'0'0,"40"0"16,-40-40-16,40 0 31,0 40-31,0 0 16,-40-40-16,40 40 15,0 0-15,0 0 0,1 0 0,-1 0 16,0 0-16,0 0 0,0 0 15</inkml:trace>
  <inkml:trace contextRef="#ctx0" brushRef="#br0" timeOffset="2439.85">26885 2727 0,'0'0'15,"-40"40"-15,80-40 32,40 0-32,-40 0 15,0 0-15,0-40 0,0 40 16,1 0-16,-1 0 0,0 0 0,0 0 0,0-41 16,0 41-16,0-40 15</inkml:trace>
  <inkml:trace contextRef="#ctx0" brushRef="#br0" timeOffset="3139.82">27808 2005 0,'40'0'0,"-80"40"78,40 0-62,0 0-16,0 0 0,0 0 0,-41 0 15,41 41-15,0-41 16,0 0-16,0 0 0,0 0 0,0 40 0,0-40 15,-40 40-15,40-39 0,0 39 0,0-40 0,0 40 16,0-40-16,0 0 0,0 0 16,0 1-16,0-1 0</inkml:trace>
  <inkml:trace contextRef="#ctx0" brushRef="#br0" timeOffset="3379.8">28169 2366 0,'0'0'0,"0"40"0,0 0 16,0 0 0,0 0-16,0 0 0,0 0 15,0 0-15,0 0 0,0 1 16,0-1-16,0 0 0,0 0 0,0 0 15,0 0-15,0 0 0,0 0 0,0 0 32</inkml:trace>
  <inkml:trace contextRef="#ctx0" brushRef="#br0" timeOffset="3649.85">28209 2486 0,'-40'-80'31,"80"160"-31,-80-200 0,40 39 16,40 81-16,0-40 15,80 40 17,-39 81-17,-81 39 1,-121-40-1,-39-40 17,39-80-32</inkml:trace>
  <inkml:trace contextRef="#ctx0" brushRef="#br0" timeOffset="4389.75">28530 1363 0,'40'0'62,"0"0"-46,0 0-1,0 0-15,0 0 0,1 0 16,-1 40 0,0 0-16,0 0 15,-40 0 1,40 1-16,-40-1 0,0 0 15,0 0-15,0 0 0,0 0 0,0 0 16,0 0 0,0-80 31,0 0-32,0 0-15,0 0 0,40 0 16,-40 0-16,0 0 0,0-1 0,40 1 0,1 40 15,-1-40-15,-40 0 16,40 40-16,0-40 0,0 40 0,-40-40 0,40 40 16,0-40-16,0 40 15,1-40-15,-1 40 0,0 0 0,-40-40 16,40 40-16,0 0 16,0 0-16,0 0 15,-40 40 16,0 0-31,-40-40 32</inkml:trace>
  <inkml:trace contextRef="#ctx0" brushRef="#br0" timeOffset="5369.75">24597 3729 0,'-40'0'16,"0"40"15,40 0-15,0 81-1,80-1 1,121-40 15,0-80-15,-81-80-1,-40-80 17,-80-1-17,0 121 1,0 80-1,0 121 17,0 79-17,0-39 1,-80-1 15,0-39-15,-41-41-1,1-80 1,80-40 15,0-120-15,40-41 0,80 41 15,40 40-16,121-40-15</inkml:trace>
  <inkml:trace contextRef="#ctx0" brushRef="#br0" timeOffset="5569.74">25922 4090 0,'0'0'0,"40"0"31,80-40-15,41 0-1,-1 40 17,-80-40-32</inkml:trace>
  <inkml:trace contextRef="#ctx0" brushRef="#br0" timeOffset="5799.65">26403 4451 0,'-40'0'15,"80"0"-15,-80 40 0,0-40 16,80 0-1,0-40 1,40 40-16,-39 0 0,-1 0 16,0 0-16,0-40 0,0 40 15,0 0-15,0-40 0,0 40 0,1 0 0,-1-40 16,0 40-16,0 0 16,-40-40-16,40 40 0</inkml:trace>
  <inkml:trace contextRef="#ctx0" brushRef="#br0" timeOffset="6259.62">27125 4170 0,'41'-40'15,"-1"40"1,0 0 0,-40 40-1,40-40-15,-40 40 0,0 1 16,0-1-16,0 0 0,0 0 16,0 0-16,-40 0 15,40 0-15,-40 0 0,0 0 16,-1 1-16,1-41 0,40 40 15,-40-40-15,40-81 16,80 41 0,-80 0-1,41 40-15,-1-40 0,0 0 0,0 0 0,0 40 16,0-40-16,0 0 0,0 0 16,1 40-16,-1-41 0,0 1 0,0 0 15,-40 0-15,0 0 31,40 40-31,-80 0 32,0 40-17,0 0 1,0-40-16,40 40 0,-41 0 0,41 1 16,0-1-16,0 0 0,-40-40 15,40 40-15,0 0 0,0 0 0,0 0 16,0 0-16,40-40 0,-40 40 0,41-40 15,-1 0 1,0 0-16,0 0 16</inkml:trace>
  <inkml:trace contextRef="#ctx0" brushRef="#br0" timeOffset="7089.64">27888 3649 0,'40'-40'15,"0"40"1,0 0 31,0 0-16,0 0-15,-40 40-16,41-40 15,-1 40 1,-40 0-1,40-40-15,-40 40 0,0 0 16,40-40-16,-40 41 16,40-1-16,-40 0 0,0 0 15,0 0 1,40-40-16,-40 40 0,0-80 47,0 0-32,0 0 1,40 0-16,-40 0 0,0-1 16,40 1-16,1 0 15,-1 0-15,-40 0 0,40 40 0,0-40 16,0 0 0,0 40-16,0 0 0,0-40 15,1 40-15,-1 0 0,0 0 16,0 0-1,0 0-15,-40 40 32</inkml:trace>
  <inkml:trace contextRef="#ctx0" brushRef="#br0" timeOffset="7379.57">28570 4291 0,'-40'0'15,"40"-40"16,0-1 1</inkml:trace>
</inkml:ink>
</file>

<file path=ppt/ink/ink5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5T07:08:17.106"/>
    </inkml:context>
    <inkml:brush xml:id="br0">
      <inkml:brushProperty name="width" value="0.05292" units="cm"/>
      <inkml:brushProperty name="height" value="0.05292" units="cm"/>
      <inkml:brushProperty name="color" value="#FF0000"/>
    </inkml:brush>
  </inkml:definitions>
  <inkml:trace contextRef="#ctx0" brushRef="#br0">17575 9585 0,'0'40'172,"-40"-40"-172,40 40 31,-40-40-31,80 0 531,0 0-515,0 0 15,1 0 47,-41-40-62,0 0 0</inkml:trace>
  <inkml:trace contextRef="#ctx0" brushRef="#br0" timeOffset="1399.89">18940 9665 0,'0'-40'31,"40"40"-16,-80 0 17,40-40 30,0-1-46,-40 41 78,40 41-48,0-1-30,0 0 0,0 0 15,0-80 47,0 0-47,0 0-31,0-1 16,0 1 0,0 80 30,0 1-30,0-1 0,0 0 15,40-40-31,-40-40 31,0 0-15,0-1-16,40 41 0,-40-40 15,0 0 1,-40 40 0,40 40-1</inkml:trace>
  <inkml:trace contextRef="#ctx0" brushRef="#br0" timeOffset="2129.82">17656 9544 0,'0'0'0,"0"41"94,0-1-78,-41-40-16,41 40 15,0 0 1,41 0-16</inkml:trace>
  <inkml:trace contextRef="#ctx0" brushRef="#br0" timeOffset="3349.78">16773 9585 0,'0'-41'62</inkml:trace>
  <inkml:trace contextRef="#ctx0" brushRef="#br0" timeOffset="8749.44">18940 9585 0,'0'40'46,"-40"-40"64</inkml:trace>
  <inkml:trace contextRef="#ctx0" brushRef="#br0" timeOffset="10199.36">22511 9785 0,'0'40'93,"-40"-40"220,40-40-313,-40 40 281,40-40-265,-40 40-1,-1 0-15,1 0 47</inkml:trace>
  <inkml:trace contextRef="#ctx0" brushRef="#br0" timeOffset="19218.87">16733 721 0,'40'0'16,"-40"-40"15,0 80 63,-40-40-47,0 0-32,-1 0 1,41-40-1,-40 40-15,0 0 32,0 0-32,0 0 0,0 0 15,0 0 1,0 0 0,-1 0 15,41 40 109,0 0-108,0 1-32,0-1 0,0 0 15,0 0 1,0 0-16,0 0 16,0 0-16,41-40 0,-41 40 0,0 0 15,0 0-15,0 1 16,0-1-16,0 0 0,0 0 15,0 0 1,0 0-16,-41 0 0,41 0 0,0 0 16,-40 1-16,40-1 15,0 0-15,0 0 0,0 0 0,0 0 16,0 0 0,-40 0-16,40 0 15,0 0-15,0 1 0,0-1 16,0 0-1,0 0-15,0 0 16,0 0 0,0 0-16,-40-40 0,40 40 15,0 0 1,0 1-16,0-1 16,0 0-1,0 0-15,0 0 16,0 0-1,-40-40 1,40 40-16,0 0 16,0 0-1,0 0 17,0 1-17,0-1 1,0 0-1,0 0 1,0 0 15,0 0 1,0 0-17,0 0 1,-40-40-1,40 40 32,0 1 0,0-1-16,0 0-31,0 0 47,40-40 47,0 0-63,0 0-31,0 0 16,0 0 0,1 0-16,-1 0 15,0 0-15,0 0 0,0-40 16,0 40-16,-40-40 15</inkml:trace>
  <inkml:trace contextRef="#ctx0" brushRef="#br0" timeOffset="21318.67">17575 1002 0,'-40'0'31,"40"40"63,0 0-78,0-80 93,0 0-93,40 40-1,0 0-15,1 0 32,-41-40-32,40 40 0,0 0 15,0 0 1,-40-40-16,40 40 0,0 0 16,0 0-16,0 0 15,1 0 16,-41 40-15,0 0-16,40-40 0,-40 40 16,0 0-16,0 0 15,0 0-15,0 1 16,0-1 0,0 0-16,0 0 0,-40-40 15,40 40-15,-41 0 16,1-40-16,40 40 15,-40-40-15,0 0 0,40 40 0,-40-40 16,0 0 0,40 40-16,-40-40 15,0 0 1,40-40 62,40 40-62,0 0 15,0 0-15,0 0-1,0 0 1,0 0-1,0 0-15,1 40 0,-1-40 16,0 0 0,0 41-16,0-41 0,-40 40 15,40-40-15,0 0 16,1 40-16,-41 0 0,40-40 0,0 40 16,-40 0-1,40-40-15</inkml:trace>
  <inkml:trace contextRef="#ctx0" brushRef="#br0" timeOffset="22528.6">20545 922 0,'-40'0'78,"-1"0"-62,1 40-1,40 0 1,-40 0-16,40 0 16,0 0-16,0 0 15,40-40 1,0 0-1,1 0-15,-1-40 16,-40 0 0,40 40-16,-40-40 0,40 0 15,-40 0-15,0 0 16,0 0-16,40 40 16,-40 40 15,0 0 0,0 0-31,0 0 0,0 0 16,0 0-1,0 0-15,0 1 0,0-1 0,40 0 0,-40 0 16,0 40-16,0-40 0,0 0 16,0 0-16,0 1 0,0-1 0,0 0 15,0 0-15,-40-40 0,40 40 0,-40-40 0,40 40 16,-40-40-16,0 40 15,0-40-15,-1 0 0,1 40 0,0-40 0,0 0 16,-40 40-16,40-40 0,0 0 16,-1 0-16,-39 0 0,40 0 0,0 0 0,0 0 15,0 0-15</inkml:trace>
  <inkml:trace contextRef="#ctx0" brushRef="#br0" timeOffset="23438.6">18258 2366 0,'0'0'16,"40"0"-16,0 0 62,0 0-46,0 0-16,-40 40 31,0 0-15,-40-40-16,40 40 0,-40-40 15,40 40-15,0 0 0,-40 0 0,0-40 0,40 40 16,-41 0-16,41 1 16,-40-1-16,40 0 0,-40 0 15,40 0-15,0 0 16,0 0-1,40-40-15,0 0 16,1 0 0,-1-40-16,-40 0 15,40 40-15,-40-40 16,0 0-16,0 0 0,0 0 16,-40-1-16,40 1 0,-40 0 15,-1 0 1,41 0-16,-40 40 0,40-40 0,0 0 15,0 0-15,0 0 16,0 0 15,40 40-15,1 0 0,-1 0-16,0 40 15</inkml:trace>
  <inkml:trace contextRef="#ctx0" brushRef="#br0" timeOffset="24258.57">20745 2526 0,'-40'0'16,"80"0"-16,-120 0 16,40 0-16,0 0 31,0-40-15,0 40-16,-1 0 15,-79 0 1,0 0 15,80 0-15,-1 40-1,41 0 63,0 0-78,0 0 16,0 0-16,0 1 16,0-1-16,0 0 0,0 0 15,0 0 1,0 0 0,41-40-1,-1 0-15,0 0 16,0 0-16,0 0 0,-40-40 15,40 40-15,0 0 16,0 40 0,-40 0-1,0 0-15,0 0 0,0 1 16,0-1 0,-40 0-16,0-40 15,40 40-15,-40-40 0,0 0 0,0 40 0,-40-40 16,39 40-16,1-40 0,0 0 15,-40 0-15,40 0 0,0 40 0,0-40 0,-41 0 16,41 0 0,0 0-16,40-80 0,0 40 0</inkml:trace>
  <inkml:trace contextRef="#ctx0" brushRef="#br0" timeOffset="25508.42">21267 641 0,'0'-40'0,"0"0"15,40 40 32,0 0-31,0 0-16,0 0 0,1 0 0,-1 0 15,0 0-15,0 0 16,-40 40-16,0 0 0,40-40 0,0 40 16,-40 0-16,40-40 15,-40 40-15,0 1 16,0-1-1,0 0 1,40 0 15,-40 0-31,0 0 0,0 0 16,0 0-16,0 0 16,0 0-16,0 1 0,0-1 0,0 0 15,0 0-15,0 0 0,0 0 0,0 0 0,0 0 16,-40 0-16,40 1 15,0-1-15,0 0 0,0 0 0,0 0 16,0 0-16,0 0 16,0 0-16,0 0 0,0 0 15,0 1-15,-40-1 16,40 0-16,0 0 0,0 0 16,0 0-16,0 0 0,0 0 0,0 0 15,0 1-15,-40-41 16,40 40-16,0 0 0,0 0 0,0 0 15,0 0 1,0 0-16,0 0 0,0 0 16,0 0-1,0 1-15,0-1 0,40-40 0,-40 40 16,0 0 0,0 0-16,40 0 15,-40 0-15,0 0 16,0 0-1,0 1 1,0-1 0,0 0-1,-40-40 17,40 40-32,0 0 31,-40-40 16,0 40-16,0-40-15,40 40-16,-40-40 15,0 0-15,-1 0 16,1 0-1,0 0-15,0 40 0,0-40 16,0 0-16,0 0 16,0 0-16</inkml:trace>
  <inkml:trace contextRef="#ctx0" brushRef="#br0" timeOffset="27948.29">25440 681 0,'0'0'0,"40"0"31,-40 40 16,0 0-31,0 1-1,0-1 64,0 0-48,0 0-16,0 0 1,0 0 0,0 0-1,0 0-15,0 0 16,0 0-16,0 1 16,0-1-16,40-40 0,-40 40 0,0 0 15,0 0-15,0 0 0,0 0 0,0 0 16,0 0-1,0 1-15,0-1 0,0 0 0,0 0 16,0 0-16,0 0 16,0 0-16,0 0 0,0 0 0,0 0 15,0 1 1,0-1-16,41 0 0,-41 0 16,0 0-16,0 0 0,40 0 0,-40 0 15,0 0 1,0 1-16,40-1 0,-40 0 15,0 0 1,0 0-16,0 0 16,0 0-16,40-40 15,-40 40-15,0 0 0,0 0 0,0 1 16,0-1 0,0 0-16,0 0 15,0 0-15,0 0 0,0 0 16,0 0-1,0 0-15,0 1 0,0-1 16,0 0 0,0 0-16,0 0 15,40-40-15,-40 40 16,0 0-16,40-40 0,-40 40 0,0 0 16,0 0-16,0 1 0,0-1 15,0 0 1,0 0-16,0 0 0,0 0 15,0 0-15,0 0 16,0 0 15,0 1-31,0-82 47</inkml:trace>
  <inkml:trace contextRef="#ctx0" brushRef="#br0" timeOffset="30108.21">24638 3128 0,'40'0'47,"-40"-40"0,40 40 0,0 0-31,0 0-1,0 0 1,0 0-16,0 0 15,1 0 1,-1 40-16,0-40 16,0 0-1,0 0-15,0 0 0,0 0 16,0 0-16,1 0 0,-1 0 16,0 0-1,0 0-15,-40 40 0,40-40 16,0 0-16,0 0 15,1 40-15,-1-40 0,0 0 16,0 0 0,0 0-16,0 0 0,0 0 15,0 0-15,1 0 16,-1 0-16,0 0 0,0 0 16,0-40-16,0 40 0,0 0 15,0 0-15,1 0 16,-1-40-16,0 40 0,0 0 0,0 0 15,0 0 1,0 0 0,0 0-1,1 0 1,-1 0 0,0 0-16,0 0 0,0 0 15,0 0-15,0 0 16,0 0-1,1 0-15,-1 0 0,0 0 16,0 0 0,0 0-16,0 0 15,0 0-15,0 0 16,1 0-16,-1 0 16,0 0-16,-40 40 0,40-40 15,0 0-15,0 0 16,0 0-1,0 0 1,1 0-16,-1 0 16,0 0-16,0 0 15,0 0 1,0 0 15,0 0-15,0 0-16,1 40 15,-1-40-15,0 0 0,0 0 16,-40 40 0,40-40-16,0 0 0,0 0 15,0 0 1,1 0-16,-1 0 16,0 0-1,0 0 1,0 0-16,0 0 15,0 0 1,0 0-16,1 0 16,-1 0-1,0 0-15,0 0 16,0 0 0,0 0-16,0 0 15,0 0-15,1 0 31,-1 0-31,0 0 16,0 0-16,0 0 16,0 0-16,0 0 0,1 0 31,-1 0-31,0 0 16,0 0-16,0 0 15,0 0 1,0 0-16,0 0 31,1 0-15,-1 0 15,0 0-31,-40-40 16,40 40-1,0 0 1,0 0 15,0 0-15,-40-40-1,40 40-15,1 0 32,-1 0 30,0 0-31,0 0 1,0 0 46,0-40-78,0 40 31,0-40 0,-40-1-15,-40 41-1</inkml:trace>
  <inkml:trace contextRef="#ctx0" brushRef="#br0" timeOffset="33047.98">25761 3168 0,'-40'0'250,"80"0"-125,0 0-94,-40 40-31,40-40 31,-40 40-31,41-40 0,-1 0 16,0 0-1,0 0-15,0 0 16,0 0-16,0 0 16,0 0-16,1 0 0,-1 0 15,0 0 1,0-40 0,0 40-16,0 0 15,0 0 1,0 0-16,1 0 15,-1-40 1,0 40 0,0 0-1,0 0 1,-40-40-16,40 40 0,0 0 31,0-40-31,1 40 16,-1 0-1,0 0-15,0 0 32,0 0 46,-80 0 16,0 0-48,0 0-30,0 0 0,-1 0-1,1 0 1,0 0 0,0 0-1,0 0 1,0 0-16,0 0 15,0 0 1,-1 0 0,1 0-1,0 0 1,0 0 15,0 0-15,0 0-1,0 0-15,0 0 32,-1 0-32,1 0 15,0 0 1,0 0-16,0 0 16,0 0-16,40 40 15,-40-40 1,0 0-1,-1 0 1,1 0 15,0 0 32,80 0 46,0 0-93,1 0 15,-1 0 0,0 0-31,0 0 0,0 0 16,0 0-16,0 0 0,0 0 16,1 0-1,-1 0-15,0 0 0,0 0 16,0 0-16,0 0 15,0 0-15,0 0 0,1 0 0,-1 0 16,0 0 0,0 0-16,0 0 0,-40-40 0,40 40 15,-40-41 1,40 41 62,0 0-31,-80 0 31,0 0-62,40 41 15,-40-41-31,40 40 16</inkml:trace>
  <inkml:trace contextRef="#ctx0" brushRef="#br0" timeOffset="34007.98">26885 3088 0,'40'0'31,"-80"-41"47,40 1-62,0 0 15,0 0-15,0 80 124,0 0-124,0 0-16,0 1 16,0-1-16,0 0 0,40-40 15,-40 40-15,0 0 16,0-80 46,0 0-46,0 0-16,0 0 0,0-1 16,0 1-1,0 0-15,0 0 31,-40 40 32,40 40-63,0 0 16,0 0-16,0 1 0,0-1 31,0 0-31,0 0 31,0-80 0,40 0-15,-40 0-16,0-1 16,0 1-1,0 0-15,0 80 47,0 0-31,0 1-16</inkml:trace>
  <inkml:trace contextRef="#ctx0" brushRef="#br0" timeOffset="34937.87">26965 3569 0,'-40'0'125,"40"40"-125,-40-40 15,40 40 1,-40-40-16,40 40 0,-41-40 0,1 40 16,0-40-1,40 40-15,-40-40 16,40 40 0,-40-40-1,80 0 48,0 0-63,0 0 31,0 0-31,1 0 16,-1 0-16,-40-40 0,40 40 15,0 0 1,0 0 15,0 0 0,-40-40 16</inkml:trace>
  <inkml:trace contextRef="#ctx0" brushRef="#br0" timeOffset="35367.9">26965 3569 0,'0'40'125,"0"0"-109,0 0-1,0 0 1,0 0-16,0 0 16,0 1-16,0-1 31,0 0-31,0 0 31</inkml:trace>
  <inkml:trace contextRef="#ctx0" brushRef="#br0" timeOffset="37217.78">28289 3328 0,'0'-40'31,"0"0"78,0 0-31,0 0 16,0 80 0,40-40-94,-40 40 0,0 0 16,0 0-1,0 0 1,0-80 62,0 0-62,0 0-16,0 0 15,0 0 1,0 80 46,0 0-46,0 0-16,0 0 31,0 0-31,0 0 16</inkml:trace>
  <inkml:trace contextRef="#ctx0" brushRef="#br0" timeOffset="38727.69">28329 3890 0,'0'-40'31,"40"40"172,0-41-187,1 41 15,-1 0-16,-40 41 1,40-41 0,-40 40-1,0 0 17,-40-40-32,0 40 15,-1 0 1,1-40-1,0 40-15,40 0 32,-40-40-32,40 40 0,-40-40 0,40 40 31,-40-40-31,40 40 16,40-40 77,0 0-77,0 0 0,0 0-1,0 0 16,-40-40 1,0 0-32,0 0 31,0 0-15,-40 40-16,40-40 15,0 0 1,-40 40-1,40-40 1,-40 40 15,80 0 32,0 0-48</inkml:trace>
  <inkml:trace contextRef="#ctx0" brushRef="#br0" timeOffset="40957.51">29974 3208 0,'-40'0'31,"40"-40"16,40 40-47,1 0 0,-82 0 110,1 0 15,0 0-94,40-40 94,-40 40 281,40 40-406,40-40 172,0 0-156,0 0 15,1 0-15,-82 0 62,41-40-31,-40 80 46,40 0-77,0 0-16,0 0 0,-40 0 16,40 0-1,0 0-15,0 0 31,0-80 16,0 0-47,0 0 16,0 0-16,0 0 16,0 0-16,0 0 0,0 0 31,0 80 16,0 0-32,0 0-15,0 0 16,0 0-16,0 0 16,0 0-1,0 0-15</inkml:trace>
  <inkml:trace contextRef="#ctx0" brushRef="#br0" timeOffset="41427.53">29814 3890 0,'40'0'110,"-40"40"-110,0 0 0,0 0 15,40 0-15,-40 0 16,0 0-16,0 0 16,0 0-1,0 1 17,40-41-32</inkml:trace>
  <inkml:trace contextRef="#ctx0" brushRef="#br0" timeOffset="41847.44">30215 3970 0,'0'0'0,"0"-40"15,40 0 1,0 40-16,41 0 31,-41 0-31,0 0 16,0 0-16,0 0 15,-40 40 1,0 0 0,0 0-1,-40 0 1,0-40-1,40 40-15,-40-40 16,40 40-16,40-40 31,0 0-31,0 0 16,40-40 0,-39 40-16,39-40 31,-40 40-31,-40-40 0</inkml:trace>
  <inkml:trace contextRef="#ctx0" brushRef="#br0" timeOffset="43427.34">25641 2326 0,'-40'0'79,"0"0"14,40-41-93,-41 41 16,1 0 15,80 0 79,1-40-95,-1 40-15,0 0 16,0 0-16,0 0 15,0 0-15,0 0 16,0 0 0,1 0-16,-41-40 15,40 40-15,0 0 32,-80 0 14,0 0-30,-1 0 0,1 0-1,0 0-15,0 0 0,40 40 16,-40-40-16,0 0 16</inkml:trace>
  <inkml:trace contextRef="#ctx0" brushRef="#br0" timeOffset="44157.37">24718 2165 0,'-40'0'63,"40"40"-63,-40-40 31,-1 40-31,41 0 16,-40-40-16,40 41 15,-40-41 1,40 40 0,40-40-1,0 0 1,1 0 0,-1-40-16,0 40 0,0 0 15,0 0-15,0 0 16,0 0-16,0 0 0,1 0 15,-1 0-15,0 0 16,0 0 0</inkml:trace>
  <inkml:trace contextRef="#ctx0" brushRef="#br0" timeOffset="44477.28">24878 2205 0,'-40'0'0,"40"40"109,0 0-109,0 1 16,0-1-1,0 0-15,0 0 16,0 0-1,0 0-15</inkml:trace>
  <inkml:trace contextRef="#ctx0" brushRef="#br0" timeOffset="45927.18">25400 1483 0,'0'-40'47,"40"40"-32,-40-40 95,0 0-95,0 0 267,80 40-126,-39 0-156,-1 0 16,0 0-1,0 0-15,0-40 0,0 40 0,0 0 16,0 0-16,1 0 15,-1 0-15,0 0 16,-80 0 78,0 0-79,-1 0 1,1 0-16,0 0 0,0 0 0,0 0 16,0 0-16,0 40 15,0-40-15,-1 0 0,1 0 16,40 40-16</inkml:trace>
  <inkml:trace contextRef="#ctx0" brushRef="#br0" timeOffset="46837.21">24477 1082 0,'40'0'31,"0"0"-31,0-40 16,1 40-16,-1 0 16,0 0-16,0 0 15,0 0-15,-40 40 16,0 0-1,0 0 1,-40 1 0,0-1-16,0 0 0,0 0 15,40 0-15,-41-40 16,41 40-16,0 0 16,-40-40-16,40 40 15,40 0 16,1-40-15,-1 0-16,0 0 0,0 0 16,0 0-16,0 0 15,0 0-15,-40-40 32,-40 0-17,40 0 1,-40 40-16,40-40 15,-40 0-15,0 0 0,0 0 16,0 0 0,40-1-16,-41 41 15,41-40-15,41 40 16,-41-40 0,40 40-16,0 0 0,0 0 15,0 0 1,-40 40-16</inkml:trace>
  <inkml:trace contextRef="#ctx0" brushRef="#br0" timeOffset="48927.01">25480 842 0,'0'-40'31,"0"-1"157,0 1-157,0 0 31,0 0-15,0 0-31,0 0-1,0 0 282,0 0-265,40 40 389,1 0-421,-1 0 0,0 0 0,0 0 16,0 0-16,0 0 16,0 0-16,-80 0 93,0 0-77,-40 0-16,40 0 16,0 0-1,-1 0-15,1 0 16,0 0-16,0 0 16,0 0-1,0 0 1,80 0 78,0 0-79,0 0 1,0 0-16,0 0 15,1 0 17,-82 0-1,1 0-15</inkml:trace>
  <inkml:trace contextRef="#ctx0" brushRef="#br0" timeOffset="49556.97">24357 400 0,'0'41'78,"40"-41"-62,-40 40-1,0 0 1,40-40 0,-40 40-16,0 0 0,40 0 15,-40 0-15,0 0 16,0 0 0</inkml:trace>
  <inkml:trace contextRef="#ctx0" brushRef="#br0" timeOffset="50146.94">24798 400 0,'40'0'62,"0"0"-46,0 0-16,-40 41 0,41-41 0,-1 0 15,0 0 1,-40 40 0,0 0 15,0 0-15,-40-40-1,40 40-15,-40-40 0,40 40 16,-41-40-1,41 40-15,-40-40 0,80 0 110,1 0-110,-1 0 15,0 0-15,-40-40 16,40 40-16,0 0 0,0 0 0,0 0 0,0 0 16,1 0-16,-1 0 0,0 0 0,0 0 0</inkml:trace>
  <inkml:trace contextRef="#ctx0" brushRef="#br0" timeOffset="52506.82">25761 3128 0,'-40'0'32,"80"0"171,0 0-203,-40-40 15,40 40-15,1 0 0,-1 0 16,0 0 0,0 0-1,0 0 1,0 0-16,0 0 15,0 0 1,-40-41-16,41 41 0,-1 0 0,0 0 16,0 0-16,0 0 15,0 0 1,0 0 0,0 0-1,1 0 16,-1 0-15,0 0 0,0 0 31,0 0-16,0 0 0,0 0 0,0 0 1,1 0 14,-1 0-14,0 0 15,0 0-16</inkml:trace>
  <inkml:trace contextRef="#ctx0" brushRef="#br0" timeOffset="53716.78">26925 2967 0,'0'0'0,"-40"0"125,120 0 188,-80-40-1</inkml:trace>
  <inkml:trace contextRef="#ctx0" brushRef="#br0" timeOffset="55796.6">29774 481 0,'0'40'203,"40"-40"-78,-40 40-125,-40-40 32,40 40-17,0-80 17,0 0-17,40 40 1,0 0-16,0 0 47,-80 0 0,0 0-1,40-40-30,0 80 47,0-80 15,0 0-47,0 80 31,0-80 17,-40 40-64,40 40 32,0 0-47,0 0 16,0-80 46,0 0-31,0 80 16,0 0-31</inkml:trace>
  <inkml:trace contextRef="#ctx0" brushRef="#br0" timeOffset="58736.44">26925 3047 0,'0'-40'62,"0"0"-46,40 40 31,0 0-47,0 0 93,-40-40-93,40 40 16,-40-40 0,40 40-16,1 0 0,-1-40 15,0 40 1,0 0 0,-40-40-16,40 40 15,0 0-15,0-40 16,0 40-1,-40-40-15,41 40 0,-1-41 0,0 1 16,0 40 0,-40-40-16,40 40 0,-40-40 15,40 40-15,-40-40 16,40 40-16,-40-40 16,40 40-1,1 0-15,-1-40 16,0 0-1,0 40 1,-40-40-16,40 40 16,-40-40-16,40 40 15,0 0 1,-40-41-16,40 41 0,-40-40 16,41 40-1,-41-40-15,40 40 0,-40-40 16,40 40-1,0-40-15,0 0 32,0 0-32,0 40 15,-40-40-15,40 40 0,-40-40 16,41 40-16,-1-41 16,0 41-1,-40-40 1,40 0-1,-40 0 1,40 40-16,-40-40 0,40 40 16,-40-40-16,40 40 0,-40-40 31,40 40-31,-40-40 31,41 40-31,-41-40 16,40 40-1,-40-40-15,40 40 16,-40-41 0,40 41-1,-40-40-15,40 40 16,-40-40 0,40 40-16,0-40 15,1 40 1,-41-40-16,40 40 15,0 0 1,-40-40-16,40 40 16,-40-40-16,40 40 15,-40-40 1,0 0-16,40 40 0,-40-41 31,40 41-31,-40-40 0,40 40 16,-40-40-1,41 40-15,-41-40 16,40 0 0,-40 0-16,40 40 15,-40-40-15,40 40 16,-40-40 0,40 40-16,-40-40 15,0 0 16,40 40-15,-40-41 0,40 41 15,0 0-15,-40-40-1,41 40-15,-1 0 47,-40-40-47,40 40 16,0 0 31,-40-40-47,-40 40 156,0 0-141,0 0 32,-1 0-31,1 0 0</inkml:trace>
  <inkml:trace contextRef="#ctx0" brushRef="#br0" timeOffset="61836.23">27005 3007 0,'40'0'15,"0"0"1,-80 0 62,40 40 32,0-80 15,40 0-94,0 40-16,-40-40-15,41 0 0,-1 40 16,-40-40 15,40 40-31,-40-40 16,40 40 0,0-40-16,0 40 31,-40-40-16,40 40-15,0 0 16,-40-41-16,0 1 31,41 40-15,-1 0 0,0 0-1,-40-40-15,40 40 0,-40-40 16,40 40-1,-40-40 17,40 40-32,0 0 15,0 0 1,1-40 0,-1 40-1,-40-40-15,40 0 16,0 40 15,0 0-15,-40-40-16,40 40 31,0 0-15,0 0-1,-40-40-15,41 40 16,-1-41-1,0 1 1,0 40 0,-40-40-1,40 40-15,0 0 32,-40-40-32,40 40 15,0 0 1,-40-40-16,41 40 15,-41-40 1,40 40-16,-40-40 16,40 40-16,-40-40 31,40 40-31,-40-40 16,40 40-1,-40-41-15,40 41 16,-40-40-1,40 40-15,-40-40 16,40 40-16,-40-40 16,41 40-1,-41-40-15,40 0 32,0 0-1,-40 0-31,40 40 15,-40-40 1,40 40-16,-40-40 16,40 40-16,-40-41 0,40 1 15,-40 0 1,41 40-16,-41-40 16,40 40-1,-40-40-15,40 0 16,0 0-1,0 40 1,-40-40-16,0 0 31,40 40-31,-40-41 16,40 41-16,-40-40 16,40 40-16,-40-40 0,41 0 31,-41 0-31,40 40 0,-40-40 15,40 0 1,-40 0 0,0 0 15,40 40-31,0 0 31,-40-40-31,40 40 0,-40-41 16,40 41-1,-40-40-15,40 40 16,1-40 0,-1 40 31,0 0 62,-40-40-109,40 40 16,-40-40-1,40 40 1,-40-40-16,-40 40 62,0 0 63,40 40-109,-40-40-16,40 40 0,-40-40 16,-1 0-1,41 40-15,-40-40 16,0 40-1,0 0 1,40 1-16,-40-41 0,40 40 16,-40 0-16,0 0 15,0 0 1,40 0 0,-41-40-16,1 0 0,40 40 0,-40 0 15,0-40-15,0 40 16,0-40-16,40 40 0,-40-40 0,-41 41 0</inkml:trace>
  <inkml:trace contextRef="#ctx0" brushRef="#br0" timeOffset="63446.14">28369 5133 0,'0'0'16,"-40"-40"0,40 0-16,-40 40 31,40 40-16,0 40 1,0 0-16,40 41 16,-40-1 15,0 0-15,-40-80-16</inkml:trace>
  <inkml:trace contextRef="#ctx0" brushRef="#br0" timeOffset="63686.18">28008 5013 0,'0'0'0,"80"-81"31,121 41-15,-40 0-1,-41 0 1,-80 40-16,40 0 16</inkml:trace>
  <inkml:trace contextRef="#ctx0" brushRef="#br0" timeOffset="63936.12">28169 5494 0,'0'0'0,"-40"40"15,80-40 48,0 0-63,0 0 15,0 0-15,0 0 0,0 0 16,0-40-16,1 40 0,-1 0 0,0 0 16,0-40-1,0 40-15</inkml:trace>
  <inkml:trace contextRef="#ctx0" brushRef="#br0" timeOffset="64376.08">29092 4932 0,'0'-40'16,"40"40"-16,-40-40 16,0 80 109,0 0-110,-40 0-15,40 1 0,0-1 0,-40 0 16,40 0-16,0 0 16,-41 0-16,41 0 0,0 0 0,0 0 0,-40 41 15,40-41-15,0 40 16,-40-40-16,40 0 0,0 0 15,0 0-15,0 0 16,-40-40-16,40 41 0,0-1 0,-40 0 16,40 0-16</inkml:trace>
  <inkml:trace contextRef="#ctx0" brushRef="#br0" timeOffset="64686.13">29413 5253 0,'0'0'0,"0"40"62,40 41-62,-40-41 16,0 0-16,0 0 0,0 0 0,0 0 16,0 0-16,0 0 0,0 0 0,0 0 0,0 1 15,0-1 1,0 0-16,-40 0 0,0 0 16</inkml:trace>
  <inkml:trace contextRef="#ctx0" brushRef="#br0" timeOffset="65016.12">29573 5374 0,'-40'-81'32,"40"41"-32,0 0 15,0 0 1,0 0-16,40 0 0,0 0 31,41 40-31,-81-40 0,40 40 16,0 0-16,-40-41 0,40 41 0,0 0 15,-40 81 1,40-81-16,-40 40 16,0 0-1,0 0-15,-40-40 16,40 40-16,-40-40 0,0 0 15,0 0-15,0 40 0,-1-40 16,1 0-16,40 40 0,-40-40 0,0 0 16,40 40-1,-40-40-15</inkml:trace>
  <inkml:trace contextRef="#ctx0" brushRef="#br0" timeOffset="65366.09">30015 5374 0,'0'0'16,"-41"0"0,41-41-1,41 41 1,-1 0-1,120 0 1,81-40 0,-40 40-1,-81-80 17,-80 80-32,0 0 15,-80 0 32</inkml:trace>
  <inkml:trace contextRef="#ctx0" brushRef="#br0" timeOffset="65696">30697 4932 0,'0'0'0,"0"-40"16,-40 40-16,40-40 16,-41 40-1,122 0 17,-81 40-32,40 0 15,40-40 1,-80 40-16,40-40 0,-40 41 0,40-41 15,-40 40-15,40-40 16,-40 40-16,41-40 0,-41 40 16,0 0-16,-41 0 15,1 0 1,-40 0-16,40 0 0,0 1 16,0-41-16,40 40 0,-40-40 15,-1 40-15</inkml:trace>
  <inkml:trace contextRef="#ctx0" brushRef="#br0" timeOffset="66716">22992 2285 0,'-40'0'15,"40"-40"-15,0 0 16,40 0 15,1 40-31,-1 0 16,40 0-1,-40 0-15,0 0 16,-40 40-16,40 0 16,-40 0-1,0 1-15,0-1 0,0 0 16,0 0-16,0 0 16,-40-40-16,0 40 0,0-40 15,0 40 1,0-40-16,0 0 15,-1 0 1,41-40-16,-40 40 0,0-40 16,40 0-16,0 0 0,-40 0 15,40 0 1,0-1-16,0 1 0,40 40 31,0 0 0,0 0-31</inkml:trace>
  <inkml:trace contextRef="#ctx0" brushRef="#br0" timeOffset="67105.98">23715 1844 0,'0'0'15,"-40"0"1,40 40 62,0 0-78,0 1 16,0-1-1,0 0-15,0 0 0,0 0 16,0 0-16,0 0 0,-41-40 16,41 40-16,0 0 0,0 1 0,-40-1 0,40 0 15,-40-40-15,40 40 16,0 0-16,-40 0 0,40 0 0,-40 0 15,40 0-15,-40-40 16</inkml:trace>
  <inkml:trace contextRef="#ctx0" brushRef="#br0" timeOffset="67375.97">23915 2165 0,'0'0'0,"0"40"47,0 0-31,0 0-16,0 1 0,0-1 0,0 0 15,0 0-15,0 0 16,0 0-16,0 0 0,0 0 15</inkml:trace>
  <inkml:trace contextRef="#ctx0" brushRef="#br0" timeOffset="67655.95">23875 2326 0,'0'-81'15,"0"41"-15,0 0 16,40 0 0,41 0-1,-41 40 1,40 0 0,-80 80 15,0-40-31,-80 0 31,-1 0-15,41-40-16,0 0 15</inkml:trace>
  <inkml:trace contextRef="#ctx0" brushRef="#br0" timeOffset="68765.89">23193 1724 0,'0'40'0,"0"-80"32,0 0-1,0 0-31,40 40 0,-40-40 0,0 0 15,0-1-15,0 1 16,0 0-16,0 0 0,0 0 0,0 0 0,0 0 16,0 0-16,0 0 0,0-1 0,0-39 0,0 40 15,0 0-15,0 0 16,-40 0-16,40 0 0,0 0 16,0 0-16,0-1 15,0 1-15,0 0 31,0 0-31,0 0 16,40 40 62,-80 0 63,0 0-126,40 40-15,0 0 16,-40-40 0,40 40-16,-40 0 15,40 1-15,0-82 94,0 1-94,0 0 0,0 0 16,40 40-16,-40-40 0,40 40 0,-40-40 15,40 40-15,0-40 16,0 0-16,0 40 47,1 0-32,-41 40-15,40-40 16,0 40-16,0-40 0,0 40 16,0 0-16,-40 0 15,40-40-15</inkml:trace>
  <inkml:trace contextRef="#ctx0" brushRef="#br0" timeOffset="102463.86">28289 6857 0,'0'0'0,"-40"0"109,0 0-93,0 0 0,0 0-1,-1 0-15,1 0 0,0 0 16,0 0-16,0 0 16,0 0-16,0 0 0,0 0 15,-1 0 16,41 41 32,41-1-63,-41 0 16,40-40-16,-40 40 15,0 0-15,0 0 0,40 0 16,-40 0-16,0 0 0,0 0 15,0 1-15,0-1 16,0 0-16,0 0 0,0 0 0,0 0 16,0 0-16,0 0 15,0 0-15,40 1 0,-40-1 16,0 0 0,0 0-16,0 0 15,40-40-15,-40 40 0,0 0 0,0 0 16,0 0-16,0 0 15,0 1-15,0-1 16,0 0-16,0 0 16,0 0-16,0 0 15,0 0 1,0 0-16,0 0 0,-40-40 16,40 41-1,0-1-15,0 0 16,0 0-16,0 0 15,0 0 1,0 0-16,0 0 31,0 0-31,0 0 32,0 1-17,0-1-15,0 0 31,0 0-31,0 0 16,0 0 0,0 0-16,0 0 31,0 0-31,0 1 16,0-1-1,0 0 1,0 0 15,0 0-15,0 0-1,0 0 1,0 0 0,-40 0-1,40 0-15,0 1 16,-40-41-16,40 40 15,-40-40 1,40 40 0,0 0 31,0 0 15,40-40-15,0 0 0,0 0-32,0 0-15,0 0 16,0 0 0,0 0-16,1 0 0,-41-40 15,40 40 1,0 0-16,0 0 16,-40-40-16,40 40 15,-40-40 1,40 0-16</inkml:trace>
  <inkml:trace contextRef="#ctx0" brushRef="#br0" timeOffset="105403.68">18378 481 0,'40'0'0,"-80"0"47,0 0-16,0 0-31,0 0 16,-1 0 15,1 0 63,0 0-78,0 0-1,0 0 1,40-40-1,-40 40-15,0 0 16,-1 0 15,1 0 1,0 0-17,0 0 1,0 0-1,0 0 1,0 0 0,0 0-1,40 40 1,-41-40-16,1 0 16,0 0-1,40 40-15,-40-40 16,0 0-1,40 40 1,-40-40-16,0 40 31,0 0-31,-1-40 16,41 40-16,-40 0 16,0-40-16,40 40 0,-40 1 15,40-1-15,0 0 16,-40-40-16,40 40 15,-40 0 1,40 0 0,0 0-1,0 0-15,0 0 16,0 0-16,0 1 16,0-1-16,0 0 0,40-40 0,-40 40 15,0 0-15,40-40 16,-40 40-16,40-40 0,-40 40 0,0 0 31,40 0-31,-40 1 0,0-1 16,40 0-1,-40 0-15,41-40 0,-41 40 16,40 0 0,0 0-16,0-40 15,0 40-15,0-40 16,0 0-16,0 40 15,1-40-15,-1 0 16,0 0 0,-40 40-16,40-40 0,0 0 0,0 0 15,0 41 1,0-41-16,1 0 16,-1 0-16,0 0 15,0 0 1,0 0-16,0 0 15,0-41-15,1 41 16,-1-40-16,0 40 0,0-40 16,0 40-1,-40-40-15,40 40 0,0 0 16,-40-40-16,40 40 0,1 0 16,-41-40-16,40 40 0,0 0 15,-40-40-15,40 40 0,0-40 31,0 0-15,-40 0-16,0-1 16,40 1-16,-40 0 15,0 0 1,0 0-16,0 0 0,0 0 16,0 0-16,40 40 15,-40-40-15,0-1 16,0 1-16,0 0 15,0 0 1,0 0-16,0 0 16,0 0-1,0 0 17,0 0-17,0 0 1,0-1-1,0 1-15,-40 40 0,0-40 16,40 0 0,-40 40-1,40-40 1,-40 40 0,0 0 15,40-40-31,-40 40 15,0 0 1,-1 0 0,1-40-1,0 40-15,0 0 16,40-40 0,-40 40-16,0 0 15</inkml:trace>
  <inkml:trace contextRef="#ctx0" brushRef="#br0" timeOffset="107523.48">26323 3007 0,'0'40'0</inkml:trace>
  <inkml:trace contextRef="#ctx0" brushRef="#br0" timeOffset="107903.46">26323 3208 0,'0'0'0,"0"-40"172</inkml:trace>
  <inkml:trace contextRef="#ctx0" brushRef="#br0" timeOffset="108413.5">25801 3208 0,'-40'-40'16,"0"40"0</inkml:trace>
  <inkml:trace contextRef="#ctx0" brushRef="#br0" timeOffset="108653.4">25681 3168 0,'-40'0'0,"40"40"78,-40-40-78,40-40 47</inkml:trace>
  <inkml:trace contextRef="#ctx0" brushRef="#br0" timeOffset="109693.37">25520 3168 0,'-40'0'15,"80"0"17,-80 0 46,80 0 172,1 0-235,-1 0 1,0 0 0,0 0-1,0 0 48,0 0-32,-80 0 78,0 0-77,0 0-32,0 0 31,0 0-31,-1 0 0,1 0 16,0 0 15,40-40-31,0 80 62,40-40-46,0 0 0,1 0-16,-1 0 15,0 0-15,0 0 0,0 0 16,-80 0 31,0 0-32,0 0 1,0 0-16,40-40 16,-41 40-16,1 0 0,0 0 15</inkml:trace>
  <inkml:trace contextRef="#ctx0" brushRef="#br0" timeOffset="124992.43">29011 7058 0</inkml:trace>
  <inkml:trace contextRef="#ctx0" brushRef="#br0" timeOffset="126052.37">28971 7098 0,'0'40'15,"40"-40"1,-40-40 0,0 0 77,-40 40 32,0 0-109,0 0-16,40 40 0,-40-40 16,40 40-1,-40-40-15,40 40 0,-40-40 0,40 40 16,-41-40-1,41 40-15,0 1 0,0-1 32,0 0-17,0 0 17,0 0-32,41-40 15,-41 40 1,40-40-16,0 0 31,-40 40-31,40-40 16,0 0-1,0 0-15,0-40 16,1 40-16,-41-40 0,40 40 16,0 0-1,-40-40-15,0 0 31,40 40-31,-40-40 16,0 0 0,40 40-1,-40-41-15,0 1 32,0 0-17,0 0 48,-40 40-32,40-40 0,0 0 0,-40 40-15,40-40 0,-40 40-1,0 0 32,-1 0-16,1 0-15,0 0 15,0 0-15,0 0-16</inkml:trace>
  <inkml:trace contextRef="#ctx0" brushRef="#br0" timeOffset="130152.12">28570 3328 0,'0'-40'265</inkml:trace>
  <inkml:trace contextRef="#ctx0" brushRef="#br0" timeOffset="130432.11">28570 3248 0,'0'-40'125</inkml:trace>
  <inkml:trace contextRef="#ctx0" brushRef="#br0" timeOffset="130622.13">28570 3128 0,'-40'-40'32,"40"-1"-17</inkml:trace>
  <inkml:trace contextRef="#ctx0" brushRef="#br0" timeOffset="130912.08">28490 2927 0,'0'0'0,"-40"0"31,40-40 1,40 0-1</inkml:trace>
  <inkml:trace contextRef="#ctx0" brushRef="#br0" timeOffset="131072.07">28490 2847 0,'40'0'47</inkml:trace>
  <inkml:trace contextRef="#ctx0" brushRef="#br0" timeOffset="131312.07">28530 2847 0,'-40'0'16</inkml:trace>
  <inkml:trace contextRef="#ctx0" brushRef="#br0" timeOffset="131512.07">28530 2767 0,'0'-40'31,"0"-1"16</inkml:trace>
  <inkml:trace contextRef="#ctx0" brushRef="#br0" timeOffset="131612.06">28530 2606 0,'0'-40'15</inkml:trace>
  <inkml:trace contextRef="#ctx0" brushRef="#br0" timeOffset="131782.1">28530 2526 0,'0'-40'31,"0"0"31</inkml:trace>
  <inkml:trace contextRef="#ctx0" brushRef="#br0" timeOffset="132002.07">28570 2326 0,'0'-41'0,"-40"41"16,40-40 0,40 40 15,-40-40-16,40 40 1</inkml:trace>
  <inkml:trace contextRef="#ctx0" brushRef="#br0" timeOffset="132212.06">28450 2125 0,'0'0'16</inkml:trace>
  <inkml:trace contextRef="#ctx0" brushRef="#br0" timeOffset="132372.04">28450 2045 0,'0'-40'31,"40"40"-31</inkml:trace>
  <inkml:trace contextRef="#ctx0" brushRef="#br0" timeOffset="132552.06">28450 2005 0,'-41'0'15,"41"-40"32,41 40-31</inkml:trace>
  <inkml:trace contextRef="#ctx0" brushRef="#br0" timeOffset="132732.04">28329 2045 0,'-40'0'16,"0"0"0</inkml:trace>
  <inkml:trace contextRef="#ctx0" brushRef="#br0" timeOffset="133051.94">27888 2045 0,'-40'0'0,"0"0"0</inkml:trace>
  <inkml:trace contextRef="#ctx0" brushRef="#br0" timeOffset="133222.01">27687 2085 0,'-40'0'16,"40"-40"15</inkml:trace>
  <inkml:trace contextRef="#ctx0" brushRef="#br0" timeOffset="133372.01">27567 2125 0,'-40'0'0,"0"0"15,-1 0 17</inkml:trace>
  <inkml:trace contextRef="#ctx0" brushRef="#br0" timeOffset="138011.72">30857 6978 0,'0'0'0,"40"0"16,0 0-1,-40 40 79,-40-40-78,0 0 15,0 40-15,0 0-16,0-40 0,40 40 15,-40-40-15,0 0 16,40 40-16,-41 0 0,1 0 15,0 1 1,0-41-16,40 40 0,-40-40 16,40 40 15,40-40 0,-40-40-15,40 40-16,0 0 15,0 0-15,-40-40 16,41 40 0,-1 0-16,0 0 0,0 0 15,0 0-15,0 0 16,0 0-16,0 0 16,1 0-16,-1 0 0,0 0 15,0 0 1,0 0-16,0 0 0,0 0 15,-80 0 17</inkml:trace>
  <inkml:trace contextRef="#ctx0" brushRef="#br0" timeOffset="138471.71">30857 7058 0,'0'40'140,"0"0"-140,0 0 16,0 0 0,0 0-16,0 1 0,40-1 0,-40 0 15,0 0-15,0 0 0,0 0 0,0 0 16,40 0-16,-40 0 16,0 1-16,0-1 0,0 0 15,0 0 1,-40-40-16</inkml:trace>
  <inkml:trace contextRef="#ctx0" brushRef="#br0" timeOffset="143871.37">31459 7379 0,'40'0'47,"-40"40"-47,0 0 15,0 0 1,-40 0-1,0-40 1,40 40-16,-40-40 16,40-40 15,0 0-15,40 40-1,-40-40-15,40 40 0,-80 0 47</inkml:trace>
  <inkml:trace contextRef="#ctx0" brushRef="#br0" timeOffset="144271.34">31981 6898 0,'-40'0'16,"-1"0"-1,41 40 17,0 0-17,0 80 1,0-80-16,0 121 31,41-121-31,-41 0 0,0 80 16,0-80-16,0 0 0</inkml:trace>
  <inkml:trace contextRef="#ctx0" brushRef="#br0" timeOffset="145291.28">29212 8542 0,'-40'0'0,"0"0"16,0 0 31,40 40-16,0 0-31,-40-40 0,-1 40 16,1-40-1,40 40-15,-40 0 0,0 0 0,0-40 0,0 41 16,0-41-16,40 40 0,-41 0 0,1 0 16,0-40-1,40 40-15,40-40 32,0 0-17,-40-80-15,81 80 0,-41 0 16,0 0-16,0 0 0,0 0 15,0 0-15,1 0 16,-1 0-16,0 0 0,0 0 16,0 0-16,0 0 0,0 0 15,0 0 1</inkml:trace>
  <inkml:trace contextRef="#ctx0" brushRef="#br0" timeOffset="145621.26">29172 8622 0,'0'40'62,"0"0"-46,0 0 0,0 0-1,0 1-15,40-41 0,-40 40 0,0 0 0,0 0 16,0 0-1,0 0-15,0 0 0,0 0 16,0 0-16</inkml:trace>
  <inkml:trace contextRef="#ctx0" brushRef="#br0" timeOffset="152250.87">25440 2285 0,'0'41'16,"0"-1"234,0-80-141,0 80 125,-40-40 32,40 40-47,-40-40-204,40 40 1</inkml:trace>
  <inkml:trace contextRef="#ctx0" brushRef="#br0" timeOffset="157600.47">27166 3168 0,'0'40'16,"0"0"0,0-80 155</inkml:trace>
  <inkml:trace contextRef="#ctx0" brushRef="#br0" timeOffset="157850.53">27125 3128 0</inkml:trace>
  <inkml:trace contextRef="#ctx0" brushRef="#br0" timeOffset="158130.51">27166 3088 0,'-41'0'16,"82"0"62,-41-41-78,-41 41 47</inkml:trace>
  <inkml:trace contextRef="#ctx0" brushRef="#br0" timeOffset="158330.5">27125 2967 0,'0'0'0</inkml:trace>
  <inkml:trace contextRef="#ctx0" brushRef="#br0" timeOffset="158480.41">27206 2847 0,'0'40'31</inkml:trace>
  <inkml:trace contextRef="#ctx0" brushRef="#br0" timeOffset="158770.47">26965 2847 0,'-40'0'16,"0"0"0,0 0-16</inkml:trace>
  <inkml:trace contextRef="#ctx0" brushRef="#br0" timeOffset="158980.41">26524 2927 0,'-41'0'16,"82"0"-16,-122 0 0,41 0 16</inkml:trace>
  <inkml:trace contextRef="#ctx0" brushRef="#br0" timeOffset="160490.31">30536 8702 0,'-40'0'0,"40"-40"31,0 0 16,0 80-31,0 0-1,0 0 1,0 0 0,0 1-16,0-1 0,0 0 0,0 0 15,0 0-15,0 0 0,-40 0 16,40 0-16,0 0 0,0 1 0,0-1 15</inkml:trace>
  <inkml:trace contextRef="#ctx0" brushRef="#br0" timeOffset="162350.26">32302 6537 0,'-40'0'0,"-1"0"32,122 0 30,-41 0-46,0 0-16,0 0 0,0 0 15,0 0-15,0 0 0,1 0 32,-1 0-1,0 0 0,-40 40-15,0 0 31,-40 0-32,40 0-15,0 0 0,-40 0 16,40 0 0,0 0-16,0 1 0,0-1 0,0 0 15,0 0-15,0 0 16,0 0-16,40-40 0,-40 40 0,0 0 0,0 0 15,0 0-15,0 1 0,0-1 0,0 0 0,0 0 16,0 0-16,0 0 0,0 0 16,0 0-16,0 0 0,-40 1 0,40-1 0,0 0 15,0 0-15,0 0 16,0 0-16,0 0 0,0 0 0,0 0 0,0 0 16,0 1-16,0-1 0,0 0 15,0 0-15,0 0 0,-41-40 0,41 40 16,0 0-16,0 0 15,0 0-15,0 1 0,0-1 16,0 0-16,0 0 0,-40 0 0,40 0 16,0 0-16,-40 0 15,40 0-15,0 0 0,0 1 16,0-1-16,-40 0 16,40 0-16,0 0 0,0 0 0,0 0 15,0 0-15,0 0 16,0 1-16,0-1 15,0 0-15,-40 0 0,40 0 16,0 0 0,0 0-16,0 0 15,0 0 1,0 0-16,-40 1 16,40-1-1,0 0 1,0 0-16,0 0 15,-40-40-15,40 40 16,-40-40 31,40 40-31,-41-40-16,1 0 62,0 0-46,0 0-1,0 0 1,40 40-16,-40-40 0,0 0 16,0 0-16,-1 0 15,1 40-15,0-40 0,0 0 0,0 0 16,0 0-16,0 0 15</inkml:trace>
  <inkml:trace contextRef="#ctx0" brushRef="#br0" timeOffset="187768.73">7102 441 0,'-40'0'141,"0"0"-110,0 0 1,0 0-32,0 0 15,0 0-15,-1 0 16,1 0-16,40 40 15,-40-40-15,0 0 0,0 0 16,0 0 0,0 0-1,40 40 48,0 0-63,40-40 15,-40 40 1,0 0-16,0 0 0,40 0 16,-40 0-1,0 1-15,0-1 0,0 0 16,0 0-16,0 0 16,0 0-16,0 0 0,0 0 15,0 0-15,0 0 0,0 1 0,0-1 16,0 0-1,0 0-15,0 0 0,0 0 16,0 0-16,0 0 16,0 0-16,0 1 0,0-1 31,0 0-31,0 0 16,0 0-16,0 0 15,0 0 1,0 0-1,0 0 1,0 0 0,0 1-1,0-1 17,0 0-32,0 0 15,-40-40-15,40 40 16,0 0 31,0 0-16,40-40-15,0 0 30,0 0 17,0 0-47,0 0-1,1 0-15,-1 0 31,0 0-15,0 0 0,0 0-1</inkml:trace>
  <inkml:trace contextRef="#ctx0" brushRef="#br0" timeOffset="190028.52">7985 641 0,'-40'0'156,"0"0"-77,40-40-64,-40 40-15,0 0 31,0 0-15,-1 0 0,1 0-16,0 0 15,40 40 1,-40-40 0,80 0 77,0 0-46,-40 40-47,40 0 16,-40 0-1,0 1-15,0-1 16,0 0 0,0 0-1,41-40 1,-1 0 0,0 0-1,0 0 16,-40 40-15,0 0 15,-40 0 1,0-40-32,-41 0 15,81 40-15,-40-40 0,0 0 0,0 0 16,0 0-16,0 0 15,0 0-15,40-40 0,-40 40 0,40-40 16,0 0 15,40 40-15</inkml:trace>
  <inkml:trace contextRef="#ctx0" brushRef="#br0" timeOffset="190718.55">9109 561 0,'-40'0'0,"40"-40"47,40 40-47,0 0 0,0 0 15,0 0-15,0 0 0,0 0 16,0 0-16,1 0 15,-41 40 17,0 0-1,-41-40-31,41 40 0,-40-40 16,40 40-16,-40-40 15,40 40 1,0 0-16,-40 1 15,40-1 1,0 0-16,0 0 16,-40 0-1,40 0-15,0 0 0,0 0 16,0 0-16,0 0 16,0 1-16,0-1 15,0 0-15</inkml:trace>
  <inkml:trace contextRef="#ctx0" brushRef="#br0" timeOffset="190958.54">9028 922 0,'-40'0'16,"80"0"-16,-40 0 31,41 0-31,-1 0 0,0 0 0,0 0 0,0 0 16,0 0-16,40 0 16,-39 0-16,-1 0 0,0 0 0,0 0 15,0 0-15</inkml:trace>
  <inkml:trace contextRef="#ctx0" brushRef="#br0" timeOffset="192528.41">7744 1564 0,'41'0'16,"-41"-41"31,40 41-32,-80 0 48,-1 0 234,1 0-266,0 0-31,0 0 0,0 0 31,0 0-31,40 41 0,-40-41 16,40 40-16,0 0 15,0 0-15,0 0 32,40 0-32,0-40 15,0 0-15,0 0 0,0 0 16,0 0-16,1-40 15,-1 40-15,-40-40 16,0 0 0,0 0-16,0 0 15,0 80 48,0 0-63,0 0 15,0 0 1,0 0-16,0 0 0,0 0 16,0 0-1,0 0-15,0 1 16,0-1-16,-40 0 16,40 0-16,-41-40 15,41 40-15,-40-40 0,0 0 0,0 0 16,40 40-16,-40-40 15,0 0-15,0 0 16,0 0 0,40-40-16,0 0 15,40 0 1</inkml:trace>
  <inkml:trace contextRef="#ctx0" brushRef="#br0" timeOffset="193358.39">8788 1764 0,'40'0'0,"-40"-40"15,0 0 220,0 0-220,0 80 48,40-40-48,-40 40-15,0 0 16,0 0-16,0 0 0,0 0 16,0 0-16,0 1 0,0-1 0,0 0 15,0 0 1,0 0-1</inkml:trace>
  <inkml:trace contextRef="#ctx0" brushRef="#br0" timeOffset="193638.31">9390 1764 0,'-41'0'47,"41"40"-47,0 40 15,0-40 1,0 1-16,0-1 0,0 0 15,0 0 1,0 0-16,0 0 16</inkml:trace>
  <inkml:trace contextRef="#ctx0" brushRef="#br0" timeOffset="195428.19">9951 400 0,'0'0'0,"40"0"125,1 0-125,-1 0 16,0 0-1,0 0-15,0 0 0,0 0 16,0 0 15,-40 41-15,40-41 0,-40 40 77,0 0-61,0 0-32,0 0 15,0 0-15,0 0 16,0 0-1,0 0-15,0 1 0,0-1 16,0 0 0,0 0-16,0 0 0,0 0 15,0 0 1,0 0-16,0 0 0,0 0 0,0 1 16,0-1-16,0 0 0,0 0 15,0 0 1,0 0-16,0 0 0,0 0 31,0 0-31,0 1 0,-40-1 16,40 0-1,0 0-15,0 0 16,0 0 0,0 0-1,0 0 1,0 0-1,0 0 17,0 1-17,0-1 1,0 0 15,-40-40-15,40 40-16,0 0 31,0 0 16,0 0-16,-40 0 32,40 0-16,0 1 15,0-1-31,0 0 1,0 0 14,-40-40-46,0 0 141,0 0-125,0 0-1,-1 0-15,1 0 16,0 0-16,0 0 16,0 0-16,0 0 0</inkml:trace>
  <inkml:trace contextRef="#ctx0" brushRef="#br0" timeOffset="-106106.23">26483 11229 0,'0'0'0,"0"40"234,0 0-234,0 0 16,0 0-16,41-40 15,-41 40-15,40 1 0,-40-1 0,40 0 16,-40 0 0,40 0-16,0-40 31,-40 40-31,40-40 0,0 0 15,0-40 17,-40 0-32,41 40 0,-41-40 0,0 0 15,40 0-15,0-1 16,-40 1-16,0 0 0,40 0 0,-40 0 16,0 0-1,0 0-15,0 0 16,0 0-1,-40 40 48,40 40-47,0 0 15,0 0-31,0 0 15,0 0-15,0 0 16,0 0 0,0 0-16,0 1 0,0-1 15,0 0-15,0 0 16,0 0-16,0 0 0,-40-40 0,40 40 16,0 0-16,0 0 0,0 0 15,0 1-15,-40-1 0,40 0 16,-41 0-1,41 0-15,0 0 0,-40 0 0,40 0 16,-40 0-16,40 1 16,-40-41-16,40 40 15,-40-40-15,40 40 0,-40-40 32,40 40-32,-40-40 15,0 0 1,40-40-1,-41 0-15,41 0 16,0-1 0,0 1-16,0 0 0,41 0 15,-41 0 1,40 40-16,-40-40 0,40 40 0,0-40 16,0 0-1,0 0-15,0 40 16,-40-41-16,40 41 15,1 0 1,-1 0 0,-40 41-1</inkml:trace>
  <inkml:trace contextRef="#ctx0" brushRef="#br0" timeOffset="-105546.2">27326 11068 0,'0'0'0,"40"0"16,-40-40-1,0 80 64,-40-40-64,40 41-15,0-1 16,-40 0-16,40 0 15,-40 0-15,40 0 0,0 0 0,0 0 16,0 0-16,-40 1 0,40-1 0,0 0 0,0 0 16,0 0-16,0 0 15,0 0-15,0 0 0,0 0 16,40 0-16,-40 1 16,40-41-1</inkml:trace>
  <inkml:trace contextRef="#ctx0" brushRef="#br0" timeOffset="-104346.27">27607 11429 0,'40'0'31,"-40"-40"-31,40 40 0,-40-40 31,40 40-31,0 0 31,-40 40-31,0 0 0,41-40 0,-41 41 16,0-1-16,0 0 0,0 0 16,0 0-1,0 0-15,0-80 63,0 0-63,40 0 0,-40 0 15,40 40-15,-40-40 0,40 40 0,0-41 16,0 1 0,0 40-16,0 0 15,1 0 1,-41 40-16,0 1 16,40-1-1,-40 0-15,0 0 0,0 0 0,0 0 16,0 0-1,-40 0-15,40 0 0,-41-40 16,41 40-16,-40-40 0</inkml:trace>
  <inkml:trace contextRef="#ctx0" brushRef="#br0" timeOffset="-104046.34">28329 11229 0,'0'0'15,"40"0"1,0 0-16,1 80 31,39 0-15,-80 1-1,0 39 1,-40 0 0,0-80-1,-41 40 1,1-39 0,40-41-16</inkml:trace>
  <inkml:trace contextRef="#ctx0" brushRef="#br0" timeOffset="-103716.38">28771 11470 0,'40'0'32,"0"0"-17,0 0 1,0-41-16,0 41 0,0 0 15,-40-40-15,41 40 0,-1 0 0,0 0 16,0 0 0,0 0-16,0 0 0</inkml:trace>
  <inkml:trace contextRef="#ctx0" brushRef="#br0" timeOffset="-103506.32">28771 11911 0,'-41'0'0,"82"0"32,-1 0-32,40-40 15,-40 40 1,0 0-16,0 0 0,1 0 15,-1 0-15,0 0 16,-40-41-16</inkml:trace>
  <inkml:trace contextRef="#ctx0" brushRef="#br0" timeOffset="-102746.36">29814 11309 0,'0'-40'63,"40"40"-63,0 0 0,0 0 16,0 0-1,1 0-15,-41 40 0,40 0 16,-40 0-1,0 0-15,0 1 0,0-1 0,0 0 16,-81 0-16,81 0 0,-40 0 0,40 0 0,-40-40 16,0 40-16,0 0 15,0 0-15,40 1 0,-40-41 16,40-41 0,40 41-1,-40-40-15,40 40 16,-40-40-16,80 0 0,-40 0 0,0 40 0,1-40 15,-1 0-15,0 40 0,0-40 0,0 40 0,0-40 16,0 40-16,0-40 16,1 40-16,-1-41 0,0 1 15,-40 0 1,0 0 15,-40 40 16,40 40-31,-40-40-16,40 40 15,-41-40-15,41 40 0,-40 1 0,0-1 0,40 0 16,-40 0-16,40 0 16,0 0-16,-40 0 0,40 0 15,0 0-15,0 0 16,40 1-16,0-41 15,0 0-15,0 0 16,1 0 0</inkml:trace>
  <inkml:trace contextRef="#ctx0" brushRef="#br0" timeOffset="-102346.46">30697 11309 0,'0'-40'16,"0"80"46,0 0-46,0 40-16,-40-80 0,40 41 0,0-1 16,0 0-1,0 0-15,-41 0 0,41 0 0,0 0 16,0 0-1,0 0-15,0 0 0,41-40 16,-41 41-16,40-41 0,0 0 16,0 0-1</inkml:trace>
  <inkml:trace contextRef="#ctx0" brushRef="#br0" timeOffset="-101876.42">30937 11470 0,'0'0'31,"41"0"0,-41 40-15,40-40-16,-40 40 0,0 0 16,0 0-1,40-40-15,-40 40 0,0 0 16,0 0 0,0-80 15,40 40-16,-40-40-15,40 40 0,-40-40 0,40 40 0,-40-40 16,40 40-16,-40-40 16,40 40-16,1 0 0,-1 0 31,-40 40-15,0 0-1,0 0-15,0 0 16,-40-40-1,40 40-15,-41-40 16,41 40-16</inkml:trace>
  <inkml:trace contextRef="#ctx0" brushRef="#br0" timeOffset="-101446.44">31579 11229 0,'41'0'0,"-41"40"31,40-40-31,0 40 32,0-40-32,-40 40 15,40-40-15,-40 40 16,0 0-16,40-40 0,-40 41 15,0-1-15,0 0 0,0 0 16,0 0-16,0 0 16,0 0-16,-40-40 0,40 40 0,-40 0 15,0 0-15,40 1 16,-40-41-16,0 40 0,-1-40 0,1 0 16</inkml:trace>
  <inkml:trace contextRef="#ctx0" brushRef="#br0" timeOffset="-97986.65">31981 10627 0,'0'-40'297,"0"80"-31,0 0-266,0 1 15,0-1 1,0 0-1,0 0-15,0 0 16,40-40-16,-40 40 16</inkml:trace>
  <inkml:trace contextRef="#ctx0" brushRef="#br0" timeOffset="-97296.77">31900 11109 0,'41'0'140,"-41"-41"-140,40 41 0,40 0 0,-40 0 16,0-40-16,0 40 0,0 0 0,1 0 15,-1 0-15,0 0 0,0-40 16,0 40-16,0 0 0,0 0 0,0 0 0,1 0 31,-82 0 32</inkml:trace>
  <inkml:trace contextRef="#ctx0" brushRef="#br0" timeOffset="-96516.81">32141 11269 0,'40'0'15,"0"0"32,1 0-31,-1 0-16,0 0 15,0 0 1,0 0 0,-40 40-1,0 0 1,0 0-1,-40 0 1,0-40 0,40 41-1,-40-41-15,0 0 16,80 0 46,0 0-46,0 0 0,0 0-1,0 0-15,0 0 16,0 0-16,1 0 16,-1 0-1,0 0-15,0 0 16,0 0-16,0 0 15,-40-41 110</inkml:trace>
  <inkml:trace contextRef="#ctx0" brushRef="#br0" timeOffset="-95546.8">25079 11750 0,'40'0'94,"0"0"-63,0 0-31,0 0 16,1 0-16,-1 0 0,0 0 15,40 0-15,-40 0 0,0 0 0,1 0 16,39 0-16,-40 0 0,40 0 0,-40 0 0,41 0 15,-41 0-15,0 0 16,0 0-16,0-40 0,0 40 0,0 0 0,0 0 16,1 0-1,-41-40 17,40 40-17,-40-40 1</inkml:trace>
  <inkml:trace contextRef="#ctx0" brushRef="#br0" timeOffset="-95206.82">26122 11389 0,'-80'-40'31,"160"80"-31,-160-40 62,120 0-62,-40 40 0,40-40 16,0 0-16,-40 41 16,81-41-16,-41 0 0,0 40 0,0-40 15,0 0-15,0 0 16,0 40-16,1-40 0,-1 0 15,-40 40-15,40 0 16,-40 0 0,-80 0-16,39 0 0,1 0 15,0-40-15,0 40 16,0 1-16,0-1 0,-40 0 0,39 0 0</inkml:trace>
</inkml:ink>
</file>

<file path=ppt/ink/ink5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5T07:15:35.321"/>
    </inkml:context>
    <inkml:brush xml:id="br0">
      <inkml:brushProperty name="width" value="0.05292" units="cm"/>
      <inkml:brushProperty name="height" value="0.05292" units="cm"/>
      <inkml:brushProperty name="color" value="#FF0000"/>
    </inkml:brush>
  </inkml:definitions>
  <inkml:trace contextRef="#ctx0" brushRef="#br0">26363 11149 0,'0'0'0,"-40"0"62,0 0-15,0 0-16</inkml:trace>
  <inkml:trace contextRef="#ctx0" brushRef="#br0" timeOffset="239.98">25801 11189 0,'0'0'15,"-120"0"-15,0-40 32,79 40-32,1 0 31,0 0-31,0 0 31,-40 0-15</inkml:trace>
  <inkml:trace contextRef="#ctx0" brushRef="#br0" timeOffset="369.94">25159 11149 0,'-80'0'16,"160"0"-16,-200 0 16,80 0-16,40-40 0,-40 40 15,-1 0 1</inkml:trace>
  <inkml:trace contextRef="#ctx0" brushRef="#br0" timeOffset="509.91">24718 11109 0,'-40'0'31,"0"0"-31,-1 0 31</inkml:trace>
  <inkml:trace contextRef="#ctx0" brushRef="#br0" timeOffset="999.94">23474 11149 0,'-40'0'0,"0"40"15,0-40 1,-1 0-16,1 0 16,0-40-16,0 40 15,0 0-15,0 0 0,40-40 16,-40 40-16</inkml:trace>
  <inkml:trace contextRef="#ctx0" brushRef="#br0" timeOffset="2079.87">22631 11229 0,'0'0'0,"0"-40"0,40 40 15,-40-40 17,-40 40 30,0 0-46,0 0-16,0 0 15,0 40 1,40 0-16,0 0 16,0 0-16,0 0 15,40 0-15,-40 0 16,40 1 0,0-1-16,-40 0 15,0 0-15,40 0 16,-40 0-16,0 0 15,-40-40-15,0 40 16,0-40 0,0 0-16,0 0 0,0 0 15,-1 0 1,1 0-16,40-40 31,40 0-15,1 40-1,-1 40 1,0 0 0,-40 0-1,0 0-15,0 1 0,0-1 0,0 0 16,0 0 0,0 0-16,0 0 0,0 0 15,0 0 1,0 0-16,0 1 15,0-1-15,40 0 16,-40 0 0,40-40-1,0 0 1,0 0-16,0 0 31</inkml:trace>
  <inkml:trace contextRef="#ctx0" brushRef="#br0" timeOffset="2979.82">23675 12592 0,'-41'0'0,"41"-40"31,41 40-15,-1 0-16,0 0 15,0 0 1,0 40-16,0-40 0,-40 41 16,40-41-1,0 0-15</inkml:trace>
  <inkml:trace contextRef="#ctx0" brushRef="#br0" timeOffset="3899.76">26443 12793 0,'40'0'109,"-40"40"-93,41-40 343,-41-40-343,40 40 15,0 0-31,-40-80 15,0 40-15</inkml:trace>
  <inkml:trace contextRef="#ctx0" brushRef="#br0" timeOffset="7099.57">22832 11630 0,'0'40'156,"40"-40"-156,-40 40 0,40-40 31,0 0 1,0 0-32,1 0 31,-1 0-31,-40-40 0,40 40 15,-40-40-15,40 40 0,-40-40 0,0 0 0,40 40 16,-40-40-16,40 40 16,-40-40-16,40 40 0,-40-41 15,40 41 1,1 0 0,-1 0-1,0 41 1,-40-1 187,0 0-16,40-40-187,-40 40 485,0-80 734</inkml:trace>
  <inkml:trace contextRef="#ctx0" brushRef="#br0" timeOffset="10379.36">26644 12312 0,'-80'-40'16,"40"40"-16,-1 0 31,82 0 78</inkml:trace>
  <inkml:trace contextRef="#ctx0" brushRef="#br0" timeOffset="11149.32">28530 12352 0,'-40'0'94,"0"0"-78</inkml:trace>
  <inkml:trace contextRef="#ctx0" brushRef="#br0" timeOffset="12369.25">28289 6817 0,'-40'0'16,"0"0"0,0 0-1</inkml:trace>
  <inkml:trace contextRef="#ctx0" brushRef="#br0" timeOffset="12619.24">27727 6938 0,'-40'0'15,"0"0"-15,40-40 16,-40 40 15,0 0-15,0 0 0,0 0-1,-1 0-15</inkml:trace>
  <inkml:trace contextRef="#ctx0" brushRef="#br0" timeOffset="12789.23">27166 6898 0,'0'0'16,"-41"0"0,1 0-1,0 0 1,0 0-1,0 0 1</inkml:trace>
  <inkml:trace contextRef="#ctx0" brushRef="#br0" timeOffset="12999.21">26885 6898 0,'-40'0'16,"80"0"-16,-201 0 31,121 0-16,0 0 17,0 0-17,0 0 1,0 0-16,-1 0 16,1 0-16,0 0 15,0 0-15,0 0 0,0 0 16</inkml:trace>
  <inkml:trace contextRef="#ctx0" brushRef="#br0" timeOffset="13209.2">25681 6898 0,'-40'-41'16</inkml:trace>
  <inkml:trace contextRef="#ctx0" brushRef="#br0" timeOffset="13899.16">23835 6857 0,'0'0'16,"-40"0"-16,0 0 0,-81 0 31,81 0-15,0 0-16</inkml:trace>
  <inkml:trace contextRef="#ctx0" brushRef="#br0" timeOffset="14969.02">26443 11269 0,'-40'0'0,"0"0"15,40-40 1</inkml:trace>
  <inkml:trace contextRef="#ctx0" brushRef="#br0" timeOffset="15119.09">26323 11189 0,'-40'0'31,"0"0"-15,0 0-1,-1 0 1,41-40 0,-40 40-1,0-40-15</inkml:trace>
  <inkml:trace contextRef="#ctx0" brushRef="#br0" timeOffset="15309.08">25721 11028 0,'-40'0'15,"80"0"-15,-160-40 16,80 40-16,-1 0 0,41-40 47,-40 40-32</inkml:trace>
  <inkml:trace contextRef="#ctx0" brushRef="#br0" timeOffset="15469.06">25079 10948 0,'-40'0'16,"80"0"-16,-120 0 0,-1 0 16,41 0-1,40-40 1,-40 40-16,0 0 16</inkml:trace>
  <inkml:trace contextRef="#ctx0" brushRef="#br0" timeOffset="15668.98">24477 10868 0,'-40'0'16,"80"0"-16,-120 0 16,40-40-1,0 40 1,-1 0-1,1 0 1,0 0 0</inkml:trace>
  <inkml:trace contextRef="#ctx0" brushRef="#br0" timeOffset="15829.04">23875 10828 0,'-40'0'16,"0"0"-16,0 0 31,40 40 1</inkml:trace>
  <inkml:trace contextRef="#ctx0" brushRef="#br0" timeOffset="16058.95">23554 10908 0,'0'40'0,"-40"-40"31,0 0-15,0 0-1,40 40 16,-40-40-15,0 0 0,-1 0-1</inkml:trace>
  <inkml:trace contextRef="#ctx0" brushRef="#br0" timeOffset="16179.02">22992 10908 0,'0'0'16,"0"-40"-16</inkml:trace>
  <inkml:trace contextRef="#ctx0" brushRef="#br0" timeOffset="24208.46">28490 6777 0,'40'0'0,"-40"40"46,-40 0-30,40 1 0,40-41 31</inkml:trace>
  <inkml:trace contextRef="#ctx0" brushRef="#br0" timeOffset="25188.41">31178 6176 0</inkml:trace>
  <inkml:trace contextRef="#ctx0" brushRef="#br0" timeOffset="25598.45">31178 6176 0,'0'40'250</inkml:trace>
  <inkml:trace contextRef="#ctx0" brushRef="#br0" timeOffset="27008.3">28450 6978 0,'0'0'0,"40"0"16,-40-40-1,40 40 1,-40 40 46,0 40-62,-40-40 16,40 0 0,0 0-16,0 0 0,-40 0 15,40 1-15,0-1 16,0 0-16,0 0 0,0 0 16,40-40 15</inkml:trace>
  <inkml:trace contextRef="#ctx0" brushRef="#br0" timeOffset="27148.31">28530 7740 0</inkml:trace>
  <inkml:trace contextRef="#ctx0" brushRef="#br0" timeOffset="27988.27">31218 6376 0,'0'0'16,"-40"-40"0,40 0 15,-40 40-16,0 0 1,40 40 15,0 0 16,0 0 0,-40-40-47,40 40 16,0 0-1,0 1-15,0-1 16,0 0-16,0 0 0,0 0 16,0 0-16,40-40 15,-40 40 1</inkml:trace>
  <inkml:trace contextRef="#ctx0" brushRef="#br0" timeOffset="28178.3">31058 7339 0,'-80'40'16,"80"0"-1,40-40 1,-40 40 0,40-40-16</inkml:trace>
  <inkml:trace contextRef="#ctx0" brushRef="#br0" timeOffset="29668.21">23153 6256 0,'0'-40'15,"0"0"1,40 40 93,0 0-93,0 0 0,0 0-16,1 0 0</inkml:trace>
  <inkml:trace contextRef="#ctx0" brushRef="#br0" timeOffset="29878.2">23755 6136 0,'40'0'15,"0"0"1,-40 40 0,40-40-16,0 0 0,0 0 15,1 0 1,-1 0-1</inkml:trace>
  <inkml:trace contextRef="#ctx0" brushRef="#br0" timeOffset="30528.16">23273 6938 0,'0'-40'31,"40"40"-15,1 0-1,-1-41-15,0 41 16,0 0-16,0 0 0</inkml:trace>
  <inkml:trace contextRef="#ctx0" brushRef="#br0" timeOffset="30758.1">23875 6938 0,'0'-40'31,"80"40"-31,-39 0 16,-41-41-16,40 41 0,0 0 31</inkml:trace>
  <inkml:trace contextRef="#ctx0" brushRef="#br0" timeOffset="34897.9">28490 6978 0,'-40'40'16,"-1"-40"15</inkml:trace>
  <inkml:trace contextRef="#ctx0" brushRef="#br0" timeOffset="35487.86">28570 7018 0,'0'0'0,"0"-40"47,0 0-16,40 40 63,-40-40-16,0-1-31,40 41-16,-40 41-15,0-1-1,-40-40 157</inkml:trace>
  <inkml:trace contextRef="#ctx0" brushRef="#br0" timeOffset="35687.85">28530 7018 0,'0'-40'78</inkml:trace>
  <inkml:trace contextRef="#ctx0" brushRef="#br0" timeOffset="35927.83">28570 7018 0</inkml:trace>
  <inkml:trace contextRef="#ctx0" brushRef="#br0" timeOffset="37757.67">28650 6817 0,'0'-40'15,"0"80"1,0 0 15,40-40 0,-40-40 1,40 40 15,1 0-16,-1 0-31,0 0 0,0 0 15,0 0 1,0-40-16,0 40 31,1 0-31,-1-40 16,0 40-16,0 0 16,0-40-16,0 40 0,-40-40 15,40 40-15,0-40 0,1 40 0,-1 0 0,-40-40 16,40 40-16,0 0 15,0 0-15,-40-40 16,40 40 47,0 0-63,0 0 15,-40-41 1,41 41-1,-1 0 1,0 0 0,0 0-1,-40-40 1,40 40-16,0 0 31,0 0-15,0 0-1,1-40 1,-1 40 0,0 0-1,-40-40-15,40 40 16,0 0-16,0-40 16,0 40-16,0 0 15,1 0 1,-1 0-16,0 0 15,0 0 1,-40-40-16,40 40 0,0 0 16,0 0-1,0 0 1,1-40 15,-1 40-31,-40-40 16,40 40-1,-40-40 1,40 40-16,0 0 16,0 0 15,0 0-15,0 0 15,1 0-16,-1 0 1,-40-40 15,40 40-31,0 0 47,0 0 16,0 0-32,0 0 0,0 0 0,-80 0 110,0 0-125,0 0 15,0 0-15,40 40-16,-40-40 0,0 0 31,40 40-31,-40-40 0</inkml:trace>
</inkml:ink>
</file>

<file path=ppt/ink/ink5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5T07:21:33.450"/>
    </inkml:context>
    <inkml:brush xml:id="br0">
      <inkml:brushProperty name="width" value="0.05292" units="cm"/>
      <inkml:brushProperty name="height" value="0.05292" units="cm"/>
      <inkml:brushProperty name="color" value="#FF0000"/>
    </inkml:brush>
  </inkml:definitions>
  <inkml:trace contextRef="#ctx0" brushRef="#br0">9510 12673 0,'40'0'125,"-80"0"31,80 0 188,0 0-313,0 0-15,-40-40 46,-40 40 16,0 0-62,0 0-1,0 0-15,0 0 16,0 0 0,-1 0-16,1 0 15,40 40 1,-40-40-16,40 40 109,0 0-109,0 0 16,0 0-16,0 0 16,0 0-16,0 0 15,-40-40-15,80 0 63,0 0-63,0 0 0,-40-40 15,41 40 1,-1 0-16,0 0 16,-40 40-1,40 1 1,-40-1-1,0 0 1,-40-40-16,0 40 0,0-40 16,40 40-16,-41-40 15,1 0-15,0 40 0,0-40 16,0 0 0,0 40-16,0-40 15</inkml:trace>
  <inkml:trace contextRef="#ctx0" brushRef="#br0" timeOffset="519.97">10072 12673 0,'-40'40'46,"40"0"-30,-41-40-16,1 0 0,0 40 16,0 0-1,40 0 1,0 0 0,40 0-1,40-40 1,-39 0-16,-1-80 0,0 80 15,0-40 1,-40 0 0,40 40-16,-40-40 15,0 0 1,-40 0 0,40 0-1,-40 40-15,0 0 16,40 40-1,-40-40-15,40 40 16</inkml:trace>
  <inkml:trace contextRef="#ctx0" brushRef="#br0" timeOffset="1509.92">11797 12633 0,'-40'0'15,"40"-41"32,0 1 0,-40 40-31,40 40 46,0 1-46,0-1-1,-40-40-15,40 40 32,-40-40-32,40 40 0,0 0 15,0 0 16,40-40-31</inkml:trace>
  <inkml:trace contextRef="#ctx0" brushRef="#br0" timeOffset="2049.95">12158 12673 0,'0'-40'78,"-40"40"-78,0 0 31,40 40-15,0 0-16,40 0 31,0-40-31,-40 40 15,40-40-15,1 0 16,-1 0-16,0-40 16,-40 0-1,0 0-15,-40 0 32,0 40-17,-1 0-15,1 0 31,40 40 1,40-40-32,1 0 15</inkml:trace>
  <inkml:trace contextRef="#ctx0" brushRef="#br0" timeOffset="2459.85">12680 12633 0,'-40'0'47,"0"0"-16,40 40-16,0 0-15,0 0 32,40-40-32,0 0 15,0 0 1,0 0-16,0 0 16,0 0-16,-40-40 0,41 40 15,-41-40 1,0 0-16,-41 40 31,1 0-15,0 0-1,0 0-15,0 0 16,0 0 0</inkml:trace>
  <inkml:trace contextRef="#ctx0" brushRef="#br0" timeOffset="4869.72">2608 13715 0,'-40'0'31,"0"0"-31,0 0 16,0 0-16,0 0 15,40-40-15,-41 40 16,1 0-16,0 0 31,0 0-31,40 40 16,-40-40-1,40 41-15,-40-41 0,0 0 16,40 40 0,-40-40-16,40 40 0,-41 0 15,41 0-15,0 0 16,0 0-16,0 0 15,0 0-15,0 0 0,0 1 0,0-1 16,0 0-16,41 0 0,-41 0 16,0 0-16,0 0 0,0 0 15,0 0-15,0 1 0,0-1 16,40 0-16,-40 0 0,0 0 0,0 0 16,0 0-16,0 0 0,0 0 0,0 0 0,0 1 15,0-1-15,40 0 0,-40 0 16,0 0-16,0 0 0,0 0 0,40 0 15,-40 0 1,0 1-16,0-1 0,0 0 0,0 0 0,0 0 16,0 0-16,0 0 0,0 0 15,0 0-15,0 0 0,0 1 0,0-1 16,40 0-16,-40 0 16,0 0-16,0 0 0,0 0 15,0 0-15,0 0 16,40 1-16,-40-1 15,0 0 1,0 0 0,0 0-16,0 0 15,0 0-15,0 0 16,0 0-16,0 0 16,0 1-16,0-1 31,0 0-16,0 0 1,40-40 0,-40 40-1,0 0 17,0 0-32,0 0 15,0 0-15,0 1 0,0-1 16,0 0-1,0 0-15,40-40 32,1 0-32,-1 0 0,0 0 15,0 0-15,0 0 16,0 0-16,0 0 0,0 0 0,1 0 0,-1 0 16,0 0-16,0 0 0,0 0 0,0 0 15,0 0-15,-40-40 16,40 40-16</inkml:trace>
  <inkml:trace contextRef="#ctx0" brushRef="#br0" timeOffset="5519.68">3411 14237 0,'-40'0'15,"40"-40"1,-41 40 31,1 0-47,0 40 16,40 0-16,-40 0 15,40 0 1,0 0-16,0 0 15,0 0-15,40-40 16,-40 41-16,0-1 0,40-40 0,0 40 16,-40 0-1,41-40-15,-41 40 0,0 0 32,-41-40-32,1 0 15,0 0-15,0-40 16,40 0-1,-40 0-15,40 0 0,0 0 16</inkml:trace>
  <inkml:trace contextRef="#ctx0" brushRef="#br0" timeOffset="5679.65">3330 14197 0,'0'-40'16,"41"40"-1,-1-41 17,0 41-17,0 0-15,0 0 0</inkml:trace>
  <inkml:trace contextRef="#ctx0" brushRef="#br0" timeOffset="6059.63">4093 14157 0,'40'0'0,"0"0"31,121-41-15,-81 41-16,80 0 31,-119 0-31,-41 41 62,0-1-46,0 0 0,0 0-16,-41 0 15,41 0-15,0 0 0,-40 0 16,40 0-16,-40-40 15,40 41-15,0-1 0,-40 0 0,40 0 16,0 0-16,-40 0 16,40 0-16,0 0 0,0 0 15,0 0 1</inkml:trace>
  <inkml:trace contextRef="#ctx0" brushRef="#br0" timeOffset="6409.61">4294 14598 0,'-81'0'16,"162"0"-16,-162-40 15,41 40-15,80 0 31,41 0-31,79 0 32,-80 0-32,121 0 31,-81 0-15,-80 0-1,-120 0 1,0 0 15,40 0-31</inkml:trace>
  <inkml:trace contextRef="#ctx0" brushRef="#br0" timeOffset="7289.58">5899 14076 0,'0'0'16,"0"-40"0,-41 0-1,82 40 1,39-40 0,80 40 15,-120 120-16,-40 1 1,0-81 0,-40-40-1,0 0 17,0 0-17,80 0 188,0 0-203,-40 40 16,40-40-16,1 0 0,-41 40 0,40 0 16,0 0-1,0 0-15,0-40 0,-40 40 0,40-40 16,0 41-16,0-1 15,1-40-15,-1 40 16,0-40 0,0 0-16</inkml:trace>
  <inkml:trace contextRef="#ctx0" brushRef="#br0" timeOffset="7609.56">7183 14036 0,'-41'0'0,"82"0"0,-122 0 16,41 0-16,-40 80 15,80-39 1,40 79-1,40 40 17,-40-39-17,-80-81 1,-40 0 0,40-40-16</inkml:trace>
  <inkml:trace contextRef="#ctx0" brushRef="#br0" timeOffset="7729.57">7303 14157 0,'0'0'0,"40"-81"15,-40 41 1,80 0 0,41-40-1</inkml:trace>
  <inkml:trace contextRef="#ctx0" brushRef="#br0" timeOffset="9079.44">3411 15841 0,'-40'0'16,"-1"0"-1,41-40 32,41 40-16,-41-40-31,40 40 0,0 0 16,0 0-16,0 0 0,0 0 16,0 0-16,1 0 15,-41-40-15,40 40 0,0 0 31,-40 40-31,0 0 0,0 0 16,0 0 0,-40 0-16,40 0 15,-40-40-15,40 40 16,-41-40-16,1 41 0,0-1 0,0 0 16,80-40 30,0 0-46,0 0 16,1 0-16,-1 0 16,0 0-1,0 0-15,-40 40 16,0 0 0,-40-40-1,40 40-15,-40-40 0,40 40 16,-40-40-1,40 40-15,-41-40 0,1 0 0,0 0 16,40 40-16,-40-40 0,0 0 16,0 0-16,40-40 31,0 0-15</inkml:trace>
  <inkml:trace contextRef="#ctx0" brushRef="#br0" timeOffset="9979.39">4615 15801 0,'0'0'0,"0"-40"31,40 40-31,-40-40 15,40 40 1,40-40 0,0-1-1,-40 41 1,1 0 15,-41 41-15,0-1-1,0 0-15,-41 40 32,-79 0-17,40 0 1,40-39 0,0-1-16,-1 0 31,41 0-16,41-40 1,-1 40-16,0-40 31,0 0-31,0 0 16,40 0 0,1-80-1,-41 40 16,-40 0-15,0-1 0,-81-39-1,41 80 1,-80-80 0,0 40-1,79 0 1,1 0 15,40 0-15,81 40-1,-1 0 1,80-41 15,-120 41-31</inkml:trace>
  <inkml:trace contextRef="#ctx0" brushRef="#br0" timeOffset="11909.35">6179 15440 0,'-40'0'0,"40"-40"0,0 80 78,0 0-78,0 0 16,0 0-16,0 0 0,0 0 0,0 1 16,0-1-16,0 0 0,-40 0 0,40 0 15,0 0-15,0 0 16,0 0-16,0 0 15</inkml:trace>
  <inkml:trace contextRef="#ctx0" brushRef="#br0" timeOffset="12339.27">6380 15681 0,'0'0'0,"0"-81"16,80 1 0,41 40 15,-41 40-15,-40 0-16,0 80 31,-40 0-31,0-39 15,-80 79 1,-40-40 0,79-80-1,1 40 1,0-40 0,120-40-1,-39 40 1,39 0-1,40 40 17,-40 40-17,1-80 1,-41 0 0</inkml:trace>
  <inkml:trace contextRef="#ctx0" brushRef="#br0" timeOffset="13019.23">7504 15520 0,'40'-40'15,"-40"0"1,-40 40 0,0 0-16,-1 0 15,1 0 1,0 0-16,40 40 16,-40-40-16,0 0 0,0 0 31,0 0 94,40 40-125,0 0 31,0 0-15,0 0-16,0 1 15,0-1-15,0 0 16,0 0-16,0 0 16,0 0-16,40-40 31,0 0-31,0 0 15,0 0 1,0 0-16,0 0 16,-40 40-1,0 0 1,-40-40-16,40 40 16,-40-40-16,40 41 0,-40-41 15,0 0-15,0 0 0,0 0 16,-1 0-16,1 40 15,0-40-15,0 0 0,0 0 0,0-40 16</inkml:trace>
  <inkml:trace contextRef="#ctx0" brushRef="#br0" timeOffset="14459.12">7704 13555 0,'-40'0'16,"80"0"-16,-80 40 15,80-40 48,0 0-48,1 0-15,-1 0 16,0 0-16,0 0 0,0-40 16,0 40-16,0 0 15,0 0-15,1 0 16,-1 0-16,0 0 15,-40 40 17,0 0-32,0 0 15,0 0-15,0 1 16,0-1-16,0 0 0,0 0 16,0 0-16,0 0 0,40-40 0,-40 40 15,0 0-15,0 0 16,0 0-16,0 1 0,0-1 0,0 0 15,0 0-15,0 0 16,0 0-16,0 0 0,-40 0 0,40 0 16,0 1-16,0-1 15,0 0-15,0 0 0,0 0 0,0 0 16,0 0-16,0 0 0,40 0 0,-40 0 16,0 1-16,0-1 0,0 0 15,0 0-15,0 0 0,0 0 0,0 0 16,0 0-1,0 0-15,0 1 0,0-1 16,0 0-16,0 0 16,0 0-16,0 0 0,0 0 15,-40 0 1,40 0-16,0 0 0,-40-40 16,40 41-16,0-1 0,0 0 15,-40-40-15,40 40 16,0 0-16,0 0 0,0 0 15,0 0 1,0 0-16,0 1 16,0-1-1,0 0-15,-41-40 16,41 40-16,0 0 31,0 0-15,0 0-1,0 0 17,0 0-32,-40-40 15,40 40 1,0-80 46,-40 40-46,0 0-16,0 0 16,0 0-1,0 0-15,0 0 0,-1 0 0,1 0 16,0 0-16,0 0 0,0 0 0</inkml:trace>
  <inkml:trace contextRef="#ctx0" brushRef="#br0" timeOffset="15549.08">8306 16563 0,'-40'0'15,"80"0"32,0 0-31,41 0-16,-41 0 16,0 0-1,0 0-15,0 0 0,0 0 0,0 0 16,0 0-16,1 0 0,-1 0 15,0 0-15,0 40 0,40-40 0,-40 40 0,41-40 16,-1 40-16,-40-40 16,40 40-16,0-40 0,1 0 0,-1 0 0,0 40 15,0-40-15,1 0 0,-1 0 16,-40 0-16,40 0 0,1 0 0,-41 0 0,40 0 16,0 0-16,-40 0 0,41 0 0,-41 0 0,40 0 15,-40 0-15,0 0 16,40 0-16,-39 0 0,-1 0 0,0 41 0,0-41 15,0 0-15,0 0 0,0 0 16,1 0-16,-1 0 0,0 40 0,0-40 16,0 0-1,0 0-15,0 0 0,0 0 16,1 0-16,-1 0 16,-40-40 30,-40 40-30,40-41 15,-41 41-31</inkml:trace>
  <inkml:trace contextRef="#ctx0" brushRef="#br0" timeOffset="15799.12">11075 16603 0,'-80'0'31,"160"0"-31,-200-40 16,79 40-1,122 40 1,-41 40-16,0-80 0,0 40 16,0-40-16,0 0 15,0 40-15,1 1 0,-1-1 0,0 0 16,-80-40 15,-41 0-15,41 0-16,0 40 0,0-40 0,0 0 15,0 0-15</inkml:trace>
  <inkml:trace contextRef="#ctx0" brushRef="#br0" timeOffset="16519">13603 10948 0,'-40'0'0,"40"-40"31,0 0-15,-40 40 15,40 40 0,-41-40-15</inkml:trace>
  <inkml:trace contextRef="#ctx0" brushRef="#br0" timeOffset="19408.84">20826 10467 0,'0'-40'47,"-41"80"16,41 0-32</inkml:trace>
  <inkml:trace contextRef="#ctx0" brushRef="#br0" timeOffset="20018.8">20705 10868 0,'-40'40'15,"80"-80"-15,-80 160 16,40-80-16,0 0 16,80 41 15,-40-1-16,-40-40 1,0 0-16,-80 0 0,80 0 0,0 0 16,-80 41-1,40-1 1,40-40-16,0 0 16,-40-40-16,0 80 15,40 0 16,0-39-15,40-1 0,0 0-1,-40 0 1,0 0 0,0 0 15,0 0-16,0 0 1,0 0 0,40-40 15,-40 41-31,0-1 31,0 0-15,-40-40-16,0 40 15</inkml:trace>
  <inkml:trace contextRef="#ctx0" brushRef="#br0" timeOffset="21028.73">20384 12793 0,'0'-40'62,"-40"40"-46,0 0-1,0 40 1,0-40 0,0 40-16,-1-40 15,1 0 1,40 40 109,0 0-109,-40-40-16,40 40 15,0 1-15,0-1 16,0 0-1,0 0-15,0 0 32,0 0 15,40-40-47,0 0 15,1 40 1,-1-40-16,0 0 15,-40 40 1,0 0-16,0 0 31,0 1-31,-40-41 16,0 40-16,-1-40 0,1 40 16,0-40-1,0 0-15,0 40 0,0-40 31</inkml:trace>
  <inkml:trace contextRef="#ctx0" brushRef="#br0" timeOffset="21338.71">20625 13154 0,'40'0'0,"-80"0"0,80 40 47,-40 0-47,0 0 0,0 0 31,0 0-31,-40-40 16,0 0-1,40-40 1,-40 40 0,40-40-16,-40 0 0,40 0 15,0 0 1,40 40 0,-40-40-16,40 40 0,-40-40 0,40 0 0</inkml:trace>
  <inkml:trace contextRef="#ctx0" brushRef="#br0" timeOffset="22148.68">22591 8983 0,'0'-40'0,"0"0"32,-40 40-32,40 40 47,40-40-47,-40 40 31,0 0-31,0 0 15,-40 0 1,40 0-16</inkml:trace>
  <inkml:trace contextRef="#ctx0" brushRef="#br0" timeOffset="22358.69">22431 9785 0,'0'40'16,"0"-80"-16,-40 120 16,40-40-16,0 1 15,40 39 17,-40-40-32,0 40 15</inkml:trace>
  <inkml:trace contextRef="#ctx0" brushRef="#br0" timeOffset="22528.67">22471 10667 0,'-40'81'16,"0"-81"-16,40 40 15,0 0-15,-41 0 31,41 0-31</inkml:trace>
  <inkml:trace contextRef="#ctx0" brushRef="#br0" timeOffset="22678.64">22431 11389 0,'-40'40'0,"80"-80"0,-80 121 15,-1-41-15,41 0 16,0 0 0</inkml:trace>
  <inkml:trace contextRef="#ctx0" brushRef="#br0" timeOffset="22828.62">22310 11951 0,'0'0'0,"-40"40"16,0 0-1</inkml:trace>
  <inkml:trace contextRef="#ctx0" brushRef="#br0" timeOffset="23298.62">21869 12793 0,'0'-40'0,"0"80"63,0 0-48,0 0-15,0 0 16,0 0-16,0 1 15,0-1-15,0 0 0,-40-40 16,40 40-16,0 0 16,0 0-16,-40-40 0,40 40 15</inkml:trace>
  <inkml:trace contextRef="#ctx0" brushRef="#br0" timeOffset="23698.59">22110 12994 0,'0'0'0,"80"-41"16,-40 41 15,40 41-15,-80-1-1,40 0 1,-40 0 0,-40-40-16,0 40 15,0-40-15,0 0 32,40-40-32,-40 0 31,40-40-16,40 39 1,0 41 0,-40-40-16,40 40 15,0 0-15</inkml:trace>
  <inkml:trace contextRef="#ctx0" brushRef="#br0" timeOffset="24138.56">22591 12873 0,'40'0'63,"0"0"-47,-40 40-1,0 0 1,-40 1-1,0-41 1,40 40 0,-40-40-16,0 40 0,0-40 15,0 0-15,0 0 16,-1 0 0,41-40-16,0 0 31,0-1-31,0 1 0,41 40 0,-41-40 0,0 0 15,40 0-15,-40 0 16</inkml:trace>
  <inkml:trace contextRef="#ctx0" brushRef="#br0" timeOffset="24978.56">20625 7940 0,'0'0'0,"-40"0"32</inkml:trace>
  <inkml:trace contextRef="#ctx0" brushRef="#br0" timeOffset="25178.5">20344 7940 0,'-40'0'16,"0"0"-16,0 0 15,0 0 1,40 40 0</inkml:trace>
  <inkml:trace contextRef="#ctx0" brushRef="#br0" timeOffset="25338.49">19943 7940 0,'0'0'0,"-40"0"15,0 0 1,-1 0 0,1 0-16</inkml:trace>
  <inkml:trace contextRef="#ctx0" brushRef="#br0" timeOffset="25508.48">19020 7940 0,'0'0'15,"-40"0"-15</inkml:trace>
  <inkml:trace contextRef="#ctx0" brushRef="#br0" timeOffset="25778.46">18779 7940 0,'-40'0'31,"0"0"-15,0 0 31</inkml:trace>
  <inkml:trace contextRef="#ctx0" brushRef="#br0" timeOffset="27158.38">19140 7499 0,'-40'-40'62,"40"80"1,0 0-47,0 0-1,0 0-15,0 1 16,0-1-1,0 0 1,0-80 47,0-41-48,0 41 1,0 0-16,0 0 0,0 0 0,40 0 15,-40 0 1,0 0-16,0 0 31,40 40-15,1 0 0,-1 0-1,0 0 1,-40 40 31,0 0-47,0 0 15,0 0-15,40-40 16,-40 40-16,0 0 16,40-40-16,-40 40 0,0 0 0,0 1 15,40-41-15,-40 40 16,0 0-16,40-40 0,-40 40 15,40-40 1,-40 40-16,41-40 0,-1 0 16</inkml:trace>
  <inkml:trace contextRef="#ctx0" brushRef="#br0" timeOffset="27468.34">19180 7619 0,'-40'0'0,"0"0"0,0 0 31,80 0 16,0 0-32,0 0-15,1 0 0,-1 0 0,0 0 0,0 0 16,0-40-16,0 40 0,40 0 0,-39 0 0,-1 0 16,40-40-16,-40 40 0,0 0 15</inkml:trace>
  <inkml:trace contextRef="#ctx0" brushRef="#br0" timeOffset="29208.24">12319 17084 0,'0'-40'0,"0"0"0,-40 40 0,40-40 16,0 0 15,40 40-31,-40-40 16</inkml:trace>
  <inkml:trace contextRef="#ctx0" brushRef="#br0" timeOffset="30668.15">12680 6496 0,'0'0'0,"-40"0"16,0 0 15,0 0 0,80 0-15,-40-40-1,40 40 1,0 0 0,0-40-16,0 40 15,0 0-15,-40-40 0,40 40 16,-40-40-16,41 40 15,-1-40-15,-40 0 0,40 40 0,0-40 0,0 40 16,-40-40-16,40 40 0,-40-40 16,40 40-16,0-41 0,1 1 15,-1 0-15,-80 40 94,-1 0-78,41 40-16</inkml:trace>
  <inkml:trace contextRef="#ctx0" brushRef="#br0" timeOffset="31038.15">13041 5775 0,'-40'0'16,"0"0"-16,40-41 16,40 41-1,0 41 1,201-41 15,-81 0-15,-39 0-1,-81 0 1,-40 40 15,0 0-31,-40 40 31,0 40-15,-1-39-16</inkml:trace>
  <inkml:trace contextRef="#ctx0" brushRef="#br0" timeOffset="32328.07">15328 3689 0,'0'40'0,"-40"-40"32,0 0 30,40 40-46,-40 0-16,0-40 0,0 0 15,40 41 1,-40-41-16,-1 0 0,1 40 16,0-40-16,0 0 0,0 40 15,0-40 1,0 0-16,0 0 16,-1 0-1,41 40 32,0 0-31,0 0-1,0 0-15,0 0 16,0 0-16,0 0 16,0 1-16,0-1 0,0 0 0,0 0 15,0 0-15,0 0 16,0 0-16,0 0 0,0 0 0,0 1 15,0-1-15,0 0 0,41 0 16,-41 0-16,40 0 0,-40 0 0,0 0 16,0 0-16,0 0 0,0 1 0,0-1 15,0 40-15,0-40 16,40 0-16,-40 0 0,0 0 0,0 0 0,0 1 16,40-1-16,-40 0 15,40 0-15,-40 0 0,40 0 0,-40 0 16,0 0-1,40-40-15,-40 40 0,0 0 32,40-40 155,1 0-187,-1 0 16,0 0-1,0 0-15,0 0 0,0 0 0,0 0 16,0 0 0,1 0-16,-41 41 0,40-41 0,0 0 15,0 0 1,-40-41 0</inkml:trace>
  <inkml:trace contextRef="#ctx0" brushRef="#br0" timeOffset="33607.97">17736 3288 0,'0'-40'62,"40"40"-62,0 0 0,40 0 16,-80-40-16,40 40 0,1 0 15,-1 0 1,0-40-16,0 40 62,-40 40-46,0 0 0,40 0-16,-40 0 0,0 0 15,0 0-15,0 0 0,0 1 16,0-1-16,0 0 16,0 0-16,0 0 0,0 0 0,0 0 15,0 0-15,0 0 16,-40 1-16,40-1 0,0 0 0,0 0 15,0 0-15,0 0 16,0 0-16,0 0 0,0 0 16,0 0-16,0 1 0,0-1 0,0 0 15,0 0-15,0 0 16,0 0-16,0 0 0,0 0 16,0 0-1,0 1-15,0-1 16,0 0-16,0 0 15,0 0-15,0 0 16,40 0 0,0 0-16,-40 0 15,0 0-15,0 1 16,0-1 0,40-40 15,-40 40-31,0 0 47,-40-40-32,0 0 1,0 0 46,0 0-46,0 0 0,40 40-16,-40-40 0,-1 40 15,1-40-15,0 0 16,0 0 0,0 0-16,0 0 0,0 0 0,0 0 0,-1 0 15,1 0-15</inkml:trace>
  <inkml:trace contextRef="#ctx0" brushRef="#br0" timeOffset="36687.81">15328 4050 0,'40'0'281,"-40"-40"-265,41 40 156,-41-40 156</inkml:trace>
  <inkml:trace contextRef="#ctx0" brushRef="#br0" timeOffset="41037.55">3491 13916 0,'0'0'0,"40"0"31,-40-40-15,40 40-16,-40 40 125,-40-40-125,40 40 31,-40-40 32,0 0-63,40 40 0,-40-40 31,40 40-31,0 0 31,-40-40-15,40 40-16,0 1 31,-41-41-31,41 40 141,0 0-126,0 0 1,0 0 0,0 0-16,0 0 47,0 0-32,0 0 16,0 1 1,0-1-1,0 0 0,41-40 32,-1 0 155,-40 40-202,40-40 0,-40 40-1,40-40 1,-40 40 0,0 0-1,0 0 1,0 0-1,0 0-15,0 1 32,0-1-1,-40-40-15,40 40-16,-40-40 15,40 40 1,-40-40-16,40 40 31,-41-40-31,1 40 16,40 0 15,-40-40-15,0 0 30,0 0-30,0 0 15,40 40-15,-40-40 0,0 0 46,40-40-62,0 0 16,-41 40-16,41-40 31,41 40 141,-1 0-157,0 0 17,0 0-17,0 0 1,-40-40 15,40 40-31,0 0 31,0 0 1,-40-40-32,41 0 31,-41 0-15,40 40-1,-40-41 1,0 1 15,0 0 32,0 0-17,-40 40-46,40-40 47,-41 40-15,1 0 14,40-40-46,-40 40 32,40-40-17,-40 40 32,40-40 47,-40 40-78,0 0 15,40-40 0,0 0-15,0-1-1,0 1 1,40 40-16,-40-40 31,40 0 0,-40 0 16,40 40-47,-40-40 32,40 40-17,-40-40 1,0 0-16,40 40 15,-40-40 1,41 40 0,-41-41 15,40 41-15,-40-40-1,40 40-15,-40-40 0,40 40 31,-40-40-31,40 40 16,-40-40 0,40 40-16,0-40 15,1 40 17,-41-40 46,0 80 15,-41-40-77,1 0 0</inkml:trace>
  <inkml:trace contextRef="#ctx0" brushRef="#br0" timeOffset="43117.41">15449 3890 0,'40'0'16,"-40"40"15,-40 0 79,0-40-95,40 40-15,0 0 16,0 0-1,-41-40 1,41 40-16,0 0 31,-40-40-31,40 40 0,0 1 16,0-1-16,-40 0 16,40 0-16,0 0 15,0 0 1,0 0-16,0-80 62,0 0-46,0 0-16,40 0 16,-40 0-1,0 0-15,0-1 0,40 41 16,-40-40-16,0 0 15,41 40-15,-41-40 0,40 0 16,0 0 0,-40 0 15,40 40-15,-40-40-16,40 40 31,0 0 0,0 0 0,-40 40-15,40-40 0,-40 40-1,0 0 1,41-40-16,-41 40 0,0 0 15,40-40-15,-40 40 0,0 0 0,0 1 16,0-1-16,40 0 0,-40 0 16,0 0-1,0 0-15</inkml:trace>
  <inkml:trace contextRef="#ctx0" brushRef="#br0" timeOffset="43777.36">15409 4291 0,'0'0'0,"-41"0"16,-39 0 15,80 40 32,40-40-32,0 0-31,1 0 16,-1 0-16,0 0 15,0-40-15,0 40 16,0 0-16,0 0 0,0-40 16,1 40-1,-1 0 16,0 0-15,-40-41 234</inkml:trace>
  <inkml:trace contextRef="#ctx0" brushRef="#br0" timeOffset="45207.28">15368 4371 0,'-40'0'15,"40"-40"1,-40 40 0,80 0 15,-80 0 16,40 40 46,0 0-77,0 0 15,0 0-15,0 0 31,-40-40-47,40 40 15,-40-40-15,40 41 16,0-82 31,0 1-31</inkml:trace>
  <inkml:trace contextRef="#ctx0" brushRef="#br0" timeOffset="45517.27">15730 4210 0,'-41'0'0,"41"41"78,0-1-62,0 0-1,41-40-15,-41 40 0</inkml:trace>
  <inkml:trace contextRef="#ctx0" brushRef="#br0" timeOffset="46417.2">17094 3850 0,'-40'0'32,"40"40"15,0 0-47,0 0 15,40 0-15,-40 0 16,0 0-16,0 0 15,0 0 1,0 0-16,0 1 16</inkml:trace>
  <inkml:trace contextRef="#ctx0" brushRef="#br0" timeOffset="47027.18">17094 3970 0,'0'0'0,"-40"-40"0,40 0 16,-40 40-1,40-40-15,0-1 16,0 1 0,0 0-16,40 0 15,0 40 1,0-40-16,0 40 15,0 0-15,0 0 16,0 0-16,1 0 16,-1 0-16,-40 40 0,0 0 31,0 0-31,0 0 16,-40 1-1,40-1-15,-41 0 16,41 0-1,-40-40-15,80 0 94,1 0-78,-1 0-16,0 0 15,0 0 1,-40 40-16,40-40 0,-40 40 16,0 0-16,0 0 15,0 0-15,0 0 16,-40 1-16,40-1 0,-40-40 16,0 40-1,0-40-15,-1 40 0,1-40 16,0 0-16,0 0 15,0 0-15,0 0 0,0-40 16,0 40-16</inkml:trace>
  <inkml:trace contextRef="#ctx0" brushRef="#br0" timeOffset="49727.02">15529 5093 0,'0'-40'0,"0"0"32,0 80 61,40 0-93,-40 0 16,40-40-16,-40 40 16,0 0-16,0 0 15,0 0-15,0 0 16,0 1 0,0-1-16,0 0 31,0-80 16,0 0-32,0-1 1,0 1-16,0 0 16,0 0-16,0 0 15,0 0-15,0 0 0,0 0 0,0 0 16,0-1-16,0 1 15,40 40-15,-40-40 0,0 0 16,40 40-16,-40-40 16,41 40-16,-1 0 15,0 0 17,0 0-17,-40 40-15,0 0 16,0 0-16,40 0 15,-40 1-15,0-1 16,-40-40 0,40 40-16,-40-40 15,40 40 1,-40-40-16,40 40 31,40-40 16,0 0-31,0 0-1,0 0-15,0 0 0,-40 40 16,40-40-16,1 0 16,-41 40-16,40-40 0,-40 40 15,0 0 1,0 1-1,-40-41-15,-1 0 0,41 40 16,-40-40-16,0 40 16,0-40-16,0 0 0,40 40 0,-40-40 15,0 0 1,0 0-16,-1 0 16</inkml:trace>
  <inkml:trace contextRef="#ctx0" brushRef="#br0" timeOffset="53706.78">17415 4892 0,'-40'0'0,"0"0"15,40-40 1,0 80 62,-41-40 47,41-40 266,41 40-282,-41-40 297,-41 40-203,41 40 626,0 0-814,0 0-15,41 0 16,-41 1-1,0-1-15,0 0 16,0 0 15,0-80 32,0 0-48,0 0-15,-41 40 0,41-41 16,0 1-16,0 0 16,-40 0-16,40 0 0,0 0 15,0 0 1,0 0-16,0 0 31,40 40-31,1 0 16,-1-40-1,0 40 1,0 0 0,0 0-1,0 0-15,-40 40 16,40-40 0,-40 40-1,0 0 1,0 0-1,0 0-15,-40-40 32,40 40-32,-40-40 15,40 40-15,-40-40 16,0 0 15,80 0 0,0 0-15,0 0 0,-40-40-16,40 40 15,0 0-15,1 0 16,-1 0 0,-40 40-16,40 0 15,-40 0 1,0 1-16,-40-41 15,40 40-15,-40 0 0,-1-40 16,41 40-16,-40-40 16,0 0-16,40 40 0,-40-40 0,0 0 0,0 0 15,0 40 1,0-40-16,-1 0 0,1 0 0,0 0 16,0-80-16,0 80 0</inkml:trace>
  <inkml:trace contextRef="#ctx0" brushRef="#br0" timeOffset="58146.49">22391 6015 0,'-41'0'16,"41"40"15,41-40 1,-41 40-17,0-80 16,40 40-15,-40-40-16,40 0 16,-40 0-16,40 0 0,0 0 15,-40 0-15,40 40 0,-40-40 16,40-1-16,-40 1 0,40 40 0,-40-40 0,41 0 16,-1 0-16,-40 0 15,40 0-15,0 40 0,-40-40 0,40 0 0,0 0 16,0-1-16,-40 1 15,40 40-15,-40-40 0,41 40 0,-1 0 16,-40-40-16,40 40 0,-80 0 94,0 0-79,-1 0-15,1 0 16</inkml:trace>
  <inkml:trace contextRef="#ctx0" brushRef="#br0" timeOffset="58516.48">22832 5133 0,'-40'0'0,"80"0"47,0 0-47,0 0 16,0 0 0,0 0-16,1 0 0,-1 0 0,0 0 0,0 0 15,0 0-15,0-40 0,0 0 16,0 40-16,-40-40 15,41 40-15,-1 0 0,-40 40 47,-40 40-47,40-40 16,-41 0-16,41 0 0,0 0 16,-40 0-16,40 1 15,-40-41-15,40 40 0,0 0 0,-40 0 16,40 0-1</inkml:trace>
  <inkml:trace contextRef="#ctx0" brushRef="#br0" timeOffset="60756.34">25761 2446 0,'-40'0'156,"0"0"-109,0 0-31,40 40-1,-40-40-15,0 0 0,-1 0 16,1 0-16,0 40 0,0-40 15,0 0-15,0 0 16,40 40-16,-40-40 0,-1 0 16,41 40 140,0 0-156,0 0 16,0 1-16,0-1 15,41 0-15,-41 0 16,0 0-16,40-40 0,-40 40 0,0 0 15,0 0-15,0 0 16,0 1-16,0-1 0,40 0 0,-40 0 16,0 0-16,0 0 15,0 0-15,0 0 0,0 0 0,0 0 16,0 1-16,0-1 16,0 0-16,0 0 0,0 0 0,40-40 15,-40 40-15,0 0 0,0 0 16,0 0-16,0 1 0,0-1 15,0 0-15,0 0 0,0 0 16,0 0 0,0 0-16,0 0 15,0 0 1,0 0-16,-40 1 31,40-1-31,0 0 16,-40-40-16,40 40 0,0 0 15,0 0 1,0 0 15,0 0 1,0 0 14,40-40 126,0 0-140,0 0-1,0 0-16,-40-40-15,40 40 32,1 0-17,-1 0 1,0 0 0,0 0-1,-40-40 1,40 40-16,-80-40 250,0 40-250</inkml:trace>
  <inkml:trace contextRef="#ctx0" brushRef="#br0" timeOffset="159220.44">26403 2727 0,'0'-41'62,"-40"41"-31,0 0-15,40 41 0,0-1-16,-40-40 0,40 40 15,-40 0-15,40 0 0,0 0 16,-40 0-1,40 0-15,0 0 0,-41 1 16,41-1 0,0 0-16,0-80 62,41 40-62,-41-40 0,0-1 0,0 1 16,40 0-16,-40 0 0,0 0 0,0 0 15,40 0 1,-40 0-16,0 0 0,0-1 0,40 41 16,-40-40-16,0 0 15,0 0-15,40 40 0,-40-40 0,40 0 16,0 0 0,0 40-16,-40-40 15,41 40 16,-1 0-15,0 0 0,0 0-1,0 0 1,-40 40-16,40-40 0,-40 40 16,40-40-1,-40 40-15,0 0 0,0 0 16,0 0-16,0 0 15,0 1-15,0-1 16,0 0-16,0 0 16,0 0-1,0 0-15,0 0 16,40-40-16,-40 40 16,41-40-16</inkml:trace>
  <inkml:trace contextRef="#ctx0" brushRef="#br0" timeOffset="159480.41">26403 2847 0,'0'0'0,"-40"-40"31,80-40-15,81 80-1,-41-41-15,-40 41 0,161 0 32,-161 0-32,0 0 0,0-40 0,40 40 0</inkml:trace>
  <inkml:trace contextRef="#ctx0" brushRef="#br0" timeOffset="160970.32">6701 14959 0,'0'0'0,"0"40"16,0-80 46,-40 40-46,0 0 0,0 0 15,40 40-31,40-40 78,0 0-78,0 0 16,0 0-16,0 0 15,0 0-15,1 0 0,-1 0 16,0 0-16,0 0 16,0-40-16,0 40 0,0 0 15</inkml:trace>
  <inkml:trace contextRef="#ctx0" brushRef="#br0" timeOffset="164790.07">28570 2406 0,'-40'0'0,"40"-40"16,40 40 30,0 0-46,0 0 16,0 0 0,0 0-16,1 0 0,-1 0 15,0 0-15,0 0 0,0 0 16,0 0-16,0 0 0,-40 40 16,0 0-16,0 0 0,0 0 15,0 0 1,-40-40-16,40 40 0,-40 0 0,-40 0 15,40-40-15,40 41 0,-40-41 16,-1 40-16,1-40 0,0 0 0,40 40 0,-40-40 16,0 40-1,0-40-15,80 0 47,0 0-47,0 0 0,0 0 16,0 0-16,1 0 15,-1 0-15,0 0 0,0 0 0,0 0 0,0 0 16,0 0-16,1 0 0,-1 0 16,0 0-16,0 0 0,0 0 0</inkml:trace>
  <inkml:trace contextRef="#ctx0" brushRef="#br0" timeOffset="165190.04">29814 2326 0,'-40'0'46,"0"40"-30,40 0 0,-40 0-1,40 0 1,40 0-16,-40 0 16,40-40-16,-40 40 0,40-40 15,-40 40-15,0 0 16,40-40-16,-40 41 0,0-1 15,0 0-15,0 0 16,-40 0-16,0 0 16,0-40-1,40 40-15,-40-40 0,-1 0 0</inkml:trace>
  <inkml:trace contextRef="#ctx0" brushRef="#br0" timeOffset="165350.07">29854 2285 0,'0'-40'16,"0"80"-16,201-200 15,-161 160-15,201 0 16,-161 0 0,0 0-16</inkml:trace>
  <inkml:trace contextRef="#ctx0" brushRef="#br0" timeOffset="166260.01">20264 12994 0,'0'40'16,"0"-80"-16,0 120 15,-40-80 110,40-40-125</inkml:trace>
  <inkml:trace contextRef="#ctx0" brushRef="#br0" timeOffset="167029.96">18659 12953 0,'40'0'16,"-80"0"62,40-40 235</inkml:trace>
  <inkml:trace contextRef="#ctx0" brushRef="#br0" timeOffset="168195.95">18980 14638 0,'0'40'31,"40"-40"0,-40-40-15,40 40 0,-40-40-16,40 40 0,-40-40 46,0 0-46,40 40 16,-40-41-16,0 1 16,40 0-16,-40 0 0,41 0 0,-41 0 15,0 0-15,40 40 16,-40-40-16,0 0 0,0-1 16,0 1-16,0 0 0,0 0 15,0 0 1,0 0-16,0 0 0,0 0 15,40 0-15,-40 0 16,0-1-16,0 1 0,0 0 16,40 40-1,-40-40-15,0 0 0,0 0 16,0 0-16,0 0 16,0 0-16,0-1 15,40 41-15,-40-40 0,0 0 16,40 40-1,-40-40 64,-40 40-33,40 40-30,-40 0 0,0 41-16,0-41 0,40 0 15,-40-40-15,40 40 16,-41-40-16,1 0 47,40-40-16,40 0-15,-40 0-1,41-1-15,-1 41 0,0-40 0,0 0 16,0 40-16,-40-40 0,40 40 16,0-40-16,0 0 0,1 40 0,-41-40 15,40 40-15,0 0 16,-40-40-16,40 40 15,-40 80-15,0-40 32,40 0-32,-40 0 0,40 0 31,0-40-31</inkml:trace>
  <inkml:trace contextRef="#ctx0" brushRef="#br0" timeOffset="169125.87">18980 15921 0,'-40'0'31,"0"0"-31,80 40 62,0-40-46,0 40-16,-40 1 16,0-1-16,40 0 15,-40 0-15,0 0 0,0 0 0,0 0 0,0 0 16,0 0 0,0 0-16,-40-40 15,40 41-15,0-82 31,0 1-31,0 0 0,0 0 0,0 0 16,0 0-16,0 0 16,0 0-16,80 0 0,-80 0 0,40-1 15,-40 1-15,40 0 0,1 0 16,-41 0-16,40 40 0,0 0 31,0 0-31,0 0 16,0 0-1,-40 40 1,40-40-16,-40 80 0,0-40 16,0 1-16,0-1 15,0 0-15,0 0 0,0 0 0,0 0 0,0 0 16,0 0-16,0 0 16,0 0-1,81-40 1,-81-80-16</inkml:trace>
  <inkml:trace contextRef="#ctx0" brushRef="#br0" timeOffset="169465.87">19822 15921 0,'41'0'31,"-82"0"-31,122 0 16,-41 0-16,40 40 15,-40 0 1,40 81 0,-80-41-1,-80-40 1,0 0 0,-81 0-1,41-120 1,80 80-1,40-120 1,40-1 0,0 121-1,40-80 1,-39 80 0</inkml:trace>
  <inkml:trace contextRef="#ctx0" brushRef="#br0" timeOffset="169896.4">20866 15560 0,'0'40'15,"-40"-40"32,40 40-31,-41-40-16,1 41 15,0-41 1,40 40-16,0 0 0,-40-40 16,40 40-16,0 0 15,-40 0-15,40 0 0,0 0 0,0 0 0,0 1 16,0-1 0,40 0-16,0 0 0,0 0 15,0-40-15,1 40 0,-1-40 16,0 40-16,0-40 0,0 0 15,0 0-15,0 0 0,-40-40 0,40 40 16</inkml:trace>
  <inkml:trace contextRef="#ctx0" brushRef="#br0" timeOffset="170341.39">21187 15560 0,'0'0'15,"-40"0"1,-1 0 0,82 40-1,79 121 17,-120-81-32,40 80 15,-40-79 1,0-41-1,0-80 17,40 40-17,-40-40-15,40-1 0,0 1 16,-40 0-16,41 40 0,-41-40 0,40 40 16,0-40-16,0 40 0,0 0 31,0 0-31,0 0 15,-40 40-15,0 0 0,0 0 16,0 0 0,0 1-16,0-1 0,0 0 0,0 0 15,0 0 1,0 0-16,0 0 0,0 0 16,40-40-1</inkml:trace>
  <inkml:trace contextRef="#ctx0" brushRef="#br0" timeOffset="170771.36">22190 15881 0,'-40'0'16,"80"0"-16,-160 0 16,79 0-16,-39 0 31,80 80-16,0 1-15,40 39 32,0-40-17,1-40 1,-1-40 0,0-120-1,-40-41 1,0 81 15,0 40-15,0 80-1,40-40-15,-40 161 32,40-41-17,-40-40 1,40 40-1</inkml:trace>
  <inkml:trace contextRef="#ctx0" brushRef="#br0" timeOffset="171861.31">22431 15961 0,'0'0'16,"40"0"-1,0 40 1,0 81 15,-40-81-31,0 40 32,0-120-1,0 0-31,40-80 15,40 39 17,-39 81-32,-1 40 31,40 1-15,-40 79-1,0-120 1,81 40-1,-41-80 1,-40 40 0,40-120-1,-40 39 17,-40 41-17,-40 80 1,40 81-1,0-81 17,0-80-17,0 0 1,0-1 15,0 122-15,40-41-1,0 120 1,1 1 0,-1 79-1,-80 81 17,40-241-32,-121 81 31,81-121-31,-80 0 15,80-241 17,80-39-17,0 160 1,80-81 0,-40 121-1,81-40 1,-41 0-1,41-41 1,-121 81-16,0 0 31,-40-40-15,-40 80 0,0 40 15,-40 160-16,80-39 1,40-161 0,120 40-1,-80-40 1,81-40 0,-121 0-1,0-81-15</inkml:trace>
  <inkml:trace contextRef="#ctx0" brushRef="#br0" timeOffset="173011.23">22431 13114 0,'0'-40'16,"80"40"62,-80-40-78,40 40 15</inkml:trace>
  <inkml:trace contextRef="#ctx0" brushRef="#br0" timeOffset="174141.16">22952 13635 0,'0'0'16,"-40"0"0,0 0 31,80 40 187,0-40-218,0 0-1,1 0-15,-1 0 16,0 0-16,0 0 0,0 0 0,0 0 15,0 0-15,0 0 16,1 0-16,-1 0 0,0 0 0,0 0 16,0 0-16,0 0 0,0 0 15,0 0-15,1 0 0,-1 0 0,0 0 16,0 0 0,0 0-16,0 0 0,0 0 0,0 0 0,41 0 15,-41 0-15,0 0 0,0 0 16,0 0-16,0 0 0,0 0 0,1 0 0,-1 0 15,0-40-15,0 40 0,0 0 16,0 0 0,0 0-1,0 0 1</inkml:trace>
  <inkml:trace contextRef="#ctx0" brushRef="#br0" timeOffset="174501.16">24437 13435 0,'-40'0'15,"80"0"-15,0 0 32,0 0-17,40 40 1,41 0-1,-81 0 1,-40 0 15,-161 40-15,41 1 0,40-41 15,40-40-31</inkml:trace>
  <inkml:trace contextRef="#ctx0" brushRef="#br0" timeOffset="175001.13">22992 13635 0,'41'0'0,"-1"-40"31,-40 80 16,-40-40-16,40 40-31,-41-40 0,41 40 16,-40-40-16,0 41 15,0-41-15,0 0 0,0 0 16,40 40-16,-40-40 0,0 40 15,-1-40 1,41 40-16,-40-40 31,121 0 1,-41 0-32,0 0 15,0 0 1,0 0-16,0 0 15</inkml:trace>
  <inkml:trace contextRef="#ctx0" brushRef="#br0" timeOffset="176011.07">23634 14678 0,'-40'0'0,"80"0"63,1 40-48,-1 0 1,0-40-16,-40 40 0,0 0 0,40 0 0,0 1 15,-40-1-15,0 0 16,-80-40 0,40 0-1,40-40-15,0 0 16,-40-41-16,40 41 0,0-40 16,40 40-1,0 0-15,0 40 16,0 0-16,0 0 0,0 0 15,-40 40 1,40-40-16,-40 40 0,41-40 0,-1 40 16,-40 0-1,0 0-15,40-40 0,-40 40 0,0 1 16,40-1 0,-40 0-16,0 0 0,40 0 15,0-40 1,0 0-1,0 0-15,-40-40 0</inkml:trace>
  <inkml:trace contextRef="#ctx0" brushRef="#br0" timeOffset="176311.05">24477 14718 0,'40'-40'16,"-80"80"-16,160-120 31,-79 80-31,-1 40 15,0 0 1,0 40 0,-40 0-1,-80-39 1,-41-1 0,41-80 15,80-41-31,0-39 15,40 80 1,40 0 0,-80 0-16</inkml:trace>
  <inkml:trace contextRef="#ctx0" brushRef="#br0" timeOffset="176731.03">25601 14518 0,'-81'0'16,"1"40"-16,-40 0 31,-41 40-15,161-40-16,-40 120 31,120-79-31,81-1 31,-1-80-15,1-40 0,-121 0-16</inkml:trace>
  <inkml:trace contextRef="#ctx0" brushRef="#br0" timeOffset="177111">25962 14357 0,'-40'0'0,"80"0"0,-120 0 16,39 40-1,41 0 1,0 41-16,81 39 31,-1 40-15,-80-80-1,0-39 1,0-82 15,0 1-15,80-40-16,41-40 15,-41 120 17,-40 0-32,40 40 31,-40 0-15,0 0-1,-40 0-15</inkml:trace>
  <inkml:trace contextRef="#ctx0" brushRef="#br0" timeOffset="177530.98">26804 14477 0,'-80'0'31,"40"0"-31,0 0 0,-40 81 15,40-41 1,80 0 0,80 40 15,-80-40-15,0-40-1,-40-40 1,0-40 15,0 40-31,0 80 47,0 0-31,0 0-16,40 0 15,1 0-15,-41 0 16,0 0-16,0 1 15</inkml:trace>
  <inkml:trace contextRef="#ctx0" brushRef="#br0" timeOffset="178450.94">27085 14477 0,'-40'81'31,"40"-41"0,40 0-31,-40 0 16,0 0 0,40-40-16,-40-40 31,41 0-16,-1 0-15,0 40 16,0 0-16,0 0 16,0 0 15,-40 40-31,40 0 16,-40 0-16,40-40 15,1 0-15,-1 0 16,-40-40-16,40 0 15,0 40 1,-40-40-16,0 0 0,40 40 0,-40-40 16,0-1-1,0 1-15,0 80 32,0 1-17,0-1 1,0-80-1,-40-1 1,40 1 0,40 40-1,0 0 1,-40 40 0,0 1-1,0-1-15,0 0 0,40 0 0,-40 40 16,0-40-16,0 0 0,0 0 0,0 0 0,0 1 15,-40-1-15,40 0 0,-40 0 16,40 0-16,-40 0 0,0 0 0,40 0 0,-40 0 16,0-40-16,-1 41 15,1-1-15,0-40 0,40-81 16,0 41 0,40-40-16,-40 40 0,40 0 0,-40-40 15,81 40-15,-41-41 16,0 41-16,0 0 0,0 0 0,0 0 0,0 0 15,1 0-15,-1 0 0,0 40 0,0-40 0,-40-1 16,40 41-16,0-40 0,0 40 16,-40-40-16,40 40 0,1-40 0,-41 0 15,40 40-15,-40-40 16,0 0-16,-40 40 31,-1 80-31,41-40 0,-40 0 0,40 0 16,-40 0-16,40 1 0,-40-1 0,40 0 0,0 0 15,0 0 1,0 0-16,40 0 0,0 0 0,41-40 16,-41 0-16,0 0 15,0 0-15,0-40 0,0 40 0,0-80 0,0 80 16,-40-40-16,41 0 16</inkml:trace>
  <inkml:trace contextRef="#ctx0" brushRef="#br0" timeOffset="182140.7">26042 4010 0,'-40'0'31,"80"0"63,0 0-94,-40-40 0,40 40 16,0 0-16,1 0 15,-41-40-15,40 40 0,0 0 16,0 0-16,0 0 16,-40 40-16,40 0 15,-40 0 1,0 0 15,0 0-31,-40-40 0,40 40 16,-40-40-16,40 40 31,-40-40-31,80 0 63,0 0-63,0 0 0,0 0 15,0 0-15,1 0 0,-1 0 16,0 41-1,-40-1 1,0 0 0,-40-40-16,40 40 0,-40-40 0,-1 40 15,1-40 1,0 40-16,0-40 0,0 0 0,0 0 16,0 0-1,0 0-15,-1 0 16,41-40-16,0 0 15</inkml:trace>
  <inkml:trace contextRef="#ctx0" brushRef="#br0" timeOffset="182760.66">27366 3769 0,'0'0'0,"40"-40"15,-40 80 17,40 0-17,1 1-15,-41-1 16,0 0-1,0 0 1,0 0-16,-81 40 16,41-40-16,0 0 15,40 0-15,-40 1 16,40-1-16,-40 0 16,0 40-1,40-40 16,0 0-31,40-40 32,0 0-32,0 0 0,0 0 0,0-40 31,0 0-31,1-40 31,-41 40-31,-121 0 16,81-1-1,40 1-15,-80 0 16,0-40-16,80 40 31,0 0-31,0 0 0,0 0 0,0 0 16,40-81 0,0 121-16,0 0 15,0 0-15,0 0 16,0 80-1</inkml:trace>
  <inkml:trace contextRef="#ctx0" brushRef="#br0" timeOffset="185310.49">29052 3890 0,'0'0'0,"0"-40"31,0-1-15,0 82 46,0-1-62,0 0 16,0 0-1,0 0-15,0 0 0,0 0 16,0 0-16,0 0 16,0 0-16,40-40 0,-40 41 0,0-1 0,0 0 15,40-40 1</inkml:trace>
  <inkml:trace contextRef="#ctx0" brushRef="#br0" timeOffset="185680.49">29332 3970 0,'41'-40'16,"-82"80"-16,122-120 16,-41 80-16,0 0 15,40 40 1,-40 40-1,-40-40-15,-40 80 32,0-80-32,0 1 15,40-1-15,-40-40 16,40-40 15,40 40-31,-40-41 0,40 41 0,0 0 16,0 0-16,0 0 15,1 0-15,-1 41 16,0-1-16,0-40 0,0 40 0,0 0 16,0-40-1,0 40-15,1-40 0</inkml:trace>
  <inkml:trace contextRef="#ctx0" brushRef="#br0" timeOffset="185970.47">30496 3850 0,'0'0'15,"-80"0"1,40 40 15,40 0-31,40 40 16,40 0-1,-40 0 1,0 1 0,-40-41-16,-120 40 15,120-40-15,-120 0 32,79-40-32,1 0 0</inkml:trace>
  <inkml:trace contextRef="#ctx0" brushRef="#br0" timeOffset="186090.44">30576 3890 0,'40'-40'0,"-80"80"0,80-161 15,1 121-15,-41-40 0,80 0 16,-80 0-16,160 0 16</inkml:trace>
  <inkml:trace contextRef="#ctx0" brushRef="#br0" timeOffset="186990.41">31339 1804 0,'40'0'0,"0"0"16,0 0 0,0-40-16,0 40 0,0-40 15,1 40-15,-1 0 0,0-40 0,0 40 16,-40-40-1,40 40-15,-40 40 47,-40-40-47,40 40 0,0 0 16,0 0-16,0 0 16,0 0-1,0 0-15,40-40 0,-40 41 0,0-1 0,40 0 16,-40 0-16,0 0 0,0 0 0,0 0 15,0 0-15,0 0 0,0 1 16,0-1-16,0 0 0,-40 40 0,40-40 0,0 40 16,-40-40-16,40 41 15,0-41-15,0 0 0,0 40 0,0-40 0,-40 40 16,40-40-16,0 41 0,0-41 16,0 40-16,-40 0 0,40-40 0,0 0 0,0 41 15,0-41-15,0 0 0,-40 0 0,40 0 0,0 40 16,0-40-16,0 0 15,-41 1-15,41-1 0,0 0 0,0 0 0,-40 0 16,40 0-16,0 0 16,0 0-16,-40 0 0,40 0 0,0 1 0,-40-1 15,40 0 1,0 0-16,-40-40 0,40 40 16,-40 0-1,40-80 48,-40 40-16,0 0-47,-1 0 15,1 80-15,-40-80 0,40 0 0,-40 0 0,-1 40 16,41-40-16</inkml:trace>
</inkml:ink>
</file>

<file path=ppt/ink/ink5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5T07:25:58.075"/>
    </inkml:context>
    <inkml:brush xml:id="br0">
      <inkml:brushProperty name="width" value="0.05292" units="cm"/>
      <inkml:brushProperty name="height" value="0.05292" units="cm"/>
      <inkml:brushProperty name="color" value="#FF0000"/>
    </inkml:brush>
  </inkml:definitions>
  <inkml:trace contextRef="#ctx0" brushRef="#br0">18779 1042 0,'0'-40'15,"-40"40"1,0 0 0,0 0-1,0 40 17,40 0-32,-40-40 0,40 40 15,-41-40-15,41 40 0,-40 1 16,0-41-1,40 40-15,-40-40 0,40 40 32,-40-40-32,40 40 31,0 0-15,-40 0-1,40 0-15,0 0 0,0 0 16,0 1-16,-40-41 0,40 40 0,0 0 0,0 0 15,0 0-15,-40 0 16,40 0-16,0 0 0,0 0 0,0 0 16,0 1-1,0-1-15,0 0 0,0 0 0,0 0 0,0 0 16,0 0-16,0 0 0,0 0 16,0 1-16,0-1 0,0 0 0,0 0 15,0 0-15,0 0 0,0 0 0,0 0 16,0 0-16,0 0 15,0 1-15,0-1 0,0 0 0,-41-40 0,41 40 16,-40 0-16,40 0 0,0 0 16,-40 0-16,40 0 0,0 1 0,0-1 0,-40 0 15,40 0-15,0 0 16,0 0-16,0 0 0,-40 0 0,40 0 16,0 0-16,0 1 0,0-1 15,0 0-15,0 0 0,0 0 0,0 0 16,0 0-16,0 0 0,0 0 0,0 1 15,0-1 1,0 0-16,0 0 0,-40 0 16,40 0-16,0 0 15,0 0-15,-40-40 0,40 40 16,0 0 0,0 1-16,-41-41 0,41 40 0,0 0 15,0 0-15,0 0 0,0 0 16,0 0-1,0 0-15,-40 0 0,40 1 16,0-1 0,0 0-1,40-40 32,1 0-31,-1 0 15,-40 40-31,40-40 0,0 0 31,-40 40-31,40-40 0,0 0 16,0 40-16,1-40 16,-1 0-16,0 0 0,0 0 15,0-40-15,0 40 0,0-40 16,0 0-1</inkml:trace>
  <inkml:trace contextRef="#ctx0" brushRef="#br0" timeOffset="689.93">19662 1243 0,'0'0'0,"-40"0"32,0 0-17,0 0-15,40 40 16,-41-40-1,41 40-15,0 0 16,0 0 0,0 0-16,0 0 0,0 0 15,0 1 1,41-41-16,-41 40 0,0 0 0,40-40 0,-40 40 16,40 0-16,-40 0 15,40 0-15,0 0 0,-40 0 0,0 0 16,0 1-16,0-1 15,-40-40 1,0 0-16,0 40 0,0-40 0,-1 0 16,1 0-16,0 0 15,40-80-15,-40 80 0,40-41 0,0 1 0,0 0 16,0-40-16</inkml:trace>
  <inkml:trace contextRef="#ctx0" brushRef="#br0" timeOffset="859.92">19742 1002 0,'40'0'15,"0"0"-15,1 0 16,119-40 15,41 0-31</inkml:trace>
  <inkml:trace contextRef="#ctx0" brushRef="#br0" timeOffset="1499.88">22029 1162 0,'0'0'16,"-40"0"0,121 0 15,-41 0-31,0 0 15,0 0-15,0 0 0,0 0 0,0 0 16,0 0-16,1 41 16,-1-41-16,0 0 0,0 0 15,0 0-15,0 0 16,-40 40 15,0 0-15,-40-40-16,40 40 15,-40 0-15,40 0 16,0 0-16,0 0 0,-40 0 0,0 1 16,40-1-16,-40 0 15,40 0-15,-41 0 0,41 0 0,0 0 0,-40 0 16,40 0-16,-40 0 16,40 1-16,0-1 0,0 0 0,-40-40 15,40 40-15,0 0 0</inkml:trace>
  <inkml:trace contextRef="#ctx0" brushRef="#br0" timeOffset="1719.89">21829 1884 0,'0'-40'16,"40"40"0,0-40-16,40 40 15,-40-40-15,1 40 0,39 0 0,-40-40 16,0 40-16,40 0 16,-40 0-16,1 0 0,39 0 0,-40 0 15,0 0-15</inkml:trace>
  <inkml:trace contextRef="#ctx0" brushRef="#br0" timeOffset="2589.84">19381 3208 0,'0'0'15,"-40"0"1,40-40 0,40 0-1,0 0 1,81-1-1,39 1 1,-80 0 0,1 40-1,-41 121 1,-80 39 15,-121 0-15,81-79-1,80-41 1,40-40 15,40 40-15,41 0 0,-81 0-1,-40 0 16,-161 40-15,-39 1 0,39-41 15,81-40-31,40-40 16</inkml:trace>
  <inkml:trace contextRef="#ctx0" brushRef="#br0" timeOffset="3209.78">21307 3368 0,'40'0'31,"0"-40"-15,0 40-16,1 0 16,-1 0-16,0 0 0,0 0 0,0 0 15,0 0-15,0 0 0,0 0 0,-40 40 16,0 0-1,0 0-15,0 1 0,-40-41 16,40 40-16,-40 0 0,0 0 16,40 0-16,-40-40 0,40 40 0,-40-40 15,0 40-15,0-40 16,40 40-16,-41-40 0,1 0 16,40 40-16,40-40 31,1 0-16,-1 0 1,0 0-16,0 0 0,0 0 0,0 0 16,0 0-16,0 0 0,1 0 15,-1 0-15,0 0 0,0 0 0,0 0 16,0 0-16,-40-40 16,40 40-16,1-40 0,-1 0 0</inkml:trace>
  <inkml:trace contextRef="#ctx0" brushRef="#br0" timeOffset="4609.7">23113 842 0,'0'0'15,"40"0"1,40 0 0,-40-40 15,0 40-31,1 0 31,39 40-15,0 0-16,-40 0 31,0 0-15,-40 40-1,0 81 17,-40 39-17,40-120-15,0 161 31,0 0-15,-40-201-16,40 40 16,-40 80-1,40 1 1,-40-1 15,0 41-15,0-41-1,-1 1 1,1-1 15,40-80-31,0 40 32,0 41-17,0-81-15,0 81 31,40-41-15,-40-80 0,0 80-1,0-40 1,0-39 15,0-1-15,0 0-16,0 0 31,0 0 0,0 0-15,-40-40 15,0 0 16,0 0-31,0 0-16,0 0 0,0 0 15,0 0 1,-1 0-16,1 0 0,0 0 0,0 0 0,0 0 16,0 0-16,0 0 15,0 0-15,-41 0 0,41 0 0,0 0 0,-40 0 16,40 0-16</inkml:trace>
  <inkml:trace contextRef="#ctx0" brushRef="#br0" timeOffset="6449.58">24638 2366 0,'0'40'0,"-41"-40"63,82 0 46,-1 0-109,0 0 0,0 0 16,0 0-16,0 0 0,0 0 0,0 0 0,41 0 15,-41 0-15,0-40 0,0 40 16,40 0-16,-40 0 0,1 0 0,-1 0 16,0 0-16,0-40 15,0 40-15</inkml:trace>
  <inkml:trace contextRef="#ctx0" brushRef="#br0" timeOffset="6789.56">24999 2807 0,'0'0'0,"-40"0"16,-1 40-16,1-40 0,80 0 62,41 0-46,-41 0-16,0 0 0,0 0 0,40 0 16,-40 0-16,41 0 0,-41 0 15,0 0-15,0 0 0,0 0 0,0 0 0,1 0 16,-1 0-16,0 0 16,0 0-16,-80 0 46,0 0-46,0 0 16,-1 0 0</inkml:trace>
  <inkml:trace contextRef="#ctx0" brushRef="#br0" timeOffset="8649.45">27125 922 0,'0'40'0,"-40"-40"172,0 0-172,0 0 31,0 0-31,0-40 0,0 40 16,0 0-16,-1 0 15,1 0 1,0 0 15,40 40 47,0 0-62,0 0-16,0 0 16,0 0-16,0 0 0,0 1 0,0-1 15,0 0-15,0 0 16,0 0-16,0 40 0,40-40 0,-40 0 0,0 1 16,0-1-16,0 0 15,0 0-15,0 0 0,0 0 0,0 0 0,0 0 16,0 0-16,0 0 0,0 1 0,40-41 15,-40 40-15,0 0 16,0 0-16,0 0 0,0 0 0,0 0 16,0 0-16,0 0 15,0 1-15,0-1 0,0 0 0,0 0 16,0 0 0,0 0-16,-40-40 0,40 40 0,0 0 15,0 0-15,0 0 0,0 1 16,0-1-16,-40-40 15,40 40-15,0 0 16,0 0 0,0 0-16,0 0 15,0 0-15,0 0 16,-40-40-16,40 41 0,0-1 0,0 0 16,0 0-1,0 0-15,0 0 16,-40 0-16,40 0 0,0 0 15,0 0-15,0 1 16,0-1-16,0 0 31,0 0-15,0 0 0,-40-40-16,40 40 15,0 0-15,0 0 31,0 0-31,0 1 0,-40-41 16,40 40-16,0 0 16,0 0-16,0 0 31,0 0-15,0 0-1,0 0 1,0 0 15,0 0 32,0 1-48,40-1 63,0-40-62,0 0 0,0 0-16,0 0 0,0 0 15,1 0 1,-1 0-16,0 0 15,-40-40-15,40 40 16,-40-41-16</inkml:trace>
  <inkml:trace contextRef="#ctx0" brushRef="#br0" timeOffset="9259.44">20103 2205 0,'40'0'16,"1"0"-1,-1 0 16</inkml:trace>
  <inkml:trace contextRef="#ctx0" brushRef="#br0" timeOffset="10069.36">27607 1243 0,'-40'0'15,"40"40"-15,0 0 110,0 0-95,0 0-15,0 0 0,0 0 16,0 0-16,0 1 0,0-1 15,0 0-15,0 0 0,40-40 0,-40 40 16,0 0-16,0 0 16,0 0-16,0 0 0,0 0 15,40-40 1</inkml:trace>
  <inkml:trace contextRef="#ctx0" brushRef="#br0" timeOffset="10539.35">28329 1403 0,'0'-40'15,"-40"80"16,0-40-31,40 40 16,-40-40 0,40 40-16,0 0 0,-40-40 0,40 41 15,0-1 1,0 0-16,0 0 0,0 0 16,0 0-16,40-40 15,0 0 1,0 0-16,0 0 15,0 0-15,0 0 16,1-80-16,-1 80 16,-40-40-16,0 0 15,0 0-15,0-1 16,-40 41 0,40-40-16,-41 0 15,1 40-15,0 0 16,0 0-1</inkml:trace>
  <inkml:trace contextRef="#ctx0" brushRef="#br0" timeOffset="11039.33">29132 1162 0,'0'0'16,"-40"0"31,40 41-16,0-1-31,0 0 16,0 0-16,0 0 0,0 0 15,0 0-15,0 0 16,0 0-16,0 1 0,0-1 15,0 0-15,0 0 16,0 0-16,0 0 0,0 0 16,0 0-16,0 0 15</inkml:trace>
  <inkml:trace contextRef="#ctx0" brushRef="#br0" timeOffset="11619.3">22511 2245 0,'40'0'0,"-40"40"15,40-40 17,-40-40-32,0 0 31,40 40-31</inkml:trace>
  <inkml:trace contextRef="#ctx0" brushRef="#br0" timeOffset="12559.22">30576 1082 0,'0'40'0,"0"0"125,0 1-125,0-1 15,0 0-15,0 0 0,0 0 0,0 0 0,0 0 16,0 0-16,0 0 0,0 1 15,0-1-15,0 0 0,0 0 0,0 0 16,0 0-16,0 0 16,0 0-16,40-40 15</inkml:trace>
  <inkml:trace contextRef="#ctx0" brushRef="#br0" timeOffset="12929.2">31178 1243 0,'0'40'63,"0"0"-63,0 0 16,0 0-16,0 0 15,0 0-15,0 0 16,0 1-16,0-1 0,0 0 0,0 0 15,40 0 1,-40 0-16,40 0 0,-40 0 16,41-40-16,-1 0 15</inkml:trace>
  <inkml:trace contextRef="#ctx0" brushRef="#br0" timeOffset="13439.19">31981 1243 0,'-40'40'16,"40"0"46,0 0-62,0 0 0,0 0 16,0 0-1,0 0-15,0 1 0,0-1 0,0 0 16,0 0-16,0 0 16,0 0-16,0 0 0,0 0 0,0 0 15,-41-40-15,41 40 16,0 1-16,0-1 16,-40-40-16,40-40 46,0-1 17</inkml:trace>
  <inkml:trace contextRef="#ctx0" brushRef="#br0" timeOffset="14349.13">20103 3729 0,'40'0'94</inkml:trace>
  <inkml:trace contextRef="#ctx0" brushRef="#br0" timeOffset="16379.01">27607 2887 0,'0'-40'16,"0"80"500,-40-40-516,40 40 0,0 0 15,0 0-15,-40-40 16,40 40-16,0 1 0,0-1 0,0 0 0,0 0 15,0 0-15,-40 0 0,40 0 16,0 0-16,0 0 0,0 0 0,40 1 16,-40-1-1,40-40-15,0 0 0,0 0 16,0-40 0,-40-1-1,40 41-15,-40-40 0,40 0 0,-40 0 16,0 0-1,0 0-15,0 0 0,0 0 0,0 0 16,-40 0-16,40-1 16,-40 41-16,40-40 15,-40 40 1</inkml:trace>
  <inkml:trace contextRef="#ctx0" brushRef="#br0" timeOffset="16728.99">28409 2767 0,'0'0'0,"0"-40"15,41 40 17,-41 40-1,0 0-16,40-40-15,-40 40 16,0 0-16,0 0 0,0 0 0,0 0 16,0 0-1,0 1-15,0-1 0,0 0 0,0 0 0,0 0 16,0 0-16,0 0 16,0 0-16,0 0 15</inkml:trace>
  <inkml:trace contextRef="#ctx0" brushRef="#br0" timeOffset="17188.96">29132 2807 0,'0'0'0,"0"40"63,0 0-48,0 0-15,0 0 0,0 0 0,0 0 16,0 1-16,0-1 16,0 0-16,0 40 0,0-40 0,0 0 15,0 0-15,0 0 0,0 0 16,0 1-16,0-1 16,0 0-1,0-80 32,0 0-47,0-1 31,0 1-15</inkml:trace>
  <inkml:trace contextRef="#ctx0" brushRef="#br0" timeOffset="17688.93">21708 3689 0,'0'40'0,"40"-40"15,1 0 1,-1 0-16,0 0 15</inkml:trace>
  <inkml:trace contextRef="#ctx0" brushRef="#br0" timeOffset="20338.75">30657 2727 0,'0'0'0,"40"0"16,-40 40-16,-40-40 141,40 40-126,0 0 1,-41-40-16,41 40 0,0 0 0,0 0 16,-40 0-16,40 0 15,0 1 1,0-1-16,0 0 0,40-40 15,-40 40-15,41-40 16,-1 40-16,0-40 31,0 0-31,0-40 16,-40 0-16,40 0 16,-40 0-1,0-1-15,0 1 0,0 0 16,0 0-16,0 0 15,0 0-15,-40 40 16,40-40 0,-40 40-16</inkml:trace>
  <inkml:trace contextRef="#ctx0" brushRef="#br0" timeOffset="20688.74">31218 2767 0,'0'0'0,"0"-40"16,0 80 78,0 0-79,40 0 1,-40 0-16,0 0 15,0 0-15,0 0 16,0 0-16,0 1 0,0-1 16,0 0-16,0 0 15,0 0-15,0 0 0,0 0 16,41-40-16</inkml:trace>
  <inkml:trace contextRef="#ctx0" brushRef="#br0" timeOffset="21168.72">32021 2807 0,'-40'0'78,"40"40"-78,0 0 0,-40 0 16,40 0-16,-41 0 16,41 0-1,0 1-15,0-1 0,0 0 16,41-40-1,-41 40-15,40-40 16,0 0 0,-40-40-16,40 0 15,-40 0 1,40 40-16,-40-41 0,0 1 0,0 0 16,0 0-16,0 0 31,-40 40-31,40-40 15,-40 40 1,0 0 0</inkml:trace>
  <inkml:trace contextRef="#ctx0" brushRef="#br0" timeOffset="21918.65">27446 2125 0,'0'0'0,"0"40"0</inkml:trace>
  <inkml:trace contextRef="#ctx0" brushRef="#br0" timeOffset="24028.53">26604 5574 0,'0'40'16,"-40"-40"46,0 0-31,-1 0-31,1 0 0,0 0 16,0 0-16,0 0 16,0 0-1,40 40-15,-40-40 16,40 40-1,-40-40-15,-1 40 0,41 1 32,-40-41-32,40 40 15,0 0 1,0 0-16,0 0 16,0 0-16,0 0 0,0 0 0,0 0 0,0 1 15,0-1-15,0 0 0,0 0 16,0 0-16,0 0 0,-40 0 0,40 0 0,0 0 15,-40 0-15,40 1 16,-40-1-16,40 0 0,0 0 0,-40 0 0,40 0 16,0 0-16,-40 0 0,40 0 15,-40 1-15,40-1 0,0 0 0,-41 0 0,41 0 16,0 0-16,0 0 0,-40 0 0,40 0 0,0 0 16,0 1-16,-40-41 15,40 40-15,0 0 0,0 0 0,-40-40 0,40 40 16,0 0-16,-40 0 0,40 0 15,0 0-15,-40 1 0,40-1 0,0 0 16,-40 0-16,40 0 16,0 0-16,-40 0 0,40 0 0,0 0 15,-41-40-15,41 40 16,0 1-16,0-1 16,-40-40-16,40 40 0,0 0 31,0 0-16,0 0 1,0 0 15,0 0-15,0 0-16,0 1 47,0-1 0,0 0-16,40-40-15,-40 40-16,41-40 15,-41 40-15,40-40 16,0 0 46,0 0-46,0 0 15,0 0-15,0 0-16,0 0 15,1 0-15,-1 0 16,0 0 0,-40-40-16,40 40 0</inkml:trace>
  <inkml:trace contextRef="#ctx0" brushRef="#br0" timeOffset="24558.49">26965 6055 0,'0'40'0,"-40"-40"94,40 41-94,0-1 15,0 0-15,0 0 16,0 0 0,0 0-16,0 0 0,0 0 15,0 0 1</inkml:trace>
  <inkml:trace contextRef="#ctx0" brushRef="#br0" timeOffset="25198.46">29332 5975 0,'0'40'78,"0"0"-63,0 0 1,0 1-16,0-1 0,0 0 0,0 0 0,0 0 16,0 0-1,0 0-15,0 0 0,0 0 0,0 0 0,-40-40 16,40 41-16,0-1 0</inkml:trace>
  <inkml:trace contextRef="#ctx0" brushRef="#br0" timeOffset="26108.4">26684 8061 0,'40'0'0,"0"-41"32,-40 1-17,40 40 1,-80 0 31,0 0-47,40 40 15,-40-40-15,0 0 16,0 41-16,0-1 0,0-40 16,40 40-16,-41-40 15,41 40-15,0 0 0,0 0 16,0 0-16,41-40 0,-41 40 16,40-40-16,-40 40 15,40-40-15,0 0 0,0 0 0,0 41 0,0-41 16,0 0-16,1 0 15,-41-41-15,40 41 16,-40-80-16,0 40 16,0 0-16,0 0 0,0 0 15,0 0-15,-40 40 16,40-40-16,-41-1 0,1 41 16,40-40-16</inkml:trace>
  <inkml:trace contextRef="#ctx0" brushRef="#br0" timeOffset="26548.4">28771 8141 0,'-41'0'0,"82"0"0,-162 0 31,81 40-31,40 0 15,-40-40 1,40 40-16,0 0 0,0 0 16,0 0-16,40-40 15,0 41-15,40-41 0,-80 40 16,41-40-16,-1 0 0,0 0 0,0 0 0,0 0 16,0-40-1,-40-1-15,0 1 16,0 0-16,0 0 15,-40 0-15,40 0 0,-40 40 0,40-40 16,-80 0-16,40 0 16,-1-1-16,41 1 15</inkml:trace>
  <inkml:trace contextRef="#ctx0" brushRef="#br0" timeOffset="27608.31">30336 5855 0,'-41'0'47,"41"-40"-16,41 40-15,-1 0 0,0 0-16,0-40 15,0 40-15,0 0 16,0 0-1,-40 40 17,0 0-17,0 0 1,0 0-16,0 0 0,0 0 16,-40 0-16,40 0 0,0 1 0,-40-1 0,40 0 15,0 0 1,-40 0-16,40 0 0,0 0 0,0 0 0,0 0 15,0 0-15,0 41 0,0-41 16,0 0-16,0 0 0,0 0 0,0 0 0,0 0 16,0 41-16,40-41 15,-40 0-15,0 0 0,0 40 0,0-40 0,0 0 16,0 40-16,0-39 0,0-1 0,0 0 0,0 0 16,0 40-16,-40-40 0,40 0 15,0 0-15,-40 1 0,40-1 0,0 0 0,0 0 16,-40 0-1,40 0-15,0 0 0,0 0 0,0 0 16,-40 0-16,40 1 16,0-1-16,-41 0 0,41 0 15,-40 0 1,40 0-16,0 0 16,-40 0-16,40 0 0,0 1 15,-40-1 1,40 0-16,-40 0 15,40 0 1,0 0-16,-40 0 16,0-40 77,0 40-77,-1-40 0,1 0-16,0 0 0,0 0 0,0-40 15,0 40-15,0 0 0,0 0 16,-1 0-16,1 0 0,0 0 0,0 0 0,0 0 16,0 0-16,0 0 15</inkml:trace>
  <inkml:trace contextRef="#ctx0" brushRef="#br0" timeOffset="28188.28">27767 9464 0,'41'0'15,"-41"40"64,-41 0-79,41 1 15,0-1-15,0 0 16,-40 0-16,40 0 0,0 0 15,0 0-15,0 0 16,0 0-16</inkml:trace>
  <inkml:trace contextRef="#ctx0" brushRef="#br0" timeOffset="28538.26">27808 9304 0,'-41'0'31,"41"40"-31,-40-40 0,0 0 16,0 0-16,40 40 15,-80 40 1,40-80-16,0 40 31,40-80-15,40 40-1,-40-40-15,40 0 0,-40 0 0,80 40 16,-40-40-16,-40 0 0,80 0 0,-39 40 31,-41-40-31,40 40 0,0 0 16,-40 40-1,40-40-15,-40 40 0,40-40 0,-40 40 16,40-40-16,-40 40 16,40-40-16,0 0 0</inkml:trace>
  <inkml:trace contextRef="#ctx0" brushRef="#br0" timeOffset="29108.22">28088 10066 0,'0'40'31,"0"0"-15,0 0 0,0 0-16,0 0 0,0 0 15,0 1-15,0-1 16,0 0-16,0 0 0,0 0 0,0 0 0,0 0 16,0 0-16,0 0 0,-40-40 31</inkml:trace>
  <inkml:trace contextRef="#ctx0" brushRef="#br0" timeOffset="29478.2">28570 9825 0,'0'-40'16,"-40"80"47,40 0-63,-40-40 15,40 40 1,0 1-16,0-1 0,40 0 31,0 0-31,-40 0 16,0 0-1,-40-40 1,0 0-16,-41 0 0,41 0 31,0 0-31,40-40 0</inkml:trace>
  <inkml:trace contextRef="#ctx0" brushRef="#br0" timeOffset="30098.16">29092 9785 0,'0'0'16,"-40"-40"0,40 80 30,0 0-46,0 0 0,0 0 16,0 1 0,-41-1-16,41 0 0,0 0 0,-40-40 0,40 40 15,0 0-15,0 0 0,0 0 0,-40 0 16,40 0 0,40-40-1</inkml:trace>
  <inkml:trace contextRef="#ctx0" brushRef="#br0" timeOffset="30268.15">28931 10186 0,'-40'0'16,"40"-40"15,40 40-31,0-40 0,41 0 16,-41 40-16,0 0 15,0 0-15,0 0 0,0-40 0,0 40 16</inkml:trace>
  <inkml:trace contextRef="#ctx0" brushRef="#br0" timeOffset="31218.09">29814 10026 0,'0'80'63,"-40"-80"-63,40 40 15,0 0-15,0 0 0,0 0 0,0 0 16,0 1-16,0-1 16,0 0-16,0 0 0,-40 0 0,40 0 0,0 0 15,-40 0-15,40 0 0,-41 1 16,1-41-16,80 0 47,-40-41-32,41 41-15,-41-40 16,40 40-16,0 0 0,0 0 16,0 0-1,0 0 1,-40 40-16,0 1 16,-80-41-1,40 0-15,0 0 0,0 40 16,-1-40-1,1 0 1,40-40-16,0-1 16,0 1-16,40 40 0,-40-40 15,81 0-15,-41 0 0,0 40 0,0 0 16,0 0-16,0-40 16,0 40-16,1-40 0,-1 40 0,-40-40 15,40 40-15,0 0 0,0-40 16,0 40-16,-40-41 0,40 41 0,0-40 15,1 40 1,-41-40-16,40 40 16,-40 40-1,0 0-15,0 41 16,40-81-16,-40 40 0,0 0 0,0 0 16,40 0-1,0-40-15,-40 40 0,40-40 16,0 0-1,0-40-15,-40 0 0,41 40 16,-41-40-16,40 0 16,-40 0-16,40 0 0,-40-1 0,0 1 15,0 0-15,40 0 0,-40 0 0,0 0 16,0 0-16,0 0 0,0 0 16,0 0-16,0-1 0,0 82 46,-40-1-30,40 0-16,-40 0 0,40 0 16,0 0-16,0 0 15,-40 0-15,40 0 0,0 0 0,0 1 0,0-1 16,0 0-16,0 0 16,40-40-1</inkml:trace>
  <inkml:trace contextRef="#ctx0" brushRef="#br0" timeOffset="31398.08">30857 10387 0,'0'0'0,"40"0"32,-40-40-32,121-1 31,39 1-16,-80 0 1</inkml:trace>
  <inkml:trace contextRef="#ctx0" brushRef="#br0" timeOffset="31598.07">30015 10026 0,'0'0'0,"-41"-40"15,82 40 17,-1 0-32</inkml:trace>
  <inkml:trace contextRef="#ctx0" brushRef="#br0" timeOffset="32198.04">31539 10266 0,'0'0'0,"0"40"0,-40-40 15,40 41-15,0 39 32,-40 0-17,40 121 1,0-81 15,0-40-31,0-40 16,0-80-1,0-40 1,-40 0 0,0-81-1,40-39 16,80 39-15,-40 161-16,-40-40 16,80 0-1,-39 40-15,-1 0 32,0 80-17,-120 81 1,-81-41 15,41-80-15,80-40-1,40-40-15</inkml:trace>
  <inkml:trace contextRef="#ctx0" brushRef="#br0" timeOffset="32418.02">31981 9825 0,'-40'0'15,"40"80"1,0-39 0,-41 79-1,41-40 1,-40 121-1,40-41 1,0-120 0</inkml:trace>
  <inkml:trace contextRef="#ctx0" brushRef="#br0" timeOffset="32758">32262 10186 0,'0'0'0,"-41"0"0,-39-40 32,40 40-32,-40 40 15,80 0-15,0 81 32,40-41-17,0-80 1,0-40-1,0-41 1,0 41-16,-40 80 47,41-40-47,-41 41 0,0-1 16,40-40-16,-40 40 15,0 0-15,40-40 16,-40 40-16</inkml:trace>
  <inkml:trace contextRef="#ctx0" brushRef="#br0" timeOffset="33137.98">32502 10146 0,'0'0'15,"0"40"1,0 40 15,0 1-15,40-81-1,81-41 1,-41 1 15,-80 80 0,0 1-31,40-41 32,41 0-17,-41 0-15,40 0 32,-40 40-17,-40 0 1</inkml:trace>
  <inkml:trace contextRef="#ctx0" brushRef="#br0" timeOffset="34877.87">26564 12592 0,'-40'0'0,"80"0"31,0 0-15,0 0 0,-80 0 46,40-40-46,-40 40-16,0 0 0,-1-40 15,1 40-15,0 0 16,0 0-16,0 0 0,0 0 16,0 40-1,0-40-15,-1 0 0,1 0 16,40 40-16,-40 1 47,40-1-32,-40-40-15,40 40 0,0 0 16,-40 0-16,40 0 0,0 0 16,0 0-16,0 0 0,0 41 0,0-41 0,0 0 15,0 40-15,0-40 0,0 40 0,0-40 0,0 1 16,0-1-16,0 40 16,0-40-16,0 0 0,0 0 0,0 0 0,0 0 15,0 1-15,-40 39 0,40-40 16,0 0-16,0 0 0,0 0 0,0 0 0,0 0 15,-40 0-15,40 1 16,0 39-16,0-40 0,0 0 0,0 0 0,-40 0 16,40 0-16,0 0 0,-41 1 15,41 39-15,0-40 0,-40 0 0,40 0 0,-40 40 16,40-40-16,0 41 0,-40-41 0,40 0 0,0 40 16,0-40-16,0 0 15,0 0-15,0 0 0,0 1 0,0-1 0,0 0 16,0 0-16,0 0 15,0 0-15,0 0 32,0 0-32,0 0 62,0 0-46,-40 1-1,40-1 1,-40-40-16,40 40 16,0 0 62,40-40-63,-40 40-15,40-40 16,0 0 0,0 0-16,0 0 15,1 0-15,-41 40 0,40-40 16,0 0-16,0 0 16,0 0-16,0 0 0,0 0 0,0 0 15,1 0-15,-41-40 16,40 40-16,-40-40 0,40 40 0,-40-40 15,0 0-15</inkml:trace>
  <inkml:trace contextRef="#ctx0" brushRef="#br0" timeOffset="35507.84">27045 13314 0,'-40'0'0,"0"0"62,0 0-30,40 40-32,-40-40 0,40 41 0,-40-41 15,-1 0-15,41 40 0,-40-40 0,40 40 0,-40 0 16,40 0 0,0 0-16,0 0 0,0 0 15,40-40-15,-40 40 16,40-40-16,1 0 0,-1 0 0,0 0 0,0 0 15,0 0-15,0 0 16,0-40-16,0 40 0,-40-40 0,41 40 16,-41-40-16,40 0 0,-40 0 15,0 0-15,0 0 0,0 0 0,0-1 16,0 1-16,-40 40 0,40-40 0,-41 40 16,41-40-16,-80 40 15,40 0-15,0 0 0,40 40 31,0 0-31</inkml:trace>
  <inkml:trace contextRef="#ctx0" brushRef="#br0" timeOffset="35897.82">28891 13154 0,'-40'0'0,"40"40"47,0 0-47,0 0 16,0 0 0,-40 0-16,40 1 0,0-1 0,0 0 0,0 0 15,0 0-15,0 0 0,0 0 16,0 0-16,0 0 0,0 1 0,0-1 15,0 0-15,0 0 16,0 0-16</inkml:trace>
  <inkml:trace contextRef="#ctx0" brushRef="#br0" timeOffset="36627.76">26564 14758 0,'0'-40'16,"0"0"15,0 80 32,0 0-48,0 0-15,0 0 0,0 0 0,0 1 16,0-1-16,0 0 0,-40 0 16,40 0-16,0 0 0,0 0 0,-41-40 0,41 40 15,0 0 1,0 1-16,41-1 0</inkml:trace>
  <inkml:trace contextRef="#ctx0" brushRef="#br0" timeOffset="37167.74">28409 14798 0,'-40'0'15,"0"0"1,40 40 0,0 121 15,-40 39-16,0-79 1</inkml:trace>
  <inkml:trace contextRef="#ctx0" brushRef="#br0" timeOffset="38197.68">29573 12592 0,'0'0'15,"0"-40"1,80 40 47,-39 0-63,-1 0 0,0 0 15,0 0 1,0 0-16,0 0 0,0 0 0,0 0 15,1 0-15,-41 40 16,0 1 0,0-1-1,0 0-15,0 0 16,0 40-16,0-40 0,0 0 0,-41 0 0,41 41 16,0-41-16,0 40 0,-40-40 15,40 40-15,-40-40 0,40 41 0,0-41 0,-40 0 16,40 40-16,0-40 15,-40 40-15,40-40 0,0 1 0,0 39 0,0-40 16,0 0-16,0 40 0,0-40 16,0 40-16,0-39 0,0-1 0,0 40 0,0-40 15,0 40-15,0-40 0,0 0 0,0 41 0,0-41 16,-40 0-16,40 0 16,0 40-16,0-40 0,-40 0 0,40 0 0,0 41 15,0-41-15,0 0 0,-40 0 16,40 0-16,0 0 0,0 0 0,0 0 15,0 1 1,0-1-16,0 0 0,-41 0 0,41 0 16,0 0-1,0 0-15,0 0 0,-40-40 16,40 40-16,0 0 16,0 1-1,-40-41-15,40 40 16,0 0 15,0 0-15,0 0-1,-40-40 1,40 40-16,-40-40 16,0 40-16,0-40 15,0 0 1,-1 40-16,1-40 0,0 0 15,0 0-15,0 0 16,0 40-16,0-40 16,0 0-1,-1-40 1,41 0-16</inkml:trace>
  <inkml:trace contextRef="#ctx0" brushRef="#br0" timeOffset="38667.65">30897 14116 0,'-40'0'15,"0"0"-15,-40 41 16,40-41 0,-41 40-16,1-40 15,-80 120 1,39-80 0,1 40 15,0 1-16,120-41 1,40-40 0</inkml:trace>
  <inkml:trace contextRef="#ctx0" brushRef="#br0" timeOffset="38977.65">30416 14036 0,'-40'0'16,"0"0"0,-41 40-1,41 0-15,-40 41 32,40-41-32,0 40 31,0-80-31,40 80 31,40 0-15,0 1-1,0-81-15,161 40 16,-41-40 15</inkml:trace>
  <inkml:trace contextRef="#ctx0" brushRef="#br0" timeOffset="39427.6">30897 13194 0,'0'0'0,"-40"-40"15,40 80 32,40-40-31,-40 40-16,40 0 15,-40 0-15,41-40 0,-41 40 0,0 1 16,0-1-16,0 0 16,0 0-16,-41-40 15,1 40-15,80-40 63,-40-40-63,41 40 0,-1 0 15,0 0 1,0 0-16,0 0 0,0 0 16,0 0-16,0 0 15,1 0-15</inkml:trace>
  <inkml:trace contextRef="#ctx0" brushRef="#br0" timeOffset="39937.57">31379 12592 0,'-40'0'0,"40"-40"0,40 40 47,-40 40-16,0 1-31,0-1 0,0 0 16,0 0-1,0 0-15,40-80 47,-40 0-47,80 40 0,-80-40 0,0 0 16,40 40 0,-40 40 15,0 40 0,0-40-31,0 0 0,0 0 16,40-40-16,-40 40 0,41-40 15,-41 40-15</inkml:trace>
  <inkml:trace contextRef="#ctx0" brushRef="#br0" timeOffset="40277.55">31941 12673 0,'0'0'0,"-41"0"0,1 0 15,0 40 1,-40 0 0,80 0-1,120 0 1,-39-40 15,-81-40-31,40-80 16,-40 39-1,0 122 32,0-1-47,0 0 16,0 0-16,-40 0 15,40 0-15,0 0 0,0 0 0,0 41 0,0-41 16,0 0-16,0 0 16,0 0-16,0 0 0</inkml:trace>
  <inkml:trace contextRef="#ctx0" brushRef="#br0" timeOffset="41207.5">31820 13435 0,'0'-40'32,"0"80"-32,0-40 31,0 40-15,0 0-16,0 0 0,0 0 15,0 0 1,0 0-16,-40-40 0,40 40 15,40-40 32,0 0-31,-40 41-16,0-1 16,0 0-1,0 0-15,-40-40 16,0 40-1,0-40-15,0 0 16,40-40 0,0 0-16,0 0 15,80 40-15,-40 0 0,-40-40 16,40 40-16,0 0 16,1 0-16,-1-41 15,0 41 1,0 0-16,-40-40 15,40 40-15,0-40 16,0 40 0,-40-40-16,0 80 31,40 0-15,-40 0-1,41-40-15,-1 0 16,0 0-1,0 0 1,-40-40-16,40 0 16,-40 0-16,40 40 0,-40-40 0,0 0 15,40 0-15,-40 0 0,40 40 16,-40-40-16,41-1 16,-41 82 30,-41-1-30,41 0-16,0 0 0,-40 0 16,40 0-16,0 0 0,0 0 0,0 0 0,0 1 15,0-1-15,40 0 16</inkml:trace>
  <inkml:trace contextRef="#ctx0" brushRef="#br0" timeOffset="41357.49">32583 13595 0,'-41'0'15,"82"0"-15,-41 0 16,40 0-16,0 0 16,80-80-1,-80 80-15</inkml:trace>
  <inkml:trace contextRef="#ctx0" brushRef="#br0" timeOffset="41527.5">32101 13194 0,'-80'-40'16</inkml:trace>
  <inkml:trace contextRef="#ctx0" brushRef="#br0" timeOffset="45097.25">18017 15280 0,'40'0'15,"0"0"1,-80 0 31,0 0-16,0 0-31,-1 0 16,1 0-16,0 0 15,0 40-15,0-40 0,0 0 0,0 40 16,0-40-16,-1 40 15,1-40-15,0 0 16,40 40 15,0 0-15,40 0 0,-40 0-16,0 0 0,40 0 0,-40 1 15,0-1-15,0 0 0,0 0 16,0 0-16,0 0 0,0 0 0,41 40 0,-41-39 15,0-1-15,0 0 16,0 40-16,0-40 0,0 0 0,40 40 0,-40-40 16,0 41-16,0-41 0,0 0 0,0 40 0,0-40 15,0 0-15,0 41 0,0-41 16,0 0-16,0 0 0,0 0 0,0 0 0,0 0 16,0 0-16,0 0 15,0 0-15,-40 1 0,40-1 0,0 0 16,0 0-16,0 0 0,0 0 15,0 0-15,0 0 16,0 0 0,0 1-16,0-1 15,0 0 1,0 0-16,0 0 16,0 0-1,0 0 79,40-40-78,0 0-1,0 0 1,0 0-1,0 40-15,0-40 16,0 0-16,1 0 0,-1 0 16,0 0-16,0 0 0,0 0 15,0 0-15,-40-40 0,40 40 0,1 0 0,-41-40 16,40 40 0,0 0-16,-40-40 15</inkml:trace>
  <inkml:trace contextRef="#ctx0" brushRef="#br0" timeOffset="45527.25">19020 15159 0,'-40'0'31,"40"40"16,0 0-47,0 1 0,0-1 16,0 0-16,0 0 15,0 0-15,0 0 0,0 0 0,0 0 0,0 0 16,0 0-16,0 1 15,40-1-15,-40 0 0,0 0 16,0 0 0</inkml:trace>
  <inkml:trace contextRef="#ctx0" brushRef="#br0" timeOffset="45957.21">20665 15119 0,'0'0'32,"0"40"14,0 0-30,0 0-16,0 1 0,0-1 0,0 0 0,0 0 16,0 0-16,0 0 0,0 0 0,0 40 0,-40-40 15,40 1 1,0-1-16,-40 0 0,40 0 0,-40 0 16</inkml:trace>
  <inkml:trace contextRef="#ctx0" brushRef="#br0" timeOffset="46617.17">18940 16483 0,'0'40'47,"0"0"-32,0 0-15,0 0 0,0 0 16,0 0 0,0 0-16,0 1 0,0-1 0,0 0 0,0 0 15,0 0-15,0 0 0,0 0 16,-40 0-16,40 0 0,-41 0 0</inkml:trace>
  <inkml:trace contextRef="#ctx0" brushRef="#br0" timeOffset="47107.14">20585 16603 0,'-40'0'16,"80"0"-16,-120 0 31,39 40-31,1 40 16,-40 1-16,40-41 15,0 80 1,80-40 15,120-40-15,-79-80-1,-1-40 1,-40 0 0,-40-81-1,-80 81 1,40 40 0,0 40-1</inkml:trace>
  <inkml:trace contextRef="#ctx0" brushRef="#br0" timeOffset="48077.1">21427 14878 0,'0'0'16,"-40"0"31,121 0-16,-41 0-31,0 0 16,0 0-16,0 0 15,0-40-15,0 40 0,0 0 16,-80 40 31,40 1-31,0-1-16,0 0 0,0 0 0,-40 0 15,40 0-15,0 40 0,-40-40 16,40 1-16,0-1 0,0 40 0,0-40 0,-40 0 15,40 0-15,0 40 16,0-40-16,0 1 0,0-1 0,0 0 0,-40 0 16,40 0-16,0 0 0,0 0 0,0 0 0,0 0 15,0 1-15,0-1 0,0 0 16,40 0-16,-40 0 0,0 0 0,0 0 0,0 0 16,0 0-16,0 0 15,0 1-15,0-1 0,0 0 0,0 0 16,0 0-16,0 0 15,-40 0-15,40 0 0,0 0 0,0 1 16,0-1-16,-40 0 16,40 0-16,0 0 0,-40 0 0,40 0 15,0 0-15,0 0 16,0 0 0,0 1-1,0-1 1,0 0-1,0 0 1,0 0 15,-41-40-15,1 0-16,40 40 16,-40-40-1,40 40-15,-40-40 16,0 40-1,0-40-15,0 0 16,0 0 0,40 40-16,-41-40 0,1 0 15,0 0-15,0-40 16,0 0 0</inkml:trace>
  <inkml:trace contextRef="#ctx0" brushRef="#br0" timeOffset="48727.06">21508 13675 0,'0'0'0,"0"-40"16,40 0-1,-40 80 48,-40-40-48,40 40-15,-40 0 16,-1 1-16,41-1 0,-40-40 0,40 40 16,-40 0-16,0 0 0,0-40 0,0 40 0,0 0 15,40 0-15,-40-40 0,40 40 16,-41 0-16,41 1 0,0-1 16</inkml:trace>
  <inkml:trace contextRef="#ctx0" brushRef="#br0" timeOffset="49017.05">21066 13996 0,'-40'0'0,"40"40"31,0 0-31,0 0 15,-40 1 1,40 39 0,40-80 15,0 0-31,0-40 31,41 0-31,79-1 31,41 1-15</inkml:trace>
  <inkml:trace contextRef="#ctx0" brushRef="#br0" timeOffset="49517.03">21949 13395 0,'0'0'15,"40"-41"1,0 41-1,41-40 1,-1 40 0,0 0-1,-80 40-15,-80 81 32,40-1-17,0-40 1,40-40-1,0 1 1,0-1 0,40-40-1,-40 40 1,-40-40 0,-41 40-1,1-40 16</inkml:trace>
  <inkml:trace contextRef="#ctx0" brushRef="#br0" timeOffset="49886.99">22350 13395 0,'0'0'16,"41"40"0,39 40 15,-40 0-15,0-40-1,-40 0 16,0 0-31,-40-40 32,40-120-17,0 80-15,40-80 32,40 80-17,1 40 1</inkml:trace>
  <inkml:trace contextRef="#ctx0" brushRef="#br0" timeOffset="50376.96">23153 13475 0,'-80'0'0,"80"-40"0,-81 40 15,41 0 1,0 0-16,0 0 0,40 40 15,-40-40 1,40 40-16,0 0 0,0 0 16,40-40-16,0 0 15,0 0 1,0-40 0,-40 0-1,0 0-15,41 0 16,-41 0-16,0-1 15,0 1-15,0 0 0,0 0 16,0 80 15,-41-40-15,41 40-16,0 0 16,0 1-16,0-1 0,41 0 0,-41 0 15,0 0-15,40-40 16,-40 40-16,0 0 0,0 0 0,0 0 0,40 1 15,-40-1-15</inkml:trace>
  <inkml:trace contextRef="#ctx0" brushRef="#br0" timeOffset="51356.88">22391 14317 0,'-41'0'16,"41"-40"-1,0 80 32,41-40-47,-41 40 0,0 0 16,40-40-16,-40 40 15,0 0-15,0 1 16,40-41 31,-40-41-31,40 41-16,0 0 15,0 0 1,-40 41-16,40-41 15,-40 40 1,0 0 0,-40-40-16,-40 0 0,40 0 15,40-40 17,0 0-17,0-1-15,40 41 0,0 0 16,-40-40-16,40 40 15,0 0-15,-40-40 0,40 40 0,1 0 16,-1-40-16,0 0 16,0 0-1,-40 80 17,0 0-17,-40-40 1,40 40-16,40 0 15,0-40 1,0 0 0,0 0-16,-40-40 0,40 40 15,-40-40-15,41 0 16,-41 0-16,0 0 0,0 0 16,0 0-1,0-1-15,0 1 16,0 80 15,-41 1-31,41-1 16,0 0-16,0 0 15,0 0-15,0 0 0,0 0 16,41 0 0,-41 0-16,40-40 0,-40 41 15</inkml:trace>
  <inkml:trace contextRef="#ctx0" brushRef="#br0" timeOffset="51526.88">22952 14477 0,'0'0'16,"0"-40"-1,40 0 1,121 0-1,-81 0 1</inkml:trace>
  <inkml:trace contextRef="#ctx0" brushRef="#br0" timeOffset="51706.86">22631 14157 0,'0'0'0,"-40"0"16,40-41-1,40 41 1</inkml:trace>
  <inkml:trace contextRef="#ctx0" brushRef="#br0" timeOffset="52376.82">22671 15560 0,'0'-40'0,"0"0"16,-40 40 0,40 40 15,0 40-15,-40 81-1,40-1 1,-40-39 15,40-162-15,0 1-1,0 0-15,0 0 16,40 0-16,-40 0 0,0-40 0,40 40 0,-40-1 16,40-39-16,-40 40 15,41 0-15,-41-40 0,40 40 0,0 0 0,-40 0 16,0-1-16,40 1 0,0 40 15,-40-40-15,40 80 32,-40 0-17,0 1-15,0-1 0,-40 0 16,0 0-16,0 0 16,40 0-16,-40-40 0,40 40 0,-40-40 15,80 0 16</inkml:trace>
  <inkml:trace contextRef="#ctx0" brushRef="#br0" timeOffset="52626.81">23273 15039 0,'0'0'0,"0"-80"31,0 120-15,0 40-16,0 0 16,-40 121-1,40-161 1,0 40 0,0-40-16,0 0 0,0 0 0,0 0 31,40-40-31</inkml:trace>
  <inkml:trace contextRef="#ctx0" brushRef="#br0" timeOffset="53236.78">23634 15280 0,'0'0'16,"-160"80"15,120-40-31,40 0 16,0 0-1,40-40 1,0-80 0,0 80-1,81-80 1,-41 80 0,0 0-1,0 0 1,41 40 15,-41-40-15,-40-80-16,0-41 31,-40 81-31,0-40 31,-40 120-15,0 0-1,0 121 1,40-121-16,0 0 16,40-40-1,0 0 1,40-80 0,1-41-1,-1 81 1,-80 0-1,0 120 1,-40-40-16,0 0 16,-1 41 15,41-41-31,121-40 31,-81-80-31</inkml:trace>
  <inkml:trace contextRef="#ctx0" brushRef="#br0" timeOffset="53386.8">24557 15400 0,'-40'0'16,"80"0"-16,-120 0 15,40 0-15</inkml:trace>
</inkml:ink>
</file>

<file path=ppt/ink/ink5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5T07:38:25.242"/>
    </inkml:context>
    <inkml:brush xml:id="br0">
      <inkml:brushProperty name="width" value="0.05292" units="cm"/>
      <inkml:brushProperty name="height" value="0.05292" units="cm"/>
      <inkml:brushProperty name="color" value="#FF0000"/>
    </inkml:brush>
  </inkml:definitions>
  <inkml:trace contextRef="#ctx0" brushRef="#br0">5578 7820 0</inkml:trace>
  <inkml:trace contextRef="#ctx0" brushRef="#br0" timeOffset="289.89">5618 7820 0,'0'40'16,"-40"-40"15</inkml:trace>
  <inkml:trace contextRef="#ctx0" brushRef="#br0" timeOffset="1559.82">4173 7619 0,'-40'0'0,"80"0"0,-80 0 32,40 41-1,0-82 47,40 41-47,0 0-15,-120 41 46,160-82-62,-40 41 0,1 0 16,-1 0 0,-80 0-16,120 0 0,-40 0 0,0 0 15,0 0 1,0-40-16,0 40 15,1-40-15,-1 40 16,0 0-16,0 0 16,0 0-16,0 0 15,0 0 1,0 0 0,1 0-16,-41 40 15,40-40-15,0 0 0,0 0 16,0 0-1,0 0 1,0 0-16,0 0 0,1 0 16,-1 0-1,0 0 1,0 0 15,-80 0 79,0 0-95</inkml:trace>
  <inkml:trace contextRef="#ctx0" brushRef="#br0" timeOffset="3009.74">11918 5013 0,'-41'0'63,"41"-41"46</inkml:trace>
  <inkml:trace contextRef="#ctx0" brushRef="#br0" timeOffset="3419.79">11797 4892 0,'0'40'140,"0"0"-109,0 1-15,0-1 47,0 0-63</inkml:trace>
  <inkml:trace contextRef="#ctx0" brushRef="#br0" timeOffset="4409.66">11757 6537 0,'0'40'0,"-40"-40"16,40 40-1</inkml:trace>
  <inkml:trace contextRef="#ctx0" brushRef="#br0" timeOffset="4589.66">11717 6697 0,'0'40'0,"40"-40"62,-40 40-62</inkml:trace>
  <inkml:trace contextRef="#ctx0" brushRef="#br0" timeOffset="4759.71">11837 6978 0,'0'0'15,"-40"0"1</inkml:trace>
  <inkml:trace contextRef="#ctx0" brushRef="#br0" timeOffset="5009.62">11797 7138 0,'0'40'0,"-40"-40"0,0 0 31,80 0 32,0 0-63,0 0 31,0 0-15,-40-40-16,41 40 0</inkml:trace>
  <inkml:trace contextRef="#ctx0" brushRef="#br0" timeOffset="5169.61">11958 7138 0,'40'0'31,"0"0"-15,0 0-16,0 0 16,0 0-1,0 0-15,1 0 16,-1 0 0</inkml:trace>
  <inkml:trace contextRef="#ctx0" brushRef="#br0" timeOffset="5309.6">12680 7098 0,'40'0'31</inkml:trace>
  <inkml:trace contextRef="#ctx0" brushRef="#br0" timeOffset="6599.6">13242 7098 0,'40'0'31,"-80"0"-31,120 0 0,0-40 15,-40 40-15,41 0 16,-1 0 0,-40 0-16,40 0 31,-40 0-15,0 0-1,1 0 1,-1 0-1,0 0-15,0 0 0,0 0 0,0 0 0,0 0 16,0 0-16,41 0 0,-41 0 0,0 0 0,0 0 16,0 0-16,0 0 15,0 0-15,1 0 0,-1 0 0,-40-40 0,40 40 16,0 0 0,-40-40 15,40 40-16,0 0 1,0 0-16,1 0 0,-1 0 16,0 0-16,0 0 0,0 0 15,0 0 1,0 0-16,0 0 16,1 0-16,-1 0 15,0 0-15,0 0 0,0 0 16,0-40-1,0 40-15,-40 40 32,40-40-17,1 0 1,-1 0 0,0 0-16,0 0 15,0 0 1,0 0-16,0 0 15,0 0-15,1 0 16,-1 0 0,0 0-16,-40 40 0,40-40 15,0 0-15,0 0 16,-40 40 0,40-40-1,0 0 16,1 0-31,-1 0 16,0 0-16,0 0 16,0 0-1,-40 40-15,40-40 16,0 0 31,0 0-47,1 40 31,-1-40-31,0 0 16,-40 40-16,40-40 15,0 0 1,0 0 0,0 0 30,-40-40 17,0 0-47,40 0-1,-40 0 1,0 0-16,0 0 15,0 0-15,-40 40 16,40-41-16,0 1 16,0 0-16,0 0 15,0 0 1,-40 40-16,40-40 0,-40 40 16,0-40-16,0 0 15,0 40-15,40-40 0,-40 40 0,40-41 16,-41 41-16,41-40 0,-40 0 15,40 0 1</inkml:trace>
  <inkml:trace contextRef="#ctx0" brushRef="#br0" timeOffset="7019.57">16412 6176 0,'0'-40'0,"0"80"0,40-161 15,-40 81-15,40 0 32,0-40-17,0 0 1,-40-41 15,0 41-15,0 40-1,0-40 1,40 0 15,-40 40-31,0-1 16,0 1 0,0-40 15,0 40-31,0 0 15,0 0 1,0 0 0,-40 40-16</inkml:trace>
  <inkml:trace contextRef="#ctx0" brushRef="#br0" timeOffset="7549.46">16532 4932 0,'0'-40'16,"-40"40"-16,40-40 0,-40 40 31,40-40-31,-40 40 78,0 0-62,-1 0 0,1 0 15,0 0 16,0 0-32,0 0-15,0 0 16,0 0 0,0 0-1,-1 0 1,1 0 0,0 40-16,0-40 0,40 40 15,-40-40-15,0 0 16,0 0-16,0 40 15,-1-40-15,1 0 16,0 0 0,0 0-16,0 0 15,0 0 1,0 0-16,0 0 16,-1 0-1</inkml:trace>
  <inkml:trace contextRef="#ctx0" brushRef="#br0" timeOffset="7859.52">15208 5013 0,'-40'0'16,"0"0"-1,-41 0 1,41 0 0,0-41-1,0 41 1,0-40-1,0 0 17,0 0-17,0 40 1,-1 40 15,1-40-15,40-40 15</inkml:trace>
  <inkml:trace contextRef="#ctx0" brushRef="#br0" timeOffset="9139.36">14445 4812 0,'0'0'15,"-40"0"-15,0 0 16,0 0 0,0 0 15,0 0 0,0 0-15,0 0-1,-1 0 1,1 0 0,0 0-1,0 0-15,0 0 16,0 0 15,0 0-15,0 0-1,-1 0 1,1 0-16,0 0 16,0 0-16,0 0 31,0 0-15,0 0-1,0 0 1,-1 0-1,1 0-15,0 0 16,0 0-16,0 0 16,0 0-1,0 0 17,0 0-17,-1 0 1,1 0-1,0 0 17,0 0-17,0 0 1,0 0 15,0 0-31,0 0 16,-1 0-1,1 0 1,0 0 15,0 0-31,0 0 16,0 0 0,0 0-1,0 0 1,-1 0 31,1 0-32,0 0 1,40 40-16,-40-40 0,0 0 31,0 40-31,0-40 31,0 0-15,-1 0 15,1 0-31,40 40 16,-40-40 0,40 40-16,-40-40 46,40 41-46,-40-41 16,0 0 15,0 0-15,40 40 0,-40-40-1,-1 0 16,1 0-15,0 0 15</inkml:trace>
  <inkml:trace contextRef="#ctx0" brushRef="#br0" timeOffset="10319.36">12961 5534 0,'0'0'0,"40"40"0,-80-40 47,0 0-16,80 0 203,0 0-218</inkml:trace>
  <inkml:trace contextRef="#ctx0" brushRef="#br0" timeOffset="27498.28">5858 5293 0,'-40'40'15,"0"-40"-15,0 41 16</inkml:trace>
  <inkml:trace contextRef="#ctx0" brushRef="#br0" timeOffset="27898.31">5778 5414 0,'0'-40'343,"40"40"-343,-40-41 16</inkml:trace>
  <inkml:trace contextRef="#ctx0" brushRef="#br0" timeOffset="29108.24">12439 5494 0,'40'0'0,"0"0"16,-80 0 46,80 0-15,1 0 219</inkml:trace>
  <inkml:trace contextRef="#ctx0" brushRef="#br0" timeOffset="39397.55">5417 5895 0,'0'-40'15,"-40"0"-15,40 0 16,-40 40-16</inkml:trace>
  <inkml:trace contextRef="#ctx0" brushRef="#br0" timeOffset="40677.47">5818 5293 0,'0'0'0,"40"40"15</inkml:trace>
  <inkml:trace contextRef="#ctx0" brushRef="#br0" timeOffset="43977.32">5858 5333 0,'41'41'0,"-82"-41"47,41 40-31,-40-40-16,40-40 125,0-1 47,-40 41 31,80 0 31,0-40-187,1 40-31,-41-40-16,40 40 15,-40-40-15,40 40 16,0 0-16,0 0 0,0 0 15,-40-40-15,40 40 16,0 0-16,1 0 16,-41-40-16,40 40 0,0 0 15,0 0 1,0 0 0,0 0-16,0-40 15,0 40-15,1 0 16,-41-40-1,40 40-15,0 0 0,-40-40 16,40-1 0,0 41-16,-40-40 15,40 0-15,0 40 16,-40-40-16,40 40 16,-40-40-1,41 40-15,-1 0 16,0 0-1,0 0 1,0 0 0,0 0 15,0 0-15,0 0-1,-40-40-15,41 0 16,-1 40-1,0 0 1,0 0 0,0 0 15,0 0-15,0 0 15,-40-40-16,41 40 1,-1 0-16,0 0 16,0 0-1,0 0-15,0 0 0,0 0 16,0 0 0,1 0-16,-41-40 31,40 40 16,0 0-32,0 0 1,0 0 0,0 0-1,0 0 1,0 0-16,1 0 0,-1 0 0,0 0 15,0 0-15,0 0 16,0 0-16,0 0 0,0 0 0,1 0 0,-1 0 31,0 0-15,0 0 15,0 0 0,-40 40-31,40-40 16,-40 40 0,40-40 15,0 0 16,1 0-16,-1 0 0,0 0 1,0 0 30,0 0-15,0 0 0,0 40-32,0-40 1,1 0 0,-1 0-1,0 0-15,0 0 0,0 0 0,0 0 16,0 0-16,0 0 0,1 0 16,-1 0-16,-40-40 0,40 40 0,0 0 0,0 0 15,0 0-15,0 0 0,0 0 31,1 0-15,-1 0 0,0 0 15,0 0-15,0 0 15,0 0-31,0 0 0,0 0 15,1 0 1,-1 0-16,0 0 16,0 0-1,0 0-15,0 0 32,0 0 14,0 0-14,-40 40-17,41-40-15,-1 0 16,0 0-16,0 0 0,0 0 16,0 0-16,0 0 0,0 0 0,1 0 15,-1 40 1,0-40-16,0 0 0,0 0 15,0 0 1,0 0-16,1 0 47,-1 0-16,-40 40-15,40-40-1,0 0 17,0 0-17,0 0 1,-40 40-16,40-40 16,0 0-1,1 0 1,-1 0-16,0 40 31,0-40 0,-40 40-31,40-40 32,-40 41-32,40-41 15,-40 40-15,40-40 16,0 40-1,1-40 1,-1 40 0,0-40-1,0 0 1,0 0 0,-40 40-16,40-40 15,0 0 1,0 0-1,-40 40 79,-40-40-63,0 0-31</inkml:trace>
  <inkml:trace contextRef="#ctx0" brushRef="#br0" timeOffset="44477.32">11717 4932 0,'0'-40'15,"0"0"17,0 80 61,40-40-77,0 0 0,0 40-16,-40 0 31,40-40-31,-40 41 0,41-41 15,-41 40-15,40-40 16,-40 40-16,0 0 16,40-40-1,-40 40-15,0 0 16,-40 0 0,0-40-1,-1 40-15,1-40 0,0 0 16,0 40-1,0-40-15,0 0 0,0 41 0,0-41 16,-1 0-16,1 0 0</inkml:trace>
  <inkml:trace contextRef="#ctx0" brushRef="#br0" timeOffset="46437.18">11075 4692 0,'0'40'16</inkml:trace>
  <inkml:trace contextRef="#ctx0" brushRef="#br0" timeOffset="47287.08">3772 4531 0,'40'-40'16,"0"40"-16,-40-40 31</inkml:trace>
  <inkml:trace contextRef="#ctx0" brushRef="#br0" timeOffset="48617.01">20906 1203 0,'-40'0'0,"40"40"157,-40-40-157,-1 40 31,41 0-15,-40-40-16,40 40 0,0 0 15,-40 0-15,40 0 16,0 0-16,0 1 0,0-1 15,0 0-15,40 0 16,0 0-16,1-40 16,-41 40-16,40-40 15,0 0-15,0 0 0,0 0 16,0 0-16,-40-40 0,40 40 0,-40-40 16,0 0-16,40 0 15,-40 0-15,0-1 16,0 1-16,41 40 15,-41-40-15,0 0 0,0 0 16,0 0-16,0 0 16,0 0-16,0 0 0,0-1 15,0 1 1,0 0-16,-41 40 16,1 0-1,0 0-15,0 40 16,0-40-16,0 40 0,40 1 15,-40-41-15,40 40 16,0 0-16,0 0 0</inkml:trace>
  <inkml:trace contextRef="#ctx0" brushRef="#br0" timeOffset="48887.07">21347 1042 0,'40'0'0,"0"0"15,1 0 1,-1 0 0,120 0-1,1 161 1,-41-121-1,-40 80 1,1-40 15</inkml:trace>
  <inkml:trace contextRef="#ctx0" brushRef="#br0" timeOffset="49137.05">21949 882 0,'-40'0'15,"40"-40"1,-40 40 0,40 40-1,0 40-15,-40-40 16,40 0-16,0 0 0,0 0 0,-40 0 15,40 1-15,0-1 16,0 0-16,-41 0 0,41 0 0,0 0 16,0 0-16,-40 0 0,40 0 15,0 1-15</inkml:trace>
  <inkml:trace contextRef="#ctx0" brushRef="#br0" timeOffset="49827">22471 882 0,'-40'0'16,"40"-40"15,40 40-16,0-40-15,0 40 16,-40-41-16,40 41 0,-40-40 16,40 40-16,0 0 0,1 0 0,-41-40 15,40 40-15,0 0 16,0 0-16,0 0 16,-40 40-16,40 0 15,-40 1 1,0-1-16,0 0 0,0 0 15,0 0-15,-40-40 16,40 40-16,0 0 0,-40-40 0,40 40 0,0 0 16,-40 0-16,40 1 15,40-41 32,0 0-47,0 0 16,0 0-16,0 0 15,1 40-15,-1 0 0,-40 0 16,40-40 0,-40 40-16,0 0 0,0 0 15,-40 0 1,0 0-16,40 1 0,-81-41 16,41 0-16,40 40 0,-40-40 0,0 0 0,40 40 15,-40-40-15,0 0 16,0 0-16</inkml:trace>
  <inkml:trace contextRef="#ctx0" brushRef="#br0" timeOffset="50236.99">23434 802 0,'80'0'16,"-160"0"-16,200 40 16,-80-40-16,-40 40 15,40 0 1,-40 40 0,0 80-1,-40-119-15,40-1 16,-80 0-1,-80 0 1,119-40 0,1-80-1,40-121 1,0 161 0,40-120-1,41 79 16,-81 41-15</inkml:trace>
  <inkml:trace contextRef="#ctx0" brushRef="#br0" timeOffset="50636.96">24597 922 0,'-40'0'31,"80"0"47,1 0-78,-1 0 0,0 0 16,0 0-16,0 0 0,0 0 0,0 0 15,0 0-15,1 0 0,-1 0 16,0 0-16,0 0 0,0 0 0,0 0 0,0 0 15,0 0 1,1 0-16,-1 0 0,0 40 16,0-40-1</inkml:trace>
  <inkml:trace contextRef="#ctx0" brushRef="#br0" timeOffset="50916.93">25039 721 0,'0'-40'0,"-40"40"16,40 40 15,0 0-16,0 1 1,0-1-16,0 0 0,0 40 0,0-40 16,0 0-16,0 0 15,0 40-15,-40-39 0,40 39 0,0-40 0,0 40 16,0-40-16,0 40 0,0-39 0,0-1 0,0 0 16</inkml:trace>
  <inkml:trace contextRef="#ctx0" brushRef="#br0" timeOffset="51736.9">13161 4571 0,'41'0'0,"-41"41"0,-41-41 78,1 0-62</inkml:trace>
  <inkml:trace contextRef="#ctx0" brushRef="#br0" timeOffset="54856.68">26122 561 0,'0'40'0,"0"0"0,40-40 16,-80 0 77,0 0-61,0 0 30,0 0-46,40 40-1,-40-40-15,0 40 16,0-40-16,-1 0 0,1 40 0,40 1 16,-40-41-16,40 40 0,-40 0 0,0-40 15,40 40-15,-40-40 16,0 0 15,80 0 32,0 0-48,0 0-15,0 0 16,0 0-1,0 0-15,1 0 0,-1 0 0,0 0 16,0 0-16,0 0 16,0 0-16,0 0 0,0 0 0,1 0 15,-1 0-15,0 0 0,0 0 16,0 0-16,0 0 0,0 0 0,0 0 0,1 0 16,-1 0-16,0 0 15,-80 0 16,0 0-15,-1 0-16,1 0 0</inkml:trace>
  <inkml:trace contextRef="#ctx0" brushRef="#br0" timeOffset="55206.64">25962 681 0,'40'0'78,"-40"40"-47,40-40-31,-40 40 16,0 1-16,40-1 15,-40 0-15,0 0 0,0 0 0,0 0 16,40-40-16,-40 40 0,0 0 0,0 0 0,0 0 16,0 1-16,40-1 15,-40 0-15,0 0 0,41-40 0,-41 40 16,40 0-16</inkml:trace>
  <inkml:trace contextRef="#ctx0" brushRef="#br0" timeOffset="55596.65">27005 842 0,'0'0'16,"0"-40"0,-40 40-1,0 0 1,-40 80 0,80-40-16,0 40 15,0-40-15,40 40 16,120 41-1,-120-81 1,0-40-16,81 0 16,-81 0-16,-40-40 0,40-41 31,-40 41-31,0 0 0,0 0 0,-120-120 16,-41 80 15,121 39-31</inkml:trace>
  <inkml:trace contextRef="#ctx0" brushRef="#br0" timeOffset="55856.57">27527 721 0,'40'0'16,"0"0"-1,0 40 1,0 1-16,0-41 0,0 40 0,-40 0 16,41-40-16,-1 40 0,0-40 0,0 40 0,0 0 15,0-40-15,-40 40 16,40 0-16,0 0 0,-40 0 0,0 1 15,41-41-15,-41 40 16</inkml:trace>
  <inkml:trace contextRef="#ctx0" brushRef="#br0" timeOffset="56096.62">28008 681 0,'-80'0'16,"40"0"-16,0 0 16,0 80 15,-1-80-31,1 81 0,40-41 0,-40 120 16,0 81 15,40-201-31,0 0 0,0 0 0,0 0 0</inkml:trace>
  <inkml:trace contextRef="#ctx0" brushRef="#br0" timeOffset="56366.56">28570 320 0,'0'0'0,"0"40"31,0 0-15,0 1-16,0-1 0,0 0 0,0 0 15,0 0-15,40 0 16,-40 0-16,40 0 0,-40 0 0,0 1 15,0-1-15,0 0 0,0 0 16,0 0-16,40-40 0,-40 40 0</inkml:trace>
  <inkml:trace contextRef="#ctx0" brushRef="#br0" timeOffset="56586.54">28169 1363 0,'0'0'16,"0"40"-16,0 0 0,40-40 31,0 0-31,-40-40 0,80 40 0,-40 0 16,-40-40-16,40 40 0,1 0 0,39-40 0,-40 40 15,0 0-15,0 0 0,0 0 16,0 0-16,1-40 0,-1 40 0,0 0 15</inkml:trace>
  <inkml:trace contextRef="#ctx0" brushRef="#br0" timeOffset="57016.56">28771 1684 0,'-41'0'16,"1"0"0,0 0 15,-80 40-15,40 80-1,39-40 1,41 1-16,41 39 31,79 0-15,-80-120-1,0 0-15,40 40 16,-39-40-16,-41-40 16,0 0-1,-81-40 1,-79 0-1,120 80 1,40-40 0</inkml:trace>
  <inkml:trace contextRef="#ctx0" brushRef="#br0" timeOffset="57336.54">29332 922 0,'-40'0'0,"40"40"63,40-40-63,1 0 15,-1 40-15,0-40 0,0 0 16,0 0-16,0 0 0,0 0 0,0 0 0,1 0 16,-1 0-16,0 0 0,0 0 0,0 0 15,0 0 1,-40-40-16,40 40 0</inkml:trace>
  <inkml:trace contextRef="#ctx0" brushRef="#br0" timeOffset="57586.49">29533 761 0,'0'0'16,"0"41"31,0-1-47,0 40 0,0-40 16,0 0-16,0 40 0,0-40 0,0 41 0,-40-1 15,40 0-15,0 0 0,-40-40 16,40 41-16,0-41 0,0 40 0,-40-40 0,0 0 15</inkml:trace>
  <inkml:trace contextRef="#ctx0" brushRef="#br0" timeOffset="58726.46">6942 4612 0,'40'0'0,"-40"40"16</inkml:trace>
  <inkml:trace contextRef="#ctx0" brushRef="#br0" timeOffset="60076.34">14084 4451 0,'0'40'15,"40"-40"-15,1 0 16,-41 40 140,-41-40-140,41-40 312,-40 40-312,0 0 62,40-40-78</inkml:trace>
  <inkml:trace contextRef="#ctx0" brushRef="#br0" timeOffset="62276.25">4334 5654 0,'40'0'0</inkml:trace>
  <inkml:trace contextRef="#ctx0" brushRef="#br0" timeOffset="63076.2">11556 5414 0,'-40'0'16,"0"0"-16</inkml:trace>
  <inkml:trace contextRef="#ctx0" brushRef="#br0" timeOffset="63246.18">11556 5374 0,'41'0'0,"-82"0"47</inkml:trace>
  <inkml:trace contextRef="#ctx0" brushRef="#br0" timeOffset="64626.03">30135 521 0,'0'0'0,"40"0"0,0 0 0,-40 40 109,40-40 0,-40 40-109,40-40 0,-40 40 32,0 0-32,41-40 0,-41 40 0,0 0 15,40 1-15,-40-1 16,0 0-16,0 0 0,40 0 0,-40 0 15,0 0 1,0 0-16,0 0 0,0 0 16,-40 1-16</inkml:trace>
  <inkml:trace contextRef="#ctx0" brushRef="#br0" timeOffset="64876.04">30055 1403 0,'0'40'0,"0"-80"0,40 80 63,0-40-63,0-40 15,0 40-15,0 0 16,0 0-16,1 0 0,-1 0 31,-40-40-31</inkml:trace>
  <inkml:trace contextRef="#ctx0" brushRef="#br0" timeOffset="65416.06">30175 1564 0,'40'0'16,"-40"40"-16,-40-40 62,40 40-46,0 0-16,0 0 0,-40-40 16,40 40-16,0 0 15,0 0-15,-40-40 0,40 40 0,0 0 16,0 1-16,-40-1 15,40 0-15,0 0 0,0 0 16,0 0 0,40 0-16,-40 0 0,0 0 15,40-40-15,-40-40 47,0 0-31,0 0-1,0 0 1,-40 40-16,0 0 0,40-40 0,-40 40 16,-1 0-1</inkml:trace>
  <inkml:trace contextRef="#ctx0" brushRef="#br0" timeOffset="66456">30376 1724 0,'40'0'16,"0"0"-1,-40-40 1,0 0 0,-40 40-1,0 0 1,0 40 0,-1-40-1,41 40-15,-40-40 16,40 40-16,-40 0 0,40 0 15,0 0 1,0 0-16,0 1 0,-40-1 16,40 0-1,0 0-15,-40 0 0,40 0 16,-40-40-16,40 40 0,-40 0 16,40 0-1,0 1-15,-40-41 16,40 40-16,0 0 15,0 0-15,80 0 16,-40 0 0,0-40-16,0 40 15,0-40-15,0 0 0,1 0 16,-1 0-16,0 0 16,0 0-16,0-40 0,0 0 15,0 0 1,-40 0-16,0 0 15,0 0-15,-40 40 16,40-41-16,-40 41 0,40-40 16,-40 40-16,0 0 15,0 0-15,40-40 16,-40 40-16,-1 0 0,1 0 0,0 0 16,0 0-16,40 40 15,-40-40-15,40 40 16</inkml:trace>
  <inkml:trace contextRef="#ctx0" brushRef="#br0" timeOffset="66855.9">30897 922 0,'0'40'15,"0"0"32,40 0-31,1 0-16,-1 0 16,-40 0-16,40-40 0,0 41 0,0-1 0,0 0 15,0 0-15,0 0 16,1 0-16,-1-40 0,0 40 0,-40 0 0,40-40 15,0 40-15,0-40 0,-40 41 16,40-41-16</inkml:trace>
  <inkml:trace contextRef="#ctx0" brushRef="#br0" timeOffset="67125.95">31539 882 0,'0'-40'16,"0"80"-16,-40-80 0,40 80 15,-80 40 17,80-40-32,-80 80 15,80-80-15,0 1 0,-40-1 16,40 0-16,-81 120 15,81-120 1,-80 41 0,80-41-16</inkml:trace>
  <inkml:trace contextRef="#ctx0" brushRef="#br0" timeOffset="67535.85">31780 882 0,'-40'0'32,"40"40"-17,-40-40-15,0 40 16,40 0-16,-40-40 15,40 40-15,0 0 16,0 0 0,0 0-1,0 1-15,0-1 32,40-40-32,0 0 15,0 0-15,0 0 16,0 0-16,0 0 15,0 0-15,-40-40 0,41 40 0,-1 0 16,0 0-16,0 0 16,0 0-16,0 0 15,0 0-15,0 0 0,-40-41 0,41 41 16,-1 0 0</inkml:trace>
  <inkml:trace contextRef="#ctx0" brushRef="#br0" timeOffset="67805.88">31981 922 0,'0'0'0,"-40"0"46,40 40-46,0 0 16,0 0-16,0 0 16,0 0-16,0 41 0,0-41 0,0 0 0,0 0 15,40 0-15,-40 0 0,0 0 0,0 0 0,0 0 16,0 1-16,0-1 16,0 0-16,0 0 0</inkml:trace>
  <inkml:trace contextRef="#ctx0" brushRef="#br0" timeOffset="68125.82">32462 842 0,'40'0'0,"-80"0"0,120 0 31,-39 40-31,39 40 16,-40 80-1,-40-79 1,0-1 0,-120-40-1,39 0 1,1-200 0,40-41 15,40 161-31,0 0 0,120 0 31</inkml:trace>
  <inkml:trace contextRef="#ctx0" brushRef="#br0" timeOffset="69065.84">5377 5614 0,'-40'0'0,"40"40"15</inkml:trace>
  <inkml:trace contextRef="#ctx0" brushRef="#br0" timeOffset="70925.65">22832 3288 0,'0'80'109,"0"-40"-93,0 0-16,40-40 0,-40 41 0,0-1 15,40 0-15,-40 0 16,0 0-16,0 0 0,0 0 0,0 0 16,0 0-1,0 1-15</inkml:trace>
  <inkml:trace contextRef="#ctx0" brushRef="#br0" timeOffset="71305.66">22631 4010 0,'0'0'16,"0"40"-16,40-40 62,-40-40-62,81 40 16,-41 0-1,0-40-15,0 40 0,0 0 0,0 0 16,0-40-16,1 40 0,-1 0 16,0-40-16,0 40 0,0 0 0,0 0 0,40-40 15,-39 40-15,-1 0 0,0 0 0,0-41 16,0 41 0</inkml:trace>
  <inkml:trace contextRef="#ctx0" brushRef="#br0" timeOffset="71865.59">23033 4251 0,'40'0'47,"-40"-41"-31,40 41-16,0 0 16,0 0-16,0-40 0,0 40 15,0 0 1,1 0-16,-1 0 0,0 0 15,-40 40 1,0 1 0,0-1-1,-40-40-15,40 40 16,-40-40-16,40 40 0,-41-40 0,41 40 0,-40-40 16,40 40-1,40-40 32,-40 40-47,41-40 16,-1 0-16,-40 40 15,40-40-15,-40 40 32,-80-40-32,80 41 15,-41-41-15,-39 40 16,40-40-16,0 40 15,0-40 1,0 0-16,0-40 16</inkml:trace>
  <inkml:trace contextRef="#ctx0" brushRef="#br0" timeOffset="72195.65">23955 3288 0,'0'40'47,"41"-40"-31,-41 40-16,40-40 0,-40 40 0,80 0 0,-40-40 15,-40 41-15,40-1 16,0-40-16,0 40 0,-40 0 0,41-40 0,-1 40 16,0 0-16,0-40 15,-40 40-15,40-40 0</inkml:trace>
  <inkml:trace contextRef="#ctx0" brushRef="#br0" timeOffset="72425.56">24397 3408 0,'0'-40'16,"-40"40"-1,40 40 1,-40 0-16,40 1 16,-41-1-16,41 0 0,-40 0 15,40 0-15,-40-40 16,40 40-16,0 0 0,-40-40 0,40 40 0,0 0 16,-40-40-16,40 41 15</inkml:trace>
  <inkml:trace contextRef="#ctx0" brushRef="#br0" timeOffset="72815.61">24918 3168 0,'-40'-40'16,"0"40"15,40 40-31,0 40 31,0 80-15,121-39-1,-41-81 1,-40 0 0,-40 80-1,-40-40 1,-121 1 0,81-81-1</inkml:trace>
  <inkml:trace contextRef="#ctx0" brushRef="#br0" timeOffset="72975.6">24838 3208 0,'0'0'0,"40"-40"0,0-40 31,-40 39-31,81 1 16,79 0-1,1 0 16</inkml:trace>
  <inkml:trace contextRef="#ctx0" brushRef="#br0" timeOffset="73295.58">25440 3047 0,'40'0'16,"-80"0"-16,120 41 15,-80-1-15,41 0 16,-41 40 15,0 0-15,-41 0-1,1-40 1,-40 1 15,40-82-15,40-39-1,0-40 17,0 40-17,40 40 1,-40 0 0</inkml:trace>
  <inkml:trace contextRef="#ctx0" brushRef="#br0" timeOffset="73895.55">26122 3288 0,'0'0'0,"0"40"15,0-80 32,40 40-47,1 0 0,-1-40 16,0 40-16,0 0 0,0 0 0,0 0 0,0 0 15,0 0 1,1 0-16,-1 0 0,0 0 0,0 0 0,0 0 16,0 0-16,0 0 0,0 0 0,1 0 15,-41-40 1</inkml:trace>
  <inkml:trace contextRef="#ctx0" brushRef="#br0" timeOffset="74115.53">26604 3007 0,'0'0'0,"-40"0"15,40 40 17,0 41-17,80 119 1,-80-160-16,0 121 31,-40 39-31</inkml:trace>
  <inkml:trace contextRef="#ctx0" brushRef="#br0" timeOffset="75095.47">7022 5775 0,'0'40'0</inkml:trace>
  <inkml:trace contextRef="#ctx0" brushRef="#br0" timeOffset="75975.42">14205 5454 0</inkml:trace>
  <inkml:trace contextRef="#ctx0" brushRef="#br0" timeOffset="77025.31">27366 2727 0,'0'0'0,"40"-41"0,-40 82 94,40-1-79,-40 0-15,41 0 0,-1 0 16,-40 0 0,0 0-16,40 0 0,-40 0 0,0 1 15,0-1-15,0 0 0,0 0 0,0 0 16</inkml:trace>
  <inkml:trace contextRef="#ctx0" brushRef="#br0" timeOffset="77235.35">27406 3448 0,'0'41'16,"40"-41"-16,1 0 31,-1-41-31,0 41 0,0 0 16,0 0-1,0 0-15,0 0 16</inkml:trace>
  <inkml:trace contextRef="#ctx0" brushRef="#br0" timeOffset="77755.32">27727 3729 0,'0'0'16,"-40"0"62,40 40-78,-40 0 15,40 1-15,0-1 0,-40-40 0,0 40 16,40 0-16,0 0 16,-40 0-16,40 0 0,0 0 0,0 0 15,0 0 1,0 1-16,0-1 15,40 0-15,0-40 16,0 0-16,0 0 16,0 0-16,0 0 15,-40-40 1,0 0-16,-40-1 31,0 41-31,0 0 16,0 0-1,0 0-15,0 0 16</inkml:trace>
  <inkml:trace contextRef="#ctx0" brushRef="#br0" timeOffset="78075.3">27968 3007 0,'40'40'47,"0"1"-47,0-1 0,1 0 15,-1 0-15,0-40 0,0 40 0,0 0 16,0-40-16,0 40 0,0 0 16,1-40-16,-1 40 0,0-40 0,0 0 15,0 0 1,0 0-16</inkml:trace>
  <inkml:trace contextRef="#ctx0" brushRef="#br0" timeOffset="78365.27">28409 3128 0,'0'-40'15,"0"80"-15,0-121 32,-40 81-32,40 41 15,0-1 17,-40 0-32,-40 160 31,0-39-16,80-1 1,0-120-16</inkml:trace>
  <inkml:trace contextRef="#ctx0" brushRef="#br0" timeOffset="79015.23">28851 2807 0,'40'0'31,"0"0"-16,0 0 1,41 0 0,-1 40 15,-80 40-15,-40 81-1,-41-41 16,41 0-15,0-40 0,40 41-1,80-81 17,1 0-17,-41-40 1,0-80 15,-80-41-15,-40-39-1,39-41 1,1 41 15,0 120-15,80 0 15,0 40-15,1 0-16,-1 0 15,0 0-15</inkml:trace>
  <inkml:trace contextRef="#ctx0" brushRef="#br0" timeOffset="79605.2">29493 3168 0,'40'0'16,"-80"0"15,0 0 0,40 40-31,-40 0 16,0-40-16,40 40 0,0 0 15,0 0 1,0 0-16,40 0 0,-40 1 31,40-41-31,-40 40 0,40-40 16,0 0-16,0 0 15,0 0-15,-40-40 16,0-1-16,0 1 16,0 0-1,0 0-15,-40 0 16,40 0-16,0 0 16,-40 0-16,40 0 0,0 0 15,0-1 1,0 82 15</inkml:trace>
  <inkml:trace contextRef="#ctx0" brushRef="#br0" timeOffset="82765">5297 6336 0,'40'0'16,"0"0"-16,-40-40 0,40 40 16,-40-40-1,-40 40 17,0 0 14</inkml:trace>
  <inkml:trace contextRef="#ctx0" brushRef="#br0" timeOffset="83514.89">12600 5935 0,'0'40'0,"0"0"16</inkml:trace>
  <inkml:trace contextRef="#ctx0" brushRef="#br0" timeOffset="84834.89">30255 3248 0,'0'40'16,"40"-40"109,41 0-109,-41 0-1,0 0-15,0 0 0,0 0 0,0 0 16,0 0-16,1 0 16,-1 0-16,0 0 0,0 0 0,0 0 15,-40-40-15,40 40 16,-40-40-1</inkml:trace>
  <inkml:trace contextRef="#ctx0" brushRef="#br0" timeOffset="85144.8">30616 3007 0,'0'0'0,"0"-40"16,0 80 47,0 0-63,-40 1 15,40-1 1,0 0-16,0 0 0,0 0 0,0 0 15,0 0-15,0 0 0,0 0 16,0 0-16,0 1 0,0-1 0,0 0 0,0 0 16,0 0-16</inkml:trace>
  <inkml:trace contextRef="#ctx0" brushRef="#br0" timeOffset="85814.83">31058 2847 0,'-40'0'15,"0"0"16,80 0 16,0 0-31,0 0 0,0 0-16,0 0 0,0 0 31,0 0-31,1 0 15,-1 0 1,-40 40-16,0 0 0,0 0 16,0 0-16,-40 0 0,40 1 15,-41-1-15,1 0 16,0 0-16,0-40 16,0 0-16,40 40 15,-40-40-15,40-40 31,40 40-31,0-40 16,0 40 0,0 80-1,0-40-15,1-40 16,-41 40 0,40-40-16,-40 40 0,40-40 0,0 0 0,-40 40 15,40-40-15</inkml:trace>
  <inkml:trace contextRef="#ctx0" brushRef="#br0" timeOffset="86124.81">31860 2847 0,'-40'0'15,"80"0"-15,-80 40 16,40 0 0,40 40-1,41 1 17,-41 39-17,-40-80 1,-40-40 15,-1 0-31,1 0 16,0 0-16</inkml:trace>
  <inkml:trace contextRef="#ctx0" brushRef="#br0" timeOffset="86254.74">31900 2847 0,'41'-40'0,"-82"80"0,122-120 16,-41 80-16,-40-40 16</inkml:trace>
  <inkml:trace contextRef="#ctx0" brushRef="#br0" timeOffset="86554.73">32302 2646 0,'0'40'16,"0"1"-1,0-1-15,40 0 31,-40 0-31,40 80 16,-40-80 0,0 41-1,-80-81 17,40 40-32</inkml:trace>
  <inkml:trace contextRef="#ctx0" brushRef="#br0" timeOffset="86734.77">32342 2606 0,'40'-40'0,"-80"80"0,200-160 31,-120 120-31,41-40 16,39 0-1,-80 40-15</inkml:trace>
  <inkml:trace contextRef="#ctx0" brushRef="#br0" timeOffset="87214.67">31138 3769 0,'0'40'15,"40"-40"32,0 0-31,0 0-16,1 0 0,-1 0 15,40 0-15,-40 0 16,0 0-16,0 0 0,0-40 0,41 40 0,-41 0 16,40-40-16,-40 40 0,0-40 0,0 40 0,41 0 15,-41 0-15,0-40 16,0 40-16,0-40 0,0 40 0,0 0 16</inkml:trace>
  <inkml:trace contextRef="#ctx0" brushRef="#br0" timeOffset="87674.72">31981 3850 0,'0'-41'0,"-40"41"47,-1 0-32,1 41-15,0-41 0,0 40 0,0 0 16,40 0-16,-40-40 0,40 40 0,0 0 16,0 0-1,0 0-15,0 0 16,40 0-16,0 1 16,0-41-16,-40 40 0,40-40 0,0 0 15,1 40-15,-1-40 16,0 0-16,-40-40 31,0 0-31,0-1 16,-40 41-16,0 0 0,40-40 15,-41 40-15,1 0 16,0 0-16,0 0 0,0 0 16,0 0-1</inkml:trace>
  <inkml:trace contextRef="#ctx0" brushRef="#br0" timeOffset="90054.5">8908 12272 0,'40'0'0,"-40"-40"15,0 80 157,0 0-141,40-40-31,0 0 16,1 40 0,-1-40-16,0 0 15,-40 40-15,40-40 16,0 0-16,0 0 15,-40-40 17,40 0-1,-40 0-31,40 40 0,-40-40 16,41 40-16,-41-41 15,40 41-15,-40-40 0,40 40 16,-40-40-1,40 40-15,-40-40 0,40 40 0,-40-40 0,40 40 16,0 0-16,-40-40 0,40 40 0,1 0 16,-41-40-16,40 40 0,0 0 15,0 0 17,-40 40 139,-40-40-108,0 0-47,0 0-1</inkml:trace>
  <inkml:trace contextRef="#ctx0" brushRef="#br0" timeOffset="90914.49">22070 5454 0,'0'0'0,"0"40"0,40-40 15,0 0 16,-40-40-15,40 40 0,0 0-16,0 0 0,0 0 0,0-40 15,1 40-15,-1 0 16,0 0-16,0-40 0,0 40 0,0 0 0,0-41 16</inkml:trace>
  <inkml:trace contextRef="#ctx0" brushRef="#br0" timeOffset="91174.47">21989 5975 0,'0'0'0,"0"40"16,40-40 15,1 0-15,-1 0-16,0 0 0,0 0 15,0 0 1,0 0-16,0 0 0,0-40 0,1 40 16,-1-40-16,0 40 0,0-40 15,0 40-15</inkml:trace>
  <inkml:trace contextRef="#ctx0" brushRef="#br0" timeOffset="91674.48">23313 5133 0,'41'-40'0,"-82"80"0,242-120 31,-161 80-31,121 0 15,-41 0 1,-80 40 0,-40 40-1,0-40-15,-80 40 16,80-40-16,-40 1 0,0 39 31,0-40-31,-41 80 16,41-120-16,40 40 0,-40 40 15,40-39-15,0-1 16,80 0 0,81-40-1,-41-40 17,-80-81-17,-40 41 1,-80 0-16,0-80 15,40 39 17,40 41-17,40 80 1,0-40 0</inkml:trace>
  <inkml:trace contextRef="#ctx0" brushRef="#br0" timeOffset="91914.46">24276 4892 0,'-40'40'15,"80"-80"-15,-80 120 0,40-39 16,81 39-1,119 80 1,-120-120 0,-39 0-16,39 41 31,-120-81-31</inkml:trace>
  <inkml:trace contextRef="#ctx0" brushRef="#br0" timeOffset="92074.45">24317 4972 0,'-41'-80'0,"82"160"0,-82-320 31,122 200-31,-81 0 0,40 40 0,120-121 32,41 81-17,-161 40-15,0 0 16</inkml:trace>
  <inkml:trace contextRef="#ctx0" brushRef="#br0" timeOffset="93664.36">27366 6938 0,'40'0'47,"-40"-40"-32,40 40 48,1 0 78,-41 40-141,0 0 15,0 0 1,0 0-1,40-40-15,0 0 63,0 0-47,-40-40-1,40 40-15,-40-40 0,0 0 31,0 0-31,40 40 0,-40-41 16,40 41-16,0-40 0,1 0 16,-1 40-1,-40-40-15,40 40 0,0-40 0,0 40 16,0-40 0,0 40-16,0 0 0,1-40 0,-1 40 15,0-40 1,0 40-1,-80 0 251,0 0-203</inkml:trace>
  <inkml:trace contextRef="#ctx0" brushRef="#br0" timeOffset="95734.23">14686 5895 0,'0'40'15</inkml:trace>
  <inkml:trace contextRef="#ctx0" brushRef="#br0" timeOffset="95854.23">14686 5975 0,'0'-40'78</inkml:trace>
  <inkml:trace contextRef="#ctx0" brushRef="#br0" timeOffset="97954.02">16131 5775 0,'-40'0'46,"40"-41"-46,40 41 172,0 0-156,0 0 15,-40 41-15,40-41-1,-40 40 1,40-40 0,0 0-1,1 0 17,-41-40-17,40 40 1,-40-41-16,40 41 15,-40-40-15,40 40 0,0-40 32,0 40-17,0-40 1,0 40 0,-40-40-1,41 40 1,-1 0-1,-40-40-15,40 40 16,0 0 31,-80 0 234,0 0-265</inkml:trace>
  <inkml:trace contextRef="#ctx0" brushRef="#br0" timeOffset="98973.97">15850 5775 0,'0'40'16,"40"-40"93,0 0-109,-40-40 16,40 40 0,0 0 15,1 0 0,-1 0-15,-40 40-1,40-40-15,0 0 16,0 0-16,0 0 16,0 0-1,0-40 17,1-1-1,-41 1-16,40 40-15,0 0 32,-40-40-32,40 40 15,-40-40 1,40 40-16,0 0 16,-40-40-1,40 40-15,0 0 31,-40-40-31,41 40 16,-1 0-16,0 0 78,-80 0 78</inkml:trace>
  <inkml:trace contextRef="#ctx0" brushRef="#br0" timeOffset="145401.19">14526 6617 0,'0'0'0,"0"40"32,-40-40-32,120 0 62,-40 0 47,40 0-62,-40 0-31,-40 40-16,0 0 47,41-40 15,-1 0-46,0 0 31,-40-40-47,40 40 15,-40-40-15,40 40 0,0 0 16,-40-40 0,40 40-16,0 0 15,1 0 17,-1 0-32,0 0 15,0 0 1,-40-40-16,40 40 15,0 0 17,0 0 30,-40-40 16,-40 40-62</inkml:trace>
  <inkml:trace contextRef="#ctx0" brushRef="#br0" timeOffset="154320.71">12760 6336 0,'0'0'0,"40"0"78,-40 40-46,-40-40 249,40 40 2344,-40-40-2141,40-40-468</inkml:trace>
  <inkml:trace contextRef="#ctx0" brushRef="#br0" timeOffset="161090.29">14566 6456 0,'0'-40'62,"-40"40"63,40-40-109,-40 40-16,-1 0 31,1 0-15,40-40-16,-40 40 140,0 0-124,0 0 0,0 0 15,0 0 16,0 0-32,-1 0 1,1 0 0,0 0-1,0 0 16,0 0 16,0 0-15,0 0-17,0 0 48,-1 0-32,1 0-15,0 0-1,0 0 1,0 0-1,40 40 32,-40-40-47,40 40 32,-40-40-1,0 0 16,40 40-47,0 0 31,-41-40-15,41 41-1,-40-1 16,40 0-31,-40 0 16,40 0 62,40 0-62,0 0 15,1-40-15,-41 40-1,40-40 1,0 0 15,0 0-15,0 40-1,0-40 1,0 0 0,-40 41-16,40-1 15,1-40 17,-41 40-32,40-40 15,0 0 1,0 0-1,0 0 1,0 0 0,0 0 15,0 0-15,1 0-1,-1 0 16,0 0 1,-40-40-32,40 40 47,0 0-47,0 0 15,0 0 1,0 0 15,-40-40-15,41 40-1,-41-41 32,40 41-47,-40-40 31,0 0 1,40 40-32,-40-40 47,40 40 31,-40-40-63,0 0 1,40 40 0,-40-40-16,40 40 15,-40-40 1,0 0 31,0-1 62,0 1-78,-40 40 16,0 0 0,40-40 0</inkml:trace>
  <inkml:trace contextRef="#ctx0" brushRef="#br0" timeOffset="-171552.31">20705 10868 0,'0'40'78,"-40"-40"141,0 0-204,0 0 1,0-40-16,0 40 31,-1 0-31,41-40 31,-40 40-31,40 40 16,-40-40-16,40 40 141,0 0-110,-40 0-31,40 0 16,0 0-1,0 1-15,0-1 31,0 0-31,0 0 16,0 0 0,0 0-1,0 0-15,0 0 16,0 0-16,0 1 16,0-1-16,0 0 15,0 0 1,0 0-1,0 0-15,0 0 16,0 0 0,0 0-16,0 0 31,0 1-31,0-1 16,0 0-1,0 0-15,0 0 31,0 0-31,0 0 16,0 0-16,0 0 16,0 1-1,0-1-15,0 0 32,0 0-32,0 0 15,0 0 1,0 0-16,0 0 15,0 0-15,0 0 32,0 1-32,0-1 31,-40-40-31,40 40 16,0 0-1,0 0-15,0 0 16,0 0-1,0 0 1,0 0-16,0 1 31,0-1-31,0 0 16,-40 0 0,40 0-16,0 0 15,0 0 1,-40 0-16,40 0 15,-40 0-15,40 1 16,0-1 78,40-40-63,-40 40-31,0 0 94,40-40-94,0 0 15,0 0 1,0 0 0,0 0-1,0 0 1,1 0 0,-1 0-1,-40-40-15,40 40 0</inkml:trace>
  <inkml:trace contextRef="#ctx0" brushRef="#br0" timeOffset="-169822.36">21066 11149 0,'-80'0'94,"40"0"-79,0 0-15,0 0 16,40 40-16,0 0 16,-40-40-16,-1 40 0,41 0 15,-40-40 1,40 40-16,0 0 16,0 0-1,40-40-15,1 41 16,-1-41-1,-40 40-15,40-40 0,0 0 0,-40 40 16,40-40-16,0 0 0,0 0 0,0 0 16,1 0-1,-41-40-15,0 0 0,40 40 16,-40-41-16,0 1 16,0 0-16,40 40 0,-40-40 15,0 0-15,0 0 16,0 0-16,0 0 15,0 0-15,-40 40 16,40-41-16,-40 41 16,-1 0-16,1 0 15,40 41 1,0-1 0,0 0-1,0 0-15</inkml:trace>
  <inkml:trace contextRef="#ctx0" brushRef="#br0" timeOffset="-169292.39">22110 10988 0,'0'0'0,"0"-40"32,0 80 30,0 0-46,0 0-16,0 1 0,0-1 0,0 0 15,0 0-15,0 0 16,0 0-16,0 0 0,0 0 16,0 0-16,0 1 15,0-1-15,0 0 31</inkml:trace>
  <inkml:trace contextRef="#ctx0" brushRef="#br0" timeOffset="-168572.44">23273 11149 0,'-40'0'0,"0"0"15,0 0 17,0 0-32,0 0 31,0 0-15,-1 40-1,41 0-15,-40 0 0,40 0 16,0 0-1,0 0-15,0 0 16,0 1-16,40-41 0,-40 40 0,41-40 16,-1 0-1,0 0-15,0 0 0,0 0 16,0 0 0,0-40-16,-40-1 15,0 1 1,0 0-16,0 0 0,0 0 15,0 0-15,-40 0 16,0 0 0,0 40-16,0 0 15,0 0 1,0 0-16,-1 0 0,1 0 16,0 0-1,40 40-15</inkml:trace>
  <inkml:trace contextRef="#ctx0" brushRef="#br0" timeOffset="-167372.51">20866 12191 0,'0'-40'47,"0"80"0,0 1-31,0-1-16,0 0 0,0 0 15,0 0-15,0 0 16,0 0 0,40-40-16</inkml:trace>
  <inkml:trace contextRef="#ctx0" brushRef="#br0" timeOffset="-166612.55">22230 12151 0,'0'0'16,"0"-40"-1,-40 40 1,0 0-1,0 0 17,0 0-32,-1 0 15,41 40 1,-40-40-16,40 40 0,-40-40 0,40 41 16,0-1-16,-40 0 15,40 0 1,40-40-1,0 40-15,0-40 16,1 0-16,-1 0 16,0 0-1,0-40-15,0 0 0,0 40 32,-40-40-32,0 0 0,40 40 0,-40-41 15,0 1 1,-40 0-1,0 40-15,0 0 16,0 0 0,0 40-1</inkml:trace>
  <inkml:trace contextRef="#ctx0" brushRef="#br0" timeOffset="-165952.68">22992 12151 0,'-40'0'16,"0"0"0,0 0-1,0 0 17,0 0-17,40 40-15,0 1 16,-40-41-16,40 40 15,0 0-15,40-40 16,-40 40 0,40-40-16,0 0 0,-40 40 0,40-40 15,0 0-15,0 0 16,1 0-16,-1-40 16,0 40-1,-40-40-15,0 0 0,40 40 0,-40-40 16,0-1-16,0 1 15,0 0-15,-40 40 16,0 0-16,40-40 0,-40 40 31,-1 0-31,1 0 0,0 0 16,0 0-16,40 40 16,-40-40-16,0 40 0</inkml:trace>
  <inkml:trace contextRef="#ctx0" brushRef="#br0" timeOffset="-165112.65">20986 12833 0,'-40'0'31,"0"0"-16,0 40 17,40 0-32,-40-40 15,40 40-15,0 1 16,-41-41-16,41 40 0,0 0 16,0 0-1,0 0-15,41-40 0,-41 40 0,40-40 16,0 0-16,-40 40 15,40-40-15,0 0 0,0 0 0,0 40 16,0-40 0,-40-40-1,0 0-15,0 0 16,0 0 0,0 0-16,0 0 15,-40 40-15,40-40 0,0-1 16,-40 41-16,40-40 15,-40 40-15</inkml:trace>
  <inkml:trace contextRef="#ctx0" brushRef="#br0" timeOffset="-164482.75">22110 13114 0,'-40'0'16,"40"-40"-16,0 0 31,0 0-16,0-1 1,0 82 62,-41-1-78,41 40 16,0-40-1,0 0-15,0 0 0,0 0 0,-40 0 16,40 0-16,0 1 16,0-1-1,0 0-15</inkml:trace>
  <inkml:trace contextRef="#ctx0" brushRef="#br0" timeOffset="-163862.72">22872 13154 0,'-40'0'31,"40"-40"-31,-40 80 78,40 0-62,-40-40-16,40 40 15,0 0-15,-40-40 0,40 40 16,0 0-1,0 1-15,40-41 0,0 0 16,0 0-16,0 0 16,0 0-1,-40-41-15,40 41 0,0 0 0,-40-40 16,0 0 0,41 40-16,-41-40 0,0 0 15,-81 0 1,41 40-16,0 0 15,0 0-15,0 0 0,0 0 0,0 0 16,-1 0 0</inkml:trace>
  <inkml:trace contextRef="#ctx0" brushRef="#br0" timeOffset="-161732.85">23554 10988 0,'40'0'110,"0"0"-110,1 0 15,-1 0 1,0 0-16,0-40 15,0 40-15,0 0 0,-40-40 0,40 40 0,0 0 16,1 0-16,-1 0 16,0 0-16,0 0 31,-40 40 16,0 0-47,0 0 15,0 0 1,0 1-16,0-1 0,0 0 16,0 0-1,0 0-15,0 0 0,0 0 16,0 0 0,0 0-16,0 1 0,0-1 15,0 0-15,0 0 16,0 0-16,0 0 0,0 0 0,0 0 15,0 0-15,0 0 16,0 1 0,0-1-16,0 0 0,0 0 15,0 0 1,0 0-16,0 0 0,-40-40 16,40 40-16,0 0 15,0 1-15,0-1 16,0 0-16,0 0 15,0 0 1,0 0-16,-40-40 16,40 40-16,0 0 15,0 0-15,0 0 16,0 1 0,0-1-1,0 0 1,0 0-1,0 0-15,-40-40 16,40 40-16,0 0 16,0 0-16,-41 0 15,41 1 1,0-1 0,0 0-16,0 0 15,0 0 1,0 0 15,0 0-15,0 0-1,0 0-15,0 0 32,0 1-17,0-1 16,-40-40-15,40 40 31,-40-40-47,40 40 16,0 0 46,-40-40 1,40 40-32,-40-40-16,0 0 17,40 40-17,-40-40 1,0 0 0,-1 0-1,1 0-15,0 0 16,0 40-16,0-40 0,0 0 15,0 0 1,0 0-16,-1 0 0,1 0 0,0 0 16,0 0-16,0 0 0,40-40 15,-40 40-15,0 0 0</inkml:trace>
  <inkml:trace contextRef="#ctx0" brushRef="#br0" timeOffset="-159153.08">22832 12071 0,'40'0'47,"0"0"-16,0 0-15,0 40 31,-40 0-47,0 0 15,0 1-15,0-1 0,0 0 0,0 0 16,0 0 0,0 0-16,0 0 15,0-80 32,0 0-31,0 0-16,0 0 0,0 0 15,0 0-15,0-1 16,0 1-16,41 0 0,-41 0 0,0 0 16,40 40-1,-40 40 17,0 0-32,0 0 15,0 0-15,0 1 16,0-1-16,0 0 0,0 0 15,0 0-15,0-80 47,-40 40-31,40-80-16,-41 80 0,41-40 16,0-1-16,0 1 15,0 0-15,0 0 0,0 0 0,0 0 16,0 80 15,0 0-31,0 0 16,0 0-16,0 0 0,0 1 15,0-1-15,0 0 0,0 0 16,0 0 0,0 0-16,0-80 46,0 0-46,41 40 0,-41-40 16,0 0-16,0 0 16,40-1-16,-40 1 0,0 0 0,40 0 15,-40 0-15,0 0 0,0 0 16,0 80 15,0 0-31,0 0 0,-40 0 0,40 0 16,0 0-16,0 1 0,0-1 0,-40 0 0,40 0 15,0 0-15,0 0 0,0 0 16,0 0-16,-41 0 0,41-80 63,0-40-63,0 40 0,0 0 15,0 0-15,0 0 16,0 0-16,0-1 0,0 1 0,0 0 0,41 0 15,-41 80 17,-41-40-17,41 40-15,0 0 16,-40-40-16,40 41 0,0-1 0,-40 0 16,0 0-16,40 0 15,-40-40-15,40-40 47,40 0-47,-40 0 0,40 0 16,-40-1-16,0 1 15,0 0-15,40 0 0,-40 0 16,0 80 31,-40 0-47,40 0 15,0 0-15,-40 1 0,40-1 0,0 0 16,-40-40-16,40 40 16,0 0-16,-40 0 0,80-80 47,-40 0-32,40 40-15,-40-40 0,40 0 0,-40 0 16,0-1-16,40 41 0,-40-40 0,0 0 15,40 0-15,-40 0 16,0 0-16,0 80 31,-40 0-15,40 0-16,0 0 0,-40 0 16,40 1-16,0-1 0,0 0 0,0 0 15,0 0 1,0 0-16,0 0 15,-40-40-15,40-40 16,0 0 0,40 40-16,-40-40 0,0 0 0,40 0 15,-40 0-15,40-1 16,-40 1-16,0 0 0,41 0 0,-41 0 16,0 0-16,0 0 15,0 120 1,-41-40-16,41 0 15,0 0-15,0 0 16,0 1-16,0-1 0,0 0 0,0 0 16,0 0-16,0 0 15,-40 0-15,40-80 47,-40 0-31,40 0-16,0 0 0,0 0 15,0 0-15,0-1 0,0 1 0,40 0 16,-40 0 0,0 80-1,0 0 1,0 0-16,0 1 0,0-1 16,0 0-16,0 0 15,-40 0-15,40 0 0,0 0 16,0 0-16,0 0 15,-40-40 1,40-40-16,0-40 16,0 40-1,0 0-15,0 0 0,0 0 16,0 0-16,0-1 0,40 1 16,-40 0-16,0 80 31,0 0-16,0 1-15,0-1 0,0 0 0,0 0 16,0 0-16,0 0 16,0 0-16,0 0 15,0-80 17,0 0-17,0-40-15,0 40 16,0 0-16,40 0 0,-40-1 0,40 41 0,-40-40 15,0 0 1,0 80 15,0 0-31,0 1 0,0-1 16,0 0-16,0 0 16,0 0-16,0 0 0,0 0 15,0 0 1,0 0-16,0 0 15</inkml:trace>
  <inkml:trace contextRef="#ctx0" brushRef="#br0" timeOffset="21134.97">21949 12633 0,'40'0'62,"-40"40"32,0-80-16</inkml:trace>
  <inkml:trace contextRef="#ctx0" brushRef="#br0" timeOffset="25694.7">12840 5173 0,'-40'0'46,"40"40"79,0 0-62,-40-40 31,80 0-16,-40 40-78,0 0 47,0-80 1468,0 0-374,-40 40-1125,0 0-16,0 0 15,0-40-15,0 40 16</inkml:trace>
  <inkml:trace contextRef="#ctx0" brushRef="#br0" timeOffset="26784.56">21869 11229 0,'0'40'0,"-40"-40"0,80 0 47,0 0-32,-40 40 1,-40-40 46,0 0-62,0-40 16,-1 40-16</inkml:trace>
  <inkml:trace contextRef="#ctx0" brushRef="#br0" timeOffset="28144.47">12961 4531 0,'40'0'31,"-80"0"47</inkml:trace>
  <inkml:trace contextRef="#ctx0" brushRef="#br0" timeOffset="29334.48">13202 4371 0,'0'-40'156,"0"80"-31,-41-40-125,41 40 16,0 0-1,-40-40-15,40 40 0,0 0 32,0 0-32,-40 1 15,40-1 1,0-80 31,40-1-32,-40 1 1,0 0-16,40 40 16,-40-40-16,0 0 15,0 0 1,0 80 78,0 0-94,0 0 15,0 0-15,0 0 32,0-80 14,0 0-30,0 0-16,0 0 16,0 0-1,0 80 32,0 0-47,0 0 16,0 0-1</inkml:trace>
  <inkml:trace contextRef="#ctx0" brushRef="#br0" timeOffset="30364.38">13202 5173 0,'-41'0'141,"41"40"-78,0 0-48,0 0-15,0 0 16,41-40-1,-41 41 1,40-41 0,0 0-1,0 0 1,-40-41 15,40 41-31,-40-40 16,0 0 15,0 0-31,0 0 31,0 0-31,-40 40 16,0 0 0,0 0-1,0 0 16,40 40-31,-41-40 0,1 40 32</inkml:trace>
  <inkml:trace contextRef="#ctx0" brushRef="#br0" timeOffset="31464.31">11476 5293 0,'0'-40'31,"0"80"79,0 0-95,0 1 1,0-1 0,0-80 46,0-41-46,0 41-1,0 0-15,0 80 47,0 40-31,-40-39 0,40-1-16,0 0 0,0 0 15,0 0 1,0 0-16</inkml:trace>
  <inkml:trace contextRef="#ctx0" brushRef="#br0" timeOffset="32674.29">14606 5253 0,'0'40'94,"0"0"-78,0 1-16,0-1 0,0 0 15,-40 0 1,40 0-16,0 0 0,0 0 31,0-80-15,0 0 0,0 0-1,0 0-15,0 0 0,0 0 0,0-1 16,0 1-1,40 40-15,-40 40 32,0 1-32,0-1 15,0 0-15,0 0 0,-80 0 16,80 0 0,-40-40-16,40 40 0</inkml:trace>
  <inkml:trace contextRef="#ctx0" brushRef="#br0" timeOffset="33814.21">12881 5895 0,'0'-40'0,"0"0"31,40 40-31,0 0 16,-40 40 62,0 0-63,0 0 17,0 0-17,0 0 17,0 0-1,0-80 47,0 0-78,0 0 16,0 0-16,40 0 15,-40 0 1,0 80 15,0 0-31,0 40 16,0-40-16,0 0 0,0 0 15,0 1-15,0-1 0,0 0 32,0 0-32,0-80 31,0 0-16,0 0 1,0-1-16,0 1 0,0 0 16,0 0-1,0 80 17,0 0-17,-40-40-15</inkml:trace>
  <inkml:trace contextRef="#ctx0" brushRef="#br0" timeOffset="37433.99">26684 10547 0,'40'0'125,"-40"-40"-109,0 80 359,-40-40-375,40 40 15,-40 0-15,0-40 16,0 40 0,0-40-16,-1 0 0,1 41 15,0-41-15,0 0 16,40 40-16,0 0 31,40-40 16,0 0-47,0 0 0,1 0 16,-1 40-1,0-40-15,0 0 0,0 0 0,40 40 0,-40-40 16,1 0-16,-1 0 0,40 0 15,-40 40-15,0-40 0,0 0 0,0 0 0,41 40 16,-41 0 0,0-40-16,0 0 0,0 0 0,0 40 0,0-40 15,1 0-15,-41 40 0,40-40 16</inkml:trace>
  <inkml:trace contextRef="#ctx0" brushRef="#br0" timeOffset="37883.95">26965 10587 0,'0'-40'0,"0"0"16,0 80 140,0 0-140,0 0-16,0 0 0,0 1 0,0-1 16,0 0-16,0 0 15,0 0-15,-40 0 0,40 40 0,0-40 0,0 0 16,0 1-16,0-1 0,0 0 15,0 0-15,0 0 0,0 0 0,0 0 16,40-40 15</inkml:trace>
  <inkml:trace contextRef="#ctx0" brushRef="#br0" timeOffset="38653.84">27767 10627 0,'0'-40'31,"-40"40"0,0 0 1,0 0-17,40 40-15,-40 0 0,0-40 16,0 0-1,40 41-15,-40-41 0,-1 40 16,41 0 0,-40-40-16,40 40 0,0 0 0,0 0 15,0 0-15,0 0 16,40-40-16,-40 40 16,41-40-16,-1 40 0,0-40 15,0 41-15,0-41 16,0 0-16,0 0 15,0 0-15,1 0 16,-1-41-16,0 41 0,-40-40 0,40 0 16,-40 0-16,40 0 0,-40 0 15,0 0 1,0 0-16,0 0 0,0 0 16,-40 40-1,40-41-15,-40 41 16,40-40-16,-40 40 15,0 0 1,-1 0 0,41 40-1</inkml:trace>
  <inkml:trace contextRef="#ctx0" brushRef="#br0" timeOffset="39183.88">28570 10868 0,'-40'0'32,"0"0"-17,40-40 1,-40 40 15,40 40-15,40-40 15,0 0-15,0 0-1,0 0-15,0 0 0,0 0 0,0 0 0,1 0 16,-1 0-1,0 0-15,0 0 0,0 0 0,0-40 0,0 40 16,1 0-16,-1 0 0,0 0 16,0 0-16,0 40 15,-80-40 32</inkml:trace>
  <inkml:trace contextRef="#ctx0" brushRef="#br0" timeOffset="39503.78">28931 10507 0,'0'0'15,"0"-40"1,-40 40 0,40 80-1,0-40 1,0 0 0,0 81-16,-40 79 31,40 1-16,0-81 1,0-40 0</inkml:trace>
  <inkml:trace contextRef="#ctx0" brushRef="#br0" timeOffset="40583.8">29854 10507 0,'-40'0'313,"0"0"-235,0 40-47,0-40-31,-1 40 0,1-40 0,40 40 16,-40-40-16,40 40 0,-40-40 15,40 41-15,-40-41 0,40 40 32,40-40 30,0 0-46,-40 40-16,80-40 0,-39 0 15,-1 0-15,0 0 16,0 0-16,0 0 16,0 0-16,0 0 0,0 0 0,-40 40 15,41-40-15,-1 0 16,0 0-16,0 0 0,0 0 0,0 0 16,0 0-16,0 0 15</inkml:trace>
  <inkml:trace contextRef="#ctx0" brushRef="#br0" timeOffset="40843.78">30055 10587 0,'-40'-40'31,"40"0"-31,0 80 31,0 0-15,0 0-16,40 0 15,-40 1-15,0-1 16,0 0-16,0 0 0,0 0 0,0 0 0,0 0 16,0 0-16,0 0 15,0 0-15,0 1 0,0-1 0,-40 0 16,40 0-1</inkml:trace>
  <inkml:trace contextRef="#ctx0" brushRef="#br0" timeOffset="41283.75">30576 10667 0,'0'0'15,"-40"0"1,0 41 0,0-1-1,40 120 16,0 0-15,40-119 0,0-1-16,40 0 15,1-80 17,-41-81-17,-40 81 1,0-120-1,-80 40 1,39 120 0,1 0-1</inkml:trace>
  <inkml:trace contextRef="#ctx0" brushRef="#br0" timeOffset="42123.71">30937 10788 0,'0'40'0,"41"-40"63,-1 0-63,0 0 15,0 0-15,0 0 0,0 0 16,0 0-1,0 0-15,1 0 0,-1 0 16,0 0 0</inkml:trace>
  <inkml:trace contextRef="#ctx0" brushRef="#br0" timeOffset="42383.68">31178 10547 0,'0'40'31,"0"0"-31,0 0 31,0 1-31,-40-1 0,40 0 0,0 0 16,0 0-16,0 0 15,0 0-15,0 0 0,0 0 0,0 0 0,0 1 16,0-1 0,0 0-16,40-40 0,-40 40 0</inkml:trace>
  <inkml:trace contextRef="#ctx0" brushRef="#br0" timeOffset="42843.66">31499 10667 0,'0'-40'16,"0"80"-16,40-120 15,-40 40-15,81 40 31,-41 0-31,0 0 32,0 80-32,-40 41 15,-40-1 17,0-80-32,0 0 31,80-40 31,-40 40-62,0 0 16,40-40-16,-40 40 0,40-40 0,-40 41 16,40-1-1,-40 0-15,40-40 0,0 0 16,-40 40-16,40-40 15</inkml:trace>
  <inkml:trace contextRef="#ctx0" brushRef="#br0" timeOffset="43153.57">32342 10547 0,'-40'0'15,"80"0"-15,-120 0 16,-1 0 0,41 40-1,0 40 1,40 41 0,40-1-1,0-40 1,-40 41-1,-80-41 17,0-40-17,0-40-15</inkml:trace>
  <inkml:trace contextRef="#ctx0" brushRef="#br0" timeOffset="43313.64">32021 10708 0,'0'0'0,"0"-81"16,80 1-1,81 40 1,-1 40 15,-120 40-31</inkml:trace>
  <inkml:trace contextRef="#ctx0" brushRef="#br0" timeOffset="43683.57">32743 10587 0,'-40'0'0,"0"0"31,0 0-31,0 80 31,-1-39-31,41 79 31,0-40-31,0 40 32,0-39-32,0-41 15,-80 0 17,0-40-17</inkml:trace>
  <inkml:trace contextRef="#ctx0" brushRef="#br0" timeOffset="43883.6">32623 10667 0,'0'-40'16,"0"80"-16,0-120 16,40 80-16,80-80 15,41 0 16,-1 80-15,-120 40 0,-40 0-16</inkml:trace>
  <inkml:trace contextRef="#ctx0" brushRef="#br0" timeOffset="44103.51">32984 10948 0,'0'-40'31,"40"40"-31,0 0 16,0 0-16,0 0 0,1 0 16,-1 0-16,0 0 0,0 0 15,0 0-15,0 0 0,0 0 16,0 0-1</inkml:trace>
  <inkml:trace contextRef="#ctx0" brushRef="#br0" timeOffset="44333.57">33305 10667 0,'-40'-40'15,"0"40"-15,40-40 16,0 120 0,-40 1-1,-41 159 1,1 1 15,80-201-31,-40 40 0,0-40 0,-40 41 16</inkml:trace>
  <inkml:trace contextRef="#ctx0" brushRef="#br0" timeOffset="45013.53">31579 12071 0,'41'0'16,"-1"0"-1,0 0-15,40 0 16,-40 0-16,0 0 16,0 0-16,1 0 15,-122 0 1,81 40-1,-40 0 1,0 0-16,0 1 0,0-1 16,40 0-16,-40 0 0,40 0 15,-40-40-15,40 40 0,0 0 16,0 0-16,0 0 0,0 0 16,40-40-1,0 0-15,0 0 0,0 0 16,-40-40-1,0 0-15,0 0 16,0 0 0,-40 0-16,40 0 0,0 0 0,-40 0 15,0 0-15,40-1 0,-40 41 0,40-40 16,-41 40-16,41-40 16,0 0-16,0 0 31,41 40-31,-1 0 15,0 0 1,0 0-16,0 0 16,0 0-16,0 0 0,0 0 15</inkml:trace>
  <inkml:trace contextRef="#ctx0" brushRef="#br0" timeOffset="45393.51">32502 11991 0,'-40'0'16,"40"40"0,-40-40-16,0 40 0,0-40 15,40 40 1,-40-40-16,40 40 0,0 0 15,0 1 1,0-1-16,0 0 0,40-40 16,-40 40-16,40-40 0,-40 40 15,40-40-15,0 0 16,0 0-16,0-40 0,-40 0 16,41 40-1,-41-40-15,0 0 0,0-1 0,0 1 16,0 0-1,-41 0-15,1 40 0,40-40 16,-40 40 0,0 0-16,0 0 0,0 0 15,0 0-15</inkml:trace>
  <inkml:trace contextRef="#ctx0" brushRef="#br0" timeOffset="47453.31">32502 13635 0,'0'-40'47,"-40"40"-16,0 0 0,0 0-31,40 40 16,-40-40-16,0 0 0,40 40 15,-40 0-15,40 1 16,0-1 0,0 0-1,40 0-15,-40 0 16,40-40-1,-40 40-15,0 0 0,40-40 0,-40 40 16,40-40-16,-120 0 31,40 0-15,0 0-16,-1-40 16,1 40-16,0 0 0,0 0 0,0 0 15,0 0 1,40-40-16</inkml:trace>
  <inkml:trace contextRef="#ctx0" brushRef="#br0" timeOffset="47723.37">32221 13635 0,'41'-40'31,"-82"80"-31,122-120 0,-41 80 0,0 0 0,0-40 31,0 40-31,121 0 16,-121 0-16,0-40 0,0 40 16,40 0-1,-120 0 32,0 0-31,0 0-1</inkml:trace>
  <inkml:trace contextRef="#ctx0" brushRef="#br0" timeOffset="50283.21">31539 13635 0,'-40'0'32,"40"40"-1,0 0-16,0 1-15,0-1 16,0 0-16,0 0 0,0 0 16,0 0-16,0 0 0,0 0 0,0 0 15,0 0-15,0 1 16</inkml:trace>
  <inkml:trace contextRef="#ctx0" brushRef="#br0" timeOffset="51803.06">30215 13796 0,'0'-40'32,"0"-1"-17,40 41 63,-40-40 47,40 0-109,-40 80 78,-40-40 46,0 0 173,0 0-297,0 40-1,0-40-15,0 0 16,40 41-16,-40-41 15,40 40-15,-41-40 0,41 40 0,-40-40 16,40 40-16,-40-40 0,40 40 16,-40-40-16,40 40 15,40-40 32,40 0-31,-39 0-16,39 0 0,-40 0 0,0 0 15,0 0-15,40 0 16,-39 0-16,-1-40 0,0 40 0,40 0 0,-40 0 16,0 0-16,0 0 0,1 0 0,-1 0 15,0 0-15,0 0 16,0 0 0</inkml:trace>
  <inkml:trace contextRef="#ctx0" brushRef="#br0" timeOffset="52023.04">30416 13836 0,'0'-40'16,"0"80"-16,-40-80 16,40 80 15,0 0-16,0 0-15,0 0 16,0 0-16,0 0 0,0 0 0,0 0 16,0 1-16,0-1 0,0 0 15,0 0-15,0 0 16</inkml:trace>
  <inkml:trace contextRef="#ctx0" brushRef="#br0" timeOffset="52493.03">30215 14598 0,'-40'0'16,"80"0"-16,-40 0 31,40 0-15,0 0-16,1 0 0,-1 0 0,0 0 15,40 0-15,-40 0 16,40 0-16,-39-40 0,39 40 0,0 0 0,-40 0 16,40 0-16,1 0 0,-1-40 0,0 40 0,0 0 15,1-41-15,-41 41 0,40 0 16,0 0-16,1 0 0,-41 0 0,40 0 0,0 0 16,41 0-16,-41 41 15,0-41-15,0 0 0,1 40 0,-1-40 0,-40 0 16,40 0-16,-40 0 0,0 0 15,1 0-15,-1 40 0,0-40 0,0 0 0,0 0 16,-40 40-16,40-40 16,-80 0-1,0 0 1,0 0 0,0 0-16,0 0 31,-1 0-31,1 0 15,0 0 1,0 0-16,0 0 0,0 0 16</inkml:trace>
  <inkml:trace contextRef="#ctx0" brushRef="#br0" timeOffset="54102.98">26243 14838 0,'-40'0'63,"-1"0"-47,1 0-16,40 40 0,-40-40 0,0 41 15,-40-41-15,40 40 0,0-40 16,-41 40-16,41 0 0,0-40 0,0 40 0,0-40 15,0 40-15,0-40 16,-1 40-16,1 0 0,0 0 16,40 1-16,0-1 15,0 0 1,-40-40-16,40 40 0,0 0 0,0 0 16,-40-40-16,40 40 15,0 0-15,0 0 0,0 0 16,0 1-16,0-1 15,40 0-15,-40 0 0,0 0 16,40 0-16,-40 0 0,0 0 0,0 0 16,0 1-16,0-1 15,0 0-15,0 0 0,-40 0 0,40 0 0,0 0 16,-40 0-16,40 0 0,-40 0 16,40 1-16,-40-1 0,40 0 0,0 0 15,0 0-15,0 0 16,0 0-16,0 0 0,0 0 15,0 1-15,-41-1 0,41 0 16,0 0-16,0 0 0,0 0 16,0 0-16,0 0 0,0 0 0,0 0 0,0 1 15,0-1 1,0 0-16,0 0 0,0 0 0,-40 0 16,40 0-16,0 0 0,0 0 15,0 1-15,0-1 0,0 0 0,0 0 16,-40 0-16,40 0 15,0 0-15,-40-40 0,40 40 0,0 0 16,0 0-16,0 1 31,40-41-31,0 0 32,0 0-17,-40 40 1,0 0-16,0 0 31,0 0-15,0 0 15,0 0 31,41-40-46,-1 0 15,0 0-15,0 0 0,0 0 15,0 0-16,0 0-15,1 0 16,-1 0-16,0 0 16,0 0-16,0 0 0,0 0 0,0 0 15,0 0 1,1 0-16,-1 0 0,0 0 16,0 0-16,0 0 15,0 0-15,0 0 0,0 0 16,1 0-1</inkml:trace>
  <inkml:trace contextRef="#ctx0" brushRef="#br0" timeOffset="56072.87">26203 15280 0,'0'0'0,"40"0"15,-80 0 48,-1 40-48,1 0-15,0-40 16,40 40-16,-40-40 0,0 40 16,0-40-1,0 40-15,0 0 16,-1-40 0,41 40-16,41-40 46,-1 0-46,0 0 16,0 0-16,0-40 16,0 40-16,0 0 0,0 0 0,1 0 0,-1-40 15,0 40 1,0 0-16,0 0 0,0 0 16,-40-40-16,40 40 15,0 0 1</inkml:trace>
  <inkml:trace contextRef="#ctx0" brushRef="#br0" timeOffset="56402.86">26323 15360 0,'-40'0'16,"40"-40"-16,-40 40 15,40 40 48,0 0-63,0 0 31,0 0-31,0 0 0,0 0 16,0 0-1,0 0-15,-40-40 0,40 41 0,0-1 16,0 0-16,-41-40 0,41 40 16,0 0-1,-40-40-15,40 40 16</inkml:trace>
  <inkml:trace contextRef="#ctx0" brushRef="#br0" timeOffset="56722.83">26724 15280 0,'0'40'16,"-40"0"0,40 0-1,-40-40-15,40 40 0,0 0 16,0 0-16,-40 0 16,40 0-16,0 0 15,0 1-15,-40-41 16,40 40-16,0 0 15</inkml:trace>
  <inkml:trace contextRef="#ctx0" brushRef="#br0" timeOffset="57032.74">26965 15360 0,'-80'0'31,"80"40"-31,0 0 16,0 0-16,0 0 16,40-40-16,-40 40 0,0 0 15,40-40 1,-40 40-16,0 1 0,0-1 15,0 0-15,0 0 0,0 0 16,-40 0 0,0-40-16,0 0 15,-1 0 1,1 0-16</inkml:trace>
  <inkml:trace contextRef="#ctx0" brushRef="#br0" timeOffset="57202.81">27125 15360 0,'0'0'15,"41"-40"-15,39 40 16,40-81 0,-40 81-1,41 0 1,-81-40-16</inkml:trace>
  <inkml:trace contextRef="#ctx0" brushRef="#br0" timeOffset="61682.53">12640 5293 0,'-40'0'0,"0"0"110,40 40-48,0 1 16,-41-41-78,1 0 16,0 0 125,0 0-110,0 0 219,0 0-172,80 0 156,0 0-171,0 0-47,0 0-16,41 0 15,-41 0-15,0 0 16,0 0-16,0 0 15,0 0-15,0 40 16,0-40-16,1 0 16,-41 40-16,40-40 0,0 0 0,0 0 15,-40 40-15,40-40 16,0 0-16,0 0 0,-40 40 0,40-40 0,1 0 16,-1 40-16,0-40 15,0 0-15,-40 40 0,40-40 0,0 0 0,0 0 16,0 40-16,1-40 15,-1 0-15,-40 40 0,40-40 0,0 0 0,-40 40 16,40-40-16,0 0 0,0 41 0,0-1 16,1 0-1,-1-40-15,0 40 0,0 0 16,0-40-16,-40 40 16,40-40-16,0 40 0,0 0 15,1 0 1,-1-40-16,-40 41 0,40-41 0,0 0 0,-40 40 15,40-40-15,0 0 0,-40 40 0,40-40 0,0 40 16,1-40-16,-1 40 16,0-40-16,0 0 0,0 40 0,0-40 0,0 40 15,1-40 1,-1 40-16,0 0 0,-40 0 16,40-40-16,-40 41 15,40-41-15,-40 40 0,40-40 0,-40 40 16,40-40-16,0 40 15,1-40-15,-1 40 0,40-40 16,-40 40-16,40 0 0,1 0 0,-1-40 0,0 40 16,0 1-16,1-1 0,-1 0 15,0 0-15,0 0 0,1 0 0,-1 0 0,0 0 16,-40-40-16,40 40 16,-39 0-16,-1 1 0,40-41 0,-80 40 0,40-40 15,0 40-15,0-40 0,0 0 16,-40 40-16,41-40 0,-1 0 0,0 40 0,0-40 15,0 0-15,0 40 0,0-40 0,0 40 0,1-40 16,-1 40-16,0-40 16,40 40-16,-40 1 0,0-41 0,0 40 0,1 0 15,-1-40-15,0 0 0,0 40 16,0-40-16,0 40 0,0-40 0,0 40 0,1-40 16,-1 0-16,0 40 15,0-40-15,0 0 0,0 40 0,0-40 0,0 0 16,1 40-16,-1-40 0,0 40 15,40-40-15,-40 41 0,0-1 0,1-40 0,-1 40 16,0 0-16,0 0 0,0 0 0,0-40 16,-40 40-16,40 0 15,0 0-15,1 1 0,-41-1 0,40-40 16,-40 40-16,40 0 0,-40 0 16,40-40-16,-40 40 0,40 0 0,0 0 15,0-40-15,0 40 16,1 0-16,-41 1 0,40-41 0,-40 40 15,40 0-15,-40 0 0,40-40 0,-40 40 0,40 0 16,0 0-16,0 0 16,-40 0-16,40-40 0,-40 41 0,41-41 0,-41 40 15,40-40-15,0 40 16,0 0-16,0 0 0,0-40 0,40 40 16,-39 0-16,-1-40 0,0 40 15,0-40-15,0 40 0,0 0 0,0-40 16,0 41-16,-40-1 15,41-40-15,-1 40 0,0 0 16,0 0-16,0-40 0,-40 40 0,40-40 16,-40 40-16,40-40 0,0 0 15,1 40-15,-1-40 0,0 0 0,0 40 0,0-40 16,0 41-16,0-1 16,0-40-16,1 40 0,-1-40 0,0 0 15,0 40-15,40-40 0,-40 40 16,0-40-16,1 40 0,-1-40 0,0 40 0,0-40 15,0 40-15,0-40 0,0 0 0,-40 40 0,40-40 16,1 40-16,-1-40 16,0 0-16,0 41 0,0-1 0,0-40 15,0 40-15,0-40 0,1 40 16,-1-40-16,0 0 0,0 40 0,0-40 0,0 40 16,0-40-16,0 40 15,1-40-15,39 0 0,-40 40 0,0-40 0,0 40 16,0 1-16,1-41 0,-1 40 15,0-40-15,0 40 0,0-40 0,0 40 0,0-40 16,0 40-16,1 0 0,-1 0 0,0 0 16,0 0-16,0-40 15,0 40-15,0 1 0,0-41 0,1 40 0,-1 0 16,0-40-16,0 40 0,0 0 16,0 0-16,0 0 0,0 0 0,1 0 15,-1 1-15,0-41 16,0 40-16,-40 0 0,40-40 0,0 40 0,-40 0 15,40-40-15,-40 40 0,40-40 0,1 40 0,-1 0 16,0 0 0,0 0-16,0 1 0,-40-1 15,40 0 1,-40 0-16,40-40 0,-40 40 0,0 0 16,0 0-1,0 0-15,0 0 0,40-40 0,-40 41 16,0-1-1,0 0-15,0 0 0,0 0 16,0 0-16,0 0 0,41 0 16,-41 0-16,40 0 15,-40 1-15,0-1 16,40-40-16,-40 40 16,40 0-16,-40 0 0,40-40 15,-40 40-15,40 0 16,-40 0-16,40-40 0,-40 40 15,0 1-15,40-41 0,-40 40 0,0 0 16,0 0 0,41-40-16,-41 40 0,0 0 15,0 0-15,40-40 16,-40 40-16,0 0 0,40-40 16,-40 40-16,0 1 15,40-41-15,-40 40 0,0 0 16,40 0-1,-40 0-15,40 0 16,-40 0-16,0 0 16,40-40-1,-40 40-15,40-40 16,-40 41-16,0-1 16,41-40-16,-41 40 0,40-40 15,-40 40 1,40-40-16,-40 40 0,40 0 15,0 0-15,0-40 16,-40 40 0,40-40-16,0 0 0,-40 40 0,41-40 15,-1 0-15,-40 40 16,40-40-16,0 0 0,0 41 0,0-41 16,0 0-1,-40 40-15,40-40 0,1 0 16,-41 40-16,40-40 15,0 40-15,0-40 0,0 0 16,-40 40-16,40-40 0,-40 40 0,40-40 16,-40 40-1,0 0-15,-40-40 32</inkml:trace>
  <inkml:trace contextRef="#ctx0" brushRef="#br0" timeOffset="62122.45">24397 14237 0,'0'0'0,"-40"0"0,40-40 31,40 40-31,-40-40 0,40 40 16,0 0 0,0 80-16,0-40 15,-40 0-15,40-40 16,-40 40-16,41-40 0,-41 40 0,40-40 15,-40 40-15,0 0 32,40-40-32,0 0 31,-40-40-31,40 0 0,0 40 16,-40-40-16,40 40 15,-40-40-15,0 0 0,40 40 0,-40-40 0,0 0 0,41 40 16,-41-40-16,0-1 15,0 1-15,0 0 0,0 0 16,0 0-16,-41 40 0,41-40 0,-40 0 16</inkml:trace>
  <inkml:trace contextRef="#ctx0" brushRef="#br0" timeOffset="134058.17">14606 5093 0,'40'0'187,"-40"40"-156,-40-40 235,80 0-235,0 0 79,0 0-95,-40-40 1,41 40-16,-1 0 0,0 0 31,0-40-31,0 40 16,0 0-1,0 0 1,-80 0 47</inkml:trace>
  <inkml:trace contextRef="#ctx0" brushRef="#br0" timeOffset="134588.07">14807 4932 0,'-40'0'0,"40"40"94,-41-40-94,41 41 0,-40-41 16,40 40-16,-40-40 0,40 40 15,-40-40 1,40 40-16,-40-40 0,40 40 16,-40-40-1,0 0-15,40 40 16,40-40 31,0 0-16,0 0-15,0 0-16,0 0 31,0 0-16</inkml:trace>
  <inkml:trace contextRef="#ctx0" brushRef="#br0" timeOffset="137107.91">28209 15440 0,'0'-40'47,"40"40"-47,0 0 16,-40-40-16,40 40 15,0 0 16,-40-40-31,40 40 0,1 0 16,-1 0-16,0 0 16,0 0-1,0 0-15,-40 40 32,0 0-32,0 0 0,0 0 15,0 0 1,0 0-16,0 0 0,-40-40 15,40 40-15,-40-40 16,40 41-16,-40-41 0,0 40 0,-1-40 16,1 40-16,0-40 15,80 0 63,0 0-62,1 0 0,-1 0-1,0 0-15,0 40 0,0-40 16,0 40 0,0-40-16,0 0 15,1 0 1,-1 0-16,0 0 0,0 0 15,0 0 1</inkml:trace>
  <inkml:trace contextRef="#ctx0" brushRef="#br0" timeOffset="137717.9">29132 15360 0,'0'0'0,"0"-40"0,40 0 31,0 40-31,40-41 15,41 41 1,-41 0 0,-80 81 15,0-41-31,-80 80 31,40-80-31,-41 40 31,41-80-15,80 0 15,0 0-31,1 0 16,-1 0 0,0 0-1,0 40 1,-40 1-16,40-41 31,-40 80-15,-80 0-1,-81-40 1,81 40 15,40-80-15,80-40-1</inkml:trace>
  <inkml:trace contextRef="#ctx0" brushRef="#br0" timeOffset="138057.87">29934 15480 0,'0'40'31,"0"0"-15,0 0-16,0 0 15,0 1 1,-40-41 0,0 0-1,0 0 1,40-41-1,0 1 1,0 0-16,0 0 16,0 0-1,40 40 17,-40 40-17</inkml:trace>
  <inkml:trace contextRef="#ctx0" brushRef="#br0" timeOffset="142867.64">22190 12713 0,'40'0'15,"0"0"17,-40 40 30</inkml:trace>
  <inkml:trace contextRef="#ctx0" brushRef="#br0" timeOffset="144897.51">14044 5534 0,'0'-40'63,"0"0"-32,40 40 125,-40-40-31,-40 40 313</inkml:trace>
  <inkml:trace contextRef="#ctx0" brushRef="#br0" timeOffset="145757.4">14566 4411 0,'0'40'0,"-40"-40"63,40 40-48,-40-40-15,-1 0 110</inkml:trace>
  <inkml:trace contextRef="#ctx0" brushRef="#br0" timeOffset="146757.41">12921 5414 0,'0'0'0,"0"40"0,0-80 109,0 80-31,40-40-62,0 0-1</inkml:trace>
  <inkml:trace contextRef="#ctx0" brushRef="#br0" timeOffset="149647.24">15930 5414 0,'0'0'0,"40"0"16,-80 0 46,40-40 172,0-1-187,-40 41 63,40-40-17,0 80 282,-40-40-46,0 0-298,0 0-16,0 41 110,-1-41-109</inkml:trace>
  <inkml:trace contextRef="#ctx0" brushRef="#br0" timeOffset="151667.12">14405 6095 0,'40'0'16,"-80"0"172,0 0 30,0 0-30</inkml:trace>
  <inkml:trace contextRef="#ctx0" brushRef="#br0" timeOffset="153966.97">29854 16242 0,'0'40'109,"0"0"-93,40-40-1,-40 40-15,-40-40 219,0 0-109,40 40-32,-40-40-63,40 41 1</inkml:trace>
  <inkml:trace contextRef="#ctx0" brushRef="#br0" timeOffset="156616.74">22029 12592 0,'0'41'63,"-40"-41"-32,0 0 94,0 0-110</inkml:trace>
  <inkml:trace contextRef="#ctx0" brushRef="#br0" timeOffset="160806.57">16091 5093 0,'-40'0'141,"-1"0"-126,41-40 689,-40 40-611,40-40-77,0-1 0,0 82 468,0-82 250,0 1-702,0 121 452,40-122-31,-40 1-250</inkml:trace>
  <inkml:trace contextRef="#ctx0" brushRef="#br0" timeOffset="161516.44">16091 4371 0,'0'40'172</inkml:trace>
  <inkml:trace contextRef="#ctx0" brushRef="#br0" timeOffset="163086.43">22029 11590 0,'41'0'422,"-82"0"-141</inkml:trace>
  <inkml:trace contextRef="#ctx0" brushRef="#br0" timeOffset="163966.29">14124 5374 0,'0'0'15,"0"40"-15,0-80 47,41 40-47,-41-41 0,40 41 16</inkml:trace>
  <inkml:trace contextRef="#ctx0" brushRef="#br0" timeOffset="164816.31">20745 12432 0,'40'0'16</inkml:trace>
  <inkml:trace contextRef="#ctx0" brushRef="#br0" timeOffset="165846.26">15649 6136 0,'0'-41'0,"40"41"78</inkml:trace>
  <inkml:trace contextRef="#ctx0" brushRef="#br0" timeOffset="166606.22">21989 13675 0,'0'0'15,"0"-40"-15</inkml:trace>
  <inkml:trace contextRef="#ctx0" brushRef="#br0" timeOffset="167526.16">17214 5293 0,'0'40'16,"-40"-40"-16,40-40 31,-40 40-15,0 0-1,40 40 17,0 1-17</inkml:trace>
  <inkml:trace contextRef="#ctx0" brushRef="#br0" timeOffset="168586.1">23113 12633 0,'0'0'15,"-40"0"-15,0 0 125,40-41-31</inkml:trace>
  <inkml:trace contextRef="#ctx0" brushRef="#br0" timeOffset="169635.99">15730 4571 0,'-41'0'15,"1"0"48</inkml:trace>
  <inkml:trace contextRef="#ctx0" brushRef="#br0" timeOffset="170535.91">14044 5333 0,'-40'0'94,"0"0"140,80-40-93</inkml:trace>
  <inkml:trace contextRef="#ctx0" brushRef="#br0" timeOffset="171605.92">17415 5333 0,'-40'0'16</inkml:trace>
  <inkml:trace contextRef="#ctx0" brushRef="#br0" timeOffset="173285.81">30937 15199 0,'0'0'0,"-40"0"0,40-40 0,-40 0 31,80 40 126,0 40-142,1-40 1,-1 0-16,-40 40 0,0 0 15,40-40-15,-40 41 16,0-1-16,40-40 0,-40 40 16,0 0-16,0 0 15,0 0-15,-40 0 16,0 0 0,-41-40-16,81 40 0,-40-40 0,0 0 15,0 40-15,0-40 0,0 0 16,0 0-1,40-40 1,40 40 15,-40-40-15,40 40-16,0 0 0,0 0 16,0 0-16,-40 40 0,40-40 15,1 0-15,-41 40 16,40-40-16,0 41 0,0-1 0,-40 0 15,40-40-15,-40 40 16,40-40-16,-40 40 0,0 0 31,40-40-31,0 0 32</inkml:trace>
  <inkml:trace contextRef="#ctx0" brushRef="#br0" timeOffset="173615.72">31539 15440 0,'-40'0'0,"80"0"0,-120 0 31,120 40-16,-40 0 1,40-40-16,-40 40 0,40-40 0,1 40 16,-1 0-16,0-40 15,-40 41-15,40-41 0,-40 40 0,40-40 16,-40 40 0,0 0-16,0 0 15,-40-40-15,40 40 0,-40-40 16,0 0-16,0 0 15,-1 0-15,41-40 32</inkml:trace>
  <inkml:trace contextRef="#ctx0" brushRef="#br0" timeOffset="173825.78">31780 15400 0,'0'0'0,"0"-40"0,0 0 31,120 0-15,41 40-1,-41-41 17,-39 41-17</inkml:trace>
  <inkml:trace contextRef="#ctx0" brushRef="#br0" timeOffset="174105.77">32382 15320 0,'40'0'32,"0"0"-32,-120 0 0,200 120 31,-120-80-31,0 0 16,0 0-16,0 0 15,-40-40 1,40 40-1,-40-40-15,0 0 16,0 0-16,0 0 16,0 0-16,40-40 0,-41 40 15,41-40-15,0 0 0,-40 40 16,40-40-16,0 0 16,0 0-1,40 40 1,1 0-1</inkml:trace>
  <inkml:trace contextRef="#ctx0" brushRef="#br0" timeOffset="175775.67">33064 14838 0,'-40'0'15,"40"-40"1,-40 40 15,80 0 32,0 40-63,0-40 15,-40 40-15,40-40 16,-40 41-16,0-1 15,0 0 1,41-40-16,-41 40 16,0 0-16,0 0 0,0 0 15,0 0-15,0 0 16,0 1-16,0-1 16,0 0-16,-41-40 0,41 40 0,0 0 15,-40-40 1,40 40-16,0 0 0,0 0 0,0 0 15,-40-40-15,40 40 0,0 1 16,0-1-16,0 0 0,0 0 16,0 0-16,0 0 15,0 0-15,0 0 0,0 0 16,0 1-16,0-1 16,0 0-16,0 0 0,0 0 15,-40-40-15,40 40 0,0 0 0,-40 0 16,40 0-16,0 0 15,0 1-15,0-1 0,-40 0 16,40 0-16,0 0 16,0 0-16,-40-40 0,40 40 0,0 0 15,0 0 1,-40 1-16,40-1 0,0 0 16,0 0-16,0 0 15,0 0-15,0 0 16,0 0-16,-41 0 0,41 0 0,0 1 15,0-1 1,0 0-16,-40-40 16,40 40-16,0 0 15,0 0-15,0 0 16,0 0 0,0 0-16,0 1 0,0-1 15,0 0-15,0 0 0,0 0 16,0 0-1,0 0-15,0 0 32,0 0-17,-40-40 32,0 0-31,0 0-16,0 0 0,0 0 0,-1 0 15,1 0-15,0 0 0,0 0 16,0 0-16,0-40 0,0 40 0,-41 0 0,41-40 16,0 40-16,-40-40 15,40 0-15,-40 40 0,-1-40 0,41 0 0,-40-40 16,0 39-16</inkml:trace>
</inkml:ink>
</file>

<file path=ppt/ink/ink5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8T02:31:46.378"/>
    </inkml:context>
    <inkml:brush xml:id="br0">
      <inkml:brushProperty name="width" value="0.05292" units="cm"/>
      <inkml:brushProperty name="height" value="0.05292" units="cm"/>
      <inkml:brushProperty name="color" value="#FF0000"/>
    </inkml:brush>
  </inkml:definitions>
  <inkml:trace contextRef="#ctx0" brushRef="#br0">21869 2526 0,'40'0'735,"0"0"-688,0 0-32,0 0 1,1 0 15,-1 0-15,0 0 15,0 0-15,0 0-1,-40-40 1,40 40-1,-40-40 17,40 40-32,-40-40 31,40 40-15,-40-40-1,41 40 1,-41-40-1,40 40 1,-40-41 15,40 41-15,-40-40 0,40 40-16,-40-40 46,40 40-46,-40-40 47,40 40-47,-40-40 32,40 40-32,-40-40 31,40 40 0,-40-40-31,41 40 141,-41-40-126,40 0-15,0-1 63,-40 1 15,40 40-47,-40-40 47,0 0-46,40 40 14,-40-40-30,0 0 62,0 0-15,40 40-16,-40-40-16,40 0 156,-40 0-124,40-1-32,-40 1 0,0 0-15,0 0 15,41 40 0,-41-40 16,0 0-15,40 40-32,-40-40 31,0 0 31,40 40-46,-40-40 0,40 40 15,-40-41-16,0 1 17,80 40-1,-80-40-31,40 40 78,-40-40-78,40 40 141,-40-40-141,41 40 31,-1 0-15,0 0 30,-40 40 33,80-40-64,-80 40-15,40-40 31,0 0-15,-40 40 62,0 0-62,40-40-16,-40 41 15,0-1 17,41-40-32,-41 40 31,0 0 0,40-40-31,-40 40 16,40-40-1,-40 40-15,40 0 32,0 0-17,-40 0 1,40-40-16,-40 41 16,0-1 30,0 0 1,40-40-31,-40 40 0,40-40-16,-40 40 31,41-40-16,-41 40 17,0 0-1,0 0-15,0 0 15,40 0-16,0-40 1,-40 41 0,0-1 31,0 0-16,40-40 0,-40 40-15,40-40-1,-40 40 1,40-40-16,-40 40 16,40-40-1,0 0 63,-40 40-62,0 0 0,41-40-1,-41 40 16,40-40-31,0 0 47,-40 41-31,40-41 15,0 0 32,-40 40-48,40-40 1,0 0 62,-40 40-62,40-40-16,1 0 31,-41 40-15,40-40-16,0 0 31,0 0-16,0 0 32,0 0-31,0 0 15,0 0 16,1 0 0,-1 0-31,0 0 15,-80 0 16,0 0-32,-1 0-15,1 0 0</inkml:trace>
  <inkml:trace contextRef="#ctx0" brushRef="#br0" timeOffset="4083.04">23474 842 0,'-40'0'156,"0"0"63,40 40-188,-40-40 16,40 40-32,0 0 17,0 0-17,0 0 1,-41-40 0,41 40 15,0 0-16,0 0 1,0 1-16,0-1 16,0 0 15,0 0 0,0 0 0,0 0-15,0 0 15,0 0 1,0 0-1,0 1 0,0-1-15,0 0 15,0 0 0,0 0 0,0 0 48,0 0-48,0 0 16,0 0-32,0 0 17,0 1-1,0-1 0,0 0 0,0 0 1,0 0-17,0 0 1,0 0-1,-40-40 1,40 40 0,0 0-1,0 1 17,0-1-17,0 0 1,-40 0-1,40 0 17,-40 0-17,40 0 1,0 0 0,0 0 15,0 0 0,0 1-15,-40-41-16,40 40 31,0 0 0,0 0 0,-40-40-31,40 40 47,-40-40-47,0 40 32,40 0-17,0 0 32,0 0-31,0 1-1,0-1 1,-41-40-16,41 40 31,-40-40-15,0 0-1,40 40 1,0 0 31,-40-40-31,0 0 15,40 40-31,0-80 250,-40 40-235,40-40 1</inkml:trace>
  <inkml:trace contextRef="#ctx0" brushRef="#br0" timeOffset="6946.2">23514 802 0,'0'0'0,"40"0"140,-40 40-109,40-40-15,-40 40 31,0 0-16,40-40-31,-40 40 16,0 0-16,0 0 15,41-40 1,-41 40-16,40-40 0,-40 40 16,0 0-1,40 1 17,0-1-17,0 0 1,0 0-1,0 0 32,0 0-31,-40 0 15,41-40-31,-1 0 47,0 0 31,0 40-62,0-40-1,0 0 64,-40 40-64,40-40 1,-40 41 15,40-41-31,1 0 63,-1 0-17,0 0 17,-40 40-32,40-40-31,0 0 63,0 0-32,0 0-15,0 0 46,-40-40-46,41 40-16,-1 0 31,-40-41 0,40 41-15,-40-40-1,40 40 17,-40-40-17,40 40 32,-40-40-16,40 40 48,-40-40-64,0 0 32,40 40-47,0 0 94,-40-80-79,-40 80 235</inkml:trace>
  <inkml:trace contextRef="#ctx0" brushRef="#br0" timeOffset="9388.6">21989 2566 0,'40'0'63</inkml:trace>
  <inkml:trace contextRef="#ctx0" brushRef="#br0" timeOffset="9999.9">23835 2326 0,'0'0'0,"40"0"0,0 0 16,0 0-1,-40-41-15</inkml:trace>
  <inkml:trace contextRef="#ctx0" brushRef="#br0" timeOffset="10149.81">24357 2285 0,'0'0'15,"40"0"1</inkml:trace>
  <inkml:trace contextRef="#ctx0" brushRef="#br0" timeOffset="10349.87">25119 2125 0,'40'0'16,"0"0"-1,0 0 1,1 0 0</inkml:trace>
  <inkml:trace contextRef="#ctx0" brushRef="#br0" timeOffset="10679.85">26483 1965 0,'0'0'16</inkml:trace>
  <inkml:trace contextRef="#ctx0" brushRef="#br0" timeOffset="11750.79">23033 3368 0,'40'0'16,"-40"-40"-16,0 0 15,0 0 1,40 40-16,-40-40 0,40 40 0,-40-40 16,40 40-16,-40-40 0,40 0 15,-40-1-15,40 1 0</inkml:trace>
  <inkml:trace contextRef="#ctx0" brushRef="#br0" timeOffset="11900.87">23434 2727 0,'40'0'15,"-40"-41"1,80-39 0</inkml:trace>
  <inkml:trace contextRef="#ctx0" brushRef="#br0" timeOffset="12260.83">24076 1924 0,'0'-40'31,"40"40"-31,-40-40 0,40 40 16</inkml:trace>
  <inkml:trace contextRef="#ctx0" brushRef="#br0" timeOffset="12650.81">24437 1243 0,'0'-40'32,"40"40"-32,0 0 0,-40-41 15,0 1 1</inkml:trace>
  <inkml:trace contextRef="#ctx0" brushRef="#br0" timeOffset="13040.87">24597 1042 0,'41'0'0,"-41"-40"15,40 0-15,-40 0 32,40 40-32,-40-40 0,40 40 31,0 0-31,-40-40 0,40 40 0,-40-40 15,40 40-15,0 0 16,1 0 0,-41-41 15,40 41-15,-40-40-1,0 0 48</inkml:trace>
  <inkml:trace contextRef="#ctx0" brushRef="#br0" timeOffset="46764.61">29332 1403 0,'0'-40'31,"41"40"-15,-41 40 78,0 0 46,0 0-140,0 0 16,0 1-16,0-1 16,0 0-16,0 0 0,0 0 0,0 0 15,0 0-15,0 0 0,0 0 16,0 0-16,0 1 15,0-1-15,0-80 63,40 40-63,-40-41 16,40 41-16,0 0 31,0 0-16,-40 41-15,40-41 16,-40 40-16,40-40 0,0 0 31,-40 40-31,0 0 32,0 0-17,0 0-15,-40 0 16,0 0-1,0 0-15,0-40 0,0 41 16,0-41-16,40 40 0,-40-40 16,-1 40-16,1-40 0,0 0 0,0 40 15,0-40 1,0 0-16</inkml:trace>
  <inkml:trace contextRef="#ctx0" brushRef="#br0" timeOffset="47094.65">29373 1403 0,'40'0'47,"0"0"-32,0 0-15,0 0 16,0-40-16,0 40 0,0-40 0,1 40 0,-1-40 15,0 40-15,0 0 0,-40-40 16,40 0-16,0 40 0,0 0 0</inkml:trace>
  <inkml:trace contextRef="#ctx0" brushRef="#br0" timeOffset="47754.54">28048 481 0,'0'0'15,"-40"0"17,40 40-17,0 0 1,40-40-1,-40 40-15,40-40 16,-40 40-16,0 0 16,0 0-16,0 0 0,0 1 15,0-1 1</inkml:trace>
  <inkml:trace contextRef="#ctx0" brushRef="#br0" timeOffset="48314.87">29814 360 0,'0'0'0,"0"40"16,0 1-16,0-1 15,0 0 1,0 0-16,0 0 16,0 0-1,0 0 1</inkml:trace>
  <inkml:trace contextRef="#ctx0" brushRef="#br0" timeOffset="48785.06">31660 280 0,'40'0'0,"-40"40"31,0 0 1,0 0-32,0 1 15,0-1 1,0 0-16,0 0 0,0 0 16,0 0-16,0 0 0</inkml:trace>
  <inkml:trace contextRef="#ctx0" brushRef="#br0" timeOffset="49554.98">28088 1965 0,'-40'0'15,"40"40"32,0 0-31,0 0-16,0 0 15,0 0 1,0 0-16,0 0 0,0 0 16,0 1-16,40-41 0,-40 40 0,41 0 15</inkml:trace>
  <inkml:trace contextRef="#ctx0" brushRef="#br0" timeOffset="50094.95">32262 1443 0,'0'0'0,"-41"0"16,41 40 15,0 0-15,0 1-16,-40-41 15,40 40-15,0 0 16,0 0-16,0 0 0,0 0 0,0 0 15,0 0-15,0 0 0,0 0 16,0 1-16</inkml:trace>
  <inkml:trace contextRef="#ctx0" brushRef="#br0" timeOffset="50914.91">28450 3047 0,'0'0'16,"-41"0"15,41 41-16,0 39 1,0-40-16,0 120 31,0-120-31,81 81 16,-41-81 0,-40 0-16</inkml:trace>
  <inkml:trace contextRef="#ctx0" brushRef="#br0" timeOffset="51234.88">29894 3088 0,'0'0'0,"0"40"47,40-40-47,-40 40 0,40 0 16,-40 0-1,0 0-15,41-40 0,-41 40 0,0 0 0,0 0 16,0 0-16,0 1 16,0-1-16</inkml:trace>
  <inkml:trace contextRef="#ctx0" brushRef="#br0" timeOffset="51614.86">32302 2646 0,'0'40'15,"0"1"-15,0-1 16,40 0-16,-40 0 0,0 80 31,0-80-31,40 0 0,-40 1 0,40-1 0,-40 0 0,40 0 16,-40 0-16,0 0 15</inkml:trace>
  <inkml:trace contextRef="#ctx0" brushRef="#br0" timeOffset="55075.25">27326 4692 0,'-40'0'16,"80"0"-16,-120 0 0,40 0 15,0 0-15,-1 0 16,82 0 156,-1 0-157,0 0-15,0 0 16,0 0-16,0 0 16,0-40-16,0 40 0,1 0 0,-1 0 15,0 0-15,0 0 0,0 0 16,0-40-1,0 40-15,0 0 0,1 0 0,39-41 0,-40 41 16,0 0-16,40-40 0,-40 40 16,41 0-16,-41 0 0,0 0 0,0-40 0,40 40 15,-40 0-15,1 0 16,-1 0-16,0-40 0,0 40 0,0 0 0,40 0 16,-40 0-16,1-40 0,-1 40 0,0 0 0,0 0 15,0 0-15,40-40 0,-39 40 16,-1 0-16,0 0 0,0-40 0,0 40 0,0 0 15,0 0-15,0-40 16,41 40-16,-41 0 0,0 0 0,0 0 0,0-40 16,0 40-16,0 0 0,1 0 15,-1 0-15,0-41 0,0 41 0,0 0 16,0 0-16,0-40 16,0 40-16,1 0 0,-1 0 0,0 0 15,0 0-15,0 0 0,0-40 16,0 40-16,0 0 15,1 0-15,-1 0 0,0 0 0,0 0 16,0 0-16,0 0 16,0 0-16,0-40 0,1 40 0,-1 0 0,0 0 15,0 0-15,0 0 0,0 0 16,0-40-16,0 40 0,1 0 0,-1 0 16,0 0-16,0 0 0,0-40 0,0 40 15,0 0 1,0 0-16,1 0 15,-1-40 1,0 40-16,0 0 0,0 0 0,0 0 16,0 0-16,0 0 15,1-40-15,-1 40 0,0 0 0,0 0 16,0 0-16,0 0 16,-40-40-16,40 40 0,0 0 15,1 0-15,-1 0 31,0 0-31,0-40 0,0 40 16,0 0-16,0 0 16,0 0-16,1 0 0,-1 0 0,0 0 15,0 0-15,-40-41 16,40 41-16,0 0 0,0 0 16,0 0-16,1 0 31,-1 0-31,0 0 15,0 0 1,0 0-16,-40-40 0,40 40 0,0 0 16,1 0-1,-1 0 1,0 0 0,0 0-1,0 0 1,0 0-16,0 0 15,-40-40-15,40 40 16,1 0 0,-1 0 15,0 0 47,-80-40 63,40 0-110,-40 40-31,40-40 16,0 0-16,-41 0 15,41 0-15,0-1 16,0 1-16,-40 0 15,40 0 1,0 0-16,-40 0 16,40 0-16,0 0 15,0 0-15,0 0 0,0-1 16,0 1-16,0 0 16,0 0-16,0 0 0,0 0 15,-40 40-15,40-40 0,0 0 16,-40 40-16,40-40 15,0-1-15,0 1 16,0 0 0,-40 40-16,40-40 0,0 0 15,0 0-15,-40 40 16,40-40-16,0 0 0,0 0 16,-40 40-16,40-40 31,0-1-31,0 1 31,-41 40-31,41-40 0,0 0 31,0 0-31,-40 40 0,40-40 16,0 0 0,0 0-16,-40 40 15,40-40-15,0-1 16,-40 41-16,40-40 15,0 0-15,0 0 16,0 0 0,0 0-1,0 0 1,0 0 0,0 0-16,0 0 15,0-1 1,0 1-16,0 0 31,0 0-31,0 0 31,0 0-31,0 0 32,0 0-32,0 0 15,0-1 1,0 1-1,0 0-15,0 0 16,-40 40 0,40-40-16,0 0 15,0 0 1,-40 0 0,40 0 15,-40 40-31,40-40 0,0-1 15,0 1 1,0 0 0,-41 40-1,41-40-15,0 0 32,0 0 14,0 0 17,0 0 15,0 0-78,0-1 31,0 1-31,0 0 32,0 0-17,0 0 79,0 0-94,0 0 31,0 0-31,0 0 16,-40 40-16</inkml:trace>
  <inkml:trace contextRef="#ctx0" brushRef="#br0" timeOffset="57916.84">27647 4812 0,'0'-40'281,"0"0"-281,0 0 16,0 0-16,-40 0 15,40-1-15,0 1 0,-40 0 16,40 0-16,-40 0 15,40 0-15,-40 0 0,40 0 0,0 0 0,0-1 16,-41 41-16,41-40 0,0 0 0,0 0 0,-40 0 16,40 0-1,0 0-15,0 0 0,-40 40 0,40-40 0,0 0 16,0-1-16,-40 1 16,40 0-16,0 0 0,0 0 15,0 0-15,0 0 16,0 0-16,0 0 0,0-1 15,0 1-15,0 0 0,0 0 16,0 0-16,0 0 16,0 0-16,0 0 0,0 0 0,0 0 15,-40-1 1,40 1-16,-40 0 0,40 0 16,0 0-1,0 0-15,0 0 16,-40 40-1,40-40-15,0 0 0,0-1 16,0 1-16,0 0 16,0 0-1,-40 40-15,40-40 16,-41 0 0,41 0-16,-40 40 15,40-40-15,0 0 16,0 0-1,0-1 1,0 1 0,0 0-1,0 0 1,0 0 0,0 0-1,0 0-15,0 0 16,-40 40-16,40-40 15,0-1-15,0 1 16,0 0-16,-40 40 0,40-40 16,0 0-1,0 0-15,-40 40 16,40-40-16,0 0 16,0 0-16,0 0 15,0-1 1,0 1-16,0 0 0,0 0 15,0 0-15,0 0 16,0 0-16,0 0 16,0 0-16,0-1 0,0 1 15,0 0 1,0 0-16,0 0 16,0 0-1,0 0-15,0 0 31,0 0 1,0 0 15,0-1-32,0 1 16,0 0-15,-40 40 0,40-40-1,0 0 32,0 0-16,0 0-15,-40 40 15,40-40-31,0 0 63,0-1-48,-40 41 1,40-40-16,0 0 31,0 0 1,0 0 30,0 0-15,-41 40-47,41-40 31,0 0 32,0 0 15,0 0-47,-40 40-31,0 0 31,80 40 1,0-40-17</inkml:trace>
  <inkml:trace contextRef="#ctx0" brushRef="#br0" timeOffset="76174.57">25962 14237 0,'0'0'0,"0"-40"16,40 0 31,-40-1-32,0 82 63,0-1-78,0 0 16,0 0 0,0 0-16,0 0 0,0 0 15,0 0-15,0 0 0,0 1 16,40-1-16,-40 0 15,40-40-15,0 0 32,0 0-17,1 0-15,-1 0 16,0 0-16,0 0 16,0 0-16,0 0 15,0 0 1,0 0-16,1 40 15,-41 40-15,0-40 16,0 0-16,0 0 0,0 0 16,0 1-16,0-1 15,-41 0-15,41 0 0,-40-40 16,40 40-16,-40-40 0,0 0 0,40 40 16,-40-40-16,0 0 0,0 0 15,0 0-15</inkml:trace>
  <inkml:trace contextRef="#ctx0" brushRef="#br0" timeOffset="76454.53">26122 14357 0,'-40'0'0,"80"0"0,-80-40 16,40 0-1,0 0-15,80 0 16,81 40 15,-1-40-15,-119 40-16</inkml:trace>
  <inkml:trace contextRef="#ctx0" brushRef="#br0" timeOffset="76954.58">27968 13996 0,'40'0'16,"-40"40"31,0 0-47,0 0 15,0 1 1,40-41-16,-40 40 0,40-40 15,1 40-15,-1-40 16,0 40-16,0-40 0,-40 40 0,40-40 16,0 0-16,-40 40 0,40-40 15,0 40-15,1-40 0,-41 40 16,0 0 0,-41 1-16,1-41 15,0 0-15,0 40 0,0-40 0,0 0 16,-40 0-16,39 40 0,1-40 15,0 0-15,0 0 0,0 0 0</inkml:trace>
  <inkml:trace contextRef="#ctx0" brushRef="#br0" timeOffset="77144.65">28088 13956 0,'0'0'16,"-40"0"-16,40-40 16,81 0-16,-41 40 15,0-40-15,0 40 0,80-40 32,-80 40-32</inkml:trace>
  <inkml:trace contextRef="#ctx0" brushRef="#br0" timeOffset="77784.53">30536 13595 0,'0'40'31,"0"0"-15,0 0-16,-40 81 15,40-81-15,0 0 0,0 0 16,0 0-16,0 0 15,0 0-15,40-40 16,81 0 15,-1 0-15,-40-40 0,-40 40-1,41 40 1,-41 0-1,-40 1-15,0-1 16,0 0-16,-40 0 16,-121 0 15,121-40-31,0 0 0,0 0 16</inkml:trace>
  <inkml:trace contextRef="#ctx0" brushRef="#br0" timeOffset="78014.59">30616 13635 0,'0'-40'31,"0"0"-31,41 40 0,-41-40 0,40 40 0,0-40 16,0 0 0,161 0-1,-121-1 1</inkml:trace>
  <inkml:trace contextRef="#ctx0" brushRef="#br0" timeOffset="79134.81">26323 15921 0,'0'-40'0,"0"80"78,0 0-62,0 0-16,0 1 0,0-1 15,0 0-15,0 0 0,0 0 16,0 0-1,0 0-15,40-40 16,-40 40 0,40-40-16,0 0 15,0 0 1,1 0-16,-1 0 0,0 0 0,0-40 16,0 40-16,0 0 0,0 0 15,-40 40 1,40-40-16,-40 40 0,0 0 0,0 1 15,0-1-15,-40 0 16,0 0-16,-40 0 0,40 0 16,0-40-16,40 40 15,-40 0-15,-1-40 0,1 0 0,0 40 0,0-40 16</inkml:trace>
  <inkml:trace contextRef="#ctx0" brushRef="#br0" timeOffset="79344.87">26524 15961 0,'0'-40'0,"0"0"16,0 0-1,40 40 1,-40-40-16,40 40 0,0 0 0,0-40 15,80 40 1</inkml:trace>
  <inkml:trace contextRef="#ctx0" brushRef="#br0" timeOffset="80375.1">26644 17926 0,'-40'0'16,"80"0"15,0 41-16,0-1 1,-40 0-16,0 0 16,0 0-1,0 0-15,0 0 0,0 0 16,0 0-16,0 1 16,40-41 15,-40-41-16,40 41-15,-40-40 16,41 40-16,-1 0 16,0 0-16,0 0 15,0 40 1,0-40-16,0 41 16,-40-1-16,40 0 15,-40 0-15,0 0 16,0 0-16,-40-40 0,40 40 0,-40 0 15,0 0 1,0 0-16,40 1 0,-40-41 0,40 40 0,-40-40 16,0 40-16,-1-40 15,1 0-15</inkml:trace>
  <inkml:trace contextRef="#ctx0" brushRef="#br0" timeOffset="80575.08">26644 17926 0,'40'0'16,"-80"0"-16,160-80 16,-80 40-16,41 0 15,-41 40-15,120-80 16,-120 80-16,1-40 0,39 40 15</inkml:trace>
  <inkml:trace contextRef="#ctx0" brushRef="#br0" timeOffset="81125.14">28891 17445 0,'0'0'0,"0"-40"31,40 40-15,-40 80 0,0 41-1,0-81-15,0 40 31,0-40-31,0 0 0,40-40 32,0 0-32,41 0 31,-1 0-15,-40 0-16,0 40 15,0-40-15,-40 40 0,0 0 16,0 1-1,-80 79 1,-40-40 15,80-40-31</inkml:trace>
  <inkml:trace contextRef="#ctx0" brushRef="#br0" timeOffset="81325.12">29052 17325 0,'0'0'0,"0"-40"0,80 0 16,0 40-16,0-40 31,-40 40-31,121-41 15,-121 1-15,40 40 0</inkml:trace>
  <inkml:trace contextRef="#ctx0" brushRef="#br0" timeOffset="81875.02">31178 16844 0,'0'40'47,"0"0"-31,0 0-16,0 0 0,40 0 15,-40 0-15,0 0 16,40 0-1,-40 1-15,0-1 0,41-40 16,-41 40-16,0 0 16,40-40-16,0 0 31,0 0-31,0 0 16,0 0-16,0 0 0,0 40 15,1 0 1,-41 0-16,0 0 15,0 0 1,-41-40-16,41 41 0,-40-1 0,-40-40 16,80 40-16,-40-40 0,0 0 15,0 40-15,0-40 0,-1 0 0</inkml:trace>
  <inkml:trace contextRef="#ctx0" brushRef="#br0" timeOffset="82084.98">31299 16804 0,'0'-41'16,"0"1"-16,80 40 15,-80-40-15,80 0 16,-40 0-16,0 0 15,0 40-15</inkml:trace>
  <inkml:trace contextRef="#ctx0" brushRef="#br0" timeOffset="82674.95">31138 15280 0,'0'0'16,"0"40"15,0 0 0,0 0-31,0 0 0,40 0 16,0-40 0,-40 40-16,0 0 15,40-40-15,1 0 32,-41-40-32,40 40 0,0-40 15,0 40 1,-40-40-16,40 40 0,0 0 15,0 0-15,-40 40 16,40-40-16,-40 40 0,0 40 16,0-40-1,0 1-15,0-1 0,-40 0 16,40 0-16,-40-40 16,0 40-16,0-40 0,0 40 15</inkml:trace>
  <inkml:trace contextRef="#ctx0" brushRef="#br0" timeOffset="82864.95">31339 15159 0,'0'-40'15,"0"80"-15,0-120 0,40 80 0,-40-40 16,40 0-16,0 0 0,0 0 0,0-1 16,-40 1-1,40 40-15,1-40 0</inkml:trace>
  <inkml:trace contextRef="#ctx0" brushRef="#br0" timeOffset="85756.63">29011 15440 0,'-40'0'0,"40"40"1406,0 0-1390,0 0 0,0 0-16,0 0 31,0 1-31,40-1 15,-40 0-15,0 0 0,0 0 0,0 0 16,0 0 0,0 0-16,41-40 0,-41 40 0,0 1 0,0-1 15,40 0 1,-40-80 46,0-41-46,0 41-16,0 0 0,0 0 0,0 0 16,0 0-1,0 0-15,0 0 0,-40 40 0,40-40 0,-41-1 16,41 1 0,0 80 30,0 1-46,0-1 16,0 0-16,0 0 16,0 0-16,0 0 0,0 0 0,0 0 0,41-40 15,-41 40-15,0 1 16,0-1-16,40 0 0,-40 0 0,0 0 16,0 0-1,0-80 32,0 0-47,-40 0 0,40 0 0,0 0 16,-41-1-16,41 1 15,0 0-15,-40 0 0,40 0 0,0 0 16,-40 40-16,40-40 16,0 80 30,0 0-46,40-40 0,-40 40 0,0 0 16,40-40-16,-40 40 16,0 0-16,0 1 0,0-1 0,0 0 15,0 0-15,0 0 0</inkml:trace>
</inkml:ink>
</file>

<file path=ppt/ink/ink5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8T02:34:29.156"/>
    </inkml:context>
    <inkml:brush xml:id="br0">
      <inkml:brushProperty name="width" value="0.05292" units="cm"/>
      <inkml:brushProperty name="height" value="0.05292" units="cm"/>
      <inkml:brushProperty name="color" value="#FF0000"/>
    </inkml:brush>
  </inkml:definitions>
  <inkml:trace contextRef="#ctx0" brushRef="#br0">27045 1042 0,'0'40'172,"0"0"-157,0 0 1,0 1-16,0-1 15,0 0 1,0 0-16,0 0 0,0 0 0,0 0 0,0 0 16,0 0-16,0 1 0,0-1 0,0 0 15,0 0-15,0 0 16,0 0-16,0 0 0</inkml:trace>
  <inkml:trace contextRef="#ctx0" brushRef="#br0" timeOffset="1521.38">28891 1203 0,'0'0'0,"40"0"93,0 0-77,0 0-16,1 0 16,-1 0-1,0 0-15,-40 40 0,40-40 0,-40 40 0,40-40 16,-40 40-16,40 0 15,-40 0 1,0 0 0,0 0-16,-40-40 0,40 40 15,-80 1-15,40-1 16,0 0-16,40 0 16,-41-40-16,41 40 0,-40-40 0,40 40 31,40-40 0,1 0-31,-1 0 16,0 0-16,0-40 15,0 40-15,0-40 0,40 40 0,-39 0 16,-1 0-16,0-40 0,0 40 0,40-40 0,-40 40 16,0 0-16,-40-40 0,41 40 15,-1 0-15,-40-41 0</inkml:trace>
  <inkml:trace contextRef="#ctx0" brushRef="#br0" timeOffset="2191.36">31218 922 0,'0'40'78,"0"0"-62,0 0-16,0 0 15,0 0-15,0 0 0,0 1 0,0-1 16,40 0-1,-40 0-15,41-40 0,-41 40 16,40 0 0,0-40-16,0 40 15,0-40-15,0 40 16,-40 0 0,40-40-16,-40 41 0,0-1 15,0 0 1,-40-40-16,0 40 15,0-40 1,0 0-16,0 0 0,0 0 0</inkml:trace>
  <inkml:trace contextRef="#ctx0" brushRef="#br0" timeOffset="2491.33">31058 882 0,'40'0'0,"-80"0"0,120 0 0,-80-40 0,40 40 16,0 0-16,0-40 16,41 40-16,-41 0 0,0-41 0,0 41 0,0 0 15,0-40-15,41 40 0,-41 0 16,0 0-16,0-40 0,0 40 0,40 0 31,-40 0-31,-80 0 31,0 0-15,40 40-16,-40-40 0</inkml:trace>
  <inkml:trace contextRef="#ctx0" brushRef="#br0" timeOffset="3661.26">27045 2967 0,'-40'0'0,"80"0"0,-120 0 31,80-40 0,40 40-15,0 0-1,0 0-15,0 0 16,1 0-16,-1 0 0,0 0 16,0 0-1,0 40-15,-40 0 0,40-40 16,0 40-1,-40 1-15,0-1 0,0 0 16,0 0-16,0 0 16,0 0-16,-40 0 0,40 0 0,0 0 15,-40 0-15,40 1 0,-40-41 0,40 40 0,-40 0 16,0 0-16,40 0 0,-40-40 16,40 40-16,-41-40 0,41 40 0,0 0 15,0 0 1,41-40-1,-1 0-15,0 0 16,0 0-16,0 0 0,0 0 0,0 0 16,0-40-16,1 40 15,-1-40-15,0 0 0,0 40 0,-40-40 16,40 40-16,-40-40 0,0 0 16,-40 40-16,40-40 0,-80 40 15,40-40-15,-1 40 0,1 0 0,0-41 0,0 41 16,-40 0-16,40 0 15,0-40-15,-1 40 0,1 0 0,0 0 0,0-40 16,0 40-16,0-40 16,0 0-16,40 0 0,0 0 15,0 0-15,40 0 16,0 40 0,-40-40-16,40-1 0,0 41 0,0-40 0,0 40 15,1 0-15,-1-40 0,0 40 16,0-40-16,0 40 0,0 0 0</inkml:trace>
  <inkml:trace contextRef="#ctx0" brushRef="#br0" timeOffset="4281.22">29533 2767 0,'40'0'47,"0"0"-31,0 0-1,1 0-15,-1 0 16,0 0-16,-40 40 16,0 0-1,0 0 1,0 0-1,0 0-15,0 0 0,-40-40 0,40 40 0,0 1 16,0-1-16,0 0 16,0 0-16,0 0 15,0 0 17,40-40-32,0 0 15,0 0 1,0 0-16,-40 40 0,40-40 0,0 0 15,-40 40 1,0 0-16,-40 0 16,0 1-1,0-1-15,0-40 0,0 40 16,0-40-16,40 40 0,-40-40 0,-1 0 0,41 40 16,-40-40-16,0 0 15,0 40-15,0-40 0,0-40 16</inkml:trace>
  <inkml:trace contextRef="#ctx0" brushRef="#br0" timeOffset="5081.72">31299 2646 0,'-41'0'0,"82"0"46,-1 0-30,0 0-16,0 0 16,0 40-1,-40 1-15,40-41 0,-40 40 16,0 0-16,0 0 16,0 0-1,0 0-15,-40 0 0,40 0 16,-40 0-16,40 1 0,0-1 15,0 0-15,-40-40 0,0 40 0,40 0 0,0 0 16,-40 0 0,40 0-16,-41-40 0,41 40 15,41-40 17,-1 0-32,-40-40 0,40 40 15,0 0-15,-40-40 16,40 40-16,0 0 0,0-40 0,0 40 0,1-40 15,39 40-15,-40 0 0,0 0 16,-40-40-16,40 40 0,0 0 0,0 0 0,1 0 16,-1 0-1,0 0-15,0 0 16,-80 0 62,40-40-62,-40 40-16,40-40 0</inkml:trace>
  <inkml:trace contextRef="#ctx0" brushRef="#br0" timeOffset="6082.29">27607 5173 0,'0'40'31,"0"0"1,-40-40-32,0 0 0,0 40 15,-1 0 1,41 1-16,-40-41 0,40 40 0,0 0 16,-40 0-16,40 0 0,0 0 0,0 0 15,0 0-15,0 0 16,40 0-16,-40 1 0,40-1 0,1 0 15,-1 0 1,0-40-16,-40 40 0,40-40 0,0 0 16,0 40-16,0-40 15,-40-40 17,-40 0-17,40 0-15,-40 40 0,40-40 0,-40 40 16,40-40-16,-40 40 15,0 0-15,0 0 16,40-41-16,-41 41 16</inkml:trace>
  <inkml:trace contextRef="#ctx0" brushRef="#br0" timeOffset="6923.02">30095 4812 0,'-40'0'15,"40"40"220,0 0-235,0 0 0,0 0 15,0 1-15,0-1 16,0 0-16,0 0 0,0 0 0,0 0 0,0 0 16,0 0-1,0 0-15,0 1 16,40-41 0,0 0-1,0 0 1,0 0-1,0 0-15,0 0 0,1 0 16,-41 40 0,40-40-16,-40 40 31,0 0-31,0 0 16,-40-40-16,40 40 0,-41-40 15,1 40-15,0-40 0,40 40 0,-40-40 16,0 0-16,0 0 0,0 0 15</inkml:trace>
  <inkml:trace contextRef="#ctx0" brushRef="#br0" timeOffset="7163.08">30135 4772 0,'0'-40'16,"40"40"-16,0 0 31,0-40-31,81 0 16,-81 40-16,0 0 0,0-40 15,40 40-15,-40-41 0,41 41 0,-41-40 0</inkml:trace>
  <inkml:trace contextRef="#ctx0" brushRef="#br0" timeOffset="7952.96">32061 4531 0,'40'0'16,"0"40"15,0-40-15,0 0-1,-40 41-15,41-41 16,-1 0 0,-40 40-16,40-40 15,-40 40-15,0 0 16,0 0-16,0 0 15,0 0-15,0 0 0,-40-40 16,40 40-16,0 0 16,-40 1-16,40-1 0,-41-40 0,41 40 0,-40 0 15,40 0-15,-40-40 0,40 40 16,0 0-16,-40-40 0,40 40 0,0 0 0,-40 1 16,40-1-1,0 0-15,40-40 16,-40 40-1,40-40-15,0 0 16,0 0-16,1 0 16,-1 0-1,0 0-15,0 0 0,0 0 16,0 0-16,-40-40 16,0 0-16,0 0 15,0-1-15,-40 41 0,40-40 16,-40 0-16,0 0 15,40 0-15,-40 40 0,0-40 0,-1 0 16,1 0-16,0 40 0,0-40 16,0-1-16,0 1 0,0 0 0,0 0 15,-1 0 1,41 0-16,-40 40 16,40-40-1,81 0 1,-41 40-16,0 0 15,0-40-15,0 40 16,40 0-16,-40 0 0,1-40 0,-1 40 16,0 0-16</inkml:trace>
  <inkml:trace contextRef="#ctx0" brushRef="#br0" timeOffset="12296.95">26524 7058 0,'0'40'31</inkml:trace>
  <inkml:trace contextRef="#ctx0" brushRef="#br0" timeOffset="14417.57">26042 922 0,'-40'0'172,"0"0"-157,0 40 1,0-40-16,-1 0 16,1 0-16,0 0 0,0 0 15,40 40-15,-40 0 16,0-40-16,0 0 0,40 40 15,-40-40 1,40 40 0,0 0 46,0 1-46,0-1-1,0 0-15,0 0 0,0 0 0,0 0 16,0 0 0,0 0-16,0 0 0,0 1 0,0-1 0,0 0 15,0 0-15,0 0 16,0 0-16,0 0 0,0 0 0,40 0 16,-40 0-16,0 1 15,0-1-15,40-40 0,-40 40 0,0 0 16,0 0-16,0 0 0,0 0 0,0 0 15,0 0-15,0 1 0,0-1 16,0 0-16,0 0 0,0 0 0,0 0 0,0 0 16,0 40-16,0-40 15,0 1-15,0-1 0,0 0 0,0 40 0,0-40 16,0 40-16,0-40 0,-40 41 16,40-41-16,-40 40 0,40 0 0,0-40 0,-41 40 15,41-39-15,0-1 0,0 0 0,0 40 0,0-40 16,0 0-16,0 0 15,0 0-15,0 41 0,0-41 0,0 0 0,0 0 16,0 0-16,0 0 0,0 0 16,0 0-16,0 0 0,0 1 0,0-1 0,0 0 15,0 0-15,0 0 16,0 0-16,0 0 0,0 0 0,0 0 0,0 1 16,0-1-16,0 0 0,0 0 0,0 0 15,0 0-15,0 0 16,0 0-16,41 0 0,-41 0 0,0 1 15,0-1 1,0 0-16,40-40 0,-40 40 0,0 0 0,0 0 16,40-40-16,-40 40 0,0 0 15,0 0-15,0 1 0,0-1 0,0 0 16,0 0-16,-40 0 16,40 0-16,0 0 0,0 0 0,-40 0 0,40 0 15,0 1-15,0-1 0,0 0 16,0 0-16,0 0 15,0 0 17,0 0-17,0 0 1,0 0 0,40-40 15,-40 41-31,40-1 15,0-40 1,-40 40-16,40-40 0,-40 40 16,40-40-1,0 40-15,0-40 0,-40 40 16,41-40-16,-1 40 0,0-40 16,0 0-16,0 40 0,0-40 0,0 0 15,0 0-15,1 0 0,-1 0 0,0 0 0,40 0 16,-40-40-16,40 40 15,-39-40-15,39 40 0</inkml:trace>
  <inkml:trace contextRef="#ctx0" brushRef="#br0" timeOffset="17198.44">32422 521 0,'0'0'16,"0"40"-16,-40-40 47,80 0 125,0 0-172,0 0 15,0 0 1,1 0-16,-1 0 0,0 0 0,0 0 15,0 0-15,0 0 0,0 0 0,1 0 16,-1 0 31,-40 40-31,40-40-1,-40 40 1,0 0-1,0 0 1,0 0-16,0 1 16,0-1-16,40 0 15,-40 0-15,0 0 0,0 0 0,40 0 16,-40 40-16,0-40 16,0 1-16,0-1 0,0 0 0,0 0 0,0 0 15,0 0-15,0 0 0,0 0 16,0 0-16,0 1 0,0 39 0,0-40 0,0 0 15,0 0-15,0 0 0,0 0 0,40 0 16,-40 0-16,0 1 16,0-1-16,0 0 0,0 0 15,0 0-15,0 0 16,0 0-16,0 0 0,0 0 16,0 1-1,0-1-15,40 0 0,-40 0 16,40 0-16,-40 0 15,0 0 1,41 0-16,-41 0 0,0 0 16,0 1-1,40-41-15,-40 40 0,0 0 16,0 0-16,40 0 16,-40 0-1,0 0 1,40 0-16,-40 0 0,0 1 15,0-1-15,0 0 0,0 0 16,0 0-16,0 0 16,0 0-16,0 0 15,40-40-15,-40 40 16,0 0-16,0 1 0,0-1 16,0 0-16,0 0 15,0 0-15,0 0 0,0 0 0,0 0 16,0 0-16,0 1 0,0-1 0,0 0 15,0 0 1,-40 0-16,40 0 0,0 0 16,0 0-1,0 0-15,0 0 16,0 1 0,0-1-1,0 0 1,40 0-1,-40 0-15,0 0 32,0 0-32,0 0 15,0 0 1,0 1 15,0-1-31,0 0 16,0 0-16,0 0 15,0 0 1,-40-40 0,40 40-1,0 0-15,0 0 16,0 0 0,0 1-1,0-1 1,0 0-1,0 0-15,0 0 16,0 0-16,0 0 16,0 0-16,0 0 15,0 1 1,0-1 0,0 0-1,0 0 1,0 0 15,0 0-15,0 0-1,0 0-15,0 0 16,0 0 0,0 1-16,0-1 15,0 0-15,0 0 16,-40-40 93,0 0-31,0 0-62,-1 0 0,41 40-16,-40-40 0,40 40 0,-40-40 15,0 0 1,0 40-16,0-40 0,0 40 0,0-40 15,-1 0-15,1 40 0,0-40 0,0 0 16,0 0-16,0 0 0,0 0 16</inkml:trace>
  <inkml:trace contextRef="#ctx0" brushRef="#br0" timeOffset="24736.24">25761 7860 0,'40'0'31,"-40"40"94,-40-40-109,0 0-1,0 40-15,0-40 0,0 0 0,40 40 16,-40-40-16,-1 40 16,1 1-16,0-1 0,40 0 15,-40-40-15,40 40 16,0 0-16,0 0 0,0 0 15,0 0 1,40 0 0,-40 1-1,0-1 1,40-40-16,0 0 0,1 0 16,-1 0-1,-40-40-15,40-1 16,0 1-1,0 0-15,0 0 0,-40 0 16,40 40-16,-40-40 0,40 40 16,-40-40-16,0 0 0,41 40 0,-41-40 15,40 40-15,-40-41 0,0 1 16,-40 40 0,40-40-16,-41 40 31,41 40 31,0 0-46,0 1 0,0-1-1,0 0-15,41 0 16,-1 0-1,0-40-15,0 40 0,-40 0 0,40-40 0,-40 40 16,40-40-16,0 40 16,0-40-16,-40 41 0,41-41 15,-41 40-15</inkml:trace>
  <inkml:trace contextRef="#ctx0" brushRef="#br0" timeOffset="25266.51">26323 7900 0,'0'40'31,"40"0"-15,-40 0-16,40 1 15,-40-1-15,40 0 16,0 0-16,-40 0 15,41-40 1,-41 40-16,0 0 0,40-40 16,-40 40-1,0 0 1,0-80 31,40 0-32,-40 0-15,0 0 16,40 0 0,-40 0-16,40 40 0,-40-40 0,0 0 15,0-1 1,40 41-16,-40-40 0</inkml:trace>
  <inkml:trace contextRef="#ctx0" brushRef="#br0" timeOffset="25816.44">27125 8221 0,'41'0'0,"-41"-40"0,40 40 0,-40-40 15,40 40 1,-40-40-16,40 40 16,-40-40-16,0-1 15,0 1 1,0 80 78,-40-40-79,0 0-15,40 41 0,0-1 16,-40-40-16,40 40 15,0 0 1,0 0 0,40 0 15,0 0-15,0-40-1,-40 40 1,40-40-16,-40 40 0,40-40 15,0 0 1,0 0-16</inkml:trace>
  <inkml:trace contextRef="#ctx0" brushRef="#br0" timeOffset="26376.41">27607 7820 0,'0'40'47,"40"-40"-47,-40 40 0,40 0 16,0-40-16,0 40 0,1-40 16,-41 40-1,40 1-15,-40-1 16,40-40-16,-40 40 15,0 0-15,0 0 0,0 0 32,0 0-17,-40-40 1,40-40 15,0 0-15,0 0-1,40 0-15,-40 0 16,40 0-16,-40-1 16,40 41-16,-40-40 15,40 40-15,0-40 0,0 40 16,-40-40-16,41 40 0,-1 0 16</inkml:trace>
  <inkml:trace contextRef="#ctx0" brushRef="#br0" timeOffset="26906.3">28730 7820 0,'-40'0'0,"0"0"16,0 0-1,40 40 1,-40-40-16,40 80 16,-40-80-16,40 40 15,0 0 1,0 1-1,40-41 1,0 0-16,0 0 16,0 0-16,0-41 15,-40 1 1,0 0 0,0-40-1,0 40 1,0 80 46,0 0-62,0 0 0,0 0 16,0 0-16,41 1 16,-41-1-1,40-40-15,0 40 0,0-40 16</inkml:trace>
  <inkml:trace contextRef="#ctx0" brushRef="#br0" timeOffset="27856.3">29453 7579 0,'0'0'0,"-40"0"16,0 0-1,40 81 1,-41-1 15,41 0-15,41-40-1,39-40 17,-40-40-17,-40-80 1,0 80 0,0-41-1,0 41 1,0 80 15,0 0-31,0 1 16,0-1-1,0 0-15,40-40 0,-40 40 0,0 0 0,40 0 16,-40 0-16,0 0 0,0 0 0,40 0 16,-40 1-16,0-1 15,0 0-15,0 0 0,0 0 0,0 0 16,0 0-16,0 0 15,0 0-15,-40 1 0,40-1 0,-40 0 16,0 0 0,40 0-16,-40-40 0,40 40 15,-40-40-15,0 0 16,40-40 0,-41 0-1,41 0-15,0 0 16,0 0-16,0-1 15,0 1-15,41 40 16,-41-40-16,40 0 0,-40 0 16,40 40-16,0-40 15,0 40-15,-40-40 0,40 0 16,0 0-16,0-1 0,1 1 16,-41 0-1,40 40-15,-40-40 0,40 40 0,-40-40 16,0 0-16,40 40 15,-40-40-15,0 0 16,0 80 47,0 0-48,0 0 1,0 0-16,0 0 15,0 0-15,0 0 16,0 1-16,0-1 16,40-40-16,-40 40 15,40-40-15,0 0 16</inkml:trace>
  <inkml:trace contextRef="#ctx0" brushRef="#br0" timeOffset="28076.3">29734 7459 0,'-40'0'31,"40"-40"-16,-41 40-15</inkml:trace>
  <inkml:trace contextRef="#ctx0" brushRef="#br0" timeOffset="29016.89">30215 7499 0,'0'40'15,"0"0"17,0 0-17,40 41 1,-40-41-16,0 40 31,40-80-31,-40 40 16,0-80 15,0 0-15,0 0-1,0 0 1,41 40 171,-1 0-171,-40-40 0,40 40-1,-40-41-15,40 41 0,-40 41 156,40-41-77,0 40-64,0 0 1,-40 0-1,40-40-15,-40 40 16,0 0 0,41-40-16,-41 40 15,40-40 17</inkml:trace>
  <inkml:trace contextRef="#ctx0" brushRef="#br0" timeOffset="29646.92">31018 7419 0,'-40'0'15,"40"40"-15,0 0 16,0 0 0,0 0-1,40-40 1,-40-40 0,40 40-1,-40-80 1,0 40 15,40 40-15,-40 80-1,40-80 1,-40 80-16,0 41 31,0-81-31,0 80 16,40-80-16,-40 161 15,0-161-15,0 0 0,0 0 16,0 0-16,-80 121 16,40-41 15,0-120-15,0-40-1,-1-81 1,41 81-1,0 0-15,0-40 16,0 40-16,0 0 0,41 40 16,-41-40-16,0 0 15,40 40-15,0-41 16,0 1 0</inkml:trace>
  <inkml:trace contextRef="#ctx0" brushRef="#br0" timeOffset="31277.74">26082 9143 0,'40'41'78,"-40"-1"-47,0 0-31,40 0 0,-40 0 0,0 0 16,41 0-16,-41 0 0,40 0 16,-40 0-16,0 1 0,40-1 15,-40 0-15,40 0 0,-40 0 16,0-80 62,-40 40-78,40-40 0,0 0 16,-40 0-16,40-1 15,-40 1-15,40 0 0,-41 0 16,41 0-16,-40 0 0,40 0 31,-40 40-31,40-40 0,0 0 16,0 0 31,40 40-1,0-41-46,1 41 16,-41-40 0,40 40-16,0-40 0,0 0 0,0 40 15,0 0-15,-40-40 16,40 40-16,0 0 0,1 0 16,-1 0-1</inkml:trace>
  <inkml:trace contextRef="#ctx0" brushRef="#br0" timeOffset="31587.64">26243 9504 0,'0'0'0,"40"0"62,0 0-46,0 0-16,0 0 0,0 0 15,0-40-15,1 40 16,-1-40-16,0 0 0,0 40 0,0-40 16,0 40-16,0-40 15</inkml:trace>
  <inkml:trace contextRef="#ctx0" brushRef="#br0" timeOffset="31837.98">27125 9224 0,'0'40'31,"0"0"-15,0 0-16,41-40 0,-41 40 0,0 0 15,40 0 1,-40 0-16</inkml:trace>
  <inkml:trace contextRef="#ctx0" brushRef="#br0" timeOffset="32048.02">27045 9063 0,'-40'0'15</inkml:trace>
  <inkml:trace contextRef="#ctx0" brushRef="#br0" timeOffset="32378.01">27607 8823 0,'0'0'16,"0"40"31,0 0-32,0 0-15,40-40 16,-40 40-16,0 0 0,0 0 0,0 0 16,40 0-16,0 1 15,-40-1-15,40 0 16,-40 0-16,0 0 16,0 0-16</inkml:trace>
  <inkml:trace contextRef="#ctx0" brushRef="#br0" timeOffset="32697.89">28369 8702 0,'-40'0'0,"80"0"0,-80 40 31,40 0-15,0 1 0,40-1-16,-40 0 0,40 0 0,-40 0 15,41 0-15,-41 0 0,40 0 16,-40 0-1,40-40-15,-40 41 0,0-1 0,40 0 16</inkml:trace>
  <inkml:trace contextRef="#ctx0" brushRef="#br0" timeOffset="33498.08">28450 9023 0,'0'-40'15,"40"40"-15,0 0 31,0 0-31,80 0 32,1-40-17,-81 40 1,40-80 0,-120 40 15,0 40-16,40 40 1,0 0-16,0 0 16,0 0-1,0 0-15,0 0 0,0 0 16,40-40-16,-40 40 16,40-40-16,-40 41 0,40-41 15,0 40-15,1-40 16,-1 0-16,0 0 0,0 0 15,0 0-15,0 0 0,-40-40 16,40 40 0,-40-41-16,0 1 0,0 0 31,0 0-31,0 0 16,0 0-1,0 0-15,0 0 16,40 40-16,1 0 15,-1 0 1,0 0-16,-40 40 31,40-40-31,-40 40 16,0 0-16,0 0 16,0 0-16,40-40 0,-40 40 15,0 0-15,40 1 0,-40-1 16,40-40-1,0 0-15,1 0 16,-1 0 0,0 0-16,-40-40 15,0-1 1,0 1-16,0 0 16</inkml:trace>
  <inkml:trace contextRef="#ctx0" brushRef="#br0" timeOffset="33648.08">30255 8983 0,'0'40'16,"-40"-40"-16,0 0 0</inkml:trace>
  <inkml:trace contextRef="#ctx0" brushRef="#br0" timeOffset="49586.88">5537 4692 0,'0'-40'0,"-40"40"31,40-40 0,-40-1 94,80 82-47,0-1-62,-40 0-16,41-40 16,-41 40-1,40 0-15,-40 0 16,40-40-16,-40 40 15,40 0-15,-40 0 0,40 0 16,-40 1 0,40-1-16,-40 0 15,40-40 1,-40-40 31,40 40-32,-40-40-15,0-1 0,0 1 16,41 40-16,-41-40 0,0 0 0,40 0 16,0 0-1,0 0-15,0 40 0,-40-40 0,40 40 16,0-40-16,0 0 0,1 40 0,39-41 0,-40 1 16,0 0-16,0 40 0,0-40 15,0 0-15,1 0 0,-1 40 0,0-40 0,0 0 16,0 40-16,0-40 15,0-1-15,0 1 0,1 0 16,-41 0 0,40 40-16,-40-40 0,40 80 140</inkml:trace>
  <inkml:trace contextRef="#ctx0" brushRef="#br0" timeOffset="55433.3">12680 4852 0,'0'-40'31,"-40"40"-31,0 0 31,0 0 94,-1 0-109,41 40-16,-40-40 0,40 40 0,-40-40 16,0 40-1,40 0 1,-40-40-1,40-40 48,40 40-47,0 0-1,40-40 1,-39 40-16,-1-40 0,0 40 15,0 0-15,0 0 0,0-40 0,0 40 0,0 0 16,1 0-16,-1 0 16,0 0-16,-80 0 47,0 0-32,-41 0-15,41 0 16,0 0-16,0 0 0,40 40 0,-40-40 15</inkml:trace>
  <inkml:trace contextRef="#ctx0" brushRef="#br0" timeOffset="57113.92">26845 2165 0,'40'0'203,"0"0"-187,0 0-1,0 0-15,0 0 16,0 0-16,0 0 16,1 0-16,-1 0 0,0 0 15,0 0 1,0 0-16,-40-40 31,-40 40 0,0 0 16,0 0-47,40 40 16,-40-40 0,-1 0-16,1 40 0,0-40 15,0 0 1,80 0 62,0 0-78</inkml:trace>
  <inkml:trace contextRef="#ctx0" brushRef="#br0" timeOffset="71523.95">26724 11309 0,'40'0'47,"-80"0"203,0 0-235,0 0 1,40 40 0,-40-40-16,0 0 15,40 40 1,-40-40-16,-1 0 15,1 0-15,0 0 16,0 0 0,0 0-1,0 0 1,40 40 0,0 1 77,40-41-77,-40 40-16,0 0 16,0 0-16,40-40 0,-40 40 0,0 0 15,40 0-15,-40 0 16,0 0-16,0 0 0,40 1 15,-40-1-15,0 0 0,0 0 0,0 0 16,0 0 0,0 0-16,40 0 0,-40 0 0,0 1 0,0-1 15,0 0-15,0 0 16,0 0-16,41 0 0,-41 0 0,0 0 16,0 0-1,0 0-15,0 1 0,40-1 0,-40 0 0,0 0 16,0 0-16,0 0 0,0 0 0,0 0 15,40 0-15,-40 1 0,0-1 16,0 0-16,40-40 0,-40 40 0,0 0 16,0 0-16,0 0 15,40 0-15,-40 0 0,0 0 0,0 1 16,40-1-16,-40 0 16,0 0-16,0 0 0,0 0 0,40 0 15,-40 0 1,0 0-16,0 1 0,0-1 0,40-40 15,-40 40-15,0 0 0,0 0 0,0 0 16,41 0-16,-41 0 16,0 0-16,0 0 15,40 1 1,-40-1 15,0 0 0,0 0 1,0 0-17,0 0 17,40-40-17,-40 40 16,0 0-15,0 0 0,40-40-16,-40 41 0,0-1 15,40-40 1,-40 40-16,40 0 47,-40 0-47,0 0 15,0 0 1,0 0 0,0 0 31,40-40-32,0 0 48,1 0-32,-41-40-15,40 40-16,0-40 15,0 40 1,-40-40-1,40 40-15,0 0 0,0 0 16,0 0-16,-40-40 0,41 40 0,-1 0 16,0 0-1,-40-40-15,40 40 0,0-40 16,0 40-16,0 0 16,0-40-16,1 40 0,-1 0 15,0-40-15,0 40 0</inkml:trace>
  <inkml:trace contextRef="#ctx0" brushRef="#br0" timeOffset="74305">32542 10266 0,'-40'0'0,"0"0"15,0 0 1,0 0-1,0 0 1,0 0 0,40 40-16,-40-40 15,-1 0 1,41 41-16,41-41 94,-1 0-79,-40-41-15,40 41 0,0 0 0,0 0 16,0-40-16,0 40 16,0 0-16,1 0 0,-1 0 0,0-40 15,0 40-15,0 0 16,0 0-16,0 0 0,1 0 15,-1 0 1,0 0-16,-40 40 125,-40-40-125,40 40 0,0 1 16,-40-41-16,40 40 15,0 0-15,-41 0 0,41 0 16,0 0 0,0 0-16,0 0 0,0 0 0,0 1 15,0-1-15,0 0 0,0 0 16,0 0-16,0 0 0,0 0 0,0 0 0,0 0 15,0 0-15,0 1 16,0-1-16,0 0 0,0 0 0,41-40 0,-41 40 16,0 0-16,40 0 0,-40 0 0,40 0 15,-40 1 1,40-1-16,-40 0 0,0 0 16,0 0-16,0 0 15,40 0-15,-40 0 0,0 0 16,0 0-16,0 1 15,0-1-15,0 0 0,0 0 16,0 0-16,0 0 0,0 0 0,40-40 16,-40 40-16,0 0 15,0 1-15,0-1 0,0 0 16,40-40-16,-40 40 0,0 0 16,0 0-16,40 0 15,-40 0 1,0 0-16,0 0 15,0 1-15,0-1 16,0 0 0,0 0-1,0 0 1,0 0-16,0 0 16,0 0-1,0 0-15,0 1 0,0-1 16,0 0-1,0 0-15,0 0 16,0 0-16,0 0 16,0 0-1,0 0-15,0 0 16,0 1 0,0-1-16,0 0 15,0 0 1,0 0-16,0 0 15,0 0 1,0 0-16,0 0 16,0 1-16,0-1 15,0 0 17,0 0-1,0 0-16,0 0 1,0 0 31,0 0 15,-40-40 17,0 0-64,0 0 16,40 40-31,-40-40 0,0 0 16,40 40-16,-40-40 16,40 41-16,-40-41 15,-1 0-15,41 40 16,-40-40 0,0 0 15,0 0 0,0 0-31</inkml:trace>
  <inkml:trace contextRef="#ctx0" brushRef="#br0" timeOffset="81600.98">23634 882 0,'0'0'0,"0"-40"32,-40 40 15,0 0-32,80 0 79,-40 40-78,40-40-1,-40 40-15,41-40 0,-41 40 0,40 0 16,0 0-1,-40 0-15,40-40 0,-40 40 0,40-40 16,-40 40-16,40-40 16,-40 41-16,40-1 0,0 0 0,1 0 15,-1-40 1,-40 40-16,40-40 16,-40 40-16,40-40 0,0 0 15,0 0 1,0 0-1,0 0 1,1 0-16,-1 0 31,0 0-15,0 0-16,0 0 16,0 0-1,0 0-15,0 0 16,1 0-1,-82 0 32,1 0-47</inkml:trace>
  <inkml:trace contextRef="#ctx0" brushRef="#br0" timeOffset="81960.97">24557 1243 0,'0'40'47,"40"-40"-16,-40 40-31,41-40 16,-41 40 0,40-40-16,-40 40 0,40-40 15,-40 40-15,40-40 16,-40 40 0,0 0 15,-40-40-31,40 41 15,-40-41-15,0 0 0,-1 40 16,1-40-16,0 40 0,0-40 0,0 40 0,0-40 16,0 40-1,0-40-15</inkml:trace>
  <inkml:trace contextRef="#ctx0" brushRef="#br0" timeOffset="83621.03">18458 681 0,'40'0'15,"-40"-40"110,0 0-109,40 40-16,-40-40 0,41 40 0,-1 0 15,0 0 1,-40-40-16,40 40 0,0 0 16,0 0-1,0 0-15,0 0 16,1 40-16,-41 0 31,40-40-31,-40 40 0,0 0 16,0 0-1,40-40-15,-40 40 0,0 1 16,0-1 0,0 0-16,0 0 15,0 0-15,-40-40 0,40 40 16,0 0-16,-40-40 16,40 40-16,-41 0 0,1-40 15,40 40 1,-40-40-16,40 41 0,-40-41 0,0 0 15,0 0 1,0 0-16,0 0 16,-1 0-1,1 0-15,0 0 16,40-41-16,-40 1 16,40 0-16,0 0 15,0 0-15,0 0 0,0 0 16,0 0-1,0 0 1,0 0 0,40 40-16,0-41 0,-40 1 15,40 40-15,1 0 0,-41-40 16,40 40-16,0-40 16</inkml:trace>
  <inkml:trace contextRef="#ctx0" brushRef="#br0" timeOffset="84131.01">19221 441 0,'0'0'0,"40"0"0,0 0 0,0-41 16,0 41 0,0 0-16,0 0 15,0 0-15,1 0 0,-41 41 16,40-41-16,-40 40 0,40-40 16,-40 40-16,40-40 0,-40 40 0,40 0 15,0 0 1,0 0-16,-40 0 0,0 0 15,0 1 1,0-1 0,-40-40-16,40 40 15,-40-40 1,0 0-16,0-40 31,40 0-31,0-1 0,0 1 16,0 0-1,40 40-15,-40-40 0,40 0 16,0 0 0,-40 0-16,40 40 0,0 0 15,-40-40-15,41 40 0,-1 0 16,0 0 0,-40-40-16,40 40 0,0 0 0</inkml:trace>
  <inkml:trace contextRef="#ctx0" brushRef="#br0" timeOffset="84371.09">20505 280 0,'-41'0'16,"41"40"31,0 0-32,0 0-15,41-40 16,-41 41-16,0-1 16,0 0-16,40-40 0,-40 40 15,0 0-15,0 0 16</inkml:trace>
  <inkml:trace contextRef="#ctx0" brushRef="#br0" timeOffset="84571.08">20464 320 0,'0'0'0,"0"-40"16,0 0-1,41 0 17</inkml:trace>
  <inkml:trace contextRef="#ctx0" brushRef="#br0" timeOffset="85420.93">21187 200 0,'0'0'16,"-40"0"62,-1 0-63,41 40 1,0 0 0,-40-40-16,40 40 0,0 0 0,0 0 15,0 1 1,0-1-16,40-40 0,-40 40 15,41-40 1,-1 0-16,0 0 0,0 0 16,0 0-1,-40-40 1,0 0-16,0-1 16,-40 41-16,40-40 0,-40 40 15,0-40-15,0 40 0,40-40 16,40 40 31,-40 40-32,40-40-15,-40 40 0,0 0 16,40 1-16,0-41 16,-40 40-16,40 0 0,-40 0 0,0 0 15,0 0-15,40 0 0,-40 0 16,0 0-16,0 41 0,0-41 0,0 0 0,0 0 15,-40 0-15,40 0 16,0 0-16,-40 40 0,40-39 0,-40-1 0,40 0 16,-40 0-16,40 0 15,-40-40 1,0 0-16,-1-40 16,41 0-1,-40 40-15,40-40 0,-40 0 16,40-1-16,-40 1 15,40 0-15,0 0 0,0 0 0,0 0 16,0 0 0,0 0-16,40 40 0,-40-40 15,40 40-15,-40-40 0,40 40 0,1-41 16,-1 41 0,-40-40-16,40 40 0,0 0 0,-40-40 0,40 40 15,0 0-15,0-40 16,0 40-16,1 0 0,-1 0 15</inkml:trace>
  <inkml:trace contextRef="#ctx0" brushRef="#br0" timeOffset="85660.92">21829 481 0,'0'-40'15,"0"80"48,0 0-63,0 0 15,0 0-15,0 0 0,40 0 16,-40 0-16,0 0 16,40-40-16,-40 41 0,0-1 0,40 0 15,-40 0-15,40-40 16,0 0-16</inkml:trace>
  <inkml:trace contextRef="#ctx0" brushRef="#br0" timeOffset="85850.92">21829 280 0,'0'0'15,"0"-40"-15,-40 40 16,80 0 15,0 0-31</inkml:trace>
  <inkml:trace contextRef="#ctx0" brushRef="#br0" timeOffset="86261.07">22230 360 0,'40'0'16,"-80"0"-16,80 40 15,0-40 1,-40 41-16,0-1 31,40-40-31,-40 120 16,41-80-16,-41 0 15,0 0-15,0-80 47,40 0-31,-40 0 0,0 0-16,0 0 0,40 40 0,-40-40 15,0 0 1,40 40-16,0 0 31,-40 40-31,40-40 0,-40 40 16,40-40-1,-40 40-15,0 0 0,40-40 16,-40 40-16,41-40 0,-41 40 0,40-40 16,0 0-1</inkml:trace>
  <inkml:trace contextRef="#ctx0" brushRef="#br0" timeOffset="86941.04">23193 320 0,'0'0'16,"-40"0"-16,-40 0 15,40 0-15,-1 40 16,1 41 15,0-81-31,40 40 16,0 0-16,0 0 15,40-40 1,0 0 15,-40-40-31,0 0 16,0 0-1,0-1-15,0 1 16,0 80 15,41-40-15,-1 0 0,-40 41-16,40-41 0,-40 40 0,40-40 15,0 0 1,-40 40-16,40-40 0,0 0 15,0 0 1,-40-40 15,0 0-31,0-1 16,0 1-16,0 0 16,0 0-1,-40 0-15,40 0 16,0 80 62,0 0-62,40 0-1,1 0 1,-1 0-16,0-40 0,0 41 15,0-1-15,0 0 16,0-40-16,-40 40 0</inkml:trace>
  <inkml:trace contextRef="#ctx0" brushRef="#br0" timeOffset="87691.43">20986 1804 0,'40'0'15,"0"0"1,-40 40 15,0 0-15,40 0 0,-40 1-16,0-1 0,0 0 15,0 0-15,0 0 16,41 0-16,-41 0 0,40 0 15,0 0 1,-40 1-16</inkml:trace>
  <inkml:trace contextRef="#ctx0" brushRef="#br0" timeOffset="87991.4">20866 1924 0,'-40'0'0,"40"-40"15,40 0 1,40-40 15,40 0-15,-80 80-16,121-80 15,-121 80-15,0 0 16,0-40-16</inkml:trace>
  <inkml:trace contextRef="#ctx0" brushRef="#br0" timeOffset="88261.3">21147 2406 0,'40'0'16,"0"0"-16,0 0 31,-40-40-31,40 40 16,0 0-1,0 0-15,-40-40 0,40 40 16,1 0-16,-1 0 0,0-41 16</inkml:trace>
  <inkml:trace contextRef="#ctx0" brushRef="#br0" timeOffset="88841.29">21668 1965 0,'0'0'16,"40"0"15,0 0-31,41 120 31,-41-120-31,0 80 16,-40-40-16,40 0 15,-40 41 1,0-122 15,0 1-31,0 0 16,0 0-1,0 0-15,0 0 0,0 0 0,40 40 16,-40-40-16,40 40 0,-40-40 16,41 40-16,-1 0 15,0 0-15,0 0 16,-40 40 0,40-40-16,0 0 15,-40 40-15,0 0 16,0-80 31,-40 40-47,40-40 15,0 0-15,0-1 0,0 1 16,40 0 0,0 40-1,0 0 1,-40 40-1,0 0-15,41-40 0,-41 41 0,40-41 16,0 40 0,0-40-16,0 40 0,0-40 15</inkml:trace>
  <inkml:trace contextRef="#ctx0" brushRef="#br0" timeOffset="90111.29">22631 1764 0,'0'40'0,"0"-80"0,-40 80 0,40 0 16,-40-40 0,40 40-1,0 0-15,0 1 16,0-1-1,40-40-15,0 0 32,-40-40-17,0-1-15,0-39 32,40 0-17,-40 120 32,0 0-47,41-40 16,-1 40-16,-40 0 15,40-40-15,-40 41 16,40-41-16,0 0 16,0 0-1,-40-41-15,40 1 16,0 0-16,-40 0 15,0 0-15,41 40 0,-41-40 0,0 0 16,40 0 0,-40 0-16,0 0 0,-40 40 47,40 40-32,0 0 1,0 0 15,0-80 16,0 0-47,0 0 16,0-1-1,0 82 32,0-1-31,0 0-16,40-40 0,-40 40 0,0 0 15,0 0-15,0 0 0,40-40 0,-40 40 16,0 0-16,0 0 16,40 1-16,-40-1 0,0 0 0,0 0 15,0 0-15,0 0 0,0 0 16,0 0-16,0 0 0,0 1 0,0-1 15,0 0 1,-40-40-16,40 40 16,-40-40 15,40-80-31,-40 40 16,40-1-1,0 1-15,0 0 0,0 0 16,0 0-16,0 0 15,0 0-15,40 40 0,-40-40 16,40 40 0,-40-40-16,40 40 0,-40-41 0,40 41 15,-40-40-15,40 40 0,0-40 0,0 0 16,1 0 0,-1 0-16,0 40 0,0-40 0,0 0 15,-40 0 1,0 0 15,-40 40-15,0-41-1,40 82 17,0-1-32,0 0 15,0 0-15,40 0 16,-40 0-1,40-40-15,-40 40 16,40-40-16,0 0 16,0 0-16,-40 40 15,41-40-15,-1 0 0,0 0 16,-40-40-16</inkml:trace>
  <inkml:trace contextRef="#ctx0" brushRef="#br0" timeOffset="90271.26">24156 1684 0,'-40'40'16,"0"0"-16,0-40 16,-41 40-1,41-40-15</inkml:trace>
  <inkml:trace contextRef="#ctx0" brushRef="#br0" timeOffset="-196488.32">16211 16443 0,'-40'0'15,"0"0"32,40-41 328,40 41-344,0 0 1,0 0-1,0 0 0,0 0-15,1 0 15,-1 0 0,0 0-31,0 0 32,0 0-1,0 0 0,0 0 0,0 0-15,1 0 15,-1 0 16,-40-40-47,40 40 16,0 0 31,0 0-32,0 0 16,0 0 79,0 0-32,41 0 16,-41 0-1,0 0 64,-40 40 93,-40-40-157,0 0 329,0 0 1313,40 41-1298</inkml:trace>
  <inkml:trace contextRef="#ctx0" brushRef="#br0" timeOffset="-190551.86">18177 16683 0,'-40'0'32,"0"0"-1,0 0 0,40 40-31,-40-40 16,0 0-16,40 40 15,-41-40 1,82 0 140,-1 0-140,-40-40-1,40 40-15,0 0 16,-40-40 0,40 40-16,0 0 31,0 0-15,1 0-1,-1 0 16,0 0-31,0 0 32,0 0-32,0 0 15,-40-40-15,40 40 16,0-40 0,1 40 15,-1 0-31,0 0 31,0 0-31,0 0 16,0 0-16,0 0 0,0 0 15,1 0-15,-1 0 16,0 0-16,0 0 16,0 0-1,0 0-15,0 0 16,0 0-1,1 0 1,-1 0 0,0 0-16,0 0 15,0 0 1,0 0 0,0 0 15,0 0 0,1 0-15,-1 0-16,0 0 0,0 0 0,0 0 15,0 0-15,0 0 16,0 0-16,1 0 0,-1 0 16,0-40-16,0 40 15,0 0-15,0 0 16,0 0-1,0 0 17,1 0-17,-1 0 1,0 0 0,0 0-1,-40-40 1,40 40-16,0 0 31,0 0 0,0 0-15,1 0 0,-1-40-1,0 40-15,0 0 16,-40-40-16,40 40 62,0 0-46,0 0 0,0 0-16,1 0 0,-1-41 15,0 41 1,0 0 78,0 0-79,0 0 32,0 0 47,0 0 156,1 0-219,-1 0-31,0 0 109,0 0 32,0 0-110,-40-40-15,40 40-16,0 0 31,0 0-15,1 0 15,-41-40-15,40 40-1,0 0 1,0 0 15,0 0 63,0 0-63,0 0-15,0 0 46,1 0-15,-1 0-31,0 0-16,-40-40 15,40 40 1,0 0 0,0 0 15,0 0 63,1 0-63,-1 0-15,-40-40 15,40 40-31,0 0 109,0 0-78,0 0 94,-40-40-109,40 40 0,0 0-1,-80 0 1188,0 0-1187</inkml:trace>
  <inkml:trace contextRef="#ctx0" brushRef="#br0" timeOffset="-179013.37">15850 19009 0,'40'0'250,"0"0"-204,0 0-14,0 0-17,-40-40 1,41 40 0,-41-40-16,40 40 15,0 0 1,0 0 15,0 0-15,0 0-1,0-40 1,0 40 0,1 0-1,-1 0 1,0 0 62,0 0-47,0 0-15,0 0 15,0 0 0,0 0 16,1 0-16,-1 0-15,0 0 0,0 0-1,0 0 1,0-40 0,0 40-1,0 0 79,1 0-63,-41 40-31,40-40 0,0 0 16,-40 40-1,40-40 1,0 0 0,0 0 15,0 0-31,0 0 16,1 0-1,-1 0 1,0 0 15,-40 40 0,40-40-31,0 0 47,0 0-47,0 0 16,0 0-1,1 0-15,-1 0 0,0 0 32,0 0-32,-40-40 15,40 40 32,0 0-31,0 0-1,0 0 1,1 0-16,-1 0 31,-40-40-31,40 40 32,0 0-1,0 0-16,0-40 17,0 40-32,1 0 15,-1 0 1,0 0 0,0 0 46,0 0-46,0 0-1,0-40-15,0 40 16,1 0 0,-41-40-16,40 40 0,0-40 15,0 40 16,0 0 1,0 0-32,0 0 15,0 0 1,1 0-16,-41-41 0,40 41 16,0-40-1,0 40 1,0 0 15,0 0-15,0 0-1,0 0 1,1 0 0,-1 0-1,0 0-15,0-40 16,0 40-1,0-40 1,0 40 0,0 0 156,-80 0-141,0 0-16,0 0-15,0 0 32,80 0 77,0 0-78,0 0 1</inkml:trace>
  <inkml:trace contextRef="#ctx0" brushRef="#br0" timeOffset="-163138.86">12399 4812 0,'0'40'282,"40"-40"-267,0 0-15</inkml:trace>
  <inkml:trace contextRef="#ctx0" brushRef="#br0" timeOffset="-157869.43">27286 1724 0,'-40'40'15,"0"-40"1,80 0 140,0 0-93,0 0-32,0 0 0,-40-40-15,40 40-1,-40-40 17,40 40 14,-40-40-14,0 80 1452,0 0-1453,0-80 1547,0 80-999,0 0-579</inkml:trace>
  <inkml:trace contextRef="#ctx0" brushRef="#br0" timeOffset="-133603.96">27166 11389 0,'0'-40'47,"-41"40"-15,41-40-1,0 0 63,0 80 31,0 0-125,0 0 15,0 0-15,0 1 16,0-1-1,0 0 1,0 0 0,41-40-16,-41 40 0,0 0 15,0 0 1,0 0 15</inkml:trace>
  <inkml:trace contextRef="#ctx0" brushRef="#br0" timeOffset="-132772.91">27406 11189 0,'0'40'15,"0"0"16,-40-40 1,40 40-32,0 0 15,0 0 1,0 0-16,0 1 16,0-1-1,0 0 16,0-80 79,40 40-95,-40-40-15,0-1 47,40 41-31,1 0-16,-1 0 31,0 0-15,0 0-16,0 0 31,0 0 0</inkml:trace>
  <inkml:trace contextRef="#ctx0" brushRef="#br0" timeOffset="-132282.53">27527 11189 0,'0'0'0,"-40"-40"16,-1 40 15,41 40 63,0 0-94,0 0 16,0 0-1,41 0-15,-41 0 0,0 0 16,0 1-1,0-1-15,0 0 0,0 0 0,40 0 16,-40 0-16,40 0 16,0-40-16,-40 40 15</inkml:trace>
  <inkml:trace contextRef="#ctx0" brushRef="#br0" timeOffset="-131462.22">27005 12111 0,'40'0'93,"0"0"-77,-40-40 15,40 40-31,1 0 31,-41-40-31,40 40 16,0 0-16,0-40 0,0 40 31,0 0-31,-40-40 0,40 40 0,0 0 16,1 0 0,-1-40-16,0 40 15,0 0 1,-40-40-16,40 40 0</inkml:trace>
  <inkml:trace contextRef="#ctx0" brushRef="#br0" timeOffset="-130151.97">27527 12272 0,'0'-40'16,"0"-1"0,0 1 15,-40 40-15,-1 0-1,41 40 1,-40-40-16,40 41 15,-40-41-15,0 0 0,40 40 16,0 0-16,-40-40 0,40 40 31,-40-40-31,80 0 47,-40 40-31,40-40-16,0 0 31,0 0-15,-40-40-1,40 40-15,-40-40 16,0 0 15,0 0-15,0-1-1,0 82 95,0-1-79,41-40-31,-41 40 0,0 0 16,0 0-1,0 0 1,0 0 0,0 0-1,0 0 1,0 0 46,0 1-62,-41-41 16,1 0 0,0 0-1,40 40 1,-40-40-16,40-40 62</inkml:trace>
  <inkml:trace contextRef="#ctx0" brushRef="#br0" timeOffset="-105705.43">15569 7740 0,'-40'0'31,"0"0"1,0 0 30,0 0-46,-1 0 15,41-40 16,-40 40-47,0 0 31,0 0 0,0 0-31,0 0 16,0 0-16,0 0 0,-1 0 0,1 0 16,0 0-16,0 0 15,0 0-15,0 0 0,0 0 0,0 0 0,-1 0 16,41-40-1,-40 40 17,0 0 15,0 0-32,0 0 1,0 0 15,0 0-31,40 40 0,-41-40 0,1 0 16,0 0-1,0 0-15,0 0 0,0 0 0,0 0 16,0 0-16,-1 0 16,1 0-1,0 0-15,0 0 0,0 0 31,0 0-31,0 0 16,0 0-16,-1 0 16,1 0-1,0 0-15,0 0 0,40 40 16,-40-40-16,0 0 16,0 0-16,0 40 0,-1-40 15,1 0 1,0 0-16,0 0 15,0 0 1,0 0-16,0 0 16,0 0-16,-1 0 15,1 0-15,0 0 0,0-40 16,0 40-16,0 0 0,0 0 0,0 0 16,40-40-16,-41 40 15,1 0-15,0 0 0,0 0 0,0 0 0,0 0 16,0 0-16,0 0 0,-1 0 15,41-40-15,-40 40 0,0 0 0,0 0 0,0 0 16,0 0-16,0 0 16,0 0-16,-1 0 0,1 0 0,0 0 15,0 0 1,0 0-16,0 0 0,0 0 16,0 0-16,-1 0 15,1 0 1,0 0-16,0 0 0,0 0 15,0 0-15,0 0 16,0 0-16,-1 0 0,1 0 0,0 0 16,0 0-16,0 0 15,0 0-15,0 0 0,0 0 0,-1 0 16,1 0-16,0 0 0,0 0 16,0 0-16,0 0 15,0 0-15,40-41 0,-40 41 0,-1 0 31,1 0-31,0 0 16,0 0-16,0 0 16,40-40-16,-40 40 0,0 0 15,-1 0 1,1 0-16,0 0 0,0 0 0,0 0 0,0 40 16,0-40-16,0 0 0,40 41 0,-41-41 0,1 0 15,0 0-15,0 0 16,40 40-16,-40-40 0,0 0 0,0 0 15,0 0 1,-1 0-16,1 0 16,0 0-1,0 0-15,0 0 0,0 0 16,0 0-16,0 0 16,-1 0-1,1 0-15,0 0 16,0 0-16,0 0 15,0 0-15,0 0 0,0 40 16,-1-40 0,1 0-16,0 0 15,40 40-15,-40-40 0,0 0 16,0 0-16,0 0 0,0 40 0,-1-40 16,1 0-16,0 0 0,0 0 15,0 0-15,0 0 16,0 0-16,0 0 15,-1 0-15,1 0 16,0 0-16,0 0 0,0 0 16,0 0-1,0 0-15,0 0 16,-1 0-16,1 0 0,0 0 16,40-40-16,-40 40 15,0 0-15,0 0 0,0 0 16,0 0-1,-1 0-15,1 0 16,0 0 0,0 0-16,0 0 15,0 0 1,0 0 0,40 40-16,-40-40 0,-1 0 15,1 0 1,0 0-16,0 0 31,0 0-31,0 0 31,0 0 1,40-40 30,0 0-31,0 0 1,0 0-1,40-1-31,-40 1 15,0 0 1,0 0 0,0 0-1,0 0-15,0 0 16,0 0-16,0 0 0,0-1 16,0 1-1,0 0-15,0 0 16,0 0-1,0 0-15,-40 0 16,40 0 0,0 0-16,-40 40 0,40-40 0,0-1 0,-41 1 15,41 0 1,0 0-16,-40 40 0,40-40 0,-40 40 0,40-40 16,-40 0-16,40 0 15,-40 40-15,40-40 0,-40-1 16,40 1-16,-40 0 15,40 0 1,-41 0-16,41 0 0,0 0 16,-40 40-1,40-40-15,0 0 0,0 0 16,0-1-16,0 1 0,0 0 0,0 0 16,0 0-1,40 0-15,-40 0 0,0 0 0,0 0 16,0-1-16,0 1 0,0-40 15,0 40-15,0 0 0,41-40 0,-41 40 0,0-41 16,0 41-16,40 0 0,-40-40 16,0 40-16,0-40 0,0 40 0,0-1 15,0 1-15,0 0 0,0 0 16,0 0-16,-40 0 0,40 0 0,-41 40 16,41-40-16,0 0 0,-40 0 0,0-1 15,40 1 1,-40 0-16,40 0 15,0 0-15,0 0 16,-40 40-16,40-40 0,0 0 0,0 0 16,0-1-1,0 1-15,0 0 16,0 0-16,0 0 16,0 0-1,0 0-15,0 0 16,0 0-1,0 0-15,0-1 16,0 1 0,0 0-16,0 0 31,0 0-15,0 0 15,0 0-16,0 0 1,0 0-16,40 40 16,-40-41-16,40 41 15,-40-40-15,0 0 0,40 40 16,-40-40-16,0 0 31,0 0-31,0 0 16,0 0-16,0 0 15,0 0-15,0-1 0,0 1 16,40 0-16,-40 0 16,41 0-16,-41 0 0,40 0 15,-40 0 1,40 40-16,-40-40 0,0-1 16,40 41-16,-40-40 31,0 0-16,40 40-15,-40-40 16,40 40-16,-40-40 0,40 40 16,-40-40-1,41 0-15,-1 0 16,-40 0-16,40 40 0,-40-40 16,40-1-16,0 1 15,0 40 1,-40-40-1,40 40 1,0 0 47,1 0-48,-1 0-15,0-40 16,0 40-1,0 0 1,0 0-16,0 0 16,0-40-1,1 40-15,-1 0 0,0 0 16,0 0-16,0 0 0,0 0 0,0-40 0,0 40 16,1 0-16,-1 0 15,0 0-15,0 0 0,0-40 0,0 40 0,0 0 16,0 0-16,1 0 0,-1-40 15,0 40-15,0 0 0,0 0 16,0 0 0,0 0-16,0 0 15,1 0-15,-41-40 0,40 40 16,0 0-16,0 0 0,0 0 16,0 0-16,0 0 0,0 0 0,1-41 15,-1 41-15,0 0 16,0-40-16,0 40 0,0 0 0,0-40 15,0 40-15,1 0 16,-1 0-16,0 0 16,0-40-1,0 40-15,0 0 0,0 0 16,0-40-16,1 40 0,-1 0 16,0-40-16,0 40 15,0-40-15,0 40 0,0 0 0,0-40 0,1 40 16,-1 0-16,0-40 15,0 40-15,0 0 0,0 0 0,0-40 0,0 40 16,1 0-16,-1 0 0,0 0 16,0 0-16,0 0 15,0 0 1,0 0-16,1 0 0,-1 0 0,0 0 16,0 0-16,0 0 0,0 0 0,0 0 15,0 0-15,1 0 0,-1-41 16,0 41-16,0 0 0,0 0 0,0 0 15,0 0 1,0 0-16,1-40 0,-1 40 16,0 0-16,0 0 15,0 0-15,0-40 0,0 40 16,0 0-16,1 0 0,-1 0 0,0 0 16,0 0-1,0 0-15,0 0 0,0 0 16,0 0-16,1 0 15,-1 0-15,0 0 0,0 0 16,0 0-16,0 0 16,0 0-16,0 0 0,1 0 0,-1 0 0,0 0 15,0 0-15,40 0 0,-40-40 16,0 40-16,1 0 0,-1 0 0,0 0 0,0 0 16,0 0-16,0-40 0,0 40 0,0 0 0,1 0 15,-1 0-15,0 0 16,0 0-16,0-40 0,0 40 0,0 0 15,0 0-15,1 0 16,-1 0-16,0 0 0,0 0 0,0 0 16,0 0-16,0 0 15,0 40-15,1-40 0,-1 0 16,0 0 0,0 0-1,-40 40-15,40-40 0,0 0 16,0 0-1,-40 40-15,40-40 0,1 40 16,-1-40-16,0 40 16,0-40-16,0 0 0,-40 41 15,40-41-15,0 40 16,0-40-16,1 40 16,-1-40-16,0 0 0,-40 40 0,40-40 15,0 0-15,0 0 16,0 0-16,1 0 0,-1 40 0,0-40 0,0 0 15,0 0-15,0 0 16,0 0-16,0 0 0,1 0 0,-1 0 0,0 0 16,0 40-16,0-40 15,0 0-15,0 0 0,-40 40 16,40-40-16,1 0 0,-41 40 0,40-40 16,0 0-1,-40 40-15,40-40 0,0 40 16,0-40-1,-40 41-15,40-41 0,0 40 16,1-40 0,-41 40-16,40-40 15,0 0 1,-40 40-16,40-40 0,0 0 16,-40 40-16,40-40 31,0 40-31,0 0 31,-40 0-15,41-40-1,-41 40-15,40-40 0,-40 41 16,40-41 0,-40 40-1,0 0 1,40-40-1,-40 40-15,0 0 16,0 0-16,0 0 16,0 0-16,0 0 15,0 0 1,0 1-16,40-1 0,-40 0 16,0 0-16,0 0 0,0 0 15,40 0-15,-40 0 16,0 0-16,0 1 0,0-1 0,40-40 0,-40 40 15,0 0-15,0 0 16,0 0-16,0 0 0,0 0 0,0 0 16,0 0-16,0 1 15,0-1-15,0 0 0,0 0 16,0 0-16,0 0 0,0 0 0,0 0 16,0 0-1,0 1-15,0-1 0,0 0 0,0 0 16,40-40-16,-40 40 15,0 0-15,0 0 0,0 0 16,0 0 0,0 0-16,0 1 15,0-1 1,0 0-16,0 0 16,0 0-16,0 0 15,0 0 1,0 0-16,0 0 0,0 1 15,0-1-15,0 0 16,0 0-16,0 0 0,0 0 16,41 0-1,-41 0-15,0 0 0,0 0 16,0 1-16,40-41 0,-40 40 0,0 0 0,0 0 16,0 0-16,0 0 15,0 0-15,0 0 0,0 0 16,0 1-1,0-1-15,0 0 0,0 0 16,0 0-16,0 0 16,0 0-16,0 0 0,0 0 0,0 0 15,0 1-15,0-1 0,-40 0 0,40 0 16,0 0 0,0 0-16,0 0 0,0 0 15,0 0-15,-41-40 16,41 41-16,0-1 15,0 0 1,0 0 0,0 0-1,0 0-15,0 0 16,0 0-16,0 0 16,0 0-1,-40-40-15,40 41 0,0-1 16,0 0-16,0 0 15,-40-40-15,40 40 0,0 0 16,0 0 0,-40-40-16,40 40 0,0 0 15,-40-40-15,40 41 0,0-1 0,0 0 16,-40-40 0,40 40-16,0 0 15,0 0 1,0 0-16,-40-40 0,40 40 0,0 0 15,-40-40-15,40 40 0,0 1 16,0-1-16,-41 0 0,41 0 0,0 0 16,-40 0-1,40 0-15,0 0 0,-40-40 16,40 40-16,0 1 0,0-1 31,-40-40-15,40 40-16,-40 0 15,40 0 1,-40-40-16,40 40 16,-40-40-16,40 40 0,-40-40 0,-1 40 15,1 0 1,0-40 0,40 40-16,-40-40 31,0 41 0,0-41-15,40 40-16,-40-40 15,0 40-15,-1-40 0,1 40 16,0-40-16,80-40 47,0 40-47,-40-40 15,41 40-15</inkml:trace>
  <inkml:trace contextRef="#ctx0" brushRef="#br0" timeOffset="-90946.45">13121 4612 0,'0'40'62</inkml:trace>
  <inkml:trace contextRef="#ctx0" brushRef="#br0" timeOffset="-87800.58">27125 2205 0,'0'-40'15,"0"0"79,81 40-31,-41 0 202,0 0 1391</inkml:trace>
  <inkml:trace contextRef="#ctx0" brushRef="#br0" timeOffset="-17600.2">1204 6898 0,'0'0'0,"0"40"282,0 0-282,0 0 15,0 0-15,0 0 0,0 0 16,0 0-16,0 0 0,0 0 16,0 1-16,0-1 0,0 0 0,0 0 15,0 0 1,0 0-16,0 0 15,0 0 1,0 0 62,-40-40 32,40-40-95</inkml:trace>
  <inkml:trace contextRef="#ctx0" brushRef="#br0" timeOffset="-14620.2">2488 6898 0,'-40'0'16,"80"0"203,0 0-204,-40-41-15,40 41 16,0 0-16,0-40 0,0 40 16,1 0-16,-41-40 0,40 40 0,0 0 15,0 0 1,0 0-16,0 40 16,0 0-16,-40 1 15,0-1-15,0 0 16,0 0-16,0 0 0,0 0 15,0 0 1,0 0-16,0 0 0,0 0 16,-40-40-16,40 41 15,-40-41-15,40 40 0,-40-40 0,0 0 0,40 40 16,-40-40 0,0 0-16,-1 40 15,1-40 1,40-40 31,0 0 0,40 40 296,1 0 860,-1 40-1171,-40 0-17,40-40-15,-40 40 0,40-40 16,-40 40-16,0 0 16,40-40-16,-40 40 15,0 0 1,40-40-16,-40 41 15,40-41-15,-40 40 16,40-40 0,-40 40-1,41-40-15</inkml:trace>
  <inkml:trace contextRef="#ctx0" brushRef="#br0" timeOffset="-13320.19">4334 6777 0,'0'40'110,"0"0"-95,0 1 1,0-1-16,0 0 0,0 0 16,0 0-1,0 0-15,0 0 0,0 0 16,40-40 0,0 0-1,0 0 32,0 0-31,0 0-16,0 0 15,1 40 1,-1 0 0,-40 1-1,40-41 1,-40 40-16,0 0 15,0 0 1,0 0-16,0 0 16,0 0-1,-40-40-15,40 40 0,-40-40 0,-1 0 0,41 40 16,-40-40-16,0 41 0,0-41 0,0 0 16,0 40-16,0-40 15,0 0-15,-1 0 0,1 0 16,0 0-16,40-40 15</inkml:trace>
  <inkml:trace contextRef="#ctx0" brushRef="#br0" timeOffset="-12700.2">4454 6777 0,'-40'0'15,"80"0"48,0 0-63,0 0 15,0 0-15,1 0 16,-1 0-16,0 0 16,0 0-16,0 0 0,0 0 0,0 0 0,0 0 15,1 0-15,-1-40 16,0 40-16,0 0 0,-40-40 0,40 40 0,0 0 15,0 0 1,0 0-16,-80 0 156,0 0-124,0 0-1</inkml:trace>
  <inkml:trace contextRef="#ctx0" brushRef="#br0" timeOffset="-10730.2">1605 8622 0,'0'0'0,"0"40"109,0 0-93,0 0-1,80-40-15,-80 40 0,0 1 16,0-1-16,0 0 16,0 0-16,40 0 0,-40 0 0,0 0 0,41 0 15,-41 0-15,0 1 16,0-1-16,40-40 0,-40 40 0,0 0 0,0 0 16</inkml:trace>
  <inkml:trace contextRef="#ctx0" brushRef="#br0" timeOffset="-9990.19">3130 8702 0,'40'0'15,"-40"-40"1,40 40 0,0 0-1,0 0-15,0 0 16,1 0-16,-41 40 16,40 0-1,-40 0 1,0 1-16,0-1 15,0 0-15,-40-40 0,40 40 0,-41 0 16,41 0-16,-40-40 0,40 40 16,-40-40-1,40-40 32,40 0-31,0 40-1,1 0 1,-1 0 0,0 0-16,-40 40 0,40-40 0,0 0 15,-40 40 1,40-40-16,0 0 0</inkml:trace>
  <inkml:trace contextRef="#ctx0" brushRef="#br0" timeOffset="-9560.19">4534 8702 0,'0'-40'16,"0"80"-16,0-40 62,0 40-46,0 0-1,0 1-15,0-1 16,0 0-16,40 0 0,-40 0 16,0 0-1,41-40-15,-41 40 0,0 0 0,0 0 16,0 1 0,0-1-16,-41-40 0,1 40 15,0 0 1,0-40-16,0 0 0,40 40 0,-40-40 15,0 0-15,0 0 0,-1 0 0</inkml:trace>
  <inkml:trace contextRef="#ctx0" brushRef="#br0" timeOffset="-9190.21">4655 8582 0,'0'0'15,"80"0"1,40-40 0,-80 40-16,41-40 31,-41 40-31,0 0 0,40-40 15,-40 0 1,0 40-16,-80 0 94</inkml:trace>
  <inkml:trace contextRef="#ctx0" brushRef="#br0" timeOffset="-7770.2">1766 10306 0,'40'0'62,"0"0"-62,0-40 16,0 40-16,0 0 15,0 0-15,0 0 0,1 0 0,-1 0 16,0 0-16,0 0 16,0 0-1,-40 40-15,0 1 16,0-1 0,0 0-16,-40-40 0,0 40 15,40 0 1,-40 0-16,0-40 0,40 40 0,-41-40 15,41 40-15,-40-40 0,0 40 16,40 1-16,0-1 0,-40-40 0,40 40 16,0 0-16,0 0 31,40-40-31,0 0 16,0 0-1,1 0-15,-41-40 16,40 40-1,-40-40 1,0 0 0,-81 0-16,81-1 15,-40 41-15,40-40 16,-40 40-16,40-40 16,-40 0-16,40 0 15,0 0-15,0 0 16,0 0-1,0 0 1,40 40-16,0-41 0,0 1 16,1 40-16,-1 0 0,-40-40 0,40 40 15,0 0-15</inkml:trace>
  <inkml:trace contextRef="#ctx0" brushRef="#br0" timeOffset="-7170.2">3050 10226 0,'40'0'16,"0"0"-16,0-40 15,0 40 1,0 0-16,0 0 0,0 0 16,1 0-1,-41 40-15,0 0 16,0 0-1,-41 1-15,41-1 0,-40-40 0,40 40 16,0 0-16,-40 0 0,0 0 16,40 0-1,0 0 1,40-40 31,0 0-47,-40 40 15,40-40 1,-40 41-16,41-41 16,-41 40-16,0 0 15,0 0 1,0 0-16,-41 0 31,1-40-31,40 40 0,-40-40 0,0 0 16,40 40-16,-40-40 0,0 0 15,0 0-15,40 40 0,-40-40 16</inkml:trace>
  <inkml:trace contextRef="#ctx0" brushRef="#br0" timeOffset="-6430.19">4053 10306 0,'0'-40'15,"40"40"1,0 0-16,0 0 16,0 0-1,0 0-15,1 0 0,-1 0 0,0 0 16,0 0 0,0 0-1,-40 40-15,0 1 16,0-1-16,0 0 15,0 0 1,0 0-16,-40 0 0,0 0 16,40 0-16,-40 0 15,0 1-15,40-1 16,-41-40 0,82 0 30,-1 0-46,40 0 16,-40 0-16,0-40 0,0 40 16,0 0-1,1 0-15,-1 0 0,0 0 0,0 0 0,0 0 16,-40-41-16,40 41 0,0 0 16,0 0-16,1 0 0,-82 0 156,1 0-141</inkml:trace>
  <inkml:trace contextRef="#ctx0" brushRef="#br0" timeOffset="-5090.2">2367 11871 0,'-40'40'110,"0"0"-95,40 0 1,-40 0-16,0 0 0,0 0 0,40 0 15,0 0-15,-40-40 16,40 41-16,-40-1 0,40 0 0,0 0 16,0 0-16,0 0 0,0 0 15,40-40-15,-40 40 0,40-40 16,40 40-16,-40-40 0,0 0 16,0 0-16,1 0 15,-1 0-15,0 0 0,0-40 16,0 40-16,-40-40 15,40 40-15,-40-40 16,0 0-16,-80 40 0,40 0 16,0-40-1,0 40-15,-1 0 0,1 0 16,0 0 0,0 0-16,0 0 31</inkml:trace>
  <inkml:trace contextRef="#ctx0" brushRef="#br0" timeOffset="-4530.2">3411 11911 0,'-40'40'0,"40"0"63,0 0-63,0 0 31,0 0-31,40 0 16,-40 0-16,40 1 15,-40-1-15,0 0 16,40-40-16,-40 40 16,40-40-16,-40 40 15,40-40-15,-40 40 32,40-40-32,-40 40 31,-80-40-31,80 40 0,-40-40 15,0 0-15,0 40 0,0-40 16,-1 40-16,1-40 0,0 0 0,0 0 16,0 0-16</inkml:trace>
  <inkml:trace contextRef="#ctx0" brushRef="#br0" timeOffset="-4260.2">3451 11871 0,'40'0'16,"0"0"-1,0 0 1,81-41-1,-1 1 1,41-40 0,-41 40-1</inkml:trace>
  <inkml:trace contextRef="#ctx0" brushRef="#br0" timeOffset="-3530.2">4775 11710 0,'0'0'0,"40"0"16,0 0 0,0 0-1,-40 40-15,0 0 32,0 0-17,-40 1-15,0-1 31,0 0-31,40 0 0,-40-40 16,40 40-16,-40 0 0,40 0 16,-40-40-16,40 40 15,0 0-15,-40-40 0,40 41 16,0-1 0,0 0-1,40-40 1,-40 40-16,40-40 15,0 0 1,0 0-16,0 0 16,0 0-16,0 0 0,1 0 15,-1 0 1,-40-40-16,40 40 0,0-40 0,-40 0 31,0-1-31,0 1 16,-40 40-1,0-40-15,0 40 0,40-40 16,-41 40-16,1 0 0,40-40 0,-40 40 0,0 0 16,0-40-1,0 40-15,40-40 0,-40 40 0,40-40 16,-40 0-16,40-1 16,0 1-16,0 0 15,40 0 1,0 0-16,0 40 15,-40-40-15,40 40 16,0 0-16,-40-40 0,40 40 0,0-40 16</inkml:trace>
  <inkml:trace contextRef="#ctx0" brushRef="#br0" timeOffset="359.81">401 7058 0,'0'-40'47,"40"40"-47,-40-40 47,0 0-31,0 80 203,0 0-219,0 0 15,0 0-15,0 0 16,0 0-16,0 0 0,41 0 0,-41 1 15,0-1-15,0 0 16,0 0-16,0 0 0,0 0 16,0 0-1</inkml:trace>
  <inkml:trace contextRef="#ctx0" brushRef="#br0" timeOffset="1389.81">722 8662 0,'0'40'78,"0"0"-47,0 0-31,0 1 0,0-1 0,0 0 16,0 0-16,0 0 0,0 40 15,0-40-15,0 0 0,0 1 0,0-1 0,0 0 16,0 0-16,0 0 16,0 0-16,0 0 0</inkml:trace>
  <inkml:trace contextRef="#ctx0" brushRef="#br0" timeOffset="2989.81">843 10868 0,'40'0'79,"-40"-40"-48,40 40-16,0-40 1,0 0-16,0 40 0,0-40 0,1 40 16,-1 0-16,0 0 0,0 0 15,0-41 1,0 41-16,0 0 16,-40 41-1,0-1 1,0 0-1,0 0-15,0 0 16,-40 0-16,40 0 0,0 0 0,-40 0 16,40 0-16,-40 1 0,40-1 15,-40 0-15,40 0 0,-40-40 0,40 40 0,0 0 16,-40 0-16,40 0 16,-41 0-16,41 1 0,0-1 15,0 0 1,41-40 15,-1 0-15,40 0-1,-40 0 1,0 0-16,-40-40 0,40 40 0,-40-40 16,0-1-1,0 1 1,-40 40-1,40-40-15,-40 40 0,0-40 16,0 40-16,0-40 0,0 40 16,40-40-16,-41 40 15,1-40-15,0 40 0,40-40 0,-40 40 16,40-40-16,-40-1 16,40 1-16,-40 0 0,40 0 15,0 0 1,0 0-16,40 40 15,-40-40-15,40 40 16,-40-40-16,40 40 0,0-40 0,0 40 16,-40-40-16,41 40 0,-1 0 0,0 40 31</inkml:trace>
  <inkml:trace contextRef="#ctx0" brushRef="#br0" timeOffset="3769.81">1605 12232 0,'0'-41'0,"-40"41"16,0 0-16,0 0 47,40 41-47,-40-41 16,40 40-16,-41-40 15,41 40 1,-40 0-16,40 0 15,0 0 1,-40 0-16,40 0 0,0 0 16,0 0-16,0 1 0,0-1 15,0 0 1,0 0-16,40-40 0,-40 40 0,0 0 16,40-40-16,-40 40 0,41 0 15,-41 0-15,40-40 0,-40 41 16,40-41-1,0 0 1,-40-41-16,40 1 16,0 40-1,-40-40-15,0 0 16,0 0 15,-80 40-15,40 0-16,0 0 31,0 0-31,40 40 0,-41-40 16,1 40-16,0-40 0,40 40 15,-40-40-15,40 40 16</inkml:trace>
  <inkml:trace contextRef="#ctx0" brushRef="#br0" timeOffset="6789.81">6099 6777 0,'0'0'0,"-40"0"31,40 40 78,0 0-93,0 41 0,0-41-16,0 0 15,0 0-15,0 0 16,0 0 15,40-40-15,0 0-1,0 0 1,1 0 0,-41-40-16,40 40 0,0 0 15,0 0-15,0 0 16,0 0-16,-40 40 0,40-40 15,0 40 1,-40 0 0,0 0-16,0 1 15,-40-41-15,40 40 0,-40-40 16,0 40-16,0-40 0,0 40 0,0-40 0,0 0 16,-1 40-16,1-40 15,0 0-15,0 0 0,0 0 0</inkml:trace>
  <inkml:trace contextRef="#ctx0" brushRef="#br0" timeOffset="7019.81">6099 6898 0,'40'-41'16,"0"41"-16,41-40 16,-41 0-1,160 0 1,-79 0 0</inkml:trace>
  <inkml:trace contextRef="#ctx0" brushRef="#br0" timeOffset="7689.81">6139 8502 0,'0'0'0,"40"0"0,-40-40 0,0 0 16,41-1 15,-41 1-15,0 80 15,0 1-15,0-1-16,0 0 15,40-40-15,-40 40 16,0 0-16,0 0 0,0 0 16,0 0-16,40-40 31,0 0 16,0 0-32,0 0-15,0 0 16,-40 40-16,40 0 0,-40 1 16,0-1-1,0 0-15,0 0 0,-40-40 16,40 40-16,-40-40 16,40 40-16,-40 0 0,0-40 0,0 40 15,0-40-15,0 40 16,-1-40-16,1 0 0,0 0 0,0-80 15</inkml:trace>
  <inkml:trace contextRef="#ctx0" brushRef="#br0" timeOffset="7909.81">6059 8422 0,'40'-41'16,"0"41"-16,41 0 0,-41-40 16,160-40-1,-79 40 17,-41 0-17,-40 40-15</inkml:trace>
  <inkml:trace contextRef="#ctx0" brushRef="#br0" timeOffset="8749.81">6139 10066 0,'40'0'94,"1"-40"-78,-1 40-1,0 0 1,0 0-16,0 0 15,-40 40 1,0 0 0,0 0-16,-40-40 0,40 40 15,-40 0 1,0 0-16,0 0 0,-1-40 16,41 41-16,-40-1 15,40 0-15,40-80 47,1 40-47,-1-40 16,0 40-16,0 0 15,0-41-15,0 41 0,0-40 16,0 40-16,1 0 16,-1 0-16,0 0 15,-80 0 63</inkml:trace>
  <inkml:trace contextRef="#ctx0" brushRef="#br0" timeOffset="9949.81">6220 11510 0,'-41'0'0,"41"-40"16,0-1 15,41 41-31,-1 0 31,0 0-31,0 0 16,0 0-16,0 0 31,-40 41-31,40-41 16,-40 40 0,0 0-16,0 0 31,0 0-31,0 0 15,0 0 1,0 0-16,-40-40 16,40 40-16,-40-40 0,40 40 0,-40-40 0,40 41 15,0-1 1,-40-40-16,40 40 0,-40-40 0,40 40 16,-40 0-1,40 0 1,0 0-1,40-40 1,0 0 0,-40 40-16,40-40 15,0 0-15,0 0 0,0 0 16,0 0 0,1-40-16,-1 40 0,-40-40 15,40 40-15,0-40 16,-40 0-1,0 0 1,0 0 0,-40 40-16,40-40 15,-40 40 1,40-41-16,-40 41 0,-1-40 0,1 40 16,0-40-1,0 40-15,0 0 0,40-40 0,-40 40 16,0 0-16,40-40 15,-40 40-15,-1-40 0,1 0 16,0 0-16,40 0 31,0 0-15,40 40-16,0 0 16,-40-41-16,41 41 0,-1 0 31,0 0-31,0 0 15</inkml:trace>
  <inkml:trace contextRef="#ctx0" brushRef="#br0" timeOffset="12659.81">1806 13675 0,'0'0'0,"0"40"391,-40-40-360,40 41 157,-41-41-188,1 40 15,0 0 1,40 0-16,-40-40 16,40 40-16,-40 0 15,40 0 1,0 0-16,0 0 16,0 0-16,0 1 15,0-1-15,0 0 0,0 0 16,0 0-16,40-40 15,-40 40-15,0 0 0,0 0 0,40-40 16,-40 40-16,40-40 31,0 0-15,1 0-16,-1 0 16,0 0-16,0 0 15,-40-40-15,40 40 16,-40-40-16,40 40 0,0-40 15,0 0 1,-40 0 0,-40 40 62,0 0-47,0 0-15,0 0-1,40 40 1,-40-40-16,0 0 16,40 40-16,-40-40 0,-1 0 15</inkml:trace>
  <inkml:trace contextRef="#ctx0" brushRef="#br0" timeOffset="13379.8">2929 13515 0,'0'-40'0,"0"80"62,-40 0-46,0 0-16,0 0 16,40 0-16,0 0 0,-40 1 0,40-1 15,0 0-15,0 0 16,-40 0-16,40 0 0,0 0 0,0 0 15,0 0-15,80 0 0,-80 1 16,40-1-16,0 0 16,40-40-1,-40 0-15,-40 40 0,41-40 0,-1 0 16,0 0-16,0-40 0,0 0 16,-40 0-1,0-1-15,0 1 16,0 0-1,-40 40-15,0 0 16,0 0 0,0 0-16,-1 0 0,1 0 31,40 40-31,-40-40 0</inkml:trace>
  <inkml:trace contextRef="#ctx0" brushRef="#br0" timeOffset="13839.81">3892 13314 0,'0'40'32,"0"1"-32,0-1 0,0 0 15,0 0 1,0 0-16,0 0 0,0 0 0,0 0 15,0 0-15,40-40 16,1 41-16,-1-41 0,40 0 16,-40 0-1,0 0-15,0 0 0,0 0 0,1 0 16,-1 0-16,0 0 0,0 0 31,-40 40-31,0 0 16,-40 0-1,-40 0-15,39 0 16,1 0-16,0-40 16,0 0-16,0 0 0</inkml:trace>
  <inkml:trace contextRef="#ctx0" brushRef="#br0" timeOffset="14049.81">3932 13314 0,'41'0'16,"-1"-40"0,200-40-1,-199 80-15,199-80 31,-200 40-31,41 40 0</inkml:trace>
  <inkml:trace contextRef="#ctx0" brushRef="#br0" timeOffset="14589.81">5457 13074 0,'0'-40'16,"40"40"-1,41-40 1,-81 80 15,-41 120-15,1 41-1,0-161-15,40 80 32,-40 0-17,80-39 1,40-81 0,1-41 15,-1 1-16,-80-40 1,-40 0 15,-81-40-15,81-1 0,0 1-1,40 0 16,80 39-15,1 1 0</inkml:trace>
  <inkml:trace contextRef="#ctx0" brushRef="#br0" timeOffset="15259.81">6781 12873 0,'40'0'0,"1"0"16,-1 0 15,-40 40-15,0 0 0,0 1-16,0-1 15,-40-40-15,40 40 0,0 0 16,-41 0-16,41 0 0,0 0 15,0 0 1,-40-40-16,40 40 0,0 0 0,-40 1 16,40-1-16,0 0 15,0 0-15,40 0 16,0-40-16,1 0 16,-1 0-1,0 0-15,0 0 16,0 0-16,-40-40 15,40 40-15,-40-40 32,0 0-32,0 0 15,0-1 1,-40 1-16,40 0 0,-40 40 16,40-40-16,-40 0 0,0 40 0,40-40 0,-40 0 15,-1 40-15,41-40 16,-40 40-16,0-40 0,0 40 0,40-40 15,-40 40-15,40-41 16,0 1-16,0 0 16,0 0-1,40 40-15,0-40 16,40 40-16,-39 0 0,-41-40 16,40 40-16</inkml:trace>
  <inkml:trace contextRef="#ctx0" brushRef="#br0" timeOffset="24759.81">1926 8422 0,'-40'0'203,"0"0"-156,0 0-16,0 0-16,-1 0 1,1 0 93,0 0-93,0 0 47,0 0-32,0 0-31,0 0 109,0 0-93,-1 0 46,1 0-30,40 40-32,-40-40 15,0 0 1,40 40 15,-40 0-15,0-40 15,0 0-31,40 40 16,-40-40-16,40 40 156,40-40-156,-40 40 15,40 0 1,-40 0-16,0 0 16,0 1-16,40-41 15,-40 40-15,0 0 0,0 0 16,40 0-16,-40 0 0,0 0 31,0 0-31,0 0 0,40-40 16,-40 41-16,0-1 15,0 0-15,0 0 16,0 0 0,0 0-1,0 0-15,0 0 32,0 0-17,0 0 1,0 1-1,40-41 1,-40 40-16,0 0 16,0 0 31,0 0-16,40-40 109,1 0-124,-1 0 31,-40-40-16,80 40-15,-40 0-1,0 0-15,0 0 32,0 0-32,1-40 0,-1 40 0,0 0 15,0 0-15,0 0 0,-40-40 0,40 40 16,0 0-16,0 0 16,1 0-16,-1 0 31,0 0-16,0 0 17,0 0-17,0 0 32,0 0-16,0-40-15,1 40 0,-1 0 15,-40-41 78,0 1-93,0 0 15,-40 0-15,40 0-1,0 0-15,0 0 32,0 0-32,0 0 15,0 0 1,-41 40-16,41-41 0,0 1 16,0 0-16,0 0 15,0 0 1,0 0-1,0 0 1,0 0-16,0 0 31,-40 40-31,40-41 0,0 1 16,-40 40 0,40-40-1,-40 40 126,0-40-79,40 0-46,-40 40-16,0 0 31,40-40-15,0 0 109,-40 40-125,40 40 78</inkml:trace>
  <inkml:trace contextRef="#ctx0" brushRef="#br0" timeOffset="25889.81">12640 4652 0,'-40'0'110</inkml:trace>
  <inkml:trace contextRef="#ctx0" brushRef="#br0" timeOffset="27989.81">2167 8622 0,'-40'0'1047</inkml:trace>
  <inkml:trace contextRef="#ctx0" brushRef="#br0" timeOffset="56199.81">27206 2085 0,'0'40'2250,"-40"-40"15,40 40-1093,-41-40 3547,1 0-4704,0 0 1</inkml:trace>
  <inkml:trace contextRef="#ctx0" brushRef="#br0" timeOffset="69129.8">2809 11871 0,'-40'0'32,"0"0"93,40-41-110,0 1 1,-41 40 0,41-40-1,-40 40 1,40-40-1,-40 40 32,0 0-15,40-40-17,-40 40 1,0 0 15,40-40-31,-40 40 16,0 0-16,-1 0 31,1 0-31,0 0 16,0 0-1,0 0-15,0 0 0,0 0 31,0 0-31,-1 0 0,1 0 32,0 0-32,0 0 15,0 0 1,0 0 0,40 40-1,-40-40 1,0 0 15,40 40-31,-41-40 0,1 0 16,40 40-16,-40-40 0,0 0 0,0 40 15,0-40 1,40 40-16,0 1 47,0-1-32,0 0 1,-40-40 0,40 40-16,0 0 0,0 0 15,0 0 1,0 0 0,0 0-1,0 1-15,0-1 16,0 0-16,0 0 15,0 0 1,0 0-16,0 0 16,0 0-16,40-40 15,-40 40-15,0 0 16,40 1 0,-40-1-1,40-40 16,-40 40-31,40-40 0,-40 40 16,0 0 0,40-40-1,-40 40 1,40-40 0,1 0 15,-41 40-31,40-40 15,0 0 1,-40 40-16,40-40 0,0 0 16,0 0 15,0 40-31,0-40 16,1 0-16,-1 0 15,-40 41-15,40-41 0,0 0 16,0 0-1,0 0-15,0 0 32,0 0-17,1 0 1,-1 0 0,-40-41-16,40 41 15,0 0-15,-40-40 16,40 40-16,0 0 15,-40-40 1,40 40-16,0 0 16,-40-40-1,41 40-15,-1-40 16,0 0-16,0 40 31,-40-40-31,40 40 0,-40-40 31,40 40-31,-40-40 32,40 40-32,-40-41 15,40 41-15,-40-40 16,41 40 0,-41-40-16,0 0 31,0 0 0,0 0-15,0 0-1,0 0 1,-41 0 0,41 0-1,0-1-15,0 1 0,-40 40 16,40-40-1,-40 40-15,40-40 0,0 0 16,-40 40-16,40-40 16,0 0-16,-40 40 0,40-40 15,-40 40 1,40-40 0,-40 40-1,40-41 1,0 1 1187,-40 40-1203,40-40 16,-41 40-16</inkml:trace>
  <inkml:trace contextRef="#ctx0" brushRef="#br0" timeOffset="76439.81">201 12432 0,'40'0'78,"-40"40"-15,40 0-48,-40 0-15,0 0 16,40 1 0,-40-1-16,40 0 0,-40 0 0,0 0 15,40 0-15,-40 0 16,0 0-16,0 0 0,0 1 0,40-1 0,-40 0 15,0 0-15,0 0 0,0 0 0,0 0 0,0 40 16,0-40-16,0 1 16,0-1-16,41 0 0,-41 0 0,0 0 0,0 0 15,0 0-15,0 0 0,0 0 16,0 1-16,0-1 0,0 0 0,0 0 0,0 0 16,40 0-1,-40 0-15,0 0 0,0 0 16,40-40-16,-40 40 0,40-40 31,-40 41-15,40-41-1,-40 40 1,40 0 0,-40 0-1,40-40 1,-40 40-16,0 0 15,40-40-15,-40 40 0,0 0 0,41-40 16,-41 40-16,0 1 16,40-41-16,-40 40 0,40 0 15,-40 0 1,40 0-16,-40 0 31,40-40-15,-40 40-16,40 0 31,0-40 0,-40 40-31,40-40 32,1 40-32,-1-40 15,0 41 1,0-41-16,0 0 15,0 0-15,-40 40 0,40-40 16,0 0 0,-40 40-16,41-40 15,-1 0-15,0 0 16,0 0-16,0 0 16,0 0-1,0 0-15,0 0 0,1 0 0,-1 0 16,0 0-16,0 0 0,0 0 15,0 0-15,0 0 0,0 0 16,1 0-16,-1 0 0,0 0 16,0 0-1,0 0-15,0 0 0,0 40 0,0-40 16,1 0-16,-1 0 16,0 0-16,0 0 0,0 0 15,0 0-15,0 0 16,0 0-16,1 0 0,-1 0 15,0 0-15,0 0 0,0 0 0,0 0 16,0-40-16,0 40 0,1 0 16,-1 0-16,0-40 0,0 40 0,0 0 15,0 0 1,0-40-16,0 40 0,1 0 16,-1 0-1,0 0-15,0 0 16,0 0-16,0 0 15,0 0 1,1 0-16,-41-41 0,40 41 0,0 0 16,0 0-16,0 0 15,0 0-15,0 0 0,0 0 0,1-40 16,-1 40-16,0 0 16,-40-40-16,40 40 0,0 0 0,0 0 15,-40-40-15,40 40 16,0 0-1,-40-40 1,41 40-16,-1 0 16,0 0-16,0 0 15,0 0 1,0 0 15,0 0-15,-40-40-1,40 0 17,-80 40 686,40 40 2157,0-80-2781,0 80 703,0 0-406,40-40-329,-80 0-15</inkml:trace>
</inkml:ink>
</file>

<file path=ppt/ink/ink6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8T03:04:01.085"/>
    </inkml:context>
    <inkml:brush xml:id="br0">
      <inkml:brushProperty name="width" value="0.05292" units="cm"/>
      <inkml:brushProperty name="height" value="0.05292" units="cm"/>
      <inkml:brushProperty name="color" value="#FF0000"/>
    </inkml:brush>
  </inkml:definitions>
  <inkml:trace contextRef="#ctx0" brushRef="#br0">16733 561 0,'-40'0'15,"-1"0"173,41 40-48,0 0-30,0 0-95,0 0-15,0 0 16,0 1 0,0-1-16,0 0 0,0 0 0,0 0 15,0 0-15,0 0 16,0 0-16,0 0 0,0 0 0,0 1 16,0-1-16,0 0 15,0 0-15,0 0 16,0-80 62,0 0-31,0 0-32</inkml:trace>
  <inkml:trace contextRef="#ctx0" brushRef="#br0" timeOffset="2523.75">18177 681 0,'0'40'281,"40"-40"-93,-40-40-188,41 40 15,-41-40 1,40 40 31,0 0-31,0 0-16,0 0 15,0 0 16,-40 40-31,0 0 0,40-40 16,-40 40 0,0 1-1,0-1 1,0 0 0,-40-40-16,40 40 15,-40 0-15,40 0 0,-40 0 16,0 0-16,0 0 15,0 0 1,-1 1-16,1-41 16,0 0-1,40-41 63,40 41-78,0 0 16,-40-40 0,41 40-16,-1 0 15,0 0-15,0 0 16,0 0-16,-40 40 0,40-40 16,0 0-1,-40 41-15,40-41 0,1 0 16,-1 40-16,0-40 0,-40 40 15,40-40 1,0 0-16,0 0 16,0 40-16</inkml:trace>
  <inkml:trace contextRef="#ctx0" brushRef="#br0" timeOffset="3493.85">20063 601 0,'-40'0'0,"80"0"109,0 0-93,0 0-1,1 0-15,-1 0 16,0 0 0,0 0-16,0 40 15,-40 0-15,0 0 16,0 0-1,0 1-15,-40-1 16,40 0 0,-40-40-16,40 40 0,-40-40 15,40 40 1,-40-40 15,80 0 16,0 0-31,0 0-1,0 0-15,-40 40 32,40-40-32,0 40 15,-40 0-15,0 0 16,0 0-16,0 1 15,0-1-15,-40-40 16,40 40 0,-40-40-16,0 40 0,40 0 15,-40-40-15,0 0 16,0 40-16,-1-40 0,1 0 16,0 0-16,0 0 15,0 0-15,0 0 16,0-40-16,0 40 0</inkml:trace>
  <inkml:trace contextRef="#ctx0" brushRef="#br0" timeOffset="4604.82">21789 601 0,'0'40'110,"0"0"-95,-41-40 1,41 40-16,-40 0 15,0 1-15,40-1 16,-40-40-16,40 40 16,-40-40-16,40 40 31,-40-40-31,80 40 31,0-40-15,40 0-1,-40 0-15,1 0 0,-1 0 0,0 0 16,0 0-16,0 0 0,0 0 0,0 0 16,1 0-16,-1 0 15,0 0-15,0 0 0,0 0 0,0 0 16,0 0 0</inkml:trace>
  <inkml:trace contextRef="#ctx0" brushRef="#br0" timeOffset="4944.86">21949 641 0,'0'0'15,"0"40"48,0 0-63,0 0 15,0 1-15,40-1 0,-40 0 16,0 0-16,0 0 0,0 0 16,0 0-16,0 0 0,0 0 0,0 0 15,0 1-15,0-1 16,0 0-16,0 0 0,-40 0 0</inkml:trace>
  <inkml:trace contextRef="#ctx0" brushRef="#br0" timeOffset="6125.4">17174 1924 0,'0'0'0,"-40"0"62,40 41-46,-40-41-1,0 0-15,40 40 16,-40-40-16,-1 0 0,41 40 16,-40-40-16,0 40 0,0 0 0,0-40 0,0 40 15,40 0-15,-40-40 16,0 40-16,-1 0 0,1-40 0,40 41 0,-40-41 16,0 40-16,0-40 0,40 40 15,-40-40-15,40 40 0,40-40 47,0 0-31,0 0-16,0 0 15,0 0-15,1 0 0,-1 0 0,0 0 0,0 0 16,0 0-16,0 0 16,0 0-16,41 0 0,-41-40 0,0 40 0,0 0 15,0 0-15,0-40 0,0 40 16,0 0-16,1 0 0,-41-40 15</inkml:trace>
  <inkml:trace contextRef="#ctx0" brushRef="#br0" timeOffset="6445.46">17094 2045 0,'0'40'16,"0"0"-1,0 0 1,40 0-16,-40 0 0,0 0 15,0 1-15,0-1 16,0 0-16,0 0 0,0 0 0,0 0 16,0 0-16,0 0 0,0 0 15,0 0-15,0 1 16,40-41-16,-40 40 16</inkml:trace>
  <inkml:trace contextRef="#ctx0" brushRef="#br0" timeOffset="7165.42">18900 2165 0,'0'0'16,"-41"0"-1,41-40 1,41 0-1,39 40 1,40 0 15,1 0-15,-81 0 0,-40 40-16,80-40 15,-80 40-15,0 0 16,-120 40 15,79-80-31,41 41 0,-40-1 16,-40 0-1,80 0 1,40-40 15,0 0-15,41 0-1,-41 0-15,40 40 16,-80 0-16,40-40 31,-40 40-31,40 0 0,-40 0 16,-80-40 0,0 81-1,-41-41 1,41-40 15,0 0-15,40-81-1</inkml:trace>
  <inkml:trace contextRef="#ctx0" brushRef="#br0" timeOffset="7805.33">20665 2205 0,'40'0'62,"0"0"-62,0 0 16,1 0 0,-1 40-16,0-40 15,-40 81-15,0-41 16,0 0-16,0 0 16,0 0-16,-40 0 0,40 0 0,-40 0 15,40 0 1,-41 0-16,1-40 0,40 41 15,-40-41-15,0 0 32,40-41-32,0 1 15,0 0 1,40 40-16,0 0 16,0 0-1,1 0 1,-1 0-16,0 40 15,0-40-15,0 40 0,0-40 0,0 41 16,0-41-16,1 0 0,-41 40 0,40-40 16,0 0-1</inkml:trace>
  <inkml:trace contextRef="#ctx0" brushRef="#br0" timeOffset="8235.29">22110 2045 0,'0'40'78,"0"0"-62,0 0 0,0 0-16,0 0 0,0 0 0,40 1 15,-40-1-15,0 0 0,0 0 16,0 0-16,0 0 0,0 0 0,0 0 0,0 0 16,0 0-16,0 1 15,0-1-15,40 0 0,-40 0 0,0 0 31</inkml:trace>
  <inkml:trace contextRef="#ctx0" brushRef="#br0" timeOffset="10676.4">17335 3649 0,'0'0'0,"0"-40"15,-41 40 17,1 0 343,0 0-375,0 0 15,0 0-15,0 0 16,0 0-16,0 0 31,-1 40-31,41 0 16,0 0-1,0 0-15,0 0 16,0 1 0,41-41-16,-1 0 15,0 0-15,0 0 16,0 0-16,0-41 16,0 41-16,-40-40 0,40 40 0,1-40 15,-41 0 1,40 40-16,-40-40 0,0 0 15,0 0-15,0 0 16,0 0 0,0 80 46,0 0-46,0 0-1,0 0-15,0 0 0,40 0 16,-40 0-16,0 0 16,40 1-16,-40-1 0,0 0 15,0 0-15,0 0 16,0 0 0,0 0-16,-40-40 0,40 40 0,-40 0 15,0-40-15,40 40 16,-41-40-16,41 41 0,-40-41 0,0 40 15,0-40-15,0 0 16,0 0 0,0 0-16,0 0 31,40-40-31</inkml:trace>
  <inkml:trace contextRef="#ctx0" brushRef="#br0" timeOffset="11226.57">19060 3489 0,'0'40'109,"0"0"-109,0 0 0,0 0 16,40 0-16,-40 0 15,0 0-15,0 0 0,0 1 0,0-1 16,0 0-16,0 0 0,0 0 16,0 0-1</inkml:trace>
  <inkml:trace contextRef="#ctx0" brushRef="#br0" timeOffset="12736.54">20986 3569 0,'40'0'62,"0"0"-46,0 0 0,1 0 15,-41 40-31,0 0 15,40-40 1,-40 40-16,40-40 0,-40 40 16,0 0-1,0 0 1,0 1 15,-40-41-31,40 40 16,-40-40-16,40 40 0,-41-40 15,41 40-15,-40-40 0,0 40 16,40 0 0,-40-40-16,40 40 0,-40-40 15,40 40-15,-40 0 16,40 0 0,40-40 15,-40 41-31,40-41 15,0 0-15,0 40 16,0-40-16,1 0 16,-1 0-16,0 0 15,0 0 1,-40-40-16,40 40 0,-40-41 31,40 41-31,-40-40 0,0 0 31,-40 0-31,40 0 16,-40 40-16,0-40 16,0 0-16,0 40 15,40-40-15,-41 40 0,1 0 0,40-40 0,-40 40 16,0-40 0,0-1-16,0 41 15,40-40-15,0 0 16,-40 40-16,40-40 15,0 0 1,0 0-16,80 40 16,-80-40-16,0 0 15,40 40-15,0 0 16,0 0 0,0 0-1,1 0-15,-1 0 16,0 0-16,0 0 15</inkml:trace>
  <inkml:trace contextRef="#ctx0" brushRef="#br0" timeOffset="13837.14">22431 3689 0,'-40'0'47,"-1"0"-31,1 0-1,40 40-15,-40-40 0,0 0 16,0 0-16,0 0 0,0 40 16,0-40-1,40 40-15,-41-40 0,41 41 16,0-1-16,0 0 31,41-40-31,-41 40 16,40-40-1,0 0-15,0 0 16,0 0-16,0 0 16,0 0-16,0-40 0,1 40 15,-1 0-15,0-40 0,-40 0 16,40 40-16,-40-41 16,40 41-16,-40-40 0,0 0 15,0 0 1,-40 0-16,0 40 31,40 40 63,0 0-79,0 0-15,0 0 16,0 1 0,0-1-16,0 0 15,0 0-15,0 0 16,0 0-16,0 0 16,0 0-16,0 0 15,0 0 1,0 1-1,0-1 1,0 0 15,-40-40-15,0 0 15,40 40-31,-41-40 16,41 40-1,-40-40-15,0 40 16,0-40-16,0 0 16,0 0-1,0 0-15,0 0 32,40-40-32,0 0 15</inkml:trace>
  <inkml:trace contextRef="#ctx0" brushRef="#br0" timeOffset="17401.76">23915 761 0,'0'-40'0,"40"40"16,1 0 77,-1 0-93,0 0 16,0 0-16,0-40 0,0 40 16,0 0-1,0 0-15,1 0 16,-1 40-1,0 0 1,-40 1 0,0-1-1,0 0 1,-40-40 0,40 40-16,-40-40 0,40 40 15,-41-40-15,41 40 16,-40-40-16,40 40 0,-40 0 0,0 0 31,40 0-31,-40-40 0,40 41 0,0-1 16,-40 0-16,40 0 15,0 0-15,0 0 16,0 0 0,40-40-1,0 0-15,0 0 16,0 0-16,0 0 15,1 0-15,-1-40 0,0 40 16,0 0 0,-40-40-16,0 0 15,0 0 1,0 0-16,-40 40 16,40-40-16,-40 40 0,40-41 0,0 1 15,-40 40 1,-1-40-16,1 0 15,0 0-15,0 0 16,0 0 0,0 40-1,40-40-15,0 0 32,0 0-17,40 40 16,0-41-31,0 41 32,0 0-32,0 0 0</inkml:trace>
  <inkml:trace contextRef="#ctx0" brushRef="#br0" timeOffset="18131.96">23955 2245 0,'0'-40'0,"-40"40"16,40-40-16,40 40 78,41 0-47,-41 0-31,0 0 0,0 0 16,0 0-16,0-40 0,0 40 16,1 0-16,-1-40 0,0 40 0,0 0 15,0 0-15,-40 40 63,-40-40-63,40 40 31,-40-40-31,40 40 0,-40 0 16,40 0-16,-40-40 15,40 41-15,-41-1 0,41 0 16,-40-40-16,40 40 0,0 0 16,0 0-1,0 0-15,-40-40 0,40 40 0,0 0 16,0 0-1,0 1-15,40-41 16</inkml:trace>
  <inkml:trace contextRef="#ctx0" brushRef="#br0" timeOffset="18431.92">24076 2486 0,'0'0'0,"-40"0"16,80 0 15,0 0-15,120 0-1,-119 0-15,39 0 16,-40 0-16,120-40 16,-79 0-1,-41 40-15,0 0 0</inkml:trace>
  <inkml:trace contextRef="#ctx0" brushRef="#br0" timeOffset="19651.87">24397 3529 0,'-40'0'141,"0"0"-141,40 40 15,-41-40-15,1 0 16,40 40-16,-40-40 0,0 40 16,0-40-16,0 0 15,40 40 1,-40-40-16,40 40 0,-40-40 0,40 40 15,-41-40-15,41 40 16,0 1-16,0-1 16,-40 0-1,40 0-15,0 0 16,0 0-16,40-40 16,-40 40-16,41 0 15,-1-40-15,-40 40 16,40-40-1,0 0 1,0 0 0,0 0-1,0-40-15,0 40 16,1 0 0,-41-40-1,0 0 16,-41 40 16,1 0-31,0 0-16,0 0 16,40 40-1,-40-40-15,0 0 0,0 40 16,0-40-16,-1 40 15,1-40-15,40 40 16,-40-40 0</inkml:trace>
  <inkml:trace contextRef="#ctx0" brushRef="#br0" timeOffset="22303.77">17696 4652 0,'-40'0'31,"-1"0"126,1 0-157,40 40 15,-40-40-15,40 40 16,-40 0 0,0-40-16,40 40 0,-40 0 15,40 0-15,0 0 16,0 0-16,0 1 15,40-1 1,0-40 0,0 0-16,0 0 15,0-40-15,1 40 16,-1-41-16,-40 1 0,40 40 16,-40-40-16,0 0 15,0 0-15,40 40 16,-40-40-16,0 0 15,0 80 64,0 0-64,0 0-15,0 0 0,0 0 0,0 0 16,0 1-1,0-1-15,0 0 0,0 0 0,0 0 16,0 0-16,0 0 0,0 0 16,-40 0-16,40 1 15,-40-41 1,40 40-16,-40-40 0,40 40 16,-41-40-16,41 40 0,-40-40 15,0 40-15,0-40 16,40 40-16,-40-40 0,0 0 15,0 0 1,0 0-16,-1 0 16,41-40-1,-40 40-15,40-40 0</inkml:trace>
  <inkml:trace contextRef="#ctx0" brushRef="#br0" timeOffset="23183.8">19140 4812 0,'40'0'31,"1"-40"-15,-1 40 0,0 0-16,0 0 15,0 0-15,0 0 16,0 0-16,0 0 31,-40 40-15,41-40-16,-41 40 15,-41 0 1,1 0 0,0 0-16,0-40 0,40 41 0,-40-1 15,0 0-15,0 0 0,0 0 16,40 0-1,0 0 1,0 0 0,40-40-1,0 40-15,0-40 16,0 0-16,0 0 16,0 0-1,0 0-15,-40-40 0,41 40 0,-41-40 16,40 40-16,-40-40 15,0 0 1,-40 0-16,-41 0 16,41 0-1,0 0-15,40-1 0,-40 41 16,0-40-16,40 0 16,-40 40-16,40-40 0,-40 40 15,40-40-15,0 0 47,40 40-47,0 0 16,0-40-16,0 40 0,0 0 0,0 0 15,-40-40 1,40 40-16,1 0 0</inkml:trace>
  <inkml:trace contextRef="#ctx0" brushRef="#br0" timeOffset="23913.83">20906 4692 0,'40'0'31,"0"0"0,0 0-31,0 0 0,-40-40 16,40 40-16,1 0 16,-1 0-16,0 0 0,0 0 15,0 0-15,-40 40 0,0 0 16,0 0-1,0 0-15,0 0 16,-40 0 0,0 0-16,0-40 15,40 40 1,-40-40-16,80 0 47,0 0-16,0 0-31,0 0 16,0 41-1,-40-1-15,0 0 32,0 0-32,-40-40 15,0 40-15,0-40 0,0 0 16,0 40-16,-1-40 15,1 0-15,0 0 16,0 0 0,0 0-16,0 0 0,0 0 15</inkml:trace>
  <inkml:trace contextRef="#ctx0" brushRef="#br0" timeOffset="24543.89">22070 4812 0,'0'0'15,"-41"0"-15,82 0 31,-1 0-15,0 0-16,-40 40 16,40-40-16,0 40 15,0-40-15,0 40 32,-40 0-32,-40 1 15,0-1-15,0-40 16,40 40-16,-40-40 15,40 40-15,-40 0 0,0-40 32,80 0-1,0 0-31,0 0 16,0 0-1,0 0-15,0 0 0,0 0 16,1 0-16,-1 0 0,0 0 0,0 0 15,0 0-15,0 0 0,0-40 16,0 40-16,1-40 0,-1 40 16,0 0-1,0-40-15</inkml:trace>
  <inkml:trace contextRef="#ctx0" brushRef="#br0" timeOffset="25684.73">24397 4852 0,'-40'0'31,"40"80"375,0-40-390,0 1-16,0-1 0,0 0 15,0 0 1,0 0-16,0 0 0,0 0 31,-40-40-31,40 40 0,0 0 31,0-80 1,0 0-17,0 0-15,0 0 0,0 0 16,0 0 0,0 0-16,0 0 0,0-1 31,0 82-16,0-1 1,0 0 0,0 0-16,0 0 0,40 0 15</inkml:trace>
  <inkml:trace contextRef="#ctx0" brushRef="#br0" timeOffset="28105.54">16051 481 0,'0'40'15,"-41"-40"63,1 0-46,0 0-17,0 0 1,0 0-16,0 0 16,0 0-16,0 0 0,-1 0 15,41 40-15,-40-40 16,0 40-16,0-40 0,0 0 15,0 40-15,0-40 32,40 40 30,0 0-62,0 0 16,0 1-1,0-1 1,0 0-16,0 0 0,0 0 0,0 0 16,0 0-16,0 0 0,0 0 15,0 0-15,0 41 0,0-41 0,0 0 0,0 0 16,0 40-16,0-40 16,0 41-16,0-41 0,0 0 0,40 0 0,-40 40 15,0-40-15,0 0 0,0 0 16,0 0-16,0 1 0,0 39 0,0-40 0,0 0 15,0 0-15,0 0 0,0 0 0,0 0 16,0 1-16,0-1 16,0 0-16,0 0 0,0 0 0,0 0 15,0 0-15,0 0 0,0 40 16,0-39-16,40-1 0,-40 0 0,0 0 0,0 0 16,0 0-16,40 40 15,-40-40-15,0 1 0,0-1 0,0 0 0,0 40 16,0-40-16,0 0 0,0 0 15,0 0-15,0 0 0,0 1 0,0-1 0,0 40 16,0-40-16,-40 0 0,40 0 0,0 40 0,0-39 16,0-1-16,0 0 15,0 0-15,0 40 0,0-40 0,0 0 0,0 0 16,0 0-16,0 1 0,0-1 16,0 0-16,0 0 0,0 0 0,0 0 15,0 0 1,0 0-16,0 0 0,0 1 15,0-1-15,0 0 16,0 0 0,0 0-16,0 0 15,0 0 1,0 0-16,0 0 16,0 0-1,0 1 63,0-1 94,40-40-141,0 0-15,-40 40-16,40 0 16,-40 0-1,40 0 1,41-40 187,-81 40-187,40-40-16,0 0 15,0 0-15,0 0 0,0 0 0,0 0 16,41 0-16,-41 0 16,0 0-16,0-40 0,0 40 0,0 0 0,0 0 15,1 0-15,-1 0 16</inkml:trace>
  <inkml:trace contextRef="#ctx0" brushRef="#br0" timeOffset="31417.7">25039 400 0,'-40'0'110,"0"0"-95,-1 0 16,1 0 1,80 0 93,41 0-110,-1 0-15,-40 0 16,0 0-16,0 0 31,0 0 0,-40 41 1,0-1-1,0 0-15,0 0 15,41 0-16,-41 0 1,0 0-16,0 0 16,0 0-1,0 1-15,0-1 16,0 0-16,0 0 0,0 0 16,0 0-16,-41 0 15,41 0-15,0 0 0,0 0 0,0 1 16,0-1-16,0 0 15,0 0-15,0 0 0,0 0 0,0 0 16,0 0-16,0 0 0,0 1 16,0-1-16,0 0 0,0 0 15,0 0-15,0 0 16,0 0-16,0 0 0,0 0 0,0 0 16,0 1-16,0-1 0,0 0 15,0 0-15,0 0 16,0 0-16,-40 0 0,40 0 0,0 0 15,0 1 1,0-1-16,-40 0 0,40 0 0,0 0 16,0 0-16,0 0 15,0 0-15,-40 0 0,40 0 0,0 1 16,-40-1-16,40 0 0,0 0 16,0 0-1,0 0-15,0 0 0,0 0 0,0 0 16,0 1-16,0-1 15,0 0-15,0 0 0,0 0 0,0 0 16,0 0 0,0 0-16,0 0 15,0 0-15,0 1 16,0-1-16,0 0 16,0 0-16,0 0 0,0 0 31,40-40-31,-40 40 0,0 0 0,0 0 15,0 1 1,0-1-16,0 0 16,0 0-1,0 0 1,0 0-16,40-40 16,-40 40-16,0 0 15,0 0 1,0 0-1,40 1 17,-40-1-32,40 0 31,-40 0-31,0 0 16,0 0-1,0 0 1,0 0-16,0 0 31,0 1-31,0-1 16,0 0-16,0 0 15,41-40-15,-41 40 16,0 0 0,-41 0-1,41 0 1,0 0-1,-40-40-15,40 40 0,0 1 16,0-1 0,0 0 15,0 0-15,0 0-16,0 0 15,0 0 1,0 0-1,0 0 1,-40-40 93,40 41-109,0-1 32,-40-40-32,0 0 47,0 0-32,0 0 1,0 40-16,-1-40 0,1 0 15,0 40 1,0-40-16,0 0 0,0 0 0,0 0 16,0 0-1,-1-40-15</inkml:trace>
  <inkml:trace contextRef="#ctx0" brushRef="#br0" timeOffset="33228.04">27125 481 0,'41'0'109,"-1"0"-109,-40-40 16,40 40-16,0 0 0,0 0 0,-40-41 15,40 41-15,0 0 0,0 0 16,-40-40-16,41 40 0,-1 0 0,0 0 15,0 40 1,-40 1-16,40-41 16,-40 40-16,0 0 15,0 0-15,0 0 0,0 0 16,-40 0 0,40 0-16,-40-40 0,40 40 15,-40-40-15,0 41 0,40-1 16,0-80 31,40 40-16,-40 40-31,40-40 16,-40 40-16,40-40 0,0 0 15,-40 40-15,40-40 16,-40 40-16,40 0 0,-40 0 15,0 0 1,0 0-16,-40-40 16,40 40-16,0 1 15,-80-1-15,40 0 0,0-40 16,0 0-16,-1 40 0,1-40 16,0 40-16,0-40 0,0 0 15,0 0-15,40-40 0,-40-40 16</inkml:trace>
  <inkml:trace contextRef="#ctx0" brushRef="#br0" timeOffset="33587.93">28570 521 0,'-40'0'0,"40"40"15,0 0-15,40 0 31,-40 0-31,120 40 16,-120-39-16,40-1 0,41 0 16,-41 0-16,120 40 31,-119-40-31,-1 0 0,0-40 16</inkml:trace>
  <inkml:trace contextRef="#ctx0" brushRef="#br0" timeOffset="33887.91">29292 641 0,'-40'0'16,"80"0"-16,-120 0 31,80 40-15,-80 40-1,80-39-15,-121 79 16,81-80-16,0 0 0,40 0 16,-80 40-16,80-40 0,-80 81 31,39-81-31,1 0 0,40 0 15</inkml:trace>
  <inkml:trace contextRef="#ctx0" brushRef="#br0" timeOffset="34687.86">29854 641 0,'0'0'0,"0"-40"32,40 40-17,0 0 1,0-40-16,41 40 15,-41 0-15,0 0 16,0 0 0,0 40-1,0-40-15,0 40 16,-40 0-16,0 0 16,0 0-16,-40 1 31,40-1-31,-40-40 0,0 40 15,0 0-15,0-40 16,0 0-16,40 40 0,-40-40 31,80 0 16,0 0-47,0 0 16,0 0-1,-40 40-15,40-40 0,0 40 16,0-40 0,1 40-16,-41 0 15,0 0 17,0 1-32,0-1 15,-41-40-15,41 40 16,-40-40-16,40 40 0,-40-40 0,0 0 15,40 40-15,-40-40 0,0 0 16,0 40-16,0-40 0,-1 0 16,1 40-16,0-40 15,0 0-15,0 0 0,0-40 16,0 0 0</inkml:trace>
  <inkml:trace contextRef="#ctx0" brushRef="#br0" timeOffset="36248.11">28008 1924 0,'0'0'0,"0"41"78,0-1-62,0 0-16,0 0 0,0 0 16,0 0-1,0 0-15,0 0 16,0 0 0,40-40-16,-40-40 46,0 0-30,0 0-16,0 0 16,0 0-16,40 0 0,-40 0 15,0 0 1,0-1-16,41 1 0,-1 0 16,0 40-16,-40-40 15,40 80 32,-40 0-47,40-40 0,-40 81 0,40-41 16,-40 0-16,0 0 15,40-40-15,-40 40 0,0 0 0,0 0 16,0 0 0,0-80 30,40 0-30,-40 0-16,41 0 16,-41 0-16,40 40 0,-40-40 0,0 0 15,40 40-15,-40-41 16,40 41-16,-40-40 0,40 40 16,0 0 15,0 0-31,0 0 15,-40 40 1,0 1 0,41-41-16,-41 40 15,0 0-15,0 0 0,0 0 16,-41-40-16,41 40 0,0 0 16,-40 0-16,40 0 15,0 1 1</inkml:trace>
  <inkml:trace contextRef="#ctx0" brushRef="#br0" timeOffset="36778.18">29172 2045 0,'0'0'0,"-40"0"32,0 0-17,40 40-15,-40 40 31,-1-40-31,41 0 32,0 0-17,81-40 1,-41 0 0,0-80-1,-40 40 1,40-40-1,0 40 1,-40 80 31,0 0-31,40-40-16,-40 40 15,0 0-15,0 0 31,40-40-31,1 0 32</inkml:trace>
  <inkml:trace contextRef="#ctx0" brushRef="#br0" timeOffset="37168.15">29974 2005 0,'-40'0'16,"0"0"-1,40-40-15,-40 40 32,40 40-17,0 0-15,0 0 31,0 40-15,40-40 0,40 0-1,-39 0 1,-1-40 0,-121 41 15,-39-41-16,40 0 1,40 0 0,40-41-16</inkml:trace>
  <inkml:trace contextRef="#ctx0" brushRef="#br0" timeOffset="37498.14">30576 1724 0,'-40'0'16,"80"0"-16,-80 80 31,40-40-31,0 0 16,0 81-1,40-1 17,-40-40-17,-40-40 1</inkml:trace>
  <inkml:trace contextRef="#ctx0" brushRef="#br0" timeOffset="38018.21">30978 1804 0,'0'40'15,"0"0"1,-41-40 0,41 40-1,-40-40-15,0 41 0,0-41 16,40 40-16,-40-40 0,0 0 16,40 40-16,-40-40 0,80 0 125,-40 40-125,40-40 0,0 0 15,0 0 1,0 40-16,0-40 0,1 0 15,-41 40-15,40-40 16,0 40-16,0-40 0,0 40 0,0 0 16,0 1-1,0-41-15,-40 40 0,41-40 0,-41 40 32,40-40-32,-40-40 31,0 0-16,-40 40-15,40-41 16,-41 41 0,41-40-16</inkml:trace>
  <inkml:trace contextRef="#ctx0" brushRef="#br0" timeOffset="45403.74">11677 842 0,'0'40'204,"40"-40"-158,0 40-30,0 0 0,0-40-16,0 40 0,1-40 15,-41 40-15,40-40 16,0 40-16,0-40 0,0 40 0,0-40 0,40 0 16,-39 40-16,-1-40 0,40 41 15,-40-41-15,0 40 0,40-40 0,1 40 0,-41-40 16,40 40-16,-40-40 0,40 0 0,-39 0 0,39 0 15,-40 40-15,40-40 16,-40 0-16,41 0 0,-41 0 0,0 0 0,0 0 16,0 0-16,0 0 0,0 0 15,0 0-15,1 0 0,-1 0 0,-80 0 63,40-40-16</inkml:trace>
  <inkml:trace contextRef="#ctx0" brushRef="#br0" timeOffset="46013.81">13402 922 0,'-40'0'0,"80"40"219,0-40-219,-40 40 0,81-40 0,-81 40 16,40-40-16,0 0 0,0 0 15,0 40-15,-40 0 0,40-40 0,0 40 0,0-40 16,1 41-16,-1-1 16,0-40-16,-40 40 0,40-40 15,-40 40 1,0 0-16,-40 0 31,0 0-31,40 0 0,-40-40 0,-1 40 16,1 1-16,0-1 0,0 0 0,0-40 0,0 40 15,0 0-15,0-40 0,-1 40 16,1-40-16,40 40 0,-40-40 0</inkml:trace>
  <inkml:trace contextRef="#ctx0" brushRef="#br0" timeOffset="90369.43">19542 2005 0,'0'-40'78,"-41"40"-47,1-41 16,40 1 0,-40 0 0,0 40-31,0 0-1,0 0 1,40-40-16,-40 40 16,0 0-1,-1-40 16,1 40 16,0 40-31,0-40 0,0 0-1,0 0 1,0 0-1,0 0 48,-1 0-32,1 0-15,0 0-1,0 0 17,0 0 15,0 0-32,0 0 1,40 40-1,-40-40 1,40 40 62,-41-40-62,41 40-1,-40-40-15,0 41 32,0-41-17,40 40-15,-40-40 16,40 40-16,-40-40 31,40 40-15,0 0-1,-40-40 1,40 40-16,0 0 31,0 0 1,0 0-17,0 1 1,0-1-1,0 0-15,0 0 16,0 0 0,0 0 15,0 0-15,40-40-1,-40 40 1,0 0-1,40-40 1,-40 40 0,40-40-1,-40 41-15,40-41 32,-40 40-32,0 0 15,40-40-15,-40 40 16,40-40-16,1 0 15,-41 40 17,40-40-32,-40 40 15,40-40 1,-40 40-16,40-40 16,0 0-1,0 0 1,0 0-1,0 0 1,1 0-16,-1 0 31,-40 40-15,40-40-16,0 0 16,0 0-16,0 0 31,0 0-16,0 40 1,1-40 0,-1 0 15,0 0-31,0 0 16,0 0-1,0 0-15,0 0 16,0 0-16,1 0 15,-1 0 1,0 0 0,0 0-1,0 0 1,0 0 0,0 0-1,0 0 1,1 0-1,-1-40 32,-40 0-31,40 0 15,-40 0-15,40 40-1,-40-40 1,0 0 31,0 0-31,0 0 15,0-1-31,0 1 15,0 0 1,40 0 0,-40 0-1,0 0 1,0 0 15,-40 40-31,40-40 16,-40 40-16,40-40 31,0 0-31,0-1 31,-40 41-31,40-40 32,-40 0-17,40 0 1,-41 40-1,1 0 1,0 0 0,40-40-16,-40 40 15,0 0 1,0 0-16,0 0 16,40-40-1,-40 40-15,-1 0 16,41 40-1</inkml:trace>
  <inkml:trace contextRef="#ctx0" brushRef="#br0" timeOffset="3364.37">25520 16042 0,'-40'0'46,"80"0"486,-80 0 108,80 0 3157,1 0-3031,39 0-641,-80 40 31,40-40-109,-40 40-16,0 0-15,0 0 15,0 0 0,0 0 32,0 0-1,-40-40-46,40 40 15,-40-40-15,40 40 15,-40-40-15,-1 0 46,1 0 1,40 41-32,0-1 0,0-80 172,0-1-187,40 41 62,41 0-15,-41 0-32,0 0 16,-40 41-32,40-41 1,0 0 15,-40 40-31,40-40 31,-40 40-15,40-40 62,1 0-62,-1 0 93,0 0-46,-40-40-63,-40 40 437,0 0-406,40-40-31</inkml:trace>
  <inkml:trace contextRef="#ctx0" brushRef="#br0" timeOffset="21617.09">10353 17445 0,'0'40'78</inkml:trace>
  <inkml:trace contextRef="#ctx0" brushRef="#br0" timeOffset="27948.41">10232 17445 0,'40'0'859,"0"0"-93,-40 40 421</inkml:trace>
  <inkml:trace contextRef="#ctx0" brushRef="#br0" timeOffset="75806.36">13202 17525 0,'-41'0'218</inkml:trace>
  <inkml:trace contextRef="#ctx0" brushRef="#br0" timeOffset="110276.64">3772 17405 0,'0'40'1625,"0"0"-1609,0 0-16,40 1 16,-40-1-16,0 0 0,40 0 15,-40 0-15,40 0 0,-40 0 0,40-40 16,-40 40-16,0 0 15,0 0-15,41 1 0,-41-1 16,0 0 0,0 0-16,40-40 0,-40 40 15,0-80 79,0 0-78</inkml:trace>
  <inkml:trace contextRef="#ctx0" brushRef="#br0" timeOffset="110846.62">4735 17766 0,'0'40'172,"0"0"-157,40 0 1,-40 0-16,0 1 0,0-1 16,0 0-1,0 0-15,0 0 0,0 0 16,-40 0-16,0 0 16,40 0-16,-40-40 0,40 41 15,-40-41-15</inkml:trace>
  <inkml:trace contextRef="#ctx0" brushRef="#br0" timeOffset="111867.33">5257 17365 0,'0'-40'16,"0"80"156,0 0 15,0 0-155,0 0-32,0 0 15,40 1-15,-40-1 16,0 0-16,40 0 0,-40 0 0,0 0 16,40 0-16,-40 0 0,0 0 15,40 0-15,-40 1 0,0-1 16,40-40-16,-40 40 0</inkml:trace>
  <inkml:trace contextRef="#ctx0" brushRef="#br0" timeOffset="112328">6300 17926 0,'0'0'0,"40"0"94,0 0-94,-40 41 31,40-41-31,0 40 0,-40 0 16,40-40-16,-40 40 0,0 0 16,0 0-1,0 0-15,-40-40 0,40 40 16,-40-40-16,40 40 0,-40-40 16,0 41-16,0-41 0</inkml:trace>
  <inkml:trace contextRef="#ctx0" brushRef="#br0" timeOffset="115412.13">7142 17445 0,'0'0'0,"41"0"2062,-41-40-2062,40 40 0,0-40 16,0 40 0,-40-40-16,40 40 15,0 0 1,-40-40-16,40 40 16,-40 40 15,41-40-31,-41 40 15,0 0 1,40-40-16,-40 40 0,0 0 16,0 0-1,0 1-15,0-1 0,0 0 16,0 0 0,-40-40-16,40 40 0,0 0 15,0 0-15,-41-40 0,41 40 16,-40-40-16,40 40 15,-40-40 1,40 40 0,40-80 62,0 0-78,1 40 0,-1 0 15,-40-40 1,40 40-16,0 0 0,0-40 0,0 40 16,0 0-1,-40-40-15,40 40 0,1 0 16,-41-40-16,40 40 0,0 0 16,0-40-16,0 40 15,-40 40 173,-40-40-173</inkml:trace>
  <inkml:trace contextRef="#ctx0" brushRef="#br0" timeOffset="116242.24">9109 17766 0,'0'0'0,"0"40"110,0 0-110,0 0 15,40 0-15,-40 1 0,0-1 16,0 0-16,0 0 16,0 0-16,0 0 0,0 0 0,0 0 0,0 0 15,0 1-15,-40-41 0,40 40 0,-40-40 16,-1 40-16</inkml:trace>
  <inkml:trace contextRef="#ctx0" brushRef="#br0" timeOffset="118024.4">10112 17445 0,'0'-40'15,"0"80"110,0 0-125,0 0 16,40 1-16,0-1 16,-40 0-16,0 0 0,0 0 0,0 0 15,0 0-15,40-40 0,-40 40 16,0 0-16,0 0 0,0 1 0,0-1 31,40 0-31</inkml:trace>
  <inkml:trace contextRef="#ctx0" brushRef="#br0" timeOffset="118464.34">11276 17967 0,'0'0'0,"0"40"31,40-40-15,-40 40 0,0 0-16,0 0 15,0 0 1,-40-40 0,40 40-16,-41-40 0,41 40 15,-40-40-15</inkml:trace>
  <inkml:trace contextRef="#ctx0" brushRef="#br0" timeOffset="119094.53">11797 17365 0,'0'0'15,"0"40"235,0 0-234,0 0-16,0 0 15,40-40 1,-40 41-16,0-1 0,0 0 16,0 0-16,40-40 0,-40 40 0,0 0 15,0 0 1,41 0 0</inkml:trace>
  <inkml:trace contextRef="#ctx0" brushRef="#br0" timeOffset="119634.4">12439 17846 0,'0'0'0,"0"40"125,0 0-94,0 1-31,0-1 16,0 0-16,0 0 15,0 0-15,-40 0 16,0 0-16,0 0 15,0-40-15</inkml:trace>
  <inkml:trace contextRef="#ctx0" brushRef="#br0" timeOffset="120531.56">13482 17205 0,'0'-41'32,"-40"41"-17,40-40 1,0 0 0,0 0-1,40 40-15,1-40 16,-1 40-16,-40-40 0,40 40 0,0 0 15,0 0 1,0 0-16,0 0 0,0 0 16,1 0-16,-1 40 15,0 0-15,-40 0 0,0 0 16,0 0 0,0 1-16,0-1 0,0 0 0,-40 0 15,40 0-15,0 0 0,-40 0 0,40 0 0,0 0 16,0 1-16,-41-1 15,41 0-15,-40 0 16,80-40 47,1 0-63,-1 0 15,0-40 1,0 40-16,0 0 0,0-40 15,0 40-15,-40-40 0,40 40 16,1 0-16,-1-41 0,0 41 16,-40-40-1,-40 40 32</inkml:trace>
  <inkml:trace contextRef="#ctx0" brushRef="#br0" timeOffset="121081.53">15368 17485 0,'0'-40'16,"41"40"-16,-41 40 78,0 0-63,0 1-15,0-1 0,0 0 16,40 0-16,-40 0 0,0 0 16,0 0-16,0 0 0,0 0 0,-40-40 15,40 40-15,0 1 16,-41-41-16,41 40 0,-40-40 0,40 40 0</inkml:trace>
  <inkml:trace contextRef="#ctx0" brushRef="#br0" timeOffset="122605.08">17014 17004 0,'-41'0'16,"1"0"77,40 40-77,-40-40-16,40 40 0,0 0 16,-40-40-16,0 40 0,40 1 15,-40-1-15,0 0 0,40 0 16,-40 0-16,40 0 0,-41 0 0,41 0 15,-40 0-15,0 1 0,40-1 0,0 0 16,-40-40 0,40 40-16,40-40 47,0 0-32,0 0-15,1 0 0,-41-40 0,40 40 16,0 0-16,0-40 0,0 40 0,0 0 15,0 0-15,0 0 16,1 0-16,-1-40 0,0 40 0,40 0 0,-40 0 16,0 0-16,0 0 15,1 0-15,-1 0 0,0 0 16,0 0-16,0 0 0,0 0 16,0-41-1,0 41-15,1 0 0</inkml:trace>
  <inkml:trace contextRef="#ctx0" brushRef="#br0" timeOffset="122925.06">17294 17245 0,'0'-40'15,"-40"40"1,0 0 15,40 40-15,0 0-16,0 0 0,0 0 16,0 0-16,40 0 0,-40 0 15,0 0-15,40 1 0,-40-1 0,0 0 0,0 0 16,41 0-16,-41 0 15,40 0-15,-40 0 0,0 0 0,40 0 0,0 1 16,-40-1-16,40 0 16,-40 0-16,40-40 15</inkml:trace>
  <inkml:trace contextRef="#ctx0" brushRef="#br0" timeOffset="123195.12">18097 18087 0,'0'0'0,"0"40"16,-40 0-1,0 0 17,0 81-17,-1-81-15,1-40 0,0 40 16</inkml:trace>
  <inkml:trace contextRef="#ctx0" brushRef="#br0" timeOffset="123755.25">18779 17365 0,'0'40'31,"0"0"-31,0 0 15,-40-40 1,40 40-16,0 1 0,-40-41 16,40 40-16,-40-40 15,40 40-15,-40 0 0,0 0 16,40 0-16,0 0 0,-41-40 0,41 40 16,0 0-16,0 0 15,0 1 1,41-41 15,39 0-15,-40 0-1,-40-41-15,40 41 0,0 0 0,-40-40 0,40 40 16,0 0-16,1 0 16,-1-40-16,0 40 0,0 0 15,0 0-15,0 0 16,0 0-16,0 0 0,1 0 31</inkml:trace>
  <inkml:trace contextRef="#ctx0" brushRef="#br0" timeOffset="124125.53">18859 17485 0,'-40'40'62,"40"1"-46,0-1-16,0 0 15,0 0-15,0 0 0,0 0 0,0 0 0,0 40 16,0-40-16,0 1 0,0 39 0,0-40 0,0 0 16,0 40-16,0-40 0,0 0 15,40 1-15,-40-1 0,0 0 16,0 0-16,0 0 15</inkml:trace>
  <inkml:trace contextRef="#ctx0" brushRef="#br0" timeOffset="124465.43">19461 18368 0,'0'40'16,"0"0"-1,0 0-15,0 0 32,0 40-17,0-40 1,-120 41 0,80-41-16</inkml:trace>
  <inkml:trace contextRef="#ctx0" brushRef="#br0" timeOffset="125355.46">20063 17606 0,'-40'0'0,"40"40"31,-40-40 1,120 0-1,-80-40-15,40 40-16,0 0 0,1 0 15,-1-40-15,0 40 16,0 0-16,0 0 15,0 0 1,-40 40-16,0 0 0,0 0 16,0 0-1,0 0-15,0 0 0,0 0 16,0 0-16,-40 0 0,40 1 16,0-1-1,40-40 48,0 0-63,0 0 15,1 0 1,-1 0 0,-40 40-16,40-40 0,-40 40 15,40 0 1,-40 0-16,0 0 15,0 0 1,0 0-16,-40-40 0,40 41 16,-40-41-16,40 40 0,-40 0 15,-1 0-15,1-40 0,40 40 0,-40-40 16,0 40-16,0-40 0,0 0 0,0 40 0,0-40 16,-1 40-16,1-40 15,0 40-15,0-40 0,0 0 0,0 40 0,0-40 16</inkml:trace>
  <inkml:trace contextRef="#ctx0" brushRef="#br0" timeOffset="131009.9">22230 16964 0,'0'40'437,"0"0"-437,0 0 16,0 0-16,0 0 0,0 1 15,0-1-15,40 0 16,-40 0-16,0 0 16,0 0-16,0 0 15,0 0 1,0 0-1,0 1 1,0-1-16,0 0 31,0-80 32,0 0-48,0-1-15</inkml:trace>
  <inkml:trace contextRef="#ctx0" brushRef="#br0" timeOffset="132660.51">22872 17686 0,'0'40'0,"40"-40"16,-40 40 47,-40 0-32,40 0-31,-40 0 15,0 0 1,40 1-16</inkml:trace>
  <inkml:trace contextRef="#ctx0" brushRef="#br0" timeOffset="133070.57">23354 16964 0,'-41'0'15,"41"40"-15,0 0 16,0 0 0,0 0-1,0 41 16,41 39-15,-1 0 0,0-40 15</inkml:trace>
  <inkml:trace contextRef="#ctx0" brushRef="#br0" timeOffset="133430.56">23915 17485 0,'-40'0'16,"40"40"31,0 1-32,40-41-15,-40 40 16,40 0-16,-40 0 15,0 0 1,0 0 0,-40 0-1,0-40 1</inkml:trace>
  <inkml:trace contextRef="#ctx0" brushRef="#br0" timeOffset="133890.84">24397 16884 0,'-40'0'16,"40"-40"30,0 80 17,40-40-63,-40 40 0,0 0 0,40 0 16,-40 0-16,40 0 0,-40 0 0,0 0 15,0 1-15,0-1 16,0 0-16,0 0 0,0 0 15,40-40-15,-40 40 16,0 0-16</inkml:trace>
  <inkml:trace contextRef="#ctx0" brushRef="#br0" timeOffset="134190.94">24959 17445 0,'0'40'0,"0"0"15,0 1 1,0-1 15,0 0-31,-41 0 16,1 0-1,40 0 1</inkml:trace>
  <inkml:trace contextRef="#ctx0" brushRef="#br0" timeOffset="134681.27">25480 16683 0,'-40'-40'15,"40"80"95,0 0-95,0 0 1,0 1-16,0-1 0,0 0 0,40 0 15,-40 0 1,40 0-16,-40 0 0,0 0 0,0 0 0,41 0 16,-41 1-16,0-1 15,0 0-15,40 0 16</inkml:trace>
  <inkml:trace contextRef="#ctx0" brushRef="#br0" timeOffset="134991.47">26082 17325 0,'0'40'0,"0"0"16,0 0-1,0 0-15,0 0 16,0 1 0,-40-41-16,40 40 0,0 0 15,-40-40 1,40 40-16</inkml:trace>
  <inkml:trace contextRef="#ctx0" brushRef="#br0" timeOffset="138847.93">26925 16603 0,'-40'0'359,"40"40"-343,0 0 437,0 0-281,-40-40 78,40 40 156,-41-40 110,41 41-516,-40-41 265,40-41-15,40 41-250,1 0 16,-1 0-16,0 0 31,-40-40-31,40 40 16,0 0 0,0 0 15,0 0-16,-40 40 17,0 1-17,0-1 1,0 0-16,0 0 0,0 0 16,0 0-16,0 0 15,0 0-15,0 0 16,-40-40-1,40 40-15,0 1 16,-40-41 0,0 0-1,0 0 17,40-41-17,0 1 1,40 40 31,-40-40-47,40 40 15,0 0 1,0 0-16,0 40 31,-40 0-31,41-40 0,-41 41 16,40-41-1,-40 40-15,40 0 0,-40 0 16,40-40 0,-40 40 15,0-80 0,0 0-15</inkml:trace>
  <inkml:trace contextRef="#ctx0" brushRef="#br0" timeOffset="139317.87">27647 17084 0,'0'40'63,"0"0"-47,0 1-1,0-1-15,0 0 16,0 0-1,0 0 1,0 0-16,0 0 31,-40-40-31,40 40 16,-40-40-16</inkml:trace>
  <inkml:trace contextRef="#ctx0" brushRef="#br0" timeOffset="140037.91">28048 16443 0,'0'0'15,"40"-41"32,1 41-31,-41-40-16,40 40 16,0 0-1,0 0-15,0 0 16,0 0-1,0 0-15,0 0 0,-40 40 16,41-40-16,-41 41 0,40-41 16,-40 40-1,0 0-15,0 0 16,0 0-16,0 0 16,0 0-16,-40 0 0,40 0 15,-41 1 1,41-1-16,-40 0 0,40 0 0,0 0 15,-40-40-15,40 40 0,-40-40 16,80 0 31,-40-40-47,40 40 0,0 0 16,1 0-16,-1 0 15,0 0-15,0 0 16,0 0-16,0 0 0,0 0 15,0 0 1,1-40 0,-41 0-1</inkml:trace>
  <inkml:trace contextRef="#ctx0" brushRef="#br0" timeOffset="140317.87">29052 16844 0,'40'40'16,"0"-40"0,-40 40-1,0 0 1,-40 0-1,40 0 1,-40 40 0,-1-40-1,41 1 1</inkml:trace>
  <inkml:trace contextRef="#ctx0" brushRef="#br0" timeOffset="141047.87">29533 16483 0,'-40'0'16,"80"0"15,0 0-15,0 0-16,0 0 0,1 0 16,-1 0-1,0 0-15,-40-40 0,0 80 31,40-40-15,-40 40-16,0 0 16,-40 0-1,0 0-15,40 0 0,-40-40 0,40 40 16,-41 0-16,41 1 16,-40-41-16,40 40 15,0 0 1,0 0-1,40-40 1,1 0 0,-41 40-16,40-40 15,0 0-15,0 0 16,-40 40-16,40-40 16,-40 40-16,0 0 15,0 0-15,-40 0 31,0-40-31,40 41 16,-40-41-16,0 40 0,-1-40 16,1 0-16,0 40 0,0-40 15,0 0-15</inkml:trace>
  <inkml:trace contextRef="#ctx0" brushRef="#br0" timeOffset="141448.01">30416 16884 0,'40'40'31,"-40"0"-15,0 0 15,0 0-15,0 0-16,-40 0 15,40 0-15,0 1 16,0-1-16,-40-40 16,40 40-16,-40-40 0,40 40 15,-41-40 1,41 40 0</inkml:trace>
  <inkml:trace contextRef="#ctx0" brushRef="#br0" timeOffset="141888.07">31459 16362 0,'-40'40'15,"40"1"-15,-80-1 16,40 40 15,-41-40-15,81 0-1,0 40 1,40-80 15,1 0-15,-1 0 0,0 0-16,0-40 0,0 40 0,0-40 15,0 40 1,0 0-16,1 0 0,-1-40 0,0 40 0,0-40 15,0 40-15,0 0 0,0 0 16</inkml:trace>
  <inkml:trace contextRef="#ctx0" brushRef="#br0" timeOffset="142228.03">31539 16362 0,'0'40'0,"0"-80"0,0 121 16,-40-81-16,40 80 15,-80 0 17,80 80-17,0-79 1,0-41-16,0 80 16,40-80-16,-40 0 15,40-40-15</inkml:trace>
  <inkml:trace contextRef="#ctx0" brushRef="#br0" timeOffset="143038.18">32542 16924 0,'-40'0'31,"0"0"32,40 40-48,0 0-15,-40-40 0,40 40 0,0 0 16,0 0-16,-40 0 15,40 1-15,0-1 0,-40-40 0,40 40 16,0 0-16,-40-40 0,40 40 0,-40-40 0,40 40 16,-41-40-1</inkml:trace>
  <inkml:trace contextRef="#ctx0" brushRef="#br0" timeOffset="143538.15">33185 16443 0,'-41'0'15,"41"-41"-15,0 82 47,-40-41-31,40 40-16,-40 0 15,40 0-15,0 0 0,-40-40 0,40 40 16,0 0-16,-40 0 16,40 0-16,40-40 47,0 0-32,0 0-15,0 0 0,1-40 16,-1 40-16,0 0 15,0 0-15,0 0 0,0 0 0,0 0 0,0 0 16,1 0-16,-1 0 0,0 0 0,0 0 16,0 0-1</inkml:trace>
  <inkml:trace contextRef="#ctx0" brushRef="#br0" timeOffset="143808.12">33225 16523 0,'0'0'16,"-40"0"15,40 120-15,0 81-1,0-1 1,0-80 15</inkml:trace>
  <inkml:trace contextRef="#ctx0" brushRef="#br0" timeOffset="145598.44">21347 17967 0,'0'0'0,"-40"0"15,40 40 1,-40-40 0,0 0-1,0 0-15,40 40 0,-40-40 16,-1 0 0,1 0 15,40 40-16,-40 0-15,80-40 79,0 0-64,1 0-15,-1 0 0,0-40 16,0 40-16,0-40 15,40 40-15,1-40 0,-41 0 0,40 40 0,-40-41 16,40 41-16,1-40 0,-41 40 0,0-40 0,40 40 16,-40-40-16,0 40 0,-40-40 15,41 40-15,-1 0 0,-40-40 16,-81 40 0,41 0-1,0 0-15,0 0 16,0 40-16</inkml:trace>
  <inkml:trace contextRef="#ctx0" brushRef="#br0" timeOffset="146028.87">21628 17726 0,'40'0'110,"0"0"-110,0 0 15,1 0 1,-1 0-16,0 40 0,0-40 16,-40 40-1,40-40 1,-40 40-16,0 0 0,0 0 16,-40 1-16,40-1 15,-40 0-15,0 0 16,40 0-1,-40-40-15,40 40 0,-41 0 16,41 0-16,0 0 16</inkml:trace>
  <inkml:trace contextRef="#ctx0" brushRef="#br0" timeOffset="152044.26">27085 16483 0,'-40'0'0,"0"0"140,40-40-108,-40 40-32,0 0 15,0 0 17,0 0-17,-1 0 1,1 0-16,0 0 15,40 40-15,-40-40 0,40 40 16,-40-40-16,40 40 16,-40-40-16,40 40 93,0 0-77,-40-40-16,40 40 0,0 0 0,0 0 16,0 1-1,0-1-15,0 0 0,0 0 16,0 0 0,0 0-16,0 0 0,0 0 0,0 0 15,0 0-15,0 1 16,0-1-16,0 0 15,0 0-15,40 0 16,0 0 0,-40 0-16,0 0 15,40-40-15,-40 40 0,0 1 16,40-41-16,-40 40 0,0 0 16,40-40-16,-40 40 15,40-40 1,-40 40-16,41-40 15,-41 40-15,0 0 16,40-40 15,0 0 32,0 0-48,0 0-15,0 0 32,0 0-17,0 0 1,1-40-16,-1 40 16,0 0-1,0 0-15,0-40 16,0 40-1,0 0-15,0 0 16,1 0-16,-1 0 31,0 0-31,0 0 16,0 0 0,0 0-16,-40-40 15,40 40 1,-80 0 15,40-40 16,0 0-31,0 0-1,0-1 1,-40 41-1,40-40-15,0 0 16,0 0-16,0 0 0,-40 40 16,40-40-16,0 0 15,0 0-15,0 0 16,0-1 0,0 1-1,0 0 1,0 0-16,0 0 0,0 0 15,0 0 1,-40 0-16,40 0 16,-40 40-16,40-40 0,0-1 15,0 1 32,0 0-31,0 0-1,0 0-15,0 0 16,0 0 15,-40 40-31,40-40 47,-41 40 0,1 0-31,0 0 15,40-40 0,-40 40 32,0 0-63,0 0 15,0 0 17,40 40-32,-40-40 0,-1 0 15,1 0 1,0 0 15,0 0-15,40 40-16</inkml:trace>
  <inkml:trace contextRef="#ctx0" brushRef="#br0" timeOffset="153744.7">23273 18528 0,'0'0'0,"40"0"93,1 0-93,-1-40 16,0 40-16,0 0 16,0 0-16,0 0 0,0 0 15,-40 40 1,40-40-16,1 40 15,-41 0-15,0 0 0,0 0 16,0 1-16,0-1 0,0 0 0,-41-40 16,41 40-16,-40 0 0,40 0 0,0 0 31,0-80 0,0 0 0,0 0-31,40 0 16,1 0-16,-1 0 16,-40-1-16,40 41 15,0 0-15,0 0 0,0 0 32,0 0-17,-40 41 1,0-1-16,0 0 31,40-80 16,-40 0-31,0-1-16,41 41 15,-41-40-15,40 0 0,0 0 0,-40 0 16,40 40-16,0 0 15,-40-40-15,40 40 0,0 0 16,0 0 0,-40 40-1,0 0-15,41-40 16,-41 80-16,0-40 0,0 1 16,0-1-16,0 0 0,0 0 15,0 0 1</inkml:trace>
  <inkml:trace contextRef="#ctx0" brushRef="#br0" timeOffset="154214.68">24798 18608 0,'0'0'0,"0"-40"15,40 40 1,0-40 0,-80 40 30,40-40-30,-40 40 0,0 0-16,0 0 15,0 0 1,0 0-16,-1 0 0,1 40 16,0 0-16,40 0 15,-40 0-15,40 0 0,0 1 16,0-1-1,40 0-15,0-40 32,-40 40-32,40-40 0,1 0 0,-41 40 15,40-40-15,0 0 0,0 40 16,0-40 0,0 0-16,0 0 15</inkml:trace>
  <inkml:trace contextRef="#ctx0" brushRef="#br0" timeOffset="155024.6">25520 18528 0,'0'0'0,"-40"0"16,0 0 0,0 0-1,0 0 1,40 40 0,-40 0-1,80 40 1,-40-39-1,40-1-15,0 0 16,0-40-16,0 40 16,1-80 15,-1-81-15,0 1-1,-40-40 16,0 120-31,0-41 0,0 41 0,0-40 32,0 40-17,0 80 17,-40 0-32,40 0 15,0 0-15,0 1 16,0-1-16,0 0 0,0 0 0,0 0 15,0 0-15,40 0 0,-40 0 16,0 0-16,40 0 0,0 1 0,-40-1 16,0 0-16,40-40 0,0 0 15,-40 40-15,40-40 16,1 0-16,-1-40 16,0 0-1,-40 0-15,40 40 0,-40-41 0,40 1 0,0 0 16,-40 0-1,40 40-15,-40-40 0,40 0 0,-40 0 16,0 0 0,0 80 31,0 0-47,0 0 15,0 0-15,0 0 0,0 0 16,0 0-16,0 1 0,0-1 0,0 0 15,0 0 1,41 0-16,-41 0 0,40-40 16</inkml:trace>
  <inkml:trace contextRef="#ctx0" brushRef="#br0" timeOffset="155214.6">26323 18087 0,'0'0'15,"-40"0"-15,0 40 32,40 0-32</inkml:trace>
  <inkml:trace contextRef="#ctx0" brushRef="#br0" timeOffset="155744.56">26965 18328 0,'-40'40'15,"0"-40"1,40 40 0,-40-40-16,-1 40 0,1 0 15,40 0-15,-40-40 0,40 40 16,0 0 0,0 0-16,0 0 15,0 1 1,40-1-16,0-40 15,-40 40-15,41-40 16,-1 0-16,0-80 16,-40 39-16,40 41 0,-40-40 0,0 0 15,0 0 1,0 0-16,0 0 0,0 0 16,0 0-1,-40 40 16,40 80 1,0-40-32,0 0 15,0 0-15,40 0 0,-40 0 0,0 1 16,0-1-16,40 0 16,0 0-16,0 0 0,0-40 15,1 0 1,-1 0-16,0 0 15,-40-40-15</inkml:trace>
  <inkml:trace contextRef="#ctx0" brushRef="#br0" timeOffset="156414.54">27406 18408 0,'-40'0'0,"80"0"31,0 0-15,1 0-1,-1 0-15,0 0 32,-40 80-32,40-80 0,-40 40 15,0 0-15,0 0 0,0 0 16,0 0 0,0-80 30,40 0-30,0 0-16,0-40 0,0 40 16,1 0-16,-1 0 0,0 40 15,0 0 1,0 0-16,-40 40 16,40 0-1,-40 0-15,40 0 0,-40 0 0,40 0 16,-40 0-1,0 0-15,0 1 0,41-41 0,-41 40 16,40 0 0,0-40-1</inkml:trace>
  <inkml:trace contextRef="#ctx0" brushRef="#br0" timeOffset="157264.46">29292 18207 0,'40'0'47,"1"-40"-32,-1 40 1,0 0-16,40-40 0,-40 40 0,0 0 0,0 0 16,1 0-16,-1 0 0,0 0 0,0 0 0,0 0 15,0 40 1,-40 0-16,0 0 16,40-40-16,-40 40 15,0 1-15,0-1 0,-40 0 16,0 0-1,40 0-15,-40-40 0,40 40 16,-40-40-16,40 40 16,-40-40-16,40 40 0,40-40 47,-40 40-47,40-40 15,0 0-15,0 0 16,0 0-16,41 0 0,-41 0 0,0-40 15,0 40-15,40 0 16,-40 0-16,41-40 0,-41 40 0,40 0 0,-40 0 16,40 0-16,-40-40 0,1 40 0,-1 0 0,0 0 15,0 0-15,0 0 16,-80 0 156,0 0-172,0 0 31</inkml:trace>
</inkml:ink>
</file>

<file path=ppt/ink/ink6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8T06:51:05.316"/>
    </inkml:context>
    <inkml:brush xml:id="br0">
      <inkml:brushProperty name="width" value="0.05292" units="cm"/>
      <inkml:brushProperty name="height" value="0.05292" units="cm"/>
      <inkml:brushProperty name="color" value="#FF0000"/>
    </inkml:brush>
  </inkml:definitions>
  <inkml:trace contextRef="#ctx0" brushRef="#br0">2608 14036 0,'0'-40'16,"0"0"0,0 0-1,-40 40-15</inkml:trace>
  <inkml:trace contextRef="#ctx0" brushRef="#br0" timeOffset="1139.97">2568 13916 0,'40'0'16,"0"-40"15,-40 0 0,0 80 16,0 0-16,-40-40-15,40 40-16,-40-40 16,40 40-1,-40-40 1,0 40-1,0-40 17,0 0-32,40 40 15,-41-40-15,1 40 16,0 1 0,0-41-16,40 40 0,0 0 31,0 0-16,40 0 1,-40 0 15,0 0-31,0 0 0,40-40 16,-40 40-16,0 1 0,0-1 16,0 0-16,0 0 0,40 0 15,-40 0-15,0 0 0,0 40 0,0-40 16,0 1-16,0-1 15,0 0-15,0 0 0,0 0 0,0 0 16,0 0-16,0 0 0,0 0 16,0 1-16,0-1 0,0 0 0,0 0 15,0 0 1,0 0-16,0 0 0,0 0 16,0 0-16,0 0 0,0 1 0,0-1 0,0 0 15,41 0-15,-41 0 16,0 0-16,0 0 0,0 0 0,0 0 0,0 1 15,0-1 1,0 0-16,0 0 0,0 0 0,0 0 16,0 0-16,0 0 15,0 0-15,0 0 0,0 1 0,0-1 16,0 0-16,40 0 0,-40 0 16,0 0-16,0 0 15,40-40-15,-40 40 0,0 0 0,0 1 0,0-1 16,40 0-16,-40 0 0,0 0 15,0 0-15,0 0 0,0 0 0,0 0 0,0 0 16,0 1-16,0-1 16,0 0-16,0 0 0,0 0 0,-40 0 0,40 0 15,0 0-15,0 0 16,0 1-16,0-1 0,0 0 0,-40 0 16,40 0-16,0 0 0,0 0 15,0 0 1,0 0-16,0 0 31,40-40-15,0 41 15,-40-1-15,40-40-16,-40 40 46,40-40-46,0 0 32,-40 40-32,40-40 0,1 0 15,-1 0 1,0 0-16,0 0 16,0 0-16,0 0 0,0 0 15,0 0-15,1 0 16,-1 0-16,-40-40 15</inkml:trace>
  <inkml:trace contextRef="#ctx0" brushRef="#br0" timeOffset="1959.89">3571 13996 0,'0'40'15,"0"0"63,40-40-62,-40 40-16,0 1 0,0-1 16,41-40-1,-41 40-15,0 0 0,0 0 0,40-40 16,-40 40-16,0 0 0,0 0 0</inkml:trace>
  <inkml:trace contextRef="#ctx0" brushRef="#br0" timeOffset="2889.87">5457 13956 0,'0'-40'16,"40"40"-16,0 0 94,1 0-94,-1 0 15,0 0 1,0 0-16,0 0 16,0 0-16,0 0 15,-40 40-15,0 0 16,0 0-1,-80 0-15,80 0 16,-40-40-16,40 41 0,-40-41 16,40 40-16,0 0 31,40-40 0,0 0-31,0 40 16,0-40-16,0 0 15,-40 40 1,0 0 0,-40 0-1,0-40-15,40 40 16,-80-40-16,40 40 0,0-40 16,0 0-16,-1 41 0,1-41 15,0 0 1,0 0-16,40-41 15</inkml:trace>
  <inkml:trace contextRef="#ctx0" brushRef="#br0" timeOffset="3589.77">8025 13796 0,'-40'-40'31,"0"40"-31,0 0 31,-80 80-15,39 0 0,81-40-16,-40 40 15,40-40-15,40-40 16,81 40 0,-41-40-1,0-80 1,-80 40-1,40-40 1,-40 40 15,0 80 1,40 0-17,-40 0-15,0 0 0,0 0 0,0 0 16,0 1-1,0-1-15,0 0 0,0 0 0,0 0 16,0 0-16,0 0 0,0 0 16,-80 0-16,80 1 0,-40-41 0,40 40 15,-40-40-15,0 40 16,0-40-16,0 0 0,-41 0 0,41 0 16,0 0-16,-40 0 0</inkml:trace>
  <inkml:trace contextRef="#ctx0" brushRef="#br0" timeOffset="4639.7">3652 15400 0,'40'0'93,"0"-40"-77,0 40-16,0 0 16,0 0-1,-40 40 1,0 0-16,40-40 0,-40 40 16,0 0-16,0 0 15,0 0-15,0 0 0,-40 1 0,40-1 16,-40 0-1,0-40-15,40 40 0,-40-40 0,40 40 16,-40-40-16,120 0 47,-40-40-47,0 40 0,0 0 16,0 0-16,1 0 0,-1 0 0,0-40 0,0 40 15,0 0-15,0 0 16,0 0-16,0 0 0,1 0 0,-1-40 0,0 40 15</inkml:trace>
  <inkml:trace contextRef="#ctx0" brushRef="#br0" timeOffset="5359.72">5618 15079 0,'40'0'16,"0"0"187,0 0-187,0 0-16,0 0 0,0-40 15,1 40 1,-1 0-16,-80 0 78,40 40-78,-41 0 16,41 0-1,0 0-15,0 0 0,0 1 0,0-1 16,-40-40-16,40 40 0,0 0 15,0 0-15,-40 0 0,40 0 0,0 0 0,0 0 16,0 0 0,0 1-16,0-1 0,0 0 15,40-40 1,-40 40 0</inkml:trace>
  <inkml:trace contextRef="#ctx0" brushRef="#br0" timeOffset="5569.64">5698 15640 0,'-40'0'0,"40"-40"31,0 0 0,80 40-31,-40-40 16,0 40 0,0 0-16,1 0 0,-1 0 15,0-40 1</inkml:trace>
  <inkml:trace contextRef="#ctx0" brushRef="#br0" timeOffset="6489.66">7704 15239 0,'40'0'16,"-40"-40"15,-40 40 47,40 40-62,-40-40-1,0 0-15,0 41 16,0-41 0,40 40-16,-40-40 0,40 40 0,-40-40 15,40 40-15,-41-40 16,41 40 0,41-40 15,-41 40-31,40-40 0,0 0 15,0 40 1,0-40-16,0 0 16,0 0-1,0 0-15,1 0 0,-1 0 16,-40-40-16,40 40 0,0 0 16,0-40-16,0 40 15</inkml:trace>
  <inkml:trace contextRef="#ctx0" brushRef="#br0" timeOffset="6749.63">7664 15400 0,'-40'0'16,"80"40"46,-40 0-62,0 0 16,0 0-16,0 0 0,0 0 0,0 1 16,0-1-1,0 0-15,0 0 0,40 0 16</inkml:trace>
  <inkml:trace contextRef="#ctx0" brushRef="#br0" timeOffset="8009.57">4173 16723 0,'40'0'219,"-40"40"-219,40-40 0,-40 41 31,0-1-31,0 0 15,0 0 1,-40-40-16,40 40 0,0 0 0,-40 0 16,0 0-16,40 0 15,-40-40-15,0 40 0,40 1 0,-40-1 16,40 0-16,-40-40 0,40 40 16,0 0-1,0 0-15,0 0 31,40-40-31,0 0 16,0 0 0,0 0-16,0 0 15,-40-40-15,0 0 16,0 0-16,0 0 16,0 0-16,0 0 0,-40 40 15,40-41-15,-40 1 16,0 0-16,40 0 0,-40 40 0,40-40 15,-40 40-15,-1 0 16,1-40-16,80 40 47,1-40-47,-1 40 0,0 0 16,0 0-16,0 0 15,0 0-15,0 0 0,0 0 16,1 0-1</inkml:trace>
  <inkml:trace contextRef="#ctx0" brushRef="#br0" timeOffset="8909.51">5578 16643 0,'-41'0'0,"41"-40"78,0 80 47,-40-40-109,40 40-16,0 0 31,0 0 47,0 1-62,0-1-16,0 0 0,0 0 16,0 0-16,0 0 0,40 0 0,-40 0 15,0 0-15,0 0 16,0 1-16,0-1 0,41-40 15,-41 40 1</inkml:trace>
  <inkml:trace contextRef="#ctx0" brushRef="#br0" timeOffset="10179.44">7383 16563 0,'-40'0'47,"0"0"-31,0 0-1,0 0 1,40 40-16,-40 0 15,-1-40-15,41 40 16,0 0-16,-40-40 0,40 40 16,0 1-16,0-1 0,0 0 0,-40 0 15,40 0-15,0 0 0,0 0 16,40-40 0,-40 40-16,40-40 15,1 0 1,-1 0-16,0 0 0,0-40 31,0 40-15,-40-40 31,40 40-32,0 0 79,-40-40-78,0 0 15,41 40-31,-41-40 15,0 0 1,0 0-16,0-1 31,0 1-15,-41 40 46,1 0-62,0 0 16,0 0 0,0 0-1,0 0 17,40-40-17,-40 40 1</inkml:trace>
  <inkml:trace contextRef="#ctx0" brushRef="#br0" timeOffset="12859.21">8627 13354 0,'0'41'32,"40"-41"93,0 0-110,1 0-15,-1 0 16,0 0-16,0 0 16,0 0-1,0 0-15,0 0 16,0 0-1,-40 40 48,0 0-47,0 0-16,0 0 15,0 0 1,0 0-16,0 0 0,0 0 15,0 1-15,0-1 16,0 0-16,0 0 0,0 0 0,0 0 16,0 0-1,0 0-15,0 0 0,0 0 0,0 1 16,0-1-16,0 0 0,0 0 16,0 0-16,0 0 0,0 0 15,0 0-15,0 0 0,0 1 16,0-1-1,0 0-15,0 0 0,0 0 16,0 0 0,41 0-16,-41 0 0,0 0 15,0 0-15,0 1 0,0-1 16,0 0 0,0 0-16,0 0 0,0 0 15,0 0-15,0 0 16,0 0-16,0 1 15,0-1 1,0 0-16,0 0 0,0 0 16,0 0-16,0 0 15,0 0-15,0 0 0,0 0 16,0 1-16,0-1 0,0 0 16,0 0-1,0 0-15,0 0 0,0 0 16,0 0-1,0 0-15,0 1 16,0-1 0,0 0-16,0 0 15,0 0-15,0 0 16,0 0-16,0 0 16,0 0-16,0 0 0,0 1 15,0-1 1,0 0-16,0 0 15,0 0 1,0 0-16,0 0 16,0 0-1,0 0 1,0 1 0,0-1-1,0 0-15,-41-40 16,41 40-1,0 0-15,0 0 16,0 0 15,-40-40-31,40 40 0,0 0 32,-40 0-32,40 1 15,0-1 1,0 0 15,0 0 78,-40-40-109,0 0 16,40 40 0,-40-40-16,0 0 0,0 0 15,-1 0-15,1 0 0,0 0 16,0 0-16,0 0 0,0 0 16,0 0-16,0 0 0,-1-40 0,1 40 0,0 0 15,0 0-15</inkml:trace>
  <inkml:trace contextRef="#ctx0" brushRef="#br0" timeOffset="14399.12">1565 15881 0,'-40'0'15,"0"0"-15,0 0 0,40-40 16,-41 40 0,41-40-16,41 40 31,-1 0-15,40 0-16,-40 0 15,0 0-15,0 0 16,-40-40-16,40 40 0,1 0 0,-1 0 0,0 0 15,0-40-15,0 40 16</inkml:trace>
  <inkml:trace contextRef="#ctx0" brushRef="#br0" timeOffset="14589.18">1565 16162 0,'-40'0'16,"80"0"-16,-40 0 31,40 0-31,-40-40 0,80 40 0,-40 0 16,1-40 0,-1 40-16</inkml:trace>
  <inkml:trace contextRef="#ctx0" brushRef="#br0" timeOffset="15669.06">321 15520 0,'-40'0'125,"40"40"-125,-40-40 16,40 40-1,0 0-15,0 1 0,0-1 0,0 0 16,0 0-16,0 0 16,0 0-16,0 0 0,0 0 0,0 0 15,0 1-15,0-1 0,0 0 0,0 0 0,40-40 16,-40 40-16,0 0 16,0 0-16,0 0 0,0 0 15,0 0-15,0 1 16,0-1-1,-40-40-15,40 40 16,-40-40-16,0 0 16</inkml:trace>
  <inkml:trace contextRef="#ctx0" brushRef="#br0" timeOffset="15879.03">161 16282 0,'0'0'0,"0"-40"15,40 40 1,0-40 0,0 40-16,0-40 15,0 40-15,0 0 16,-40-40-16</inkml:trace>
  <inkml:trace contextRef="#ctx0" brushRef="#br0" timeOffset="16239.01">562 15801 0,'-40'0'63,"40"40"-63,0 0 31,-40 0-31,40 0 15,0 0-15,0 1 16,0-1-16,0 0 0,0 0 0,0 0 16,-41 0-16,41 0 15,0 0-15,0 0 16,41-40-16,-41 40 0,40-40 16,0 0-1,0 0-15</inkml:trace>
  <inkml:trace contextRef="#ctx0" brushRef="#br0" timeOffset="16818.97">682 15961 0,'0'0'0,"0"-40"31,40 40-15,0 0 0,1 40-1,-41 0 1,0 1-16,0-1 0,0 0 16,0 0-16,0 0 15,-41-40-15,41 40 0,0 0 16,-40-40-16,40 40 15,0-80 32,40 40-47,-40-40 0,0 0 0,0 0 16,41 40 0,-41-40-16,40 40 0,-40-40 15,0 0 1,40 40-16,-40 40 125,-40 0-110,40 0-15,0 0 16,0 0 0,40 0-1</inkml:trace>
  <inkml:trace contextRef="#ctx0" brushRef="#br0" timeOffset="17029.03">963 16242 0,'0'40'15,"-40"-40"1,40 40-16,0 0 0,0 0 0,0 1 16,0-1-1,0 0 16,-40-40-31</inkml:trace>
  <inkml:trace contextRef="#ctx0" brushRef="#br0" timeOffset="17578.93">1204 16001 0,'0'0'0,"-40"0"0,40 41 47,0-1-47,40-40 16,-40 40-16,0 0 15,40-40-15,0 0 32,-40-40 15,0 80 15,0 0-46,0 0-1,0 0-15,0 0 0,0 0 16,0 0-16,0 1 0,0-1 16,0 0-16,-40-40 15,40 40-15,-40-40 0,40 40 0,-40-40 16,40 40-1,-40 0-15,40-80 32,0 0-32,0 0 15,0 0-15,0 0 0</inkml:trace>
  <inkml:trace contextRef="#ctx0" brushRef="#br0" timeOffset="17888.93">1284 15841 0,'0'0'0,"0"80"31,40 41-15,-40-41 0,40-80-16,0 120 15,-40-80-15,0 0 0,41 40 16,-41-39-16,0 39 16,0-40-16,0 0 0,-41 0 15,-39 40 1,40-40-16</inkml:trace>
  <inkml:trace contextRef="#ctx0" brushRef="#br0" timeOffset="19218.82">13763 14237 0,'40'0'16,"-80"0"31,0 0-16,0 0-31,0 0 0,0 0 0,0 0 16,0 0-16,-1 0 0,1 40 0,0-40 15,40 40 1,-40-40-16,40 40 0,0 0 0,0 0 16,0 0-1,0 1-15,0-1 16,80-40-16,-80 40 15,40-40-15,1 0 16,-1 0-16,0 0 16,-40-40-16,40 40 15,-40-40-15,0-1 0,40 1 16,-40 0 0,0 0-16,0 0 0,0 0 0,0 0 15,-40 0-15,40 0 0,-40-1 16,40 1-16,-40 40 0,40-40 0,-40 0 0,40 0 15,-41 40 1,1 0-16,0 0 16,40 40 15,0 0-31</inkml:trace>
  <inkml:trace contextRef="#ctx0" brushRef="#br0" timeOffset="19558.84">14365 13756 0,'-160'0'31,"120"0"-31,-1 40 0,1 0 16,40 0-16,0 120 31,0-120-31,0 0 0,40 1 0,1 199 31,-1-79-15,-40-41-1,-40-80 17,-1-40-32</inkml:trace>
  <inkml:trace contextRef="#ctx0" brushRef="#br0" timeOffset="19778.87">13964 14558 0,'0'0'0,"0"-40"16,40-1-1,0 1-15,0 40 16,0 0-16,1-40 0,-1 40 0,0-40 0,40 40 16,-40 0-16,0-40 15,0 40-15,1 0 0,-1-40 0,0 40 16,0-40-1,0 40-15,0 0 16</inkml:trace>
  <inkml:trace contextRef="#ctx0" brushRef="#br0" timeOffset="20138.78">13322 15520 0,'0'0'0,"40"0"15,0 0-15,0-40 32,0 40-32,1 0 0,-1-40 15,0 40-15,0 0 0,0 0 0,0 0 16,0-40-16,0 40 0,1 0 16,39 0-16,-40-40 0,0 40 0,0 0 0,0 0 15,0 0-15,1-40 0,-1 40 16,40 0-16,-40 0 0,0 0 0,0 0 15,0 0-15</inkml:trace>
  <inkml:trace contextRef="#ctx0" brushRef="#br0" timeOffset="20718.74">13803 16082 0,'-40'0'32,"0"0"-1,0 0-31,0 0 15,40 40 1,-40 0-16,40 0 0,-40-40 16,40 40-16,0 0 0,-40 0 15,40 0 1,0 0-16,0 1 0,40-1 31,0 0-31,0-40 16,0 0-16,0 0 15,0-40-15,-40 0 32,40 40-32,-40-41 0,0-39 15,0 40-15,-40 40 16,40-40-16,0 0 16,-40 0-16,40 0 0,-40 40 0,40-40 15,-40 40-15,40-40 16,-40 40-16,0-41 0,0 41 15,-1-40-15,1 40 16,0 0-16,40-40 0,-40 40 0,80-40 31,0 40-15,0 0-16,-40-40 0,41 40 16</inkml:trace>
  <inkml:trace contextRef="#ctx0" brushRef="#br0" timeOffset="21458.7">13844 15921 0,'0'0'0,"40"-40"31,80 0-16,-40 40 1,-40 80 0,-40 0-1,0 41 1,-40-41 15,0-40-31,40 0 31,40-40 1,-40-40-32,40 40 0,-40-40 15,41 40-15,-1-40 0,0 40 0,0-40 16,-40 0-16,40 40 0,-40-40 16,40-1-16,-40 1 0,0 0 0,40 40 15,-40-40-15,0 0 16,-40 40 31,40 40-32,-40-40 1,40 40-16,-40-40 0,40 40 0,0 0 0,-40-40 16,40 41-16,-40-41 15,40 40-15,0 0 0,-40 0 0,40 0 16,0 0-1,0 0-15,0 0 0,40-40 16,0 40-16,0-40 16,0 0-16,0 0 0,0 0 15,0 0-15,1-40 0,-1 40 0,0-40 16,-40 0 0,40 40-1,-40-40 79</inkml:trace>
  <inkml:trace contextRef="#ctx0" brushRef="#br0" timeOffset="37999.21">3932 14919 0,'0'0'0</inkml:trace>
  <inkml:trace contextRef="#ctx0" brushRef="#br0" timeOffset="41609.06">3611 14798 0,'0'0'0,"41"0"203,-1 0-188,0 0 17,0 0-1,0 0-16,0 0-15,-40-40 16,40 40 0,-40-40 46,40 40-46,1 0 15,-41-40-31,0 0 16,40 40 15,-40-40-15,0 0 30,0 0-14,0-1-32,0 1 15,0 0 17,80 40-32,-80-40 31,0 0-16,0 0 1,0 0 0,0 0-1,0 0 1,0-1 0,0 1 15,0 0 16,0 0-32,-80 40 1,80-40 15,-40 40-15,40-40-1,-41 40 1,41-40 15,-40 40-31,40-40 47,-40 40-47,0 0 16,40-40 31,-40 40-47,0 0 15,0 0 48,0 0-48,-1 0 1,1 0 47,0 0-17,0 0-14,0 0-17,0 0 17,40 40-1,-40-40-16,40 40 17,-41-40-17,41 40-15,-40 0 32,40 0 14,-40-40-46,40 40 32,0 0-1,0 0-15,0 1 15,0-1-16,0 0 1,0 0 15,0 0-15,0 0 0,0 0-1,0 0 16,0 0-15,0 1 0,40-41-1,0 40 1,-40 0 0,0 0 46,41-40-62,-41 40 31,40-40-31,0 0 16,0 0 31,0 0-32,0 0 32,-40 40-31,0 0 15,40-40 0,1 0-15,-1 0 31,40 0 109,-40 0-140,-80 0 468</inkml:trace>
  <inkml:trace contextRef="#ctx0" brushRef="#br0" timeOffset="65482.71">9831 13876 0,'0'-40'78,"-40"40"47,0 0-110,0 0 17,-1 40-1,41 0 0,-40-40-15,40 40-16,-40-40 15,40 40 1,-40-40-16,40 40 0,0 0 16,0 0-1,40-40 1,0 41 0,0-41-1,1 0 1,-1 0-1,0 0 1,-40-41-16,40 41 16,0-40-1,0 40-15,-40-40 16,0 0 46,0 0-30,0 0 30,-40 40-31,0 0 1,0 0-17,0 0-15,0 0 32,40 40-32,-41-40 0,41 40 0</inkml:trace>
  <inkml:trace contextRef="#ctx0" brushRef="#br0" timeOffset="66952.64">9630 15280 0,'40'0'125,"-40"40"125,0 0-235,0 0-15,0 0 16,0 0-16,0 0 15,0 0-15,0 0 0,0 0 16,0 1-16,0-1 31,0-80 47,0-1-78,0 1 0,0 0 16,0 0-16,0 0 16,0 0-16,0 0 0,0 0 0,0 0 15,0 0 1,0 80 46,0 0-46,0 0 0,0 0-16,0 0 15,0 0-15,0 0 16</inkml:trace>
  <inkml:trace contextRef="#ctx0" brushRef="#br0" timeOffset="68142.59">9470 16804 0,'0'-41'16,"40"41"-1,-40-40-15,40 40 0,0 0 16,-40-40-16,40 40 0,0 0 16,1 40-1,-41 0 1,40-40-16,-40 41 16,0-1-1,0 0 1,0 0-16,0 0 0,0 0 15,-40-40-15,40 40 0,-41-40 0,41 40 0,-40-40 16,40 40-16,0 0 16,-40-40-16,40 41 0,-40-41 15,40 40-15,0-80 47,40 40-47,0 0 16,0-41-1,1 41-15,-1 0 16,0 0-16,-40-40 0,40 40 16,0 0-1,0 0-15,0 0 16,0 0 0,1 0 15,-41-40 94,-41 40-110</inkml:trace>
  <inkml:trace contextRef="#ctx0" brushRef="#br0" timeOffset="69682.48">4133 18287 0,'-40'0'31,"0"0"16,40 41-47,-40-41 0,40 40 16,-40 0-1,-1-40-15,41 40 0,-40-40 0,0 40 16,40 0-1,-40-40-15,40 40 16,40-40 0,0 0-1,0 0-15,1 0 16,39 0 0,-40 0-16,0 0 15,0 0 1,-40-40-16,0 0 15,40 40-15,-40-40 16,0 0 0,0 0-16,0 0 15,-40 40 1,0 0 0,0 0 15,40 40 0,0 0-31,40 0 31</inkml:trace>
  <inkml:trace contextRef="#ctx0" brushRef="#br0" timeOffset="70122.45">5658 18127 0,'0'0'15,"-40"0"1,40 40 46,0 0-46,0 0 0,0 0-16,0 1 15,0-1-15,40 0 16,-40 0-16,0 0 0,0 0 16,40-40-16,-40 40 15,0 0-15,0 0 0,0 0 16</inkml:trace>
  <inkml:trace contextRef="#ctx0" brushRef="#br0" timeOffset="70892.42">7223 18087 0,'40'0'47,"0"0"-31,0-40-16,0 40 0,0 0 31,1 0-31,-41 40 0,0 0 15,0 0-15,0 0 16,-41-40 0,41 40-16,0 0 0,-40-40 0,40 41 0,0-1 15,-40 0-15,0 0 16,0 0-16,0 0 16,0-40-1,40 40-15,40-40 31,0-40-15,0 40-16,0 0 16,0 0-16,0 0 15,-40-40-15,41 40 0,-1 0 16,0 0-16,0 0 16,0 0-16,0 0 0,0 0 15,0 0 1,1 0-1,-41-40 32,-41 40 0,1 0-16,0 0-31</inkml:trace>
  <inkml:trace contextRef="#ctx0" brushRef="#br0" timeOffset="74562.47">3692 14036 0,'0'40'16,"-40"-40"484,-1 0 593,41 40-1077,41-40-16,-82 0 63,82 0 546,-82 0-234,1 0-266</inkml:trace>
  <inkml:trace contextRef="#ctx0" brushRef="#br0" timeOffset="77922.25">3852 13956 0,'-40'0'0,"40"40"31,0-80 78,0 0-93,0 0-16,0 0 16,40 40-1,-40-40-15,40 40 0,0-40 16,-40-1 0,41 41-16,-1 0 0,-40-40 0,40 40 15,-40-40 1,40 40-16,0 0 0,-40-40 15,40 40-15,0 0 0,-40-40 0,40 40 16,1 0 0,-41-40-16,40 40 0,-40-40 15,40 40 1,-40 40 78</inkml:trace>
  <inkml:trace contextRef="#ctx0" brushRef="#br0" timeOffset="78392.31">4133 13475 0,'40'0'62,"0"0"-46,0 0-16,1 0 16,-1 0-16,0 0 15,0 0-15,-40-40 0,40 40 0,0 0 16,0-40-16,0 40 16,-40 40 62,-40-40-78,40 40 15,0 0 1,0 0-16,0 0 0,0 0 16,0 0-16,0 0 15,0 1-15,0-1 16</inkml:trace>
  <inkml:trace contextRef="#ctx0" brushRef="#br0" timeOffset="78982.2">4815 12953 0,'0'-40'47,"-40"40"-31,40-40-16,-40 40 0,0 0 31,40 40-15,0 0-16,0 1 15,0-1 1,0 0-16,0 0 16,40-40-16,0 40 15,-40 0-15,40 0 0,-40 0 16,40 0-1,-40 0-15,40-40 0,-40 41 16,0-1-16,0 0 0,0 0 16,0 0-1,-40-40 1,40 40-16</inkml:trace>
  <inkml:trace contextRef="#ctx0" brushRef="#br0" timeOffset="79182.19">4775 13395 0,'0'-41'16,"40"41"-1,-40-40-15,40 40 0,0-40 16,1 40 0,-41-40-1,40 40-15</inkml:trace>
  <inkml:trace contextRef="#ctx0" brushRef="#br0" timeOffset="79542.2">5096 12913 0,'0'40'94,"0"1"-79,0-1-15,0 0 16,0 0 0,0 0-16,40-40 0,-40 40 15,40-40-15,-40 40 0,40 0 16,1-40-1,-1 0-15,0 0 16,0 0 0</inkml:trace>
  <inkml:trace contextRef="#ctx0" brushRef="#br0" timeOffset="79912.22">5417 12953 0,'40'0'0,"0"0"31,0 0-15,-40 41 31,0-1-47,0 0 15,0 0-15,0 0 32,-40-40-32,0 0 15,40-40 1,0 0-16,0 0 0,-40 40 16,40-40-16,0-1 15,0 1-15,0 0 31,40 40-31,0 0 16,0 0-16</inkml:trace>
  <inkml:trace contextRef="#ctx0" brushRef="#br0" timeOffset="80182.13">5778 12994 0,'40'0'15,"-40"40"32,0 0-31,0 0-16,0 0 15,0 0-15,0 0 16,0 0-16,-40-40 31</inkml:trace>
  <inkml:trace contextRef="#ctx0" brushRef="#br0" timeOffset="80732.1">5979 12753 0,'40'0'0,"0"0"32,0 0-17,0 0 1,0 0-16,-40-40 0,41 40 15,-41 40 17,0 40-32,0-40 31,0 0-31,-41 0 0,41 1 16,-40-41-1,0 0-15,40 40 0,-40-40 16,0 0-1,0-40 1,40-1-16,0 1 0,0 0 16,0 0-1,0 0-15,40 0 32,0 40-17</inkml:trace>
  <inkml:trace contextRef="#ctx0" brushRef="#br0" timeOffset="80982.08">6380 12673 0,'0'0'0,"80"-40"31,-40 40-31,1 0 16,-41 40 0,80 80-1,-80 121 17,-201-1-32</inkml:trace>
  <inkml:trace contextRef="#ctx0" brushRef="#br0" timeOffset="84001.97">7664 13595 0,'-40'0'0,"0"0"78,0 0-62,0 0 31,0 0-32,-1 40 16,41 0-15,-40 0 0,40 1-16,-40-41 0,0 0 31,40 40-31,-40-40 0,40 40 16,0 0-1,-40-40-15,40 40 0,0 0 16,0 0-16,0 0 15,0 0-15,0 0 16,0 1-16,0-1 0,0 0 16,0 0-16,0 0 15,0 0-15,0 0 0,0 0 16,0 0 0,0 1-16,0-1 15,40-40 1,-40 40-16,40-40 0,-40 40 15,40-40-15,0 40 16,0-40 0,-40 40-16,41-40 0,-41 40 15,40-40-15,0 0 16,-40 40-16,40-40 0,0 0 31,0 0-31,0 0 16,0 0-16,-40-40 15,41 40-15,-1 0 16,0 0 0,0 0-1,0 0 1,0 0 0,0 0-16,-40-40 0,40 40 15,1 0 16,-41-40-31,40 40 0,0 0 32,-40-40-17,40 40-15,-40-40 16,40 40-16,-40-40 0,40 40 16,-40-40-1,0-1-15,0 1 16,0 0-1,0 0 1,0 0 0,0 0-1,0 0 17,40 40-32,-40-40 0,0 0 31,0-1-31,0 1 31,-40 40-15,40-40-16,0 0 31,0 0 0,-40 40-15,40-40-16,0 0 0,-40 40 15,40-40-15,-40 40 16,40-40 0,0 0-1,-40 40 17,40-41-32,0 1 31,-81 40-16,81-40-15,0 0 16,-40 40 0,0 0 31,0 0-47,0 0 15,0 0 16,40-40-15,-40 40-16,0-40 16,-1 40-1,1 0-15,40 40 16,-40-40-16,0 40 16,0-40-16,0 0 0,40 40 15,-40-40-15,0 40 16</inkml:trace>
  <inkml:trace contextRef="#ctx0" brushRef="#br0" timeOffset="87841.75">7704 13675 0,'40'0'141,"-40"-40"-126,0 0 1,0 0-16,41 40 0,-41-40 0,40 40 15,-40-40-15,40 40 0,-40-40 16,40 40-16,-40-40 0,40-1 0,0 41 0,-40-40 16,40 40-16,0-40 15,-40 0-15,41 40 0,-41-40 0,40 40 16</inkml:trace>
  <inkml:trace contextRef="#ctx0" brushRef="#br0" timeOffset="88231.67">8065 13154 0,'-40'0'31,"80"0"16,1 0-31,-1 0-1,0 0-15,0 0 16,0 0 0,0 0-1,0-40-15,0 40 16,1-40-1,-82 80 32,41 0-47,0 0 16,-40-40-16,40 40 16,0 0-16,0 0 15</inkml:trace>
  <inkml:trace contextRef="#ctx0" brushRef="#br0" timeOffset="88711.7">8788 12592 0,'0'41'15,"-40"-41"16,40 40 32,0 0-47,0 0-1,0 0-15,0 0 16,40-40-16,-40 40 0,0 0 15,40 0-15,-40 1 16,0-1-16,0 0 16,0 0-1,0 0-15,-40-40 32</inkml:trace>
  <inkml:trace contextRef="#ctx0" brushRef="#br0" timeOffset="88991.61">8667 13074 0,'0'-40'15,"0"0"1,0-1 15,40 41-15,-40-40-16,41 40 15,-1 0-15,0 0 0,-40-40 16,40 40-16,0 0 16,-40-40-16,40 40 0,0-40 15,-40 0 1,40 40-16</inkml:trace>
  <inkml:trace contextRef="#ctx0" brushRef="#br0" timeOffset="89571.58">9149 12512 0,'-40'0'78,"0"0"-47,40 40-31,0 0 16,0 1 0,0-1-16,0 0 15,0 0 1,0 0-16,40 0 0,0 0 15,-40 0-15,40-40 16,0 0 0,-40 40-16,40-40 0,0 0 15</inkml:trace>
  <inkml:trace contextRef="#ctx0" brushRef="#br0" timeOffset="90251.61">9349 12633 0,'41'0'63,"-1"0"-32,0 0-31,0 0 16,0 0-16,0 0 15,0 0 1,-40 40 31,0 0-31,0 0-16,-80 0 15,80 0 1,-40-40-16,40 40 0,-40-40 15,80 0 79,-40-40-94,40 40 16,0 0-16,0 0 0,0 0 31,1 0-31,-41-40 31</inkml:trace>
  <inkml:trace contextRef="#ctx0" brushRef="#br0" timeOffset="92301.48">9670 12512 0,'0'40'15,"-40"-40"235,40 40-234,-40-40-16,0 0 15,40 41 1,-40-41-16,40 40 16,-40-40-1,40 40-15,0 0 16,0 0 0,40-40 15,-40 40-31,40-40 0,-40 40 15,40-40-15,0 0 16,-40 40-16,40 0 31,1-40 1,-1 0-17,0 0 16,-40-40-15,40 40-16,-40-40 16,0 0-1,0 0-15,40 0 16,-40 0 0,0 0 62,-40 40-63,40-40 17,-40-1-1,0 41-16,0 0 32,-1 0-47,1 0 0,0 0 16,0 0 0,40 41-16,-40-41 0,0 0 15,0 0-15,40 40 47,40-40-31,-40 40-16</inkml:trace>
  <inkml:trace contextRef="#ctx0" brushRef="#br0" timeOffset="92671.46">10473 12994 0,'0'40'32,"0"0"-32,-80 0 31,80 0-15,0 0-1,-40-40-15,40 40 0,-41 0 16,41 0-1,0 0 1,-40-40 0</inkml:trace>
  <inkml:trace contextRef="#ctx0" brushRef="#br0" timeOffset="93291.35">10553 12633 0,'0'0'16,"0"-41"-1,40 41 1,0 0 0,1 0-16,-1 41 15,0-41-15,-40 40 0,40-40 32,0 0-32,-40 40 0,40 0 15,-40 0 1,40-40-16,-40 40 15,0 0 17,-40-40-32,0 0 0,40 40 15,-40-40-15,40 40 16,-40-40 15,80 0 32,0 0-48,-40-40-15,40 40 0,0 0 0,1 0 16,-1 0 0,0 0-16,0 0 0,0 0 15,-40-40-15,40 40 0,0 0 16,-40-40-1,40 40-15,1 0 0,-41-40 32</inkml:trace>
  <inkml:trace contextRef="#ctx0" brushRef="#br0" timeOffset="93641.4">11436 12472 0,'40'0'0,"0"0"16,0 0 0,1 0-1,-1 0 1,-40 40-16,40-40 0,-40 40 16,0 0-1,0 1-15,0-1 0,0 0 0,0 0 0,-40 0 16,40 40-16,-81-40 0,41 41 0,0-1 0,-40 0 15,40 0-15</inkml:trace>
  <inkml:trace contextRef="#ctx0" brushRef="#br0" timeOffset="97431.11">5658 16322 0,'40'0'0,"-80"0"141,40-40-126,-40 40-15,0 0 32,40 40-1,-41-40-31,1 0 16,40 40-1,-40-40 1,40 40-16,-40-40 15,40 41 1,-40-1 0,40 0-1,-40-40 1,40 40-16,-40-40 16,40 40-1,0 0 1,0 0 15,0 0-15,0 0-16,0 1 15,0-1 1,0 0-16,40-40 16,-40 40-16,0 0 15,0 0 1,0 0-1,40-40-15,-40 40 16,0 0 0,0 0-1,40-40-15,-40 41 16,0-1 15,40-40-31,0 0 16,-40 40-1,40-40-15,1 0 32,-1 0-1,-40 40-31,40-40 16,0 0-1,0 0 1,0 0-16,0 0 31,0 0-15,1 0 31,-41-40-47,40 40 15,-40-40-15,40 40 31,-40-40-31,40-1 16,-40 1 0,40 40-16,-40-40 31,0 0-15,0 0-1,40 40-15,-40-40 0,0 0 16,40 0-16,-40 0 15,0 0 1,0-1-16,0 1 31,0 0-15,0 0 0,0 0-1,0 0 1,-40 40-1,0 0 1,0 0 0,40-40-1,-40 0 1,0 40 0,0 0-1,40-40-15,-41 40 31,1 0-15,0 40-16,0-40 16,40 40-16,-40-40 0</inkml:trace>
  <inkml:trace contextRef="#ctx0" brushRef="#br0" timeOffset="99201.08">6179 17325 0,'0'40'16,"41"-40"0,-41-40-16,0 0 15,40 40-15,0-40 16,0 40-1,0 0 1,0 0 0,0 0-1,0 0-15,-40 40 0,41-40 0,-1 0 16,0 40 0,0-40-16,0 40 15,0-40-15,0 40 16,0-40-16,1 0 15,-41 40-15,40-40 0,0 0 0,-40 40 0,40-40 16,0 0-16,0 0 16,0 40-16,0-40 0,1 0 0,-1 0 15,0 0-15,0 0 16,0 41-16,0-41 0,0 0 16,1 0-1,-1 40-15,0-40 16,0 40-16,0-40 15,0 40 1,0-40-16,0 40 0,1-40 16,-1 0-1,0 0-15,0 0 0,0 0 0,0 0 16,0 0-16,0 0 16,1 0-16,-1 0 0,0 0 15,0 0 1,0 0 15,0 0-15,-40 40-16,40-40 0,0 0 0,1 0 15,-1 0 1,0 0-16,-40 40 0,40-40 0,0 0 0,0 0 16,0 40-16,0-40 15,1 40-15,-1-40 16,0 0-16,0 0 15,0 0 1,0 40-16,0-40 0,0 0 16,1 0-1,-1 0-15,0 0 0,0 41 16,0-41 0,0 40-1,0-40-15,0 0 16,1 0-16,-1 0 15,0 0-15,0 0 16,0 0 0,0 0-16,0 0 0,0 0 15,1 0 1,-1 0-16,0 0 0,0 0 16,0 0-1,0 0-15,0 0 16,0 0-16,-40 40 15,41-40-15,-1 0 16</inkml:trace>
  <inkml:trace contextRef="#ctx0" brushRef="#br0" timeOffset="99510.98">9791 17967 0,'0'-41'0,"-40"41"16,40-40-1,0 0-15,40 40 16,0 0 15,40 0-31,-80 40 16,40-40-16,0 40 0,1-40 15,-41 41-15,40-41 0,-40 40 16,0 0 0,0 0-16,-40 0 0,40 0 15,-41 0-15,-39 0 0,40 0 0,0 1 0,-40-1 16,40-40-16,-41 40 0</inkml:trace>
  <inkml:trace contextRef="#ctx0" brushRef="#br0" timeOffset="103220.84">11356 17806 0,'40'0'32,"-40"-40"124,0 80-47,-40-40 32,40-40 0,0 0-95,-40 40 17,0 0-16,-1 0 15,1 0-30,40 40-32,-40-40 15,40 40-15,-40 0 0,40 0 16,-40-40-1,40 40-15,0 1 0,0-1 16,0 0 0,-40-40-16,40 40 0,0 0 15,0 0-15,0 0 16,0 0-16,0 0 0,0 1 16,0-1-1,0 0-15,0 0 16,0 0-16,0 0 15,0 0 17,-40-40 15</inkml:trace>
  <inkml:trace contextRef="#ctx0" brushRef="#br0" timeOffset="103480.77">10794 18488 0,'0'0'0,"0"-40"31,40 0-15,40 0-1,41 0 1,-81 40 0,120-81-1,-39 41 17,-81 40-32</inkml:trace>
  <inkml:trace contextRef="#ctx0" brushRef="#br0" timeOffset="103840.8">11877 17686 0,'0'-40'31,"-40"40"-31,0 0 31,0 0-31,0 40 32,0 120-17,0-80-15,40 81 31,40-81-31,40 40 32,-80-79-32,80-41 31,41-41-31</inkml:trace>
  <inkml:trace contextRef="#ctx0" brushRef="#br0" timeOffset="104230.71">12118 17967 0,'0'0'0,"0"-41"16,0-39-1,40 80-15,0-40 16,-40 0-16,41 40 0,-1 0 15,40 40 17,-80 80-17,-40 41 1,-40-121 0,39 40-1,82-120 16,-1 40-15,-40-40-16,40 40 0,0 0 0,-40-40 16,40 40-16,0 0 15,-40-40-15,40 40 0,0 0 16,1 0 0,-1 0-1</inkml:trace>
  <inkml:trace contextRef="#ctx0" brushRef="#br0" timeOffset="104490.76">12840 18167 0,'0'0'0,"0"-40"0,0 0 31,41 40 0,-41 40-31,0 0 16,0 0-1,0 0-15,0 0 16,0 1-16,0-1 16,-41-40-16,41 40 15,-40-40-15</inkml:trace>
  <inkml:trace contextRef="#ctx0" brushRef="#br0" timeOffset="105430.65">13081 17606 0,'40'0'31,"-40"40"32,40 0-47,-40 0-16,41 0 15,-41 0-15,0 0 16,0 0-16,40 0 0,-40 1 15,0-1-15,0 0 16,0 0-16,0 0 0,0 0 16,0 0-1</inkml:trace>
  <inkml:trace contextRef="#ctx0" brushRef="#br0" timeOffset="105810.61">13482 17566 0,'0'-41'15,"41"41"-15,-1 0 32,0 0-32,0 0 15,-40 41-15,40-1 0,-40 0 0,40 0 16,-40 0-16,0 0 15,0 0-15,0 0 0,0 0 0,0 41 0,-80-41 16,80 0-16,-40 40 16,0-40-16,0 0 0,-1 0 0,-39 41 0,40-41 15</inkml:trace>
  <inkml:trace contextRef="#ctx0" brushRef="#br0" timeOffset="109930.37">24597 8662 0,'0'40'235,"0"0"-220,-40-40-15,40 40 0,0 41 0,0-41 16,0 0 0,-40 0-16,40 0 0,0 0 0,0 0 0,0 0 15,0 1-15,0-1 16,0 0-16,-40 0 0,40 0 0,0 0 16,0 0-16,0 0 0,0 0 0,0 0 15,0 1 1,0-1-16,0 0 0,0 0 15,-40-40-15,40 40 16,-40-40-16,0 0 0,0 0 16,-1 0-1,1 0-15</inkml:trace>
  <inkml:trace contextRef="#ctx0" brushRef="#br0" timeOffset="110140.43">24317 9304 0,'0'0'15,"40"-40"-15,0 0 16,0 40-16,-40-40 0,40 40 16,40 0 15,41 0-31</inkml:trace>
  <inkml:trace contextRef="#ctx0" brushRef="#br0" timeOffset="110460.4">25199 8622 0,'0'0'16,"-40"0"15,40 40-15,-80 40 0,0 121-1,40-41 1,80 1 15,40-81-15,80-40-1,-119-40-15</inkml:trace>
  <inkml:trace contextRef="#ctx0" brushRef="#br0" timeOffset="110800.39">25601 8823 0,'0'0'15,"40"0"-15,0 0 16,-40 40 0,0 0-16,40 0 31,-40 80-16,-120-80 1,39-40 15,1 0-15,40-40 0,40 0-16,-40-40 15,120 0 16,0 40-15,-39 40-16</inkml:trace>
  <inkml:trace contextRef="#ctx0" brushRef="#br0" timeOffset="111140.37">26042 8742 0,'40'0'0,"0"0"16,0 0 0,1 0-16,-1 0 31,-40 40-31,0 1 15,-40-41 1,40 40-16,-41-40 16,1 0-16,0 0 31,40-40-15,0-1-16,-40 41 0,40-40 31</inkml:trace>
  <inkml:trace contextRef="#ctx0" brushRef="#br0" timeOffset="111650.27">26082 8903 0,'0'0'0,"0"-40"31,0 0-31,0-1 32,-40 82-1,40-1-31,0 0 0,0 0 16,40-40-1,0 0 16,-40-40-15,0 0 0,0 0 31,0 80-1,0 0-14,0 0-17,0 0 1,0 0-16,0 0 0,0 0 16,0 0-16,0 1 0,-40-1 0,40 0 15,-40 0 1,-40 0-16,40-40 0,0 0 0,-1 0 15,1 0 1</inkml:trace>
  <inkml:trace contextRef="#ctx0" brushRef="#br0" timeOffset="112170.24">26764 8662 0,'0'-40'32,"0"80"-17,0 0 1,0 0-1,0 0-15,0 1 0,0-1 16,0 0-16,-80-40 16,80 40-16,-40-40 0,0 0 15,0 0 1,0 0-16,-1 0 16,41-40-16,0 0 0,0 0 15,0-1-15,0 1 16,41 40-16,-41-40 15,40 40 1,0 0 0</inkml:trace>
  <inkml:trace contextRef="#ctx0" brushRef="#br0" timeOffset="112440.29">27045 8462 0,'0'0'16,"40"0"-16,0 0 16,-40 40-16,41 0 15,39 160 1,-80 1 15,-201 40-15,41-121-1</inkml:trace>
  <inkml:trace contextRef="#ctx0" brushRef="#br0" timeOffset="113170.2">24798 10507 0,'-40'0'16,"40"-40"-16,-80 0 15,-41 0 1,-39 80 15,80 80-15,-1 41-1,81-1 17,121 0-17,-1-79 1,-80-81-16,40-81 15,-39-79 17,-82-41-17,1 81 1,0-80 0,40 119-16,0-39 31,80 80-16,41 0 1,-41 120 0</inkml:trace>
  <inkml:trace contextRef="#ctx0" brushRef="#br0" timeOffset="113590.19">25400 10146 0,'0'-40'0,"0"80"0,0-120 31,0 160 0,0-40-15,-40 0 0,40 0-16,0 0 0,0 1 0,0-1 15,0 0-15,-40 0 0,40 0 0,0 0 0,0 0 16,0 0-16,0 0 15,0 1-15,0-1 0,0 0 0,0 0 0,-40 0 16,40 0-16,0 0 0,-41 0 16,41 0-16,0 0 0,-40-40 0,40 41 0,0-1 15,-40-40-15,40 40 16</inkml:trace>
  <inkml:trace contextRef="#ctx0" brushRef="#br0" timeOffset="113800.21">25079 10908 0,'0'0'16,"0"-40"0,0 0-16,160-80 15,41 79 16,-40 1-15</inkml:trace>
  <inkml:trace contextRef="#ctx0" brushRef="#br0" timeOffset="114180.12">24036 11830 0,'0'41'32,"0"-82"-32,40 82 31,0-41-31,120-41 16,-39 41-1,-1 0 1,121-40-1,-81 0 1,-119 0 0</inkml:trace>
  <inkml:trace contextRef="#ctx0" brushRef="#br0" timeOffset="114620.17">24638 12272 0,'-41'0'0,"1"0"31,40-40-31,-40 40 0,0 0 16,0 0-16,0 0 0,40 80 15,-40-80-15,0 40 16,-1 0-16,1-40 0,40 40 15,-40 0-15,40 0 16,0 0-16,0 0 0,0 1 0,0-1 16,0 0-1,40 0-15,-40 0 0,40-40 0,-40 40 16,41-40-16,-1 0 16,0-40-1,-40 0-15,40 0 0,-40 0 16,0 0-1,0-1-15,0 1 0,-40 0 0,40 0 16,-80 0-16,80 0 16,0 0-16,-41 40 0,41-40 0,-40 40 15,40-40 1,-40 40-16,80 0 31,0 0-31,-40-40 16,41 40-16</inkml:trace>
  <inkml:trace contextRef="#ctx0" brushRef="#br0" timeOffset="115140.06">24638 12232 0,'0'0'16,"40"0"-1,0 0-15,0 0 16,80-41-1,-39 82 17,-81-1-32,0 40 31,-81 40-15,1-40-1,40-40 1,80-40 15,0-40-31,81-80 31,-1 0-15,-40-41 0,-40 81-1,-40 120 16,-40-40-31,0 161 32,0-81-32,40 40 31,80-40-15,-40-80-16,121-40 31,-81 0-31</inkml:trace>
  <inkml:trace contextRef="#ctx0" brushRef="#br0" timeOffset="119559.8">10072 8341 0,'-40'0'16,"40"-40"15,40 40 63,0 0-78,0 0-1,0 0 1,0 0-16,0 0 15,0 0 1,1 0-16,-1 0 16,-40-40-16,40 40 0,0 0 15,0 0-15,0 40 16,0-40-16,0 0 0,1 0 16,-1 0-1,0 0-15,0 0 0,0 0 16,0 0-16,0 0 0,1 0 15,-1 0-15,0 0 0,0 0 16,0 0 0,-40-40-16,40 40 0,0 0 0,0 0 15,1 0 1,-1 0-16,0 0 16,0 0-16,0 0 0,0 0 15,0 0 1,0 0-16,1 0 0,-1 0 15,0 0-15,0 0 16,0 0-16,0 0 16,0 0-1,0 0 1,1 0-16,-1 0 16,0 0-1,0 0-15,0 0 0,0 0 31,0 0-31,0 0 0,1 0 16,-1 0 0,0 0 15,0 0-31,0 0 16,0 0-1,0 0-15,0 0 16,-40 40-16,41-40 15,-1 0 1,0 0 0,0 0-1,0 0-15,0 0 16,0 0-16,0 0 16,1 0-1,-1 0 1,0 0-1,0 0 1,0 0 0,0 0-1,0 0 1,0 0 0,1 0-1,-1 0 1,0 0-16,0 0 15,0 0 1,0 0-16,0 0 16,0 0-1,1 0-15,-1 0 16,0 0-16,-40 40 16,40-40-16,0 0 31,0 0-16,0 0 1,0 0 0,1 0-16,-1 0 0,0 0 15,0 0-15,0 0 16,0 0-16,0 0 78,0 0-62,1 0-1,-1 0 79,0 0 15,-40-40-62,-80 40 63</inkml:trace>
  <inkml:trace contextRef="#ctx0" brushRef="#br0" timeOffset="121249.77">26243 11189 0,'40'0'46,"0"0"-30,0 0-16,0 0 16,0 0-1,0 0-15,1 0 0,-1 0 16,0 0-16,0-40 0,0 40 16,0-40-1,0 40-15,0 0 16</inkml:trace>
  <inkml:trace contextRef="#ctx0" brushRef="#br0" timeOffset="121429.69">26403 11470 0,'0'0'0,"40"0"31,0 0-31,-40-41 15,161 41 1,-121 0-16,40-40 16</inkml:trace>
  <inkml:trace contextRef="#ctx0" brushRef="#br0" timeOffset="122009.73">25561 9464 0</inkml:trace>
  <inkml:trace contextRef="#ctx0" brushRef="#br0" timeOffset="123709.63">25480 8061 0,'0'0'0,"0"40"110,40-80 312,41 40-407,-81 40 1,0 0 0,0 0-16,40-40 0,-40 40 15,0 0 1,0 0-16,0 0 15,0 0 1,0-80 31,40 0-47,-40 0 0,40 40 16,-40-40-16,0 0 15,40 40-15,-40-40 0,40 40 0,-40-40 16,40 40-16,-40-40 15,41 40-15,-82 0 63,1 0-47,40 40-16,-40-40 0,40 40 15,0 0 1,0 0-1,40-40 1,0 0-16,1 0 16,-1 0-16,0 0 0,0 0 15,0 0-15,0 0 0,0 0 16,0-40-16</inkml:trace>
  <inkml:trace contextRef="#ctx0" brushRef="#br0" timeOffset="124379.52">26604 7940 0,'0'40'63,"40"-40"-32,-40 40-31,40-40 0,0 0 16,0 0-1,-40-40 1,0 0 0,40 40-16,-40-40 31,0 80 47,41-40-78,-41 40 16,0 0-16,0 1 15,0-1-15,40-40 0,-40 40 0,0 0 0,0 0 16,0 0-16,0 0 16,-40-40-1,40 40-15,-41 0 0,1 1 31,0-41-31,0 0 32,40-41-32,-40 1 15,40 0-15,0 0 0,40 0 32,0 40-17,0 0 1,-40-40-16</inkml:trace>
  <inkml:trace contextRef="#ctx0" brushRef="#br0" timeOffset="124969.56">26283 9424 0,'40'0'0</inkml:trace>
  <inkml:trace contextRef="#ctx0" brushRef="#br0" timeOffset="126089.49">11597 8502 0</inkml:trace>
  <inkml:trace contextRef="#ctx0" brushRef="#br0" timeOffset="128059.37">27848 10467 0,'0'0'0,"-40"0"32,-1 0-32,1 40 31,0-40-31,0 0 0,40 40 15,0 0-15,-40-40 0,40 40 16,0 0-16,0 1 0,0-1 0,0 0 16,0 0-1,0 0-15,0 0 0,0 0 0,40 40 0,-40-40 16,40 1-16,-40-1 0,40 0 0,-40 0 0,40 0 16,-40 0-16,0 0 0,41 0 15,-41 0-15,0 1 0,40-1 0,-40 0 0,0 0 16,0 0-16,0 0 15,-81 0-15,81 0 0,-40-40 0,40 40 16,-40-40-16,40 40 0,-40-40 16</inkml:trace>
  <inkml:trace contextRef="#ctx0" brushRef="#br0" timeOffset="128279.28">27567 11389 0,'40'0'31,"-40"-40"-15,120 0 0,1-80-1,-41 40 16,-40 39-31</inkml:trace>
  <inkml:trace contextRef="#ctx0" brushRef="#br0" timeOffset="128659.33">28369 10467 0,'0'-40'0,"0"80"0,0-120 16,-40 120 15,0 0-15,40 0-1,-40 0-15,40 0 0,0 0 16,-40 0-16,40 1 16,0-1-16,0 0 0,0 0 0,0 0 15,0 40-15,0-40 0,0 0 0,0 41 16,0-41-16,0 0 16,40 0-16,-40 0 0,40 0 0,0 0 15,-40 0-15,40-40 16,0 40-16,1-40 15,-1 0 1,0 0-16</inkml:trace>
  <inkml:trace contextRef="#ctx0" brushRef="#br0" timeOffset="128979.24">28771 10547 0,'0'0'16,"-41"0"-16,41 40 31,0 0-16,41 41 1,-1-81-16,-40 80 16,40-40-16,-40 40 15,0 40 1,0-80-16</inkml:trace>
  <inkml:trace contextRef="#ctx0" brushRef="#br0" timeOffset="129229.24">29132 10948 0,'40'0'16,"-40"40"15,0 0-31,0 0 0,0 1 16,0-1-16,0 0 15,0 0-15,0 0 0,-40-40 16,40 40-16,0 0 0,-40-40 0</inkml:trace>
  <inkml:trace contextRef="#ctx0" brushRef="#br0" timeOffset="130249.24">29734 10387 0,'0'-40'78,"-81"40"0,41 0-46,0 40 46,40 0-63,-40 0-15,40 0 16,0 0-16,0 0 16,0 0-16,0 0 15,0 1-15,40-41 16,-40 40-1,40-40-15,0 0 16,1 0 0,-41-40-16,40 40 0,0 0 15,-40-41-15,40 41 0,-40-40 32,0 0-17,0 0 1,0 0-16,0 0 31,-40 0-31,0 0 16,0 40-1,-1 0 1,1 40 15</inkml:trace>
  <inkml:trace contextRef="#ctx0" brushRef="#br0" timeOffset="130929.13">29894 10106 0,'0'0'0,"0"40"62,80-40-46,-80 40-1,41-40-15,-41 40 0,40-40 16,0 40 0,-40 0-16,40-40 15,-40 41-15,40-1 0,-40 0 16,0 0-16,0 0 16,0 0-16,0 0 0,0 0 15,0 0 1,-40 1-16,40-1 0,-40-40 15,40 40-15,-40 0 0,40 0 16,-40-40-16,40 40 0,-41-40 0,41 40 16,-40-40-16</inkml:trace>
  <inkml:trace contextRef="#ctx0" brushRef="#br0" timeOffset="131349.18">30336 10667 0,'0'41'15,"-41"-41"-15,82 0 31,-41-41-31,40 41 0,40-40 0,-40 0 16,0 40 0,0 0-16,0-40 0,1 40 15,-1 0-15,-40-40 0,40 40 0,0 0 16</inkml:trace>
  <inkml:trace contextRef="#ctx0" brushRef="#br0" timeOffset="131779.07">31138 10066 0,'-40'0'15,"0"0"48,40 40-63,0 0 15,0 0 1,0 0-16,0 0 0,0 0 16,0 1-16,0-1 15,0 0-15,0 0 0,0 0 0,0 0 0,0 0 16,0 0-16,0 0 0,0 1 0,0-1 0,0 0 16,0 0-16,0 0 15,0 0-15,0 0 0,0 0 16,0 0-16,-40-40 15,40 40-15,-40-40 0</inkml:trace>
  <inkml:trace contextRef="#ctx0" brushRef="#br0" timeOffset="131989.14">30817 10868 0,'0'-40'0,"40"0"0,0 0 31,0 0-31,1 40 0,-1-41 0,40 41 16,-40-40 15</inkml:trace>
  <inkml:trace contextRef="#ctx0" brushRef="#br0" timeOffset="132389.12">31459 10026 0,'0'0'0,"-40"0"47,40 40-47,0 0 15,-40-40-15,40 40 0,-40 0 0,0 0 16,40 0-16,-41 0 16,41 1-16,0-1 0,0 0 15,0 0-15,0 0 0,41-40 0,-41 40 0,40 0 16,-40 0-16,40-40 0,-40 40 16,40-40-16,-40 41 0,40-1 15,0 0 1,0-40-1</inkml:trace>
  <inkml:trace contextRef="#ctx0" brushRef="#br0" timeOffset="132769.09">31700 10306 0,'0'-40'0,"0"80"0,80-120 32,-80 40-32,40 40 15,0 0-15,0 120 32,-40-79-32,0 79 15,-40-120-15,40 40 0,-40 0 16,40 0-1,-80-40 1,40-40 15,40-80-15,0 80-16,0 0 0,40-41 31,0 81-31,0 0 16,0 0-1</inkml:trace>
  <inkml:trace contextRef="#ctx0" brushRef="#br0" timeOffset="133049.07">32462 10587 0,'-40'0'16,"0"0"0,0 0-1,0 121 1,40-81 0,-40-40-16,-1 120 15,41-80-15,0 0 0,-40 0 31,40 0-31,-40 0 0,0 1 16</inkml:trace>
  <inkml:trace contextRef="#ctx0" brushRef="#br0" timeOffset="133439.04">32623 10186 0,'0'-40'16,"0"80"-16,120-120 16,-80 80-16,0 0 15,-40 120 16,0 41-15,-80-41 0,0-40-1,0-80 17,39-120-17,41-41 1,41 81 15,-1 80-15</inkml:trace>
  <inkml:trace contextRef="#ctx0" brushRef="#br0" timeOffset="133709.04">32904 9946 0,'80'-41'16,"-40"41"-1,-40 41 1,40 79-1,0 120 1,-80-39 15,-120 0-15,39-161-16</inkml:trace>
  <inkml:trace contextRef="#ctx0" brushRef="#br0" timeOffset="150408.04">26925 12953 0,'0'41'0,"0"-1"78,40-40-47,0 0-15,0 0-16,0 0 0,0 0 0,1-40 15,-1 40-15,-40-41 0,40 41 16,0-40-16,0 40 0,-40-40 0,40 40 0,0-40 15,0 0 1</inkml:trace>
  <inkml:trace contextRef="#ctx0" brushRef="#br0" timeOffset="150658.03">26965 13555 0,'0'0'0,"40"0"31,40-80-15,41 0 0,-81 80-1,40-81 1,-40 41-1</inkml:trace>
  <inkml:trace contextRef="#ctx0" brushRef="#br0" timeOffset="151277.93">27888 12673 0,'0'0'16,"40"0"0,80-40 15,-39 40-31,-1 0 15,0 0 1,0 0 0,-80 120-1,-80 80 1,0-119 0,-41 79-1,81-80 16,80-80 1,1 0-17,-1 0-15,0-40 0,0 40 0,-40-40 16,40 40-16,0 0 0,0-40 16,0 40-16,1 0 15,-1 0 1,0-40-16,0 40 31,-40-40-31,-40 40 78,0 0-78,40 40 0,-40-40 16,40 40-1,-41-40-15,1 0 0,0 0 16</inkml:trace>
  <inkml:trace contextRef="#ctx0" brushRef="#br0" timeOffset="152047.94">28971 12793 0,'40'0'109,"-40"-40"-109,41 40 0,-1 0 0,0 0 16,0 0 0,0 0-16,0-40 0,0 40 15,0-40-15,1 40 16,-1 0-16,0 0 31,0-40-31,0 40 16,0 0-1,-80 0 1,0 0 0,0 0-1,0 0-15,40 40 31,-81-40 1</inkml:trace>
  <inkml:trace contextRef="#ctx0" brushRef="#br0" timeOffset="153587.11">30376 12312 0,'40'0'16,"0"0"15,-40-40 79,0 0-64,-40 40-30,80 0 62,-40 40-62,0 0-16,40 0 15,-40 0-15,0 0 0,0 0 16,40 0-16,-40 0 0,0 0 0,0 1 0,0-1 16,0 0-16,40 0 15,-40 0-15,0 0 0,0 0 0,0 0 16,40-40-16,-40 40 0</inkml:trace>
  <inkml:trace contextRef="#ctx0" brushRef="#br0" timeOffset="154097.43">31058 12432 0,'0'-40'31,"40"0"-15,0 0-1,0 40-15,0-40 0,0 40 0,1 0 16,-1-40-16,0 40 0,0 0 16,0 0-1,0 0-15,0 0 0,0 40 32</inkml:trace>
  <inkml:trace contextRef="#ctx0" brushRef="#br0" timeOffset="154357.43">31218 12673 0,'0'0'15,"40"0"16,1 0-31,79-40 16,-80 40 0,40 0-1,-40 0 17,1 0-32</inkml:trace>
  <inkml:trace contextRef="#ctx0" brushRef="#br0" timeOffset="154777.38">31981 11911 0,'0'-40'16,"40"40"62,0 0-78,-40 40 15,0 0 1,40-40-16,-40 40 0,0 0 0,0 0 16,0 0-16,0 0 15,0 0-15,0 1 0,0-1 0,0 0 0,0 0 16,0 40-16,0-40 15,0 0-15,0 0 0,0 0 0,-40 1 0</inkml:trace>
  <inkml:trace contextRef="#ctx0" brushRef="#br0" timeOffset="156997.25">25119 14397 0,'-40'-40'15,"80"80"-15,-120-80 0,40 40 16,0 0 15,40 40 1,0 0-1,-41-40-31,1 0 15,0 0-15,40 40 0,-40-40 0,0 0 16,40 41-16,-40-41 0,40 40 16,-40-40-16,0 0 0,40 40 0,0 0 31,0 0-31,0 0 16,40-40-16,-40 40 15,40-40-15,-40 40 0,40-40 0,-40 40 16,0 0-16,0 1 15,40-1-15,0 0 0,-40 40 0,0 0 0,0-40 16,0 41-16,0-1 0,0-40 0,0 40 0,40 0 16,-40-40-16,0 41 0,0-41 15,40 40-15,-40-40 0,0 40 0,41-40 0,-41 0 16,40 41-16,0-41 16,-40 0-16,40 40 0,-40-40 0,40 0 0,0 40 15,-40-39-15,40-1 0,-40 0 16,40 0-16,-40 40 0,0-40 0,41 0 0,-41 0 15,0 41-15,0-41 0,0 40 0,0-40 0,0 0 16,0 0-16,0 40 16,0-39-16,40-1 0,-40 0 0,0 0 0,0 0 15,0 0-15,0 0 16,40 0-16,-40 0 0,0 1 0,40-1 16,-40 0-16,40 0 15,-40 0-15,0 0 16,40 0-16,-40 0 15,0 0-15,0 0 0,0 1 16,0-1-16,0 0 0,0 0 0,0 0 16,-40 0-16,40 0 15,0 0-15,0 0 0,0 1 0,0-1 16,0 0 0,40-40-16,-40 40 15,40-40 1,1 0-1,-1 0 1,-40 40 62,40-40-31,0 0-31,0 0-1,-40-40 1,40 40 0,0 0 15,0 0-31,-40-40 0,41 40 15,-1 0-15,-40-40 0,40 40 0,0 0 16,0-40 0,0 40-16,0 0 0,-40-41 0,40 41 15,1 0-15,-1 0 16,-40-40-16,40 40 0,0 0 31</inkml:trace>
  <inkml:trace contextRef="#ctx0" brushRef="#br0" timeOffset="158657.15">25922 14758 0,'0'0'15,"-40"0"1,80 0 15,-40-40 16,0 0-31,0 0-1,0 80 63,0 0-78,0 0 16,0 0 0,0 0-16,0 0 0,0 1 15,40-41 1,-40 40-16,0 0 31,0-80 16,0 0-31,0-1-16,-40 41 15,40-40-15,-40 40 0,40-40 0,0 0 16,0 0 15,40 120 16,-40-40-31,40 0-16,-40 1 0,0-1 0,0 0 15,0 0 1,0 0-16,0 0 16,0 0-1,0-80 16,0 0-15,0 0-16,0 0 0,0 0 16,0 0-16,0-1 15,0 1-15,0 0 0,0 0 16,0 80 31,0 0-32,0 0-15,40 1 16,-40-1 0,0 0-16,0 0 0,0 0 15,40 0-15,-40 0 16,0 0-16,0-80 62,0 0-62,0 0 0,0 0 16,0 0-16,0 0 0,0 0 31,0-1-15,0 122 0,0-41-1,0 0 1,40 0-16,-40 0 0,0 0 0,0 0 15,0 0-15,0 1 0,0-1 0</inkml:trace>
  <inkml:trace contextRef="#ctx0" brushRef="#br0" timeOffset="164316.87">6220 13435 0</inkml:trace>
  <inkml:trace contextRef="#ctx0" brushRef="#br0" timeOffset="164846.85">6260 13435 0,'0'0'16,"0"40"343,-40-40-359,40 40 0,0 0 0,0 0 16,0 0-1,0 0-15,0 0 0,40 1 16,0-41-16,-40 40 0,40-40 15,-40 40-15,40 0 16,0 0 0,-40 0-1,0 0 1,-40-40-16,0 0 16</inkml:trace>
  <inkml:trace contextRef="#ctx0" brushRef="#br0" timeOffset="165016.82">6220 13956 0,'0'-40'62,"40"0"-62,0 0 16,0 0-16,0 0 0,-40-1 15</inkml:trace>
  <inkml:trace contextRef="#ctx0" brushRef="#br0" timeOffset="165286.75">6621 13395 0,'0'-41'15,"0"82"-15,0-122 0,0 41 16,-40 40 0,40 80-1,-40-39 1,40-1-16,0 0 0,0 0 16,0 0-16,0 0 15,40 0-15,0-40 16,0 40-16,0-40 15,0 0-15,0 0 16,0 0-16,-40-40 0,41 40 0</inkml:trace>
  <inkml:trace contextRef="#ctx0" brushRef="#br0" timeOffset="165526.73">6781 13314 0,'40'0'16,"1"0"15,-1 0-15,-40 81-1,0-41-15,0 0 0,40 0 16,-40 0-16,0 0 0,40 0 15</inkml:trace>
  <inkml:trace contextRef="#ctx0" brushRef="#br0" timeOffset="165766.72">7142 13354 0,'0'0'16,"0"41"15,0-1-15,0 0 0,0 0-1,0 0-15</inkml:trace>
  <inkml:trace contextRef="#ctx0" brushRef="#br0" timeOffset="166246.69">7343 12713 0,'0'0'0,"0"40"0,40-40 31,0 0-31,1 0 31,-41 40 1,-41 0-32,41 0 0,-40 0 31,40 0-31,-40-40 15,40 41-15,-40-41 16,40-41 0,0 1-1,0 0 1,0 0-16,0 0 16,40 40-1,-40-40-15</inkml:trace>
  <inkml:trace contextRef="#ctx0" brushRef="#br0" timeOffset="166476.68">7544 12673 0,'0'0'0,"40"0"32,-40 80-32,40-80 0,0 40 0,-40 0 15,0 0-15,0 0 0,0 0 16,0 1-16,0-1 0,0 40 0,0-40 0,-40 0 16,40 0-16,-40 0 15,0 40-15</inkml:trace>
  <inkml:trace contextRef="#ctx0" brushRef="#br0" timeOffset="168056.6">17936 601 0,'-40'0'0,"0"0"16,0 0 0,0 0 30,0 40-30,40 0 0,-40 0-16,40 0 0,0 1 0,-40-1 15,40 0-15,0 0 16,0 0-16,0 0 0,0 0 0,0 0 16,0 0-16,40 0 15,-40 1-15,40-1 16,-40 0-16,0 0 0,0 0 15,0 0 1,0 0-16,-40-40 0,40 40 0,-40 0 16,-1-40-16,41 41 15</inkml:trace>
  <inkml:trace contextRef="#ctx0" brushRef="#br0" timeOffset="168266.65">17615 1283 0,'41'0'16,"-1"0"-16,-40-40 0,40 40 16,0-40-16,0-1 15,0 1-15,0 40 0,-40-40 16,40 40-16,1 0 0,-1-40 0,0 40 15</inkml:trace>
  <inkml:trace contextRef="#ctx0" brushRef="#br0" timeOffset="168556.57">18418 641 0,'-40'0'16,"0"0"0,40 40-16,-40-40 31,-41 121-15,41 39-1,40-80 1,40 81-1,41-121 1,39-40 0</inkml:trace>
  <inkml:trace contextRef="#ctx0" brushRef="#br0" timeOffset="168786.58">18779 721 0,'0'40'31,"0"1"-15,0 39-1,0-40-15,40 0 16,-40 0-16,0 0 0,0 0 0,0 0 15,0 0 1</inkml:trace>
  <inkml:trace contextRef="#ctx0" brushRef="#br0" timeOffset="169036.6">19140 1082 0,'0'0'15,"0"80"1,0-39 0,0 39-1,0-40 1,-120 40-1,120-40-15,-80-40 16</inkml:trace>
  <inkml:trace contextRef="#ctx0" brushRef="#br0" timeOffset="169466.53">19582 761 0,'0'0'0,"-40"0"0,-1 41 16,41-1-16,-40-40 0,40 40 15,-80 40 1,80-40 0,40 40-1,40-80 17,41-40-17,-81 0 1,0-40-1,-40 40-15,-40 0 32,0 40-17,-40-40 1</inkml:trace>
  <inkml:trace contextRef="#ctx0" brushRef="#br0" timeOffset="169756.49">19983 641 0,'0'0'15,"40"0"1,-40 40-1,40 40 1,-40 41 0,0-41-1,-80 80 1,80-79 0,-120 39-1</inkml:trace>
  <inkml:trace contextRef="#ctx0" brushRef="#br0" timeOffset="170056.48">20505 922 0,'0'-40'15,"0"0"1,40 40-16,0 0 31,0 0-31,0 0 16,0 0-16,81 0 15,39 0 1</inkml:trace>
  <inkml:trace contextRef="#ctx0" brushRef="#br0" timeOffset="170276.45">20705 1203 0,'0'0'15,"-40"40"-15,0 0 0,80-40 32,40 0-17,-40-40 1,201 0 0,-161-1-1,-39 1 1,-1 40-16</inkml:trace>
  <inkml:trace contextRef="#ctx0" brushRef="#br0" timeOffset="171756.37">23875 1243 0,'0'-40'0,"-40"40"0,40-41 31,-40 41-31,0-40 16,0 40-1,0 0-15,-1 0 0,1 0 16,0 0-16,0 40 0,0-40 15,40 41 1,-40-1-16,0-40 0,40 40 0,-40 0 0,40 0 16,-41 0-16,41 0 15,0 0-15,0 0 0,41 1 16,-41-1 0,80-40-16,-40 0 0,0 0 15,0 0-15,0 0 16,-40-40-16,0-1 0,40 41 0,-40-40 15,0 0-15,0 0 0,0 0 0,0 0 0,0 0 16,-80 0-16,80 0 16,-40-41-16,40 41 0,-40 0 0,0 0 0,40-40 15,-40 40-15,0 40 0,40-40 16,-41 40-16,41-40 0,0-1 16,41 41-1,-1 0-15,40 41 16,-40-41-16</inkml:trace>
  <inkml:trace contextRef="#ctx0" brushRef="#br0" timeOffset="172116.42">24036 802 0,'0'0'16,"-40"-41"-1,40 82 17,0-1-17,-41-40-15,41 80 16,0 160-1,0-199-15,41 159 16,-41 1 15,0-121-31,-41 40 32,1-120-32,0 40 0</inkml:trace>
  <inkml:trace contextRef="#ctx0" brushRef="#br0" timeOffset="172276.33">23795 1684 0,'0'-40'15,"0"0"1,80 0 0,81-81-1,39 1 1,-160 80-1</inkml:trace>
  <inkml:trace contextRef="#ctx0" brushRef="#br0" timeOffset="172526.31">23514 2085 0,'0'0'16,"-40"40"-16,0 0 15,40 0-15,40 0 16,0-40 0,0 0-16,0 0 0,41 0 15,-41 0-15,0 0 0,0 0 0,0-40 0,0 40 16,0 0-16,41-40 0,-1 0 0,-40 40 15,0 0-15,0 0 16,0 0-16</inkml:trace>
  <inkml:trace contextRef="#ctx0" brushRef="#br0" timeOffset="172936.37">24036 2486 0,'-81'0'16,"162"0"-16,-202 0 15,121 40-15,-120 0 16,80 0 0,-40 81-1,80-41 1,0-40-1,120 0 1,-80-40 0,80-40-1,-79-40 17,-41-41-17,-121 1 1,41 80-1,40 40-15,40-40 32</inkml:trace>
  <inkml:trace contextRef="#ctx0" brushRef="#br0" timeOffset="173366.27">24357 2366 0,'0'0'15,"40"0"1,0 40 15,-40 0-31,0 0 16,0 0 0,0 0-16,0 0 0,0 0 0,-40 0 15,40 1-15,0-1 0,-40-40 0,40 40 16,40-120 15,0 39-15,0 1-16,-40 0 0,40 0 15,-40 0-15,40 0 16,-40 0-16,0 0 0,0 0 16,-40 40 30,40 40-46,0 0 16,0 0-16,-40-40 0,40 40 0,0 0 0,0 0 16,0 0-1,40-40-15,-40 40 0,40-40 0,0 0 16,1 0 0,-1 0-16,0 0 0,0 0 15,0 0-15</inkml:trace>
  <inkml:trace contextRef="#ctx0" brushRef="#br0" timeOffset="173616.33">24878 1884 0,'0'0'16,"-40"0"-16,40-40 15,0 0-15,40 0 16,161-40 15,0 40-15,-161 0 0,0 40-16</inkml:trace>
  <inkml:trace contextRef="#ctx0" brushRef="#br0" timeOffset="173926.23">25119 2085 0,'0'0'16,"40"0"15,40-40-31,121 40 16,-80-40-1,39 0 1,-120 40 15,-80 0 1,0 0-17,0 0 16,0 0-15,0 40 0</inkml:trace>
  <inkml:trace contextRef="#ctx0" brushRef="#br0" timeOffset="175136.24">26644 842 0,'-40'0'78,"40"40"-62,-40-40-16,40 40 15,-40 0-15,40 0 0,-41 0 16,41 0-16,0 0 0,0 0 0,-40 1 15,40-1-15,0 0 16,0 0-16,0 0 0,0 0 0,0 0 0,0 0 16,40 0-16,-40 1 0,0-1 15,0 0-15,0 0 0,0 0 16,0 0-16,0 0 16,0 0-16,0 0 15,0 0-15,-40-40 16,0 0-1</inkml:trace>
  <inkml:trace contextRef="#ctx0" brushRef="#br0" timeOffset="175496.22">26243 1804 0,'0'-40'16,"40"40"-16,-40-40 15,40 40 1,0-40-16,0 0 16,81 0-1,39 0 17,-40-1-17,-39 41-15,-1-40 31,-120 40 63,0 0-78</inkml:trace>
  <inkml:trace contextRef="#ctx0" brushRef="#br0" timeOffset="176146.17">27446 681 0,'-40'0'15,"40"40"-15,-40-40 0,0 0 16,40 40 0,0 1-1,-40-41-15,40 40 16,-40-40-1,40 40-15,0 0 0,0 0 0,0 40 16,0-40-16,0 0 0,-40 0 16,40 41-16,0-41 0,0 40 0,0-40 0,0 0 15,0 0-15,0 0 16,0 1-16,0-1 0,40 0 0,-40 0 16,40-40-16,0 40 15,0-40-15,0 0 0,0 0 16,1 0-16,-1 0 0,0-40 15,-80 40 32,0 0-31,40-40 46</inkml:trace>
  <inkml:trace contextRef="#ctx0" brushRef="#br0" timeOffset="177206.04">27647 1082 0,'40'0'31,"-40"-40"-31,0 0 31,40 0-15,0 40-16,1 0 15,-41 40 1,40-40-16,-40 40 0,40-40 16,-40 40-1,40-40-15,-40 40 0,0 0 16,0 1 0,0-1-1,-40-40-15,40 40 0,-40-40 16,40 40-16,-40-40 15,40 40-15,40-40 63,0 0-63,0 0 16,0 0-1,0 0-15,0 0 0,0 0 16,1 0-16,-1 0 0,0 0 15,0 0 1,-80 0 125,0 0-110</inkml:trace>
  <inkml:trace contextRef="#ctx0" brushRef="#br0" timeOffset="177786.08">28610 1243 0,'0'40'0,"0"0"109,0 0-77,40-40-1,-40 40-31,0 0 0,0 0 0,0 0 16,0 1-1,0-1-15,0 0 0,-40 0 0,0 0 16,-40 0-16,40 0 15,-1-40-15,1 0 0,40 40 16,-40-40-16,0 0 0</inkml:trace>
  <inkml:trace contextRef="#ctx0" brushRef="#br0" timeOffset="179155.93">29292 842 0,'0'-40'172,"-40"40"-125,0 0-16,0 0-31,40 40 16,-40 0-16,0 0 16,40 0-16,-40-40 15,40 40-15,-41 0 0,41 0 16,0 0-1,0 0-15,0 1 0,0-1 16,41-40 0,-41 40-16,40-40 0,0 0 15,0 0 1,0 0-16,0 0 0,0 0 16,0-40-1,1 40-15,-41-40 0,40 40 0,0-41 16,-40 1-16,0 0 15,0 0 1,0 0-16,0 0 0,0 0 16,-40 40-16,40-40 15,0 0-15,-40 40 16,-1-40 0,1 40-1</inkml:trace>
  <inkml:trace contextRef="#ctx0" brushRef="#br0" timeOffset="179745.93">29734 521 0,'-40'0'16,"40"40"47,40-40-63,-40 40 15,40-40-15,-40 40 0,0 0 0,40-40 16,-40 40-16,0 0 15,0 1-15,0-1 0,0 0 0,0 0 16,40 0-16,-40 0 16,0 0-16,0 0 0,0 0 15,0 0-15,0 1 0,-40-1 16,40 0-16,-40-40 0,40 40 16,-40-40-16,0 40 15,-1-40-15,1 0 0,0 0 16</inkml:trace>
  <inkml:trace contextRef="#ctx0" brushRef="#br0" timeOffset="180215.94">30255 1042 0,'0'0'15,"40"0"32,1 0-47,-1 0 16,0 0-16,0 0 15,0 0-15,0 0 0,0 0 0,0 0 0,1 0 16,-1 0 0,0 0-16,0 0 0,0-40 0,0 40 15,-80 0 48,0 0-48,0 0 1</inkml:trace>
  <inkml:trace contextRef="#ctx0" brushRef="#br0" timeOffset="180635.91">31299 481 0,'0'0'0,"-41"0"15,1 0 1,0 40 0,40 120-1,-40-39 1,40-41-1,0 120 1,0-79 0,0 79-1,-80 1 17,40-121-17,0-40-15</inkml:trace>
  <inkml:trace contextRef="#ctx0" brushRef="#br0" timeOffset="180855.84">30937 1403 0,'0'0'0,"-40"-40"0,80 40 16,1-40-1,159-40 1,-39 40 15,-121-1-31,40-39 32,-80 40-32</inkml:trace>
  <inkml:trace contextRef="#ctx0" brushRef="#br0" timeOffset="181235.87">31860 561 0,'-40'0'15,"0"0"17,0 40-17,40 0-15,0 0 16,-40 0-16,40 0 15,-40 1-15,40-1 0,0 0 0,0 0 16,0 0 0,0 0-16,0 0 0,40 0 0,-40 0 15,40 0-15,-40 1 16,40-1-16,0-40 16,0 0-16,0 0 15</inkml:trace>
  <inkml:trace contextRef="#ctx0" brushRef="#br0" timeOffset="181475.79">32061 882 0,'0'0'0,"0"-40"15,0 80 32,40-40-47,-40 40 16,0 0-16,0 0 0,0 0 15,0 0-15,0 0 16,0 0-16,0 1 0,0-1 16,-80-40-16,80 40 0</inkml:trace>
  <inkml:trace contextRef="#ctx0" brushRef="#br0" timeOffset="181705.78">32302 1162 0,'-40'0'16,"40"41"-1,0-1-15,0 0 31,0 40-15,-41 0 0,-39-40-1,40 0 1</inkml:trace>
  <inkml:trace contextRef="#ctx0" brushRef="#br0" timeOffset="182125.75">32663 842 0,'-40'0'16,"80"0"-16,-80 40 16,0-40-16,40 40 15,-41 40 1,41 0 0,41 0-1,39-80 1,-40 0-16,0 0 31,-40-40-31,40 0 16,-40-80-1,-40 0 17,40 39-17</inkml:trace>
  <inkml:trace contextRef="#ctx0" brushRef="#br0" timeOffset="182355.75">33064 601 0,'40'0'0,"-40"80"15,0 41 1,40 119 15,-120-160-31,-120 161 32,39-121-32</inkml:trace>
  <inkml:trace contextRef="#ctx0" brushRef="#br0" timeOffset="186005.53">26764 2566 0,'40'0'125,"1"0"-109,-1 0 0,0 0-16,-40-40 0,40 40 15,0 0 1,0 0 0,-40-40-16,40 40 0,-40-40 15,40 40-15,1 0 16,-41-40-16,40 40 0,0 0 15,-40-40 1,40 40-16,0 0 0,0 0 16,0 0-1,-40-40-15,40 40 16,1 0 0,-1 0-1,0 0-15,0 0 16,0 0-1,0 0-15,0 0 0,0 0 16,1 0 0,-1 0-16,0 0 15,0 0 1,0 0-16,0 0 16,0 0-16,0 0 0,1 0 15,-1 0 1,0 0-16,0 0 0,0 0 15,0 0 1,0 0-16,0 0 16,1 0-1,-1 0 1,0 0-16,0-41 16,0 41-16,0 0 0,0 0 0,0 0 15,1 0-15,-41-40 0,40 40 16,0 0-1,0 0-15,0 0 16,-40-40-16,40 40 16,0 0-16,1 0 15,-1 0-15,0 0 16,0 0-16,0 0 0,0 0 0,0 0 16,0-40-16,1 40 0,-1 0 15,0 0-15,0-40 16</inkml:trace>
  <inkml:trace contextRef="#ctx0" brushRef="#br0" timeOffset="210754.1">6821 13354 0,'0'0'0,"0"-40"125,0 0-94,0 0 0,-40 40 32,40-40-47,-40 80 62,40 0-63,0 0-15,0 0 16,0 1 15,-40-41-31,0 40 31,40 0-15,0 0 0,0 0-1,0 0 17,0 0-17,40-40 1,-40 40-16,40-40 15,0 0 48,0 0-32,1 0 0,-41-40-15,40 40-16,0 0 16,-40-40-1,40 40-15,-40-40 16,0 0 0,-40 40 15,40-40-31,-40 40 31,40-40-15,0 0-1,0-1 1,-40 41 0,40-40-1,-41 40 16,1 0 48,0 0-64</inkml:trace>
  <inkml:trace contextRef="#ctx0" brushRef="#br0" timeOffset="212224.04">7303 12833 0,'-40'0'125,"40"40"-94,0 0-15,40-40-1,-40 40-15,0 1 16,40-41 0,-40 40-16,0 0 0,40-40 15,-40 40-15,0 0 16,0 0 0,0-80 46,0 0-62,0 0 16,-40 0-16,40 0 15,-40-1-15,40 1 0,0 0 16,-40 40-16,40 40 62,0 0-46,0 1 0,0-1-16,40-40 0,-40 40 15,40-40-15,-40-40 47,0 0-31,-40-1-16,40 1 0,0 0 15,0 0 1,0 0-16,0 0 0,0 80 31,40 0-15,-40 0-16,0 0 16,40-40-16,0 40 15,-40 1-15,41-41 0,-41 40 16,40-40-1,-40-40 17,0-1-17,0 1-15,0 0 0,-40 0 0,40 0 16,-41 0 0,41 80 15,0 0-16,0 0-15,41-40 16,-41 40-16,0 0 0,0 1 16,40-41-1,-40 40-15,0-80 32,-40-41-17,-1 41 1,41 0-1,-40 0-15,40 80 32,0 0-32,0 0 15,0 0-15,40-40 0,-40 41 16,0-1 0,41-40-16,-41 40 0</inkml:trace>
  <inkml:trace contextRef="#ctx0" brushRef="#br0" timeOffset="-206393.36">3732 16362 0,'0'-40'0,"40"40"250,0 0-234,0 0-16,-40-40 15,40 40-15,0 0 16,1 0-16,-41-40 16,40 40-1,0-40-15,0 40 0,0 0 16,0-40-1,0 40-15,0 0 16,-40-40 0,41 40 15,-1 0 0,0 0-15,0 0-1,0 0 17,-40-40-32,40 40 31,-40-40-31,0-1 31,40 41-15,-40-40 31,0 0-32,0 0 1,0 0 15,0 0-15,0 0 15,0 0-15,-40 0 15,40-1 0,-40 41-31,0-40 78,40 0-46,0 0-32,0 0 31,-40 40-31,40-40 47,-40 40 0,40-40-16,-40 0 16,40 0-47,-41 40 15,41-40-15,-40 40 16,0 0 15,0 0-15,0 0-1,0-41 1,40 1 0,-40 40-1,40-40 1,-40 40 15,-1 0 0,1 0-15,0 0 47,40-40-48,-40 40 1,0 0-16,0 0 0,0 0 31,0 0-15,-1 0 15,41 40-15,-40-40-16,0 0 15,0 0 1,0 0-1,40 40 17,-40-40-1,40 40-15,-40-40 15,40 41-31,0-1 15,-41-40 1,1 40-16,40 0 16,-40-40-16,40 40 15,-40 0 1,40 0-16,-40-40 16,40 40-16,0 0 15,-40-40-15,40 40 0,0 1 0,0-1 16,0 0-1,0 0 1,0 0 15,0 0-15,0 0 0,40-40-16,-40 40 15,0 0 1,40-40-16,-40 41 0,0-1 15,40-40-15,-40 40 16,40-40-16,-40 40 16,40-40-1,-40 40 1,41-40-16,-41 40 31,40-40-31,-40 40 16,40-40-1,0 0-15,-40 40 32,40-40-17,0 0 17,0 0-17,1 0 1,-1 0-16,0 0 0,0 0 15,0 0 1,0 0-16,0 0 16,0 0 15,1 0-15,-1 0-1</inkml:trace>
  <inkml:trace contextRef="#ctx0" brushRef="#br0" timeOffset="-205183.4">10353 15239 0,'-41'0'0,"1"0"16,40-40 15,0 80 31,40-40-46,-40 41 15,0-1-15,41-40 0,-41 40-1,40-40 1,0 0-1,0 0-15,0 0 16,0 0 0,-40-40-1,40 40-15,-40-40 16,0-1-16,40 41 0,-40-40 16,41 40-16,-41-40 0,0 0 15,40 40-15,-40-40 0,40 40 0,-40-40 0,40 40 16,0 0 15,0 0-15,0 0-1,-40-40 17,-40 40-1,0 0-16,0 0 1,0 0 15</inkml:trace>
  <inkml:trace contextRef="#ctx0" brushRef="#br0" timeOffset="-203223.52">4294 18608 0,'-41'0'16,"41"40"-16,41-40 219,-1 0-204,-40 40-15,40-40 16,0 0 0,0 0 15,0 0-15,0 0-16,-40-40 15,0 0 1,40 40-16,-40-40 15,41 40-15,-41-40 16,40 40-16,-40-40 16,40 40-16,0 0 15,0 0 1,-40-40-16,40 40 16,-40 40 109,-40-40-94,0 0 0</inkml:trace>
  <inkml:trace contextRef="#ctx0" brushRef="#br0" timeOffset="-196475.29">25801 3288 0,'40'0'141,"41"0"-126,-41-40-15,0 40 16,0-40-16,0 40 16,-40-40-16,40 40 0,0 0 15,1 0-15,-1 0 16,0 0-16,0 0 15</inkml:trace>
  <inkml:trace contextRef="#ctx0" brushRef="#br0" timeOffset="-196075.16">26082 3729 0,'-40'0'16,"80"0"15,0 0-15,0-40-1,41 40 1,-1-40-1,0 40 1,-40-40 0,0 40-1</inkml:trace>
  <inkml:trace contextRef="#ctx0" brushRef="#br0" timeOffset="-194075.01">27326 3248 0,'-40'0'16,"40"-40"0,40 40 46,40 0-46,-40 0-1,1 0-15,-1 0 0,0 0 32,0 0-32,-40 40 31,0 0-16,0 0-15,0 0 0,0 0 16,-40-40-16,40 40 16,-40 1-16,40-1 0,-81-40 0,81 40 0,-40 0 15,40 0-15,0 0 16,-40 0-16,40 0 0,0 0 16,0 1-1,0-1-15,40-40 31,0 0-15,-40 40-16,41-40 0,-1 0 16,-40-40 31,0 0-47,0-1 15,0 1 1,0 0-16,-40 0 0,40 0 15,0 0-15,-41 40 0,41-40 0,0 0 0,-40 40 16,40-40-16,0-1 16,-40 1-16,40 0 0,0 0 15,0 0 1,-40 40 0,120-40 15,-40 40 0,1-40-31,-1 40 16</inkml:trace>
  <inkml:trace contextRef="#ctx0" brushRef="#br0" timeOffset="-193365.05">28329 3649 0,'0'0'0,"-40"40"15,40-80 48,40 40-47,0 0 15,0-40-31,1 40 0,-1 0 0,0 0 15,0 0 1,0-40-16,0 40 0,0 0 16,-40-40-16,40 40 0,1 0 15,-41-40-15,40 40 0,0 0 16,-80 0 156</inkml:trace>
  <inkml:trace contextRef="#ctx0" brushRef="#br0" timeOffset="-191045.26">29212 3088 0,'-40'0'0,"80"0"78,-40-41-46,0 1-32,40 40 0,-40-40 15,40 40 1,0-40-16,1 40 15,-1-40-15,0 40 16,0 0 0,-40 40-16,0 0 31,0 0-31,0 0 16,0 1-16,0-1 15,0 0 1,0 0-16,0 0 15,0 0 1,0 0 15,0 0-31,0 0 32,0 0-32,0 1 15,-40-41 1,40 40-16,-40 0 15,40-80 142,40 40-142,0 0-15,0 0 16,0 0-16,0 0 16,0-40-16,1 40 0,-1 0 0,-40-41 0,40 41 15,0 0 1,0 0-16,-40-40 0,40 40 0,0 0 15,0 0-15,1 0 0,-1 0 16,0 0 0,0 0-1,-80 0 79,0 0-63</inkml:trace>
  <inkml:trace contextRef="#ctx0" brushRef="#br0" timeOffset="-190275.23">30737 2847 0,'0'0'16,"40"0"15,0 0-15,0 0-1,0 0-15,0 0 16,1-40-16,79 40 16,0-40-1,-80 40 1,1 0 0</inkml:trace>
  <inkml:trace contextRef="#ctx0" brushRef="#br0" timeOffset="-190055.32">31018 3248 0,'-40'0'31,"40"-40"-15,40 40-16,0 0 0,-40-40 0,40 40 15,0-40-15,0 40 16,0 0-16,0 0 0,1-40 0,-1 40 16,0 0-16,0 0 15,0 0-15,0-41 0</inkml:trace>
  <inkml:trace contextRef="#ctx0" brushRef="#br0" timeOffset="-189445.36">32101 2366 0,'-40'0'16,"0"0"0,0 40-16,40 0 15,-40 0 1,-1 80-1,-39 41 17,80-81-32,0-40 0,-40 40 15,40-40-15,0 81 16,0-1 15,80-120-15,-40 0-16,1 0 31,-41-40-31,40-40 16,-40 40-16,0-1 15,0 82 48,-40-41-63,40 40 15,-41-40-15,41 40 16,-40-40-16,40 40 16,-40-40-16</inkml:trace>
  <inkml:trace contextRef="#ctx0" brushRef="#br0" timeOffset="-187155.49">26604 16042 0,'0'0'0,"-40"0"172,0 0-94,-1 0-62,41 40-16,-40-40 15,40 40-15,-40 0 16,0-40 0,40 40-16,-40-40 15,40 40-15,-40-40 31,40 40-31,0 0 16,-40-40 0,40 40-16,0 0 31,0 1-15,0-1-1,40 0-15,-40 0 16,40-40-1,0 0 17,0 0-1,0 0-15,0 0-1,1 0-15,-1 0 31,0 0 32,-40-40-47,40 40-16,-40-40 109,-40 40-78,0 0-31,0 0 16,-1 40-1,1-40-15,0 0 16,40 40 0,-40-40-16,0 0 15,40 40 1,-40-40-16,0 0 16</inkml:trace>
  <inkml:trace contextRef="#ctx0" brushRef="#br0" timeOffset="-183925.68">26363 16563 0,'40'0'15,"-80"0"110,80 0 110,-40-40-204,40 40-16,0 0 17,-40-40-32,41 40 47,-1 0-16,0 0 31,0 0-15,-40-40-16,40 40-31,-40 40 110,0 0-32,40-40-47,-40 40-31,0 0 110,0 0-95,0 0 79,0 0-63,-40-40-15,0 0 31,40 40-47,-40-40 62,0 0-31,0 0 1,40 41-32,-41-41 47,41-41 31,-40 41-78,0 0 47,40-40 31,-40 40-78,0 0 47,40-40-47,-40 40 31,0 0 16,0 0-32</inkml:trace>
</inkml:ink>
</file>

<file path=ppt/ink/ink6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8T07:03:13.815"/>
    </inkml:context>
    <inkml:brush xml:id="br0">
      <inkml:brushProperty name="width" value="0.05292" units="cm"/>
      <inkml:brushProperty name="height" value="0.05292" units="cm"/>
      <inkml:brushProperty name="color" value="#FF0000"/>
    </inkml:brush>
  </inkml:definitions>
  <inkml:trace contextRef="#ctx0" brushRef="#br0">8065 2205 0,'-40'0'109,"0"40"-109,-40 0 16,40-40-16,40 41 0,-40-1 16,0 0-16,-1 0 0,41 0 0,-40 0 0,0 40 15,40-40-15,-40 0 16,0 1-16,40-1 0,0 40 0,0-40 0,0 0 15,0 0-15,0 0 0,0 41 16,0-41-16,0 40 0,0-40 0,0 0 0,0 0 16,0 40-16,0-40 15,0 1-15,0-1 0,0 0 0,0 0 0,0 0 16,0 0-16,0 0 0,0 0 0,0 0 16,-40-40-16,40 41 15,-40-41-15,0 0 0,-1 0 16</inkml:trace>
  <inkml:trace contextRef="#ctx0" brushRef="#br0" timeOffset="210.05">7183 3529 0,'0'-40'15,"0"-1"-15,40 1 16,0 40-16,0-40 15,0 40-15,121-40 16,79-40 15,-159 40-31,-41 40 0,40-40 0</inkml:trace>
  <inkml:trace contextRef="#ctx0" brushRef="#br0" timeOffset="499.96">8707 2446 0,'0'0'0,"0"-40"16,-40 40 15,0 40-16,0 0-15,-40 120 16,40-120-16,40 1 0,-81 79 31,81-80-31,-40 120 16,40-79-16,0-41 0,40 40 16,-40-40-16,41 40 15,-41-40-15,80 0 0</inkml:trace>
  <inkml:trace contextRef="#ctx0" brushRef="#br0" timeOffset="979.97">8948 2847 0,'-40'0'16,"80"0"-16,-80-40 0,80 40 15,-40-40 1,121 40 0,-81 0-16,-40 80 15,40-80-15,0 80 16,-40 0-16,-40-40 0,-81 121 31,81-121-31,0 0 16,0-40-16,40-40 15,80-40 1,81-81 0,-1-39-1,-79 160 1,-81 0-16,40-1 16,-40 1-16,40 40 15,-80 40 1,0 41-1,-1-81-15,1 80 16,40-40-16,-80 80 16,80-39-1,0-41-15,0 80 16,0-80-16,40-40 16,0 0-16</inkml:trace>
  <inkml:trace contextRef="#ctx0" brushRef="#br0" timeOffset="1369.92">9751 3368 0,'0'0'16,"0"40"31,0 0-47,0 1 0,-40-41 15,40 40-15,-41 0 0,41 0 0,-40 0 0,0 0 16,0 0-16,40 0 16,-40 0-16,0-40 0,40 41 0,-40-41 0,0 0 15,40 40 1</inkml:trace>
  <inkml:trace contextRef="#ctx0" brushRef="#br0" timeOffset="1909.95">10072 2927 0,'0'0'0,"-40"0"16,40 40 0,0 81-1,0 39 1,80-80 0,0-80 15,-40-80-16,0-80 1,-40-1 15,0 241 1,0-40-32,0 1 15,0-1-15,0 0 0,0 0 0,0 0 0,0 0 16,0 0-16,0 0 0,-80 40 15,80-39-15,0-1 0,0 0 0,0 0 0,0 40 16,-40-40-16,40 0 16,-40 0-16,0 1 0,0-1 0,-1 0 15,1 0-15,0-40 0,40 40 16,-40-40-16,0 0 16,0 0-16,40-40 0,0 0 15,0 0 1,0 0-16,0-1 0,0 1 15,0 0-15,40 40 16,-40-40-16,40 0 0</inkml:trace>
  <inkml:trace contextRef="#ctx0" brushRef="#br0" timeOffset="2299.86">10794 2606 0,'0'-40'16,"0"80"-16,-40-80 15,40 80-15,0 0 16,0 0-16,0 201 31,0-121-31,0 81 16,0-161-16,-40 80 15,0-80-15,-81 121 16,-39-41 0</inkml:trace>
  <inkml:trace contextRef="#ctx0" brushRef="#br0" timeOffset="2599.86">11396 2847 0,'-80'-40'31,"160"80"-31,-160-120 0,120 80 16,40-40-16,-40 40 16,0 0-16,41 0 0,-41 0 0,40 0 0,-40 0 15,0 0-15,40 0 0,-39 40 0,-1-40 0,0 0 16,-40 40 0,40-40-16</inkml:trace>
  <inkml:trace contextRef="#ctx0" brushRef="#br0" timeOffset="2769.83">11556 3288 0,'0'0'15,"-40"0"1,121 0 15,-41 0-31,0 0 0,0 0 0,0 0 16,-40-40-16,40 40 0,0-40 15,0 40-15,41-40 0,-41 40 0</inkml:trace>
  <inkml:trace contextRef="#ctx0" brushRef="#br0" timeOffset="3779.77">14445 1323 0,'0'0'15,"0"-40"-15,0 0 32,-40 40 15,0 0-47,0 0 0,0 0 15,0 0-15,0 0 16,0 0-16,-1 0 0,1 0 15,0 0 1,0 0-16,0 0 16,0 0-1,40-40 1,0 80 15,0 0-31,0 0 16,0 0-16,0 0 15,0 0-15,0 0 0,0 0 0,0 1 0,0-1 16,0 40-16,0-40 16,0 0-16,-40 0 0,40 0 0,0 40 0,0-39 15,0-1-15,0 0 0,0 40 0,0-40 0,0 0 16,0 40-16,0-39 0,0-1 16,0 40-16,0-40 0,0 0 0,0 40 0,0-40 15,0 0-15,0 1 16,0-1-16,0 40 0,0-40 0,0 0 0,0 0 15,0 0-15,0 0 0,0 41 16,0-41-16,0 40 0,0-40 0,0 40 0,40-40 16,-40 41-16,0-41 0,0 0 0,0 40 0,0-40 15,0 0-15,0 40 16,0-39-16,0-1 0,0 0 0,0 40 0,0-40 16,0 0-16,0 0 0,0 0 15,0 0-15,0 1 0,0 39 0,0-40 0,0 0 16,0 0-16,0 0 15,0 0-15,40 0 0,-40 1 0,0-1 16,0 0-16,40-40 0,-40 40 16,0 0-16,0 0 0,0 0 15,0 0-15,40 0 0,-40 0 16,0 1 0,0-1-16,40 0 15,-40 0-15,40 0 16,-40 0 15,41-40-31,-1 0 16,0 0-1,0 0 1,0 0-16,0 0 0,0 0 16,0 0-1,1 0-15,-1-40 0,0 40 0,0 0 16,0 0-16,-40-40 0,40 40 15,0-40-15,1 0 0</inkml:trace>
  <inkml:trace contextRef="#ctx0" brushRef="#br0" timeOffset="6319.62">15368 1243 0,'-40'0'31,"40"40"0,-40-40-31,40 40 0,0 0 0,0 0 16,0 0-16,0 0 0,0 0 15,-40 1-15,40-1 0,0 0 0,0 0 0,0 0 16,0 0 0,0 0-16,0 0 0,0 0 0,0 0 15</inkml:trace>
  <inkml:trace contextRef="#ctx0" brushRef="#br0" timeOffset="6969.58">17736 1483 0,'0'-40'0,"0"0"16,0 0 0,40 40-16,0-40 15,0 40-15,0 0 16,0 0-16,1 0 0,-1 0 0,0 40 16,0-40-1,-40 40-15,40 0 0,-40 0 0,0 0 16,0 1-16,0-1 15,-40-40-15,40 40 0,-80 0 0,40 0 16,40 0-16,-41-40 16,1 0-16,40 40 0,-40-40 0,40 40 15,40-40 1,41 0-16,-41 40 16,0-40-16,0 0 0,-40 40 0,40-40 15,0 41-15,-40-1 16,0 0-16,0 0 15,0 0-15,-40-40 0,40 40 16,-80 0-16,40-40 0,0 0 0,-1 40 0,1-40 16,0 0-16,0 40 0,0-40 0,0 0 15,0 0-15,0 0 16,-1 0-16,41-40 0</inkml:trace>
  <inkml:trace contextRef="#ctx0" brushRef="#br0" timeOffset="7619.54">20384 1483 0,'-80'-40'15,"160"80"-15,-280-120 16,159 80-16,1 0 16,40 40-16,-40 81 31,0-81-31,40 0 0,0 0 0,120 80 31,1-80-15,-81-120-1,0-40 1,-40 40 15,0 120-15,0 0-1,40 120 1,-40-120-16,0 81 16,0-81-16,0 0 0,-80 80 15,40-120-15,-40 80 16,-1-80-16,-119 40 16,-41 1-1</inkml:trace>
  <inkml:trace contextRef="#ctx0" brushRef="#br0" timeOffset="9859.41">15168 2847 0,'0'0'0,"-40"-40"16,0 0 0,80 40 31,-40-40-47,40 40 15,40 0 1,-40 0-16,0 0 0,0 0 15,1 0-15,-41 40 16,40-40-16,0 40 0,-40 0 0,40-40 16,-40 40-16,0 0 15,-80-40-15,80 40 16,-40 0-16,-1 0 0,1-40 0,0 41 0,0-1 0,0 0 16,0-40-1,40 40-15,-40-40 0,0 40 31,80-40-15,40 0 0,-40 0-16,0 0 15,0 0-15,0 0 0,1 0 0,-1 40 0,0-40 16,40 0-16,-40 0 16,0 0-16,0 40 0,41-40 0,-41 0 0,40 0 0,-40 0 15</inkml:trace>
  <inkml:trace contextRef="#ctx0" brushRef="#br0" timeOffset="10279.45">17535 2927 0,'-40'0'16,"40"-40"-16,-40 40 16,40-40-1,80 40-15,-40 0 16,0 0-16,1 0 0,-1 0 16,0 0-16,0 0 0,0 0 0,0-40 15,0 40-15,0 0 16,-40 40 15,0 40-15,-40-40-16,40 0 15,-40-40-15,40 40 0,-40 1 16,40-1-16,0 0 0,0 0 0,-40 40 0,40-40 16,0 0-1,0 0-15,0 0 0,0 1 0,0-1 16,0 0-16,0 0 15,40-40-15</inkml:trace>
  <inkml:trace contextRef="#ctx0" brushRef="#br0" timeOffset="10489.45">17535 3328 0,'0'0'0,"0"-40"15,-40 40 1,40-40-16,80 40 16,-40-40-16,1 40 0,-1 0 0,0 0 15,0 0-15,40-40 0,-40 40 16,41 0-16,-41 0 0,0 0 0,0 0 0,0 0 16,0 0-16,0 0 15,1 0-15,-1 0 0,0 0 0</inkml:trace>
  <inkml:trace contextRef="#ctx0" brushRef="#br0" timeOffset="10869.34">19903 3007 0,'-40'0'15,"80"0"-15,-201-40 16,121 0-16,0 40 16,0 0 15,0 40-31,-41 81 31,-39-41-15,120-40-1,40 40 1,40-80 0,-39 0-16,199 0 15,-200 0-15,41 0 0,79 0 16,1 0 0,-81 0-1</inkml:trace>
  <inkml:trace contextRef="#ctx0" brushRef="#br0" timeOffset="11079.34">20023 3128 0,'0'0'0,"0"-40"0,0-1 31,0 82 0,-40-41-31,40 40 0,0 0 0,-40 0 16,40 40-16,0-40 16,0 0-16,-40 0 0,40 0 0,-40 1 0,40-1 0,0 0 15,-41 0-15,41 0 0,0 0 0,0 0 0</inkml:trace>
  <inkml:trace contextRef="#ctx0" brushRef="#br0" timeOffset="13309.28">15449 4050 0,'0'0'0,"40"-40"0,0 40 16,0 0-16,0-40 31,40 40-15,-39 120-1,-122 41 16,-119-1-15,39 0 0,121-79-1,40-1 1,40-80 0,121 40-1,-41-120 1,-80 0 15,-80-41-15,0 41-16,0 40 15,0 0-15,-41-40 16,41 39 0,40 1-1,0 0 1,81 40-1,-1 0 1,0 40 0,0-40-16</inkml:trace>
  <inkml:trace contextRef="#ctx0" brushRef="#br0" timeOffset="14079.16">17656 4291 0,'0'0'0,"-41"0"63,41 40-32,-40-40-31,40 40 0,0 0 15,-40 0-15,40 0 0,0 0 0,0 0 0,-40 1 16,40-1-16,0 0 0,0 0 0,-40 0 0,40 0 16,-40 0-1,40 0-15,0 0 0,0 0 16</inkml:trace>
  <inkml:trace contextRef="#ctx0" brushRef="#br0" timeOffset="14949.18">19542 4491 0,'0'0'15,"0"-40"-15,-41 40 16,1 0-16,0 0 16,0 0-1,-40 80 1,0 81-1,39 79 1,122-119 15,39-81-15,0-80 0,-120-81 15,-80 1-16,-40 40 1,40 40 0</inkml:trace>
  <inkml:trace contextRef="#ctx0" brushRef="#br0" timeOffset="16329.1">20906 1042 0,'0'-40'0,"40"40"47,-40-40-47,0 0 32,40 40-32,0 0 15,40 0 1,-39 0-16,-1 0 0,0 0 0,0 0 15,0 0-15,0 0 0,0 0 16,0 0-16,-80 0 47,40 40-16,0 0-31,0 0 16,0 0-1,0 0-15,0 0 0,0 1 0,0-1 0,0 40 16,0-40-16,0 0 0,0 40 0,0-40 0,0 1 16,0-1-16,0 40 0,0-40 15,0 0-15,0 40 0,0-40 0,0 0 0,0 41 16,0-41-16,0 40 16,0-40-16,0 40 0,0-40 0,0 41 0,0-41 15,0 40-15,-40-40 0,40 40 16,0 0-16,0-39 0,0 39 0,-40-40 0,40 40 15,-40-40-15,40 40 16,0-39-16,0 39 0,-40-40 0,40 40 0,-40-40 16,40 0-16,0 40 0,0-39 0,0-1 0,0 0 15,0 40-15,0-40 0,0 0 16,-40 0-16,40 0 0,0 1 0,0-1 0,0 0 16,-41 0-16,41 0 15,0 0-15,0 0 0,0 0 0,0 0 0,0 0 16,0 1-16,0-1 0,0 0 15,0 0-15,-40 0 0,40 0 0,0 0 16,-40 0-16,40 0 0,0 1 16,-40-41-1,40 40-15,0 0 16,0 0 0,0 0-16,-40-40 0,40 40 15,0 0 1,0 0-16,0 0 15,0 0 1,0 1 0,-40-41 31,0 40-32,0-40-15,-1 0 0,1 40 16,0-40-1,40 40-15,-40-40 0,0 0 0,0 40 0,0-40 16,0 0-16,-1 0 0,1 0 0,0 40 0,0-40 16,0 0-16,0 0 0,0 0 15,0 0-15,-1 0 0,1 0 16</inkml:trace>
  <inkml:trace contextRef="#ctx0" brushRef="#br0" timeOffset="17348.97">19622 4451 0,'-40'0'16,"0"0"-1,-1 0 16,1 0-31,0 0 16,0 0 15,-40 40-15,40 40 0,40-39-16,-40 39 31,-1-80-31,41 40 0,-40 0 0,0 0 15,40 0 1,0 0 0,0 0 15,0 0-15,40 1-1,0-1 16,41-40-15,79 0 0,-39-40-1,-41-41 17,0 1-17,-40 0 1,0 0 15,-40 0-15,0-1-1,-40 41 1,0 40 15,-40 0-15,-81 0-1,41 121 1,0-41 15,39-40-15,81 0-16</inkml:trace>
  <inkml:trace contextRef="#ctx0" brushRef="#br0" timeOffset="20178.8">24357 1002 0,'-40'0'63,"-1"0"-32,1 0-31,0 0 16,40 40 156,0 0-141,0 0-31,0 41 0,0-41 15,0 40-15,0 0 16,0 0-16,0 1 0,-40-1 0,40-40 0,0 40 16,0-40-16,-40 40 0,40-40 0,0 1 0,-40 39 15,40-40-15,0 0 0,0 0 16,0 0-16,-40 0 0,40 0 0,0 1 0,0-1 16,0 0-16,0 0 15,-40 0-15,40 0 0,0 0 0,0 0 16,0 0-16,0 0 0,0 1 15,-41-1-15,41 0 0,0 0 0,0 0 0,0 0 16,0 0-16,0 0 0,0 0 0,0 1 16,0-1-16,0 0 15,-40 0-15,40 0 0,0 0 0,0 0 16,0 0-16,0 0 0,0 0 16,-40-40-16,40 41 0,0-1 0,0 0 0,0 0 15,0 40-15,0-40 16,0 0-16,0 0 0,0 1 0,0-1 0,0 0 15,0 0-15,0 0 0,0 0 16,0 0-16,40 0 0,-40 40 0,0-39 0,0-1 16,0 0-16,0 0 0,0 0 0,0 0 0,0 0 15,0 0 1,0 0-16,0 1 0,0-1 0,0 0 0,0 0 16,0 0-16,0 0 15,0 0-15,0 0 0,0 0 16,0 0-1,0 1-15,0-1 0,0 0 16,0 0-16,0 0 0,0 0 16,0 0-1,0 0 17,0 0-17,0 1 1,0-1-16,0 0 31,40-40 16,-40-40-31,41 40-1,-1 0-15,0 0 0,0 0 16,0 0-16,0 0 15,0 0-15,0 0 0,1 0 0,-1 0 0,0 0 16,0 0-16,0 40 0,0-40 0,0 0 16,0 0-1,1 0-15,-1 0 16,-80 0 31,40-40-32,-41 40 1,1 0-16,40-40 0,0-1 16,0 1-16</inkml:trace>
  <inkml:trace contextRef="#ctx0" brushRef="#br0" timeOffset="21858.77">21909 1523 0,'-40'41'297,"0"-41"-266,40 40 0,-40-40-31,40 40 16,0 0-1,0 0 1,0 0 0,-41-40-1,41 40-15,0 0 47,41-40-47,-1 0 31,0 0-31,0 0 16,0 0 0,0 0-16,0 0 15,1 0 1,-1 0-16,0 0 0,-40-40 15,40 40-15,-40-40 16,40 40-16,-40-40 16,0 0 15,0 0-31,-40 40 16,40-40-1,0 0-15,-40 40 16,0-41-1,0 41 1,-1 0-16,1 0 16,0 41 31,40-1-32,0 0-15</inkml:trace>
  <inkml:trace contextRef="#ctx0" brushRef="#br0" timeOffset="22568.66">21668 2847 0,'0'40'78,"0"0"-62,-40-40-16,40 40 0,0 0 15,0 0-15,0 1 0,0-1 0,-40 0 16,40 0-16,0 0 16,0 0-16,0 0 0,0 0 15,0-80 32,0 0-31,0 0-16,0 0 0,0 0 0,0 0 15,0 0-15,0-1 16,40 41-16,-40-40 0,-40 40 31,40 40-15,0 1-1,0-1-15,0 0 16,0 0-16,0 0 0,0 0 16,0 0-1,0 0-15</inkml:trace>
  <inkml:trace contextRef="#ctx0" brushRef="#br0" timeOffset="24148.64">21267 4411 0,'0'0'0,"-40"0"16,80 0 15,-40-40-31,40 40 0,0 0 31,-80 0 1,40 40-32,0 0 31,-40-40 47,80 0-16,0 0 48,-80 0-32,40-40-78,40 40 31,0 0-15,0-40-1,1 40-15,-1 0 16,0 0-16,0 0 16,0 0-1,-40 40 1,40-40-16,-40 40 16,0 0-16,40-40 0,-40 40 15,0 0-15,0 1 16,-80-1-16,80 0 0,-40-40 0,40 40 15,-40 0-15,0-40 0,40 40 0,-40-40 0,-1 0 16,1 0-16,40 40 0,-40-40 16,40 40-16,-40-40 0,0 0 31,80 0 47,0 0-78,0 0 16,-40-40-16,40 40 0,1 0 15,-1 0-15,0 0 0,0 0 0,0 0 16,0 0-16,0 0 16,0 0-16,1 0 0,-1 0 0,0 0 15,0 0-15,0 0 16,0 0-16,0 0 15,1 0 17,-1 0-1,0 0 0,-80 0 79,0 0-79,-1 0-31,1 0 31</inkml:trace>
  <inkml:trace contextRef="#ctx0" brushRef="#br0" timeOffset="25503.3">15770 5694 0,'0'-40'16,"-40"40"-1,-1 0 1,1 0 15,40 40-15,-40-40-1,0 40-15,0 1 16,0-41 0,40 40-1,-40-40-15,40 40 0,-40-40 16,40 40 0,0 0-1,0 0 16,40-40-31,0 40 16,0-40 0,0 0-16,0 40 15,0-40 1,0 0-16,1 0 0,-1 0 31,-40-40-31,40 40 16,-40-40-16,40 40 15,-40-40-15,0 0 16,40 0-16,-40 0 16,0 0-1,0-1 1,-40 41 0,0 0 15,0 0 0,0 0-15,40 41-1,-41-41 17</inkml:trace>
  <inkml:trace contextRef="#ctx0" brushRef="#br0" timeOffset="26439.73">17335 5815 0,'-41'0'32,"41"40"15,0 0-16,0 0-31,0 0 15,0 0 1,0 0-16,0 0 0,-40 1 0,40-1 16,0 0-16,0 0 0,0 0 15,0 0-15,0 0 16,0-80 31,0 0-32,0 0-15,0 0 0,0 0 16,40 40-16,-40-40 16,0-1-16,0 1 0,0 0 15,0 80 48,0 0-63,0 1 15,0-1-15,0 0 16,0 0 0,-40-40-16,40 40 0,-40-40 15</inkml:trace>
  <inkml:trace contextRef="#ctx0" brushRef="#br0" timeOffset="27619.66">18819 6256 0,'-40'0'16,"0"0"0,80 0 46,0 0-62,-40-40 0,40 40 16,1 0-16,-1 0 0,0 0 31,0 0-31,0 0 0,0 0 16,0 40-16,-40 0 15,0 0-15,0 0 16,0 0-16,0 0 15,-40 0-15,40 1 0,-40-41 0,40 40 16,-40 0-16,0 0 16,0 0-16,40 0 15,-40-40-15,-1 0 32,122 0 14,-1 0-30,-40 0 0,0 0-16,0 0 0,41 0 0,-41 0 15,0 0-15,0 0 16,0 0-16,0 0 0,0 0 0,0 0 16,1 0-1,-1 0 16,-40-40 313</inkml:trace>
  <inkml:trace contextRef="#ctx0" brushRef="#br0" timeOffset="30099.45">25079 1203 0,'0'0'0,"40"0"31,-40 40 250,-80-40-140,80 40-110,-40-40-15,40 40-16,-40-40 15,-1 40 1,1 0 0,40 0-1,0 0-15,-40-40 16,40 40-1,0 1 17,40-41-32,-40 40 15,40-40-15,1 0 16,-41 40-16,40-40 16,0 0-16,0 0 0,0 0 31,0-40-16,-40 0 1,0-1-16,0 1 16,40 0-16,-40 0 0,0 0 31,0 0 0,-40 40 0</inkml:trace>
  <inkml:trace contextRef="#ctx0" brushRef="#br0" timeOffset="30319.43">25480 1644 0,'0'40'16,"0"0"-16,-40 0 31,40 0-15,-80 40-1,40-40 1,0 41 0,-1-81-1</inkml:trace>
  <inkml:trace contextRef="#ctx0" brushRef="#br0" timeOffset="30879.4">26122 1443 0,'-40'0'15,"0"0"1,0 0 0,40 40-1,-40-40-15,40 40 16,0 1 0,-40-41-16,40 40 0,0 0 31,80-40-16,-80 40-15,40-40 0,0 0 16,0 0 0,0 0-16,-40-40 0,41 40 15,-41-40 1,0 0-16,0-1 16,0 1-1,0 0-15,0 0 0,-41 40 16,41-40-1,-40 40-15,40-40 16,-40 40 0,0 0-16,0 0 31,40 40-15,0 0-1,0 0 1</inkml:trace>
  <inkml:trace contextRef="#ctx0" brushRef="#br0" timeOffset="32469.37">28088 1323 0,'41'0'0,"-82"0"156,1 0-140,0 40-1,0-40-15,40 40 0,-40-40 0,40 40 16,0 0-1,-40-40 1,40 40 0,0 1-16,0-1 15,0 0 1,40-40 0,-40 40-16,40-40 15,-40 40-15,40-40 16,0 0-1,0 0 1,-40-40 0,0 0-1,0 0 1,41 0-16,-41-1 16,0 1-1,0 0 16,0 0 1,0 0-17,-41 40 17,1 0-1,0 0 0,40 40 32</inkml:trace>
  <inkml:trace contextRef="#ctx0" brushRef="#br0" timeOffset="32769.3">28450 1884 0,'0'0'0,"-41"0"31,41 40-15,0 1-16,0-1 31,0 0-15,0 0-1,-80 0 1</inkml:trace>
  <inkml:trace contextRef="#ctx0" brushRef="#br0" timeOffset="33209.33">29132 1363 0,'0'0'16,"-40"0"-1,0 0 1,40 40 31,0 0-47,0 0 0,0 0 15,0 1-15,0-1 0,0 0 0,0 0 16,0 0-16,0 0 16,0 0-16,0 0 0,0 0 0,0 0 31,0-80 0,0 0-15,0 0-1</inkml:trace>
  <inkml:trace contextRef="#ctx0" brushRef="#br0" timeOffset="33979.25">30897 1363 0,'-40'0'15,"80"0"-15,-80-40 16,0 40-1,40-40 1,-40 40 0,40 40-1,-80 0 1,-1 120 15,41-39-15,40-41-1,40-40 1,1-40 0,79 0-1,0-40 1,-80 0 0,1-80 15,-122 39-16,41 1 1,0 40 0,0 0 15,40 80-15,0 0-1</inkml:trace>
  <inkml:trace contextRef="#ctx0" brushRef="#br0" timeOffset="34269.21">31258 1804 0,'0'0'0,"0"40"0,0 0 47,0 0-47,0 1 15,-40-1 1,40 0-16,0 0 16,-40-40-16,40 40 15,0 0 1</inkml:trace>
  <inkml:trace contextRef="#ctx0" brushRef="#br0" timeOffset="35009.21">31740 1483 0,'0'0'16,"-40"-40"-16,0 0 16,40 0-16,40 40 31,0 40-16,-40 0-15,40-40 16,-40 40-16,40-40 0,-40 40 0,0 1 0,40-41 16,-40 40-16,40 0 15,-40 0-15,0 0 0,0 0 16,0 0 0,-40-40-16,40 40 0,-40-40 0,40 40 15,-40-40-15,40 40 16,-40-40-16,40 41 15,40-41 17,0 0-32,0 0 0,0 0 15,1 0 1,-1 0-16,0 0 0,0 0 16,0 0-1,0 0-15,0 0 0,0 40 0,1-40 31,-1 0 48,-80 0 61</inkml:trace>
  <inkml:trace contextRef="#ctx0" brushRef="#br0" timeOffset="55058.04">24557 2606 0,'40'0'15,"-40"40"32,41-40-31,-41 40-16,0 1 31,0-1-15,0 0-1,0 0-15,0 0 0,0 0 16,0 0-16,40-40 0,-40 40 16,0 0-1,40-40-15</inkml:trace>
  <inkml:trace contextRef="#ctx0" brushRef="#br0" timeOffset="55358.02">25039 3208 0,'0'40'78,"-40"-40"-63,0 0-15,40 40 16,-41-40-16,41 40 16,-40-40-16,40 40 15</inkml:trace>
  <inkml:trace contextRef="#ctx0" brushRef="#br0" timeOffset="55817.94">25721 2767 0,'-40'0'15,"80"0"-15,-120 0 32,40 0-32,0 40 15,-1 0 1,41 0-1,41-40 1,-1 40 0,0-40-16,40 0 31,-40 0-31,0 0 16,0 0-1,-40-40-15,0 0 16,-80 40-1,80-40 1,-40 40-16,40-40 0,-40 40 16,40 40-1</inkml:trace>
  <inkml:trace contextRef="#ctx0" brushRef="#br0" timeOffset="56297.89">27888 2807 0,'0'0'16,"0"-40"0,-40 80 46,40 0-62,0 0 0,0 0 16,0 0-16,0 0 0,0 0 0,0 1 15,0-1 1,0 0-16,0 0 0,0 0 0</inkml:trace>
  <inkml:trace contextRef="#ctx0" brushRef="#br0" timeOffset="56507.95">28169 3288 0,'0'0'0,"-40"0"16,-1 0-1,-39 80 1,80-40-16,-80 41 31,80-41-31,-40-40 0,40 40 16</inkml:trace>
  <inkml:trace contextRef="#ctx0" brushRef="#br0" timeOffset="56787.87">28891 2847 0,'-40'0'16,"80"0"-16,-120-40 0,80 80 47,0 0-47,0 0 15,0 0-15,0 0 0,0 0 16,0 1-16,0-1 0,0 0 15,0 0 1,0 0-16,0 0 0</inkml:trace>
  <inkml:trace contextRef="#ctx0" brushRef="#br0" timeOffset="57427.9">30496 2887 0,'0'-40'16,"-40"40"-16,0 0 15,40-40 1,0 80 15,0 0-15,-40-40-16,40 40 0,0 0 0,0 0 0,0 0 15,0 1-15,0-1 0,0 0 0,0 0 16,0 0-16,0 0 16,0 0-16</inkml:trace>
  <inkml:trace contextRef="#ctx0" brushRef="#br0" timeOffset="57637.89">30496 3288 0,'0'0'0,"-40"0"16,40 40 31,-40-40-47,40 40 0,-80 0 0,80 0 15,-41-40 1,41 41-16,-40-41 0</inkml:trace>
  <inkml:trace contextRef="#ctx0" brushRef="#br0" timeOffset="58257.85">31178 2927 0,'-40'-40'32,"80"80"-32,-80-120 15,80 80 1,40 0 15,-39 0-31,39 0 16,-80 120 15,-40 41-15,40-121-1,-40 0-15,-1-40 16,41 40-16,81-40 16,-41 0-16,0 0 15,161-40 1,-81-40-1,-80 80 17,-40 40-1,-40-40-15,40 40-1,-40 0 1,0-40-16</inkml:trace>
  <inkml:trace contextRef="#ctx0" brushRef="#br0" timeOffset="59607.77">24597 4331 0,'-40'0'0,"40"-40"109,-40 40-93,0 0-1,80 0 48,0 0-48,-40-40-15,40 40 16,1 0 0,-41-41-16,40 41 15,-40 41 1,0-1-1,0 0-15,0 0 16,-40 0-16,40 0 16,0 0-16,0 0 0,-41 0 0,1 1 15,0-1 1,40 0-16,-40-40 0,0 40 0,0-40 16,80 0 30,-40-40-46,40 40 16,0 0-16,0 0 16,0 0-1,-40 40-15,41-40 0,-1 0 16,0 0 0,-40 40-16,40-40 0,0 0 15,-40 40-15</inkml:trace>
  <inkml:trace contextRef="#ctx0" brushRef="#br0" timeOffset="59797.75">25119 4772 0,'-40'0'62,"40"40"-62,0 0 0,-40-40 16,40 40-16,-40 0 0,0 0 0,-1 1 15,41-1 1,-40-40-16,40 40 16</inkml:trace>
  <inkml:trace contextRef="#ctx0" brushRef="#br0" timeOffset="60227.67">25480 4371 0,'0'0'0,"-80"0"31,40 40-15,40 0-16,0 40 15,0-40-15,40-40 0,-40 41 16,40-41-16,0 40 31,0-40-31,1 0 0,-41-40 16,40-41 0,0 41-1,-40-40 1,-40 0-1,-41 80 17,41 0-17,80 40 17</inkml:trace>
  <inkml:trace contextRef="#ctx0" brushRef="#br0" timeOffset="60827.63">27446 4451 0,'0'-40'31,"41"40"-15,-41-40-16,40 40 16,0 0-16,0 0 0,0 0 15,-40 40 1,40-40-16,-40 40 0,40-40 0,-40 40 15,0 0-15,0 0 0,0 1 16,0-1-16,-40 0 16,40 0-16,-80-40 0,80 40 0,-40-40 15,0 40-15,0-40 16,-1 40-16,122-40 47,-41 0-47,-40-40 0,40 40 15,0 0 1,-40-40-16,40 40 0,0 0 16,0 0-16,1 0 15,-1 40-15,0-40 0,0 0 0</inkml:trace>
  <inkml:trace contextRef="#ctx0" brushRef="#br0" timeOffset="61027.68">28169 4812 0,'-40'0'16,"40"40"15,-41 0-15,41 0-1,-40 0-15,40 1 0,-40-1 16,0-40-16,40 40 0</inkml:trace>
  <inkml:trace contextRef="#ctx0" brushRef="#br0" timeOffset="61347.6">28851 4491 0,'-40'-40'31,"80"80"-31,-120-80 0,80 0 0,40 40 31,-40 40-15,0 0 15,0 0-31,0 0 16,0 1-16,-40-1 15,40 0-15,0 0 0,-41-40 0,41 40 0,0 0 16,0 0 0,-40-40-16,40 40 0,0 0 0</inkml:trace>
  <inkml:trace contextRef="#ctx0" brushRef="#br0" timeOffset="62357.61">30215 4451 0,'-40'0'0,"40"-40"0,0 0 31,40 40-31,40 0 15,-39 0-15,-41-40 0,40 40 0,0 0 16,0 0 0,-40 40-16,40-40 0,-40 40 0,0 0 15,0 0 1,0 0-16,0 0 0,-40 1 0,40-1 16,-80 0-16,40-40 15,40 40-15,0 0 0,-41-40 16,41 40-16,41-40 62,-1 0-62,0 0 16,0 0-16,0 0 16,0-40-16,0 40 15</inkml:trace>
  <inkml:trace contextRef="#ctx0" brushRef="#br0" timeOffset="62577.6">30937 4772 0,'-40'0'31,"40"40"-15,-40-40-16,40 40 15,0 0-15,-40-40 0,40 40 16,-40 0-16,40 1 0,-40-41 16,40 40-1,-40 0-15</inkml:trace>
  <inkml:trace contextRef="#ctx0" brushRef="#br0" timeOffset="63137.56">31579 4371 0,'-40'-40'15,"0"40"1,40-40-16,40 40 78,0 0-62,1 0-16,-1 0 15,0 0 17,-40 40-32,0 0 15,0 0-15,0 0 16,-40 0 0,40 0-16,-40-40 15,40 40-15,-41-40 0,41 41 0,-40-41 0,40 40 16,-40-40-16,40 40 15,40-40 32,0 0-47,1 0 16,-1 0-16,0 0 16,0 0-16,-40-40 0,40 40 0,0-40 0,0 40 15,0-41-15,1 41 16,-1-40-16,0 0 15</inkml:trace>
  <inkml:trace contextRef="#ctx0" brushRef="#br0" timeOffset="65247.36">32221 1042 0,'41'0'31,"-1"0"-15,0 0-1,0 0-15,0 0 16,0 0-16,0 0 16,0 0-16,1 0 15,-1 0-15,0 0 0,0 0 16,0 40-16,0-40 15,0 0 1,-40 40 15,0 0-15,0 1 0,41-1-16,-41 0 0,0 0 15,0 0 1,0 0-16,0 0 0,0 0 15,0 0-15,0 1 0,0-1 0,0 0 16,-41 0-16,41 0 16,-40 0-16,40 0 0,0 0 0,-40 0 15,40 0-15,0 1 16,0-1-16,0 0 0,-40 0 0,40 0 0,0 0 16,0 0-16,0 0 15,-40 0-15,40 1 0,-40-1 0,0 0 16,40 0-16,0 0 0,-41-40 0,41 40 15,0 0-15,0 0 16,-40-40-16,40 40 0,0 0 0,-40 1 16,40-1-16,0 0 15,0 0-15,-40-40 0,40 40 0,0 0 16,-40-40-16,40 40 16,0 0-16,0 0 0,-40 1 0,40-1 15,0 0 1,0 0-16,0 0 0,0 0 15,0 0-15,-40-40 0,40 40 0,-40 0 16,40 0-16,0 1 16,0-1-1,0 0 1,0 0-16,-41 0 16,41 0-1,0 0-15,0 0 16,-40-40-16,40 40 0,0 1 15,-40-41 1,40 40-16,0 0 0,0 0 31,0 0 16,0 0-31,0 0-1,0 0 17,-40 0-32,40 0 15,0 1 1,-40-41 15,40 40-31,0 0 16,0 0-1,0 0 32,0 0-31,0 0 15,0 0-15,0 0-1,0 1 1,0-1 0,40-40 15,-40 40 16,0 0-32,0 0 1,0 0 0,0 0 31,0 0-32,0 0 1,0 0 15,0 41 32,0-41-17,0 0 1,-40-40-15,40 40-32,0 0 15,-40-40 63,0 0-62,0 0 0,-1 0-16,1 0 15,0 0-15,0 0 0,-40 0 0,40 0 0,0 0 16,-41 0-16</inkml:trace>
  <inkml:trace contextRef="#ctx0" brushRef="#br0" timeOffset="67477.25">3531 6898 0,'-40'0'31,"0"0"-15,0 0-1,0 0-15,-1 0 16,1 40 0,0-40-16,40 40 0,-40-40 15,0 40-15,0 0 0,0-40 0,40 40 16,-40 0-16,-1-40 0,41 40 15,-40 0-15,40 0 0,-40 1 0,40-1 0,0 0 16,0 0-16,0 0 16,0 0-16,0 0 0,0 0 0,40 0 15,-40 1-15,40-41 16,-40 40-16,41-40 0,-1 0 0,0 0 16,0 0-1,0 0-15,0 0 0,-40-40 16,40 40-16,-40-81 0,40 81 15,-40-40-15,0 0 0,41 0 16,-41 0-16,0 0 0,0 0 0,0 0 16,0-1-16,0 1 15,0 0-15,0 0 0,0 0 0,0 0 16,0 0-16,-41 0 16,1 0-16,40 0 0,0-1 0,0 1 15,-40 40-15,40-40 0,-40 40 0,40-40 0,-40 40 16,40-40-1,-40 40-15,40-40 0,-40 40 32,80 0-1,-40 40-15,40-40-16</inkml:trace>
  <inkml:trace contextRef="#ctx0" brushRef="#br0" timeOffset="67897.28">4374 6456 0,'0'0'16,"-40"0"-16,0 0 16,-1 0-1,41 40 1,-40 1 0,0 39-1,0-40-15,-80 120 16,120-79-16,-40 119 31,40-120-31,0-40 0,0 81 16,-41 79-1,41-79 17,-40-81-17,0-40 1,0-40-1</inkml:trace>
  <inkml:trace contextRef="#ctx0" brushRef="#br0" timeOffset="68227.19">3892 7339 0,'-80'-40'16,"80"-1"-16,0 1 0,-40 40 15,80 0 32,40 0-47,-40 0 0,1-40 16,-1 40-16,0 0 16,0 0-16,0 0 0,40-40 0,-40 40 0,1 0 15,-1 0-15,0-40 0,40 40 0,-40-40 0,0 40 16,0 0-16,1 0 15,-1 0-15,0-40 0,0 40 16,-80 0 31,40 40-47,-40-40 16,40 40-1</inkml:trace>
  <inkml:trace contextRef="#ctx0" brushRef="#br0" timeOffset="68767.17">2849 8502 0,'-40'0'16,"80"0"-16,-120 0 0,40 0 15,80 0 17,0 0-17,0 0 1,0 0 0,0 0-16,0 0 15,0 0-15,1 0 0,-1-40 0,40 40 0,-40 0 16,40 0-16,1-40 0,-41 40 15,40 0-15,0 0 0,-40-41 0,41 41 0,-41 0 16,0 0-16,40 0 16,-40 0-16,0 0 0,1 0 0,-1 0 15,0 0-15,-80 0 63,0 41-63,-1-41 0,1 0 15,40 40-15</inkml:trace>
  <inkml:trace contextRef="#ctx0" brushRef="#br0" timeOffset="69397.19">3250 9344 0,'0'0'0,"-80"0"31,-40-40-15,79 40-16,1 0 15,0 40-15,0 40 16,-40 40 15,40 41-15,0-1 0,40-39-1,160-41 16,-80-80-15,41-80 0,-41-41 15,-80 41-31,0-40 31,-40 40-31,-40-121 16,-41 81 15,41 40-15,80 39-1,0 1 17,40 40-32,0 0 15,40 0 1,1 0-1</inkml:trace>
  <inkml:trace contextRef="#ctx0" brushRef="#br0" timeOffset="70017.08">3411 9103 0,'0'-40'16,"40"40"-1,0 0 1,121 0 15,-121 40-31,0 41 16,-40-41-16,40 40 16,-40 80-1,-80-80 1,80-39-1,-81 39 1,41-40 0,40-80 15,40 40-15,41-121-1,39 1 1,0 40 15,1 0-31,-1 0 31,-80 39-31,-40 1 32,-40 40-1,40 40-31,-40-40 15,0 0-15,0 81 0,0-41 16,0 0-16,40 0 0,-41-40 16,41 40-16,-40 0 0,40 0 0,-40 0 0,40 0 15,0 1 1,0-1-16,0 0 0,0 0 0,0 0 16,40-40-16,-40 40 15,0 0-15,40-40 0,1 0 16,-1 0-16,0 0 0,0 0 15,-40-40-15</inkml:trace>
  <inkml:trace contextRef="#ctx0" brushRef="#br0" timeOffset="70377.13">5016 8301 0,'0'40'0,"40"-80"47,40 40-32,-40-40-15,0 40 0,1 0 0,-1 0 0,0-40 16,0 40-16,0 0 0,0 0 16,0 0-16,0 0 0,1-40 0,-1 40 0,0 0 15,0 0-15</inkml:trace>
  <inkml:trace contextRef="#ctx0" brushRef="#br0" timeOffset="70597.12">5216 8662 0,'-80'40'31,"160"-80"-31,-200 80 0,160-40 16,40 0-1,81-40 1,-1 0 15,41-40-15,-161 40-16</inkml:trace>
  <inkml:trace contextRef="#ctx0" brushRef="#br0" timeOffset="70937.1">6982 7619 0,'-40'-40'15,"80"80"-15,-80-120 0,-40 80 16,39 0-1,41 40 1,-40-40 0,0 161-1,0 79 17,40 81-17,-80-40 1,40-121-1,0-79 17,40-41-32</inkml:trace>
  <inkml:trace contextRef="#ctx0" brushRef="#br0" timeOffset="71157.09">6380 8622 0,'0'0'0,"0"-40"0,-40 0 31,40 0-31,120 0 16,1 0 0,39 40-1,-80 0 16,41-41-31</inkml:trace>
  <inkml:trace contextRef="#ctx0" brushRef="#br0" timeOffset="71597.06">7785 7700 0,'0'0'15,"-41"0"17,-39-40-17,-40 160 1,40 40 15,39-120-31,1 161 16,40-161-16,0 120 15,40 1 1,41-81 15,-1-40-15,40-40 0</inkml:trace>
  <inkml:trace contextRef="#ctx0" brushRef="#br0" timeOffset="72196.95">8065 8101 0,'0'-40'0,"0"80"0,-40-121 16,40 41-16,40 40 15,41 0 1,-41 0-16,40 0 0,-40 40 16,0 1-1,-40-1-15,40-40 0,-40 40 16,0 0-16,0 0 0,0 0 16,-80 0-16,80 0 0,-40-40 0,40 40 15,-40 1-15,0-1 0,0 0 16,0 0-1,40-120 1,80 40 0,-40-1-1,-40 1 1,40 0-16,0 0 0,0 0 16,0 40-16,1-40 15,-1 0-15,0 0 0,-40 0 16,40 40-16,-40-41 0,0 1 31,-40 40 0,40 40 1,-40-40-32,40 41 0,-40-41 0,40 40 0,0 0 15,-41 0-15,41 0 0,0 0 16,0 0-16,0 0 15,0 0-15,0 1 0,41-1 32,-1-40-32,0 0 31</inkml:trace>
  <inkml:trace contextRef="#ctx0" brushRef="#br0" timeOffset="72437">8707 8341 0,'41'0'31,"-41"-40"-15,40 40-16,0-40 16,0 40-16,0 0 0,0 0 15,0 0-15,0 0 16,1 0-1,-1 0 1</inkml:trace>
  <inkml:trace contextRef="#ctx0" brushRef="#br0" timeOffset="72766.92">8988 8061 0,'-40'0'16,"40"-41"-1,0 122 32,-40-81-31,40 40-16,0 0 0,-40-40 15,40 40-15,0 0 16,-40 0-16,40 0 0,0 0 0,-40 1 16,40-1-16,0 0 15,0 0-15,0 0 0,0 0 16,0 0-16,40 0 15</inkml:trace>
  <inkml:trace contextRef="#ctx0" brushRef="#br0" timeOffset="73116.97">9390 8101 0,'-41'0'31,"82"0"-31,-122-40 16,81 120-16,0-40 31,0 0-31,0 80 31,0 1-15,-40-1 0,40 0-1</inkml:trace>
  <inkml:trace contextRef="#ctx0" brushRef="#br0" timeOffset="73356.95">9510 8622 0,'-40'0'0,"80"0"0,-120 0 31,80 40-31,0 40 16,-40 41-1,-41-41 17,41-80-32,40 40 0</inkml:trace>
  <inkml:trace contextRef="#ctx0" brushRef="#br0" timeOffset="74036.92">10032 8261 0,'-41'0'16,"82"0"-16,-162 0 16,121 40-1,0 0-15,80 81 31,1-81-15,-41 0 0,0-80 15,40-81-15,-80 1-1,0 80 1,0 80 15,0 0-15,0 81-1,0 39 17,-80 40-17,0-39 1,-1-1-1,1-79 17,40-81-17,0-41 1,40-39 15,0 40-15,40 0-1,40 0 1</inkml:trace>
  <inkml:trace contextRef="#ctx0" brushRef="#br0" timeOffset="74346.83">10633 8341 0,'0'-40'31,"0"80"-31,41-80 16,-41 80-1,40-40-15,0 121 16,-80 39 15,-41 41-15,1-81-1,40-40 17</inkml:trace>
  <inkml:trace contextRef="#ctx0" brushRef="#br0" timeOffset="74606.84">11235 8742 0,'0'0'16,"-40"-40"-16,40 0 15,0 0 1,40 40-16,41 0 0,-41 0 16,0 0-16,0 0 0,0 0 15,0 0-15,0 0 0,1 0 16,-1 0 0,0 0-16,0-40 15</inkml:trace>
  <inkml:trace contextRef="#ctx0" brushRef="#br0" timeOffset="75126.83">12439 7980 0,'0'0'0,"-40"-40"15,0 40 17,40 40-17,-40 0-15,40 1 16,-40-1-16,40 0 0,0 40 0,0-40 0,-40 0 15,40 40-15,0-39 16,-41-1-16,41 40 0,0-40 0,0 0 0,-40 0 16,40 0-16,0 0 0,0 0 15,0 1-15,0-1 0,0 0 0,0 0 0,0 0 16,-40 0 0,40 0-16,-40-40 0,40 40 0,-40-40 15,40 40-15,-40-40 0</inkml:trace>
  <inkml:trace contextRef="#ctx0" brushRef="#br0" timeOffset="75336.84">11998 8863 0,'0'-40'31,"0"80"-31,0-121 0,80 41 16,-40 40-16,121-40 31,-41 0-15,-40 0-1,-40 0-15</inkml:trace>
  <inkml:trace contextRef="#ctx0" brushRef="#br0" timeOffset="75576.83">13242 8141 0,'-81'0'15,"162"0"-15,-202 0 0,41 0 16,40 0-16,0 0 0,0 40 31,0 80-15,40-40-16,0 81 31,40-121-31,0 40 31,40-80-31</inkml:trace>
  <inkml:trace contextRef="#ctx0" brushRef="#br0" timeOffset="76036.73">13202 8301 0,'0'0'16,"0"-40"0,40 0-16,0 40 31,80 0-15,-80 80-1,-80 41 1,-40-41 15,40-40-15,80-40-1,0-80 1,40 40 0,41-81-1,-41 1 16,-80 80-31,40 40 32,-40 40-17,0 0 1,-40 40 0,0-40-1,40 81 1,0-41-1,0 0 1</inkml:trace>
  <inkml:trace contextRef="#ctx0" brushRef="#br0" timeOffset="76256.75">14004 8702 0,'-40'0'0,"0"0"16,40 40 31,-40-40-32,40 40 1,-40 1-16,40-1 0,-41 0 0,41 0 0,-40-40 16,40 40-16,-40 0 0,40 0 0,0 0 15,-40-40 1</inkml:trace>
  <inkml:trace contextRef="#ctx0" brushRef="#br0" timeOffset="76906.75">14606 8181 0,'-80'0'16,"160"0"-16,-200 0 16,120 40-1,0 0 1,80 0 0,-80 40-1,40-80 1,0-40 15,40-80-15,-39 80-1,-41 80 17,0 0-17,0 40 1,-41 41-1,1-81 1,-40 120 0,40 1 15,-40-41-15,39-80-16,1-40 31,0-40-16,40-80 1,0-1 15,80 41-15,1 40 0,-41 40-1,0 0 16</inkml:trace>
  <inkml:trace contextRef="#ctx0" brushRef="#br0" timeOffset="77156.73">15409 8261 0,'0'0'0,"40"40"31,-40 40-31,0-39 16,40-1 0,-40 0-16,0 0 0,0 0 0,0 0 0,0 0 15,0 0-15,-80 0 0,80 0 0,-41 1 0,1 39 16,0-40-16,0 0 0,0 0 15,0 0-15,-40 0 0,39 41 0,1-41 0,-40 0 16,40-40-16</inkml:trace>
  <inkml:trace contextRef="#ctx0" brushRef="#br0" timeOffset="78026.63">16452 8141 0,'-40'0'15,"40"40"-15,0-80 47,40 40-15,-80 0-1,40 40-31,0 0 15</inkml:trace>
  <inkml:trace contextRef="#ctx0" brushRef="#br0" timeOffset="78226.67">16492 9184 0,'-80'80'31,"160"-160"-31,-200 200 0,79-40 16,1-40-16,-40 80 16,-40 1-1,-41 79 1,161-160-16</inkml:trace>
  <inkml:trace contextRef="#ctx0" brushRef="#br0" timeOffset="79896.57">15649 2326 0,'-40'0'15,"40"40"95,-40-40-110,40 40 15</inkml:trace>
  <inkml:trace contextRef="#ctx0" brushRef="#br0" timeOffset="82216.43">15047 2205 0,'0'40'16,"-40"-40"0,40 40-1,40-40 79,1 0-94,-1 0 16,0 0-1,0 0-15,0 0 0,0 0 16,0 0-16,0 0 16,1-40-16,-1 40 15,-40-40-15,40 40 0,0 0 0,0 0 31,0 0-15,-80 0 31,0 0-31,0 0-16,0 0 15,0 0-15,-1 0 16,1 0-16,0 0 31,0 0-15,0 0-1,80 0 32,0 0-47,0 0 16,0 0-1,1 0-15,-1 0 16,-80 0 31</inkml:trace>
  <inkml:trace contextRef="#ctx0" brushRef="#br0" timeOffset="83826.28">24758 2125 0,'0'0'0,"0"40"0,40-40 109,0 0-78,0 0-31,0 0 16,1 0-16,-41-40 16,40 40-16,0 0 0,0 0 15,0 0-15,0 0 0,0 0 16,0 0-1,1 0-15,-1 0 0,0 0 16,0 0-16,0 0 16,0 0-16,0 0 0,1 0 15,-1 0-15,0 0 16,0 0-16,0 0 16,0 0-16,0 0 0,0 0 15,1 0 1,-1 0-1,0 0 17,0 0 61,0 0-46,-120 0 78</inkml:trace>
  <inkml:trace contextRef="#ctx0" brushRef="#br0" timeOffset="86016.14">20464 7780 0,'0'-40'47,"41"0"-32,-1 40 1,-40 80 31,0-40-32,0 0-15,0 0 16,0 0-16,-40 0 0,40 0 0,-41 1 16,41-1-16,-40-40 15,40 40 1,0-120 15,40 80-31,1 0 0,-41-81 0,40 81 16,0-40-16,0 0 15,0 0-15,0 0 0,0 40 16,0-40-16,1 0 16,-41 0-16,40 40 0,-40-40 15,0 80 16,-81-40-15,81 40 0,-40-40-16,40 40 0,-40-40 0,0 40 15,40 0 1,0 0 0,0 0-16,40-40 0,-40 40 15,40-40-15,0 40 0,1-40 16,-1 0-16,0 0 0,40 0 0,-40 0 15</inkml:trace>
  <inkml:trace contextRef="#ctx0" brushRef="#br0" timeOffset="86236.12">21307 7780 0,'0'0'15,"0"-40"-15,0 0 32,40 40-32,0-40 0,0 40 0,1 0 15,-1 0-15,0 0 0,0 0 16,0 0-16,0 0 0,0 0 16,0 0-16</inkml:trace>
  <inkml:trace contextRef="#ctx0" brushRef="#br0" timeOffset="86466.12">21427 7980 0,'0'0'0,"-40"0"16,80-40-1,1 40 16,-1 0-31,80 0 16,-80-40-16,0 40 0,41 0 16,-41 0-16,120-40 31,-120 40-31,1 0 0,-1-40 0</inkml:trace>
  <inkml:trace contextRef="#ctx0" brushRef="#br0" timeOffset="86836.16">22431 7459 0,'-40'0'16,"80"0"-16,-161 0 15,81 0-15,0 0 16,0 40 0,-40 40-1,80-40-15,-40 41 16,40-41-16,40 0 15,-40 0-15,40-40 16,0 0-16,40 0 16,0-40 15,1-40-15,-81 40-16,0-1 0,0 1 15,0 0-15,-40 0 16,-41 0 15,41 40-15,40 40-1,40-40 1,-40 40-16</inkml:trace>
  <inkml:trace contextRef="#ctx0" brushRef="#br0" timeOffset="87656.04">23715 7499 0,'-40'-40'15,"80"80"-15,-80-120 0,-1 80 16,1 0 0,40 40-16,0 40 15,0-40 1,0 0-16,40 1 0,-40-1 0,81 0 15,-41-40 1,0 0-16,0 40 0,0-40 16,0 0-1,0 0-15,-40-40 0,41 0 0,-41 0 16,0-1-16,0 1 0,0 0 16,0 0-16,0 0 15,0 0-15,0 80 31,0 0-15,0 0-16,-41 0 16,41 0-16,0 1 0,0-1 0,0 0 15,0 0-15,0 0 16,0 0-16,0 0 0,0 0 0,0 0 16,-40 0-16,40 1 0,0-1 0,-40 0 15,40 0-15,0 0 0,0 0 16,-40 0-16,0-40 0,0 40 0,0-40 15,0 40-15,-1-40 16,1 0-16,0 0 16,0-40-1,40 0-15,0 0 16,0 0-16,0 0 0,40 40 16,-40-40-16,40 40 15,-40-40-15,40 40 0,1-40 16,-1 40-16,0 0 0,0 0 15,0-41-15,0 41 0,0 0 0,0 0 0,1-40 16,-1 40-16</inkml:trace>
  <inkml:trace contextRef="#ctx0" brushRef="#br0" timeOffset="87896.1">24437 7740 0,'-40'-40'31,"80"80"-31,-80-120 31,80 80-31,0 0 0,0-41 16,0 41-16,0 0 0,1 0 16,-1 0-16,0 0 15,0 0-15,0 0 0,0 0 0,0 0 16,0 0-1,1 0-15</inkml:trace>
  <inkml:trace contextRef="#ctx0" brushRef="#br0" timeOffset="88126.09">24597 8061 0,'-40'0'31,"80"0"-31,-40 0 16,41 0-1,-1 0-15,40-41 16,-40 41-16,80-40 16,-79 0-1,-1 40-15,0-40 0</inkml:trace>
  <inkml:trace contextRef="#ctx0" brushRef="#br0" timeOffset="88476.03">25721 7499 0,'0'0'0,"-40"0"15,0 0 1,-40 0-1,39 0-15,41 40 16,-40 40 0,0 1-1,40-41 1,0 0-16,40-40 16,0 0-16,1 0 15,-1 0-15,40-40 16,0-81-1,-80 1 17,-80 40-17,40 80 1,0 0-16,-121 0 16,121 0-16,0 40 0,0-40 0</inkml:trace>
  <inkml:trace contextRef="#ctx0" brushRef="#br0" timeOffset="91545.82">19782 8983 0,'0'0'0,"-40"0"0,40-40 0,0 0 16,-40 40 15,0 0-31,0 0 15,0 0 1,40 40-16,-40-40 0,40 40 16,-41-40-16,41 80 15,-40-40-15,40 0 0,-40 1 0,40-1 16,0 0-16,0 0 0,0 0 16,40-40-16,-40 40 15,40-40-15,41 0 0,-41 0 0,0 0 16,0 0-1,0 0-15,-40-40 0,40 40 0,-40-40 0,40 0 16,-40 0-16,0 0 16,0-1-16,0 1 0,0 0 0,0-40 15,0 40-15,-40 0 16,40 0-16,-40 0 0,40-1 0,0 1 16,-40 40-16,40-40 0,-40 40 0,0 0 0,40-40 15,-40 40-15,0 0 16,-1 0-16,1-40 0,40 80 31,40-40-15,-40 40-16</inkml:trace>
  <inkml:trace contextRef="#ctx0" brushRef="#br0" timeOffset="91845.87">20424 8742 0,'-40'0'15,"80"0"-15,-160-40 16,80 40-16,0 0 16,40 40-16,-40 121 31,40-121-31,0 0 0,0 0 0,-41 281 31,41-201-31,0-80 0,0 161 31,0-161-31,0 0 0,-40 0 16</inkml:trace>
  <inkml:trace contextRef="#ctx0" brushRef="#br0" timeOffset="92065.78">20023 9464 0,'0'0'0,"-40"0"15,40-40 1,40 0 0,161 0 15,-41-40-16,-120 80 1,0 0-16,1 0 16,-1 0-16,-40-40 0</inkml:trace>
  <inkml:trace contextRef="#ctx0" brushRef="#br0" timeOffset="92345.8">19542 10106 0,'-41'0'0,"82"0"0,-122 0 16,81 40-16,-40-40 0,80 0 31,0 0-31,81-40 31,79 0-15,41 40-1,-161 0 1,-39 0-16,-1 0 0,0 0 0</inkml:trace>
  <inkml:trace contextRef="#ctx0" brushRef="#br0" timeOffset="92795.81">19822 10507 0,'-40'40'16,"80"-80"-16,-120 120 0,0 0 15,40-80-15,0 41 0,0-1 16,-1-40-16,41 80 31,0-40-31,0 0 0,41-40 16,-41 40-16,40 40 15,0-40-15,-40 1 0,40-41 16,0 0-16,0 0 16,40-41-1,-39-39 16,-41 40-31,0 0 0,-41-80 32,41 80-32,-40 40 0,40-40 0,-120-1 31,40 1-15,40-40-1,40 40 1,120 40 15,-80-40-31</inkml:trace>
  <inkml:trace contextRef="#ctx0" brushRef="#br0" timeOffset="93195.71">19903 10427 0,'40'0'16,"-80"0"-16,120 0 16,-40 0-1,0 40-15,0-40 31,-40 40-31,40 80 16,-40-80-16,0 1 0,0-1 16,0 0-16,-40 0 15,40 0-15,-80 0 16,80 0 0,0-120-1,40 80-15,40-40 16,-80 0-16,121-81 15,-41 81 1,-80 0-16,80 0 16,-40 40-16,-80 0 31,40 40-31,-40-40 0,40 40 0,-40-40 16,40 40-16,-40 1 15,40-1-15,0 0 0,0 0 0,0 0 16,0 0-16,0 0 15,0 0-15,40 0 0,0-40 16,0 0 0,0 0-16,1-40 0,-1 40 15,0-40-15</inkml:trace>
  <inkml:trace contextRef="#ctx0" brushRef="#br0" timeOffset="93445.77">21267 9905 0,'0'0'0,"-40"0"16,0 0-16,40-40 16,80 40-1,0 0-15,0-40 16,-39 0-16,119 40 15,-120 0 1,0 0 0,0 0-16,-40 40 0</inkml:trace>
  <inkml:trace contextRef="#ctx0" brushRef="#br0" timeOffset="93625.76">21468 10186 0,'-41'0'16,"82"0"-16,-1-40 15,-40 0-15,40 40 0,0 0 16,0-40-16,0 40 0,0 0 16,0 0-16,1 0 15,-1 0-15</inkml:trace>
  <inkml:trace contextRef="#ctx0" brushRef="#br0" timeOffset="94025.74">22671 9103 0,'0'0'16,"-40"0"-16,0 0 31,-80 81-15,40 39-1,80 80 17,0-119-32,0-1 0,0 80 31,0-120-31,0 0 0,0 121 16,0-121-16,0 0 0,0 0 0,-41 80 31,41-79-31,-40-41 15</inkml:trace>
  <inkml:trace contextRef="#ctx0" brushRef="#br0" timeOffset="94225.72">22270 10106 0,'0'-40'16,"0"0"-1,80 40-15,-80-40 0,41 40 0,-1-40 16,0 40 0,0 0-16,0 0 0,0 0 0,-40-41 0,40 41 15,0 0-15,1 0 16,-41-40-16,40 40 0,-40-40 16,40 40-16,-40-40 0</inkml:trace>
  <inkml:trace contextRef="#ctx0" brushRef="#br0" timeOffset="94575.63">23153 9103 0,'-40'0'16,"0"0"0,40 40-16,-40 1 15,-1-41 1,41 40-16,-40 0 0,0 0 16,40 0-16,-40 0 0,40 0 0,0 40 0,0-40 15,0 1-15,0-1 0,0 0 16,0 0-16,0 0 0,0 0 0,0 0 0,40-40 15,-40 40-15,40-40 16,-40 40-16,40-40 0,1 41 0,-1-41 16,0 0-1,0 0-15,-40-41 0</inkml:trace>
  <inkml:trace contextRef="#ctx0" brushRef="#br0" timeOffset="94855.62">23394 9464 0,'-40'0'0,"-1"0"0,41-40 0,0 80 62,0 0-46,0 0-16,0 1 0,0-1 16,0 0-1,0 0-15,0 0 0,0 0 16,0 0-16,0 0 0,0 0 16,0 1-16</inkml:trace>
  <inkml:trace contextRef="#ctx0" brushRef="#br0" timeOffset="95105.67">23835 9986 0,'0'0'0,"-40"40"15,0-40-15,0 0 16,40 40-1,40-40 1,-40 40-16,0 0 0,0 0 16,0 0-16,0 0 15,-40-40-15,40 40 0,0 1 0,-40-41 0,-1 40 16,41 0 0,-40-40-16</inkml:trace>
  <inkml:trace contextRef="#ctx0" brushRef="#br0" timeOffset="95615.59">24196 9504 0,'-40'0'16,"0"0"-16,40 40 15,-40 1 1,40 39-1,-40-40 1,40 0-16,0 40 16,0-40-16,80-40 0,-80 40 31,40-40-31,40 0 16,-80-40-16,40 40 0,-40-40 0,81-40 31,-81-40-16,0 39 1,-40 1 15,-41 80-15,41 40 0,0 41-1</inkml:trace>
  <inkml:trace contextRef="#ctx0" brushRef="#br0" timeOffset="95905.56">24557 9384 0,'0'-40'31,"40"40"-31,1 40 16,-1 80-1,-40 41 1,0-81 0,-40-40-16,40 40 15,-41-40-15,-39 81 16,0-41-1,80-40-15</inkml:trace>
  <inkml:trace contextRef="#ctx0" brushRef="#br0" timeOffset="96205.61">25119 9905 0,'0'0'0,"0"-40"31,161 0-15,-121 40-16,120-40 15,-120 40-15,1 0 0,-1 0 32,0 0-32</inkml:trace>
  <inkml:trace contextRef="#ctx0" brushRef="#br0" timeOffset="96595.51">26443 9143 0,'0'0'0,"0"-40"0,-40 40 31,40 40-15,0 1-16,-40-1 0,40 0 15,0 0-15,0 0 0,0 0 16,-40 0-16,40 0 0,0 0 0,-40 0 0,40 41 15,-40-41-15,40 0 16,0 0-16,-40 0 0,40 0 0,0 0 0,0 0 16,0 1-16,0-1 0,-41 0 15,41 0-15,0 0 0,0 0 0,-40 0 16,40 0-16,-40-40 0,40 40 16</inkml:trace>
  <inkml:trace contextRef="#ctx0" brushRef="#br0" timeOffset="96815.5">25962 10106 0,'0'0'16,"40"-80"0,0 80-16,80-80 31,-79 80-31,-1 0 0,80-81 15,-80 81-15,0-40 16,0 40-16,41-80 16</inkml:trace>
  <inkml:trace contextRef="#ctx0" brushRef="#br0" timeOffset="97115.48">27206 9304 0,'0'0'15,"-40"-40"1,40 0 0,-41 40-1,1 120 1,40-80-16,-40 120 31,40-119-31,-40-1 0,40 40 16,0-40-16,0 40 15,0-40-15,80 81 16,-40-41 0,41-80-1</inkml:trace>
  <inkml:trace contextRef="#ctx0" brushRef="#br0" timeOffset="97435.46">27767 9585 0,'0'-41'16,"0"82"31,41-41-47,-1 40 0,-40 0 15,40 0-15,-40 0 16,0 0-16,0 0 16,-40-40-16,0 40 15,-1-40-15,1 40 16,0-40-16,40-80 16,-40 80-16,40-40 0,0 0 15,0 0-15,0 0 0,0 0 16,40 40-1,-40-40-15,40 40 0,0 0 16,-40-41-16,41 41 16,-1 0-16</inkml:trace>
  <inkml:trace contextRef="#ctx0" brushRef="#br0" timeOffset="97635.45">28249 9785 0,'0'0'16,"-40"0"-16,0 40 16,40 0-16,-40 0 15,40 1-15,0-1 16,0 0-16,-41 0 0,41 0 0,-40-40 16,40 40-16,0 0 15,-40-40-15,40 40 0,-40-40 0</inkml:trace>
  <inkml:trace contextRef="#ctx0" brushRef="#br0" timeOffset="98015.43">28690 9424 0,'40'0'31,"-40"40"-31,41-40 0,-41 40 16,0 0-16,0 1 15,0-1 1,-41-40-16,41 40 15,-40-40-15,0 0 0,0 0 32,0-40-32,40 0 15,0-1-15,0 1 16,40 40 15,0 0-15,0 0-16</inkml:trace>
  <inkml:trace contextRef="#ctx0" brushRef="#br0" timeOffset="98255.49">29132 9304 0,'0'-40'16,"40"40"15,-40 40-15,40-40-16,0 80 0,-40-40 0,0 80 15,0-39 1,-120 159 0,-81-79 15,161-121-31,-40 0 0,40 0 0</inkml:trace>
  <inkml:trace contextRef="#ctx0" brushRef="#br0" timeOffset="100925.33">22350 10748 0,'0'-40'94,"41"40"94,-1 0-188,0 0 0,0 0 15,0 0 1,0 0-16,0 0 0,41 0 0,-41 0 15,0 0 1,40 0-16,-40 0 0,0 0 0,0 0 0,1 0 16,-1 0-16,0 0 15,0 0-15,0 0 0,0 0 0,0 0 16,0 0-16,1 0 0,-1 0 16,0 0-1,0 0-15,0 0 0,0 0 0,0 0 16,0 0-16,1 0 15,-1 0-15,0 0 0,0 0 16,0 0 0,0 0-16,0 0 15,0 0-15,1 0 32,-41-41-17,40 41-15,0 0 16,0 0-1,0 0 1,0 0 0,0 0-1,0 0 17,-40-40-17,41 40-15,-1 0 31,0 0 1,0 0-17,-40 40 157,-40-40 47,0 41 62,40-1-250,-40-40-31,40 40 0,0 0 94,-41-40 62,1 0-124,0 0-32</inkml:trace>
  <inkml:trace contextRef="#ctx0" brushRef="#br0" timeOffset="102515.2">25280 3328 0,'-41'40'0,"1"-40"16</inkml:trace>
  <inkml:trace contextRef="#ctx0" brushRef="#br0" timeOffset="103595.13">15288 3689 0,'-40'0'31,"80"0"32,0 0-48,0 0-15,1 0 0,-1 0 16,0 0-16,0 0 16,0 0-16,40 0 0,-40 0 0,1 0 15,-1 0-15,0 0 0,0 0 0,0 0 0,0 0 16,0 0-16,-80 0 62,0 0-46,40 40 31</inkml:trace>
  <inkml:trace contextRef="#ctx0" brushRef="#br0" timeOffset="104655.04">21949 12232 0,'-40'0'15,"40"-41"48,40 41-63,0 0 0,-40-40 16,40 40-16,1-40 15,-1 40-15,40 0 0,-40 0 0,0 0 0,0 0 16,41 0-16,-41 0 15,40 0-15,-40 0 0,0 0 0,0 0 0,0 0 16</inkml:trace>
  <inkml:trace contextRef="#ctx0" brushRef="#br0" timeOffset="104885.1">22110 12753 0,'-40'0'16,"80"0"-16,-40-40 31,0 0-31,80 40 0,40-40 16,81-1 0,-41 41-1,-39-40 1</inkml:trace>
  <inkml:trace contextRef="#ctx0" brushRef="#br0" timeOffset="105315">23153 12111 0,'0'-80'15,"0"160"-15,40-280 16,0 200-16,0 0 15,0 0 1,121 80 0,-81 120-1,-120 41 1,-120-40 15,79-81-15,41-80-1,80-80 17,121-40-17,-1 40 1,-39 40 0,-1 0 15,-80 0-16,-40-41 32</inkml:trace>
  <inkml:trace contextRef="#ctx0" brushRef="#br0" timeOffset="106233.31">27406 10587 0,'0'0'0,"-40"0"0,0 0 78,0 0-63,0 0 1,40 40 0,-40-40-16</inkml:trace>
  <inkml:trace contextRef="#ctx0" brushRef="#br0" timeOffset="107754.67">15770 1965 0,'0'0'0,"0"40"0</inkml:trace>
  <inkml:trace contextRef="#ctx0" brushRef="#br0" timeOffset="108674.62">24477 12111 0,'-40'0'47,"40"-40"-16,80 40-31,-40 0 16,0 0-1,1 0-15,-1 0 16,0 0-16,0 0 15,0 0-15,0 0 0,0 0 0,0 0 16,1 0-16,-1 0 16,0 0-16,0 0 0</inkml:trace>
  <inkml:trace contextRef="#ctx0" brushRef="#br0" timeOffset="108994.6">25400 11830 0,'0'0'0,"-40"-40"16,0 40 15,80 0-15,-40 40-1,0 81 17,0 79-17,-40-39 1,0-41 0,40-80-1</inkml:trace>
  <inkml:trace contextRef="#ctx0" brushRef="#br0" timeOffset="109274.58">26002 12272 0,'-40'0'15,"80"0"-15,-80-40 32,80 40-32,120-41 15,1-39 1,-41 40 0,1 40 15,-81 0-31</inkml:trace>
  <inkml:trace contextRef="#ctx0" brushRef="#br0" timeOffset="109524.57">26203 12432 0,'-121'80'15,"81"-80"17,120 0-17,-40-40-15,1 40 0,-1 0 16,0 0-16,0 0 16,0-40-16,0 40 0,0-40 15,0 40 1,1 0-16,-41-40 0,40 40 0,0 0 15,0-40 1</inkml:trace>
  <inkml:trace contextRef="#ctx0" brushRef="#br0" timeOffset="109974.54">27567 11911 0,'-40'-40'16,"80"80"-16,-80-161 15,0 121-15,40-40 16,40 40 0,0 40-1,0 121 1,-120 79 15,-1-79-15,81-81-16,-80 40 31,80-80-15,40-40-1,-40-40 1,40-40-1,1 40 17,-41 80 15,-41 0-47</inkml:trace>
  <inkml:trace contextRef="#ctx0" brushRef="#br0" timeOffset="111484.38">23233 14116 0,'0'0'0,"40"-40"15,-40 0 1,-40 40 0,0 0 15,0 0-31,-121 40 31,1 0-15,40 1-16,79-41 0,-280 120 31,281-80-31,-120 0 16,80 0-1,80 0 1,40 41-1,40-1 17,0 0-17,0 120 1,-80 41 0,0 0 15,0-1-16,0-119 1,0 79 0,41 1-1,-41-121 1,0 80 0,0-79-1,-41-41 1,41 80-1,0 0 17,0 41-17,0-41 1,0 0 0,0 41 15,-40-41-16,40-80 1,0 81 0,0-81-1,0 40 1,0 0 15,0 0-15,0-40-1,0 41 1,40-81 0,-40 40-1,41-40 17,-41-40 30,40 40-62,0-41 16,0 41 15,-40 41-31,40-41 31,-40 40-15,40-40-16,0 0 15,0 0 1,1 0 0,-1 40-16,0-40 0,0 0 15,0 0-15,0 0 16,0 0-16,0 0 16,-40-40-16,41 40 0,-1 0 0,-40-40 0,40 40 15</inkml:trace>
  <inkml:trace contextRef="#ctx0" brushRef="#br0" timeOffset="112534.31">23795 14758 0,'0'0'0,"-40"-40"15,40 0 17,0 0-1,0 0 0,40 40 0,-40 80 32,0-40-63,0 0 16,0 0-16,0 0 15,0 0-15,0 1 0,0-1 0,0 0 16,0 0-1,0 0-15,0 0 0,0 0 16,0-80 15,0 0-15,0 0 0,0 0-16,0 0 0,0 0 0,0-41 15,0 41-15,0 0 16,40 40-16,-40-40 0,0 0 15,0 80 17,0 0-32,0 0 15,0 0-15,0 0 16,0 1-16,0-1 0,0 0 16,0 0-1,-40 0-15,40-80 31,0 0-15,0 0 0,0 0-16,0-1 0,0 1 0,0 0 15,0 0-15,0 0 0,0 80 32,0 0-17,0 0 1,0 0-16,0 1 0,40-1 0,-40 0 15,0 0-15,0 0 16,0 0-16</inkml:trace>
  <inkml:trace contextRef="#ctx0" brushRef="#br0" timeOffset="115214.23">25922 14237 0,'0'-40'47,"0"80"0,-40-40-31,40 40-1,-41 0-15,1 0 0,40 0 16,-40-40-16,0 40 0,0 0 16,40 1-16,-40-41 0,40 40 15,-40-40-15,40 40 16,-40-40-16,80 0 47,0 0-47,0-40 15,0 40 1,0 0-16,0 0 16,0 0-16,1 0 15,-1 0-15,0 0 0,0 0 0,0 0 16,0 0-16,0 0 15,0 0-15,1 0 0,-1 0 16,0 0-16,0 0 16</inkml:trace>
  <inkml:trace contextRef="#ctx0" brushRef="#br0" timeOffset="115504.21">26082 14397 0,'0'-40'16,"-40"40"-16,40-40 15,0 0 1,0 80 15,0 0-31,0 40 16,0 201-1,0-121 1,0-119-16,0 159 16,0-160-16,0 0 31,0 0-31</inkml:trace>
  <inkml:trace contextRef="#ctx0" brushRef="#br0" timeOffset="117814">28289 14598 0,'0'0'0,"-40"0"16,0 0 0,80 0 31,0 0-32,0 0-15,0 0 16,0 0-16,1 0 15,-1 0-15,0 0 16,0 0-16,0 0 16,-40 40-16,40-40 0,0 0 15</inkml:trace>
  <inkml:trace contextRef="#ctx0" brushRef="#br0" timeOffset="118244.05">29052 14317 0,'0'0'16,"0"-40"0,40 40 15,-80 0 0,-1 0-15,41 40-16,-40-40 0,40 40 15,0 0 1,0 0-16,0 0 0,0 1 16,0-1-1,0 0-15,0 0 16,40-40-1,-40 40-15,0 0 0,0 0 16,0 0-16,0 0 16,0 0-1,-40 1-15,40-1 0,-40-40 16,40 40-16,-40-40 16,0 0-16,40-40 15,0 0 1,0-1-16</inkml:trace>
  <inkml:trace contextRef="#ctx0" brushRef="#br0" timeOffset="118554.03">29092 14197 0,'40'0'31,"-80"0"-31,160-40 16,-80-1-16,0 41 15,121 0 1,-121-40-16,0 40 0,0 0 16,-40-40-16,40 40 15,0 0 1,41 0 0,-41 0-1,-80 0 32,0 0-31,-1 0-16,41 40 0</inkml:trace>
  <inkml:trace contextRef="#ctx0" brushRef="#br0" timeOffset="120293.93">22952 15921 0,'-40'0'0,"40"40"109,40-40-62,0 0-31,1 0-1,-1 0 1,0 0 0,0 0-16,0 0 0,0 0 15,0 0 1,0 0 15,-40 40-31</inkml:trace>
  <inkml:trace contextRef="#ctx0" brushRef="#br0" timeOffset="121363.87">23915 15881 0,'0'-40'15,"-40"40"63,0 0-78,0 0 16,0 0 0,0 40-16,0-40 0,40 40 15,-41-40-15,41 40 0,-40-40 16,40 40-16,0 1 15,-40-41-15,40 40 16,0 0-16,0 0 0,0 0 16,0 0-16,0 0 0,0 0 15,40 0-15,-40 0 16,40-40-16,-40 41 0,41-41 31,-1 0-31,0 0 16,0 0-1,-40-41-15,40 41 0,-40-40 0,40 40 16,-40-40 0,40 40-16,-80 0 109,0 0-62</inkml:trace>
  <inkml:trace contextRef="#ctx0" brushRef="#br0" timeOffset="122433.8">23273 15841 0,'-40'0'31,"40"-40"0,0 0-15,0 0 0,-40 40 62,40 40-78,0 0 62,-40 0-46,40 0 0,0 0-1,0 0-15,0 0 0,0 1 16,0-1-16,0 0 15,0 0-15,0 0 0,0 0 16,-40-40-16,40 40 0,0 0 0,0 0 31</inkml:trace>
  <inkml:trace contextRef="#ctx0" brushRef="#br0" timeOffset="123763.65">23875 15721 0,'-40'0'16,"40"40"15,0 0 32,-40-40-48,0 0 1,40 40-16,-40-40 16,40 40-16,-40-40 0,40 40 15,-41-40 1,41 40-16,0 0 16,-40-40-16,40 41 15,0-1-15,-40-40 0,40 40 16,0 0-1,-40-40-15,40 40 0,-40 0 16,40 0-16,0 0 16,0 0-1,40-40-15,-40 40 32,0 1-32,40-41 0,-40 40 15,40-40 1,0 0-16,1 0 47,-1 0-16,0 0 0,0 0-31,0 0 31,0-40-31,0 40 16,-40-41 0,40 41-1,-40-40-15,0 0 47,0 0-31,0 0 15,-40 40-15,0 0-1,0 0 1,0 0-16,0 0 31,40 40-15,-40-40-1,0 0-15,-1 0 16,41 40-16,-40-40 16,40 40-16,-40-40 15,40 40-15,-40-40 16,40 41-16,0-1 16,0 0-16,-40-40 15,40 40-15</inkml:trace>
  <inkml:trace contextRef="#ctx0" brushRef="#br0" timeOffset="125143.57">25641 16242 0,'0'-40'16,"0"0"-1,-40 40 32,0 0-31,120 0 62,-40 0-78,0 0 0,0 0 0,0 0 16,0 0-16,1 0 15,-1 0-15,0 0 0,0-40 16,0 40-16,0 0 15,0 0-15</inkml:trace>
  <inkml:trace contextRef="#ctx0" brushRef="#br0" timeOffset="125783.53">26564 15681 0,'0'0'0,"-40"0"16,40 40 46,-41-40-62,41 40 0,-40-40 16,40 40-16,-40-40 15,40 40-15,-40-40 0,40 40 0,-40-40 0,40 40 16,0 0-16,0 0 16,0 1-16,0-1 0,0 0 15,0 0-15,0 0 16,0 0-16,0 0 0,0 0 0,0 0 15,0 0-15,0 1 0,40-1 32,0-40-32,0 0 0,0 0 15,1 0 1,-41-40-16,40 40 0,-40-41 16,40 41-1,-40-40 1,0 0 15,-40 40-31,0 0 16,-1 0-1,1 40-15,0 0 0,0-40 16,0 0 0,40 41-16,-40-41 0,40 40 0,-40-40 15,40 40 1,80-40-1</inkml:trace>
  <inkml:trace contextRef="#ctx0" brushRef="#br0" timeOffset="126863.47">28530 16162 0,'-40'0'0,"0"0"16,80 0 93,0 0-109,0 0 16,0 0-16,0 0 16,0 0-16,0 0 0,1 0 15,-1 0-15,0 0 16,-40-40-16,40 40 0,0 0 16</inkml:trace>
  <inkml:trace contextRef="#ctx0" brushRef="#br0" timeOffset="127303.45">29493 15801 0,'0'0'0,"-40"0"32,0 0-17,40 40 1,-40-40-16,40 40 0,-41-40 0,41 40 0,-40 0 16,0-40-16,40 40 0,-40 1 15,40-1-15,-40-40 0,40 40 16,-40-40-16,80 0 31,0 0-15,0 0-16,0 0 15,0 0-15,1 0 0,-1 0 0,0 0 16,-40-40-16,40 40 16,0 0-16,0 0 0,0 0 15,0 0 1,1 0-16,-41 40 15,40-40-15,-40 40 16</inkml:trace>
  <inkml:trace contextRef="#ctx0" brushRef="#br0" timeOffset="127603.5">29533 16042 0,'0'-41'15,"-40"41"-15,40 41 78,0-1-78,0 0 0,-40 0 16,40 0-16,0 0 16,-40 0-16,40 0 0,0 0 0,0 0 15,0 1-15,-40-1 16,40 0-16,0 0 16</inkml:trace>
  <inkml:trace contextRef="#ctx0" brushRef="#br0" timeOffset="128853.42">23193 17285 0,'-40'0'16,"0"0"-1,40-40 1,40 40 62,0 0-47,0 0-31,0 0 0,0 0 16,1 0-16,-1 0 16,0 0-16,0 0 0,0 0 15,-40 40-15,40-40 16,0 40-16,0-40 0,1 0 16,-41 40-16,40-40 15</inkml:trace>
  <inkml:trace contextRef="#ctx0" brushRef="#br0" timeOffset="129523.35">23955 17124 0,'0'0'0,"0"-40"0,0 0 15,41 0 16,-1 40-31,0 0 32,40 80-17,-80-40 1,40 0-16,-40 41 31,-40-1-15,0-40-1,-40 40 1,40-40 0,-41-40-1,81 81 1,0-41 0,40-40-1,-40 40 1,41-40-16,-1 0 15,0 0 1,0 0 0,-40-40 15,0 0-31,-40-41 31,-40-39-15,39 80-1,-39-80 1,80 79 0,-40 41-1,80 0 1,81 0 0,-1 0 15,-80 0-31,0 0 0</inkml:trace>
  <inkml:trace contextRef="#ctx0" brushRef="#br0" timeOffset="130073.35">25400 17646 0,'0'0'0,"-40"0"0,0 0 16,0 0-1,-1 0 16,41-40-31,41 80 47,-1-40-47,0 0 16,0 0-16,-40 40 16,40-40-16,0 0 0,0 0 15,1 0 1,-41-40-16,40 40 0,0 0 15,0 0 17</inkml:trace>
  <inkml:trace contextRef="#ctx0" brushRef="#br0" timeOffset="130423.26">26162 17445 0,'0'-40'0,"0"80"62,0 0-46,0 41-16,0-41 16,0 0-16,0 0 15,0 0-15,0 0 16,0 0-1,0 0-15,0 0 16</inkml:trace>
  <inkml:trace contextRef="#ctx0" brushRef="#br0" timeOffset="131693.26">28289 17566 0,'0'0'0,"-40"0"16,40-41 0,40 41 77,0 0-61,-80 0 30,40 41 173,0-1-220,-40-40 1,0 0-1,40 40-15,-40-40 0,40 40 16,0 0-16,0 0 0,0 0 16,0 0-1,0 0-15,40-40 16,-40 40-16,0 1 16,40-41-16,0 0 15,0 0-15,0 0 16,0 0-16,1-41 15,-1 41-15,0-40 0,0 0 16,0 0 0,-40 0-16,40 0 0,0 0 15,-40 0-15,0 0 16,0 0-16,0-1 31,-40 41-31,0 0 16,-40 0-16,40 0 15,0 0-15,40 41 0,-41-41 0,1 0 16,40 40-16,-40-40 0,40 40 0,-40-40 0,40 40 31</inkml:trace>
  <inkml:trace contextRef="#ctx0" brushRef="#br0" timeOffset="133273.16">29934 13555 0,'0'0'0,"0"40"16,0 0-16,40-40 47,1 0-32,-1 0-15,0-40 16,0 40-16,0 0 0,0 0 16,0 0-16,0 0 15,1 0-15,-1 0 0,0 0 0,0 0 16,0 0 0,0 0-16,0 0 0,0 0 15,1 0 1,-1 40-1,-40 0 32,0 0-31,0 1-16,0-1 0,0 0 16,0 0-16,-40 0 15,40 0-15,0 40 0,0-40 0,-41 0 0,41 1 16,0-1-16,-40 0 0,40 0 15,0 40-15,0-40 0,-40 0 0,40 0 0,0 41 16,0-41-16,0 0 0,0 0 0,0 40 0,0-40 16,0 40-16,-40-39 15,40-1-15,0 40 0,0-40 0,0 40 0,0-40 16,0 41-16,0-41 0,-40 40 16,40-40-16,0 0 0,0 0 0,0 40 0,-40-40 15,40 1-15,0-1 16,0 0-16,0 0 0,-40 0 0,40 0 0,0 0 15,0 0-15,0 0 0,0 1 0,0-1 0,0 0 16,-40 0-16,40 0 16,0 0-16,0 0 0,0 0 0,0 0 0,0 0 15,0 1-15,-41-1 16,41 0-16,0 0 0,0 0 0,0 0 16,0 0-16,0 0 15,0 0-15,0 1 0,0-1 16,0 0-1,0 0-15,0 0 0,0 0 16,0 0-16,41-40 16,-41 40-16,0 0 15,0 0-15,0 1 0,0-1 16,0 0-16,0 0 16,0 0-16,40 0 0,-40 0 15,0 0 1,0 0-16,0 1 0,0-1 15,0 0 1,0 0 0,0 0-16,-40 0 15,40 0 1,-41 0 0,41 0-1,0 0 1,-40-40-16,40 41 15,0-1-15,0 0 16,-40-40-16,40 40 0,-40-40 16,40 40-1,-40-40-15,40 40 16,-40-40-16,40 40 16,-40-40-16,0 0 0,-1 40 15,1-40 1,0 0-16,0 0 0,0 0 0,0 0 15,0 0-15,-41 0 0,41 0 0,0 0 0</inkml:trace>
  <inkml:trace contextRef="#ctx0" brushRef="#br0" timeOffset="136073">29052 4090 0,'0'0'0,"0"-40"16,-41 40 78,41-40-79,-40 40-15,40-40 32,-40 40-32,40-40 62,-40 40-62,0 0 31,40-40-15,-40 40-16,0 0 31,-1 0-15,41-40 93,-40 40-93,0 0 31,0 0 109,0 0-125,0 0 32,0-41-48,0 41 1,-1 0-16,1 0 16,0 0-16,0 0 15,0 0-15,0 0 0,0 0 0,40 41 125,-40-41-125,40 40 0</inkml:trace>
  <inkml:trace contextRef="#ctx0" brushRef="#br0" timeOffset="138452.79">17656 4411 0,'0'-40'32,"40"40"-32,0 0 15,-40-40 63,-40 0-46,0 0 15,-1 40 46,41-41-77,-40 41 0,40-40-1,-40 40 16,0 0 16,0 0-31,40-40 15,-40 40-15,0 0 31,0 0 0,-1 0-32,1 0 1,0 0-16,40 40 15,-40-40 1,0 0-16,40 40 31,0 1 1,0-1-32,0 0 15,-40 0 1,40 0-16,0 0 15,0 0 1,0 0 15,0 0-15,0 1 0,-40-41-1,40 40-15,0 0 0,0 0 16,0 0-1,0 0 1,0 0 31,0 0-31,40 0-1,0 0 1,0 1-1,0-41-15,0 40 16,0-40 15,1 0-15,-1 0-16,0 0 16,0 0-1,0 0-15,0 0 16,0 0-16,0 0 15,1 0 1,-1 0 15,0-40-31,0 40 16,-40-41 0,40 41-16,0-40 15,-40 0 1,40 40-1,0-40 17,-40 0-17,41 40 1,-41-40-16,0 0 16,40 40-1,-40-40 1,0 0 31,0 0-32,0-1 17,0 1-1,0 0-16,-40 40-15,40-40 16,-41 40-16,41-40 16,-40 40-16,40-40 0,-40 0 15,40 0 1,-40 40 0,40 40 77</inkml:trace>
  <inkml:trace contextRef="#ctx0" brushRef="#br0" timeOffset="140582.66">4374 11991 0,'-40'0'15,"40"-40"17,40 40 14,-40-40-46,40 40 16,-40-40 0,40 40-16,0 0 15,0-41 1,0 41-16,1 0 16,-1 41-1,0-1-15,-40 0 16,0 0-1,0 0-15,0 0 16,0 0-16,-40 0 0,0 0 16,-1 1-1,41-1-15,-40-40 0,0 0 16,80 0 15,-40-40-31,40-1 16,1 1-16,-41 0 0,40 0 15,0 0-15,0 40 0,-40-40 0,40 40 16,0-40-16,-40 0 16,40 40-16,0 0 15,-40-40-15,41 40 16,-41-41 31,-41 41 15,1 0-46,40 41 0,-40-41-16,0 40 15,40 0 1,0 0-16,0 0 15,40-40-15,-40 40 0,40-40 0,41 40 16,-41-40 0,0 40-16,0-40 0,0 0 15,0 0-15,0 0 16,0 0-16</inkml:trace>
  <inkml:trace contextRef="#ctx0" brushRef="#br0" timeOffset="140812.65">5537 11871 0,'-40'0'16,"40"-41"0,0 1-16,40 40 15,1 0 1,39 0-16,-40-40 15,0 40-15,0 0 0,0 0 0,0 0 16,1 0-16,-1 0 16,0 0-16,0 0 0</inkml:trace>
  <inkml:trace contextRef="#ctx0" brushRef="#br0" timeOffset="141022.7">5818 12151 0,'0'0'0,"-40"0"0,80 0 47,0 0-31,1-40-16,-1 40 0,-40-40 15,40 40-15,0 0 0,0-40 16,0 40-16,0 0 0,0 0 0,1 0 15,-1 0-15,0-40 0</inkml:trace>
  <inkml:trace contextRef="#ctx0" brushRef="#br0" timeOffset="141512.62">6661 11590 0,'-40'0'15,"40"-40"-15,-40 40 16,80 0 0,0 0-1,80-40 17,-120 120-17,0 40 1,-80 41-1,0-81 17,0 0-17,39-80 1,41-40 0,41 40-1,-1 0 1,80-40-1,-40 40 1,-40 0 0,1 40-1,-1 0 17,0 0-17,0-40 1,0 0-16</inkml:trace>
  <inkml:trace contextRef="#ctx0" brushRef="#br0" timeOffset="142252.63">7945 11590 0,'-40'0'0,"-40"0"15,80 40 16,0 0-15,40 0 0,0 0-1,0-40 1,0 0-16,0 40 16,0-40-1,-40-80-15,41 80 0,-41-40 16,0 0-16,0 0 0,0 0 31,0 0-15,0 80 31,0 0-47,0 0 15,0 0-15,0 0 16,0 0-16,0 0 0,0 0 15,0 1-15,0-1 0,0 0 0,0 0 0,0 0 16,0 0-16,0 0 16,0 0-16,0 0 0,-41 1 0,41-1 0,0 0 15,-40 0-15,40 0 0,-40 0 16,40 0-16,0 0 0,-40-40 0,40 40 16,-40 0-1,40-80 1,-40 40-16,40-40 15,0 0-15,0 0 0,0 0 16,0 0-16,40 0 0,-40 0 0,0 0 16,80-1-16,-80 1 15,40 0-15,0 0 16,1 40 0,-1 0 15,0 0-31,0 0 0</inkml:trace>
  <inkml:trace contextRef="#ctx0" brushRef="#br0" timeOffset="142492.62">9189 11871 0,'0'0'0,"-161"0"16,161-41 15,121 1-15,-41 40-1,40 0 1,-39-40 0</inkml:trace>
  <inkml:trace contextRef="#ctx0" brushRef="#br0" timeOffset="142642.61">9229 12272 0,'-80'0'16,"160"0"-16,-160 0 31,120 0-31,40-81 16,121-39-1</inkml:trace>
  <inkml:trace contextRef="#ctx0" brushRef="#br0" timeOffset="142812.54">9871 11830 0,'0'0'16,"40"0"-16,-40 41 0,-40-1 31,-40 120-16,40 1 1,40-81 0,0 40-16</inkml:trace>
  <inkml:trace contextRef="#ctx0" brushRef="#br0" timeOffset="147802.26">5337 13715 0,'0'0'0,"-40"0"0,0-40 0,-1 40 16,1 0-1,0-40-15,40 80 32,40 0-32,0-40 15,1 0-15,-41 41 0,40-41 16,0 0-16,0 0 15,0 0-15,0 0 0,0 0 0,0 0 16,1 40-16,-1-40 0,0 0 16,0 0-16,0 0 0,0 0 0</inkml:trace>
  <inkml:trace contextRef="#ctx0" brushRef="#br0" timeOffset="148042.22">5658 14157 0,'-80'0'31,"160"0"-31,-201 0 0,81 0 16,121-41 0,-41 41-16,120 0 15,-120 0 1,41 0-1,-41 0-15,0 41 32</inkml:trace>
  <inkml:trace contextRef="#ctx0" brushRef="#br0" timeOffset="148352.27">6781 13395 0,'0'0'16,"-40"-41"-1,-40 1 1,40 40-16,40 40 16,0 1-1,0-1-15,0 0 0,0 0 0,0 0 0,0 0 16,0 0-16,0 40 15,0-39-15,0-1 0,-40 40 0,40-40 0,0 0 16,0 40-16,0-40 0,-40 0 16,40 1-16,0 39 0,0-40 0,0 0 0,0 0 15,0 0-15,0 0 16,0 0-16,-41 1 0,41-1 0,-40-40 16,40 40-16,-40-40 15</inkml:trace>
  <inkml:trace contextRef="#ctx0" brushRef="#br0" timeOffset="148542.26">6420 14477 0,'0'-40'0,"0"0"16,0 0 0,121 0-1,-1-40 16,-80 40-31,0 40 0,81-81 32,-81 81-32</inkml:trace>
  <inkml:trace contextRef="#ctx0" brushRef="#br0" timeOffset="148882.24">7423 13354 0,'0'0'0,"-80"0"15,80 41 1,-40 79-1,40-80 1,0 0-16,-40 121 16,0-121-16,40 0 0,0 80 31,0-80-31,40 121 16,-40-121-16,40 0 0,0 40 15,-40-40-15,40 0 16,0-40-16,1 0 0</inkml:trace>
  <inkml:trace contextRef="#ctx0" brushRef="#br0" timeOffset="149492.14">7785 13756 0,'0'0'16,"-41"-41"-1,41 1 1,41 0-1,39 40 1,-80 40 0,40 41-1,0 39 17,-80-80-17,0 0 1,0 0-1,80-40 32,0 0-31,0 0 0,0 40-16,-40 0 15,0 0-15,0 1 16,0-1-16,-40 0 15,0 0 1,40 0-16,-40-40 16,0 0-16,40 40 15,-40-40-15,80 0 47</inkml:trace>
  <inkml:trace contextRef="#ctx0" brushRef="#br0" timeOffset="149822.18">8587 14317 0,'0'0'16,"0"-40"-1,0 80 17,0 0-32,0 0 15,-40 40 1,-40 1-1,40-41 1,-41-40 0</inkml:trace>
  <inkml:trace contextRef="#ctx0" brushRef="#br0" timeOffset="150982.12">9189 13796 0,'0'40'203,"0"0"-203,0 0 15,0 0 1,0 0-16,0 0 0,0 0 0,0 0 16,0 1-16,0-1 15,0 0-15,0 0 0,0 0 0,0 0 16,0 0 0,80-40-1</inkml:trace>
  <inkml:trace contextRef="#ctx0" brushRef="#br0" timeOffset="151512.04">9711 13635 0,'-41'0'16,"82"0"-16,-41 0 15,40 0 1,0 0 0,0 40-1,0-40 1,40 121-1,-40 39 1,-40 41 15,-40-1-15,-40-39 0,40-41-1,40-80 1</inkml:trace>
  <inkml:trace contextRef="#ctx0" brushRef="#br0" timeOffset="151842.06">10834 14317 0,'-40'0'16,"80"0"-16,-80-40 0,80 0 15,0 40-15,0 0 16,161-40-1,-121 40 1,-40-40-16,1 40 16,-1 0-16,0 0 31,0 0-15</inkml:trace>
  <inkml:trace contextRef="#ctx0" brushRef="#br0" timeOffset="152201.97">11958 13675 0,'0'-40'16,"0"80"-16,-40-120 15,-1 80 17,41 40-17,0 0-15,-40-40 16,40 40-16,0 1 0,0-1 0,-40 0 0,40 0 16,0 0-16,0 0 15,0 0-15,0 0 0,0 0 0,0 0 0,0 1 16,0-1-16,0 0 0,40 0 0,-40 40 0,0-40 15,0 0-15,0 0 0,0 1 16,0-1-16,0 0 0,0 0 0,0 0 16,0 0-16,-40 0 15,40 0-15,-40-40 16,0 0-16</inkml:trace>
  <inkml:trace contextRef="#ctx0" brushRef="#br0" timeOffset="152371.96">11516 14598 0,'0'-40'15,"40"40"-15,1-40 16,-1 40-16,0-41 0,0 41 16,0-40-16,0 40 15,0 0-15,0-40 0,1 40 0,-1-40 16</inkml:trace>
  <inkml:trace contextRef="#ctx0" brushRef="#br0" timeOffset="152702.01">12560 13796 0,'-41'-81'32,"82"162"-32,-82-202 15,41 161 1,0 41-16,-40-81 0,40 40 16,-40 0-16,40 0 15,0 0-15,0 0 0,0 0 0,-40 0 0,40 0 16,0 1-16,0-1 0,0 0 0,0 0 15,0 0-15,0 0 16,0 0-16,40-40 0,-40 40 0,40-40 16,0 40-1,1-40-15,-1 0 0,0 0 16,0 0-16</inkml:trace>
  <inkml:trace contextRef="#ctx0" brushRef="#br0" timeOffset="153371.9">13322 13956 0,'0'0'0,"0"-40"0,-40 40 0,40-40 0,-40 40 0,40-40 16,0 0-16,40 0 0,40 40 15,-40 0-15,0 0 16,0 0-16,1 0 0,-1 0 0,0 40 0,0-40 16,-40 40-16,40 0 15,-40 0-15,0 0 0,40 0 0,-40 0 16,0 0-16,0 0 0,0 1 16,-40-1-16,40 0 0,-40 0 0,0 0 15,0 0-15,0-40 0,80 0 63,0 0-63,0 0 15,0 0 1,0 0-16,0 0 0,0 0 0,1 0 16,-1 0-16,0 40 0,0-40 15,0 40-15,0-40 0,0 0 0,0 40 0,1-40 16,-1 0-16</inkml:trace>
  <inkml:trace contextRef="#ctx0" brushRef="#br0" timeOffset="153601.96">14285 14437 0,'0'-40'32,"0"80"-32,40-80 15,-40 80-15,0 0 31,0 41-31,-40 39 32,40-80-32,0 0 0,-40-40 0,0 40 31,0-40-31,40 40 0</inkml:trace>
  <inkml:trace contextRef="#ctx0" brushRef="#br0" timeOffset="153931.94">15007 13956 0,'0'0'0,"-40"0"0,0 0 31,40 40-31,0 121 31,80-1-15,-40 41-1,-40-121 1,0-40 0</inkml:trace>
  <inkml:trace contextRef="#ctx0" brushRef="#br0" timeOffset="154171.87">15368 13956 0,'-40'0'0,"80"0"0,-40 40 31,41 40-15,-1 161-1,-80-40 1,-121-41 15,-40-80-31</inkml:trace>
  <inkml:trace contextRef="#ctx0" brushRef="#br0" timeOffset="156591.78">7744 14718 0,'0'-40'16,"-40"0"15,40 0-31,40 40 391,1 0-391,-1 0 15,0 0-15,0 0 16,-40 40-16,40-40 0,0 0 15,-40 40-15,40-40 0,0 40 0,1-40 16,-1 0 0,0 0-16,0 0 0,0 0 15,0 0-15,40 0 0,-39 0 16,-1 0-16,0 0 0,0 0 0,0 0 0,0 0 16,0 0-16,0 0 15,41 0-15,-41 0 0,0 0 0,0 0 0,0 0 16,0 0-16,0 0 0,1 0 0,-1 0 0,0 0 15,0 0-15,0 0 16,0 0-16,0 0 16,0 0-1,1 0 1,-1 0 0,0 0-1,0 0 48,-40 40 46,-80-40 204,80 40-235,0-80 203</inkml:trace>
  <inkml:trace contextRef="#ctx0" brushRef="#br0" timeOffset="161791.4">7263 16122 0,'0'-40'0,"-40"40"0,40-40 15,-40 40 1,-1 0 47,1 0-63,40 40 0,-40-40 15,40 40-15,-40-40 0,0 40 0,40 0 0,0 0 16,-40-40-16,40 40 0,-40 0 15,40 0-15,0 0 0,0 1 16,0-1 0,40-40-16,-40 40 0,40-40 0,-40 40 0,80 0 15,-40-40-15,0 0 0,1 0 16,-1 40-16,0-40 0,0 0 0,0 0 0,0 0 16,0-40-16,1 40 0,-1 0 0,0-40 0,0 40 15,0-40-15,0 40 16,-40-40-16,0 0 15,0-1 1,0 1-16,0 0 16,-40 0-1,40 0-15,-40 40 0,0-40 0,40 0 0,-40 40 16,0-40-16,40 0 0,-41 40 16,1 0-16,40-40 0,-40 40 0,0 0 15,0 0-15,40 40 16,0 0-1,0 0-15,40-40 16,0 40-16</inkml:trace>
  <inkml:trace contextRef="#ctx0" brushRef="#br0" timeOffset="162511.43">9229 16483 0,'-80'-40'16,"40"-1"-16,0 41 15,40-40 17,-41 0-17,41 80 1,121 0 0,39 1 15,121-41-16,-40-41 1,-81 41 15,-119 0-31,-122 41 32,81-1-17,-40 0-15,40-80 31</inkml:trace>
  <inkml:trace contextRef="#ctx0" brushRef="#br0" timeOffset="163101.34">13603 15159 0,'-40'-40'15,"80"80"-15,-80-120 32,40 120 15</inkml:trace>
  <inkml:trace contextRef="#ctx0" brushRef="#br0" timeOffset="165071.21">11276 15761 0,'0'40'16,"-41"-40"-16,41 40 125,0 0-125,-40-40 0,40 40 15,0 0-15,0 0 0,0 1 0,0-1 16,0 0-16,-40 0 15,40 0-15,0 0 0,0 0 0,0 0 16,0 0-16,0 0 16,0 1-16,0-1 0,40-40 0,-40 40 15,40-40 1</inkml:trace>
  <inkml:trace contextRef="#ctx0" brushRef="#br0" timeOffset="165441.26">12078 16282 0,'-80'-40'16,"160"80"-16,-160-120 0,120 80 15,40-40 1,-40 40-16,81-40 31,-1 40-15,-80 40-1</inkml:trace>
  <inkml:trace contextRef="#ctx0" brushRef="#br0" timeOffset="165691.21">12600 16683 0,'-40'0'15,"80"0"-15,-121 0 0,81-40 16,0 0-16,81 40 16,-41-40-16,120 0 31,-79 40-16,-1 0 1,40 0 15</inkml:trace>
  <inkml:trace contextRef="#ctx0" brushRef="#br0" timeOffset="165981.23">13924 16483 0,'-40'-40'16,"80"80"-16,-120-121 0,80 41 16,0 0-16,40 40 15,80 0 1,-80 0-16,81 40 31,-41 0-15,0-40-1,0-40 17,-40 0-32</inkml:trace>
  <inkml:trace contextRef="#ctx0" brushRef="#br0" timeOffset="166261.14">14767 15921 0,'0'0'0,"0"-40"0,0 80 62,0 0-62,0 0 16,-41 1-1,41-1-15,0 0 0,-40 0 0,40 0 0,0 0 16,0 0-16,-40 0 16,40 0-16,0 0 0,0 1 0,0-1 0,0 0 15,0 0-15,0 0 0,0 0 16,0 0-16,0 0 15</inkml:trace>
  <inkml:trace contextRef="#ctx0" brushRef="#br0" timeOffset="166931.1">12158 17646 0,'-80'-40'32,"160"80"-32,-240-80 15,160 0 17,40 40 14,0 0-30,0 0-16,0 0 0,0 0 0,41 40 16,-41-40-16,0 0 15,40 0-15,-40 0 0,41 0 0,-1 0 0,0 0 16,0 0-16,1 0 0,-1 0 0,40 0 0,-40 0 16,41 0-16,-1 0 15,1 0-15,-1 40 0,40-40 0,1 40 0,-41-40 16,41 40-16,-41-40 0,41 40 15,-41-40-15,1 0 0,-1 40 0,-40-40 0,0 0 16,1 0-16,-1 40 16,-40-40-16,0 0 0,0 0 0,0 0 0,1 0 15,-41-40 95</inkml:trace>
  <inkml:trace contextRef="#ctx0" brushRef="#br0" timeOffset="168001.04">10714 11068 0,'0'0'0,"0"-40"31,0 80 63,0 1-79,-40-41-15,40 80 0,0-40 0,-41 0 16,41 0-16,0 0 0,0 0 15,0 0-15,0 1 0,0-1 0,0 0 0,41-40 16,-41 40-16,40-40 16,0 40-16,0-40 0,0 0 0,40 0 15,-39 0-15,39-40 0,0 40 16,0-80-16,-40 40 0,41-1 0,-1 1 0,0 0 16,-40 0-16,41-40 0,-41 40 0,40 0 0,-40 0 15,0-1-15,0 41 16,0-40-16,1 40 0,-1-40 0,0 40 0,0 0 15,0 0-15,0 0 16,0 0-16,-40 40 47,81-40-16,-41 0-15</inkml:trace>
  <inkml:trace contextRef="#ctx0" brushRef="#br0" timeOffset="169570.95">17575 5293 0,'0'-40'15,"-40"40"79,40 40 0</inkml:trace>
  <inkml:trace contextRef="#ctx0" brushRef="#br0" timeOffset="171120.86">26644 17726 0,'40'0'0,"0"0"32,-40 40 124,40-40-140,-40 40-1,40-40-15,-40 40 16,0 0 15,0-120 32,41 80-48,-1-40 1,0 0-16,0 0 15,0 0 1,0 0 0,-40 0-1,40 40-15,0-41 0,1 41 16,-41-40-16,40 40 0,0 0 16,0-40-16,0 40 15,0 0-15,-80 0 110,0 0-95</inkml:trace>
  <inkml:trace contextRef="#ctx0" brushRef="#br0" timeOffset="-169611.72">18819 15079 0,'-40'0'16,"0"0"0,0 0 46,0 0-31,40 40-31,-40-40 16,0 0-16,-1 40 0,1 0 16,0-40-16,40 40 0,-40 1 15,0-1-15,40 0 0,-40-40 16,40 40-16,0 0 15,0 0-15,40-40 32,-40 40-32,40-40 0,40 0 15,-40 0-15,1 0 0,-41-40 0,40 40 16,0-40-16,0 0 16,-40 0-16,40 40 0,-40-40 0,0 0 15,0-1-15,40 1 0,-40 0 16,0 0-16,0 0 0,0 0 0,0 0 15,0 0-15,0 0 16,0-1-16,-40 1 0,40 0 0,-40 0 16,0 40-1,0 0 1,0-40-16,40 80 47</inkml:trace>
  <inkml:trace contextRef="#ctx0" brushRef="#br0" timeOffset="-169291.73">19341 14558 0,'0'0'0,"-40"0"0,-81-40 31,81 40-31,40 80 16,-40 40-1,40 81 1,40-1 15,-40 1-15,-80-81-1,-80 40 17,79-120-17</inkml:trace>
  <inkml:trace contextRef="#ctx0" brushRef="#br0" timeOffset="-169091.75">19060 15239 0,'0'0'0,"-40"0"31,160 0-15,-80 0-16,41-40 0,-1 0 16,121 0-1,-121 0 16,-40 40-31</inkml:trace>
  <inkml:trace contextRef="#ctx0" brushRef="#br0" timeOffset="-168791.76">18378 16042 0,'-40'0'16,"80"0"-16,0 0 31,0-41-15,201 1-1,-81 0 17,-79 0-17,-41 40-15</inkml:trace>
  <inkml:trace contextRef="#ctx0" brushRef="#br0" timeOffset="-168361.85">18619 16402 0,'-40'41'16,"80"-82"-16,-121 82 0,1-41 16,40 0-16,-40 40 15,0 40 16,-1-40-15,81 80 0,81-39-1,39-81 17,-40-41-17,-40-39 1,-40-40 15,-80 40-15,40 40-1,-40-1 1,120 41 46</inkml:trace>
  <inkml:trace contextRef="#ctx0" brushRef="#br0" timeOffset="-167811.87">18659 16402 0,'0'-40'16,"0"80"-16,40-80 31,0 80-31,0-40 16,0 81-1,-40-1 16,-40 0-15,-40-40 0,120-40-1,40-80 17,1 0-17,-1 40 1,-80 0 15,0 80 0,0 0-15,-40-40-16,40 40 0,0 0 16,0 0-16,0 0 15,0 0-15,0 0 16,40-40-1,0 0-15,0 0 16,0 0-16,0-40 0,0 40 16,-40-40-16,41 40 0,-1-40 0,0 40 0,0-40 15,0 40-15</inkml:trace>
  <inkml:trace contextRef="#ctx0" brushRef="#br0" timeOffset="-167571.9">19863 16082 0,'0'0'31,"40"-40"-15,80-1 0,121-39-1,-41 0 16,-119 40-15</inkml:trace>
  <inkml:trace contextRef="#ctx0" brushRef="#br0" timeOffset="-167431.84">20143 16282 0,'-40'40'31,"80"-80"-31,41 40 31,-41-40-31,40 40 0,81-80 16,119 0-16</inkml:trace>
  <inkml:trace contextRef="#ctx0" brushRef="#br0" timeOffset="-164262.03">1083 1363 0,'41'0'16,"-82"0"62,1 0-63,0 0 1,0 0 0,0 0-16,40 40 0,-40-40 0,0 0 15,40 40-15,-40-40 16,40 40-16,0 0 16,0 1-16,-41-1 0,41 0 15,0 0 1,0 0-16,41-40 0,-41 40 15,80-40-15,-40 0 16,0 0-16,0 0 16,-40-40-16,40 40 0,-40-40 15,40 40-15,-40-40 16,0 0-16,0 0 0,0-1 16,-40 1-16,40 0 0,0 0 15,-40 0-15,40 0 0,0 0 0,-40 0 0,40 0 16,0-1-16,0 1 15,0 0-15,0 0 0,0 0 16,0 0-16,40 40 47,-40 40-47,40-40 16,-40 40-16,40 0 15</inkml:trace>
  <inkml:trace contextRef="#ctx0" brushRef="#br0" timeOffset="-163872.05">1645 922 0,'-80'0'15,"160"0"-15,-160 40 63,80 40-48,0-40-15,0 0 16,0 0-16,0 1 0,0-1 0,0 0 0,0 0 16,-40 0-16,40 0 0,0 40 0,0-40 15,0 1-15,0-1 16,-40 0-16,40 0 0,0 0 16</inkml:trace>
  <inkml:trace contextRef="#ctx0" brushRef="#br0" timeOffset="-163682.06">1404 1483 0,'0'0'0,"0"-80"31,161 0-16,-81 40 1,81 40 0,-81 0-16</inkml:trace>
  <inkml:trace contextRef="#ctx0" brushRef="#br0" timeOffset="-163362.08">762 2205 0,'0'0'0,"-80"40"15,120-40 1,0 0 0,1 0-16,159-80 31,41 40-15,-81 0-1,-119 40-15</inkml:trace>
  <inkml:trace contextRef="#ctx0" brushRef="#br0" timeOffset="-162852.12">1124 2606 0,'-41'40'0,"82"-80"0,-122 80 31,81 0-31,-40-40 0,0 41 31,0-41-31,0 40 31,40 0-31,-40 0 32,40 0-17,40 0 1,80-40 0,-80-40-1,0 40 1,1-80-1,-41-41 1,-41 1 0,-39 40 15,40 40-31,0 40 31,40 40-15</inkml:trace>
  <inkml:trace contextRef="#ctx0" brushRef="#br0" timeOffset="-162302.22">1445 2526 0,'0'0'0,"-41"0"15,1 0 1,40 40-16,0 0 16,40-40-16,41 0 15,-41 0-15,0 0 16,0 0-16,0-40 16,-40 0-1,0 0-15,0 0 16,-40 40-1,40 40 17,0 0-17,0 40-15,-40-80 0,40 40 16,0 0-16,0 1 16,0-1-16,0 0 0,0 0 15,0 0 1,0 0-16,-40 0 0,40 0 0,0 0 0,-40 1 15,0-1-15,40 0 16,-41-40-16,41 40 0,-40-40 0,40 40 0,-40-40 16,40 40-16,-40-40 0,0 0 15,40 40 1,-40-40-16,0 0 16,40-40-1,0 0-15,0 0 0,0 0 16,0 0-1,0 0-15,40-1 16,0 1 0,-40 0-16,40 0 0,0 40 15,0-40-15,0 40 0</inkml:trace>
  <inkml:trace contextRef="#ctx0" brushRef="#br0" timeOffset="-161972.24">1966 2005 0,'40'-40'16,"0"40"-16,1 0 15,39-41 1,0 1 0,40 40 15,-79 0-31,39 0 15</inkml:trace>
  <inkml:trace contextRef="#ctx0" brushRef="#br0" timeOffset="-161802.22">2207 2245 0,'-40'0'0,"80"0"0,-40 0 47,80 0-47,-40 0 16,0 0-16,1 0 0,-1-40 0,40 40 0,-40-40 15,0 40-15,-40-40 0,40 40 0</inkml:trace>
  <inkml:trace contextRef="#ctx0" brushRef="#br0" timeOffset="-160292.33">3491 481 0,'-40'0'0,"0"0"31,0 0 16,-1 0-47,1 0 15,40 40 32,-40-40-47,40 40 16,-40-40 0,40 40-16,0 0 0,0 0 31,-40-40-31,40 40 0,0 0 15,0 1 1,0-1-16,0 0 16,0 0-16,40 0 0,-40 0 15,40 0 1,-40 0-16,0 0 0,0 0 0,40 41 0,-40-41 16,0 0-16,0 0 0,0 0 15,0 0-15,0 0 0,0 41 0,0-41 0,0 0 16,0 0-16,-40 0 15,40 0-15,0 0 0,0 0 0,0 0 0,0 0 16,0 1-16,0-1 0,0 0 16,0 0-16,0 0 0,0 0 0,0 0 0,40 0 15,-40 0-15,0 1 0,40-1 0,-40 0 0,0 40 16,0-40-16,0 0 16,0 0-16,0 0 0,0 41 0,0-41 15,0 0-15,0 0 16,0 0-16,0 0 0,0 0 0,-40-40 0,40 40 15,0 0-15,0 1 16,0-1-16,0 0 0,0 0 0,0 0 16,0 0-16,-40-40 0,40 40 0,0 0 15,0 0-15,0 0 16,0 1-16,0-1 0,0 0 16,0 0-1,0 0-15,0 0 16,0 0-16,0 0 15,0 0-15,0 1 32,0-1-32,-40-40 15,40 40-15,-40-40 16,40 40-16,-40-40 31,80 0 16,0 0-31,0 0-16,0 0 15,0 0 1,1 0-16,-41-40 0,40 40 0,0 0 16,0 0-1,0-40-15,0 40 16,0 0-1,-80 0 17,0 0-17,40-40-15,-80 40 0,40 0 16</inkml:trace>
  <inkml:trace contextRef="#ctx0" brushRef="#br0" timeOffset="-159342.32">18177 2245 0,'-40'0'0,"0"0"125</inkml:trace>
  <inkml:trace contextRef="#ctx0" brushRef="#br0" timeOffset="-159022.34">14686 2005 0,'40'0'31</inkml:trace>
  <inkml:trace contextRef="#ctx0" brushRef="#br0" timeOffset="-157622.42">3571 802 0,'0'-41'15,"40"41"17,1 0-32,-41-40 0,40 40 0,0 0 15,0 0-15,0 0 0,0 0 16,0 0-16,0 0 16,-40 40-1,41-40-15,-41 41 16,0-1-16,0 0 15,0 0 1,-41-40-16,41 40 0,0 0 0,-40-40 0,40 40 16,-40 0-16,0 0 0,0-40 15,40 40-15,0 1 16,80-82 62,-40 41-78,0 0 0,1-40 16,-1 40-16,0 0 0,40-40 15,-40 40-15,0 0 0,41 0 0,-41-40 0,0 40 16,0 0-16,0-40 16,0 40-16,-40-40 15,0 80 32,-40-40-31,0 0-1,40 40 1</inkml:trace>
  <inkml:trace contextRef="#ctx0" brushRef="#br0" timeOffset="-156902.46">16733 3489 0,'0'0'0,"-40"0"16,40-41-16,-41 41 0,1 0 15,40-40 1,-40 40-16,0 0 16</inkml:trace>
  <inkml:trace contextRef="#ctx0" brushRef="#br0" timeOffset="-156662.48">15088 3448 0,'-41'0'15,"41"-40"-15,0 0 16,41 40 0,-82 0 15</inkml:trace>
  <inkml:trace contextRef="#ctx0" brushRef="#br0" timeOffset="-154962.58">4053 1804 0,'0'0'0,"40"0"16,0 0 62,0 0-62,-40-40-16,-40 40 93,0 40-93,0-40 16,0 0-16,0 0 0,-1 0 16,1 0-1,0 0-15,0 0 0,0 0 32,0 0-17,40 40 188,0 0-203,0 0 16,0 1 0,0-1-16,0 0 15,-40-40-15,40 40 16,0 0-16,40-40 47,0 0-32,-40-40 1,80 40-16,-80-40 16,40 40-16,0 0 15,1 0-15,-1 40 31,-40 0-31,40-40 16,-40 40-16,-40 0 31,40 0-31,-81-40 0,41 40 16,0-40-16,40 41 0,-40-41 16,0 0-16,0 40 0,0-40 0,0 0 15,-1 0 1,1 0-16,40 40 0</inkml:trace>
  <inkml:trace contextRef="#ctx0" brushRef="#br0" timeOffset="-153962.65">17656 4972 0,'0'-80'16,"0"40"15,-41 40-15,41-80-1,-40 80 1,40-40-1</inkml:trace>
  <inkml:trace contextRef="#ctx0" brushRef="#br0" timeOffset="-153682.65">15489 4852 0,'-121'0'15,"81"0"-15,40-40 16,-40 40 0</inkml:trace>
  <inkml:trace contextRef="#ctx0" brushRef="#br0" timeOffset="-152732.78">3852 3208 0,'0'0'15,"-40"0"-15,0 40 16,0-40-16,0 0 15,40-40 32,-40 40-47,-1 0 16,1 0 0,0 0-16,0 0 15,0 0-15,0 0 0,0 0 0,40 40 16,-41-40-16,1 0 15,0 0-15,40 40 16,-40-40-16,80 0 47,0-40-31,41 40-16,-41 0 0,0-40 15,0 40-15,0 0 16,0 0-16,0 0 0,1 0 0,-1 0 0,0-40 15</inkml:trace>
  <inkml:trace contextRef="#ctx0" brushRef="#br0" timeOffset="-152322.8">3892 2967 0,'-40'-40'15,"40"0"1,40 40-16,0 0 31,-40-40-31,161 40 16,-81 0-16,-40 0 16,0-40-16,1 40 15,-41 40 48,-41-40-48,1 40 1,40 0 0,-40 0-16,40 0 15,0 0-15,0 1 0,0-1 0,0 0 16,0 0-16,0 0 15,0 0-15,0 0 0,0 0 16</inkml:trace>
  <inkml:trace contextRef="#ctx0" brushRef="#br0" timeOffset="-152122.82">3973 3328 0,'0'-80'16,"0"160"-16,-41-200 16,41 80-16,81 0 15,-1-41 1,-40 81-16,0 0 0,81-80 31,-81 80-31,40-40 0</inkml:trace>
  <inkml:trace contextRef="#ctx0" brushRef="#br0" timeOffset="-149492.9">5778 441 0,'-40'0'485,"40"40"-32,-40-40-453,40 40 31,-40-40-31,0 40 16,40 0-1,-40-40-15,40 40 0,-41 0 0,41 0 16,0 0-16,0 1 0,0-1 16,0 0-16,0 0 15,0 0 1,41-40 0,-1 40-1,0-40 1,0 0-16,0 0 0,0 0 31,0 0-15,-40-40-1,40 40 1,-40-40-16,41 40 0,-41-40 16,40 40-1,-40-40 1,-40 40-1,-1 0 1,-39 0-16,40 0 16,0 0-1,0 0-15,0 40 0,0-40 16,40 40-16,-41-40 0,1 40 16,0-40-16,40 40 31,40-40-31</inkml:trace>
  <inkml:trace contextRef="#ctx0" brushRef="#br0" timeOffset="-148562.95">5818 1965 0</inkml:trace>
  <inkml:trace contextRef="#ctx0" brushRef="#br0" timeOffset="-147383.02">5858 1965 0,'-40'0'16,"0"0"0,0 0 62,0 0-63,0 0 1,0 0 0,0 0 31,-1 0-32,1 0 32,0 0-16,0 0 47,0 0-62,40 40 15,-40-40-31,0 0 16,40 40-16,-40-40 16,80 0 77,0 0-77,0 0-16,0 0 16,0 0-16,0-40 15,0 40-15,1 0 0,-1 0 0,-40-40 16,40 40-16,0 0 15,0-41-15,0 41 16,-80 0 47,0 0-32,40 41-16,-40-41-15,0 0 16,0 40-16,-1-40 16,1 0-16,0 0 15,0 0-15,0 0 16,40 40-16,40-40 78,0 0-62,0-40-1,0 40 1,1 0-16,-41-40 16,40 40-1,-80 0 32,-41 0-31,81 40-16,-40-40 0,0 0 31</inkml:trace>
  <inkml:trace contextRef="#ctx0" brushRef="#br0" timeOffset="-146173.18">6059 1644 0,'0'-40'0,"0"0"31,0-1 0,40 1 1,0 40-17,0 0-15,1 0 0,-41-40 0,40 40 16,0 0-16,0 0 16,0 0-16,0 0 15,-40 40 1,0 0-16,0 1 0,0-1 0,0 0 15,-40 0-15,40 0 0,-40 0 0,40 0 0,-40-40 16,40 40-16,-40 0 0,40 0 16,-40-40-16,40 41 0,-41-1 15,82-40 63,-1 0-78,-40-40 16,40 40-16,0 0 16,-40 40-1,0 0-15,0 0 32,-40-40-32,40 40 0,-40 0 31,0-40-31,-1 0 0,1 0 15,40 40-15,-40-40 0,0 0 0,0 0 0,0 0 16,0 0 0,0 0-16,-1 0 0,1 0 0,0 0 0,0 0 15,0-40 1</inkml:trace>
  <inkml:trace contextRef="#ctx0" brushRef="#br0" timeOffset="-145013.16">19542 5454 0,'0'40'15,"-41"-40"32,41-40-47,-40 40 32,40-40-32,-40 40 15</inkml:trace>
  <inkml:trace contextRef="#ctx0" brushRef="#br0" timeOffset="-144703.18">16532 5013 0,'40'0'16,"0"0"-1,81 0 1,-81-41-1</inkml:trace>
  <inkml:trace contextRef="#ctx0" brushRef="#br0" timeOffset="-143683.29">5658 2967 0,'-40'0'0,"120"0"110,-80-40-95,40 40-15,0 0 0,0 0 0,0 0 16,-40-40-16,41 40 16,-1 0-16,0 0 0,0 0 0,-40-40 0,40 40 15</inkml:trace>
  <inkml:trace contextRef="#ctx0" brushRef="#br0" timeOffset="-143393.33">6260 2646 0,'0'0'16,"0"-40"0,-40 40-1,40-40 1,0 80 31,0 0-47,0 41 15,0-41 1,0 0-16,0 0 0,0 0 16,0 0-16</inkml:trace>
  <inkml:trace contextRef="#ctx0" brushRef="#br0" timeOffset="-142193.4">7022 561 0,'0'-40'31,"40"40"94,0 0-109,0 0-16,1 0 0,-1 0 15,0-40-15,0 40 0,0 0 16,0 0-16,0 0 16,1 0-16</inkml:trace>
  <inkml:trace contextRef="#ctx0" brushRef="#br0" timeOffset="-141523.37">8065 400 0,'-40'0'15,"0"0"1,0 0-1,0 0-15,40 41 79,0-1-33,40-40-46,0 0 16,-40-40 0,40-1-1,-40 1-15,0 0 32,-40 0 14,40 80 17,0 0-47,0 0-1,40 1-15,-40-1 0,0 0 16,0 0-1,0 0 1,-40-40-16,0 40 16,0-40-1,40 40-15</inkml:trace>
  <inkml:trace contextRef="#ctx0" brushRef="#br0" timeOffset="-140733.49">7343 1443 0,'-40'0'63,"80"0"62,0 0-110,0 0-15,1-40 0,-1 40 0,0 0 16,0 0-16,0-40 0,0 40 0,0 0 16,0 0-1,1-40-15,-1 40 16</inkml:trace>
  <inkml:trace contextRef="#ctx0" brushRef="#br0" timeOffset="-140353.47">8346 1082 0,'0'-40'31,"-40"40"-15,0 0 0,0 0-16,40 40 15,-40-40-15,0 0 16,40 40-16,0 0 0,-40-40 0,40 41 15,0-1-15,-41-40 0,41 40 0,0 0 32,81-40-17,-41 0 1,0 0-16,0 0 0,0-40 0,0 40 16,0-40-16,1 40 15,-1-40-15,0 40 0,0-41 0,0 41 0,0 0 16,0 0-1,0 0-15</inkml:trace>
  <inkml:trace contextRef="#ctx0" brushRef="#br0" timeOffset="-140113.53">8306 1162 0,'-40'0'15,"80"0"-15,-160-40 16,120 80 0,0 1-1,0-1 1,0 0-16,0 0 0,40-40 0,-40 40 16,0 0-16,0 0 0,0 0 15,0 0-15,0 1 0,0-1 16,0 0-1,40 0-15</inkml:trace>
  <inkml:trace contextRef="#ctx0" brushRef="#br0" timeOffset="-139123.51">8025 1965 0,'-40'0'0,"0"0"32,40-41-32,0 1 31,-40 40-31,0 0 16,0 0-1,0 40-15,-1-40 16,41 41-16,-40-41 0,40 40 15,-40-40-15,40 40 0,-40-40 0,40 40 16,0 0-16,-40-40 0,40 40 16,0 0-1,0 0 1,80-40-16,-40 0 16,41 0-1,-41-40 1,0 40-16,0-40 0,0 0 15,0 40-15,-40-40 0,0 0 0,40 40 16,-40-40-16,-40 40 16,40-40-16,-80 40 15,40 0 1,0 0-16,0 0 0,40-41 0,-41 41 16,1 0-16</inkml:trace>
  <inkml:trace contextRef="#ctx0" brushRef="#br0" timeOffset="-137993.65">8868 240 0,'0'-40'15,"-40"40"1,80 0 46,0 0-62,0 0 16,0 0-16,0 0 0,1 0 0,-1 0 16,0 0-1,0 0 1,-40 40-16,40-40 16,-40 40 15,0 0-31,0 0 15,-40-40-15,40 40 0,0 1 16,-40-1 0,40 0-16,0 0 0,0 0 0,0 0 15,-40-40-15,40 40 0,0 0 16,0 0-16,-40 1 0,40-1 0,0 0 16,-41 0-16,41 0 15,0 0-15,0 0 0,0 0 0,0 0 16,0 0-16,0 1 0,0-1 15,0 0-15,0 0 0,0 0 0,0 0 16,0 0-16,0 0 0,0 0 0,0 1 16,0-1-1,0 0-15,0 0 0,0 0 0,0 0 16,0 0 0,0 0-16,-40-40 0,40 40 0,0 0 15,0 1 1,-40-41-16,40 40 0,0 0 15,0 0 1,0 0-16,0 0 16,0 0 15,-40-40 31,0 0 1,0 0-47,0 0-16,0 80 0,-1-80 0,1 0 0,-40 0 15,40 41-15,-40-41 0,-1 40 16,1-40-16,0 40 0,0-40 0</inkml:trace>
</inkml:ink>
</file>

<file path=ppt/ink/ink6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8T05:59:35.157"/>
    </inkml:context>
    <inkml:brush xml:id="br0">
      <inkml:brushProperty name="width" value="0.05292" units="cm"/>
      <inkml:brushProperty name="height" value="0.05292" units="cm"/>
      <inkml:brushProperty name="color" value="#FF0000"/>
    </inkml:brush>
  </inkml:definitions>
  <inkml:trace contextRef="#ctx0" brushRef="#br0">10353 1764 0,'0'0'0,"-41"0"16,41-40 15,-40 40-31,0 0 15,40-40 1,-40 40-16,0 0 0,0 0 16,0 0-1,0 0-15,-1 0 16,1 0-16,0 0 0,0 0 0,0 0 16,0 40-16,0 0 15,0-40-15,40 40 0,-41-40 16,41 40-16,0 0 31,41-40-15,-41 40-16,40 1 0,-40-1 15,40 0-15,0 0 16,-40 0-16,0 0 16,40 0-16,-40 0 0,40 0 15,-40 1-15,0-1 0,0 0 0,0 0 16,0 0-16,0 40 0,40-40 0,-40 0 15,0 41-15,0-41 0,0 0 0,40 40 16,-40-40-16,0 40 0,0-40 0,41 1 16,-41 39-16,0-40 0,40 0 0,-40 40 15,0-40-15,40 40 0,-40-39 16,0 39-16,40-40 0,-40 0 0,0 40 16,0-40-16,0 0 0,0 41 0,40-41 15,-40 0-15,0 0 0,0 40 0,0-40 16,0 0-16,0 41 0,-40-41 0,40 0 15,0 40-15,-40-40 0,40 40 0,0-40 16,-40 1-16,40 39 0,0-40 0,0 0 16,0 40-16,0-40 0,0 0 0,0 0 15,0 41-15,0-41 0,0 0 0,0 0 16,0 0-16,0 40 0,0-40 0,0 1 16,0-1-16,0 0 0,0 0 0,0 0 15,0 0-15,0 0 16,0 0-16,0 0 15,0 0-15,0 1 16,0-1-16,0 0 16,0 0-16,40-40 15,-40 40-15,40-40 16,-40 40-16,0 0 16,0 0-1,40-40 16,-40 40-15,0 1 0,40-41 46,0 0-46,0 0-16,1 0 15,-1 0-15,0 0 16,0 0-16,0 0 0,0 0 16,0 0-16,0-41 0,41 41 15,-41 0-15,0 0 0,0-40 0,0 40 16,-40-40-16,40 40 0,-40-40 16,41 40-16</inkml:trace>
  <inkml:trace contextRef="#ctx0" brushRef="#br0" timeOffset="495.71">11476 2045 0,'0'40'16,"0"0"46,0 0-46,0 0-16,0 0 0,40 0 16,-40 1-16,0-1 0,0 0 15,0 0-15,0 0 0,0 0 16,0 0-16,0 0 0</inkml:trace>
  <inkml:trace contextRef="#ctx0" brushRef="#br0" timeOffset="1035.4">13964 2045 0,'0'0'16,"-40"0"-16,0 0 0,40-40 15,40 40 16,0 0-31,0 0 0,0 0 16,0 0-16,0 0 0,1 0 0,-1 0 16,0 0-16,0 0 0,0 0 15,-40 40-15,40-40 0,0 40 0,-40 0 16,0 0-16,0 0 0,0 0 16,0 0-16,-40 1 0,40-1 0,-80 0 15,40 0-15,0 0 0,0 0 0,-1 0 16,41 0-16,-40 0 0,40 0 15,-40-40-15,80 0 32,0-40-32,1 40 0,-1 0 15,0-40-15,40 40 0,-40 0 16,0 0-16,0-40 0,1 40 0,-1 0 16,40 0-16,-40-40 0,0 40 0,41 0 15,-41 0-15,40 0 0,0 0 0,0 0 16,1-40-16,-1 40 0</inkml:trace>
  <inkml:trace contextRef="#ctx0" brushRef="#br0" timeOffset="1471.15">15930 1965 0,'0'-41'16,"40"-39"-16,0 40 15,81 0 1,-41 0-16,81 0 16,-121 40-16,40 0 0,0 0 15,-40 0-15,41 120 16,-81-80-16,0 0 15,-121 41 1,121-41-16,-80 40 16,80-40-16,-40-40 0,40 40 15,0 0-15,0 0 16,40 0-16,0-40 0,-40 41 16,80 39-1,-40-40 1,-40 40-1,-120-40 1,0 0 0,80-40-16,-121 40 15,121 0-15,0-40 0</inkml:trace>
  <inkml:trace contextRef="#ctx0" brushRef="#br0" timeOffset="2067.81">11516 3529 0,'-40'0'0,"80"0"0,-120 0 47,40 40-16,40 0-31,-40-40 0,40 40 16,-40-40-16,0 40 0,-1 0 16,1 0-16,0 0 15,40 1 17,40-41-32,41 0 0,-41 0 15,0 0-15,0 0 0,0 0 0,0 0 16,0 0-16,41 0 0,-41-41 0,0 41 15,0 0-15,40-40 0,-40 40 0,0 0 16,1 0-16,-1 0 0</inkml:trace>
  <inkml:trace contextRef="#ctx0" brushRef="#br0" timeOffset="2303.67">11837 3609 0,'0'0'0,"-40"0"16,0 0 0,40 40-1,0 0 1,0 0-16,40-40 0,-40 40 16,0 0-16,0 1 0,0-1 15,0 0-15,0 0 0,0 0 0,-40 0 16,40 0-16,0 0 0,-40 0 0,40 0 15</inkml:trace>
  <inkml:trace contextRef="#ctx0" brushRef="#br0" timeOffset="2633.49">13964 3689 0,'-40'0'0,"-40"0"0,39 0 16,1 0 0,40 40 15,81 81-31,-1-1 15,0 0 1,-80-40 0,-40-40-1,-40 1 1,-1-82 0</inkml:trace>
  <inkml:trace contextRef="#ctx0" brushRef="#br0" timeOffset="2803.39">13803 3850 0,'0'0'0,"41"0"16,-41-41-16,40 41 0,-40-40 15,40 0-15,0 40 0,40-80 16,-40 80 0,41-40-16,39 40 15,0-40 1</inkml:trace>
  <inkml:trace contextRef="#ctx0" brushRef="#br0" timeOffset="3272.12">16331 3368 0,'0'0'0,"-40"0"31,0 0-31,-40 40 16,40 0-16,-40 41 16,80-41-16,0 0 15,-41 120 1,122-39 0,-1-81-1,-40 0-15,40-40 16,-40 0-16,1 0 15,-1 0-15,0-40 16,-80 40 0,0 0-1,-41 0-15,41-40 16,0 40-16,0 0 16,0 0-16</inkml:trace>
  <inkml:trace contextRef="#ctx0" brushRef="#br0" timeOffset="4211.58">11396 4972 0,'0'0'15,"-40"41"1,80-41 15,0 0-15,0 0-16,0 0 0,0 0 16,1-41-16,-1 41 0,0-40 15,0 40-15,0 0 0,0 0 0,0 0 16,0 0-16,1 0 15,-41 40 17,-41 1-17,41-1-15,-40-40 0,40 40 16,-40-40-16,40 40 0,0 0 0,0 0 16,-40 0-16,40 0 0,0 0 15,-40 1-15,40-1 0,0 0 0,0 0 16,0 0-16,0 0 0,0 0 15,0 0-15,0 0 0,0 0 0,0 1 16,0-1-16,0 0 0,0 0 16</inkml:trace>
  <inkml:trace contextRef="#ctx0" brushRef="#br0" timeOffset="4419.46">11516 5614 0,'-40'-40'16,"40"0"-16,0 0 15,40 40 1,0 0 0,121-40-1,40 0 1,-1 0-1</inkml:trace>
  <inkml:trace contextRef="#ctx0" brushRef="#br0" timeOffset="4961.16">13884 4932 0,'0'0'0,"40"0"16,0 0-1,0 0 1,0-40 0,-40 80-1,-40 121 1,-40-1-1,0 1 1,39-41 0,41 0-1,41-40 1,79-80 0,0-40-1,-80 40-15,41-80 16,-41 80-16,-40-80 0,0 40 15,0 0-15,0-40 16,-40 39-16,40 1 16,-81-40-16,41 40 0,-40-40 15,40 80-15,0-40 16,0 40-16,0-40 16,40-1-1,40 41 1,40 0-1,40 0 1,-80 0 0</inkml:trace>
  <inkml:trace contextRef="#ctx0" brushRef="#br0" timeOffset="5487.85">15890 4852 0,'0'0'15,"-40"0"1,-80 0-1,39 0 1,41 80 0,40 1-1,121-41 1,-41 0 0,0-40-1,-40-40 1,0 0-16,-40-1 15,0 1-15,40 80 63,-40 1-63,0-1 16,0 0-16,41-40 0,-41 40 0,0 0 15,0 0-15,0 0 0,0 0 0,0 0 16,0 1-16,-41-1 0,41 0 0,-40 0 15,0 0-15,0 0 0,0 0 0,0 0 16,0-40-16,0 40 0,-1-40 0,1 40 16,0-40-16,0 0 0,0 41 0,0-41 15,0 0-15,0 0 0,40-81 16,-41 81-16</inkml:trace>
  <inkml:trace contextRef="#ctx0" brushRef="#br0" timeOffset="6647.19">17455 1363 0,'-40'0'0,"80"0"0,-80-40 31,80 40-31,0 0 15,-40-40-15,40 40 0,0 0 16,0-40-16,1 40 0,-1-40 16,40 40-16,-40 0 0,0-41 0,0 41 15,41 0-15,-41 0 0,0-40 0,0 40 16,0 0-16,0 0 0,0 0 16,1 0-16,-41 40 0,40-40 15,-40 41-15,0-1 16,0 0-16,0 0 0,0 0 15,0 0-15,0 0 0,0 0 0,0 0 16,0 1-16,0-1 0,0 0 0,-40 0 16,40 40-16,0-40 0,0 0 0,0 40 15,0-39-15,0-1 0,0 40 0,0 0 16,0-40-16,0 40 0,40 1 0,-40-41 16,40 40-16,-40 0 0,40 0 0,-40 1 15,40-1-15,-40 0 0,0 0 0,0 0 16,0 1-16,0-1 0,0 0 15,0 0-15,0 0 0,0 1 0,0-1 16,-40 0-16,40 0 0,0-40 0,0 41 16,0-41-16,-40 40 0,40-40 0,0 0 15,0 40-15,-40-40 0,40 1 0,0-1 16,0 0-16,0 0 0,0 40 0,0-40 16,0 0-16,0 0 0,0 1 0,0-1 15,0 0-15,0 0 0,0 0 0,0 0 16,0 0-16,0 0 0,0 0 0,0 0 15,0 1-15,0-1 0,-40 0 0,40 0 16,0 0-16,0 0 0,0 0 16,0 0-16,0 0 0,0 1 0,0-1 15,0 0-15,0 0 16,0 0-16,0 0 16,0 0-16,0 0 15,0 0-15,0 0 16,0 1-1,0-1 17,0 0-1,-41-40 31,1 0-46,0 0 0,0 0-1,0 0-15,0 0 0,0 0 16,-1 0-16,1 0 0,-40 0 16,40 0-16,-40 40 0,-1-40 0,-39 0 15,0 0-15,-1 0 0</inkml:trace>
  <inkml:trace contextRef="#ctx0" brushRef="#br0" timeOffset="10991.7">2006 1924 0,'-40'0'16,"0"-40"0,0 40-1,0 0-15,0 0 16,0 0-16,-1 0 0,1 0 15,0 40-15,0-40 16,0 0-16,0 41 0,0-41 16,-41 40-16,41-40 0,0 0 0,0 40 15,0-40-15,0 0 0,0 0 0,40 40 16,-40-40-16,40 40 31,0 0-15,0 0-16,0 0 0,0 0 15,0 1-15,0-1 0,0 0 16,0 0-16,0 0 0,0 0 16,-41 0-16,41 0 0,0 40 0,0-39 15,-40-1-15,40 40 0,0-40 0,0 40 16,0 0-16,-40 1 0,40-1 16,-40 0-16,40 0 0,0 0 0,-40 1 15,40-1-15,-40 0 0,40 0 0,0-40 16,-40 41-16,40-1 0,0 0 0,0 0 15,0-40-15,0 41 0,0-1 0,0-40 16,0 40-16,0 0 0,40-40 0,-40 41 16,0-41-16,40 40 0,-40 0 0,0-40 15,0 40-15,0 1 0,0-41 0,0 40 16,40 0-16,-40 0 0,0 1 0,0-1 16,0 0-16,-40 0 0,40 0 0,0 1 15,-40-41-15,40 40 0,-40 0 0,40 0 16,-40-39-16,-1 39 0,41 0 15,-40-40-15,40 40 0,0-40 0,-40 0 16,40 41-16,0-41 0,0 0 0,-40 0 16,40 0-16,0 0 0,0 40 0,-40-39 15,40 39-15,-40-40 0,40 0 0,0 40 16,-40-40-16,40 0 0,0 0 0,0 1 16,0-1-16,0 0 15,0 0 1,0 0 15,40-40-15,0 0 15,0 0-15,0-40-16,0 40 15,0 0-15,1-40 16,-1 40-16,0-40 0,0 40 0,0-40 15,0 40-15,0 0 0,-40-41 0,40 41 16,1-40-16,-1 40 0,0 0 0,-40-40 16,40 40-16,-40-40 0,40 40 15,-40-40-15,0 0 16</inkml:trace>
  <inkml:trace contextRef="#ctx0" brushRef="#br0" timeOffset="12003.13">1725 2606 0,'41'0'0,"-41"-40"62,-41 40-31,1 0 1,0 0-17,0 40-15,40 0 16,0 0-16,-40-40 0,40 41 15,0-1-15,0 0 0,0 0 16,0 0-16,0 0 16,40-40-16,-40 40 0,40-40 15,-40 40-15,40-40 16,0 0-16,1 0 0,-41-40 16,40 40-16,-40-40 0,40 40 0,-40-40 15,40 40-15,-40-40 0,0 0 16,40 0-16,-40 0 15,-40 40-15,40-41 0,-40 41 16,0 0-16,0 0 16,-1 0-16,41 41 47,41-41-47</inkml:trace>
  <inkml:trace contextRef="#ctx0" brushRef="#br0" timeOffset="12223.99">2408 2847 0,'0'0'0,"-41"40"16,-39 0 0,40 40-1,-40 1 1,0 39-1,-1-40 1,41-40 0</inkml:trace>
  <inkml:trace contextRef="#ctx0" brushRef="#br0" timeOffset="12636.76">2729 2566 0,'0'0'0,"-41"0"16,1 0-1,0 40 1,0 40-1,40 1 1,0 39 0,80-120-1,-40 0 17,1 0-17,-1-40 1,0-80-1,-40 39 1,-40 41 0,0 40-16,-1 0 0,1 0 15,0 0 1,0 80 0,0-39-16</inkml:trace>
  <inkml:trace contextRef="#ctx0" brushRef="#br0" timeOffset="13367.34">4213 2526 0,'0'0'0,"-40"40"16,0-40 0,0 0-1,0 0 1,0 0-16,0 0 16,-1 0-16,1 0 15,40 40-15,-40-40 0,40 40 16,0 0-1,0 1-15,40-41 0,-40 40 16,40-40-16,1 40 0,-1-40 0,0 0 16,0 40-16,0-40 0,0 0 15,0 0-15,0 0 0,1 0 0,-1 0 16,0-40-16,0 40 16,-40-40-16,0 0 15,0-1-15,0 1 16,-40 0-16,0 0 15,0 40-15,40-40 16,-41 40-16,1 0 0,0 0 16,40 40-1,0 0 1</inkml:trace>
  <inkml:trace contextRef="#ctx0" brushRef="#br0" timeOffset="13619.2">4976 2967 0,'0'0'0,"-40"0"0,-1 0 16,1 0-1,0 121 1,0-1-1,-40 0 1,40-40 0,0-80-1</inkml:trace>
  <inkml:trace contextRef="#ctx0" brushRef="#br0" timeOffset="13911.03">5497 2566 0,'0'40'15,"0"0"48,0 0-63,0 1 16,-40-1-16,40 0 15,0 0-15,-40 0 0,40 0 16,0 0-16</inkml:trace>
  <inkml:trace contextRef="#ctx0" brushRef="#br0" timeOffset="14703.58">7183 2446 0,'-41'0'31,"41"40"0,0 0-15,0 0 0,0 0-16,0 0 15,0 0-15,0 1 16,0-1-1,0 0-15,0 0 0,-40 0 16,40 0-16,0 0 16</inkml:trace>
  <inkml:trace contextRef="#ctx0" brushRef="#br0" timeOffset="15594.76">7183 3007 0,'0'0'0,"0"40"15,-41-40 1,41 41-16,41-41 62,-1 0-46,0 0 0,0 0-16,0 0 15,0 0-15,0 0 16,-40-41 0,41 1-16,-41 0 15,0 0-15,0 0 16,0 0-16,0 0 15,-41 40-15,41-40 0,0 0 16,0-1-16,-40 1 16,40 0-16,0 0 0,0 0 15,-40 0-15,0 40 32,0 0-17,0 0-15,0 0 16,-1 0-16,1 40 15,40 0-15,-40-40 16,40 40-16,0 0 16,40 0-1</inkml:trace>
  <inkml:trace contextRef="#ctx0" brushRef="#br0" timeOffset="15845.26">7945 3007 0,'-40'0'0,"80"0"0,-120 81 16,80-41-16,0 0 15,-40 40 1,0 0-1,-1-40-15,1 40 16,0-80-16,0 41 0,40-1 16,-40-40-1</inkml:trace>
  <inkml:trace contextRef="#ctx0" brushRef="#br0" timeOffset="16252.17">8226 2646 0,'0'0'0,"40"0"16,0 0 0,121 0-1,-81 40 1,-80 121-1,-80-81 1,-1 0 0,81-40-1,41-40 1,119 0 0,1-40-1,-41-40 1,-40 40-1,-40 40-15,-40-40 16,-40 40 15,0 0-31,0 0 16,0 0-16,0 0 0,0 0 0,-1 0 16,41 40-16</inkml:trace>
  <inkml:trace contextRef="#ctx0" brushRef="#br0" timeOffset="18911.54">1485 3970 0,'-40'0'15,"80"0"95,-40 40-79,-40-40-31,40 40 15,0 0 235,-41-40-218,41 40 296,-40-40-313,40 40 32,-40-40-15,0 0 77,40 40 141,0 1-234,-40-1-1,40 0 1,-40 0-16,40 0 0,0 0 15,0 0-15,0 0 16,0 0-16,-40 1 0,40-1 16,0 0-16,-40-40 0,40 40 15,0 0-15,0 0 16,0-80 31</inkml:trace>
  <inkml:trace contextRef="#ctx0" brushRef="#br0" timeOffset="19180.21">1565 4812 0,'0'0'0,"-40"40"32,40 0-17,0 0 1,0 0 0,-40-40 15,0 0-31,-1 0 15,1 0-15</inkml:trace>
  <inkml:trace contextRef="#ctx0" brushRef="#br0" timeOffset="19589.09">2287 4451 0,'-40'0'31,"0"40"-31,0-40 16,40 40-1,0 0 1,0 41-1,80-41 1,40-40 0,-39-40-1,-41 0 1,-40-41 0,-80 1-1,39 40 1,1 40-16,0 0 15,0 0-15,40-40 0,-40 40 16,0 0 0,40 40-16</inkml:trace>
  <inkml:trace contextRef="#ctx0" brushRef="#br0" timeOffset="20023.05">3973 4130 0,'0'0'16,"0"-40"-1,0 80 32,0 40-31,0-39-1,-41-1-15,41 0 0,0 0 16,0 0-16,0 0 0,0 0 16,41 0-16,-41 0 15,40-40-15</inkml:trace>
  <inkml:trace contextRef="#ctx0" brushRef="#br0" timeOffset="20204.05">4414 4531 0,'-40'40'32,"40"1"-17,-40-41 1,0 40-16,40 0 15,-41 0-15,1 0 16,0-40 0</inkml:trace>
  <inkml:trace contextRef="#ctx0" brushRef="#br0" timeOffset="20475.62">5216 4050 0,'0'40'0,"0"-80"0,-40 120 16,40-40 15,0 0-31,0 1 15,0-1-15,0 0 16,0 0-16,0 0 16,0 0-16,0 0 15</inkml:trace>
  <inkml:trace contextRef="#ctx0" brushRef="#br0" timeOffset="21362.99">7303 3930 0,'0'0'0,"-40"0"0,0 0 31,40 40-15,0 0-1,0 0-15,0 0 16,40 0-16,-40 0 16,0 0-16,0 1 0,40-41 0,-40 40 15,0 0-15,0 0 0,0 0 16,0 0-16</inkml:trace>
  <inkml:trace contextRef="#ctx0" brushRef="#br0" timeOffset="21587.28">7744 4411 0,'-40'0'15,"40"40"17,0 0-17,0 0-15,0 0 16,-40-40-16,40 41 0,-40-1 15,0 0-15,0 0 16</inkml:trace>
  <inkml:trace contextRef="#ctx0" brushRef="#br0" timeOffset="22200.07">8186 4130 0,'80'0'32,"-40"0"-32,0 0 15,0 0-15,1 0 16,-41 40-16,0 0 15,0 1-15,0-1 16,-41 0-16,1 0 16,0 0-16,40 0 15,0 0 1,80-40-16,-39 0 16,-1 0-16,0 0 0,0 0 15,0-40-15,0 40 0,0 0 0,0-40 16,1 40-16,-1 0 0,0 0 0,0 0 15,-40-40-15,40 40 0,0 0 16,-80 0 78,0 40-79,0 0 1,0-40 0,40 40-16,-40-40 0,-1 0 31,41 40-15,-40-40 46,40-40-46</inkml:trace>
  <inkml:trace contextRef="#ctx0" brushRef="#br0" timeOffset="25062.97">1244 6095 0,'0'41'0,"0"-82"109,0 1-109,0 0 16,40 40-1,0 0-15,0 0 16,0 0 0,-40 40-1,0 0-15,0 1 16,0-1-16,0 0 0,-40-40 16,40 40-16,0 0 0,-40-40 0,40 40 15,-40 0-15,0 0 0,0 0 16,0-40-16,40 40 15,40-40 32,0-40-31,0 40-16,0 0 16,-40-40-16,40 40 0,0 0 15,1 0-15,-1 0 16,0 0-1</inkml:trace>
  <inkml:trace contextRef="#ctx0" brushRef="#br0" timeOffset="25267.04">1685 6336 0,'0'0'0,"40"0"15,-40 40 16,0 0-15,0 0-16,0 0 16,-40 1-16,40-1 15,-40 0-15,0 0 16,40 0-16,-40-40 16,40 40-16,-40-40 0</inkml:trace>
  <inkml:trace contextRef="#ctx0" brushRef="#br0" timeOffset="25711.24">2287 6015 0,'0'0'16,"-40"40"31,0 0-31,40 1-16,0-1 0,-40-40 15,40 40-15,-40 0 0,40 0 16,0 0-16,40-40 15,0 0 1,0 0-16,0 0 0,0 0 16,0 0-16,1 0 0,-1 0 15,-40-40-15,0 0 16,0 0-16,0 0 16,-40 0-16,-1-1 15,41 1 1,-40 40-16,0 0 0,0 0 15,0 0 1,40 40 0</inkml:trace>
  <inkml:trace contextRef="#ctx0" brushRef="#br0" timeOffset="26648.05">3973 5895 0,'-41'0'32,"41"-40"-32,0 0 15,41 40 1,-41-40 0,40 40-16,0 0 0,0 0 15,0 0-15,0 0 16,0 0-16,-40 40 0,40-40 15,-40 40-15,41 0 0,-41 0 16,0 0-16,0 0 16,0 0-16,-81-40 0,81 40 0,-40-40 15,40 41-15,-40-41 0,0 40 16,0-40-16,40 40 0,-40-40 0,0 0 16,40-40 15,0 0-31,40 40 15,-40-41-15,40 41 0,0 0 16,0 0-16,0 0 16,0 41-16,0-41 15,1 0-15,-1 40 16,0 0 0,0-40-1,-40 40-15</inkml:trace>
  <inkml:trace contextRef="#ctx0" brushRef="#br0" timeOffset="26859.04">4775 6176 0,'0'0'16,"0"40"-16,0 0 47,0 0-32,-40-40-15,40 40 0,-40 0 16,40 0-16,-40-40 16,40 40-16,-40-40 0,40 40 15,-41-40-15</inkml:trace>
  <inkml:trace contextRef="#ctx0" brushRef="#br0" timeOffset="27124.03">5216 5775 0,'0'-41'15,"0"82"16,0-1-15,0 0-16,0 0 16,0 0-16,41-40 0,-41 40 0,0 0 15,40 0-15,-40 0 16,0 1-16,0-1 0,40-40 16</inkml:trace>
  <inkml:trace contextRef="#ctx0" brushRef="#br0" timeOffset="27932">7263 5815 0,'0'0'0,"40"0"47,-40-40-47,40 40 0,0 0 16,0 0-16,1 0 0,-1 0 16,-40 40-16,40-40 0,-40 40 15,40 0-15,-40 0 0,0 0 16,0 0-16,0 0 0,-40 0 0,40 1 15,-80-1-15,39 0 16,41 0-16,-40-40 0,40 40 0,-40-40 16,40 40-16,40-40 31,0 0-15,1 0-16,-1 0 0,0 0 15,-40-40-15,40 40 0,0 0 0,0 0 16,-40-40-16,40 40 0,0 0 0,1 0 15,-1-40-15,0 40 0</inkml:trace>
  <inkml:trace contextRef="#ctx0" brushRef="#br0" timeOffset="28127.8">8186 6216 0,'40'40'0,"-80"-40"31,0 40 0,40 0-15,-40-40-16,40 40 0,-41 0 15,41 0 1,0 0-16,-40-40 16</inkml:trace>
  <inkml:trace contextRef="#ctx0" brushRef="#br0" timeOffset="28507.72">8507 5895 0,'-40'-40'16,"120"0"15,-40 40-31,0 0 16,0 0-16,0 0 0,1 0 15,-41 40-15,40 0 0,-40 0 16,0 0-16,0 0 0,-40-40 16,40 40-16,-41 0 0,1 1 15,40-1-15,-40-40 0,40 40 16,-40-40-16,120 0 15,-40 0-15,1 0 16,-1-40-16,0 40 0,0 0 0,0-40 16,0 40-16,0-41 0,0 41 15,1 0-15,-1-40 16,-40 0 0,0 0-16</inkml:trace>
  <inkml:trace contextRef="#ctx0" brushRef="#br0" timeOffset="30584.17">9028 2085 0,'0'0'0,"-40"0"125,80 0-47,1 0-63,-1 0 1,0 0 0,0 0-1,-40 40 1,0 0-16,0 0 15,0 0-15,0 0 16,40-40-16,-40 41 16,0-1-16,0 0 15,40 0-15,-40 0 0,40 0 16,-40 0-16,0 0 16,40 0-16,-40 0 0,0 1 15,0-1-15,0 0 16,0 0-16,0 0 0,0 0 0,0 0 15,0 0-15,0 0 0,0 1 16,0-1-16,0 0 0,0 0 0,0 0 16,0 0-16,0 0 0,0 0 15,0 0-15,0 0 0,0 1 16,0-1-16,41 0 16,-41 0-16,0 0 0,0 0 15,0 0-15,0 0 0,40-40 0,-40 40 16,0 1-16,0-1 0,0 0 15,0 0-15,0 0 0,0 0 16,0 0-16,-40-40 16,40 40-16,0 0 0,0 0 15,0 1-15,-41-1 0,41 0 16,0 0-16,0 0 16,0 0-16,-40 0 0,40 0 15,0 0-15,0 1 0,0-1 16,0 0-16,0 0 0,-40 0 15,40 0-15,0 0 16,0 0-16,0 0 16,-40-40-16,40 40 15,0 1-15,0-1 16,0 0-16,0 0 16,0 0-16,0 0 0,40 0 15,-40 0-15,0 0 16,40 1-16,-40-1 0,0 0 15,0 0-15,40-40 0,-40 40 16,0 0-16,41 0 16,-41 0-1,0 0 1,0 0 0,0 1-1,-41-41 1,41 40-16,0 0 0,0 0 15,0 0-15,0 0 16,0 0-16,0 0 16,0 0-1,0 1 1,0-1-16,0 0 16,0 0-1,0 0-15,0 0 16,0 0-1,0 0 1,0 0 0,0 0-1,0 1 1,0-1 0,0 0-1,0 0-15,-40-40 31,40 40-15,-40-40 0,40 40-16,-40-40 15,40 40 1,-40-40 0,0 0-1,0 0 1,0 0-1,-1 0-15,1 0 0,0 0 16,0 0-16,0 0 0,0 0 0,-40 0 16,39 0-16,1 0 0</inkml:trace>
  <inkml:trace contextRef="#ctx0" brushRef="#br0" timeOffset="32838.68">22591 2205 0,'-40'0'62,"0"0"-46,0 40-1,0-40 1,0 0-16,-1 0 0,1 40 16,0-40-16,0 41 15,0-41-15,0 40 0,0 0 0,0 0 0,-1 0 16,41 0-16,-40-40 0,40 80 0,0 0 16,0-39-1,40-1-15,-40 0 0,81 0 0,-41-40 0,0 0 16,0 40-16,0-40 0,0 0 15,0 0-15,1 0 0,-1 0 0,0 0 0,0 0 16,0-40-16,0 0 16,-40 0-16,40 0 0,-40-1 0,0 1 15,0 0-15,0 0 0,0 0 0,0 0 0,0 0 16,-40 0-16,40 0 0,-40-41 16,40 41-16,-80 0 0,40 0 0,40 0 0,-40 0 15,-1 0-15,41 0 16,-40 40-16,40-40 0,-40 40 0,0 0 15,40-41-15,-40 41 16,40 41 15</inkml:trace>
  <inkml:trace contextRef="#ctx0" brushRef="#br0" timeOffset="33208.65">23233 1804 0,'-160'0'16,"320"0"-16,-401 0 31,241 40-31,0 0 15,0 161 1,121 40 15,-81-1-15,-40-79-16,-40-1 31,-81-40-15,41-120-1,40-40 1</inkml:trace>
  <inkml:trace contextRef="#ctx0" brushRef="#br0" timeOffset="33338.61">22832 2646 0,'-40'0'0,"40"-40"15,0 0 1,80 0-16,-40 40 15,0-40-15,41 0 0,-1 40 16,-40-40-16,40 40 0,-40-40 0,41 40 0,-41 0 16,0-40-16,0 40 15,0 0-15,-40-41 0</inkml:trace>
  <inkml:trace contextRef="#ctx0" brushRef="#br0" timeOffset="33678.56">21869 3689 0,'40'0'0,"-80"0"0,-40 80 16,160-80-1,-40 0 1,241-80 0,-241 80-16,201-40 15,0 0 1,-201 40-16,120 0 31,-120 0-31,0-40 16,1 40-16</inkml:trace>
  <inkml:trace contextRef="#ctx0" brushRef="#br0" timeOffset="34058.61">22752 4251 0,'-161'80'15,"322"-160"-15,-402 160 16,201-80-16,-81 40 16,81 40-1,0 40 1,40-79-16,0-1 0,0 0 0,40 40 31,41-40-15,39-80-1,-40-80 17,-80 39-32,40 81 0,-40-120 15,-80 80-15,80 0 16,-120-80 0,39 39 15,81 41 0</inkml:trace>
  <inkml:trace contextRef="#ctx0" brushRef="#br0" timeOffset="34508.54">22912 4130 0,'40'0'0,"-80"0"0,120 0 16,-80 40-16,41-40 15,-1 40 1,-40 81 0,-40 79-1,-81-119 17,161-81-1,-40-41-31,161-79 31,-41 40-31,-40-40 31,-39 79-31,-82 41 32,41 41-17,-80 79 1,80-80-1,0 0-15,-40 40 16,40-40-16,40-40 16,81 81-1,119-81 1,-119-40 0</inkml:trace>
  <inkml:trace contextRef="#ctx0" brushRef="#br0" timeOffset="34748.57">23795 3368 0,'-40'0'0,"40"-40"31,40 0-15,241-40 0,0 40-1,-81 0 1</inkml:trace>
  <inkml:trace contextRef="#ctx0" brushRef="#br0" timeOffset="34918.56">24156 3609 0,'-40'40'15,"80"-80"-15,-120 80 0,120-40 16,0 0 0,0 0-16,0 0 15,0 0-15,1-40 0,-1 40 0,0 0 0,0 0 16,-40-40-1,40 40-15,0-40 0</inkml:trace>
  <inkml:trace contextRef="#ctx0" brushRef="#br0" timeOffset="35278.47">25480 2446 0,'0'0'0,"0"-80"16,0 120 15,-40 0-31,0 120 31,40 161-15,0 0 0,0-201-1,0-40-15,-40 81 16,0-121-16,40 0 0,-40 0 16,-41 0-16,41-40 0,-40 0 31,40 0-31</inkml:trace>
  <inkml:trace contextRef="#ctx0" brushRef="#br0" timeOffset="35458.53">25039 3448 0,'-40'0'16,"80"0"-16,-80-40 15,120 0-15,-40 0 0,80 0 31,-79 0-31,159 0 16,-119 0-16,-41 0 16</inkml:trace>
  <inkml:trace contextRef="#ctx0" brushRef="#br0" timeOffset="35798.51">26243 2486 0,'-40'0'0,"-1"0"16,1 0-1,0 0-15,0 0 16,40 40 0,-40-40-16,40 40 0,0 0 0,0 0 0,-40 0 15,40 1-15,0-1 0,0 0 0,0 0 0,0 0 16,0 40-16,0-40 0,0 0 16,0 1-16,0 39 0,40-40 0,-40 0 0,0 0 15,40 0-15,0 0 16,0 0-16,0-40 15,1 0-15</inkml:trace>
  <inkml:trace contextRef="#ctx0" brushRef="#br0" timeOffset="36338.48">26443 2847 0,'-40'0'15,"80"0"-15,-80-40 16,40 0 0,40 40-16,0 0 15,1 0 1,-1 0-16,0 80 31,0-40-31,-40 0 0,0 80 16,0-79-16,0-1 15,-80 0-15,80 0 0,-40 40 16,40-120 15,200-80-15,-160 80-16,121-81 15,-121 41-15,0 40 16,40-40 0,-80 40-1,-40 40 1,0 0 0,40 40-16,-40 0 31,40 40-31,0-40 0,0 0 15,0 81 1,40-121-16,0 80 16</inkml:trace>
  <inkml:trace contextRef="#ctx0" brushRef="#br0" timeOffset="36678.39">27366 3088 0,'0'0'16,"-40"0"-16,0 0 16,80 0 15,0 0-15,40 0-1,-39 0-15,-1 0 0,0-41 0,0 41 16,0 0-16,0 0 15,-40-40-15,40 40 0</inkml:trace>
  <inkml:trace contextRef="#ctx0" brushRef="#br0" timeOffset="36938.39">27567 2887 0,'-40'0'0,"0"0"0,-1 0 15,82 40 17,-41 0-17,40-40 1,-40 40-16,40 0 0,0 1 0,-40-1 16,0 0-16,0 0 0,40 0 15,-40 0-15,0 0 0,0 0 16,0 0-16,0 0 15,0 1-15</inkml:trace>
  <inkml:trace contextRef="#ctx0" brushRef="#br0" timeOffset="37218.43">28008 2767 0,'0'0'16,"-40"40"0,0 0-1,40 80 1,0-80-16,0 81 15,40-81-15,-40 0 16,40 0 0,-40 0-16,40 40 15</inkml:trace>
  <inkml:trace contextRef="#ctx0" brushRef="#br0" timeOffset="37398.42">28329 3368 0,'0'-40'15,"0"80"-15,0-120 16,0 40 0</inkml:trace>
  <inkml:trace contextRef="#ctx0" brushRef="#br0" timeOffset="37588.36">28369 3288 0,'0'40'16,"0"0"31,0 0-47,0 0 31,0 1-31,-40-1 0,0 0 0,40 0 15,-40-40-15,0 40 16,0 0-16,0-40 0,-1 0 0,1 40 0,0-40 16,0 0-16,0 0 0,0 0 0</inkml:trace>
  <inkml:trace contextRef="#ctx0" brushRef="#br0" timeOffset="38178.3">28971 2847 0,'0'0'16,"-40"0"-16,0 0 31,0 160-15,40-39-1,120-121 1,1-81 15,-41-39-15,-80 80-1,40 40 17,-40 40-17,0 0 1,0 40 0,0-39-16,0 159 15,0-160-15,0 0 0,-40 81 16,40-81-16,-80 120 31,40-160-31,40 40 0,-41-40 0,-39 40 16,-40-80 15,80-80-15,40 0-1,40 79 1,0 1-16,40 0 15,-80 0-15</inkml:trace>
  <inkml:trace contextRef="#ctx0" brushRef="#br0" timeOffset="38548.35">29533 2767 0,'40'0'15,"0"0"32,0 0-31,1 0-16,-41 80 0,40-40 0,-40 0 15,40 0-15,-40 40 0,0-39 0,0-1 16,0 0-16,0 0 16,0 0-16,0 0 0,-40 0 0,40 0 0,-40 0 15,40 0-15,-81 1 0,41-1 16,0-40-16,0 40 0,0-40 15</inkml:trace>
  <inkml:trace contextRef="#ctx0" brushRef="#br0" timeOffset="38788.25">30015 3288 0,'0'0'16,"0"-40"-16,-41 40 16,41-40-16,41 40 15,-1 0-15,0-40 16,40 40-16,-40 0 16,0-40-16,0 40 0,1 0 0,-1 0 15,0 0-15,-40-40 16,40 40-16,0 0 0,0 0 0</inkml:trace>
  <inkml:trace contextRef="#ctx0" brushRef="#br0" timeOffset="39108.32">31098 2606 0,'-40'0'16,"80"0"-16,-120 0 15,80 40-15,0 0 16,-81 121 0,81 160 15,41 0-16,-41-81 1,-41-119 0,1-121-1</inkml:trace>
  <inkml:trace contextRef="#ctx0" brushRef="#br0" timeOffset="39288.25">30857 3529 0,'0'0'16,"-40"-81"0,40 41-1,161 0 1,-121 40-16,40-40 16,-40 40-16,80-40 15,-39 0 1</inkml:trace>
  <inkml:trace contextRef="#ctx0" brushRef="#br0" timeOffset="39518.24">31740 2767 0,'0'0'15,"-80"0"1,80 40-1,-40 40 17,40 0-32,0-40 0,-41 161 15,41-161-15,0 0 0,41 40 32,-41-40-32,40 0 15,0 1-15</inkml:trace>
  <inkml:trace contextRef="#ctx0" brushRef="#br0" timeOffset="39918.26">31900 3007 0,'0'0'16,"41"0"0,-1 0-1,0 121 16,-40-1-15,0-80 0,0-80 15,40 0-31,0 0 16,0 0-16,0 40 0,-40-40 0,40-1 15,1 41-15,-1-40 16,0 0-16,-40 0 0,40 40 0,0-40 0,-40 0 15,-40 40 17,40 40-32,-40-40 0,40 40 15,-40 0-15,40 0 16,-40 0-16,40 1 0,-41-41 0,41 40 0,0 0 16,0 0-16,0 0 15,0 0-15,0 0 0,41-40 16,-1 0-1,-40 40-15</inkml:trace>
  <inkml:trace contextRef="#ctx0" brushRef="#br0" timeOffset="40118.25">32623 3288 0,'-40'0'0,"-1"40"0,1-40 31,40 40-31,0 40 31,0-39-31,0-1 0,-40-40 0,0 80 16,0-40 15</inkml:trace>
  <inkml:trace contextRef="#ctx0" brushRef="#br0" timeOffset="40598.18">32823 2847 0,'0'0'0,"-40"0"16,40 80 0,0-40-16,0 0 15,0 0-15,0 41 16,81-81 15,-41-40-15,0-41-1,-40 41 1,0 0-16,0 80 31,0 0-31,0 0 16,0 1-1,-40-1-15,40 0 0,0 0 0,0 0 0,0 0 16,-40 0-16,-1 0 0,41 0 16,-40 0-16,40 1 0,0-1 0,-40-40 0,40 40 15,-40 0-15,0 0 0,0-40 32,40-40-17,0 0 1,0 0-16,0 0 31,0-1-31,40 1 16,-40 0-16,40 40 0,-40-40 15</inkml:trace>
  <inkml:trace contextRef="#ctx0" brushRef="#br0" timeOffset="40838.21">33385 2887 0,'0'40'32,"0"0"-17,-80 241 1,-81 0 15,41-161-31,40-80 0,-81 40 0</inkml:trace>
  <inkml:trace contextRef="#ctx0" brushRef="#br0" timeOffset="44797.94">14205 3288 0,'0'-40'0,"-40"40"16,-1 0 15,41 40 0,-40-40-15,0 0 0,40-40-1,-40 40 1,0 0-16,0 0 15,0 0 1,0 0-16,-1 0 16,1 0-16,0 0 15,40 40-15,-40-40 16,0 0-16,0 0 16,40 40-1,-40 0-15,0-40 0,40 40 16,-41-40-16,41 40 15,0 1-15,-40-41 0,40 40 0,0 0 16,0 0 0,-40-40-16,40 40 0,0 0 15,0 0-15,0 0 16,0 0 0,0 1-16,-40-1 0,40 0 15,-40 0 1,40 0-16,-40 0 15,40 0-15,-40 0 16,40 0-16,0 0 16,0 1-16,0-1 15,0 0 1,40-40 0,-40 40-16,40 0 15,-40 0 16,40-40-31,0 0 16,-40 40-16,40-40 16,0 0-1,1 0-15,-1 40 0,0-40 16,0 0 0,0 40-16,0-40 15,0 0 1,0 0-16,1 0 15,-1 0 1,0 0-16,0 0 16,0 0-16,0 0 15,0 0 1,0 0 15,-40-40-31,41 40 16,-1-40-16,0 40 15,0-40-15,0 40 32,0 0-32,-40-40 0,40 40 15,-40-40 1,0 0 0,40 40-16,-40-40 15,41 40 1,-41-40-16,0-1 15,40 41 1,-40-40-16,40 40 16,-40-40-16,0 0 31,0 0-31,0 0 31,0 0-31,0 0 16,0 0-1,0 0 1,0-1 0,0 1-1,0 0-15,0 0 32,-40 40-17,40-40-15,-40 40 16,40-40-16,-41 40 31,1 0-31,40-40 16,-40 40-16,40-40 0,-40 40 15,40-40 1,-40 40-16,40-41 31,-40 41-15,0 0-1,0 0 17,-1 0-32,1 0 15,0 0-15,0 0 0,40-40 16,-40 40-16,0 0 0,40-40 16,-40 40-16,0 0 0,40-40 0,-41 40 15,1 0 1,0 0-16,0 0 0,0 40 0,0-40 15,0 40-15</inkml:trace>
  <inkml:trace contextRef="#ctx0" brushRef="#br0" timeOffset="47777.8">3892 5093 0,'-40'0'0,"0"0"16,0 0-16,80 0 140,0 0-140,0 0 16,0 0 0,1 0-1,-1 0 1,0 0 0,0 40-16,0-40 0,0 0 15,0 0-15,0 0 16,1 0-16,-1 0 0,0 0 0,40 0 0,-40 0 15,0 0-15,0 0 16,1 0-16,-1 0 0,0 0 0,0 0 16,0 0-16,0 0 15,0 0 1,0 0 0,1 0-1,-1 0-15,0 0 16,0 0-1,0-40-15,0 40 32,-40-40-32,40 40 15,-40-40 188,40 40-203,-40-41 32,41 41-17,-41-40 17,40 40-32</inkml:trace>
  <inkml:trace contextRef="#ctx0" brushRef="#br0" timeOffset="49387.67">20745 6055 0,'0'0'0,"-40"0"15,0 0 1,0-40 15,40 0-15,40 0-1,40 0 1,1 40 0,79 0-1,-80 40 17,-40 40-17,-80 0 1,-40 1 15,0-1-15,80-40-1,40-40 1,0-40 0,40 0-1,81-81 1,-81 1-1,40 40 1,-79 40 0,-82 40-1,-119 40 17,80 40-17,40 40 1,-1 1 15,122-81-15,79-40-1,41-40 1</inkml:trace>
  <inkml:trace contextRef="#ctx0" brushRef="#br0" timeOffset="49587.63">21748 5975 0,'0'0'0,"41"0"32,-1 0-32,40-40 15,-40 40-15,0 0 16,0 0-16,1-40 0,-1 40 0,0 0 0,0 0 15,0 0 1,0-40-16</inkml:trace>
  <inkml:trace contextRef="#ctx0" brushRef="#br0" timeOffset="49787.68">21869 6176 0,'0'0'0,"-40"40"16,80-40 0,80 0-1,-39-40 1,39 0 0,-80 40 15,0-41-31</inkml:trace>
  <inkml:trace contextRef="#ctx0" brushRef="#br0" timeOffset="50167.59">22551 5855 0,'0'0'0,"-40"-40"0,40 80 47,0 0-31,0 0-16,0 0 0,0 0 15,0 0-15,-40 0 0,40 1 0,0-1 16,-40-40-16,40 40 16,0 0-16,-40-40 0,40 40 0,0 0 0,0 0 15,-41-40 1,41 40-16,-40-80 109,40 0-78,-40 0-31</inkml:trace>
  <inkml:trace contextRef="#ctx0" brushRef="#br0" timeOffset="50487.64">23273 5855 0,'-40'0'31,"80"0"32</inkml:trace>
  <inkml:trace contextRef="#ctx0" brushRef="#br0" timeOffset="50697.63">23153 6376 0,'-40'80'16,"80"-160"-16,-120 241 31,80-121-31,-40 0 0,-1 40 31,-119 0-15,120-40-1</inkml:trace>
  <inkml:trace contextRef="#ctx0" brushRef="#br0" timeOffset="51547.51">24116 6176 0,'-40'0'15,"80"0"-15,-120 40 16,120 0 15,0-40-31,40 0 16,-40 0-16,0 0 15,-40 40-15,41-40 0,-1 0 0,0 0 16,-40-40-16,40 0 16,-40 0-1,0 0-15,0-1 32,-40 41-32,80 0 93,0 0-15,-40-40-78,0 0 32,0 80-1,0 0-15,0 1-16,0-1 15,0 0-15,0 0 16,-40-40-16,40 40 0,0 0 0,0 0 15,-40 0-15,0 40 16,40-39-16,-40-1 0,40 0 0,-41 0 0,1 0 16,40 0-16,-40 0 0,40 0 0,-40 0 15,40 1-15,-40-1 0,40 0 16,0 0-16,-40 0 0,40 0 0,0 0 0,-40 0 16,40 0-1,-40 0-15,-1-40 16,1 0-1,40-40-15,0 0 16,-40 40-16,40-40 0,0 0 0,0 0 16,0 0-16,0 0 15,0 0-15,0 0 0,40 40 16,-40-41-16,40 1 16,1 40-16,-1 0 0,-40-40 15,40 40-15,0 0 16,0 0-16,0 0 0,0 0 0,0-40 15</inkml:trace>
  <inkml:trace contextRef="#ctx0" brushRef="#br0" timeOffset="51787.49">24758 6456 0,'0'0'0,"40"0"16,0-40 0,0 40-16,0 0 0,1-40 15,-1 40-15,0-40 0,0 40 0,0 0 0,0 0 16,0 0-16,0-40 16,1 40-16,-1 0 0,0-40 15,0 40-15</inkml:trace>
  <inkml:trace contextRef="#ctx0" brushRef="#br0" timeOffset="51957.56">25039 6537 0,'0'40'16,"40"-40"-1,40-40 16,41-1-15,-1 1-16</inkml:trace>
  <inkml:trace contextRef="#ctx0" brushRef="#br0" timeOffset="52267.54">25962 6095 0,'-40'-40'16,"0"40"-16,-1 0 16,41 40 15,0 41-31,0-41 16,0 0-16,0 0 0,0 40 15,0-40-15,0 0 0,0 0 0,0 1 0,0-1 16,0 0-16,-40 0 15,40 0-15,0 0 0,0 0 16,-40-40-16,40-40 63,0 0-63,0 0 15</inkml:trace>
  <inkml:trace contextRef="#ctx0" brushRef="#br0" timeOffset="53507.39">23153 8582 0,'0'0'0,"-40"0"0,40-40 0,-40 40 0,40-40 16,0 0-1,40 80 16,0-40-15,0 0-16,0 0 0,0 0 16,0 0-16,1 0 15,39 0-15,-40 0 0,0 0 0,0-40 0,40 40 16,-39-40-16,-1 40 0,0-41 16,0 1-16</inkml:trace>
  <inkml:trace contextRef="#ctx0" brushRef="#br0" timeOffset="53737.45">23113 8863 0,'0'0'0,"0"40"0,40-40 31,40-40-15,-40 40-16,41 0 15,-1 0-15,80-40 16,-120 40-16,81-41 31,-81 1-31</inkml:trace>
  <inkml:trace contextRef="#ctx0" brushRef="#br0" timeOffset="54157.43">24959 7940 0,'0'0'15,"-41"-40"1,41 80 15,-40-40-31,-40 161 32,80-121-32,-40 120 15,40-120-15,0 41 0,-40 39 16,40 161 15,-40-1-15,-41-39-1,1-161 1,-40-80 15,120-40-31</inkml:trace>
  <inkml:trace contextRef="#ctx0" brushRef="#br0" timeOffset="54317.42">24477 8903 0,'0'-40'0,"40"40"32,-40-40-32,80 40 0,-39-41 15,-1 41-15,0 0 0,0-40 16,40 40-16,-40 0 0,0 0 0,1 0 0,-41-40 15,40 40-15,0 0 16,0 0-16,-40-40 0</inkml:trace>
  <inkml:trace contextRef="#ctx0" brushRef="#br0" timeOffset="56287.23">25721 7900 0,'0'-40'15,"-40"80"48,0-40-63,40 40 0,-40-40 16,40 40-16,-40 0 15,-1 1-15,41-1 0,-40 0 0,40 0 16,0 0-16,-40 0 15,40 0-15,0 0 0,0 0 0,0 1 0,0-1 16,0 0-16,0 0 0,0 0 0,0 0 0,0 0 16,0 0-16,0 0 15,40 0-15,-40 1 0,0-1 16,40 0-16,1-40 16,-41 40-16,40-40 15,-40-40 1</inkml:trace>
  <inkml:trace contextRef="#ctx0" brushRef="#br0" timeOffset="57327.16">25922 8181 0,'0'0'0,"0"-40"172,40 40-172,0-40 16,0 40-1,0 0-15,0-40 16,0 40-16,1 0 16,-1 0-1,0 0-15,-40 40 16,40 0 0,-40 0-16,0 0 0,-80 0 15,40 0 1,40 0-16,-41-40 0,1 40 0,40 1 0,-40-41 15,0 40-15,0-40 0,40 40 16,-40-40-16,0 40 0,0 0 0,80-40 47,0 0-31,0-40-16,0 40 15,0 0-15,0 0 0,0 0 16,1-40-16,-1 40 15,0 0-15,0 0 16,0 0 0,-80 0 62,0 0-63,0 0-15,0 0 16</inkml:trace>
  <inkml:trace contextRef="#ctx0" brushRef="#br0" timeOffset="59127.06">28008 3689 0,'40'0'16,"0"0"-1,1 0-15,-41-40 16,40 40-16,-40-40 62,0 0-15,0 80 78,0 0 141</inkml:trace>
  <inkml:trace contextRef="#ctx0" brushRef="#br0" timeOffset="59947.01">26925 8141 0,'-40'40'0,"40"0"32,0 0-17,0 0-15,0 0 16,0 0 0,0 1-1,0-1-15,-40 0 16,-1-40-1,41 40-15,-40-40 0,0 0 16,0 0-16</inkml:trace>
  <inkml:trace contextRef="#ctx0" brushRef="#br0" timeOffset="60567.03">27527 7780 0,'0'40'125,"0"0"-110,0 0-15,0 0 0,0 0 16,0 0-16,0 1 0,0-1 16,0 0-16,0 0 0,0 0 0,0 40 0,-40-80 15,40 40-15,0 0 16,0 1-16,-41-1 0,41 0 0,0 0 15</inkml:trace>
  <inkml:trace contextRef="#ctx0" brushRef="#br0" timeOffset="60937.03">28129 7700 0,'0'40'46,"0"0"-46,40 0 32,-40 0-32,40 0 0,-40 0 15,0 0-15,0 0 16,0 1-16,0-1 0,0 0 16,0 0-16,-40 0 15,40 0-15,-81-40 0,81 40 0,-40 0 0,0 0 16,0 1-16,0-1 0,0-40 15,0 40-15,0-40 0,-1 40 0,1-40 0,40 40 16,-40-40-16</inkml:trace>
  <inkml:trace contextRef="#ctx0" brushRef="#br0" timeOffset="61257.01">28771 8221 0,'-41'40'16,"122"-40"-1,-81-40-15,40 40 16,0 0-16,0 0 0,0 0 0,0 0 16,1 0-16,-1 0 15,-40-40-15,40 40 0,0 0 16,0 0 0,-40-40-16,40 40 0</inkml:trace>
  <inkml:trace contextRef="#ctx0" brushRef="#br0" timeOffset="61576.99">30175 7579 0,'0'0'15,"-40"0"-15,0 0 16,0 0-16,0 121 16,-1 119-1,1 41 17,-40-40-17,0-41 1,40-80-1,-41-120 1</inkml:trace>
  <inkml:trace contextRef="#ctx0" brushRef="#br0" timeOffset="61746.94">29694 8582 0,'-41'0'16,"41"-40"-16,0 0 15,0 0 1,41 40-16,-1 0 0,-40-40 0,80 40 16,-40 0-16,0 0 0,0-41 15,41 41-15,-41 0 0,0 0 16,0 0-16,0-40 16</inkml:trace>
  <inkml:trace contextRef="#ctx0" brushRef="#br0" timeOffset="62036.96">30978 7780 0,'-41'0'0,"1"0"0,0 0 31,-40 0-15,80 40-1,-80 201 1,40-1 0,40-79-1,0-81 17,80-120-17,-40 40-15</inkml:trace>
  <inkml:trace contextRef="#ctx0" brushRef="#br0" timeOffset="62246.95">31138 7940 0,'-40'0'16,"40"40"15,0 0-16,-40 121 1,0-1 0,0-79-1,40-1 1,0-40 0</inkml:trace>
  <inkml:trace contextRef="#ctx0" brushRef="#br0" timeOffset="62466.93">31339 8462 0,'40'0'0,"-40"40"62,0 0-62,0 0 16,0 0-16,0 0 15,-40-40-15,40 40 0,-40-40 0,40 40 0,-41-40 16,41 40-16,-40-40 0,0 0 0</inkml:trace>
  <inkml:trace contextRef="#ctx0" brushRef="#br0" timeOffset="62836.92">32181 7900 0,'0'40'16,"0"-80"-16,-40 80 0,0 0 0,40 0 31,0 1 1,0-1-32,0 120 31,-80 41-16,40-121-15,40-40 32</inkml:trace>
  <inkml:trace contextRef="#ctx0" brushRef="#br0" timeOffset="63106.83">32462 7820 0,'0'0'16,"0"40"-16,0 0 15,0 0-15,80 0 16,-39 161-1,-82-81 1,-159 121 0,-201-81 15</inkml:trace>
  <inkml:trace contextRef="#ctx0" brushRef="#br0" timeOffset="65286.77">24116 9705 0,'0'0'0,"0"40"0,-40-40 16,40 40-16,-40-40 15,40 40-15,40-40 47,0 0 47,0 0-94,0 0 15,0 0-15,0-40 0,1 40 0,-1 0 16,40-40-16,-40 40 16,40 0-16,-40-40 0,41 40 0,-1 0 0,0-40 15,0 40-15,1 0 0,-41-40 16,40 40-16,0 0 0,1 0 0,-1 0 0,0-40 16,-40 40-16,41 0 15,-41 0-15,40 0 0,0 0 0,-40 0 0,41 0 16,-1 0-16,-40-41 0,40 41 15,0 0-15,1-40 0,-1 40 0,-40 0 0,40-40 16,1 40-16,-1-40 0,-40 40 0,40-40 0,0 0 16,1 40-16,-41 0 15,40-40-15,0 40 0,1 0 0,-1 0 0,0 0 16,0 0-16,1 0 0,-41-40 16,40 40-16,-40 0 0,0 0 0,0 0 15,0 0 1,-80 0 140,0 0-125,0-40 32</inkml:trace>
  <inkml:trace contextRef="#ctx0" brushRef="#br0" timeOffset="67186.66">3652 6737 0,'40'0'16,"-40"-40"15,-40 40-15,-1 0-1,41 40-15,0 0 16,0 0 0,0 0-16,0 1 0,0-1 15,81-40 1,-41 0-16,40 0 0,0 0 0,41 0 0,-1 0 15,0 0-15,1 0 0,-1-40 0,1 40 0,-1 0 16,0-41-16,1 41 0,-41-40 16,0 40-16,0-40 0,-39 40 0,-1 0 0,0 0 15,0 0-15,-40-40 16,-40 40 15,0 0-31,0 0 16,80 0 15</inkml:trace>
  <inkml:trace contextRef="#ctx0" brushRef="#br0" timeOffset="69646.5">13563 6176 0,'0'40'15,"0"-80"32,80 40-31,-40 0-16,0 0 15,0 0-15,0 0 0,1 0 0,-1 0 16,0 0 0,0-40-16,0 40 0,0 0 0,0 0 15,0 0-15,1 0 16,-1 0 93,0 0-93,0 0-1,-40-41-15,40 41 16,-40-40-16,40 40 0,-40-40 16,0 0-1,0 0-15,0 0 32,0 0-1,0 0 0,0 0 110,0-1-126,0 1 1,40 0 0,-40 0-16,40 0 15,-40 0 1,41 0-16,-41 0 0,40 0 15,-40 0-15,0-1 16,40 1 0,-40 0-16,0 0 15,-80 40-15,80-40 16,0 0-16,-41 40 16,41-40-1,0 0-15,0 0 16,0-1-1,0 1-15,-40 0 16,40 0-16,-40 40 16,40-40-1,-40 40-15,0 0 32,0 0-17,0 0 1,0 0-1,-1 0-15,1 0 0,0 0 16,0-40 0,0 40-16,0 0 0,0-40 15,0 40 1,-1 0 15,1 0-15,40 40-16,-40-40 0,0 0 15,40 40 1,-40-40-16,0 40 16,0-40-1,0 0-15,40 40 0,-41-40 0,1 0 16,40 40 0,-40-40-16,40 40 0,-40-40 15,0 0-15,40 41 16,-40-41-16,40 40 0,-40-40 15,40 40-15,0 0 0,0 0 16,0 0 0,0 0-16,0 0 15,-40-40-15,40 40 16,0 1-16,0-1 0,-41 0 16,41 0-1,0 0-15,0 0 0,0 0 0,-40 0 16,40 0-16,0 0 0,0 1 15,0-1-15,40 0 16,1-40 0,-1 0-1,-40 40-15,40-40 0,0 0 16,0 0 0,-40 40-16,40-40 0,0 40 31,-40 0-31,40 0 15,-40 0-15,0 1 16,41-41 0,-1 0-16,0 0 15,40 0-15,-40 0 16,40 0-16,1 0 0,-1-41 0,0 41 0,-40 0 16,41-40-16,-1 40 0,0-40 15,0 40-15,-40 0 0,41-40 0</inkml:trace>
  <inkml:trace contextRef="#ctx0" brushRef="#br0" timeOffset="70606.45">23955 10708 0,'0'0'0,"-40"0"15,0 0-15,0 0 32,80 0-1,0 0-16,0 0-15,41 0 0,-41 0 0,0-41 16,0 41-16,40 0 0,-40 0 16,41-40-16,-41 40 0,0 0 0,0 0 0,0 0 15</inkml:trace>
  <inkml:trace contextRef="#ctx0" brushRef="#br0" timeOffset="70806.43">24036 11229 0,'-40'0'15,"80"0"-15,-80 40 0,80-40 32,40-40-32,0 0 15,-40 0-15,201-41 16,-161 41-16,-40 40 0,1-40 0</inkml:trace>
  <inkml:trace contextRef="#ctx0" brushRef="#br0" timeOffset="71376.4">25681 10347 0,'80'0'31,"-160"0"-31,240 0 16,-119 0-16,-1 0 15,0 0 1,0 0-16,0 40 16,-40 40-16,-40 0 31,-40-40-31,40 0 0,-1 0 0,-119 121 15,-41 79 17,81-39-17,80-121 1,40 41 0,80-81-1,-40-40-15,121-81 16,-121 81-16,0 0 0,40-40 31,-80 0-31,0-80 16,0 80-16,0 0 0,-40-41 15,0 41-15,0 0 16,0 0-16,-81-120 16,41-1 15,40 121-31,40 0 0,0 0 15,40 0-15,40 40 32,-40 0-32,41 0 0,-41 0 0,120 0 31,-120 0-31</inkml:trace>
  <inkml:trace contextRef="#ctx0" brushRef="#br0" timeOffset="71886.38">26965 11028 0,'-40'40'16,"0"-40"-16,-41 0 31,41 0-31,80 0 63,41 0-63,-1 0 15,-40 0-15,40 0 0,-40 0 0,41 0 0,-1 0 16,0 0-16,-40 0 16,0 0-16,41 0 0,-41 0 0,0-40 0,0 40 15,0 0-15,0 0 16,-40-40-1,-40 40 17,0 0-17,0 0 1,0 0-16,0 0 16</inkml:trace>
  <inkml:trace contextRef="#ctx0" brushRef="#br0" timeOffset="72256.36">30095 8983 0,'-80'0'16,"160"0"-16,-201 0 0</inkml:trace>
  <inkml:trace contextRef="#ctx0" brushRef="#br0" timeOffset="74186.23">32583 9143 0,'0'-40'47</inkml:trace>
  <inkml:trace contextRef="#ctx0" brushRef="#br0" timeOffset="76026.06">28891 10507 0,'0'0'0,"-40"0"32,0 0-17,40 40 1,0 0-16,-40 0 0,40 0 16,0 1-16,0-1 15,0 0-15,0 0 0,0 0 0,0 0 0,0 40 16,0-40-16,0 0 0,0 1 0,40-1 0,-40 0 15,0 0-15,0 0 16,0 0-16,40-40 0,-40 40 0,0 0 0,0 0 31,-80-40-31,80 41 0,-41-41 16,1 0-16,0 0 0,0 0 16,0 0-16,0-81 0,0 81 0,0 0 15,40-40-15,-41 0 16</inkml:trace>
  <inkml:trace contextRef="#ctx0" brushRef="#br0" timeOffset="76196.12">28650 10788 0,'0'-40'16,"0"80"-16,40-120 0,0 39 0,41 1 31,79-80-15,81 80-1,-80 0 1</inkml:trace>
  <inkml:trace contextRef="#ctx0" brushRef="#br0" timeOffset="76416.11">29653 10708 0,'41'0'32,"-1"0"-32,0 0 0,0 0 15,0 0-15,0 0 16,0 0-16,0-41 0,1 41 0,-1 0 0,0 0 16,0 0-16,0 0 15,0-40-15,0 40 0,0 0 0,-40-40 0,41 40 16,-1 0-16,0-40 0</inkml:trace>
  <inkml:trace contextRef="#ctx0" brushRef="#br0" timeOffset="76626.03">29934 11109 0,'0'0'0,"40"-41"15,81 1 1,-121 0-16,200 40 16,-159-40-16,-1 40 0,80-40 31,-80 0-31</inkml:trace>
  <inkml:trace contextRef="#ctx0" brushRef="#br0" timeOffset="77106.07">31018 10387 0,'0'0'16,"40"-40"0,0-1-16,40 1 31,0 40-31,-39 0 0,79 0 15,-120 40-15,40-40 0,0 41 16,40 79 0,-120-40 15,-40-40-31,40 0 0,-121 41 31,121-41-31,0-40 0,0 80 16,40-40-1,80 0 1,-40-40-16,1 40 16,-1-40-16,0 40 15,0 0 1,-40 0-16,40 1 16,-40-1-16,-40 80 15,-161 0 1,121-39-1,40-81-15,-161 40 16,161-40-16,-40 0 0,-40 0 16,79-40-16,1 40 0</inkml:trace>
  <inkml:trace contextRef="#ctx0" brushRef="#br0" timeOffset="86545.51">13482 6176 0,'0'0'0,"-40"0"344,40 40 937,-40-40-1265,0 0-1,40 40 1,-40-40 31,40 40 265</inkml:trace>
  <inkml:trace contextRef="#ctx0" brushRef="#br0" timeOffset="89335.27">12399 7499 0,'0'0'0,"-40"0"0,0 40 0,0 0 0,0-40 15,40 40-15,0-80 110,40 0-95,-40 0-15,80 0 0,-80 0 16,40 0-16,0 0 15,0 0-15,-40-1 0,40 1 0,1 40 16,-41-40-16,40 0 16,0 0-16,-40 0 0,40 40 0,0-40 0,-40 0 15,40 0-15,0 0 0,-40-1 16,40 41-16,1-40 0,-1 0 0,-40 0 0,40 0 16,0 40-16,-40-40 0,40 0 0,0 40 0,-40-40 15,40 0 1,-40-1-16,40 41 0,-40-40 31,-40 80 110</inkml:trace>
  <inkml:trace contextRef="#ctx0" brushRef="#br0" timeOffset="89745.32">12840 6577 0,'0'-40'0,"0"80"0,0-121 31,0 41-31,41 40 16,-41-40 0,-41 40-1,82 0 16,119 0-15,-120 0-16,40 0 16,41 0 15,-41-40-15,-120 80 15,40 0-31,-40-40 31,0 121-15,0 79-1,40 81 1</inkml:trace>
  <inkml:trace contextRef="#ctx0" brushRef="#br0" timeOffset="100958.46">5136 9705 0,'0'-40'47,"0"0"-16,40 40 16,0 0-32,1 0-15,-1 0 16,-40 40 0,0 0-1,0 0 1,0 0-16,0 40 0,-40-40 0,40 1 16,-41-1-16,41 0 0,0 0 0,-40 0 0,40 0 15,0 0 1,0 0-1,40-40-15,1 0 16,-1-40-16,0-40 16,0 80-16,0-40 0,0 0 0,0 0 0,0 0 15,1-1-15,-1 1 16,0 0-16,0 0 0,0 0 0,0 0 16,-40 0-16,40 0 0,-40 0 15,40 40-15,-40-41 0,0 1 16,-40 40 31,40 40-32,-40-40-15,40 41 0,-40-1 0,0 0 16,40 0-16,0 0 0,-40 0 16,40 0-1,0 0-15,0 0 0,40-40 16,0 41-1,40-41-15,-40 0 16,1 0-16,-1 0 16,0 0-16,-40-41 0,40 41 0,0 0 0</inkml:trace>
  <inkml:trace contextRef="#ctx0" brushRef="#br0" timeOffset="101138.52">6300 9745 0,'0'40'0,"0"-80"31,40 40-31,-40-40 0,40 40 0,0 0 16,0 0-16,0-40 0,41 40 0,-81-40 0,40 40 16,0 0-16,0 0 15</inkml:trace>
  <inkml:trace contextRef="#ctx0" brushRef="#br0" timeOffset="101328.51">6581 9946 0,'0'0'16,"40"0"-1,0-41 1,120-39 15,-39 80-31</inkml:trace>
  <inkml:trace contextRef="#ctx0" brushRef="#br0" timeOffset="101698.4">7223 9464 0,'0'-40'0,"0"0"0,0 0 15,40 0 1,80 40 0,-80 40-1,1-40-15,-1 120 16,-40-40-16,0-39 15,-40 79 1,40-80-16,-41-40 16,41 40-1,41-80 1,-1 40 15,40 0-31,-40-40 0,0 40 0,81 0 31,-81-40-31,0 40 0</inkml:trace>
  <inkml:trace contextRef="#ctx0" brushRef="#br0" timeOffset="102398.76">9109 9825 0,'-40'0'0,"-1"0"15,41-40 1,0 80 31,0 0-47,-40 0 16,0-40-16,40 41 15,-40-41-15,0 0 0,40 40 0</inkml:trace>
  <inkml:trace contextRef="#ctx0" brushRef="#br0" timeOffset="102998.69">9951 9224 0,'-40'-81'16,"80"162"-16,-120-162 0,0 41 31,80 80-15,0 1 0,40-41-16,-40 40 15,40-40-15,0 40 0,0 0 0,0-40 16,-40 40-16,41-40 15,-1 0-15,0 0 0,0 0 16,0 0 0,0-40-16,-40 0 0,40 40 15,-40-40-15,0 0 0,0-1 16,0 1-16,0 0 16,0 0-16,0 80 31,0 40 0,0-39-31,0-1 0,0 0 0,-40-40 16,40 40-16,0 0 15,0 0-15,0 0 0,0 0 0,0 0 0,0 0 16,0 1-16,-40 39 0,40-40 0,0 0 0,0 0 16,-40 0-16,40 0 0,-40-40 15,40 40-15,-40-40 0,40 41 0,-40-41 0,40 40 16,-41-40-16,1 0 15,40 40-15,-40-40 0,0 0 16,40-40 0,-40 0-16,40-1 15,0 1-15,80 0 0,-40 0 16,0 0 0,1 40-16,-41-40 0</inkml:trace>
  <inkml:trace contextRef="#ctx0" brushRef="#br0" timeOffset="103172.79">10955 9344 0,'40'0'15,"-40"-40"-15,0-40 16,40 40 0,-40-1-16,80-39 15,-40 80-15,0-40 0,41 40 16,-41-40-16,0 40 0</inkml:trace>
  <inkml:trace contextRef="#ctx0" brushRef="#br0" timeOffset="103347.67">11396 9865 0,'0'0'0,"-40"0"0,-40 0 16,80-40-1,40 0-15,80 0 16,121-40 0,-161 40-1</inkml:trace>
  <inkml:trace contextRef="#ctx0" brushRef="#br0" timeOffset="103536.99">12600 9184 0,'-201'-41'32,"402"82"-32,-402 79 31,241-80-31,-40 0 16,80 40-16,-80 41 15,41-81 1</inkml:trace>
  <inkml:trace contextRef="#ctx0" brushRef="#br0" timeOffset="103987.24">14004 6136 0,'0'0'15,"-40"0"16,0 0-15,40 40 0,-40-40-16,40 40 15,-40-40-15,40 40 16,-41-40-16</inkml:trace>
  <inkml:trace contextRef="#ctx0" brushRef="#br0" timeOffset="107043.9">6220 5734 0,'0'41'15,"-41"-41"1,-39 0-1,0 0 1,40 0 0,0 0-1,0 0 1,-1 0 0,1 0-1,0-41 1,0 1-1,0 0 1,-40 40 0,40-40-1,-1 40 1,1 0 0,0-40-1,40 0 1,-40 40-1,0 0 1,-40 0 0,-1 0-1,41 0 1,0 0 15,0 0-15,0 0-1,0 0 1,0 0 0,0 0-16,-1 0 15,1 0 1,0 0 0,0 0-1,0 0 16,0 0-15,40 40 0,-40-40-16,0 0 15,-1 0 1,1 0-16,0 0 16,40-40-16,-40 40 15,0 0 32,0 0-31,0 0-1,0 0-15,-1 0 16,1 0 0,0 40-16,40 0 78,-40-40-78,0 0 15,0 40 1,0-40-16,0 0 0,-1 40 16,1-40-16,0 0 15,0 0-15,0 0 16,40 40-1,0 1 17,0-1-17,0 0 1,-40-40-16,40 40 16,-40 0-16,40 0 15,-40-40-15,40 40 16,0 0-1,0 0 1,0 1-16,0-1 16,0 0-1,0 0-15,0 0 16,0 0 0,-41-40-16,41 40 15,0 0 1,0 0-1,41-40-15,-1 40 16,0-40-16,-40 41 16,0-1-1,40-40-15,-40 40 16,40-40 0,-40 40-16,40-40 0,-40 40 15,40-40 1,0 0-16,1 0 15,-1 0-15,0 0 0,0 0 16,0 0-16,0 0 0,0 0 16,0 0-16,1 0 0,-1 0 15,0 0-15,0 0 0,0 0 16,0 0-16,0 0 16,0 0-16,1-40 15,-1 40-15,0-40 0,0 40 16,0 0-16,0 0 15,0 0-15,-40-40 0,40 40 16,1 0 0,-1 0-1,0 0 1,0 0 0,0 0-1,0 0 1,0 0-16,-40-40 0,40 40 15,1 0-15,-1 0 0,0 0 16,0 0-16,0 0 0,-40-41 0,40 41 16,0 0-16,-40-40 62,0 0-46,40 40-1,-40-40-15,41 40 16,-41-40-16,40 40 0,0 0 16,-40-40-16,40 40 0,0 0 15,-40-40 1,0 0 15,40 40-15,-40-40-1,0 0 1,0-1 0,0 1-1,40 40-15,-40-40 16,-40 40 0,40-40-16,0 0 46,0 0 1,-40 40-47,40-40 32,0 0-1,0 0-16,-40-1 1,40 1 0,-40 40-1,40-40 1,-40 40 15,40 40-31,0 41 16,-40-81-16,40 40 0,0 0 15</inkml:trace>
  <inkml:trace contextRef="#ctx0" brushRef="#br0" timeOffset="111087.68">6781 1644 0,'0'0'0,"0"-40"47,-40 40 0,40 40-16,0 0-31,0 0 15,40-40-15,0 40 16,1-40 0,-1 0-16,0 0 15,0 0-15,0-40 0,0 40 16,0-40-16,41 40 0,-41-80 0,0 80 16,40-40-16,-40-1 0,0 1 0,41 0 15,-41 0-15,0 0 0,40 0 0,-40 0 16,41 0-16,-41 0 0,40-1 0,0 1 15,-40-40-15,41 40 0,-1 0 0,0 0 16,-40 40-16,40-40 0,1 0 0,-41 40 16,0-40-16,-40-1 0,40 41 0</inkml:trace>
  <inkml:trace contextRef="#ctx0" brushRef="#br0" timeOffset="126572.07">5216 6577 0,'0'40'94,"-40"-40"15,40 40 204,-40-40-110,0 0 47,0 0-63,0 0 548,40-40-610,-40 40 375,40-40-375,0 0-63,-81 40-62</inkml:trace>
  <inkml:trace contextRef="#ctx0" brushRef="#br0" timeOffset="127575">6781 10427 0,'40'0'0</inkml:trace>
  <inkml:trace contextRef="#ctx0" brushRef="#br0" timeOffset="129407.76">12239 9986 0,'-41'0'15</inkml:trace>
  <inkml:trace contextRef="#ctx0" brushRef="#br0" timeOffset="130564.28">5537 12312 0,'0'40'16,"-40"-40"15,0 0-15,0 0-1,0 40 1,40 0-1,-40 0-15,40 0 16,0 0 0,0 0-1,40-40-15,0 0 16,0 0 0,0 0-16,-40-80 15,40 80-15,-40-40 0,41 40 0,-41-40 16,0 0-16,0 0 0,0 0 0,0 0 15,0 0-15,-41-1 0,41 1 16,-40 0-16,40 0 0,-40 0 0,0 0 16,0 40-16,40-40 0,-40 0 15,0 40-15,0-40 0,-1 40 16,1 0 0,0 0-16,0 0 15,40 40 1,0 0-1,0 0-15,40-40 0,0 0 16</inkml:trace>
  <inkml:trace contextRef="#ctx0" brushRef="#br0" timeOffset="130850.97">5979 11710 0,'0'0'0,"-40"0"16,0 0 0,-1 80-1,41 1 1,0-41-16,41 80 16,-1-40-16,-40-40 15,40 81-15,0 79 16,0-80-1,-40-39 1,-80-41 0,40 0-1</inkml:trace>
  <inkml:trace contextRef="#ctx0" brushRef="#br0" timeOffset="131039.31">5858 12472 0,'0'0'0,"0"-40"16,81-40 0,79-40-1,41 39 1,-81 41 0,-80 40-1</inkml:trace>
  <inkml:trace contextRef="#ctx0" brushRef="#br0" timeOffset="131292.1">5216 13034 0,'-80'40'0,"160"-80"0,-200 120 16,200-80 15,-40 0-31,41 0 16,-41 0-16,0 0 0,40 0 0,-40-40 16,41 40-16,-41 0 0,40 0 0,0 0 15,-40 0-15,41 0 0,-41 0 0,0-40 16,0 40-16,0 0 0,0 0 0</inkml:trace>
  <inkml:trace contextRef="#ctx0" brushRef="#br0" timeOffset="131743">5939 13715 0,'-81'0'0,"162"0"0,-242 41 0,81-41 16,40 0-16,0 40 16,0 0-16,-1 40 15,41 0 1,0 40 0,0 1-1,81-41 1,-1-80-1,0 0 1,-80-40-16,80 40 16,-80-120-1,0-1 1,-80 1 0,-80 0-1,39 80 1,1-1-1,80 41 1,80 0 31</inkml:trace>
  <inkml:trace contextRef="#ctx0" brushRef="#br0" timeOffset="132249.07">6099 13635 0,'40'-40'16,"0"40"-16,41-40 15,79 0 1,-80 40-1,-39 0-15,-1 80 16,-40-40-16,0 0 0,0 41 16,-121 79-1,41-80 1,40 0 0,80-80-1,-40-40 1,120-80-1,1 40 1,-41 0 0,-80 39-1,0 1 1,-40 40 0,0 81-1,0 39 1,40 0-1,40-80 1,0 0 0,0-40-16,0 0 15,0 0-15,0 0 0,1-40 16</inkml:trace>
  <inkml:trace contextRef="#ctx0" brushRef="#br0" timeOffset="132469.07">7785 12913 0,'-41'-40'16,"1"40"-16,40-40 0,0 0 15,40 0 1,121-40-1,-1 80 1,-39 0 0,-41 0-16</inkml:trace>
  <inkml:trace contextRef="#ctx0" brushRef="#br0" timeOffset="132643.77">7945 13154 0,'-40'0'0,"80"0"0,-80 40 0,0-40 16,0 0-16,80 0 31,-40-40-31,241 0 16,-81 0 0,-120 40-16,81-40 15,-81 40-15</inkml:trace>
  <inkml:trace contextRef="#ctx0" brushRef="#br0" timeOffset="133194.59">9911 11951 0,'-40'-40'15,"80"80"-15,-80-120 0,40-1 16,0 121 31,-40-40-47,40 41 15,0-1-15,0 0 0,0 0 0,-40 0 0,40 0 0,-40 0 16,40 0-16,0 0 16,0 41-16,0-41 0,0 0 0,0 40 0,0-40 15,0 0-15,0 40 0,0-39 16,40-1-16,-40 40 0,0-40 0,0 0 0,0 40 16,0-40-16,0 1 0,0-1 0,0 0 0,0 0 15,0 0-15,-40 0 16,0 0-16,-1 0 0,1-40 15,0 40 1,0-40-16</inkml:trace>
  <inkml:trace contextRef="#ctx0" brushRef="#br0" timeOffset="133364.59">9510 13034 0,'0'-40'16,"40"40"-16,0-41 15,0 1-15,0 0 0,1 0 16,-1 40-16,0-40 0,0 40 16,0-40-16,0 40 0,0-40 0,0 40 0,1-40 15,-1 40 1,0 0-16,0 0 0</inkml:trace>
  <inkml:trace contextRef="#ctx0" brushRef="#br0" timeOffset="133734.62">11075 11830 0,'0'0'16,"0"-40"-16,-40 40 16,0 0-16,0 0 31,-1 0-15,1 40-16,0 41 0,0-41 15,40 0-15,-40 40 16,0-40-16,40 0 0,0 41 0,-40-41 0,40 40 15,0-40-15,0 0 0,80 40 16,-80-40-16,40-40 0,-40 40 0,40 1 0,0-41 16,0 40-16,1-40 15,-1 0-15,0 0 0,0 0 16,0 0-16,0 0 0</inkml:trace>
  <inkml:trace contextRef="#ctx0" brushRef="#br0" timeOffset="135554.51">26564 4371 0,'0'40'0,"40"-40"125,0 0-125,0 0 0,40 0 16,-40 0-1,1 0-15,39 0 0,-40 0 0,40 0 0,0 0 16,1 0-16,39 0 0,-40 0 15,1 0-15,-1 0 0,40 0 0,-40 0 0,1 0 16,39 0-16,0 0 16,1 0-16,-1 0 0,1 0 0,-1 0 0,40 0 15,-39 0-15,-1 0 0,1 0 16,-1 0-16,0 0 0,1 0 0,-41 0 0,40 0 16,-39 0-16,39 0 0,-40 0 0,1 0 0,39 0 15,-40-40-15,41 40 16,-1 0-16,0-40 0,-39 40 0,39 0 0,0 0 15,-39 0-15,39 0 0,-40-40 16,41 40-16,-41 0 0,0 0 0,40 0 0,-39 0 16,-1 0-16,-40 40 15,40-40-15,1 0 0,-41 0 0,40 40 0,-40-40 16,0 40-16,40-40 0,-39 0 0,39 40 0,-40-40 16,40 0-16,-40 0 0,0 0 15,41 40-15,-41-40 0,0 0 0,0 0 0,0 0 16,0 0-16,41 0 15,-41 0-15,0 0 0,0 0 0,0 0 0,0 0 16,0 0-16,1-40 0,-1 40 16,0 0-16,0 0 0,0-40 0,0 40 15,-80 0 79,40 40-47,-40-40 0,0 0-47,0 0 15,0 0-15,-1 0 0</inkml:trace>
  <inkml:trace contextRef="#ctx0" brushRef="#br0" timeOffset="138674.27">11757 12111 0,'0'40'0,"-40"-40"31,0 0-16,40-40 970,40 40-985,-40-40 0,40 40 15,-40-40 1,40 40-16,0-40 31,0 40-31,1 0 16,-1 0 0,0 0-1,-40 40-15,0 0 31,40-40-31,-40 40 0,40 0 16,-40 0 0,0 1-16,-40-1 15,0 0 1,-40 0-16,39 0 0,1-40 16,40 40-16,-40-40 0,40 40 0,-40-40 15,80 0 63,0 0-78,0 0 16,1 0-16,-1 0 0,0 0 16,-40 40-1,40-40-15,-40 40 0,0 0 31,0 1-31,-40-41 0,40 40 0,-40-40 16,40 40-16,-40-40 16,40 40-16,-41-40 0,1 40 0,0-40 15,0 0 1,0 40-16,0-40 16,0 0-16,0 0 15,-1-40 1</inkml:trace>
  <inkml:trace contextRef="#ctx0" brushRef="#br0" timeOffset="140134.24">12680 12673 0,'0'40'31,"40"-40"32,-40 40-48,40 0-15,-40 0 16,0 0-16,0 0 16,-40 0-16,40 1 0,-40-41 15,40 40-15,-80 0 0,40-40 16,40 40-16,-41-40 0,1 40 0,0-40 0,0 0 16,0 0-16</inkml:trace>
  <inkml:trace contextRef="#ctx0" brushRef="#br0" timeOffset="142964">13763 12151 0,'0'0'0,"40"0"15,-40-40 32,41 40-47,-41 40 250,0 0 406,0-80-515,40 40-141,0 0 31,-40-40-31,40 40 16,0 0-16,0 0 31,-40-40-31,40 40 0,0 0 31,-40 40-31,0 0 16,0 0 0,0 1-16,0-1 15,0 0-15,0 0 0,0 0 16,-40-40-16,40 40 16,0 0-16,-40-40 0,40 40 0,-40 0 0,0 0 15,0 1 1,0-41-16,40 40 0,-40-40 15,-1 40 1,82-80 218,-1 40-218,-40-40-16,40 40 0,0 0 31,0 0-15,0 0-16,0 0 16,0 0-1,1 0-15,-1 0 16,0 0-1,-40 40 17,40-40-32,-80 0 328,0 0-297,0 0-31,-1 0 16,1 0-16</inkml:trace>
  <inkml:trace contextRef="#ctx0" brushRef="#br0" timeOffset="144183.93">13884 12111 0,'40'0'16,"-40"-40"-1,0 80 32,40-40-31,-40 80-1,0 1-15,40-41 0,-40 0 16,0 0-16,0 40 0,0-40 16,0 40-16,0-39 0,0 39 0,0-40 0,0 0 15,0 40-15,0-40 0,0 0 0,0 1 0,0-1 16,-40 0-16,40 0 16,0 0-16,0-80 31,0 0-31,0 0 15,0 0-15,40-41 16,-40 41-16,0 0 0,0-40 0,40 40 0,-40-40 16,40 39-16,-40-39 0,40 40 15,-40-40-15,0 40 0,41-40 0,-41 40 0,0-1 16,0 1-16,40 40 0,-40 40 31,0 1-15,-40-1-16,40 0 15,0 0-15,-41 0 0,41 0 0,0 0 16,0 0-16,0 0 16,0 0-16,0 1 0,-40-41 0,40 40 15,0 0-15,0 0 16,0-80 15,0 0-15,0 0-16,0-1 0,0 1 0,0 0 0,0 0 15,0 0-15,0 0 0,0 0 16,0 0-16,0 0 0,0 0 0,40 40 0,-40-41 16,0 122 15,41-81-31,-41 40 0,0 0 0,0 0 0,0 0 16,0 40-16,0-40 0,40 0 15,-40 1-15,0-1 0,0 0 0,0 0 16,0 0-16,0 0 15,0 0-15,-40-40 16,40-40 0,0 0-16,0 0 15,0 0-15,0 0 0,0 0 0,0-1 0,0-39 16,0 40-16,0 0 16,40-40-16,-40 40 0,0 0 0,0 0 0,0-1 15,0 1-15,40 40 16,-40 40-16,0 41 15,0-41 1,0 0-16,0 0 0,0 40 0,0-40 0,0 0 16,0 0-16,0 1 0,0-1 15,0 0-15,-40 0 0,40 0 0,0 0 0,0 0 16,-40-40-16,40 40 0,0-80 31,0-40-31,-41 80 16,41-40-16,0-40 0,0 40 15,0-1-15,0-39 0,0 40 0,41 0 0,-41-40 16,0 40-16,40 0 16,-40 0-16,40-1 0,-40 82 15,0-1 1,0 0-16,0 40 16,0-40-16,-40 0 0,40 40 0,0-40 0,-40 41 15,40-41-15,0 0 16,0 40-16,-41-40 0,41 0 0,-40 0 0,40 1 15,0-1-15,-40 0 0,40 0 16,-40 0-16</inkml:trace>
  <inkml:trace contextRef="#ctx0" brushRef="#br0" timeOffset="144863.91">15128 11871 0,'0'0'16,"-40"0"-1,40-41 1,40 41 15,-40 41-15,40-41-16,-40 40 0,40 0 0,0 0 15,-40 0-15,40 0 0,-40 0 0,0 40 0,40-39 16,-40 39-16,0-40 0,0 40 16,0 0-16,0 0 0,0 1 0,-40-1 0,40 0 15,-40 0-15,0 1 16,0-1-16,-40 40 0,39-40 0,1-40 0,-40 41 15,40-1-15,0-40 0,-40 40 16,39-40-16,1 0 0,0 0 0,0 1 16,80-82 15,0 1-15,0 40-1,-40-40-15,41 0 0,-41 0 31,40 40-31,-40-40 16,0 0 0,-40 40-1,40-40 1</inkml:trace>
  <inkml:trace contextRef="#ctx0" brushRef="#br0" timeOffset="145633.91">16291 12953 0,'-40'0'16,"0"0"-16,0-40 16,0 40-1,0 0-15,40-40 32,40 40-1,0 0-31,0 0 15,0 0-15,0 0 16,0 0-16,41 0 0,-41 0 0,40 0 0,-40 0 16,0 0-16,0 0 0,1-40 15,-1 40-15,0 0 0,0 0 0,0 0 16,0 0-16,0 0 16,-80 0 30,0 0-46,0 0 16,0 0 0,0 0-16,0 0 0,-1 0 15,41 40 1,-40-40-16,40 40 16</inkml:trace>
  <inkml:trace contextRef="#ctx0" brushRef="#br0" timeOffset="146013.88">17936 12232 0,'0'0'16,"-40"-41"-16,0 41 16,40 41 46,0 39-62,0-40 16,0 0-16,40 0 0,-40 40 0,0 0 0,0 1 15,0-1-15,0 0 16,0 0-16,0 1 0,-40-1 0,40 0 0,0 0 16,-80-40-16,80 40 0,0-39 15,-40-1-15,0 0 0,40 40 0,-40-80 0,40 40 16,-41 0-16,1 0 0,0-40 16</inkml:trace>
  <inkml:trace contextRef="#ctx0" brushRef="#br0" timeOffset="146233.87">17575 13274 0,'-80'-40'16,"160"80"-16,-200-80 0,120-40 31,40 40-31,80 0 15,-79 0-15,79 0 16,-40 40-16,121-81 16,-161 41-1,80-40 1,-79 80-16</inkml:trace>
  <inkml:trace contextRef="#ctx0" brushRef="#br0" timeOffset="146683.84">19180 12232 0,'0'-41'0,"0"82"0,-40-122 31,0 81-31,0 0 0,-40 40 31,80 1-31,-121 119 16,81-120-16,40 0 0,-40 121 15,0-41 1,120 0-16,41 81 31,-121-161-31,120 120 16,-80-160-16,-40 40 15,80 0 1,-39-40-16,-41-40 31,0 0-15,0 0 0,-41 40-16</inkml:trace>
  <inkml:trace contextRef="#ctx0" brushRef="#br0" timeOffset="149643.6">19943 12512 0,'0'0'0,"-40"0"344,40 40-329,0-80 79,40 40 625,-40-40-313,40 40-390,0 0 312,0 0-297,0 0-31,0 0 16,1 0-1,-1 0-15,0 0 0,0 0 16,-40 40 0,40-40-16,-40 40 0,0 0 0,40-40 15,-40 41-15,0-1 0,-40-40 16,-40 40 0,80 0-16,-40-40 0,0 40 0,-1 0 0,1-40 15,40 40-15,-40-40 0,0 40 16,0 0-16,0-40 0,0 41 0,0-41 15,80-41 17,40 41-17,-40-40-15,0 40 0,0-40 0,0 40 16,1 0-16,-1 0 0,0 0 0,0 0 0,0-40 16,0 40-1,0 0-15,0 0 0,1 0 0,-1 0 16,-80 0 46,-1 0-30</inkml:trace>
  <inkml:trace contextRef="#ctx0" brushRef="#br0" timeOffset="149873.61">20785 12913 0,'0'0'0,"0"40"63,0 1-48,0-1-15,0 0 0,-40 0 16,40 0-16,-40 0 16,0-40-16,40 40 0,-40-40 15,0 40-15,0-40 0,0 0 16,-1 0 0</inkml:trace>
  <inkml:trace contextRef="#ctx0" brushRef="#br0" timeOffset="150243.57">21588 12392 0,'-40'0'15,"80"0"-15,-120 0 32,80 40-32,0 0 15,40-40 1,-40 80-16,40-40 0,-40 1 0,40-1 15,-40 0-15,0 0 0,0 0 16,0 0-16,40-40 0,-40 40 0,0 0 0,0 0 16,0 1-1,0-1-15</inkml:trace>
  <inkml:trace contextRef="#ctx0" brushRef="#br0" timeOffset="151253.57">22150 12232 0,'-40'0'0,"0"0"16,40-41 62,-41 41-31,82 0 0,-1 0-31,-40 41-1,40-41 1,-40 40-16,40-40 0,-40 40 0,40 0 15,0 0 1,-40 0-16,40 40 0,-40-40 0,0 0 16,0 41-16,0-41 0,0 40 15,0-40-15,-40 40 0,40 1 0,-40-41 0,-40 40 16,40-40-16,-41 0 0,1 40 0,0-40 0,0 0 16</inkml:trace>
  <inkml:trace contextRef="#ctx0" brushRef="#br0" timeOffset="152363.44">8627 14357 0,'0'40'0,"40"-40"63,0 0-63,-40-40 15,41 40-15,-1 0 0,0-40 0,0 40 0,0-40 16,0 40-16,0 0 16,0 0-16,1-40 0,-1 40 0,40 0 0,-40 0 15,0 0-15,0 0 0,0 0 0,1 0 0,-41 40 16,40-40-16</inkml:trace>
  <inkml:trace contextRef="#ctx0" brushRef="#br0" timeOffset="152533.51">9028 14798 0,'-80'-40'15,"40"-40"-15,40 40 16,241-40 15,-41 40-31</inkml:trace>
  <inkml:trace contextRef="#ctx0" brushRef="#br0" timeOffset="158583.07">11115 14237 0,'40'0'0,"0"0"15,-40-40-15,-40 40 125,40 40-125,-40-40 0,0 40 16,40 0-16,-40-40 0,0 40 0,0 0 15,40 0 1,-41-40-16,41 40 0,0 1 16,0-1-1,41-40 1,-1 0-16,0 0 16,0 0-1,0 0-15,0 0 0,0-40 16,0 40-1,-40-41-15,41 41 0,-41-40 16,40 0 0,-40 0-1,0 0-15,0 0 32,0 0-1,-40 40-31,-1 0 15,41-40 1,-40 40-16,0 0 31,0 0 1,0 0 14,40 40-30,-40-40-16,0 40 16</inkml:trace>
  <inkml:trace contextRef="#ctx0" brushRef="#br0" timeOffset="159743.03">13442 14518 0,'-40'0'79,"0"0"-33,40-41-14,40 41 15,0 0-47,0 41 15,1-41-15,-1 0 0,0 0 0,0 0 16,0 0-16,-40 40 15,40-40-15,0 0 0,0 0 0,1 0 16,-1 0-16,0 0 0,0 0 16,0 0-16,0-40 0,0 40 15,-80 0 32,0 0-31,40 40-16,-40-40 0,0 0 0,0 0 15,40 40 1,-40-40 0,-1 0 15</inkml:trace>
  <inkml:trace contextRef="#ctx0" brushRef="#br0" timeOffset="160313">18378 13876 0,'-40'0'32,"40"-40"-32,0 0 15,40 40 1,-40-40-16,40 40 15,0 0-15,0 0 0</inkml:trace>
  <inkml:trace contextRef="#ctx0" brushRef="#br0" timeOffset="160682.99">21668 13675 0,'-40'0'47,"40"40"0,-40-40 0,-40 0-16,40-40-31</inkml:trace>
  <inkml:trace contextRef="#ctx0" brushRef="#br0" timeOffset="161882.96">14405 5895 0,'0'40'16</inkml:trace>
  <inkml:trace contextRef="#ctx0" brushRef="#br0" timeOffset="163082.82">15047 14357 0,'-40'-40'0,"80"80"0,-120-120 32,80 40-32,40 40 15,0 0 1,1 0-16,-1 0 15,0 0 1,0 0-16,0 0 16,0 0-16,0 0 15,-40 40-15,0 0 16,0 0-16,-40 0 16,0 0-16,0-40 15,-40 40-15,40 1 0,-1-1 0,1 0 0,0 0 16,0 0-16,0 0 0,0-40 15,0 40-15,0 0 0,40 0 0,-41 0 0,41 1 16,0-1-16,-40-40 0,40 40 16,0 0-1,40-40-15,-40 40 0,81-40 16,-41 0-16,0 0 16,0 0-16,0 0 0,0 0 15,-40-40-15,40 40 16,1 0-16,-41-40 0,0 0 15,0 0 1,-41-1-16,1 1 0,0 0 16,0 40-16,0-40 0,0 40 0,40-40 0,-40 40 15,0-40-15,-1 0 16,1 40-16,40-40 0,-40 40 16,40-40-1,0 0 1,40 40-16,0-41 15,1 41-15,-1 0 0,-40-40 16,40 40-16,0 0 0,0 0 0,0 0 0,0 0 16,0 0-16</inkml:trace>
  <inkml:trace contextRef="#ctx0" brushRef="#br0" timeOffset="163362.87">15810 14598 0,'40'0'0,"-40"-40"16,120-41-1,-80 81 1,81-40-1,-41 40 1,0 0 0,-40 0-1,-40 40-15</inkml:trace>
  <inkml:trace contextRef="#ctx0" brushRef="#br0" timeOffset="163592.84">15970 15119 0,'0'0'0,"-40"0"31,40-40-31,161-40 31,-1 40-15,-39 40-1,-41 0 17,-40 0-32</inkml:trace>
  <inkml:trace contextRef="#ctx0" brushRef="#br0" timeOffset="164052.81">17495 14878 0,'-40'0'0,"80"0"0,-120 0 31,80-40-31,40 40 16,80 0-1,-39 0 1,79-40 0,-80 40-1,1-80 1,-41 40-1</inkml:trace>
  <inkml:trace contextRef="#ctx0" brushRef="#br0" timeOffset="164622.72">18258 14558 0,'0'-40'0,"40"40"0,-40-41 15,40 1 1,0 40-16,0 0 0,0-40 0,0 40 16,0 0-16,41 0 0,-41 0 0,0 0 15,0 40-15,0-40 16,0 40-16,0-40 0,1 41 16,-41-1-1,40-40-15,-40 40 16,-40 0-1,-1-40-15,41 40 0,-80-40 0,40 40 16,0 0-16,0 0 0,0-40 0,40 40 0,-40 0 16,-1 1-16,1-41 15,40 40-15,-40 0 0,40 0 0,-40-40 0,40 40 16,0 0-16,0 0 16,0 0-16,0 0 0,40-40 15,0 0 1,-40 41-16,40-41 0,1 0 0,-1 0 0,0 0 15,0 0-15,0 0 0,0 0 16,0 0-16,0-41 0,1 41 0,-41-40 16,40 40-16,-40-40 0,0 0 15,0 0 1,0 0-16,0 0 0,-40 40 16,40-40-16,-81 0 0,41-1 15,0 41-15,0-40 0,0 40 0,0-40 16,0 40-16,-1-40 15,41 0-15,-40 40 0,0-40 0,0 40 0,40-40 16,-40 40-16,40-40 0,-40 40 0,40-40 16,40 40-1,-40-40-15,80 40 0,-40-41 0,41 41 16,-41 0-16,0-40 16,0 40-16</inkml:trace>
</inkml:ink>
</file>

<file path=ppt/ink/ink6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8T03:19:35.045"/>
    </inkml:context>
    <inkml:brush xml:id="br0">
      <inkml:brushProperty name="width" value="0.05292" units="cm"/>
      <inkml:brushProperty name="height" value="0.05292" units="cm"/>
      <inkml:brushProperty name="color" value="#FF0000"/>
    </inkml:brush>
  </inkml:definitions>
  <inkml:trace contextRef="#ctx0" brushRef="#br0">18498 1564 0,'0'-41'0,"0"1"32,0 0-32,0 0 31,81 40 31,-41 0-46,0 0-16,0 0 0,0 0 0,0 0 16,0 0-16,41 0 0,-41 0 15,40 0-15,-40 0 0,40 0 0,1 0 0,-1 0 16,-40 0-16,40 40 0,41-40 0,-81 0 0,40 0 15,0 0-15,0 0 16,-39 0-16,39 0 0,-40 0 0,0 0 0,0 0 16,0 0-16,0 0 15,1 0-15,-41 40 47,-41-40-31,1 40-16,0 1 15,0-1 1,40 0 0,-40-40-16,40 40 0,-40 0 15,40 0-15,-40 0 16,40 0-16,0 0 0,-40 0 0,40 1 0,-41-1 16,41 0-16,-40 0 15,40 0-15,0 0 0,-40-40 0,40 40 0,0 0 16,-40 0-16,40 1 0,0-1 0,0 0 15,-40 0 1,40 0-16,0 0 0,0 0 16,0 0-1,0 0-15,0-80 63,0 0-63,0 0 15,0 0-15,0 0 0,0 0 16,-40 0-16,40 0 16,-40-1-16,40 1 0,-40 0 0,-1 0 15,41 0-15,-40 0 16,0 0-16,0 0 0,0 0 0,0-1 16,0 1-16,0 40 0,-1-40 15,1 0-15,0 0 0,40 0 0,-40 40 16,0 0-16,40-40 0,-40 40 0,40-40 15,-40 40 1,40-40-16,0 0 63,0-1-17,-81 41 33,81-40-64,-40 40-15,40-40 0,-40 40 16,0-40-1,40 0 1,0 80 47</inkml:trace>
  <inkml:trace contextRef="#ctx0" brushRef="#br0" timeOffset="740.31">20505 1002 0,'40'0'78,"0"0"-62,0 0-16,0 0 16,0 0-16,0 0 0,0 0 15,1 0-15,-41 40 0,40-40 16,0 40-16,-40 0 0,40 0 15,-40 1-15,0-1 16,-80-40 0,80 40-16,-40-40 0,-1 40 15,1-40-15,0 0 16,80 0 31,0 0-32,1 0-15,-1 0 16,0 0-16,-40-40 16,40 40-1,0 0-15,0 0 0,-40-40 16,40 40-16,0 0 16,-40-40-16</inkml:trace>
  <inkml:trace contextRef="#ctx0" brushRef="#br0" timeOffset="1220.47">21829 1604 0,'0'-40'32,"-40"40"-32,-1 0 31,1 0-31,0 0 15,0 40-15,0-40 16,40 40 0,0 0-16,-40-40 0,40 40 0,0 0 15,0 0-15,0 0 16,0 0-16,0 0 0,0 1 16,40-1-1,-40 0-15,0 0 0,0 0 0,0 0 16,0 0-16,0 0 0,0 0 15,0 1-15,0-1 0,0 0 16,-40 0-16,40 0 0,-40-40 0,40 40 16,-40 0-1,-1-40-15</inkml:trace>
  <inkml:trace contextRef="#ctx0" brushRef="#br0" timeOffset="1430.49">21147 2245 0,'0'0'0,"120"0"31,81-40-15,-1 0-1,-120 0 1</inkml:trace>
  <inkml:trace contextRef="#ctx0" brushRef="#br0" timeOffset="1620.42">22270 1965 0,'-40'0'15,"40"-41"17,40 41-17,40 0 1,-39-40-16,-1 40 0,0 0 16,0 0-1</inkml:trace>
  <inkml:trace contextRef="#ctx0" brushRef="#br0" timeOffset="1820.48">22310 2245 0,'0'40'16,"0"-80"-16,81 80 31,-41-40-31,80 0 15,81 41 1,-161-41-16</inkml:trace>
  <inkml:trace contextRef="#ctx0" brushRef="#br0" timeOffset="2890.79">24317 1203 0,'0'0'0,"-41"0"0,1 0 16,0 0 0,0 0-16,0 0 15,40 40 1,-40-40-16,40 40 0,-40-40 16,40 40-16,0 0 15,0 0-15,0 0 0,0 0 16,0 0-16,40 1 0,-40-1 15,40 0-15,-40 0 0,40 0 0,-40 0 0,40 0 16,-40 0-16,40-40 0,-40 40 0,40 0 0,-40 1 16,41-41-1,-41 40-15,40-40 0,0-40 32,-40-1-32,0 1 15,40 0-15,-40 0 16,0 0-16,0-40 0,40 40 0,-40 0 0,0 0 15,0-41-15,0 41 0,0-40 16,0 40-16,0 0 0,0 0 0,0-41 0,-40 41 16,40 0-16,0 0 0,-40 0 0,40 0 0,-40 40 15,40-40-15,0 0 16,-40 40-16,40-40 0,-41 40 0,41-40 16,0-1-1,41 1 1</inkml:trace>
  <inkml:trace contextRef="#ctx0" brushRef="#br0" timeOffset="3290.75">24758 481 0,'0'0'0,"40"0"32,0-40-32,40 40 31,-39 0-31,119 0 16,-160 40-16,40-40 0,0 40 15,-40 0-15,-40 40 31,-40-80-31,80 40 0,-80 0 16,40-40-16,-1 0 16,1 0-1,121 0 1,-41 0 0,160 0-1,-160 40-15,121-40 16,-121 0-16</inkml:trace>
  <inkml:trace contextRef="#ctx0" brushRef="#br0" timeOffset="3630.65">25922 922 0,'-40'0'0,"-1"0"16,41-40-16,-40 40 16,0 0-16,0 0 15,40 40-15,-40-40 16,40 40-16,0 0 0,0 0 0,0 0 15,0 0-15,0 0 16,0 1-16,40-1 0,-40 0 0,0 0 0,40-40 16,-40 40-16,40 0 0,-40 0 0,40 0 0,-40 0 15,0 1-15,0-1 0,0 0 16,41-40-16,-41 40 0,0 0 0,0 0 16,0 0-16,-41-40 15,1 40-15,0-40 0</inkml:trace>
  <inkml:trace contextRef="#ctx0" brushRef="#br0" timeOffset="3860.71">25561 1523 0,'0'-40'16,"0"80"-16,40-120 31,0 80-31,80-40 16,-80 40-16,161 0 15,-161 0-15,0 0 0,0-40 16,41 40-16</inkml:trace>
  <inkml:trace contextRef="#ctx0" brushRef="#br0" timeOffset="4320.65">23634 2566 0,'0'0'15,"0"40"-15,41-40 32,39 0-17,-40 0-15,0-40 0,40 40 0,1 0 0,-1-40 16,0 40-16,40 0 0,1 0 16,-1 0-16,1-40 0,-1 40 0,0 0 0,1 0 15,-1 0-15,0 0 16,1 0-16,-1 0 0,1-40 0,-1 40 0,-40 0 15,1 0-15,-1 0 0,0 0 0,-40 0 0,0 0 16,0 0-16,-80 0 16</inkml:trace>
  <inkml:trace contextRef="#ctx0" brushRef="#br0" timeOffset="4860.68">24597 3248 0,'0'-40'0,"-40"40"15,-40 0 1,40 0-16,40 40 16,-40-40-16,0 40 15,0 0-15,40 0 0,-41 0 0,1-40 16,40 40-16,0 1 0,0-1 15,0 0-15,0 0 0,40-40 0,-40 40 16,41 0-16,-1-40 0,0 40 0,0-40 0,0 0 16,0 40-16,0-40 15,0 0-15,1 0 0,-1 0 0,0 0 16,0-40-16,0 0 16,-40 0-16,0 0 0,0 0 15,-40 0 1,40-41-16,-80 41 0,40 0 0,-1 0 0,1 0 15,0 0-15,0 0 0,0 0 0,0 0 0,0 0 16,40-1-16,-40 41 0,40-40 16,0 0-16,-41 40 0,41-40 0,0 0 15,81 40 1,-41-40-16,0 40 0,0 0 16,0 0-16,0 0 0</inkml:trace>
  <inkml:trace contextRef="#ctx0" brushRef="#br0" timeOffset="5350.59">25280 2887 0,'40'0'32,"0"0"-32,0 40 15,0 40 1,0 1-1,-40-41-15,0 80 16,0-80-16,-80 0 0,40 0 16,40 0-16,-40 0 31,40 1-31,40-41 31,0-81-31,80 41 31,-39 0-31,79-40 16,-120 40-16,0 0 0,41 0 16,-81 0-16,0-1 15,0 1-15,-40 40 16,-1-40 0,-39 40-1,40 40-15,-40 41 16,40-41-16,40 0 15,0 0-15,0 0 0,0 80 32,40-80-32,0 0 15,0 1-15,40-1 16,-40-40-16,1 0 0</inkml:trace>
  <inkml:trace contextRef="#ctx0" brushRef="#br0" timeOffset="5750.57">26203 2847 0,'0'-40'0,"0"80"0,40-80 16,-40 0-16,80 40 15,-40 0 1,0 0-16,0 40 15,-40 0-15,40-40 0,-40 40 0,0 40 16,0 0 0,0-39 15,41-41-31,79 0 16,-80 0-16,0-41 0,81 41 15,-81-40-15,40 40 16,-40 0-16,0-40 15,-80 40 32,40-40-15</inkml:trace>
  <inkml:trace contextRef="#ctx0" brushRef="#br0" timeOffset="6140.58">27808 2366 0,'0'0'16,"-41"0"-16,1-40 15,80 40 17,201-41-17,40 41 1,-80-40 15,-121 0-31</inkml:trace>
  <inkml:trace contextRef="#ctx0" brushRef="#br0" timeOffset="6390.56">28169 1924 0,'-40'0'16,"80"0"-16,-80 41 0,40-1 15,0 0-15,0 80 16,40 121 0,0-161-1,0 120 1,0-39 15</inkml:trace>
  <inkml:trace contextRef="#ctx0" brushRef="#br0" timeOffset="6820.53">29332 1604 0,'0'0'0,"0"-40"0,-40 40 16,-40 0 0,40 0-16,-121 80 31,121-80-31,0 80 0,0-40 0,40 0 16,-40 80-1,120-79-15,81 39 31,-121-40-31,40-40 0,-40 0 0,40 40 16,-39-40-16,79 0 16,-120-40-1,0-40-15,-120-121 32,79 161-32,-119-201 15,120 201-15,0 0 0,-81-80 16,121 80-16,-40-40 15,40 39-15,0 1 0,0 0 16,121-80 0</inkml:trace>
  <inkml:trace contextRef="#ctx0" brushRef="#br0" timeOffset="7140.53">29774 641 0,'40'-40'0,"0"40"15,0 0-15,0 0 0,0 0 16,1 0 0,-41 40-16,40-40 0,-40 40 0,40-40 0,-40 40 15,0 0-15,0 1 0,0-1 16,0 0-16,-40-40 0,40 40 0,-40-40 15,40 40-15,-41-40 0,1 0 16,80 0 0,1-40-1,39 40 1,-40 0-16,0 0 0,0 0 0,0 0 16,0-40-16,1 40 15,-1 0-15,0 0 0,0 0 16,0 0-16</inkml:trace>
  <inkml:trace contextRef="#ctx0" brushRef="#br0" timeOffset="7530.49">31138 922 0,'0'0'0,"-40"0"16,0 0-1,0 120 16,0-40-31,40 121 16,40-1 15,0 1-15,-80-1 0,-41-119 15,1-81-31</inkml:trace>
  <inkml:trace contextRef="#ctx0" brushRef="#br0" timeOffset="7740.48">31178 1564 0,'0'0'0,"0"-41"16,-40 1-1,120 0 1,121 0 15,-81 40-31,1 0 16,39 0 0</inkml:trace>
  <inkml:trace contextRef="#ctx0" brushRef="#br0" timeOffset="8220.44">29694 2366 0,'-81'40'16,"41"-40"-16,0 0 15,0 40 1,0-40-1,80 0-15,80 0 32,161 0-17,-201-40-15,442 40 16,-402 0-16,282 0 31,-41 0-15,-201 0-1,-120 0 1,-40 40 15,-80-40-31</inkml:trace>
  <inkml:trace contextRef="#ctx0" brushRef="#br0" timeOffset="8780.42">30616 3128 0,'-40'0'0,"80"0"0,-240 0 31,160 0-31,0 0 16,-41 80 0,41 40 15,40 0-16,40-39 1,0-41 0,1 0-16,79 0 15,-80-40-15,0-40 16,0 0 0,-40-121-1,-120-79 16,40 39-15,40 81 0,-1 40-1,82 40 17,-1 40-32,0 0 0,0 0 0,40 40 31,-40-40-31</inkml:trace>
  <inkml:trace contextRef="#ctx0" brushRef="#br0" timeOffset="9430.32">31299 2927 0,'-41'0'0,"41"40"16,-40 0-1,40 0-15,0 1 16,0-1 0,40 0-16,1-40 15,-41 40 1,40-40-16,0 0 0,0 0 15,0 0-15,0 0 0,0-40 16,-40 0 0,40 40-16,-40-40 0,0-1 0,0 1 0,0 0 15,0 0-15,0 0 16,0 0-16,0 80 62,0 0-62,-40 0 16,40 0-16,0 0 0,0 1 0,0-1 16,-40 0-16,40 40 15,0-40-15,0 0 0,0 0 0,0 0 0,-40 0 16,40 1-16,0-1 0,0 40 16,0-40-16,-40 0 0,40 40 0,0-40 0,0 1 15,-40 39-15,40-40 16,-40 0-16,40 0 0,-40 0 0,-1 0 0,1 0 15,0 0-15,0-40 16,0 0-16,0 0 16,0-40-16,0 40 0,40-40 15,-41 40-15,41-40 16,-40 0-16,40 0 0,0 0 16,0 0-16,-40 0 15,40 0-15,0-1 16,40 1-1,0 0-15,1 40 0,-1-40 16,0 40-16,0 0 0,0-40 0</inkml:trace>
  <inkml:trace contextRef="#ctx0" brushRef="#br0" timeOffset="10000.54">31941 3007 0,'40'0'15,"-80"0"-15,120 0 16,-40 40 15,-40 1-31,40-41 16,-40 40-16,0 0 0,0 0 15,0 0-15,-40-40 0,40 40 16,-40 0-16,40 0 0,0 0 16,0 0-1,40-40 17,0 0-32,0 0 0,40 0 15,-39-40 1,-1 40-16,0 0 0,0 0 0,0 0 15,0 0-15,0 0 0,0 0 16,1 0-16,-1 0 16,-80 0 77,40 40-30,-41-40-32</inkml:trace>
  <inkml:trace contextRef="#ctx0" brushRef="#br0" timeOffset="13644.28">18940 3007 0,'-40'0'16,"-1"0"-1,1 0 1,40-40-1,40 40 142,1 0-126,-1 0-31,0 0 0,0 0 16,40 0-16,-40 0 0,41 0 0,-1 0 0,40 0 15,-40 40-15,41-40 16,-41 0-16,40 0 0,-39 0 0,39 0 0,-40 0 15,1 0-15,-1 0 0,0 0 16,-40 0-16,40 0 0,-39 0 0,39 0 0,-40 0 16,0 0-1,0 0-15,0 0 16,0 0 0,1 0 265,-41-40-266,-41 40 126</inkml:trace>
  <inkml:trace contextRef="#ctx0" brushRef="#br0" timeOffset="24096.96">24357 4451 0,'40'0'234,"0"0"-218,0 0-16,-40 40 0,40-40 0,0 0 16,0 0-1,-40 40-15,41-40 0,-1 0 0,0 0 16,0 0-1,0 40-15,0-40 0,0 0 0,0 0 16,1 0-16,-1 0 16,0 0-16,0 0 0,0 0 0,0 0 0,0 0 15,41 0-15,-41 0 0,0 0 0,40 41 0,-40-41 16,41 0-16,-41 0 0,0 0 16,40 0-16,-40 40 0,40-40 0,-39 0 0,39 0 15,-40 0-15,0 0 16,40 0-16,-40 40 0,1-40 0,-1 0 0,0 0 15,0 0-15,0 0 16,-40 40-16,40-40 0,0 0 0,0 40 16,1-40-16,-1 0 0,0 0 0,-40 40 15,40-40-15,0 0 16,0 0-16,0 0 0,0 0 0,1 0 16,39 0-16,-80 40 0,40-40 15,40 0-15,-40 0 0,0 0 0,1 0 16,-1 40-16,0-40 15,0 0-15,0 0 0,0 0 0,-40 40 16,40-40-16,0 0 16,1 0-16,-1 0 15,0 0-15,0 0 0,0 0 0,0 0 16,0 0-16,0 0 16,1 0-16,-1 40 0,0-40 0,40 0 0,-40 41 15,0-41-15,41 40 0,-41-40 16,0 40-16,0-40 0,40 0 0,-40 0 0,0 40 15,1-40-15,-1 0 16,0 0-16,40 0 0,-40 0 0,0 0 0,0 40 16,1-40-16,-1 0 0,0 0 0,40 0 0,-40 0 15,0 40-15,1-40 0,-1 0 16,0 0-16,0 0 0,0 0 0,0 40 0,0-40 16,41 0-16,-41 0 15,0 0-15,0 40 0,0-40 0,0 0 0,0 0 16,0 0-16,1 0 0,-1 40 15,0-40-15,0 0 0,0 0 16,0 0 0,0 0-16,0 0 0,1 0 0,-1 0 0,0 41 15,0-41-15,0 0 0,0 0 0,0 0 0,0 0 16,1 0-16,-1 0 16,0 0-16,0 0 0,0 0 0,0 0 15,0 0-15,0 0 16,1 0-16,-1 0 0,0 0 0,0 0 15,0 0-15,0 0 16,0 0-16,0 0 0,1 0 16,-1 0-16,0 0 31,0 0-31,0 0 16,0 0-16,0 0 15,0 0-15,1 0 0,-1 0 16,0 0-1,0 0-15,0 0 0,0 0 16,-40 40 0,40-40-16,-80 0 187,40-40-93</inkml:trace>
  <inkml:trace contextRef="#ctx0" brushRef="#br0" timeOffset="56165.42">23073 9705 0,'-40'0'281,"-1"0"156</inkml:trace>
  <inkml:trace contextRef="#ctx0" brushRef="#br0" timeOffset="66511.57">24557 9504 0,'0'0'0,"-40"0"31,0 0 78,0 0-109,0 0 31,0 40-31,0-40 16,-1 0 0,1 0-16,0 0 0,40 41 0,-40-41 15,0 0-15,0 0 0,0 0 16,0 0 0,-1 0-16,1 0 31,0 0-31,0 0 0,0 0 15,0 0-15,0 0 16,0 40-16,-1-40 0,1 0 16,0 0-16,0 0 0,0 0 0,0 0 0,0 0 15,0 40 1,-1-40-16,1 0 0,0 0 16,0 0-1,0 0-15,0 0 16,40-40-1,-40 40-15,0 0 16,-1 0 0,41-40-16,-40 40 0,0 0 15,0 0 1,0 0 0,0 0-16,0 0 15,0 0-15,-1 0 16,1 0-16,0 0 0,0 0 15,0 0 1,0 0-16,0 0 0,0 40 0,-1-40 16,1 0-16,0 0 0,0 0 15,0 0 1,0 0-16,0 0 0,0 0 16,-1 0-1,1 0-15,0 0 0,0 0 16,0 0-16,0 0 15,0 0-15,-1 0 0,1 0 16,0 0 0,0 0-1,0 0 1,0 0 0,0 0-16,0 0 0,-1 0 15,1 0 1,40 40-16,-40-40 0,0 0 0,40 40 15,-40-40-15,0 0 16,0 0 0,0 0-16,-1 0 31,1 0 0,0 0-31,0 0 0,0 0 31,0 0-31,0 0 32,40-40 46</inkml:trace>
  <inkml:trace contextRef="#ctx0" brushRef="#br0" timeOffset="67902.73">21748 9143 0,'41'0'16,"-41"41"46,-41-41-46,1 40-1,0-40 1,0 0-16,0 40 0,0-40 0,0 40 16,0-40-16,-1 40 15,1-40-15,0 0 0,0 40 0,0-40 0,0 0 16,0 40-16,0-40 15,40 40-15,-41-40 0,1 0 0,40 40 0,-40-40 16,0 0 0,40 40 93,40-40 32,0 0-110,-40 41 94,40-41-63,-40 40-46,0 0 15,0 0 1,0 0-32,41-40 15,-41 40-15,0 0 16,80-40-1,-80 40-15,40-40 16,-40 40-16,40-40 31,-40 41-31,40-41 0,0 0 16,-40 40-16,40-40 16,1 0-1,-41 40 1,40-40-1,0 0 17,0 0 155,-120 0-156</inkml:trace>
  <inkml:trace contextRef="#ctx0" brushRef="#br0" timeOffset="70476.36">17014 10106 0,'40'0'265,"-80"0"235,40 40-500,40-40 391</inkml:trace>
</inkml:ink>
</file>

<file path=ppt/ink/ink6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8T07:14:14.882"/>
    </inkml:context>
    <inkml:brush xml:id="br0">
      <inkml:brushProperty name="width" value="0.05292" units="cm"/>
      <inkml:brushProperty name="height" value="0.05292" units="cm"/>
      <inkml:brushProperty name="color" value="#FF0000"/>
    </inkml:brush>
  </inkml:definitions>
  <inkml:trace contextRef="#ctx0" brushRef="#br0">8266 2526 0,'0'0'0,"-40"0"32,0 0-17,0-40 1,120 40 15,-40 0-31,0 0 16,0 0-16,41 0 0,-41 0 0,40 0 0,-40 0 15,40 0-15,-40 0 16,1 0-16,-1-40 0,40 40 0,-40 0 16,0 0-16,0 0 15</inkml:trace>
  <inkml:trace contextRef="#ctx0" brushRef="#br0" timeOffset="319.95">8507 2847 0,'-40'0'0,"80"0"0,-120 0 31,120-40-31,40 40 16,-40 0-16,0-40 0,0 40 0,0 0 0,41 0 15,-41 0-15,0 0 16,0 0-16,0 0 0,0 0 0,0 0 15,1 0 1,-41 40 15,-41-80 16,1 40-47,40-40 16,-40 40-1</inkml:trace>
  <inkml:trace contextRef="#ctx0" brushRef="#br0" timeOffset="1959.85">10914 1804 0,'0'-40'31,"41"40"-15,-41-40 62,40 0-31,0 40-47,-40-40 16,40 40-16,0 0 15,0 0-15,0 0 0,0 0 16,1 0-16,-1 0 16,0 0-16,0 0 0,0 0 15,0 0-15,-40 40 0,40 0 0,-40 0 16,40-40-1,-40 40-15,0 0 0,0 0 0,0 0 16,-40 1 0,0-1-16,40 0 0,-40-40 0,0 40 15,40 0-15,-40-40 0,0 0 16,40 40-16,-40-40 0,40 40 0,-41-40 0,41-40 62,41 40-46,-1 0 0,0 0-1,0 0-15,0 0 0,0 0 16,0 0-16,0 0 0,1 40 16,-1-40-16,0 40 0,0-40 15,-40 40-15,0 1 16,0-1-1,0 0-15,0 0 16,-40-40-16,0 40 16,0-40-16,-1 0 0,1 40 0,0-40 15,0 0-15,0 40 16,0-40-16,0 0 0,0 0 0,-1 0 0,1 0 16,0 0-16,0 0 0,0 0 0,40-40 15,-40 40-15,0 0 16,0 0-16,40-40 31</inkml:trace>
  <inkml:trace contextRef="#ctx0" brushRef="#br0" timeOffset="2819.8">13482 1924 0,'0'-40'46,"-80"40"-14,40 0-17,0 0-15,0 0 16,0 40-16,0-40 16,-1 41-16,1-1 0,0 0 0,0-40 15,0 40-15,40 0 0,-40 0 0,0-40 0,40 40 16,0 0-16,0 0 15,0 1-15,0-1 0,40-40 0,-40 40 16,40-40-16,40 40 16,-40-40-16,0 0 0,1 0 15,-1 0-15,0 0 16,0 0-16,0 0 0,0-80 16,-40 40-16,0-1 15,0 1-15,0 0 16,0 0-16,0 0 0,0 0 0,-40 0 0,40 0 15,0-41-15,-40 41 0,40 0 16,0-40-16,0 40 0,0 0 0,0-40 0,0 40 16,0-1-16,0-39 15,0 40-15,0 0 0,0 0 0,0 0 16,40 40-16,0-40 16,0 40-16,0 0 0,1 0 15,-41 40-15,40-40 0,0 40 0,0 40 16,0-40-1</inkml:trace>
  <inkml:trace contextRef="#ctx0" brushRef="#br0" timeOffset="3409.84">14445 1283 0,'0'0'0,"0"40"79,-40-40-64,40 40 1,-40 0-16,0 0 15,0 0-15,40 0 0,-40 1 16,40-1-16,-40 0 0,40 0 0,-40 40 0,40-40 16,0 40-16,0-40 15,-41 1-15,41 39 0,0-40 0,0 0 0,0 0 16,0 0-16,0 0 0,0 0 16,0 1-16,41-41 0,-41 40 0,40 0 0,0 0 15,0 0-15,0-40 16,-40 40-16,40-40 15,0 0-15,0 0 16,-40-40 47,0 0-63</inkml:trace>
  <inkml:trace contextRef="#ctx0" brushRef="#br0" timeOffset="4109.8">14927 1804 0,'-40'0'0,"40"-40"32,40 40-17,0 0-15,0 0 0,0 0 16,1 40-16,-1 0 15,-40 0-15,40 0 0,-40 1 0,0-1 16,0 0-16,0 0 16,0 0-16,0 0 0,-40 0 15,40 0 1,0-80 0,0 0-1,0 0-15,0 0 16,80 0-16,-80 0 0,40 0 0,-40-1 15,40 1-15,0 0 16,0 40-16,-40-40 16,41 40-1,-41 40-15,40 0 16,-40 0 0,40 1-16,-40-1 0,0 0 15,0 0-15,40 0 0,-40 0 0,0 0 16,0 0-16,0 0 15,0 1-15,0-1 32</inkml:trace>
  <inkml:trace contextRef="#ctx0" brushRef="#br0" timeOffset="4339.72">16051 2125 0,'0'0'16,"-41"0"-16,1 0 15,40-40 1,40 40-16,41 0 16,-41 0-16,0 0 0,0-40 0,0 40 15,0 0-15,0 0 0,1 0 0,-1-40 16,0 40-1</inkml:trace>
  <inkml:trace contextRef="#ctx0" brushRef="#br0" timeOffset="4749.76">17054 1564 0,'-40'0'31,"-1"0"-31,1 0 0,0 0 16,40 40-16,-40-40 15,40 40-15,-40-40 0,40 40 0,-40 0 0,40 0 16,0 0 0,-40 0-16,40 0 0,0 0 0,0 1 15,40-41-15,-40 40 0,40-40 16,-40 40-16,80 0 0,-40 0 0,0 0 16,1 0-16,-41 0 15,0 0 1,-41 1-1,1-41 1,0 0-16,0 0 0,0 0 0,0 0 16,0 0-1,40-41-15,0 1 0</inkml:trace>
  <inkml:trace contextRef="#ctx0" brushRef="#br0" timeOffset="5029.75">16893 1764 0,'0'0'15,"40"-40"-15,41 0 16,-41 40-16,160-40 16,1 0-1,-121 40 1,-120 0 15,0 40-15,40 0-1,-40-40-15,0 0 0,40 40 16,-40-40-16</inkml:trace>
  <inkml:trace contextRef="#ctx0" brushRef="#br0" timeOffset="6069.61">15770 2366 0,'0'0'0,"0"40"109,0 0-93,0 0-1,0 0-15,0 0 0,-40 0 16,40 0 0,0 0-16,0-80 47,0 0-32,0 0-15,0 0 16,0 0-16,-41 0 0,41 80 62,0 0-62,0 0 16,0 0-16,0 0 0,0 0 16,0 1-1,0-1-15</inkml:trace>
  <inkml:trace contextRef="#ctx0" brushRef="#br0" timeOffset="6459.62">17575 2486 0,'0'40'63,"0"0"-47,0 40-16,0-40 0,0 1 15,0-1-15,-40 0 16,0 0-16,0-40 0,0 40 15,0-40-15,0 0 16</inkml:trace>
  <inkml:trace contextRef="#ctx0" brushRef="#br0" timeOffset="7489.53">18177 1924 0,'0'0'0,"-40"-40"16,40 0-1,0 0 1,0 0 0,40 40-16,0 0 15,1 0 1,-1 40-16,0 40 0,0-40 15,-40 1-15,40-41 0,-40 40 16,0 0-16,40-40 0,-40 40 0,0 0 0,0 0 16,40 0-1,-40 0 1,0-80 15,0 0-31,0 0 16,0 0-16,0 0 15,0 0-15,40 0 0,-40-1 16,41 41-16,-41-40 0,40 40 16,-40 40 31,40 1-47,-40-1 15,40-40-15,-40 40 0,0 0 16,40-40-16,-40 40 0,0 0 0,0 0 15,0 0 1,0 0-16,0 1 0,0-1 31</inkml:trace>
  <inkml:trace contextRef="#ctx0" brushRef="#br0" timeOffset="7809.58">19060 2165 0,'40'0'32,"0"0"-17,41 0-15,-41 40 16,0 0-16,-40 0 16,0 1-16,0-1 15,-40-40 1,40 40-16,-40-40 0,120 0 62,-40 0-46,0 0 0,0 0-16,0 0 15,0-40-15,1 0 16</inkml:trace>
  <inkml:trace contextRef="#ctx0" brushRef="#br0" timeOffset="8269.48">19582 1283 0,'0'0'15,"80"0"17,-40 0-17,0 0-15,-40 40 0,40-40 16,0 40-16,1 0 0,-1 0 0,-40 0 0,40 0 16,0 1-16,0-1 0,-40 0 0,40 0 0,0 40 15,-40-40-15,0 0 16,40 0-16,-40 0 0,0 41 0,0-41 0,0 0 15,0 0-15,0 0 0,-40 0 16,-40 0-16,80 0 0,-40 1 0,0-1 16,0 0-16,0-40 15,-1 40-15,1-40 0,40 40 0,-40-40 0,0 40 16,0-40-16</inkml:trace>
  <inkml:trace contextRef="#ctx0" brushRef="#br0" timeOffset="8669.44">20826 1965 0,'-41'0'0,"82"0"0,-82 40 16,82-40 15,-1 0-31,0 0 0,0 0 16,0 0-16,40 0 0,-40 0 15,1 0-15,39 0 0,-40 0 0,40 0 0,-40 0 16,41 0-16,-41 0 16,0 0-16,0 0 0,0 0 0,0 0 0,0-40 15,0 40-15,1 0 16,-1 0-16,0 0 16</inkml:trace>
  <inkml:trace contextRef="#ctx0" brushRef="#br0" timeOffset="8919.44">21387 1764 0,'0'0'15,"-40"0"-15,40 40 31,0 0-15,0 0-16,0 0 16,40 1-16,-40-1 0,0 0 0,0 0 0,0 0 15,40 0-15,-40 0 16,0 0-16,0 0 0,0 1 0,0-1 16,0 0-16,0 0 0,0 0 0,0 0 15</inkml:trace>
  <inkml:trace contextRef="#ctx0" brushRef="#br0" timeOffset="9729.45">23273 1523 0,'0'0'0,"-40"0"0,0 0 0,40-40 15,-40 40-15,0 0 16,0 0 15,40 40-31,-40-40 0,40 41 0,-41-1 16,1 0-16,0 0 0,0 0 0,40 40 0,-40-40 16,40 0-16,-40 41 15,40-41-15,0 0 0,0 40 0,0-40 0,0 0 16,0 0-16,0 0 0,40-40 15,-40 41-15,0-1 0,40-40 0,-40 40 0,40-40 16,0 0 0,0 0-16,1 0 0,-1 0 15,-40-40 1,40 40-16,-40-40 16,-40 40-16,-41-41 15,41 41 1,0-40-16,0 40 0,0 0 0,0 0 15,0 0-15,40-40 16,-40 40-16</inkml:trace>
  <inkml:trace contextRef="#ctx0" brushRef="#br0" timeOffset="10689.34">24317 1844 0,'-41'0'94,"1"0"-78,40 40-16,-40-40 15,0 40 1,0 1-16,40-1 0,-40-40 0,40 40 16,-40 0-16,40 0 0,0 0 0,0 0 15,0 0-15,0 0 16,0 1-16,40-1 0,-40 0 15,40-40 1,0 0-16,0 0 0,0 40 16,0-40-1,1 0-15,-41-80 0,0 40 16,0-1-16,0 1 16,40 0-16,-40 0 15,0 0-15,0 0 0,0 0 0,0 0 0,0 0 16,-40-1-16,40 1 0,0 0 15,-41 0-15,41 0 0,0 0 0,-40 40 0,40-40 16,0 0-16,-40 40 16,40-40-16,0 0 0,0-1 15,40 1 1,0 40-16,1-40 16,-1 40-16,0 0 0,0 0 15,0 0 1,0 0-16,0 0 0</inkml:trace>
  <inkml:trace contextRef="#ctx0" brushRef="#br0" timeOffset="11099.39">25119 1283 0,'-40'0'16,"80"0"-16,-120 0 15,40 0 1,40 80-1,-81 80 1,41-39 0,40-81-16,0 160 15,-40-160-15,40 41 0,0 39 16,40-40 0,81 41-1,-41-41 16,0-80-31,-40 0 0</inkml:trace>
  <inkml:trace contextRef="#ctx0" brushRef="#br0" timeOffset="12819.21">25440 1644 0,'0'-40'47,"-40"40"187,80 0 454,0 0-642,-40 40-30,0 0-16,40 0 0,-40 0 16,0 0-16,41 0 15,-41 0-15,0 0 0,0 1 0,40-41 16,-40 40-16,0 0 0,0 0 16,0 0-1,0-80 32,0 0-31,0 0-16,0 0 0,0-1 15,40 1-15,-40 0 16,0 0-16,40 0 0,-40 0 0,40 40 16,-40-40-16,40 40 0,-40-40 0,40 40 0,0 0 31,-40-40-16,41 40-15,-1 0 16,-40 80-16,0-40 16,40-40-1,-40 40-15,0 0 0,0 0 0,0 0 16,0 0-16,0 1 0,0-1 0,0 0 16,0 0-16,0 0 15,0 0-15,0 0 16</inkml:trace>
  <inkml:trace contextRef="#ctx0" brushRef="#br0" timeOffset="13119.19">26524 2125 0,'-41'0'16,"82"0"-16,-122 0 16,81-40-1,0 120 1,0 0 0,0 41-1,0-41 16,0-40-31,40 0 32</inkml:trace>
  <inkml:trace contextRef="#ctx0" brushRef="#br0" timeOffset="13509.19">27166 2045 0,'0'0'15,"-41"0"16,82 0 1,39 0-32,-40 0 15,0 0 1,0 0-16,0 0 0,0 0 0,1 0 0,-1 0 16,0 0-16,0 0 0,0 40 15</inkml:trace>
  <inkml:trace contextRef="#ctx0" brushRef="#br0" timeOffset="14149.2">27848 1644 0,'-40'-40'15,"80"80"-15,-80-120 32,80 80-17,0 0 1,0 0-16,0 40 0,0-40 16,0 0-16,0 0 15,1 40-15,-1-40 0,0 0 16,0 40-16,0 0 15,-40 0-15,0 0 16,0 0-16,0 0 16,-40 0-16,40 1 15,0-1-15,-80-40 16,80 40-16,-40-40 0,-1 40 0,1 0 16,0-40-16,40 40 31,40-40 0,0 0-15,1 0-16,-1 0 15,0 0-15,0 0 0,0 0 0,0 0 0,0 0 16,0 0-16,1 0 0,-1 40 16,0-40-1,-80 0 48,0 0-48</inkml:trace>
  <inkml:trace contextRef="#ctx0" brushRef="#br0" timeOffset="14549.11">28971 2245 0,'-40'-40'47,"40"80"-16,40-40-16,-40 40 1,40 1-16,-40-1 0,0 0 16,0 0-16,0 0 15,0 0-15,0 0 0,-40-40 16,40 40-16,-40-40 0,0 40 16,0-40-16,0 0 15,0 0-15</inkml:trace>
  <inkml:trace contextRef="#ctx0" brushRef="#br0" timeOffset="16039.02">29292 1684 0,'-40'0'0,"40"-40"31,0 0-15,40 40-1,-40-40 1,40 40-16,1 0 15,-1 40 1,0 0-16,-40 0 0,0 0 16,0 0-1,40 0-15,-40 0 0,0 0 0,0 0 16,0 1-16,0-1 0,0 0 0,0 0 16,0 0-1,-40-40-15,40-40 31,40 40-31,-40-40 16,40 0-16,-40 0 16,0-1-16,40 1 0,-40 0 0,40 40 0,-40-40 15,40 0-15,1 0 16,-1 0-16,0 40 16,0 0-1,-40 40 1,0 0-1,0 0 1,0 0-16,0 0 0,0 0 16,0 1-16,0-1 15,0 0-15,0 0 0,0 0 0,0 0 16,0 0-16,0 0 16,40 0-1</inkml:trace>
  <inkml:trace contextRef="#ctx0" brushRef="#br0" timeOffset="16359.01">30095 2165 0,'-40'0'16,"40"40"15,40-40-31,-40 40 15,40-40-15,-40 40 16,40 1-16,-40-1 0,0 0 31,0 0-31,-40-40 16,80 0 15,0 0-31,0 0 16,0-40-16,1 40 15,-1 0-15,0 0 0,0 0 0,0 0 16,0 0-16,0 0 16,0 0-16</inkml:trace>
  <inkml:trace contextRef="#ctx0" brushRef="#br0" timeOffset="16588.99">30777 2125 0,'-40'0'0,"80"0"0,-40 0 32,0-40-17,40 40-15,40 0 0,-40 0 16,1 0-16,-1 0 15,0 0-15,0 0 0</inkml:trace>
  <inkml:trace contextRef="#ctx0" brushRef="#br0" timeOffset="17048.96">31339 1644 0,'0'0'16,"40"0"15,0 0-31,0 0 0,0 0 16,-40 40-16,40-40 15,0 40-15,-40 0 16,0 0-16,0 0 15,-40 0-15,40 0 0,-80-40 16,80 41-16,-40-41 0,40 40 16,-40-40-16,40 40 0,-40-40 0,40 40 15,40-40 1,0 0 0,40 0-16,-80 40 0,40-40 15,0 0-15,1 40 16,-1 0-16,-40 0 31,-40 0-31,-1-40 16,41 41-16,-80-41 15,40 0-15,0 0 0,0 40 0,0-40 16,0 0-16,-1 0 0,1 0 0,0 0 0,0 0 16,0 0-16,0-40 15,0 40-15,0-41 0</inkml:trace>
  <inkml:trace contextRef="#ctx0" brushRef="#br0" timeOffset="17568.93">31620 1203 0,'40'0'31,"0"40"-15,0-40-16,0 40 0,0-40 0,0 40 15,0 0 1,1-40-16,-41 40 0,40 0 0,-40 0 0,40-40 16,-40 40-16,0 1 0,0-1 15,0 40-15,40-40 0,-40 0 0,0 0 0,0 0 16,0 0-16,0 0 0,0 1 0,0-1 0,0 0 16,-80 0-16,80 0 15,-40 0-15,-1 0 0,41 0 0,-40-40 0,0 40 16,0 1-16,0-41 0,0 40 15,0-40-15</inkml:trace>
  <inkml:trace contextRef="#ctx0" brushRef="#br0" timeOffset="18518.9">18097 4772 0,'-40'0'16,"80"0"-16,-120 0 15,80-40 17,40 40-32,0 0 15,0 0-15,0 0 16,0 0-16,1 0 0,-1 0 0,0 0 15,40 0-15,-40-40 16,0 40-16,0 0 0,41 0 0,-41 0 0,0 0 16,40 0-16,-40 0 0,0 0 15,1 0-15,-1 0 0,0 0 0,0 0 16</inkml:trace>
  <inkml:trace contextRef="#ctx0" brushRef="#br0" timeOffset="18778.93">18619 4371 0,'0'-40'16,"0"80"31,0 0-32,0 0-15,0 0 0,-40 40 16,40-39-16,0 39 0,-41-40 16,41 0-16,0 0 15,0 0-15,0 0 0,0 0 0,0 0 16,0 1-16,0-1 0,0 0 0</inkml:trace>
  <inkml:trace contextRef="#ctx0" brushRef="#br0" timeOffset="19698.88">19301 4210 0,'40'0'141,"0"0"-126,0-40-15,0 40 16,0 0-16,1 0 0,-1 0 16,0 0-16,0 0 15,0 0-15,0 0 16,-40 40 0,40-40-16,-40 41 0,0-1 15,0 0-15,-80-40 0,80 40 16,-40 0-16,40 0 15,-40-40-15,40 40 0,-40 0 0,0 0 0,-1-40 16,1 41-16,40-1 0,-40-40 16,40 40-16,-40 0 0,0 0 0,40 0 15,-40-40-15,40 40 0,0 0 16,0 0 0,0 0-16,0 1 15,40-41 1,-40 40-16,40-40 15,0 0 1,0 0-16,0 0 0,1 0 16,-1-40-16,0-1 15,-40 1-15,40 0 16,-40 0-16,0 0 16,-80 40-1,80-40-15,-40 40 0,40-40 0,-41 0 0,41 0 16,-40 0-16,40-1 0,-40 41 15,40-40-15,-40 0 0,0 0 0,0 0 16,40 0-16,-40 40 16,40-40-16,0 0 0,-40 40 0,40-40 15,0-1-15,40 41 16,40 0 0,-40 0-16,0 0 0,0 0 15,0 0 1,1 0-16,-1 0 15</inkml:trace>
  <inkml:trace contextRef="#ctx0" brushRef="#br0" timeOffset="20428.76">21267 4571 0,'0'0'0,"-40"0"16,0 0-1,0 0 1,-1 0-1,1 0-15,0 0 16,0 0-16,0 0 16,0 41-16,0-1 0,0-40 15,-1 40-15,41 0 0,-40 0 0,0-40 16,40 40-16,-40 0 16,40 0-16,0 0 0,0 0 15,0 1-15,40-1 16,-40 0-16,80 0 0,-39-40 15,-1 0 1,0 0-16,0 0 0,0-40 16,0 0-1,-40 0-15,40-1 16,-40 1-16,0 0 0,0 0 0,0 0 16,0 0-16,0 0 0,-40 0 15,40-40-15,0 39 0,-40 1 0,40 0 0,0 0 16,-40-40-16,40 40 15,0 0-15,0 0 0,0-1 16,0 1 0,40 40-1,0 0-15,0 0 16,0 0 0,-40 40-16,41-40 15,-1 0-15</inkml:trace>
  <inkml:trace contextRef="#ctx0" brushRef="#br0" timeOffset="20768.75">21949 3970 0,'0'0'0,"-40"0"0,0-40 32,0 40-32,0 0 0,-1 40 15,1 40 1,0 0 0,-40 161-1,80-161 1,40 161-1,40-81 1,1-120 0,-1 40-1,-40-80 1</inkml:trace>
  <inkml:trace contextRef="#ctx0" brushRef="#br0" timeOffset="21218.71">22150 4251 0,'0'-41'0,"0"82"0,-40-82 0,80 41 47,-40 41-31,40-41-16,-40 80 0,40-40 15,-40 0-15,0 0 0,0 0 16,0 0-16,0 0 0,40-40 0,-40 41 16,0-82 15,0 1-15,0 0-1,0 0-15,0 0 0,40 0 0,0 0 16,-40 0-1,41 40-15,-41-40 0,40 40 16,0 0 0,0 0-1,-40 40 1,40-40-16,-40 40 16,0 0-16,0 0 0,0 0 0,0 0 15,0 0-15,0 0 16,0 1-16,-40-1 0,40 0 15,-40 0 1</inkml:trace>
  <inkml:trace contextRef="#ctx0" brushRef="#br0" timeOffset="21408.78">22631 4612 0,'0'40'31,"0"0"-15,0 0 0,0 0-16,0 0 0,0 0 15,-40-40-15,40 40 0,0 0 16,0 0-16,-40 1 16</inkml:trace>
  <inkml:trace contextRef="#ctx0" brushRef="#br0" timeOffset="21868.67">23193 4812 0,'0'40'15,"0"0"17,0 0-17,0 0-15,0 1 0,0-1 16,0 0-16,0 0 15,-80 0-15,80 0 0,-40-40 0,0 40 0,-1 0 16,-39-40-16,40 40 16,0-40-16,0 0 0,0 0 0,0 0 15</inkml:trace>
  <inkml:trace contextRef="#ctx0" brushRef="#br0" timeOffset="22418.65">23715 4371 0,'0'0'16,"40"0"15,0 0-15,-40 40-16,120 40 15,-80 41 17,-40-41-32,-40 0 31,0-40-16,40-80 1,40 0 0,41-80-1,-41 79 1,40-79 0,-40 120-1,0 0 16,-40 40-31,40 40 32,0 81-17,-40-121-15,0 40 32,0-40-32</inkml:trace>
  <inkml:trace contextRef="#ctx0" brushRef="#br0" timeOffset="22728.62">24477 4852 0,'0'-40'0,"0"0"16,80 40-1,-40 0 16,1 40-31,-1-40 0,-40 40 16,40 0-16,-40 0 16,0 0-16,0 1 0,0-1 15,0 0 1,40-40 0,40 0 15,-40 0-31,0 0 15,-40-40-15,41 40 16,-41-40-16,40 40 16,-40-41-16</inkml:trace>
  <inkml:trace contextRef="#ctx0" brushRef="#br0" timeOffset="23038.6">25079 4291 0,'0'-40'32,"40"40"-32,0 0 15,0 0-15,0 40 16,1 0-16,79 120 15,-40 81 1,-80-161 0,-160 121-1,-81-41 1,121-120 0</inkml:trace>
  <inkml:trace contextRef="#ctx0" brushRef="#br0" timeOffset="23468.59">26082 4612 0,'-40'40'15,"80"-80"-15,-40 80 32,0-80-17,40 40-15,0 0 0,1 0 0,-1 0 0,40 0 16,-40 0-16,0 0 0,0 0 16,41 0-16,-41 0 0,0 0 0,0 40 0,0-40 15,40 0-15,-40 0 16,1 0-16,-1 0 0,0 0 0,0 0 15,0 0-15,0 0 16</inkml:trace>
  <inkml:trace contextRef="#ctx0" brushRef="#br0" timeOffset="23708.64">26684 4371 0,'0'0'0,"-40"0"0,0-40 32,40 80-17,0 0-15,-40 0 0,40 0 16,0 0-16,0 41 16,0-41-16,0 0 0,0 0 0,0 0 0,0 40 15,0-40-15,0 0 0,0 0 16,0 1-16,0-1 0,0 0 0,0 0 0,-40 0 15,40 0 1</inkml:trace>
  <inkml:trace contextRef="#ctx0" brushRef="#br0" timeOffset="24978.56">27567 4251 0,'40'-41'32,"-40"82"61,-40-41-93,40 40 0,-40-40 16,40 40-16,-81 0 0,81 0 0,-40 0 0,0 40 16,40-40-16,-40 41 15,40-41-15,-40 0 0,40 40 0,0-40 0,0 40 16,0-40-16,0 1 0,0-1 15,0 0-15,40 0 0,-40 0 0,40-40 0,-40 40 16,80 0-16,-39-40 16,-1 0-16,0 0 0,0 0 15,-40-40-15,40 0 16,-40 0 0,0 0-16,-80 40 0,80-40 15,-40 40-15,-41 0 16,41 0-16,0 0 15,0 0-15,0 0 16,40 40 0</inkml:trace>
  <inkml:trace contextRef="#ctx0" brushRef="#br0" timeOffset="25538.46">28289 4772 0,'-40'0'0,"0"-40"15,0 40 1,0 0 0,40 40-1,-41-40-15,41 40 16,-40-40-16,40 40 0,0 0 0,-40-40 16,40 40-16,0 0 15,0 1-15,0-1 0,0 0 16,40 0-16,-40 0 15,40-40-15,1 40 0,-1-40 32,0-40-17,-40 0-15,0 0 0,0 0 16,0 0-16,0-1 16,0 1-16,-40 0 0,40 0 0,0 0 0,0-40 15,0 40-15,0 0 16,0 0-16,0-1 0,0 1 0,0 0 0,0 0 15,0 0-15,0 0 0,0 0 16,40 0-16,-40 0 0,40-1 0,0 41 16,-40-40-16,40 40 15,0 0 1,0 0-16,-40 40 16,41-40-16,-41 41 15</inkml:trace>
  <inkml:trace contextRef="#ctx0" brushRef="#br0" timeOffset="25958.51">28851 4210 0,'0'0'16,"-40"0"0,40-40-1,0 80 16,-121 81-15,81 79 0,0 41-1,80-41 17,40-39-17,-39-121 1,39 0-1</inkml:trace>
  <inkml:trace contextRef="#ctx0" brushRef="#br0" timeOffset="27128.36">28891 4571 0,'0'0'0,"0"-40"47,0 80 31,40-40-78,-40 41 0,0-1 16,40 0-16,-40 0 15,40 0-15,-40 0 16,0-80 31,0 0-31,41 0-16,-41 0 15,0 0 1,40-1-16,0 1 0,-40 0 0,40 40 0,-40-40 15,40 40-15,-40-40 0,40 40 16,0 0-16,0 0 16,-40 40 15,0 0-15,0 0-16,0 0 15,0 1-15,0-1 0,0 0 0,0 0 16,0 0-16,0 0 15,0 0-15,0 0 0,0 0 16,0 0 0,41-40-1</inkml:trace>
  <inkml:trace contextRef="#ctx0" brushRef="#br0" timeOffset="27358.42">29694 4772 0,'-41'0'0,"1"0"16,40 40 15,-40 80-15,40 41-1,0-81 16,0-40-15</inkml:trace>
  <inkml:trace contextRef="#ctx0" brushRef="#br0" timeOffset="27638.34">29814 4812 0,'0'0'15,"0"-40"-15,-80 40 16,80-40 0,40 40-1,40 0 1,40 0-1,1 0 17,-1 0-17,-80 0-15</inkml:trace>
  <inkml:trace contextRef="#ctx0" brushRef="#br0" timeOffset="27888.32">30055 4571 0,'-40'0'31,"80"0"-31,-80 41 47,40-1-47,0 0 15,0 0-15,0 0 0,0 0 16,0 0 0,0 0-16,0 0 0,40-40 15,-40 40-15,0 1 0,0-1 16</inkml:trace>
  <inkml:trace contextRef="#ctx0" brushRef="#br0" timeOffset="28178.38">30496 4491 0,'0'0'15,"-40"0"-15,40-40 16,0 80 31,0 0-47,0 41 15,0-41-15,0 0 0,0 0 0,0 0 16,0 0 0,0 0-16,0 0 0,0 0 15,0 0 1</inkml:trace>
  <inkml:trace contextRef="#ctx0" brushRef="#br0" timeOffset="28448.29">30978 5093 0,'-81'-40'16,"162"80"-16,-162-40 31,81 40-31,0 0 0,0 0 16,0 0-16,0 0 0,0 0 16,-40 1-16,40-1 0,0 0 0,-40-40 15,40 40-15,-40 0 16,0-40-16,40 40 0,-40-40 0,0 0 15</inkml:trace>
  <inkml:trace contextRef="#ctx0" brushRef="#br0" timeOffset="29408.23">31098 4571 0,'0'-40'16,"40"40"-16,-40-40 15,40 40 48,0 0-48,-40 40 1,40-40-16,-40 40 0,41-40 0,-41 81 16,0-41-1,40-40-15,-40 40 0,0 0 0,0 0 16,-40-40 15,40-40 16,40 40-31,-40-40-16,40 0 0,-40 0 0,0 0 15,40-1-15,-40 1 16,40 40-16,-40-40 0,40 40 0,-40-40 15,40 40 1,-40-40-16,40 40 16,1 0 15,-41 40-15,40 0-1,-40 0-15,0 0 16,0 1-1,0-1-15,0 0 0,0 0 16,40-40-16,-40 40 16,0 0-16,0 0 0,0 0 0,0 0 15,0 0-15,0 1 0,0-1 16,0 0 0,0 0-16</inkml:trace>
  <inkml:trace contextRef="#ctx0" brushRef="#br0" timeOffset="30908.14">31941 4932 0,'0'-40'0,"-41"40"47,41-40-1,41 40 64,-1 0-95,0 0 1,0 0-16,0 40 16,-40 0-16,40-40 0,-40 40 15,0 1-15,0-1 0,0 0 0,0 0 0,0 0 16,0 0-16,-40 0 16,40 0-16,-40 0 0,40 1 0,-40-1 15,0 0-15,0-40 16,40 40-16,-41-40 0,1 40 0,0-40 31,40-40-15,0 0-1,0 0 1,40 40-16,-40-40 16,40 40-16,1 0 15,-1 40 1,-40 0-1,40 0-15,-40 0 0,40-40 16,-40 40-16,0 0 16,40-40-16,-40 40 15,40-40-15,0 0 16,0 0 0</inkml:trace>
  <inkml:trace contextRef="#ctx0" brushRef="#br0" timeOffset="31458.18">32221 4612 0,'-40'0'16,"80"0"77,1 0-93,-1 0 0,0 0 0,0 0 16,0 0-16,0 0 0,0 0 16,0 0-16,1 0 0,-1 0 0,0 0 0,0 0 15,0 0-15,0 0 16,0 0-16,1 0 0</inkml:trace>
  <inkml:trace contextRef="#ctx0" brushRef="#br0" timeOffset="31758.1">32502 4411 0,'-40'0'0,"40"40"62,0 0-46,0 0-16,0 0 15,0 1-15,0-1 16,0 0-16,0 0 0,0 0 0,0 0 16,0 0-16,0 0 0,0 0 15,0 0-15</inkml:trace>
  <inkml:trace contextRef="#ctx0" brushRef="#br0" timeOffset="32668.05">32583 4371 0,'0'-40'0,"0"0"78,40 40-63,0 0 1,0 0-16,0 0 16,0 0-1,0 0-15,1 0 0,-41 40 16,40-40-1,-40 40 1,0 0 0,0 0-16,0 0 15,-40-40-15,40 40 0,0 0 16,0 1 0,-41-41-1,41 40 1,41-40 31,-1 0-32,0 0 1,0 40 0,-40 0-1,40-40-15,-40 40 0,0 0 16,0 0-1,0 0-15,0 0 16,-40-40 0,0 40-16,0-40 0,0 0 15,-1 0-15,1 0 16,0 0 0,40-40-1</inkml:trace>
  <inkml:trace contextRef="#ctx0" brushRef="#br0" timeOffset="33268.04">32944 4010 0,'0'-40'31,"40"80"16,0-40-31,0 40-16,0 0 16,-40 0-16,40 0 0,1 0 0,-41 1 15,40-41-15,-40 40 0,0 0 16,40 0-16,-40 40 0,40-40 0,-40 0 15,0 41-15,0-41 16,0 0-16,0 0 0,0 0 0,-40 0 0,40 0 16,-40 40-16,40-40 0,-81 1 0,41-1 0,0 40 15,0-40-15,0 0 0,0 40 16,0-40-16,0 1 0,-1 39 0</inkml:trace>
  <inkml:trace contextRef="#ctx0" brushRef="#br0" timeOffset="48652.17">1725 1924 0,'-40'0'47,"40"-40"-32,-40 40 1,40 40 0,-40-40-16,40 41 15,-40-1-15,40 0 0,0 0 16,-40 0-16,40 0 16,0 0-16,0 0 0,0 0 0,0 1 15,0-1-15,-40 0 16,40 0-16,0 0 0,0 40 0,0-40 0,0 0 15,0 41-15,0-41 0,0 0 16,0 0-16,0 40 0,0-40 0,0 0 0,0 0 16,40 1-16,-40 39 0,0-40 0,0 0 0,0 0 15,0 0-15,0 0 16,0 0-16</inkml:trace>
  <inkml:trace contextRef="#ctx0" brushRef="#br0" timeOffset="48882.23">1204 3088 0,'0'0'0,"40"0"0,40-121 31,41 41-16,-1 0 1,40-41 0,-119 121-16</inkml:trace>
  <inkml:trace contextRef="#ctx0" brushRef="#br0" timeOffset="49202.13">2608 2085 0,'-80'40'15,"40"-40"-15,0 80 16,-81 41-1,41 39 17,80-80-32,0 0 15,80 81 1,81-41 15,39-40-15,-159-40-16</inkml:trace>
  <inkml:trace contextRef="#ctx0" brushRef="#br0" timeOffset="49642.18">2769 2486 0,'0'-40'16,"0"80"-16,40-120 15,0 80-15,0 0 16,80 80 0,-79-40-1,-41 40 1,40-40 0,-40 0-1,0-80 16,0 0-31,0-40 16,40-80 0,0 79-1,0 81 1,0 0 0,40 41-1,-39 79 1,-1 80-1,-40-39 17,0-81-32,0 0 31,40-80-31</inkml:trace>
  <inkml:trace contextRef="#ctx0" brushRef="#br0" timeOffset="49882.17">3732 2807 0,'0'40'0,"0"0"63,0 40-48,0-40-15,0 0 16,0 1-16,0-1 16,0 0-16,0 0 0,0 0 15</inkml:trace>
  <inkml:trace contextRef="#ctx0" brushRef="#br0" timeOffset="50332.13">4334 3007 0,'0'0'0,"0"40"16,40-40 15,-40 41-15,0-1 0,40 0-16,-40 0 0,0 0 15,0 0-15,-80-40 16,80 40-16,-40-40 0,-1 40 0,1-40 0,0 40 15,0-40-15,0 0 0</inkml:trace>
  <inkml:trace contextRef="#ctx0" brushRef="#br0" timeOffset="50902.04">4735 2406 0,'40'0'16,"-80"0"-16,120 0 15,-80-40-15,40 40 16,0 0-16,41 40 15,-41 40 1,-40 80 0,0-79-1,-40 39 1,40-160 15,0 0-15,0 0-1,40-121 1,0 121-16,40-80 31,0 80-15,-39 0 0,-1 80 15,0 0-31,0 40 15,0 40 1,-40 41 0,0-81 15</inkml:trace>
  <inkml:trace contextRef="#ctx0" brushRef="#br0" timeOffset="51252.01">5457 2727 0,'0'-41'16,"40"41"-16,0 0 16,1-40-16,-1 40 0,0 0 0,0 0 15,0 0 1,0 0-16,-40 40 15,0 1-15,0-1 16,0 0-16,0 0 16,0 0-16,-40-40 15,40 40 1,40-40 31,0 0-32,0-40-15,1 40 16,-1 0-16,-40-40 0,40 40 0,-40-40 16,40 40-16,-40-40 15,40 40-15</inkml:trace>
  <inkml:trace contextRef="#ctx0" brushRef="#br0" timeOffset="51601.99">6460 2005 0,'40'0'16,"-40"40"-1,41-40-15,-1 40 16,40 120 0,-40-39-1,0 159 1,-401 162-1,241-362-15</inkml:trace>
  <inkml:trace contextRef="#ctx0" brushRef="#br0" timeOffset="57381.65">2969 7419 0,'0'-40'15,"0"0"1,-40 40-16,40-40 0,0-1 15,40 41 1,0 0 0,1 0-16,-1 0 0,0 0 0,0 0 15,40 41 1,-40-41-16,0 40 0,1-40 0,-1 40 0,0 0 16,40 0-16,-40 0 0,0 0 15,1 0-15,-1 0 0,-40 1 0,40-1 0,-40 0 16,0 0-16,0 0 15,0 0-15,0 0 0,0 0 16,-40 0-16,0-40 0,-1 40 0,1-40 16,0 0-16,0 0 15,0 0-15,0 0 0,0 0 0,-1-40 16,1 40-16,40-40 16,0 0-16,-40 0 0,40 0 0,0 0 15,0-40-15,80 40 0,-80-1 16,41 1-16,-1 0 0,0 0 0,40 0 0,-40 0 15,0 0-15,41 40 0,-41-40 0,40 0 0,0 40 16,-40-41-16,41 41 16,-1-40-16,0 40 0,-40-40 0,0 40 0,41 0 15,-41 0-15,0 0 0,0-40 16</inkml:trace>
  <inkml:trace contextRef="#ctx0" brushRef="#br0" timeOffset="57781.7">4735 7539 0,'0'40'16,"40"-40"0,0 0-16,121-40 31,-121 40-31,40-40 0,-40 40 0,81-40 15,-121 0 1,0 0 0,-121 0 15,41 40-31,-121 120 31,1 121-15,160-81-1,80-80 1,120 0 0,-120-39-16,41-41 15,-41 40-15,120-40 16,-80 0-16</inkml:trace>
  <inkml:trace contextRef="#ctx0" brushRef="#br0" timeOffset="57971.68">5618 7539 0,'0'40'31,"0"0"-31,0 1 0,0-1 16,0 0-16,0 0 15,0 0-15,0 0 0,0 40 0,0-40 0,0 0 16,0 1-16,0-1 0,0 40 15,0-40-15,0 0 0,0 0 0,0 0 0,0 0 16,0 1-16,0-1 0</inkml:trace>
  <inkml:trace contextRef="#ctx0" brushRef="#br0" timeOffset="58281.67">5618 7820 0,'0'0'16,"-81"-160"0,81 119-16,0 1 15,0 0-15,81-40 16,39 40 15,-80 40-31,40 40 31,-39 0-31,-41 121 16,0-121-16,0 0 0,-81 80 16,-79-40-1,120-40-15,0-40 16,-1 0-16,1 0 16</inkml:trace>
  <inkml:trace contextRef="#ctx0" brushRef="#br0" timeOffset="58651.57">6621 7499 0,'0'0'16,"40"0"-1,0 0 1,-40 40-1,80 81 1,1-1 0,-41-40-1,-40 40 1,-40-160 31,40 0-47,0 0 0,0 0 15,0 0-15,0 0 0,0 0 0,40 0 0,-40-1 16,40 1-16,0 0 16,-40 0-16,80 40 0,-40 0 0,0 0 15,1 0 1,-1 0-16,0 0 0,0 0 16</inkml:trace>
  <inkml:trace contextRef="#ctx0" brushRef="#br0" timeOffset="59001.55">7785 7740 0,'0'0'0,"40"0"16,0-40 0,0 40-1,40-40 1,0-41-1,-80 41 1,0 0 0,-80 0 15,-80 80-15,120 40-1,-1-40-15,1 161 16,40-161-16,0 0 15,40 80 1,81 1 0,-1-121-1</inkml:trace>
  <inkml:trace contextRef="#ctx0" brushRef="#br0" timeOffset="59251.54">8908 7499 0,'-40'0'16,"80"0"-16,-200 0 16,119 40-16,1-40 0,0 80 31,40-39-31,0-1 0,0 0 0,40 80 31,41 40-15,-81-119-1,0 39 1,-81-80 0,41 0-16,-40-40 15,80-41-15</inkml:trace>
  <inkml:trace contextRef="#ctx0" brushRef="#br0" timeOffset="59601.52">9470 7940 0,'0'0'16,"80"40"0,-40-40-1,40-40-15,-39 0 16,-1 40-16,-40-40 0,40 40 15,0-80 1,-80 40 0,-81 40-1,81 40 1,-40 40 0,80-40-16,0 0 15,0 0-15,0 41 16,40-41-1,0 0-15</inkml:trace>
  <inkml:trace contextRef="#ctx0" brushRef="#br0" timeOffset="59971.57">10032 7700 0,'40'0'31,"-40"40"-15,0 0-1,0 40-15,40-80 0,-40 40 0,40-40 16,-40 40-16,0 0 16,0 0-1,0-80 1,0 0-1,40 40-15,-40-40 0,0 0 0,40 40 16,-40-40-16,80 0 16,-39 0-16,-1 40 0,0-40 15,0 40 1,-40 40-16,40-40 0,-40 80 0,40-80 16,-40 40-16,0 0 15,0 0-15,0 0 0,0 0 16,0 1-16,0-1 0</inkml:trace>
  <inkml:trace contextRef="#ctx0" brushRef="#br0" timeOffset="60231.55">11115 7178 0,'0'0'0,"-40"0"16,0 0 0,40 40-16,0 81 31,0-81-31,0 40 0,0-40 0,0 281 31,0-80-15,40-81-1,-40-120 1,40-40-16</inkml:trace>
  <inkml:trace contextRef="#ctx0" brushRef="#br0" timeOffset="60411.54">10995 7780 0,'-121'0'32,"242"0"-32,-242-40 0,282 0 31,200 0-15,-241 40-16</inkml:trace>
  <inkml:trace contextRef="#ctx0" brushRef="#br0" timeOffset="61151.45">14807 7499 0,'0'0'0,"0"-40"0,-40 40 16,-1 0 15,1 0-15,40 40-16,0 0 16,-40 0-16,40 0 0,0 1 0,-40-1 15,40 40-15,0-40 16,0 0-16,0 0 0,-40 0 0,40 40 0,0-39 15,0 39-15,0-40 0,0 0 0,0 40 0,0-40 16,0 41-16,0-1 0,40-40 16,-40 40-16,40-40 0,-40 40 0,0-40 0,0 1 15,0-1-15,0 0 16,0 0-16,0 0 0,-40-40 0</inkml:trace>
  <inkml:trace contextRef="#ctx0" brushRef="#br0" timeOffset="61351.43">14365 8502 0,'-80'-80'15,"160"160"-15,-160-241 16,80 121-16,40 40 16,121-80-1,-121 40-15,201 0 16,-201 40-16,0 0 0,120 0 15,-120 0-15,121 40 32</inkml:trace>
  <inkml:trace contextRef="#ctx0" brushRef="#br0" timeOffset="61811.46">16131 7419 0,'0'-40'16,"0"80"-16,-40-80 15,0 40-15,40 40 16,-41 0-16,1 80 31,0-80-31,0 201 16,0-201-16,40 40 0,0-40 15,80 161 1,41-41 0,-121-119-1,40-1-15,0-40 16</inkml:trace>
  <inkml:trace contextRef="#ctx0" brushRef="#br0" timeOffset="62181.37">16532 7740 0,'0'40'31,"0"0"-16,80 0-15,-40 0 16,-40 0-16,41-40 0,-41 40 0,40-40 16,-40 40-16,0 1 15,0-1-15,0-80 32,0-1-17,40 1 1,-40 0-16,0 0 0,40 40 0,-40-40 0,40 0 15,0 40-15,-40-40 0,40 40 0,0-40 16,1 40 0,-1 40-1,-40 0 1,40 0-16,-40 0 0,0 0 0,40 0 16,-40 0-16,0 1 15,0-1-15,0 0 0,0 0 0,0 0 16</inkml:trace>
  <inkml:trace contextRef="#ctx0" brushRef="#br0" timeOffset="62401.37">17816 8341 0,'-80'0'31,"160"0"-31,-200 0 0,80 0 0,40 40 31,0 1-15,0-1-16,0 0 0,40 0 0,-40 0 15,0 0-15,40 0 0,-40 0 16,0 0-16,0 0 16</inkml:trace>
  <inkml:trace contextRef="#ctx0" brushRef="#br0" timeOffset="62681.34">18338 8582 0,'0'-40'0,"0"80"31,0 0-15,40-40-16,-40 40 0,40 0 0,-40 0 15,0 0-15,0 1 16,0-1-16,0 0 0,-40 0 0,40 0 16,-80 0-16,40-40 0,-1 40 15,1-40-15,0 40 0,0 0 0,0-40 0,0 0 16</inkml:trace>
  <inkml:trace contextRef="#ctx0" brushRef="#br0" timeOffset="63191.38">19381 7740 0,'0'-40'31,"40"40"-15,-40 40-16,40-40 0,-40 80 0,0-40 15,40 0-15,-40 0 0,41 0 16,-41 0-16,0 1 0,0-1 0,0 0 0,0 0 16,0 0-16,0 0 15,0 0-15,-41-40 0,41 40 16,0-80 0,0 0-1,0 0-15,41 0 16,-1 0-16,40 0 0,-80 0 0,40-1 15,0 1-15,0 0 0,0 40 0,1-40 0,-1 0 16,0 40 0,0 0-16,0 0 0,-40 40 15,0 0 1,0 40-16,0-39 0,0-1 16,0 0-16,0 0 0,-40-40 15,40 40-15,0 0 0,-40 0 0,40 0 0,0 0 16,0 1-16</inkml:trace>
  <inkml:trace contextRef="#ctx0" brushRef="#br0" timeOffset="63481.28">20384 8341 0,'-40'0'16,"80"0"-16,-40 0 15,0 40-15,40-40 0,-40 41 16,40-41 0,-40 40-16,0 0 0,0 0 0,0 0 15,0 0 1,41-40 15,39 0-31,-40 0 16,0 0-16,0-40 0,0 40 0,0 0 15,1 0-15,-1-40 16,0 40-16,0-40 0</inkml:trace>
  <inkml:trace contextRef="#ctx0" brushRef="#br0" timeOffset="63761.31">21307 7660 0,'0'0'16,"40"0"-16,0 0 15,0 0-15,41 40 16,-1 40-16,-80-40 0,120 201 31,-120-201-31,0 40 0,0 80 16,-80-79-16,-121 79 15,121-120-15,40 0 0,-40 0 0</inkml:trace>
  <inkml:trace contextRef="#ctx0" brushRef="#br0" timeOffset="64661.28">23955 8381 0,'0'0'0,"0"41"0,41-41 47,-1 0-47,0 0 15,0 0-15,0 0 16,0-41-16,-40 1 16,40 40-16,-40-40 15,0 0-15,0 0 0,0 0 0,0 0 16,0 0-16,0 0 0,0-1 16,0 1-16,0 0 0,-40 40 31,40 40-16,0 41-15,0-1 16,0-40-16,0 0 0,0 0 16,0 0-16,0 0 0,0 0 0,0 1 0,0-1 15,0 0-15,0 0 16,0 0-16,0 0 0</inkml:trace>
  <inkml:trace contextRef="#ctx0" brushRef="#br0" timeOffset="64851.23">24236 7780 0,'-40'-40'31,"80"80"-31,-120-80 0,80 0 0,40 40 15,0 0 1</inkml:trace>
  <inkml:trace contextRef="#ctx0" brushRef="#br0" timeOffset="65231.25">24758 7980 0,'40'0'16,"0"40"0,0 1-1,41 39 1,-81 0 0,-41 0 15,1-80-31,40-40 15,40 40-15,-40-40 16,41 40-16,-41-40 0,40 0 16,0 40-16,0-40 0,0 40 0,0-40 15,0 40 1,0 0-16,1 0 0,-41 40 16,0 0-16,40-40 15,-40 40-15,0 0 0,0 0 0,0 0 16,-40 0-16,40 0 0,-41 1 15,1-1 1,0-40-16,40 40 0</inkml:trace>
  <inkml:trace contextRef="#ctx0" brushRef="#br0" timeOffset="65981.2">26122 7940 0,'0'0'16,"0"40"-1,0 41 1,0-41-16,40 80 15,-40-80-15,0 0 0,0 0 16,0 41-16,0-41 0,-40 40 31,40-40-31,-40-40 0,0-40 16,40 0 0,0 0-16,0-121 31,0 121-31,0 0 0,0-40 0,80-161 15,41 1 17,-81 199-32,-40 1 0,40 0 31,0 40-31,0 80 0,-40 1 16,40-1-1,0 40-15,-40-80 0,41 161 16,-41-161-16,0 0 0,0 40 31,-41-80-31,41 40 31,0-120-15,121-80 0,-81 79-1,0 41-15,40-120 16,-40 120-16,1 0 15,-1 40 1,0 40 0,-40 0-1,0 0 1,0 120 0,0-79-1,-40-41-15,0 120 16,40-120-16,-41 0 0,1 1 15,40-1-15,0 0 16,40-40-16</inkml:trace>
  <inkml:trace contextRef="#ctx0" brushRef="#br0" timeOffset="66371.19">27687 8141 0,'0'0'0,"-40"-40"16,0 0-16,0-1 16,0 41-16,0 0 0,-1 41 31,1-1-31,0 160 31,80-120-15,0-39-1,1-41 1,-1 0-16,0-161 31,0 41-15,0 80 0,-40 80-16,0 40 31,0 0-31,0-40 0,0 0 15,0 1-15,40 79 16,40 0 0,-39-120-1</inkml:trace>
  <inkml:trace contextRef="#ctx0" brushRef="#br0" timeOffset="66641.18">28530 7820 0,'-40'-40'0,"80"80"0,-120-80 16,39 40 0,41 40-16,0 80 31,0-80-31,0 41 0,0-41 0,41 160 15,-1 1 17,0-121-32,-40-40 0,40 0 15,-40 0-15,40-40 16</inkml:trace>
  <inkml:trace contextRef="#ctx0" brushRef="#br0" timeOffset="67181.09">28369 8381 0,'-40'0'15,"80"0"-15,-80-40 16,40 0-16,40 0 16,121-40 15,-41 80-31,-80 0 0,121 0 15,-121 0-15,0 0 0,81 40 32,-81-40-32,0 0 0,0 40 0,0-40 15,-40 80 1,0-40-16,-40 41 31,0-41-31,0 0 16,0-40-16,40-40 15,40 0 1,0 0-16,-40-1 16,200-79-1,-159 80 1,-1 40-16,0-40 16,-40 0-16,80 0 15,-40 0 1,0 80-1,0 80 17,-40-40-32,-40 41 31,40-81-31,-40 0 0,40 0 0,-40-40 31,0 40-31</inkml:trace>
  <inkml:trace contextRef="#ctx0" brushRef="#br0" timeOffset="67361.14">29373 7740 0,'0'-40'0,"0"80"0,-41-120 0,41-1 15,81 81-15,-81-40 0,40 40 16,0 0 0</inkml:trace>
  <inkml:trace contextRef="#ctx0" brushRef="#br0" timeOffset="67601.05">29854 7940 0,'0'0'0,"40"0"31,-40 40-31,80 41 16,-39-41-16,-1 0 0,0 40 16,0-40-16,0 0 15,0 0-15,0 41 16,41 39-1,-41-120 1</inkml:trace>
  <inkml:trace contextRef="#ctx0" brushRef="#br0" timeOffset="67791.11">30376 8141 0,'-40'0'15,"80"0"-15,-121 0 16,41 0-16,0 40 0,0 0 16,0 40-1,-121 161 1,-160 40 0,161-161-16</inkml:trace>
  <inkml:trace contextRef="#ctx0" brushRef="#br0" timeOffset="133537.19">21949 11871 0,'-40'0'94,"40"40"-94,-40-40 15,0 40-15,0 0 16,-1 0-16,41 0 0,-40 0 15,40 0-15,-40-40 0,40 40 0,0 1 0,0-1 16,0 0 0,0 0-16,40 0 0,-40 0 0,40-40 15,-40 40-15,41-40 16,-1 0-16,0 0 0,0 0 16,0 0-1,-40-40-15,40 40 0,0 0 0,-40-40 16,0 0-1,0 0-15,0 0 16,-40 0-16,40-1 0,-40 41 0,40-40 16,-40 0-16,40 0 15,-40 40-15,40-40 0,0 0 0,-40 0 16,40 0-16,0 0 16,0-1-16,0 1 0,-40 40 0,40-40 0,0 0 15,0 0-15,0 0 16,0 0-16,40 0 15,-40 0-15,40 40 0,0-40 16,0 40 0,0-41-16,0 41 31,1 0-31,-41 41 16,40-1-1</inkml:trace>
  <inkml:trace contextRef="#ctx0" brushRef="#br0" timeOffset="133947.2">22511 11349 0,'0'-40'32,"0"80"-1,0 0-15,-80-40-16,80 40 15,0 1-15,0-1 0,-40 0 0,-1 0 16,41 0-16,-40 0 0,40 0 15,0 0-15,0 0 0,-40 0 0,40 1 16,0-1-16,0 0 0,0 0 0,0 0 16,0 0-16,40 0 15,0 0-15,1 0 0,-1-40 16,-40 41-16,40-41 0,0 0 16,0 40-16,0-40 0,0 0 15,0 0 1,1 0-1</inkml:trace>
  <inkml:trace contextRef="#ctx0" brushRef="#br0" timeOffset="134507.11">22792 11670 0,'40'0'31,"0"0"-15,0 0-1,0 40 1,-40 0-16,40 0 15,-40 0-15,0 1 32,0-1-32,0 0 0,0 0 0,0 0 31,0 0-15,0-80-1,41-120 16,39-1-15,-40 121-16,-40 0 0,40 0 31,0 40-31,-40 40 32,0 0-1,0 0-31,0 0 0,0 0 15,0 0-15,0 1 0,0-1 16,0 0-16,0 0 16,0 0-16,0 0 15</inkml:trace>
  <inkml:trace contextRef="#ctx0" brushRef="#br0" timeOffset="134827.14">23474 11951 0,'40'0'46,"-40"40"-30,40-40 0,-40 40-16,0 0 15,0 0 1,0 0-16,0 0 16,0 1-1,0-1-15,-40-40 0,40 40 16,0 0-1</inkml:trace>
  <inkml:trace contextRef="#ctx0" brushRef="#br0" timeOffset="135267.06">24116 12352 0,'40'0'47,"0"40"-31,-40 0-16,0 0 15,0 0-15,0 0 0,0 0 16,-40-40-16,0 41 16,40-1-16,-40-40 0,40 40 15,-40-40-15,0 40 0,-1-40 16,41 40-16</inkml:trace>
  <inkml:trace contextRef="#ctx0" brushRef="#br0" timeOffset="135987.07">24597 11871 0,'0'-41'16,"41"41"15,-41 41-31,40-41 16,-40 40 0,40-40-16,-40 40 0,0 0 0,0 0 15,0 0-15,0 0 16,0 0-16,0 0 15,0-80 17,0 0-17,0 0-15,0 0 16,0 0-16,0 0 0,40 0 0,-40 0 16,40-1-16,-40 1 15,40 40-15,-40-40 0,0 0 0,40 40 16,-40-40-16,40 40 15,1 0 1,-1 0-16,-40 40 16,40 0-1,-40 0-15,0 0 16,40 1 0,-40-1-16,0 0 0,0 0 15,0 0 1,0 0-16,0 0 0,0 0 15,0 0-15,0 1 32</inkml:trace>
  <inkml:trace contextRef="#ctx0" brushRef="#br0" timeOffset="136397">25440 12071 0,'-40'-40'32,"80"40"-17,0 0 1,0 0-16,1 40 15,-1 0-15,-40 0 16,0 0 0,0 1-16,-40-1 0,-1-40 15,41 40-15,-40-40 16,40 40-16,40-40 31,1-40-15,-1 40-1,0-40-15,0 40 0,0 0 0,-40-40 0,40 40 16,0 0-16,0 0 0,1 0 0,-41-41 16,40 41-16,0 0 15,0 0-15,-40-40 16</inkml:trace>
  <inkml:trace contextRef="#ctx0" brushRef="#br0" timeOffset="136836.94">25962 11550 0,'0'40'46,"40"-40"-46,0 0 16,-40 40 0,40-40-16,0 0 0,0 40 0,1-40 0,-1 40 15,0-40-15,0 40 16,0 0-16,0 0 0,-40 1 16,40-41-16,-40 40 15,0 0-15,0 0 0,0 0 0,0 0 0,-80 0 16,80 0-16,-40 0 0,0 1 15,0-1-15,0 0 0,-41 0 0,41 0 0,0 0 16</inkml:trace>
  <inkml:trace contextRef="#ctx0" brushRef="#br0" timeOffset="138216.87">18378 10868 0,'40'40'47,"-40"0"-31,40-40-16,-40 40 0,0 0 0,0 0 0,40 1 15,-40-1 1,40 0-16,-40 0 0,41-40 0,-1 40 0,-40 0 15,40-40-15,-40 40 0,40-40 0,0 0 16,0 0-16,0 0 16,-40-40-1,40 40 1,-40-40-16,0 0 0,0 0 0,0 0 16,41 0-16,-41-1 0,0 1 15,0 0-15,0 0 0,0 0 0,0 0 16,0 120 62,0-40-62,0 0-16,0 0 0,40 1 0,-40-1 15,0 0-15,0 0 16,0 0-16,0 0 0,40 0 0,-40 0 15,40-40-15,-40 40 0,40-40 0</inkml:trace>
  <inkml:trace contextRef="#ctx0" brushRef="#br0" timeOffset="138636.91">19301 10868 0,'0'0'0,"0"-40"16,40 80-1,0 0 1,0 80 0,-40-80-16,0 81 31,0-81-31,0-80 31,0 0-15,40 0-16,-40-1 0,40 1 0,-40 0 0,41 0 15,-1 0-15,-40 0 16,40 0-16,-40 0 0,0 0 0,40 40 16,0 0-16,0 0 15,0 40 1,-40 0-1,0 0-15,40-40 0,-40 40 0,0 0 0,0 0 16,0 0-16,0 0 0,0 1 0,0-1 0,0 0 16,0 0-16,0 0 15</inkml:trace>
  <inkml:trace contextRef="#ctx0" brushRef="#br0" timeOffset="138856.82">20103 10708 0,'0'40'32,"0"0"-17,40-40-15,-40 40 0,0 0 0,0 0 16,0 0-16,0 0 15,0 0-15,0 0 0,0 1 0,0-1 16,0 0-16</inkml:trace>
  <inkml:trace contextRef="#ctx0" brushRef="#br0" timeOffset="139046.88">20143 10507 0,'-40'0'16,"80"0"-16,-80-40 0,0 40 0,40-40 16</inkml:trace>
  <inkml:trace contextRef="#ctx0" brushRef="#br0" timeOffset="139526.81">20866 10467 0,'0'40'94,"0"40"-94,0 0 15,0-39-15,0-1 0,0 0 16,40 0-16,-40 0 0,0 0 16,0 0-16,0 0 0,0 0 0,0 0 15,0 1-15,40-41 16,-40 40-16,40 0 0,0-40 16</inkml:trace>
  <inkml:trace contextRef="#ctx0" brushRef="#br0" timeOffset="139746.84">20906 10948 0,'-40'40'0,"0"-40"0,-1 0 31,41-40-16,161-40 1,-121 40 0,0 40-16,81-80 0</inkml:trace>
  <inkml:trace contextRef="#ctx0" brushRef="#br0" timeOffset="140156.82">22350 10427 0,'0'40'31,"0"40"-15,0 0-16,0-40 16,0 1-16,0-1 15,0 0-15,0 0 0,41 0 16,-41 0 0,0 0-16,0 0 0</inkml:trace>
  <inkml:trace contextRef="#ctx0" brushRef="#br0" timeOffset="140346.81">22270 10266 0,'-80'0'16,"80"-40"-16,0 0 15,-40 40-15</inkml:trace>
  <inkml:trace contextRef="#ctx0" brushRef="#br0" timeOffset="140866.73">22671 10427 0,'0'0'0,"0"40"32,41-40-32,-41 40 15,0 0 1,40 0-16,-40 0 0,40 0 16,-40 1-16,40-41 15,-40 40-15,0-80 31,0-1-15,0 1-16,40 0 0,0 0 16,-40 0-16,40 0 0,0 0 15,1 40-15,-1-40 16,0 40-16,0 0 16,-40 40-16,40 0 0,-40 0 15,0 40 1,0-40-16,0 0 15,0 1-15,-40-41 16,40-41 0,0 1-1,0-40-15,0 40 16,40 40-16,-40-40 0,40 40 0,0-40 31,0 40-15,-40 40-16,0 0 15,0 0-15,0 0 16,0 0-16,0 0 0,0 1 0,0-1 16,0 0-1</inkml:trace>
  <inkml:trace contextRef="#ctx0" brushRef="#br0" timeOffset="141446.68">23835 10467 0,'0'0'0,"0"40"16,0 0-1,0 0-15,0 0 0,40 0 16,-40 1 0,0-1-16,0 0 0,0 0 15,0 0-15,40 0 16,-40 0-16,0 0 15,40-40-15,-40-40 32,-40 40-32,40-40 0,-40 40 15,40-40-15,0 0 16,-40 0-16,40 0 0,0-41 0,0 41 16,-40 0-16,40 0 0,0 0 15,0 0-15,0 0 0,0 0 16,40 0-1,0 40-15,0 0 16,0 0-16,1 0 0,-1 40 16,-40 0-1,0 0-15,0 0 0,0 0 0,0 0 16,-40 0-16,-1 0 16,41 1-16,-40-41 0,0 40 0,0 0 15,0-40 1,40 40-16</inkml:trace>
  <inkml:trace contextRef="#ctx0" brushRef="#br0" timeOffset="141896.73">24437 10507 0,'-40'0'16,"40"40"31,40-40-47,-40 80 0,0-40 15,40-40-15,-40 41 16,0-1-16,0 0 0,40-40 0,-40 40 15,40-40-15,0-40 32,-40 0-32,41 40 0,-41-40 0,40 40 15,-40-41 1,0 1-16,0 0 0,0 0 0,40 40 16,-40-40-16,0 80 31,0 0-16,0 0 1,0 0-16,0 1 0,40-41 0,-40 40 16,40 0-16,-40 0 15,0 0-15,40-40 0,-40 40 16,40-40 0</inkml:trace>
  <inkml:trace contextRef="#ctx0" brushRef="#br0" timeOffset="142136.64">25199 10226 0,'0'0'16,"-80"0"-1,80 40 16,40-40-31,-40 40 0,0 1 16,40-1-16,-40 0 0,0 0 0,0 0 0,0 0 16,40 0-16,-40 0 0,0 0 15,41 1-15,-41-1 0,0 0 16</inkml:trace>
  <inkml:trace contextRef="#ctx0" brushRef="#br0" timeOffset="142416.62">25841 10507 0,'0'0'15,"-40"0"1,0 0 0,0 0-1,40 120 16,40-80-31,0 41 16,0 39 15,-40 0-15,-40-120 0,0 0-16</inkml:trace>
  <inkml:trace contextRef="#ctx0" brushRef="#br0" timeOffset="142766.62">25962 10667 0,'0'0'0,"40"0"16,40 0-16,-40 0 16,0-40-1,1 40-15,-1 0 0,-40-40 0,40 40 16,0 0-16,-40-40 15,0 0 1,-40 40 15,0 0-31,0 0 16,40 40 0,-41-40-16,1 0 15,40 40-15,0 0 16,-40-40-16,40 40 0,0 1 0,0-1 15,0 0-15,0 0 16,0 0-16,40-40 0,-40 40 16,40-40-16,-40 40 0,41-40 15,-41 40 1</inkml:trace>
  <inkml:trace contextRef="#ctx0" brushRef="#br0" timeOffset="143126.65">27166 10266 0,'0'0'0,"-41"0"32,1 0-32,0 40 31,40 121-15,0-41-1,40-40-15,0 121 31,-40 40-15,-40-81 0,-80-120-1</inkml:trace>
  <inkml:trace contextRef="#ctx0" brushRef="#br0" timeOffset="143326.64">26764 11068 0,'0'0'0,"-40"-40"32,241-80-17,-161 120-15,161-80 16,-161 80-16,0 0 0,0-40 16,0 40-1,80 0 1,-120-40-16</inkml:trace>
  <inkml:trace contextRef="#ctx0" brushRef="#br0" timeOffset="143796.57">27687 10467 0,'0'0'15,"-40"0"-15,40 40 63,0 0-47,40 0-1,0 0-15,41 0 16,-81 1-16,40-41 0,0 0 0,0 0 15,0 40-15,0-40 16,0 0-16,0 0 0,1-40 0,-1-1 16,-40 1-1,40 0-15,-40 0 0,0 0 16,0 0-16,0 0 16,0 0-16,0 80 46,0 0-30,0 0-16,0 0 16,0 0-16,40 0 0,-40 0 15,40 1 1,0-1 0,-40 0-1</inkml:trace>
  <inkml:trace contextRef="#ctx0" brushRef="#br0" timeOffset="144176.51">28610 10427 0,'0'0'0,"0"40"0,40-40 31,0 40-16,0 80 1,-40-80 0,0 1-16,0-1 31,0-80-15,41-81-1,79 41 1,-80 40 15,0 40-31,0 120 31,-40-80-31,0 0 0,0 41 32,0-41-32,0 0 15</inkml:trace>
  <inkml:trace contextRef="#ctx0" brushRef="#br0" timeOffset="144446.54">29533 10467 0,'-40'0'16,"0"0"-16,0 0 0,0 40 15,40 0 1,0 0-16,0 81 31,40-41-15,80 0 0,0-80 15,-120-80-31</inkml:trace>
  <inkml:trace contextRef="#ctx0" brushRef="#br0" timeOffset="144666.49">29934 10306 0,'-40'0'15,"0"0"1,40 41-1,40-1 1,0 120 0,0-40-1,-40-39 17,-40-41-32</inkml:trace>
  <inkml:trace contextRef="#ctx0" brushRef="#br0" timeOffset="144986.54">29894 10627 0,'-40'0'0,"80"0"0,-40-40 31,80 40-31,-39 0 0,39 0 16,80-40-1,-79 0 1,-41 0 15,-40 80 16,0 0-31,0 0-16,0 0 15,0 0-15,0 1 0,0-1 16,0 0 0,0 0-16</inkml:trace>
  <inkml:trace contextRef="#ctx0" brushRef="#br0" timeOffset="145166.46">30376 10306 0,'-40'-40'0,"80"80"0,-80-120 32,80 80-32,0-40 0</inkml:trace>
  <inkml:trace contextRef="#ctx0" brushRef="#br0" timeOffset="145826.49">30937 10347 0,'41'40'16,"-82"-80"-16,122 120 15,-81-40-15,0 0 16,0 0-16,0 0 31,-40 40-15,-41-39 0,1-41 15,40 0-16,40-41-15,0 1 16,40-80 0,80 40 15,-39 40-15,-1 40-1,0 0 1,-40 120 15,-40-40-15,0-40-1,0 0 17,81-120-17,-1-80 1,40 120-1,-40 0 17,1 160-17,-41 40 1,-120 1 15,-1 39-15,-39-120-16</inkml:trace>
  <inkml:trace contextRef="#ctx0" brushRef="#br0" timeOffset="146416.38">27085 12151 0,'0'0'16,"40"0"15,41 0-15,-41 0-16,0 0 0,0 0 15,0 0-15,0-40 0,0 40 0,1 0 0,-1-40 16,0 40-16,0 0 16,0 0-16,0-40 15</inkml:trace>
  <inkml:trace contextRef="#ctx0" brushRef="#br0" timeOffset="146626.44">27326 12512 0,'0'0'16,"-40"0"-1,40 40-15,120-80 16,121-40 15,-121 40-15</inkml:trace>
  <inkml:trace contextRef="#ctx0" brushRef="#br0" timeOffset="154156">28329 11911 0,'0'-40'0,"0"-1"32,40 41-17,-40-40 1,40 40-16,-80 40 94,40 1-79,0-1-15,0 0 0,0 0 16,0 0-16,0 0 15,40-40-15,-40 40 0,0 0 16,0 0-16,0 1 0,41-41 0,-41 40 16,0 0-1,0 0-15,0 0 0,0 0 16,0 0 0,-41 0-16</inkml:trace>
  <inkml:trace contextRef="#ctx0" brushRef="#br0" timeOffset="154785.96">29011 11951 0,'0'-40'125,"0"0"-125,41 40 31,-41 40 32,0 0-47,-41 0-16</inkml:trace>
  <inkml:trace contextRef="#ctx0" brushRef="#br0" timeOffset="155035.94">29011 12432 0,'0'0'15,"0"40"-15,0 0 31,41 0-31,-41 41 32,-81 39-17,-39 0 1,40-80 0</inkml:trace>
  <inkml:trace contextRef="#ctx0" brushRef="#br0" timeOffset="155875.9">29573 12031 0,'0'0'0,"-40"0"31,80 0 0,0 0-15,-40 40-16,40 0 15,-40 0 1,0 0-16,0 1 0,0-1 16,-40-40-1,40 40-15,-40-40 16,40-40 0,0 0-1,40-1-15,-40 1 0,40 0 16,-40 0-1,41 0-15,-1 40 0,-40-40 0,40 0 16,0 40-16,0 0 16,0 0-1,-40 40 1,0 40 0,40-80-16,-40 40 15,0 0-15,0 0 0,0 1 0,40-1 16,-40 0-16,0 0 0,0 0 15,-40 0 1,40 0-16,0 0 16</inkml:trace>
  <inkml:trace contextRef="#ctx0" brushRef="#br0" timeOffset="156075.88">30336 12392 0,'-41'0'32,"41"40"-1,0 0-31,0 0 0,0 0 31,0 0-31,0 1 0,0-1 16,0 0-1</inkml:trace>
  <inkml:trace contextRef="#ctx0" brushRef="#br0" timeOffset="156405.87">30697 12151 0,'-40'0'16,"80"0"-16,-80-40 15,80 40 1,120-40-1,41 40 1,-121 0 15,-40 40-15</inkml:trace>
  <inkml:trace contextRef="#ctx0" brushRef="#br0" timeOffset="156595.85">30897 12392 0,'-40'0'31,"80"0"-31,-80 40 0,0-40 16,120 0-1,-40 0 1,1 0-16,-1 0 0,0 0 0,0 0 15,0 0 1</inkml:trace>
  <inkml:trace contextRef="#ctx0" brushRef="#br0" timeOffset="157025.82">31700 12031 0,'0'0'0,"0"-40"15,-40 0 1,0 40 15,-1 80-15,41 40-1,0-39 1,41-1 15,79-80-15,0-40 0,-80 0-1,1-41 16,-41 41-15,-81 0 0,-39 40-1,80 0 1,0 0-16</inkml:trace>
  <inkml:trace contextRef="#ctx0" brushRef="#br0" timeOffset="157865.72">29292 13114 0,'40'-40'15,"-80"80"-15,121-120 16,-81 40-16,120-1 16,-40 41-1,-40 41 1,0 79-1,-80 40 1,-40-80 15,40-39-31,40-82 32,40 41-32,-40-40 0,40 40 15,-40-40-15,40 0 0,0 0 0,1 0 16,-41 0-1,40 40-15,0-40 16,0 40 0,-40 40 15,0 0-31,40-40 16,-40 40-16,0 0 15,0 0-15,0 0 0,0 0 16,0 1-1,40-41 17</inkml:trace>
  <inkml:trace contextRef="#ctx0" brushRef="#br0" timeOffset="158155.76">30055 13354 0,'0'0'15,"40"0"1,0 0 31,-40 41-47,0-1 0,0 0 15,0 0 1,-40 0-16,40 0 31,40-40 16,0 0-47,-40-40 0,40 40 0,0 0 16,0 0-1,1 0-15,-1-40 16,0 40 0</inkml:trace>
  <inkml:trace contextRef="#ctx0" brushRef="#br0" timeOffset="158375.75">30697 13435 0,'0'-40'0,"0"80"0,0-121 31,40 81-31,0 0 16,0 0-1,40 0 1,-40 0 0</inkml:trace>
  <inkml:trace contextRef="#ctx0" brushRef="#br0" timeOffset="158575.67">30737 13555 0,'0'0'16,"-40"0"-16,80 0 31,0 0-15,0 0 0,0 0-16,0 0 15,0 0-15,1 0 16,-1 0-16,0-40 15</inkml:trace>
  <inkml:trace contextRef="#ctx0" brushRef="#br0" timeOffset="158985.72">31700 13114 0,'0'0'16,"-40"0"0,0-40-16,-1 40 15,1 80 1,0-40 0,40 80-1,0-80 1,80 1-1,1-1 1,79-80 15,-120-1-31,0-39 32,-40 40-17,0 0-15,-80 0 31,0 40-15,0 0-16</inkml:trace>
  <inkml:trace contextRef="#ctx0" brushRef="#br0" timeOffset="161955.54">20424 14718 0,'0'0'16,"-40"0"-16,0 0 31,0 0-15,0 0-16,0 0 15,0 0 1,40 40-16,-41-40 0,41 40 0,-40-40 16,40 40-1,-40 0-15,40 1 0,-40-1 0,40 0 0,-40 0 16,40 0-16,0 0 0,-40 0 16,40 0-16,0 0 0,0 1 0,0-1 15,0 0-15,40-40 16,-40 40-1,40-40-15,0 0 0,0 0 16,0 0-16,1-40 16,-1 0-16,0 40 0,-40-40 0,0-1 15,40 41-15,-40-40 16,40 0-16,-40 0 0,0 0 16,0 0-16,40 40 0,-40-40 15,0 0-15,0 0 0,0-1 0,0 1 16,0 0-16,-40 0 0,40 0 0,-40 0 0,0 0 15,40 0 1,-40 0-16,0 0 0,40-1 0,0 1 16,0 0-1,0 0-15,40 40 16,0 0 0,0 0-16,0-40 0,0 40 15,0 0-15,0 0 0,1 0 16,-1 0-16,0 0 15,0 0-15</inkml:trace>
  <inkml:trace contextRef="#ctx0" brushRef="#br0" timeOffset="162445.44">21187 14277 0,'-40'0'78,"-1"0"-78,41 40 16,-40-40-16,40 40 0,0 0 15,-40 0-15,40 0 0,-40 1 0,0-1 0,40 0 16,-40 0-16,40 0 0,-40 0 0,40 0 0,0 0 15,0 0-15,-40 41 16,40-41-16,0 0 0,0 0 0,0 0 0,0 0 16,0 0-16,0 0 0,40-40 15,-40 40-15,40 1 0,0-41 0,-40 40 16,40-40-16,0 0 16,0 0-16,0 0 0,1-40 15,-1 40-15,-40-41 16,40 1-16,-40 0 15</inkml:trace>
  <inkml:trace contextRef="#ctx0" brushRef="#br0" timeOffset="162945.43">21668 14598 0,'-40'0'63,"0"0"-63,40 40 0,-40-40 15,40 40-15,-40-40 0,40 40 0,-40-40 0,40 40 16,-41-40-16,41 40 15,0 0-15,0 0 0,0 1 16,41-41-16,-1 40 16,0-40-16,0 0 0,0 0 15,0 0 1,0 0-16,0 0 0,-40-40 16,41-1-16,-41 1 15,40 0-15,-40 0 16,0 0-16,0 0 15,-81 40 1,81-40-16,0 0 16,-40 40-16,0 0 15,0 0 17,40 40-32,-40-40 15,40 40-15,0 0 16,0 0-16</inkml:trace>
  <inkml:trace contextRef="#ctx0" brushRef="#br0" timeOffset="163215.38">22190 15079 0,'0'40'16,"-40"-40"-16,40 40 31,-40 40-15,40 1 0,-40 39-1,-41 0 1,41-120-1,40 40-15,-40-40 0</inkml:trace>
  <inkml:trace contextRef="#ctx0" brushRef="#br0" timeOffset="163715.44">22872 14678 0,'-80'-40'31,"40"40"-31,0 0 32,40 40-32,-41 0 0,1 0 15,0 0 1,40 0-16,-40-40 0,40 40 0,0 1 16,0-1-1,0 0-15,40 0 16,0-40-16,0 0 0,1 0 15,-1 0-15,0 0 16,-40-40-16,40 0 0,0 0 16,-40-1-1,0 1-15,0 0 16,-40 0 0,40 0-16,-40 40 0,0-40 15,0 40-15,40-40 0,-41 40 16</inkml:trace>
  <inkml:trace contextRef="#ctx0" brushRef="#br0" timeOffset="164035.37">23354 14397 0,'-41'40'0,"82"-80"0,-82 120 15,41-39-15,0 79 31,0-80-31,0 0 0,0 120 32,0-39-32,0-41 15,-40-40-15,-80 121 16,80-161-16,0 40 0,0 0 16,-1-40-1,41 40-15</inkml:trace>
  <inkml:trace contextRef="#ctx0" brushRef="#br0" timeOffset="164375.4">24076 14838 0,'-40'0'31,"80"0"-31,-40-40 16,40 40-1,80-40 1,41 0-1,-1 0 1,-120 40 0</inkml:trace>
  <inkml:trace contextRef="#ctx0" brushRef="#br0" timeOffset="164585.34">24317 15199 0,'-81'0'16,"162"0"-16,-202 0 16,161 0 15,0 0-31,1 0 16,79 0-1,0 0 1,-39 0-1</inkml:trace>
  <inkml:trace contextRef="#ctx0" brushRef="#br0" timeOffset="165295.34">25440 14437 0,'-40'0'16,"40"40"31,0 1-47,0-1 0,-40 0 15,40 0 1,0 0-16,0 0 0,0 0 0,0 0 16,0 0-16,0 0 0,0 1 15,-40-1-15,40 0 0,0 0 0,0 0 0,0 0 16,0 0-16,0 0 16,0 0-16,0-80 46,0 0-46,0 0 0,0 0 16,0 0-16,0 0 16,0 0-16,0 0 0,0-1 0,0 1 0,0 0 15,0 0-15,0 0 0,0 0 16,0 0-16,0 0 0,0 80 62,0 40-46,0-40-16,0 0 0,0 0 16,40 0-16,-40 1 15,0-1-15,0 0 0,0 0 0,0 0 0,0 0 16,0 0-16,0 0 0,0 0 16,0 1-16,0-1 0,-40 0 15,40 0-15,0 0 0,0 0 0,0 0 16,0 0-1,0-80 48,40 40-63,-40-40 0,40 40 16,-40-40-16,0 0 15</inkml:trace>
  <inkml:trace contextRef="#ctx0" brushRef="#br0" timeOffset="-212707.09">19863 2967 0,'40'0'16,"-40"-40"-1,-40 40 63,-1 0-46,1 0-17,0 0-15,0 0 16,0 0-16,0 0 15,0 0-15,0 0 16,-1 0 0,1 0-16,0 0 15,0 0 1,0 0 0,0 0-16,0 0 15,0 40 1,-1-40-16,1 0 0,40 40 15,-40-40-15,0 0 16,0 0-16,0 0 0,0 0 31,0 0-31,-1 0 16,1 0-16,0 0 16,0 0-16,0 0 15,0 0-15,0 0 0,0 0 16,-1 0-16,1 0 15,0 0-15,0 0 0,0 0 16,0 0-16,0 0 16,0 0-16,-1 0 0,1 0 15,0 0-15,0 0 16,0 0-16,0 0 0,0 0 0,-1 0 16,1 0-16,0 0 0,0 0 15,0 0-15,0 0 16,0 0-16,0 40 15,-1-40 1,1 0-16,0 0 16,0 0-1,0 0-15,0 0 16,0 0-16,0 0 0,-1 0 16,1 0-1,0 0-15,0 0 0,0 0 0,0 41 16,0-41-1,0 0-15,-1 0 0,1 0 0,0 0 16,0 0 0,0 0-16,0 0 15,0 0 1,0 0-16,-1 0 16,1 0-16,0 0 0,0 0 15,0 0-15,0 0 16,0 0-16,0 0 0,-1 0 0,1 0 15,0 0-15,0 0 16,0 0-16,0 0 0,0 0 16,0 0-1,-1 0-15,1 0 0,0 0 0,0 0 16,0 0-16,0 0 16,0 0-16,0 0 15,-1 0-15,1 0 0,40 40 16,-40-40-16,0 0 15,0 40-15,0-40 16,0 0-16,0 0 0,-1 0 16,1 0-16,0 0 0,0 0 0,0 0 15,0 0 1,0 0-16,0 0 0,-1 0 0,1 0 16,0 0-16,0 0 0,0 0 0,0 0 15,0 0-15,0 0 0,-1 0 16,1 0-16,0 0 0,0 0 15,0 0 1,40 40 0,-40-40-16,0 0 15,-1 0-15,1 0 16,0 0-16,0 0 0,0 0 16,0 0-16,0 0 15,0 0-15,-1 0 0,1 0 16,0 0-16,0 0 15,0 0-15,0 0 32,0 0-32,0 0 15,-1 0 1,1 0-16,0 0 0,0 0 16,0 0-16,0 0 0,0 0 0,0 0 15,-1 0 1,1 0-16,0 0 0,0 0 0,0 0 0,0 0 15,0 0-15,0 0 16,-1 0-16,1 0 0,0 0 0,0 0 31,0 0-31,0 0 16,0 0 0,0 0-16,-1 0 15,1 0-15,0 0 0,0 0 16,0 0-16,0 0 15,0 0-15,0 40 0,-1-40 0,1 0 0,0 0 16,0 0-16,0 0 16,0 0-16,0 0 15,0 0 1,-1 0-16,41 40 0,-40-40 16,0 0-16,0 0 15,0 0-15,0 0 16,40 40-16,-40-40 0,0 0 15,-1 0-15,1 0 16,0 0-16,0 0 0,0 0 0,0 0 16,0 0-16,0 0 15,-1 0-15,1 0 0,0 0 16,0 0-16,0 0 16,0 0 15,0 0-16,0 0 1,-1 0 0,41 40-16,-40-40 15,0 0 1,0 0 0</inkml:trace>
  <inkml:trace contextRef="#ctx0" brushRef="#br0" timeOffset="-147789.15">2327 10106 0,'-40'0'47,"0"0"-32,40 40 1,-40-40-16,0 40 16,40 0-1,-40 0-15,40 0 0,-40-40 0,40 41 0,0-1 16,-41 40-16,41-40 15,-40 0-15,40 0 0,0 0 0,-40 41 0,40-41 16,0 40-16,0-40 0,0 0 0,0 40 0,0-40 16,0 41-16,0-41 0,0 0 15,0 0-15,40 40 0,-40-40 0,0 0 0,0 0 16,0 1-16,0-1 16,0 0-16,0 0 0,0 0 0,0 0 15,0 0-15,0 0 0,0 0 16,-40 0-16,0-40 15,40 41-15,-40-41 16</inkml:trace>
  <inkml:trace contextRef="#ctx0" brushRef="#br0" timeOffset="-147599.12">1846 11429 0,'0'-40'16,"80"40"-16,-80-40 16,40 40-16,0-40 15,0 0-15,1 0 0,-1 0 0,0 40 16,0-40-16,-40 0 0,40 40 16,0-41-16</inkml:trace>
  <inkml:trace contextRef="#ctx0" brushRef="#br0" timeOffset="-147229.1">2969 10226 0,'-40'0'0,"40"-40"31,-40 40-15,0 0 0,40 40-16,-80 121 15,80-121-15,-40 160 16,40 81 15,80-161-31,-40 81 16,40-121-1,41-40 1,-81-40-16</inkml:trace>
  <inkml:trace contextRef="#ctx0" brushRef="#br0" timeOffset="-146309.16">3932 10226 0,'0'0'15,"0"-40"1,-40 40 0,0 0 15,0 40-31,-40-40 31,0 40-15,39-40-1,1 40 1,0-40 156,40 41-63,0-1-109,0 0 16,0 0-16,0 0 16,0 0-16,0 0 0,0 0 15,0 0 1,0 1-16,0-1 31,40-40-15,0 0-16,1-40 15,-1 40 1,-40-41-16,40 41 16,0 0-1,-40 41 1,40-41-16,-40 40 15,0 0-15,0 0 0,0 0 16,0 0-16,-40-40 0,40 40 16,-40 0-16,0 0 15,-41 0-15,41 1 16,0-1 0,0-40-16,0 40 0,0-40 15,0 0 1</inkml:trace>
  <inkml:trace contextRef="#ctx0" brushRef="#br0" timeOffset="-145919.26">4534 11109 0,'-40'0'15,"40"40"17,0 0-32,0 0 15,0 0 1,-40 0-16,40 0 0,-40 0 16,40 0-16,0 1 15,-40-41-15,40 40 0,-40-40 0,40 40 16,-40-40-16,-1 0 15</inkml:trace>
  <inkml:trace contextRef="#ctx0" brushRef="#br0" timeOffset="-145449.22">5016 10467 0,'-40'0'0,"80"0"0,-120 40 16,39 0-16,-39 0 15,0 81 16,80 39-15,0-120-16,0 0 0,80 0 31,0 0-31,-39-40 16,-1 0-16,40-40 16,0-40-16,-80 40 15,40-80 1,-40 39 15,-40 41-31,-40 0 16,80 0-16,-40 40 15,40-40 1,-40 40-16</inkml:trace>
  <inkml:trace contextRef="#ctx0" brushRef="#br0" timeOffset="-144779.25">5417 10106 0,'0'40'0,"40"-40"62,-40-40-46,40 40-16,0 0 16,-40 40-1,41-40-15,-1 0 31,-40 40-31,40 0 0,-40 0 0,40-40 16,-40 40-16,40-40 0,-40 41 0,0-1 0,40-40 16,-40 40-16,40-40 0,-40 40 15,0 0-15,0 0 0,0 0 0,40 0 16,-40 0 0,0 1-16,0-1 0,0 0 0,0 0 15,-40 0-15,40 0 0,-40 0 16,40 0-16,-40-40 0,40 40 0,-40 0 0,40 1 15,-40-41-15,40 40 16,-40-40-16,0 0 0</inkml:trace>
  <inkml:trace contextRef="#ctx0" brushRef="#br0" timeOffset="-143799.31">6500 10347 0,'0'0'0,"-40"0"31,80 0 125,1-41-156,-1 41 16,0 0-16,0 0 0,0 0 15,0 0-15,40 0 0,-39-40 0,-1 40 0,0 0 16,0 0-16,0 0 16,0 0-16,0 0 0,0 0 0,1 0 15,-1 0-15,-40-40 16,40 40-16,0 0 15</inkml:trace>
  <inkml:trace contextRef="#ctx0" brushRef="#br0" timeOffset="-143429.33">6862 10627 0,'-81'40'16,"162"-80"-16,-202 80 15,161-40 32,0 0-47,1 0 16,-1 0-16,0 0 16,0 0-16,0 0 0,0 0 0,0 0 15,0 0-15,41 0 16,-41 0-16,0 0 0,0 0 0,0 0 15,0 0 1,-80 0 31,40-40-16,-40 40-15</inkml:trace>
  <inkml:trace contextRef="#ctx0" brushRef="#br0" timeOffset="-141389.52">8346 10266 0,'0'-40'16,"0"0"0,-40 40-1,40-40 1,0 0 15,40 40-15,0-40-16,1 40 0,-41-40 15,40 40-15,-40-40 16,40 40-16,0 0 0,-40-40 16,40 40-16,0 0 0,-40-41 0,40 41 15,0 41 1,-40-1-16,0 0 16,0 0-16,0 0 15,0 0-15,-40-40 0,40 40 0,0 0 0,-40 0 16,40 0-16,-40 1 0,40-1 15,-40 0-15,40 0 16,-40-40-16,40-40 47,80 40-31,-80-40-16,40 40 0,0 0 31,0 0-31,1 0 0,-41 40 15,40-40-15,-40 40 0,40-40 0,-40 40 0,0 0 16,0 0 0,40-40-16,-40 40 0,0 0 15,0 1 1,-40-41-16,-40 40 0,39 0 16,1-40-1,0 0-15,0 0 0,0 40 0,0-40 16,0 0-1,0 0-15,-1 0 0,1 0 0,0 0 0,0 0 16,0 0-16,0 0 0,0 0 0</inkml:trace>
  <inkml:trace contextRef="#ctx0" brushRef="#br0" timeOffset="-134799.91">15449 2686 0,'-40'0'16</inkml:trace>
  <inkml:trace contextRef="#ctx0" brushRef="#br0" timeOffset="-132550.05">26122 2646 0,'-40'0'0,"0"0"218,0 0 845</inkml:trace>
  <inkml:trace contextRef="#ctx0" brushRef="#br0" timeOffset="-128390.25">28249 2646 0,'-40'0'0,"40"40"250,-40-40 297,40 41 297,0-1-32,0-80-312,-81 40 297,41 0-797,0 0 0,0 0 16</inkml:trace>
  <inkml:trace contextRef="#ctx0" brushRef="#br0" timeOffset="-123780.56">22471 5093 0,'0'40'172,"0"-80"0,-40 40 1078,0 0-1078,40 40-47,-41-40 906,1 0-703,40-40-312</inkml:trace>
  <inkml:trace contextRef="#ctx0" brushRef="#br0" timeOffset="-118620.85">1966 12592 0,'-40'0'172,"0"0"-141,40 41 16,-40-41-31,40 40 0,-40-40-16,40 40 0,0 0 15,-40 0-15,40 0 0,0 0 16,0 0-1,0 0-15,0 1 0,0-1 16,0 0 0,0 0-16,0 0 0,0 0 15,0 0 1,0 0-16,0 0 16,0 0-16,0 1 15,0-1-15,0 0 0,0 0 0,0 0 16,0 0-16,0 0 0,0 0 0,-41 0 15,41 1-15,-40-1 16,40 0-16,-40 0 0,40 0 16,-40-40-1</inkml:trace>
  <inkml:trace contextRef="#ctx0" brushRef="#br0" timeOffset="-118370.86">1525 13515 0,'0'-40'32,"0"0"-17,40 0-15,161-41 16,-41 1 15,-80 80-15,-40 0-1</inkml:trace>
  <inkml:trace contextRef="#ctx0" brushRef="#br0" timeOffset="-114631.09">3050 12633 0,'0'40'297,"-41"-40"-281,41 40-16,0 0 0,-40-40 15,40 40-15,-40 0 0,0 0 16,40 0-16,-40 0 15,40 1-15,0-1 16,-40 0 0,40 0-16,0 0 15,0 0 1,0 0-16,0 0 0,0 0 16,0 0-1,0 1-15,-40-1 0,40 0 16,0 0-16,0 0 15,0 0 1,40 0-16,-40 0 16,40-40-16,0 40 15,0 1-15,0-41 16,-40 40 0,40-40-16,1 40 0,-1-40 15,0 0 16,0 0 1,-40-40 93</inkml:trace>
  <inkml:trace contextRef="#ctx0" brushRef="#br0" timeOffset="-109001.36">22992 2887 0,'0'40'0,"-40"-40"47,0 0-16,80 0 47,0 0-62,1 0-1,-1 0-15,0 0 16,0 40-16,0-40 16,0 0-16,0 0 0,0 0 0,1 0 15,-1 0 1,0 0-16,0 0 0,0 0 0,0 0 16,0 0-16,0 0 15,1 0-15,-1 0 0,0 0 0,0 0 16,0 40-16,0-40 0,0 0 0,0 0 15,1 0-15,-1 0 16,0 0-16,0 0 0,0 0 0,0 40 16,0-40-16,0 0 15,1 0-15,-1 0 0,0 41 0,0-41 16,0 0 0,0 0-16,0 0 0,0 0 15,1 40-15,-1-40 0,0 0 0,0 0 16,0 0-16,0 0 15,0 0-15,0 0 0,1 0 0,-1 0 16,0 0-16,0 0 16,0 0-16,0 0 0,0 0 0,0 0 15,1 0-15,-1 0 16,0 0-16,0 0 0,0 0 16,0 0-16,0 40 15,1-40-15,-1 0 0,0 0 16,0 0-16,0 0 0,0 40 0,0-40 0,0 0 15,1 40-15,-1-40 16,0 0-16,0 0 0,0 40 0,0-40 16,0 0-1,0 0-15,-40 40 0,41-40 0,-1 0 16,0 0-16,0 0 16,0 0-16,0 0 0,0 0 15,0 0-15,1 0 0,-1 0 0,0 0 16,0 0-1,0 0-15,0 0 0,0 0 16,0 0 0,1 0-16,-1 0 0,0 0 15,0 0 1,0 0-16,0 0 0,0 0 16,0 0-1,1 0-15,-1 0 0,0 0 0,0 0 16,0 0-16,0 40 0,0-40 0,0 0 15,1 0 1,-1 0-16,0 0 0,0 0 16,-40-40-16,40 40 15,-40-40-15,40 40 16,0 0 0,-40-40-16,40 40 15,1 0-15,-1 0 16,0 0-1,0 0 17,0 0-32,0 0 15,-40 40 1,40-40-16,0 0 16,1 0-1,-1 0-15,0 0 16,0 0-16,0 0 0,0 0 15,0 0-15,0 0 16,1 0-16,-1 0 0,0 40 16,0-40-1,0 0-15,0 0 0,0 0 32,0 0-17,1 0 1,-1 0-1,0 0-15,0 0 16,0 0-16,0 0 16,0 0-16,1 0 0,-1 0 15,0 0 17,-40-40-32,40 40 15,0 0 1,0 0-16,0-40 15,0 40 1,1 0-16,-1 0 0,0 0 0,0 0 16,0 0-16,0 0 0,0 0 15,0 0-15,1 0 32,-1 0-32,0 0 15,0 0-15,0 0 16,0 0-16,0 0 15,0-40-15,1 40 0,-1 0 16,0 0 0,0 0-16,0 0 0,0 0 15,0 0 1,0 0 0,1 0-1,-1 0 1,0 0-16,0 0 15,0 0 1,0 0-16,0 0 16,0 0-1,1 0-15,-1 0 16,0 0 0,0 0-1,0 0-15,0 0 16,0 0-1,0 0-15,1 0 16,-1 0-16,0 0 16,0 0-16,0 0 0,0 0 15,-40 40-15,40-40 16,0 0-16,1 0 0,-1 0 16,0 0-1,-40-40-15,40 40 0,0 0 16,0 0-16,0 0 47,0 0-32,1 0 1,-1 0 0,0 0-16,0 0 15,0 0 1,0 0 46</inkml:trace>
  <inkml:trace contextRef="#ctx0" brushRef="#br0" timeOffset="-103361.77">3652 13114 0,'40'0'109,"-40"-40"1001,40 40-1001,-40-80 407,40 80-516,-40-41 15,40 41-15,0 0 0,-40-40 0,40 0 32,0 40-17,1-40-15,-1 40 16,0 0 0,0 0-16,-40 40 31,40-40-31,-40 40 15,0 0-15,0 1 16,0-1-16,0 0 16,0 0-1,0 0-15,-40-40 16,40 40-16,0 0 16,-40-40-16,40 40 15,-40-40-15,40 40 0,-40-40 16,-1 40-1,41 1-15,-40-41 16,0 40 0,40-80 93,40 40-93,-40-41-1,40 1 17,1 40-17,-1 0 1,0 0-1,0 0-15,-40 40 0,40-40 0,0 0 16,-40 41 0,40-41-16,0 40 0,1 0 15,-1 0 1,0 0 0,0-40 15,-40 40-31,40 0 15,-40 0 1,40-40-16,0 0 31</inkml:trace>
  <inkml:trace contextRef="#ctx0" brushRef="#br0" timeOffset="-102911.8">5056 13234 0,'40'0'78,"-40"40"-78,0 0 32,0 0-32,0 1 0,0-1 15,0 0-15,0 0 16,0 0-16,0 0 0,-40-40 16,40 40-16,0 0 0,-40-40 0,40 40 0,-40-40 15,40 41 1,-40-41-1</inkml:trace>
  <inkml:trace contextRef="#ctx0" brushRef="#br0" timeOffset="-101871.84">5457 12592 0,'-40'0'0,"40"-40"140,40 40-124,0 0-1,0 0-15,1 0 16,-1 0-16,0 0 16,0 40-16,0-40 31,-40 41-31,0-1 0,40-40 0,-40 40 16,0 0-16,0 0 0,0 0 15,0 0-15,0 0 16,-40-40-16,40 40 0,-40 1 15,0-1 1,0-40 0,40 40-16,40-40 78,0 0-63,0 0-15,0 0 0,0 0 16,0 0 0,1 40-1,-41 0 1,0 0-16,0 0 0,0 0 16,-41-40-16,41 40 0,0 0 0,-40-40 0,0 41 15,0-41 1,0 40-16,0-40 0,0 40 15,0-40-15,-1 0 16,1 0-16,40-40 16,-40 40-1,40-40-15,0-1 0</inkml:trace>
  <inkml:trace contextRef="#ctx0" brushRef="#br0" timeOffset="-101411.88">6460 12272 0,'0'0'16,"0"40"31,40-40-47,1 0 15,-41 40-15,40-40 0,-40 40 0,40-40 16,-40 40-16,40 0 0,-40 0 15,40 0-15,-40 0 0,0 1 16,0-1-16,0 0 16,0 0-16,0 0 0,0 0 0,0 0 15,0 0-15,0 0 0,0 1 16,-40-1-16,40 0 0,-40 0 0,40 0 16,-40 0-16,40 0 0,-40 0 0,40 0 15,-41-40-15,41 40 16,-40 1-16</inkml:trace>
  <inkml:trace contextRef="#ctx0" brushRef="#br0" timeOffset="-101071.91">7383 12633 0,'-40'0'15,"80"0"32,-40-41-47,40 41 0,41 0 16,-41 0-16,0 0 15,0-40-15,0 40 0,0 0 0,0 0 0,1 0 16,-1 0 0,0 0-16,0 0 0,0 0 0,0 0 15</inkml:trace>
  <inkml:trace contextRef="#ctx0" brushRef="#br0" timeOffset="-100841.85">7504 13194 0,'0'0'0,"-40"0"0,-1 40 15,1-40-15,80 0 31,1 0-15,-1 0-16,120 0 31,-39 0-15,-1-40 0,-80 40-16</inkml:trace>
  <inkml:trace contextRef="#ctx0" brushRef="#br0" timeOffset="-99951.96">9149 12151 0,'0'0'32,"-40"0"186,0 0-186,-1 0-32,41 40 0,-40-40 0,0 0 15,40 41-15,-40-1 0,0-40 0,40 40 16,-40 0-16,40 0 15,-40-40-15,0 40 0,40 40 0,-41-80 0,41 40 16,-40 0-16,40 1 0,-40-1 16,40 40-16,0-40 0,0 0 0,-40 0 0,40 0 15,0 0-15,0 1 16,0-1-16,0 0 0,0 0 0,0 0 16,0 0-16,40 0 0,-40 0 15,40-40-15,-40 40 16,40-40-16,1 0 0,-41 40 0,40-40 15,0 0 1,0 0-16,0 0 0,0 0 16,-40-40-16,40 40 15,0-40-15,1 0 16,-41 0 0,40 40-16,-40-40 0,0 0 15,0 0-15,0 0 16,-40 40-1,-1 0-15,1 0 16,0 0-16,0 0 16,40 40-16,-80-40 0,40 40 0,0-40 0,-1 40 15,1 0-15,0-40 0,0 40 16,0 0-16,0-40 0,0 40 0,0-40 0,-1 40 16,1 1-16</inkml:trace>
  <inkml:trace contextRef="#ctx0" brushRef="#br0" timeOffset="-84468.82">19983 5895 0,'0'-40'31,"-40"40"32,40 40-48,-40-40 48,0 0-48,-1 0-15,1 0 32,0 0-1,0 0 0,0 0-31,0 0 16,0 0-1,0 0-15,-1 0 16,1 0 0,0 0 15,40-40 31,40 40 32,0-40-94,1 40 0,-1 0 16,0 0-1,0 0-15,0 0 0,0-40 0,0 40 16,0 0-16,1 0 0,-1 0 0,0 0 16,0 0-16,40 0 15,-40 0-15,0 0 0,1 0 0,-1 0 16,0 0-16,0 0 0,0 0 15,0 0-15,0 0 0,0 0 0,1 0 16,-1 0 0,0 0-16,0 0 0,0 0 0,0 0 0,0 0 15,0 0-15,1 0 0,-1 0 0,0 0 16,0 0-16,0 0 0,0 0 16,0 0-16,0 0 0,1 0 15,-1 0 1,0 0-16,0 0 0,0 0 0,0 0 15,0 0-15,0 0 16,1 0-16,-1 0 0,0 0 0,0 0 16,0 0-1,0 0-15,0 40 0,0-40 0,1 0 16,-1 0-16,0 0 0,0 0 16,0 0-1,0 0-15,0 0 0,1 0 16,-1 0-1,0 0-15,0 0 0,0 0 0,0 0 16,0 0-16,0 0 16,1 0-16,-1 0 0,0 0 15,0 0-15,0 0 0,0 0 16,0 0-16,0 0 16,1 0-16,-1 0 15,0 0 1,0 0-16,0 0 15,0 0 1,0-40-16,0 40 16,1 0-16,-1 0 15,0 0-15,0 0 16,0 0-16,0 0 16,0 0-1,0 0 1,1 0-1,-1 0-15,0 0 0,0 0 16,0 0 0,0 0-16,0 0 15,0 0 1,1 0 0,-1 0-16,-40-41 15,40 41 1,0 0-16,-40-40 0,40 40 15,0 0 1,0 0-16,0 0 16,1 0-1,-1 0-15,0 0 16,0 0-16,0 0 31,0 0-15,0 0-1,0 0 1,1 0 0,-1 0-16,0 0 15,0 0 1,0 0 0,0 0-1,0 0 1,0 0-16,1 0 15,-1 0 1,0 0-16,-40 40 0,40-40 16,0 0-1,0 41-15,0-41 16,0 0 0,1 0-1,-1 0 1,0 0-1,0 0-15,0 0 0,0 0 32,0 0-17,0 0-15,1 0 0,-1 0 16,0 0 0,0 0 15,0 0-16,-80 0 189</inkml:trace>
  <inkml:trace contextRef="#ctx0" brushRef="#br0" timeOffset="-82778.24">1966 14558 0,'-40'0'15,"0"0"79,0 0-78,0 0-1,0 0 1,-1 0-16,1 40 16,40 0-1,0 0-15,-40 0 0,40 0 0,0 40 16,0-40-16,-40 41 15,40-41-15,0 40 0,0-40 0,0 40 0,0-40 16,0 41-16,0-1 0,0-40 16,0 40-16,0-40 0,-40 40 0,40-39 0,0-1 15,0 0-15,0 40 0,-40-40 0,40 0 0,0 0 16,0 0-16,0 1 16,0-1-16,0 0 0,-40-40 0,40 40 15,0 0-15,-40-40 16,40 40-16,-41-40 31,1 0-31</inkml:trace>
  <inkml:trace contextRef="#ctx0" brushRef="#br0" timeOffset="-82527.79">1244 15801 0,'0'0'16,"0"-40"15,40 40-15,-40-40-16,40 40 0,0-40 16,0 40-16,1-41 15,-1 41-15,0-40 0,0 40 16,0 0-16,0-40 0,0 40 0,0 0 15,1 0-15,-1-40 0,0 40 0,0 0 16,0-40-16</inkml:trace>
  <inkml:trace contextRef="#ctx0" brushRef="#br0" timeOffset="-82108.26">2608 14798 0,'-40'0'31,"0"40"16,0-40-47,40 40 16,0 1-16,-40-41 0,40 40 0,-40 0 16,40 0-16,-41 0 0,41 40 0,0-40 15,0 0-15,-40 1 0,40-1 0,0 0 16,0 0-16,0 0 0,0 0 0,0 0 15,0 0-15,0 0 0,0 0 0,0 1 16,0-1-16,40-40 0,-40 40 0,41 0 16,-41 0-1,40-40-15,0 0 16,0 0-16</inkml:trace>
  <inkml:trace contextRef="#ctx0" brushRef="#br0" timeOffset="-81563.88">3411 14999 0,'0'0'16,"-40"-40"-16,-1 40 16,1 0-16,0 0 15,40 40 1,-40-40-16,0 80 0,40-40 15,-40 40-15,40-40 16,0 1-16,0 39 0,0 40 16,80-40-1,-40-40 17,40-40-17,1-80 1,-41-40-1,-40-41-15,0 81 16,0 0 0,0 40-1,0 80 48</inkml:trace>
  <inkml:trace contextRef="#ctx0" brushRef="#br0" timeOffset="-81338.42">3892 15440 0,'-40'0'0,"80"0"16,-80 40-16,0 0 0,40 0 15,-40 0-15,40 41 16,-40 39 0,0-40-1,0 0 1,-1-80 0</inkml:trace>
  <inkml:trace contextRef="#ctx0" brushRef="#br0" timeOffset="-80856.74">4976 14919 0,'0'0'0,"-40"-41"15,-1 41-15,1 0 16,0 41 0,0-1-1,40 0-15,-40 0 0,40 0 0,-40 0 16,40 0-16,-40 0 0,40 0 0,0 1 15,0-1-15,0 0 0,0 0 16,40-40-16,0 0 16,0 0-16,0-40 15,0 40-15,-40-40 0,40 40 16,1-40-16,-1-1 16,-40 1-16,0 0 0,0 0 0,40 40 15,-40-40-15,0 0 0,0 0 16,0 0-16,-40 0 15,0-1-15,-1 41 16,1 0-16,0 0 16,0 0-16</inkml:trace>
  <inkml:trace contextRef="#ctx0" brushRef="#br0" timeOffset="-80528.09">5698 14598 0,'-40'0'15,"40"40"17,40-40-32,-40 40 0,40 0 15,-40 0-15,40 0 0,-40 40 0,40-39 16,-40-1-16,0 0 0,0 0 0,0 40 16,0-40-16,0 0 0,-40 0 0,40 1 15,-40 39-15,40-40 0,-80 0 0,80 0 16,-40 0-16,0 0 0,-1-40 0,1 40 15,40 0-15,-40-40 0,0 41 0,0-41 16</inkml:trace>
  <inkml:trace contextRef="#ctx0" brushRef="#br0" timeOffset="-80240.59">6380 15119 0,'-40'0'16,"80"0"-16,-80-40 0,40 0 16,40 40-16,0-40 15,121-40 1,39 80-1,-39 0 1,-121 0 0,0 40-1</inkml:trace>
  <inkml:trace contextRef="#ctx0" brushRef="#br0" timeOffset="-79991.73">6661 15480 0,'-80'40'16,"160"-80"-16,-200 80 0,160-40 31,0 0-31,40-40 16,-40 40-16,0 0 15,0 0-15,-40-40 0,41 40 16,-1 0-16,0-40 16,0 40-16,0 0 15,-40-40-15,40 0 0</inkml:trace>
  <inkml:trace contextRef="#ctx0" brushRef="#br0" timeOffset="-79286.66">8025 14638 0,'0'-40'16,"0"80"-16,40-80 0,1 40 15,-1 0-15,0 0 16,0 0-1,0 0 1,-40 80 0,0-40-1,0 0-15,0 40 16,-40-40-16,40 1 16,-120 79-1,39-40 1,1 0-1,0 1 1,40-1 0,40-40-1,0 0-15,-40 0 16,40 0-16,40-40 16,0 0-1,0 0 1,40 0-1,-40-40 1,0 0 0,-40-40-1,0 40 1,0 0 0,-40-1-1,0-79 1,0 0-1,0-1 1,0 41 0,80 0-1,40 40 1,0 0 0,-39 40-16,39 0 15,-40 0-15,0 0 16,0 40-1</inkml:trace>
  <inkml:trace contextRef="#ctx0" brushRef="#br0" timeOffset="-77059.81">28088 5935 0,'-40'0'15,"0"0"-15,0 0 16,0 0 15,0 0-15,0 0 0,40 40-16,-40-40 15,80 0 63,0 0-62,0 0 0,0 0-16,0 0 15,0 0-15,0 0 0,1 40 0,-1-40 16,40 0-16,-40 0 0,0 0 0,40 0 15,-39 0-15,39 0 0,-40 0 0,0 0 16,40 0-16,-40 0 0,1-40 0,-1 40 16,0 0-16,0 0 0,0 0 0,0 0 15,0 0-15,1 0 0,-1 0 0,0 0 16,0 0-16,0 0 0,0 0 0,0 0 16,0 0-16,1 0 0,-1 0 15,0 0-15,0 0 0,40 40 0,-40-40 0,0 0 16,1 0-16,-1 0 0,0 0 15,0 0-15,0 0 0,0 0 0,0 0 16,0 0-16,1 0 0,-1 0 16,0 0-16,0 0 0,0 0 15,0 0-15,0 0 0,0 0 0,1 0 16,-1 0-16,0 0 0,0 0 0,0 0 16,40 0-16,-40 0 0,1 0 0,-1 0 15,0 0-15,0 0 0,0 0 0,0 0 16,0 0-16,0 0 0,1 0 0,-1 0 15,0 0-15,0 0 0,0 0 16,0 0-16,0 0 16,0 0-16,1 0 15,-1 0-15,0 0 0,0 0 0,0 0 16,0 40-16,0-40 0,0 0 16,1 0-16,-1 0 0,0 0 15,0 0-15,0 0 0,0 0 0,0 0 16,0 0-16,1 0 15,-1 0-15,0 0 0,0 0 16,0 0-16,0-40 0,0 40 16,0 0-16,1 0 0,-1 0 15,0 0-15,0 0 16,0 0 0,0 0-16,0 0 15,0 0-15,1 0 16,-41 40-16,40-40 0,0 0 15,0 0 1,0 0 0,0 0-1,0 0 1,1 40 0,-1-40-1,0 0 1,0 0-1,0 0 1,0 0 15,-40 41 1,0-1 14,-40-40 33,0 0-64,0 0 1</inkml:trace>
  <inkml:trace contextRef="#ctx0" brushRef="#br0" timeOffset="-74644.86">1846 16804 0,'-40'0'125,"0"0"-47,40 40-78,-41 0 16,1 0-16,40 0 15,0 0-15,-40-40 0,40 40 0,0 0 16,-40 0-16,40 0 0,0 1 0,-40-1 15,40 0-15,0 0 0,0 0 0,0 0 16,0 0-16,0 0 0,0 0 0,0 1 16,0-1-16,40 0 0,-40 0 0,0 0 15,0 0-15,0 0 0,0 0 0,0 0 16,0 0-16,0 1 0,0-1 0,0 0 16,0 0-16,-40 0 0,40 0 0,-40 0 15,40 0-15,-40 0 16,40 1-1,-40-41-15,-1 0 16,41-41 0</inkml:trace>
  <inkml:trace contextRef="#ctx0" brushRef="#br0" timeOffset="-74228.74">1404 17886 0,'-40'0'15,"0"0"1,40-40 15,40 40-31,0 0 16,1 0-16,-41-40 0,40 40 15,0-40-15,0 40 0,0 0 16,0-40-16,0 40 0,41 0 0,-41 0 16,0 0-16,0 0 0,0-40 0,0 40 15,0 0-15,0 0 16,1-40-16,-1 40 16,0-40-16,-40 80 78,-40-40-78</inkml:trace>
  <inkml:trace contextRef="#ctx0" brushRef="#br0" timeOffset="-73619.83">3210 16964 0,'0'-40'0,"-40"40"16,0 0 0,0 0 15,0 40 0,40 0-15,0 0-16,0 0 0,-41-40 15,41 40-15,-40 41 0,0-41 0,40 0 16,0 0-16,-40 0 0,40 0 0,0 0 16,-40 0-16,40 0 0,0 1 0,0-1 15,0 0-15,0 0 0,0 0 16,0 0-16,40 0 0,-40 0 15,40-40-15,-40 40 0,40-40 16,0 0-16,-40 40 0,41-40 16,-1 0-16,0 0 15,0 0 1,-40-40 93</inkml:trace>
  <inkml:trace contextRef="#ctx0" brushRef="#br0" timeOffset="-72768.36">3611 17365 0,'-40'0'0,"0"0"32,0 0 77,80 0-46,0 40-48,0-40-15,1 0 16,-1 0-16,0 0 15,0 0-15,0 0 0,0 0 0,0 0 16,0 0-16,1-40 16,-1 40-1,-80 0 63</inkml:trace>
  <inkml:trace contextRef="#ctx0" brushRef="#br0" timeOffset="-72404.97">4414 16964 0,'0'0'15,"-40"-40"1,40 0 0,0 80 30,0 0-30,0 0-16,0 0 0,0 0 16,0 0-16,0 41 0,0-41 15,0 0-15,0 0 0,0 0 0,0 0 16,0 0-16,0 0 16,0 0-16,0 1 0,0-1 15,0 0-15,0 0 16,0 0-1</inkml:trace>
  <inkml:trace contextRef="#ctx0" brushRef="#br0" timeOffset="-72079.83">5016 17566 0,'0'0'0,"-40"0"15,40-41 1,0 82 15,0-1-31,0 0 16,0 0-16,0 0 0,0 0 15,0 0-15,0 0 16,0 0-16,-40 0 16,-1 1-16,41-1 0,-40-40 15,40 40-15,-40-40 0,40 40 16,-40-40-16,40 40 0,-40-40 16</inkml:trace>
  <inkml:trace contextRef="#ctx0" brushRef="#br0" timeOffset="-71748.74">5457 17525 0,'-80'0'16,"40"0"-16,80 0 63,0 0-63,40 0 15,-40 0-15,1 0 0,-1 0 16,0 0-16,0 0 0,0 0 15,0 0-15,0 0 0,0 0 16</inkml:trace>
  <inkml:trace contextRef="#ctx0" brushRef="#br0" timeOffset="-71205.61">6099 17044 0,'0'0'15,"0"-40"-15,0 0 16,40 40-16,0-40 0,41 40 15,-1-40 1,40 80 0,-39 0-1,-81 40 1,-41 40 0,-39 1-1,40-1 1,0-80-1,80-40 17,0 0-32,0 0 15,41 40 1,-41-40 0,0 0-1,-40 40 1,0 41-1,-80-1 1,-1-40 0,-39 0-1,40 0 1,40-40 0,-1 0-16,41-40 15</inkml:trace>
  <inkml:trace contextRef="#ctx0" brushRef="#br0" timeOffset="-70823.25">7183 16924 0,'0'-40'16,"0"80"-16,0-40 16,40 0-1,80 120 1,-80-40 0,0 41-1,1-41 1,-41 40-1,-41 1 1,-39-1 0,0-40-1,-41-40 1,41 0 0</inkml:trace>
  <inkml:trace contextRef="#ctx0" brushRef="#br0" timeOffset="-70558.75">7825 17405 0,'0'-40'15,"0"0"1,40 40-16,40-40 16,0 40-1,-40-40-15,41 40 16,-41 0-16,0 0 16,0 0-16,0 40 15,0-40 1</inkml:trace>
  <inkml:trace contextRef="#ctx0" brushRef="#br0" timeOffset="-70309.3">7985 17766 0,'-160'40'15,"320"-80"-15,-360 120 16,159-80-1,122 0 1,-41 0-16,40 0 16,81-40-1,-41 0 1,0 40 0,1-40-1,-81 0 1</inkml:trace>
  <inkml:trace contextRef="#ctx0" brushRef="#br0" timeOffset="-69870.69">9951 16964 0,'0'0'0,"-80"-40"15,0 0 1,80 0-16,-40 40 16,0 0-1,40 80-15,-81 40 16,41 41 0,-40 39-1,80-39 1,0-121-16,40 40 15,0-40 1,0-40-16,41 40 16,-41-40-16,40-40 15,0-40 1,-40 40 0,-80-41-1,-80 81 1,-41 0-1,41 41 1,0-1 0</inkml:trace>
  <inkml:trace contextRef="#ctx0" brushRef="#br0" timeOffset="191971.94">4093 14036 0,'0'0'0,"0"40"0,-40-40 0,80 0 94,0 0 46,0-40-140,0 40 0,0 0 16,1 0-16,-1-40 0,0 40 16,0 0-16,0 0 15,-80 0 48,0 0-48,0 0 1,0 40 0,-1-40-16,1 0 0,0 0 0,0 40 15,0-40-15,0 0 16,0 0-16,40 40 0</inkml:trace>
  <inkml:trace contextRef="#ctx0" brushRef="#br0" timeOffset="192781.81">5698 13796 0,'-40'0'0,"0"40"31,0-40-15,-1 0-1,82 0 63,-1 0-78,0 0 16,0 0 0,0 0-16,-40-40 0,40 40 0,0 0 15,0 0-15,-40-40 16,41 40 0,-82 0 30,-39 40-30,40-40-16,0 0 0,0 40 0,0-40 16,0 0-1,-1 40-15,82-40 16</inkml:trace>
  <inkml:trace contextRef="#ctx0" brushRef="#br0" timeOffset="-185149.61">3852 18287 0,'0'41'156,"0"-1"-140</inkml:trace>
  <inkml:trace contextRef="#ctx0" brushRef="#br0" timeOffset="-184329.73">7343 17405 0,'40'0'94,"-40"40"-16</inkml:trace>
</inkml:ink>
</file>

<file path=ppt/ink/ink6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8T07:22:58.190"/>
    </inkml:context>
    <inkml:brush xml:id="br0">
      <inkml:brushProperty name="width" value="0.05292" units="cm"/>
      <inkml:brushProperty name="height" value="0.05292" units="cm"/>
      <inkml:brushProperty name="color" value="#FF0000"/>
    </inkml:brush>
  </inkml:definitions>
  <inkml:trace contextRef="#ctx0" brushRef="#br0">8988 3208 0,'0'40'0,"40"-40"16,1 0 0,-1 0-1,0 0-15,0 0 16,-40 40 15,-40-40 0,40 40-15,0-80 31,0 0-16</inkml:trace>
  <inkml:trace contextRef="#ctx0" brushRef="#br0" timeOffset="7659.6">17615 8061 0,'41'0'16,"-1"0"-1,0 0 17,0 0 15,0 0-32,0 0 1,-80 0 31,40 40-32,-40-40 1,0 0 0,40-40 15,0-1 0,40 41-15,0 0-1,-40 41 1,0-1 0,-40 0-16,40 0 15,-40-40 1,40 40-16,-40-40 15,40-40 1,0 0 0,0 0-16,0 0 0,40 40 15,-40-41-15,40 1 16,0 40-16,-40-40 16,0 80-1,0 0 1,0 1-1,-40-1-15,40 0 16,-40-40-16,40 40 0,0-80 47,0 0-31,40 40-16,-40-40 0,0-1 31,0 82 0,0-1-31,-40-40 0,40 40 0,-40 0 16,0 0-1,40-80 32,0 0-31,0 80 46,0-120-15,0 40-31,40-1-1</inkml:trace>
  <inkml:trace contextRef="#ctx0" brushRef="#br0" timeOffset="9199.44">7022 8141 0,'40'0'15,"-40"-40"16,0 0-15,40 40-16,0 0 16,1 0-1,-1 0 1</inkml:trace>
  <inkml:trace contextRef="#ctx0" brushRef="#br0" timeOffset="9459.5">8748 8061 0,'40'0'16,"0"0"0,-40 40-16,40-40 0,0 0 15,0 0 1,0 0-16</inkml:trace>
  <inkml:trace contextRef="#ctx0" brushRef="#br0" timeOffset="9639.49">9791 8101 0,'0'0'16,"40"0"-16,0 0 31,80 0-16</inkml:trace>
  <inkml:trace contextRef="#ctx0" brushRef="#br0" timeOffset="9879.46">11195 8061 0,'40'0'47,"1"0"-47,-1 0 15,0 0-15</inkml:trace>
  <inkml:trace contextRef="#ctx0" brushRef="#br0" timeOffset="10379.44">13803 7940 0</inkml:trace>
  <inkml:trace contextRef="#ctx0" brushRef="#br0" timeOffset="10619.39">14726 7900 0,'0'0'0,"41"0"16,-1 0 0,0 0-1,0 0-15,0 0 0,0 0 16,0 0-16,0 0 16,1 0-16,-1 0 0,0 0 0,0 0 0,0 0 15,40 0-15,-40 0 16</inkml:trace>
  <inkml:trace contextRef="#ctx0" brushRef="#br0" timeOffset="10839.34">16412 7980 0,'40'0'0,"-80"0"0,120 0 16,-80-40-1,80 40 1,41 0 0,-81 0-1,80 40-15,-40-40 0</inkml:trace>
  <inkml:trace contextRef="#ctx0" brushRef="#br0" timeOffset="10979.41">17816 8061 0,'80'40'16,"-40"-40"15,1 0-31,-1 0 16,0 0-16,0-40 15,0 40-15</inkml:trace>
  <inkml:trace contextRef="#ctx0" brushRef="#br0" timeOffset="11159.4">19221 8101 0,'0'0'16,"40"0"46,0-40-62,0 40 16,0 0-16,0 0 0</inkml:trace>
  <inkml:trace contextRef="#ctx0" brushRef="#br0" timeOffset="11329.34">20705 7980 0,'40'0'16,"-80"0"-16,120 0 0,41 0 15,-81 0-15,0 0 0,0 0 0</inkml:trace>
  <inkml:trace contextRef="#ctx0" brushRef="#br0" timeOffset="11539.32">22671 8020 0,'0'0'0,"41"0"16,159 0-1,81-40 16,-161 0-31,-39 40 0,159 0 16</inkml:trace>
  <inkml:trace contextRef="#ctx0" brushRef="#br0" timeOffset="11749.35">24959 8020 0,'40'0'16,"-80"0"-16,120 0 0,-40 0 15,0 0-15,0 0 0,0-40 16,0 40-16,161-40 31,-161 40-31</inkml:trace>
  <inkml:trace contextRef="#ctx0" brushRef="#br0" timeOffset="12099.34">28530 8101 0,'160'40'31,"-320"-80"-31,360 80 0,-119 0 0,-41-40 0,0 40 0,121 0 16,-81 0-16,0 0 16,0 0-16,121 1 15,-121-1 1,-40-40-16,0 0 0</inkml:trace>
  <inkml:trace contextRef="#ctx0" brushRef="#br0" timeOffset="13249.2">18057 441 0,'0'40'63,"0"0"-48</inkml:trace>
  <inkml:trace contextRef="#ctx0" brushRef="#br0" timeOffset="13449.19">18097 922 0,'0'40'47,"0"0"-47,0 0 15,0 0-15,0 0 0,0 0 16</inkml:trace>
  <inkml:trace contextRef="#ctx0" brushRef="#br0" timeOffset="14099.22">18017 3970 0,'0'0'16,"0"40"-1,0 0 32,0 0-31</inkml:trace>
  <inkml:trace contextRef="#ctx0" brushRef="#br0" timeOffset="14339.14">17896 4571 0,'0'0'0,"0"41"16,0-1 15,0 0 0</inkml:trace>
  <inkml:trace contextRef="#ctx0" brushRef="#br0" timeOffset="14529.2">17816 5093 0,'0'0'0,"0"40"16,0 0 15,0 0 0,0 0-15</inkml:trace>
  <inkml:trace contextRef="#ctx0" brushRef="#br0" timeOffset="14759.18">17696 5694 0,'0'0'0,"-40"40"16,40 1-16,0-1 15,0 0 1,0 0-16,0 0 16,0 0-1,40-40-15,-40 40 16,0 0-16,0 0 31,0 1-31,0-1 16,0 0-1</inkml:trace>
  <inkml:trace contextRef="#ctx0" brushRef="#br0" timeOffset="14969.17">17776 6416 0,'40'40'16,"-80"-80"-16,80 161 15,-40-81-15,40 0 16,0 0 0,-40 0-16,0 0 31,-40 0-16,0-40 1,40 40-16,0 41 16,-40-41-16,40 0 0,0 40 31,0-40-31</inkml:trace>
  <inkml:trace contextRef="#ctx0" brushRef="#br0" timeOffset="15099.16">17936 7700 0,'0'80'16,"0"-160"-16,-40 240 31,0-160-31,40 40 0,0 0 16,-40-40 0</inkml:trace>
  <inkml:trace contextRef="#ctx0" brushRef="#br0" timeOffset="15209.16">17816 8141 0,'0'40'0,"0"0"16,0 0-1,0 0 1</inkml:trace>
  <inkml:trace contextRef="#ctx0" brushRef="#br0" timeOffset="15419.15">17696 8903 0,'0'0'16,"0"80"-16,0-40 15,0 0-15,-40 81 16,40-81-16,0 40 15,0-40-15,0 0 16</inkml:trace>
  <inkml:trace contextRef="#ctx0" brushRef="#br0" timeOffset="15749.13">17495 10306 0,'-40'81'16,"80"-162"-16,-80 242 16,40-121-16,0 0 15,0 40 1,0-40-16,40 41 16,-40-41-16,0 0 15,-40 80 1,40 41-1,0-1 17,-40 0-17,40-79 1,0-41-16,-80 80 16,39-80-16,41 0 15,0 0-15</inkml:trace>
  <inkml:trace contextRef="#ctx0" brushRef="#br0" timeOffset="15949.11">17014 13034 0,'0'40'16,"0"-80"-16,40 80 0,0 40 16,-40-40-1,0 0 1</inkml:trace>
  <inkml:trace contextRef="#ctx0" brushRef="#br0" timeOffset="16289.02">16933 15119 0,'0'120'15,"0"-240"-15,0 281 0,0-81 16</inkml:trace>
  <inkml:trace contextRef="#ctx0" brushRef="#br0" timeOffset="16609">16572 16001 0,'0'0'0,"0"41"16,0-1-16,-40-40 15,40 40-15,0 0 16,-40-40-16,80 0 63</inkml:trace>
  <inkml:trace contextRef="#ctx0" brushRef="#br0" timeOffset="25468.55">17696 8301 0,'0'-40'0</inkml:trace>
  <inkml:trace contextRef="#ctx0" brushRef="#br0" timeOffset="25818.46">17696 8181 0,'40'0'109</inkml:trace>
  <inkml:trace contextRef="#ctx0" brushRef="#br0" timeOffset="27188.38">18298 7218 0,'40'0'78,"-40"-40"-78,40 40 15,-40-40-15,40 40 16,-40-40 15,40 40-15,0 0 0,0 0-1,-40 40 1,0 0 15,0 0-15,0 0-1,0 1 1,0-1 15,0 0-15,-40-40-16,0 40 15,0 0-15,40 0 0,0 0 16,-40-40 0,40 40-16,-40 0 0,40 1 0,-40-41 15,40 40 1,0 0 62,40-40-78,0 0 31,-40 40-31,40-40 0,0 0 32,-40-40 14,80 0-46,-80 0 16,0-1-16,-40 1 16,40 0-16,-40 40 15,40-40 1,-40 40-16,40-40 0,-40 40 16,0 0-1,40-40-15,-40 40 16,40-40-1,-40 40-15,-1-40 16,41 0 0,-40-1-1,40 1 1,0 0 0,40 0 15,1 40-31,-1 0 15,-40 40 1,40-40 0,-40 40-16,0 0 0,0 1 0,0-1 15,0 0-15</inkml:trace>
  <inkml:trace contextRef="#ctx0" brushRef="#br0" timeOffset="29798.29">18177 8582 0,'0'0'0,"0"40"0,-40-40 16,40 40 46,0 0-62,0 0 16,0 0 0,0 1-16,0-1 0,0 0 15,0 0-15,0 0 16,0 0-16,0 0 0,0 0 0,0 0 16,0 1-1,0-1-15,0 0 0,0 0 16,0 0-16,40-40 15,-40 40-15,40-40 16,1 0-16</inkml:trace>
  <inkml:trace contextRef="#ctx0" brushRef="#br0" timeOffset="30348.19">18579 8823 0,'0'-41'31,"0"1"-31,0 80 63,0 1-48,-41-1-15,41 0 0,0 0 16,-40-40-16,40 40 16,0 0-16,0 0 15,40-40 1,1 0-1,-1-40-15,0 40 16,-40-40 0,40 0-16,-40 0 15,40 0 1,-80 40 15,0 0-15,0 0-1,40-40 1,-40 40 0,40-41-16,40 41 47</inkml:trace>
  <inkml:trace contextRef="#ctx0" brushRef="#br0" timeOffset="30608.21">18819 8943 0,'0'40'47,"40"0"-32,-40 0 1,0 0 0,0 0-1,0 1-15,-40-41 0,40 40 0,0 0 16,-40-40 0,40 40-16,-40-40 0,40 40 0,-40-40 0,40 40 15</inkml:trace>
  <inkml:trace contextRef="#ctx0" brushRef="#br0" timeOffset="31238.16">19140 8702 0,'0'40'63,"0"0"-48,0 1 1,0-1-16,0 0 0,0 0 16,0 0-1,40-40 17,1 0-32,-41-80 0,40 80 0,0 0 15,-40-40-15,0 0 16,40 40-16,-40-41 0,0 1 15,0 0 1,-40 40 0,0 0-1,0 0 1,-1 0-16,1 0 16,0 0-16,80 0 15,-80 0-15,40 0 0,-40 0 0</inkml:trace>
  <inkml:trace contextRef="#ctx0" brushRef="#br0" timeOffset="31578.14">19461 8622 0,'0'0'0,"40"0"16,-40 40-1,41-40-15,-1 40 16,-40 0-16,40 0 0,-40 1 31,0-1-31,0 0 0,0 0 0,-40 0 16,40 0-16,-40-40 0,40 40 15,-81 0-15,41 0 0,0 1 0,0-1 0,0-40 16</inkml:trace>
  <inkml:trace contextRef="#ctx0" brushRef="#br0" timeOffset="33248.01">30817 8221 0,'0'40'0,"40"-40"125,-40 40-109,40-40-16,-40 40 0,40 0 0,-40 1 15,0-1 1,0 0-16,0 0 0,0 0 16,0 0-16,-40 0 15,40 0 1,0-80-1,0 0 1,40 0-16,-40 0 0,41 0 0,-41 0 16,40 40-16,-40-40 0,40-1 15,0 1-15,0 0 0,-160 40 0,280-80 0,-160 40 16,40 40-16,-40-40 16,40 40-16,-80 40 0,80-80 15,-40 0-15,41 40 0,-82 40 16,82-80-16,-41 120 15,0-40-15,0 0 0,0 0 16,0 0 0,0 0-16,0 1 0,0-1 0,0 0 15,-41 0-15,41 0 16,0 0-16,-40-40 0,40 40 0,0 0 31,40-40-31</inkml:trace>
  <inkml:trace contextRef="#ctx0" brushRef="#br0" timeOffset="33478.08">31579 8582 0,'-40'0'16,"80"0"-16,-40 0 0,-40 40 15,40 0-15,-40-40 0,40 40 16,0 40-1,-40 81 17,80-201-17,-40 40 1</inkml:trace>
  <inkml:trace contextRef="#ctx0" brushRef="#br0" timeOffset="33698.07">31820 8502 0,'0'0'0,"40"0"31,0 0-16,41-80 1,39 39 0,0 41-1</inkml:trace>
  <inkml:trace contextRef="#ctx0" brushRef="#br0" timeOffset="33918.05">32021 8702 0,'-40'0'0,"80"0"0,-40 0 32,40 0-17,80 0 1,-39-40-1,-41 0-15</inkml:trace>
  <inkml:trace contextRef="#ctx0" brushRef="#br0" timeOffset="34318.03">32583 8261 0,'-81'40'15,"121"-80"-15,-120 80 0,160-80 16,-120 40 0,40 40-1,-40 0 1,40 81 0,0-41 15,0-40-16,121-80 1,-41 0 0,40-40 15,-120-41-15,0 81-1,-40 0 1,-80 40 15,-81 0-15,81 0-1</inkml:trace>
  <inkml:trace contextRef="#ctx0" brushRef="#br0" timeOffset="36117.92">17415 882 0,'-40'0'15,"40"40"1,40-40 31,0 0-32,-40-40 1,40 40-16,0 0 31,0 0-31,0 0 16,1 0-16,-41 40 15,40-40 1,-40 40-16,0 0 0,0 0 16,0 0-1,0 0-15,0 0 0,0 1 16,-40-41 0,80 40-16,-80-40 0,-1 0 0,82 0 15,-1 0 1,-40-40-1,40-1-15,0 1 0,-40 0 16,0 0-16,40 0 0,-40 0 16,40 40-16,-40-40 0,0 0 15,40 40-15,0-40 16,1 40 0,-41-40-16,40 40 15,0 0-15,0 0 16,-40 40-16,0 0 15,0 0 1,0 0-16,0 0 16,0 0-16,0 0 15,0 0-15,0 0 0,40-40 16,-40 41-16,0-1 16,40-40-1,-40 40-15</inkml:trace>
  <inkml:trace contextRef="#ctx0" brushRef="#br0" timeOffset="36547.85">18217 1243 0,'0'0'0,"41"0"16,-41-40-16,0-1 15,40 1 1,0 40 0,0 0-1,0 40 1,0 1-16,-40-1 15,0 0-15,0 0 16,0 0-16,0 0 0,0 0 31,0 0-31,0 0 32,0-80-32,-40 40 15,80 0-15,-120 40 0,160-120 0,-40 80 0,-40 0 16,81-40-16,-81 40 15,40 0-15,0 0 0,0-40 0,0 40 16,0 0-16,-40-40 16,40 40-16,0 0 0,1-40 31,-41 40-31,-41 0 0,82 0 0,-82 0 62,1 0-46,0 0 0</inkml:trace>
  <inkml:trace contextRef="#ctx0" brushRef="#br0" timeOffset="36947.85">18940 922 0,'80'0'79,"-40"0"-79,0 0 15,0 0-15,0 0 0,1 0 0,-1 0 16,0-40-16,0 40 15,0 0-15,0 0 0,0 0 0,0 0 0,1 0 16</inkml:trace>
  <inkml:trace contextRef="#ctx0" brushRef="#br0" timeOffset="37167.85">19221 1323 0,'-41'0'0,"82"0"0,-82 40 0,-39-40 16,120 0-16,-40 40 15,0-80 1,121 0 0,39 0-1,-39 0 16,-81 40-31,0-40 16,0 40-16</inkml:trace>
  <inkml:trace contextRef="#ctx0" brushRef="#br0" timeOffset="37637.78">20224 721 0,'-81'0'32,"162"0"-32,-202-40 15,121 120 16,-40-39-31,0 39 32,40 0-17,40-40 1,81 0 15,-1-80-15,-80-40-16,0 40 15,-40-40 1,-40-1 15,0 81-31,-40-40 32,40 40-32,-81 0 15,41 0-15</inkml:trace>
  <inkml:trace contextRef="#ctx0" brushRef="#br0" timeOffset="56003.11">20464 8020 0</inkml:trace>
  <inkml:trace contextRef="#ctx0" brushRef="#br0" timeOffset="56133.1">20464 8020 0,'0'41'0,"41"-41"32</inkml:trace>
  <inkml:trace contextRef="#ctx0" brushRef="#br0" timeOffset="58832.94">7102 6496 0,'40'0'47,"1"0"-16,-1 0-15</inkml:trace>
  <inkml:trace contextRef="#ctx0" brushRef="#br0" timeOffset="59052.85">8627 6496 0,'40'0'0,"0"0"15,1 0-15,-1-40 16,0 40 0,0 0-16</inkml:trace>
  <inkml:trace contextRef="#ctx0" brushRef="#br0" timeOffset="59302.92">10473 6416 0,'0'0'0,"40"-40"16,0 40-1,40-40 1,1 40 0,-41 0-16</inkml:trace>
  <inkml:trace contextRef="#ctx0" brushRef="#br0" timeOffset="59482.9">12078 6456 0,'80'0'16,"-40"0"-16,1 0 16,39-40-16</inkml:trace>
  <inkml:trace contextRef="#ctx0" brushRef="#br0" timeOffset="59722.88">14044 6296 0,'40'0'16,"-80"0"-16,120 0 0,-39 0 16,-1 0-1,120 0 1,-120 0-16,81 0 16</inkml:trace>
  <inkml:trace contextRef="#ctx0" brushRef="#br0" timeOffset="59872.88">15609 6336 0,'40'0'0,"-80"0"0,120 0 16,-39 0-1,-1 0-15</inkml:trace>
  <inkml:trace contextRef="#ctx0" brushRef="#br0" timeOffset="60082.86">17134 6496 0,'0'0'0,"40"41"31,0-41-31,0 0 0,41-41 32,-41 41-32,0 0 0,80 0 15,-80 0-15,0 0 0</inkml:trace>
  <inkml:trace contextRef="#ctx0" brushRef="#br0" timeOffset="60232.8">18538 6577 0,'41'0'15,"-82"0"-15,122 0 0,-41 0 0,0 0 32,0 0-32</inkml:trace>
  <inkml:trace contextRef="#ctx0" brushRef="#br0" timeOffset="60442.78">19702 6537 0,'80'0'0,"-160"0"0,281 0 16,-161 0-16,0-41 0,80 41 31,-80 0-31,1 0 0,-1 0 0,80 0 31,-40 0-31</inkml:trace>
  <inkml:trace contextRef="#ctx0" brushRef="#br0" timeOffset="60762.82">22029 6577 0,'201'0'31,"-402"0"-31,482-40 0,-200 40 0,-1 0 0,0-41 0,201 41 31,-201 0-31,161 0 0,-121 0 0,322 0 16,-242 41-1,-79-1-15,280-40 16,-281 0-16,-39 0 0,240 40 31,-201-40-31,321 40 16,-320-40-16,-41 0 0,40 0 16,322 0-1,-81 0 1,-241 0-16</inkml:trace>
  <inkml:trace contextRef="#ctx0" brushRef="#br0" timeOffset="61832.68">7664 5374 0,'40'0'109,"0"0"-109,1 0 0</inkml:trace>
  <inkml:trace contextRef="#ctx0" brushRef="#br0" timeOffset="62052.68">9550 5574 0,'120'-80'31,"-240"160"-31,361-200 16,-201 120-16,40-40 16</inkml:trace>
  <inkml:trace contextRef="#ctx0" brushRef="#br0" timeOffset="62302.66">11998 5253 0,'80'-40'16,"-160"80"-16,200-80 0,-80 40 16,0 0-16,1 0 15,39 0 16,40 0-15,-80 0-16,121 0 16</inkml:trace>
  <inkml:trace contextRef="#ctx0" brushRef="#br0" timeOffset="62432.65">13924 5293 0,'0'0'0,"80"0"16</inkml:trace>
  <inkml:trace contextRef="#ctx0" brushRef="#br0" timeOffset="63062.68">20705 5494 0,'121'0'16,"-242"0"-16,322 0 15,-161 0-15,0 0 0,40 40 16,-40-40-16,41 0 15,-41 0-15,40 0 16,81 0 0,-81 0-1,-40 0-15</inkml:trace>
  <inkml:trace contextRef="#ctx0" brushRef="#br0" timeOffset="63232.68">22391 5534 0,'0'0'0,"0"40"0,40-40 16,0 0-16,0 0 15,0 0-15,201-40 32,-41 0-32</inkml:trace>
  <inkml:trace contextRef="#ctx0" brushRef="#br0" timeOffset="63412.67">24116 5574 0,'0'0'16,"40"0"-16,40 0 15,-40 0-15,1 0 0,79-40 16,121 40-1,-161-40-15</inkml:trace>
  <inkml:trace contextRef="#ctx0" brushRef="#br0" timeOffset="63692.65">26925 5574 0,'80'0'15,"-160"0"-15,240 40 16,-120-40-16,41-40 31,79 0-15,-120 40-1</inkml:trace>
  <inkml:trace contextRef="#ctx0" brushRef="#br0" timeOffset="64612.53">7865 4130 0,'0'0'0,"0"40"15,80-40 48,-80-40-63,40 40 0,0 0 0,0-40 16,1 40-16,-1 0 15,0 0-15,0 0 0,0 0 0</inkml:trace>
  <inkml:trace contextRef="#ctx0" brushRef="#br0" timeOffset="64852.53">9590 4210 0,'40'0'31,"-80"0"-31,120 0 0,-39-40 16,-1 40-16,0 0 0,0-40 16,80 40-1,161 0 1,-241 0-16</inkml:trace>
  <inkml:trace contextRef="#ctx0" brushRef="#br0" timeOffset="65062.57">12439 4050 0,'40'0'16,"0"0"0,81-40-1,-81 0 1,161 40-1,-121 0 1,120 0 0,-159 0-16</inkml:trace>
  <inkml:trace contextRef="#ctx0" brushRef="#br0" timeOffset="65232.56">14526 4050 0,'0'0'16,"40"0"-16,80 0 31,-80 0-31,121-40 16,-81 40-16,0 0 0,1-40 16,-41 40-16</inkml:trace>
  <inkml:trace contextRef="#ctx0" brushRef="#br0" timeOffset="65402.49">16452 3970 0,'40'0'31,"-80"0"-31,120 0 0,0 0 16,-40 0-16,41 0 15,159-40 1,-79 0-16</inkml:trace>
  <inkml:trace contextRef="#ctx0" brushRef="#br0" timeOffset="65562.5">18418 3890 0,'0'0'15,"40"0"-15,0 0 0,0 0 16,41 0-1,-41-40-15,160 40 32,81-41-32</inkml:trace>
  <inkml:trace contextRef="#ctx0" brushRef="#br0" timeOffset="65712.53">19903 3930 0,'0'0'0,"40"0"15,0 40 1,80-40 15,41 0-31,-81-40 0</inkml:trace>
  <inkml:trace contextRef="#ctx0" brushRef="#br0" timeOffset="65892.53">21748 3890 0,'121'0'31,"-242"0"-31,282 0 0,-121 40 0,0-40 0,121 0 31,-41 0-31,1-40 16,-81 40-16</inkml:trace>
  <inkml:trace contextRef="#ctx0" brushRef="#br0" timeOffset="66062.5">23474 3970 0,'0'0'0,"40"0"16,0 0-1,81-40 1,159-40 0,-159 80-16</inkml:trace>
  <inkml:trace contextRef="#ctx0" brushRef="#br0" timeOffset="66332.42">26323 3970 0,'80'0'31,"-160"0"-31,200 0 16,-160 0 31,0 0-47</inkml:trace>
  <inkml:trace contextRef="#ctx0" brushRef="#br0" timeOffset="67372.36">8627 2887 0,'0'40'32,"40"-40"-32,0 0 62,1 0-62,-1 0 16</inkml:trace>
  <inkml:trace contextRef="#ctx0" brushRef="#br0" timeOffset="67572.38">10032 3007 0,'40'0'31,"0"0"-15,40 0 0,81-40-1</inkml:trace>
  <inkml:trace contextRef="#ctx0" brushRef="#br0" timeOffset="67762.4">11797 2927 0,'80'0'31,"-160"0"-31,281 0 16,-161-40-16,0 40 0,80 0 16,121 0-1,-120 0 1,-41 0-16</inkml:trace>
  <inkml:trace contextRef="#ctx0" brushRef="#br0" timeOffset="67982.39">13964 2967 0,'40'0'0,"-80"0"0,120 0 0,-40 0 15,0 0 1,1 0 15,-1 0-31,120 0 32,-120 0-32</inkml:trace>
  <inkml:trace contextRef="#ctx0" brushRef="#br0" timeOffset="68182.38">16010 3168 0,'41'0'31,"-1"0"-31,0 0 16,0 0-1,0 0-15,0 0 16,40 0-16,1 0 0</inkml:trace>
  <inkml:trace contextRef="#ctx0" brushRef="#br0" timeOffset="68342.38">17656 3128 0,'40'0'32,"-80"0"-32,120 0 15,-40 0-15,40 0 16,-40-40-16</inkml:trace>
  <inkml:trace contextRef="#ctx0" brushRef="#br0" timeOffset="68542.36">19341 3088 0,'40'0'16,"-80"0"-16,160 0 15,-80 0-15,1 0 0,79 0 16,0 0-1,1 0-15,-1-41 0</inkml:trace>
  <inkml:trace contextRef="#ctx0" brushRef="#br0" timeOffset="68742.35">21548 3088 0,'40'0'0,"-80"0"0,120 0 0,81 0 31,-121 0-31,0 0 0,161 0 16,-1-41 0,-39 41-16,120-40 15</inkml:trace>
  <inkml:trace contextRef="#ctx0" brushRef="#br0" timeOffset="69842.28">10112 2085 0,'0'40'16,"40"-40"0,0 0 15,0 0-31,0-40 16</inkml:trace>
  <inkml:trace contextRef="#ctx0" brushRef="#br0" timeOffset="70082.27">11637 2165 0,'0'0'15,"40"0"-15,40 0 16,-40-40-1,0 40-15,121-40 32,-1 40-17,-79 0-15</inkml:trace>
  <inkml:trace contextRef="#ctx0" brushRef="#br0" timeOffset="70282.25">13723 2165 0,'40'0'15,"-80"0"-15,161 40 16,-81-40-16,0 0 16,40-40-16,81 0 15,-41 40 16,0 40-31</inkml:trace>
  <inkml:trace contextRef="#ctx0" brushRef="#br0" timeOffset="70462.25">16131 2285 0,'0'0'0,"40"0"0,40 0 32,-40 0-32</inkml:trace>
  <inkml:trace contextRef="#ctx0" brushRef="#br0" timeOffset="70662.23">18017 2406 0,'40'0'16,"-80"0"-16,160-40 15,-80 40-15,0 0 16,1-40-16</inkml:trace>
  <inkml:trace contextRef="#ctx0" brushRef="#br0" timeOffset="71142.2">22992 2406 0,'81'40'15,"-162"-80"-15,242 80 0,120 0 16,-201-40-16,-40 0 0,121 0 16,79 0 15,-199 0-31,159 0 0</inkml:trace>
  <inkml:trace contextRef="#ctx0" brushRef="#br0" timeOffset="71862.17">10553 1604 0,'0'0'15,"-40"0"17,80 0-1,0 0-15,0 40-16,1-40 0,-1 0 0,0 0 15,0 0-15</inkml:trace>
  <inkml:trace contextRef="#ctx0" brushRef="#br0" timeOffset="72082.16">11797 1644 0,'0'0'15,"40"0"1,0 0-1,1 0 17,119 0-17,-120 0-15</inkml:trace>
  <inkml:trace contextRef="#ctx0" brushRef="#br0" timeOffset="72262.14">13763 1804 0,'81'0'16,"-162"0"-16,282 0 16,-161 0-16,161 0 15,80 0 1</inkml:trace>
  <inkml:trace contextRef="#ctx0" brushRef="#br0" timeOffset="72542.13">16452 1884 0,'40'0'16,"-80"0"-16,120 0 0,40 0 15,-79 0-15,39 0 16,161 0-1,-201 0-15</inkml:trace>
  <inkml:trace contextRef="#ctx0" brushRef="#br0" timeOffset="72782.06">18659 1844 0,'120'0'0,"-240"0"0,280 0 0,-39-40 31,-81 40-31,0 0 16,40 0 0,81 40-1,79-40 16,-199 0-31</inkml:trace>
  <inkml:trace contextRef="#ctx0" brushRef="#br0" timeOffset="72922.1">20464 1844 0,'81'0'15,"-162"0"-15,242 0 0,-1-40 16,-79 40-16,-41 0 0,120-40 31,-120 40-31</inkml:trace>
  <inkml:trace contextRef="#ctx0" brushRef="#br0" timeOffset="73042.03">21829 1764 0,'0'0'16,"40"0"-16,40 0 15,-40 0-15,0 0 16</inkml:trace>
  <inkml:trace contextRef="#ctx0" brushRef="#br0" timeOffset="73242.09">23273 1684 0,'0'0'16,"40"0"-16,1 40 16,-1-40-16,80 0 15</inkml:trace>
  <inkml:trace contextRef="#ctx0" brushRef="#br0" timeOffset="73442.07">24959 1724 0,'0'0'0,"40"0"0,120 0 31,-120 0-31,0 0 0,41 0 16,-41 0-16</inkml:trace>
  <inkml:trace contextRef="#ctx0" brushRef="#br0" timeOffset="74702">17977 1844 0,'40'0'47,"0"0"-31,-40 40 31,-40-40-32,80 0 95,-80 0-63,0 0-32,80 0 48,-80 0-1,-1 0-15,41-40-47,41 40 47</inkml:trace>
  <inkml:trace contextRef="#ctx0" brushRef="#br0" timeOffset="78611.78">1685 1604 0,'40'0'187,"-40"40"392,41-40-267,-1 0 360,0 0-656,0 0-1,0 0 1,0 0-1,0 0 17,-40 40-17,0 0 17,0 0-32,0 0 15,0 0-15,0 0 16,-40 0-16,40 1 15,0-1-15,0 0 16,-40-40-16,40 40 16,0-80 31,40 40-47,-40-40 15,40 40-15,-40-40 16,40 40-16,-40-41 0,41 1 0,-41 0 15,40 40-15,-40-40 16,0 0-16,40 40 0,-40-40 0,0 0 16,40 0-1,-40 0-15,40 40 0,-40-40 16,40 40 0,-40 40 15,40-40-16,-40 40-15,0 0 0,40-40 16,-40 40-16,0 0 0,0 0 16,0 0-16,0 0 0,0 0 15,0 1 1,0-1-16,0 0 16</inkml:trace>
  <inkml:trace contextRef="#ctx0" brushRef="#br0" timeOffset="78831.75">2729 1884 0,'-81'40'15,"41"-40"-15,40 41 31,40-41-31,0 40 16,1 0 0,-1-40-16,0 40 15,-40 0 1</inkml:trace>
  <inkml:trace contextRef="#ctx0" brushRef="#br0" timeOffset="79051.67">3050 1724 0,'40'0'15,"-40"-40"-15,0 0 0,40 40 16,-40-40-1,40 40-15,-40-40 0,40 40 0,0 0 16,0-41-16,0 41 16</inkml:trace>
  <inkml:trace contextRef="#ctx0" brushRef="#br0" timeOffset="79231.73">3170 1884 0,'0'40'0,"0"-80"0,-40 80 0,120-40 31,-80-40-15,40 40 0,-40-40-16,40 40 0,0 0 0,-40-40 15</inkml:trace>
  <inkml:trace contextRef="#ctx0" brushRef="#br0" timeOffset="79651.65">3652 1363 0,'0'0'16,"0"-40"-16,0 80 47,0 0-32,-41 0-15,41 0 0,0 0 0,0 1 16,0-1 0,0 0-16,0 0 0,41-40 15,-41 40-15,40-40 0,0 0 16,0 0-1,0 0-15,0 0 0,0 0 0,-40-40 16,40 40-16,1-40 16,-41 0-16,0 0 15,0-1 1,0 1-16,-41 0 16,1 40-1,0 0-15,40 40 16,-40-40-16,0 40 0,40 1 15</inkml:trace>
  <inkml:trace contextRef="#ctx0" brushRef="#br0" timeOffset="102840.27">17535 5614 0,'40'0'32</inkml:trace>
  <inkml:trace contextRef="#ctx0" brushRef="#br0" timeOffset="104980.14">17575 5614 0,'40'0'31,"-40"-40"172,41 40-187,-1 0 77,-40-40-77,0 80 203,-40-40 453,-1 0-641,1 0-16,80 0 142,-40-40 15,41 40-157,-41-40 1,40 40-1,-80 40 48,40-80-1,40 40-46,-80 0 62,40 40-62,0 0 93,0 0-93,-41-40-16,1 0 31,40-40 0,0 0-15,40 40-16,1 0 16</inkml:trace>
  <inkml:trace contextRef="#ctx0" brushRef="#br0" timeOffset="106590.05">19261 5494 0,'0'40'328,"0"0"-156,0 0-172,0 0 15,0-80 48,0 0-63,0 0 15,0 0 1,0 80 46,0 0-30,-40-40-17</inkml:trace>
  <inkml:trace contextRef="#ctx0" brushRef="#br0" timeOffset="108449.93">20986 5494 0,'0'40'265,"0"0"-249,0 0-1,0 0 1,0-80 78,0 80-32,0 0-46,0 0 15,0-80 16,0 0-31,0 0-16,0 0 31,0 80 16,0 0-32,0 0 1,0 0 15</inkml:trace>
  <inkml:trace contextRef="#ctx0" brushRef="#br0" timeOffset="111569.75">22712 5534 0,'0'40'16,"0"0"109,-41-40 343,1 0-296,40-40-156,0 0 0,0 80 93,-40-40-109,80 0 94,-80 0 171,0 0-249,40-40 0,-40 40-16,40-40 15,40 40 32,-40 40-31,0 0-1,40-40 1,-40 40-16,-40-40 31,40-40 16,0 0-31,0 80 15,0 0-15,0 0-1,0 0 1,0-80 31,0 0-32,0 0 1,40 40 15,-40 40-15,0 0-1,0 0-15,-40 0 32,0-40-17,40-40 1,0 0 0,0 0-16,0 0 15,0 0 1,40 40-1,-40 40 1,0 0 0,40-40-16,-40 40 0,0 0 15,0 0 1,-40-40 15,0 0-15,40-40-16,0 0 15,0 0-15,0 0 32,0 0-32,40 40 15,0 0 1,-40 40 0,0 0 15,0 0-16,-40-40 1,40-40 0,0 0 15,0 0-31,40 40 0,-40 40 47,0 0-32,0 0-15,0 0 16,-40-40-16,40 40 0,-40-40 16,0 0-1,40-40 1,0 0 0,0 0-1,0 0 1,40 40-16,-40-40 0,40 40 0,0 0 31,-40 40-15,-40-40 15,0 0-31,0 0 16,0 0-1,40-40 1,40 40 15,0 0-15,-40 40-1,0 0-15</inkml:trace>
  <inkml:trace contextRef="#ctx0" brushRef="#br0" timeOffset="116829.43">23354 4852 0,'0'40'125,"-41"-40"-109,1 0 15,40 40-31,-40-40 16,0 0-16,0 0 15,0 40 1,40 1-16,-40-1 0,40 0 16,0 0-1,0 0-15,0 0 0,0 0 16,0 0 0,0 0-16,40-40 15,-40 41-15,40-41 16,0 0-16,0 0 31,0 0-31,-40-41 0,40 41 16,1-40-1,-1 40 1,-40-40-16,0 0 31,-40 40-31,-1 0 31,1 0-15,0 0-16,0 0 16,0 0-1,0 0-15,40 40 16</inkml:trace>
  <inkml:trace contextRef="#ctx0" brushRef="#br0" timeOffset="138916.46">5297 7820 0,'0'0'0,"-40"0"140,40 40-140,-41-40 16,1 40-16,0-40 15,40 40 1,-40-40 0,40 40-16,0 0 31,0 1-15,40-41-16,0 0 15,0 0 1,1 0-16,-41-41 15,40 41-15,-40-40 16,40 40-16,-40-40 0,40 40 16,-40-40-1,0 0-15,-40 40 16,40-40-16,-40 40 16,40-40-16,-40 40 15,-1 0-15,1-40 0,0 40 0,0 0 16</inkml:trace>
  <inkml:trace contextRef="#ctx0" brushRef="#br0" timeOffset="139556.34">5818 6617 0,'0'-40'32,"0"80"30,0 0-46,0 0-16,-40 0 0,40 0 15,-40 0 1,40 0-16,0 1 0,0-1 16</inkml:trace>
  <inkml:trace contextRef="#ctx0" brushRef="#br0" timeOffset="140486.37">5818 5694 0,'40'0'31,"1"-40"-15,-41 0 0,0 0-1,40 40-15,-40-40 0,40 0 0,0 40 16,-40-40-1,40 40-15,-40 40 32,0 0-32,0 0 15,0 0-15,0 0 16,0 0-16,0 0 0,0 1 0,-40-41 0,40 40 16,-40 0-16,40 0 15,-40-40-15,80 0 47,0 0-31,-40-40-16,40 0 15,0 40-15,0 0 0,0-40 16,-40-1-16,41 41 0,-1 0 0,0-40 0,0 40 16,0 0-1,0-40-15,0 40 0,-40-40 31,0 80 32</inkml:trace>
  <inkml:trace contextRef="#ctx0" brushRef="#br0" timeOffset="141836.29">6380 4371 0,'-40'0'94,"40"-40"0,0 0-63,40 40-31,-40-40 16,40 40-16,0 0 0,0 0 15,1-41 1,-1 41-16,0 0 15,-40 41 1,0-1 0,0 0-1,0 0-15,-40-40 0,40 40 0,-40 0 16,-1 0-16,41 0 16,-40-40-16,0 0 15,80 0 32,-40-40-31,40 40-16,1 0 31,-1 0-15,-40 40-1,0 0 1,0 1-1,-40-41 1,-1 0-16,41 40 0,-40-40 0,0 0 16,0 40-16,0-40 0,0 0 15,0 40-15,0-40 0</inkml:trace>
  <inkml:trace contextRef="#ctx0" brushRef="#br0" timeOffset="142476.21">6781 3088 0,'40'0'0,"-40"-41"0,-40 41 47,0 0-16,40 41-31,-40-1 0,0 0 16,0-40-16,0 40 0,0 0 15,-1 0-15,1-40 0,0 40 16,0-40-16,40 40 0,40-40 47,0 0-32,-40-40-15,40 40 0,1 0 16,-1-40-16,0 40 16,0 0-16,0-40 0,0 40 0,0 0 15,0 0-15,-40-40 0,41 40 16,-1 0-16,0 0 0,0 0 16</inkml:trace>
  <inkml:trace contextRef="#ctx0" brushRef="#br0" timeOffset="142676.2">6821 3168 0,'-80'0'16,"40"0"0,40 40 15,0 0-16,0 0-15,0 0 16,0 0-16,0 0 0,0 0 16,0 1-16</inkml:trace>
  <inkml:trace contextRef="#ctx0" brushRef="#br0" timeOffset="143226.21">7183 2366 0,'-41'0'0,"1"0"0,0 0 31,0 0-31,0 0 16,0 40-1,40 0 1,0 40 15,40 0-15,0-80-16,0 80 15,-40 41 17,-80-41-17,-81-40 1,121-40-16</inkml:trace>
  <inkml:trace contextRef="#ctx0" brushRef="#br0" timeOffset="143366.2">6982 2446 0,'0'0'15,"0"-80"1,120 40 0,-80-1-16,121 41 15,-121 0-15</inkml:trace>
  <inkml:trace contextRef="#ctx0" brushRef="#br0" timeOffset="145316.01">18137 2366 0,'0'40'15,"40"-40"63,-80 0 16,0 0-63,0 0-31,40-40 47,0 80 47,-40-40-94,0 0 31,40-40 0,40 0-15,-40-1 0,40 41-1,-40 41 1,0-1 0,0 0-1,-40-40-15,40 40 0,-40-40 16,-1 0-1,41 40-15,-40-40 0,40-40 32,0 0-32,40 40 0,-40-40 15,41 40-15,-41-40 0,40 40 16,0-41-16,0 1 0,0 40 16,-40 40 15,-40 1-16,0-1 1,0-40-16,0 0 31,40-40-15,0-1 15,40 41-31,0 0 31,-40 41-31,0-1 16,0 0-16,0 0 16,-40 0-16,0-40 15,-1 0 1,41-40 0,41 0-1,-41 0 1,40 40-16,0-40 15,-40 80 17,0 0-17</inkml:trace>
  <inkml:trace contextRef="#ctx0" brushRef="#br0" timeOffset="146306.03">17014 2125 0,'40'-40'78,"0"40"-62,-40-40-16,40 40 0,0 0 15,0 0 1,0 0 0,-40 40-1,0 0 1,0 0 0,0 0-16,-40-40 15,0 40 1,0-40-1,0 40-15,0-40 16,80 0 47,0-40-48,0 40-15,0 0 0,0 0 16,0 0-1,1 0 1,-41 40 0,-41 1-1,41-1-15,-40-40 0,40 40 16,-40-40-16,0 0 16,40 40-16,-40-40 0,0 0 15,0 40-15,0-40 16,-1 0-16,1 0 0,0 0 15,0 0 1,0 0-16,0 0 16</inkml:trace>
  <inkml:trace contextRef="#ctx0" brushRef="#br0" timeOffset="155075.44">5377 10106 0,'0'40'16,"-40"-40"0,0 0 15,0 0-16,120 0 32,-40 40-47,0-40 0,0 0 0,0 0 16</inkml:trace>
  <inkml:trace contextRef="#ctx0" brushRef="#br0" timeOffset="155285.5">6621 10066 0,'0'0'16,"40"0"0,40 0-16,0 0 31,121-80-16,-40 40 1</inkml:trace>
  <inkml:trace contextRef="#ctx0" brushRef="#br0" timeOffset="155475.49">8065 9905 0,'0'0'16,"0"41"-1,41-41-15,39-41 32,40 41-17,81 0 1,-161 0-16</inkml:trace>
  <inkml:trace contextRef="#ctx0" brushRef="#br0" timeOffset="155645.47">9349 9946 0,'41'0'15,"-82"0"-15,202-41 16,-121 41-16,40 0 16,-40 0-1,161 0 1</inkml:trace>
  <inkml:trace contextRef="#ctx0" brushRef="#br0" timeOffset="155775.41">11195 9865 0,'0'0'16,"0"40"-16,40-40 0,1 0 0,39 0 31</inkml:trace>
  <inkml:trace contextRef="#ctx0" brushRef="#br0" timeOffset="156135.4">14285 9946 0,'0'0'16,"40"0"-16,0 40 15,-40 0-15,0 0 16,40-40 0,0 0-1,-40 40-15,41-40 0,-1 0 0,0 0 16,40 0-16,-40 0 15</inkml:trace>
  <inkml:trace contextRef="#ctx0" brushRef="#br0" timeOffset="156315.37">15810 10146 0,'40'0'0,"-80"0"0,120 40 15,-40-40-15,0 0 16,121 0 15,80 0-15,-1 0-1</inkml:trace>
  <inkml:trace contextRef="#ctx0" brushRef="#br0" timeOffset="156465.37">17936 10186 0,'81'0'16,"-162"0"-16,202 0 0,-1 0 16,-80 0-16,1 0 0,119 0 15,81 0 1</inkml:trace>
  <inkml:trace contextRef="#ctx0" brushRef="#br0" timeOffset="156675.41">19903 10226 0,'40'0'15,"-80"0"-15,120 0 0,-40 0 16,0 0-16,201 0 16,80 0-1,-201 40 1,41-40-1,-1 40 1,-120-40-16,121 0 16</inkml:trace>
  <inkml:trace contextRef="#ctx0" brushRef="#br0" timeOffset="156805.41">22310 10306 0,'81'0'16,"-162"0"-16</inkml:trace>
  <inkml:trace contextRef="#ctx0" brushRef="#br0" timeOffset="157045.38">23233 10226 0,'40'40'32,"-80"-80"-32,120 80 15,-39-40 1,-1 0-1,0 0 1,0 40-16</inkml:trace>
  <inkml:trace contextRef="#ctx0" brushRef="#br0" timeOffset="157215.32">24276 10226 0,'0'0'16,"41"0"-16,-1-40 0,0 40 0,0 0 15,0 0 1</inkml:trace>
  <inkml:trace contextRef="#ctx0" brushRef="#br0" timeOffset="157455.37">25360 10266 0,'40'0'16,"0"0"-1,-40-40-15,40 40 0,0 0 16,1 0-1,-1 0-15,0 0 16,0 0 0,0 0-1</inkml:trace>
  <inkml:trace contextRef="#ctx0" brushRef="#br0" timeOffset="158315.25">26644 10186 0,'40'0'31,"0"40"1,-40 0-32,40-40 0,-40 40 15,0 1 1,0-1-16,0 0 0,0 0 31,0-80 0,0 0-31,40 0 0,-40-1 0,41 41 16,-1-40-16,0 0 0,-40 0 16,40 0-16,0 40 0,-40-40 0,40 40 0,0-40 15,0 40-15,1 0 16,-1 40 0,-40 0-1,0 0 1,0 0-16,0 0 0,40 0 0,-40 1 15,0-1 1,0 0-16,0 0 0,0 0 16,0 0-16</inkml:trace>
  <inkml:trace contextRef="#ctx0" brushRef="#br0" timeOffset="158575.29">27527 10547 0,'0'0'16,"40"0"15,-40 40 0,40-40-31,-40 40 0,0 0 0,0 1 16,0-1-16,0 0 15,0 0 1</inkml:trace>
  <inkml:trace contextRef="#ctx0" brushRef="#br0" timeOffset="158915.23">28048 10427 0,'0'0'15,"0"-40"17,40 40-17,81-40 1,-81 40-16,120 0 15,-119 0-15,-1 0 16</inkml:trace>
  <inkml:trace contextRef="#ctx0" brushRef="#br0" timeOffset="159095.27">28209 10627 0,'0'0'15,"0"40"1,40-40 0,40 0-1,-40 0 1,0 0-16,81 0 16,-81 0-16</inkml:trace>
  <inkml:trace contextRef="#ctx0" brushRef="#br0" timeOffset="159295.2">29092 10507 0,'-40'-40'15,"40"0"1,40 40-16,0 0 15,0 0 1,0 0-16,0 0 0,0 0 0,0 0 0,41 0 16,-41 0-16</inkml:trace>
  <inkml:trace contextRef="#ctx0" brushRef="#br0" timeOffset="159605.24">29854 10186 0,'-40'0'15,"80"0"-15,-80 40 32,40 0-32,0 0 15,40 81 1,0-1 15,-40-40-15,-40 1-1,-40-81 1</inkml:trace>
  <inkml:trace contextRef="#ctx0" brushRef="#br0" timeOffset="159755.16">29814 10226 0,'0'-40'0,"120"0"15,-39 40 1,199-80 0,-199 40-1,-41 40-15,0 0 0</inkml:trace>
  <inkml:trace contextRef="#ctx0" brushRef="#br0" timeOffset="164054.97">15930 10186 0</inkml:trace>
  <inkml:trace contextRef="#ctx0" brushRef="#br0" timeOffset="164754.94">15930 10186 0,'0'40'235,"0"0"-220,0 0 1,0 1 0,0-1-1,0-80 48,0-1-48,0 1-15,0 0 32,0 80-1,0 0 0,0 1-31,0-1 16,0-80 46,0-1-62,-40 41 0,40-80 16,0 40-1,0 0-15,-40 40 16,40 40 15,0 0 1,0 0-32,0 0 15,0 1 1</inkml:trace>
  <inkml:trace contextRef="#ctx0" brushRef="#br0" timeOffset="165734.81">14405 10146 0,'-40'0'78,"40"40"-46,-80 0-17,80 0 1,-40-40-16,40 40 0,0 1 31,0-82 16,0 1-47,0 0 16,0 0-1,0 0-15,40 0 16,-40 80 15,0 0-15,0 0-16,0 0 15,0 0-15,0 1 0,0-1 16,0 0 0,-40-40-16,40 40 15</inkml:trace>
  <inkml:trace contextRef="#ctx0" brushRef="#br0" timeOffset="168054.74">12439 10146 0,'0'40'62,"0"0"-15,0 0-16,0-80 16,0 0-47,0 0 16,0 0 0,0 80 46,0 0-62,0 0 16,0 0-16,0 0 31,0-80 0,0 0-31,0 0 16,0 0-1,0 0-15,0 0 16,0 80 15,0 0-15,0 0 0,0 0-16,0 0 31,0-80 0,0 0-15,0 0-16,0 0 15,0 0 1,0 0-16,0 80 62,0 0-62,0 0 32,0-80 15,0 0-47,0 0 0,0 0 31,40 80 16,-40 0-32,0 0 1,-40-40-16,40-40 47,0 0-32,0 0 1,40 40 0,-40-40-16,40 40 15,-40 40 17,0 0-17,0 0-15,0 0 16,-40-40-16,0 0 31,40-40-15,0 0-1,0 0 1,0 0-16,0-1 31,80 41-31,-39 0 16,-41 41-1,0-1-15,0 0 16,0 0 15,-41-40-31,1 0 16,0-40 0,40 0-16,40 40 15,-40-40 1,40 40-16,-40-41 0,0 1 15,41 0 1,-1 40-16,0 0 16,0 0-16,-40 40 15,0 0 1,-40-40-16,40 41 16,-40-41-16,40 40 15,0 0-15,-40-40 16,40-40 15,0 0-31,0-1 0,40 1 16,-40 0-1,40 40-15,-40-40 0,40 40 0,0 0 16,0 0 0,0 0-16,-40 40 15,40-40-15,-40 40 0,0 0 16,0 1-16,0-1 15,-40-40 1,40 40-16,-40-40 0,40 40 0,-40-40 16,0 0-16,40-40 31,0 0-31,0 0 16,0-1-1,0 1-15,40 80 47,-40 1-47,0-1 0,0 0 16,0 0-1,-40-40 1,40-40 0,0 0-1,0 0 1,0-1-16,40 1 15,-40 80 1,0 1 0,0-1-16</inkml:trace>
  <inkml:trace contextRef="#ctx0" brushRef="#br0" timeOffset="171794.46">12399 9344 0</inkml:trace>
  <inkml:trace contextRef="#ctx0" brushRef="#br0" timeOffset="173184.37">12399 9344 0,'0'-40'203,"0"0"-172,0 0 297,40 40-281,-40-40-31,40 40-1,0-41-15,1 41 0,-1 0 16,-40-40-16,40 40 16,-40-40-16,40 40 0,0-40 15,-80 40 220,0 40-235,0-40 15,0 0-15,-1 40 16,1-40-16,0 40 0,0 1 15,0-41 1,40 40-16,-40-40 0,0 40 16,0-40-16,-1 40 0,1-40 15,40 40-15,-40-40 16,40 40-16,0 0 16,-40 0-1,40 0-15,0 0 16,40 1-1,0-41-15,-40 40 0,40-40 0,1 0 16,-1 0-16,-40 40 0,40-40 16,0 0-1,0 0-15,0 0 0,0 0 16,0 0-16,1 0 16,-1 0-16,-40-40 0,40 40 0,0 0 15,-40-40-15,40 40 16,0 0-16,-40-41 31,0 1-15,-40 40 15,0 0-31,40-40 0,-40 40 16,-40 0-1,39 0-15,1 0 0,0 40 16,0-40-16,0 0 0,0 40 15,0-40-15,0 41 0,40-1 16,-41-40-16,41 40 0,0 0 16,-40-40-16,40 40 15</inkml:trace>
  <inkml:trace contextRef="#ctx0" brushRef="#br0" timeOffset="191793.28">14526 14999 0,'0'0'0</inkml:trace>
  <inkml:trace contextRef="#ctx0" brushRef="#br0" timeOffset="193353.18">14526 14999 0,'0'40'31,"0"-80"110,40 40-126,-40-40-15,40 0 16,0 40-1,0 0-15,0 0 16,1 0 0,-1-41-16,0 41 15,0 0 1,0 0 0,-40 41-16,0-1 15,0 0 1,0 0-1,0 0 1,0 0 0,0 0-1,-40-40-15,0 0 16,40 40-16,-40-40 16,0 40-16,-1 1 15,1-1 1,0 0-16,40 0 0,-40-40 15,40 40-15,-40 0 0,40 0 32,0 0-17,0 0 1,40-40 15,-40 40-31,0 1 16,40-41 15,0 40-31,0-40 16,1 0-16,-1 0 15,-40-40-15,40 40 16,-40-41 0,40 1-16,-40 0 15,40 40-15,-40-40 16,0 0-16,0 0 15,0 0 17,-40 40-32,0-40 15,0 40 1,40-40-16,-40 40 0,-1-40 31,1 40-31,40-41 16,-40 41-16,40-40 15,-40 40 1,40-40 0,0 0 15,-40 40-15,40-40 15,0 0-16,40 40 17,0 0-17,0-40 1,0 0-16,1 40 16,-82 0 484,1 0-485</inkml:trace>
  <inkml:trace contextRef="#ctx0" brushRef="#br0" timeOffset="194473.18">14566 14076 0</inkml:trace>
  <inkml:trace contextRef="#ctx0" brushRef="#br0" timeOffset="195943.09">14566 14076 0,'-40'0'94,"40"-40"-63,-40 40-15,-1 0-1,1 0 1,40-40 15,-80 40 110,40 0 140,40 40-265,-40-40-1,0 0 1,40 40 0,0 0 31,0 1-32,-40-41 1,40 40-16,0 0 31,0 0-15,0 0 15,40-40 0,0 0-15,0 0 15,0 0-31,0 0 31,-40-40-15,40 40 0,0 0 15,1 0-31,-41-40 15,40 40 17,-40-40-17,40 40 1,-40-81 46,40 81-62,-40-40 16,0 0 47,0 0-32,0 0-16,-40 40 32,40-40-31,-40 40 0,0 0-1,40 40 1,-41-40-16,41 40 15,-40-40 1,40 40-16,-40-40 0,40 40 16</inkml:trace>
  <inkml:trace contextRef="#ctx0" brushRef="#br0" timeOffset="197323.01">14325 13074 0,'0'0'0,"-40"0"219,0 0-188,0 0-16,0 0 17,-1 0-17,1 0 1,40 40 0,0 0-1,-40-40-15,40 40 0,-40 0 16,40 0-16,0 0 31,0 0-15,40-40-1,-40 41 1,40-41 0,0 0-16,1 0 15,-1 0 1,0 0-1,0 0 17,-40-41-32,40 41 15,0 0-15,0-40 16,0 0 15,-40 0 0,0 0-15,0 0 15,0 0-15,-40 40-16,0 0 16,40-40-1,-40 40 1,0 0-16,40 40 47,0 0-16</inkml:trace>
  <inkml:trace contextRef="#ctx0" brushRef="#br0" timeOffset="198652.93">14325 12151 0,'0'0'0,"0"40"16,-40-40 124,0 0-124,0 0 15,0 0-15,-1 0-1,1 0 1,0 0 0,40 41-1,-40-41-15,40 40 16,0 0 0,-40-40-16,40 40 15,0 0 1,0 0-16,-40-40 15,40 40-15,0 0 16,0 0 0,40 0-16,-40 1 31,40-41-31,0 0 0,0 0 16,0 0-1,1 0 1,-1 0-16,-40-41 15,40 1 1,0 0 0,-40 0-1,40 40-15,-40-40 0,40 40 16,-40-40 0,0 0-16,0 0 46,-40 40-46,0 0 47,40-40-47,-40 40 0,0 0 16,0 0 0</inkml:trace>
  <inkml:trace contextRef="#ctx0" brushRef="#br0" timeOffset="199402.84">14205 11470 0</inkml:trace>
  <inkml:trace contextRef="#ctx0" brushRef="#br0" timeOffset="200022.84">14245 11470 0,'0'40'31,"0"-80"-31,0 40 32,0-41-17,-40 41-15,0 0 47,-1 0-31,1 0 15,0 0-31,40 41 31,-40-41-31,0 0 0,0 40 16,40 0-16,-40-40 0,40 40 15,0 0 1,-40-40-16,40 40 0,0 0 16,0 0-1,40-40 1,0 0 0,-40 40-16,40-40 0,0 0 15,0 0-15,0-40 16,0 40-1,1 0-15,-41-40 0,40 40 16,-40-40 15,40 40-15,-40-40-16,0 0 16,0 0-1,0 0 1,0 0-1,-40 40-15,0 0 47,-1 0-31,1 0 0,0 40-16,0-40 31,40 40-16</inkml:trace>
  <inkml:trace contextRef="#ctx0" brushRef="#br0" timeOffset="203652.57">14847 15721 0,'-40'40'78,"0"-40"-63</inkml:trace>
  <inkml:trace contextRef="#ctx0" brushRef="#br0" timeOffset="204252.6">14365 14237 0,'0'40'15,"-40"-40"1,0 0-16,0 0 16</inkml:trace>
  <inkml:trace contextRef="#ctx0" brushRef="#br0" timeOffset="204682.51">14526 13154 0,'-40'0'15,"-1"0"1</inkml:trace>
  <inkml:trace contextRef="#ctx0" brushRef="#br0" timeOffset="205122.55">14245 12352 0,'0'40'16</inkml:trace>
  <inkml:trace contextRef="#ctx0" brushRef="#br0" timeOffset="205602.52">14365 11550 0,'40'0'47</inkml:trace>
  <inkml:trace contextRef="#ctx0" brushRef="#br0" timeOffset="-212334.96">13763 10948 0,'-40'0'32,"0"0"46,40-40-63,0 0 64,40 40-79,-40-40 15,40 40-15,0 0 16,1 0-1,-1 0 48,-40 40-47,0 0-1,0 0 1,-40-40-16,40 40 0,0 0 15,0 0 1,0 1-16,-41-41 31,1 0 1,40 40-17,-40-40 1,80 0 93,0 0-93,1 0-16,-1 0 15,-40 40 32,0 0-15,-40-40-17,-1 0 16,1 40-15,40 0 0,-40-40-16,40 40 0,-40-40 15,40 40-15,-40-40 16,40 40-16,-40-40 0,40 41 0,-40-41 16,40 40-16,-40-40 15,-1 0 1,41-40-1,-40 40 1,40-41-16,-40 1 0</inkml:trace>
  <inkml:trace contextRef="#ctx0" brushRef="#br0" timeOffset="-207285.26">14365 15600 0</inkml:trace>
  <inkml:trace contextRef="#ctx0" brushRef="#br0" timeOffset="-207175.2">14365 15600 0,'-80'0'15,"40"0"1,-81 40 31,81-40-47,0 0 15</inkml:trace>
  <inkml:trace contextRef="#ctx0" brushRef="#br0" timeOffset="-206985.28">13523 15681 0,'-41'0'16,"82"0"-16,-122 0 0,1 0 15,40 0-15,40-41 0,-80 41 16,80-40 0,-81 40-1,41 0-15</inkml:trace>
  <inkml:trace contextRef="#ctx0" brushRef="#br0" timeOffset="-206855.22">12198 15560 0,'-80'0'31,"40"0"-31,0 0 0</inkml:trace>
  <inkml:trace contextRef="#ctx0" brushRef="#br0" timeOffset="-206665.27">11356 15600 0,'-121'0'31,"242"0"-31,-322-40 0,161 40 0,0 0 16,0 0 0,0-40-16,-81 40 31,81-40-31</inkml:trace>
  <inkml:trace contextRef="#ctx0" brushRef="#br0" timeOffset="-206485.31">9028 15560 0,'-120'0'15,"240"0"-15,-320 0 0</inkml:trace>
  <inkml:trace contextRef="#ctx0" brushRef="#br0" timeOffset="-206355.25">7865 15640 0,'-121'41'15,"242"-82"-15,-282 82 16,121-41-16,0 0 0,0-41 0</inkml:trace>
  <inkml:trace contextRef="#ctx0" brushRef="#br0" timeOffset="-202005.5">15007 15801 0,'0'0'0,"40"0"16,-80 0 15,0 0-15,0 0-1,0 0-15</inkml:trace>
  <inkml:trace contextRef="#ctx0" brushRef="#br0" timeOffset="-201425.54">14566 14237 0,'0'0'0</inkml:trace>
  <inkml:trace contextRef="#ctx0" brushRef="#br0" timeOffset="-200705.58">14526 13154 0</inkml:trace>
  <inkml:trace contextRef="#ctx0" brushRef="#br0" timeOffset="-198705.7">14566 13194 0,'0'40'31,"0"-80"-31,0 120 219,-40-80-188,0 0-15,40 40 155,-41-40 48,1 0-188,80 0 79,-40-40 77,-40 40 766,0 0-921</inkml:trace>
  <inkml:trace contextRef="#ctx0" brushRef="#br0" timeOffset="-192386.14">14566 13354 0</inkml:trace>
  <inkml:trace contextRef="#ctx0" brushRef="#br0" timeOffset="-192146.08">14566 13354 0</inkml:trace>
  <inkml:trace contextRef="#ctx0" brushRef="#br0" timeOffset="-186686.48">14325 13274 0</inkml:trace>
  <inkml:trace contextRef="#ctx0" brushRef="#br0" timeOffset="-186506.42">14325 13314 0,'0'0'32,"40"40"14,-40 1 33</inkml:trace>
  <inkml:trace contextRef="#ctx0" brushRef="#br0" timeOffset="-184676.6">15970 13114 0</inkml:trace>
  <inkml:trace contextRef="#ctx0" brushRef="#br0" timeOffset="-184006.57">15970 13114 0,'-40'0'31,"0"0"47,40 40-47,-40-40-15,40 40-1,-40-40-15,40 40 32,40 0-17,0-40 1,0 0 0,0 0-1,-40 40 1,40-40-1,1 0 17,-41-40-17,40 0 1,-40 0 0,0 0-1,0 0-15,40 40 16,-40-40-1,-40 40 64,0 0-64,40-40-15,-41 40 16,1 0-16,0 0 15,0 0 1,0 0 0,40 40 15,-40-40-15,40 40-16,-40 0 15</inkml:trace>
  <inkml:trace contextRef="#ctx0" brushRef="#br0" timeOffset="-183356.68">17254 12994 0</inkml:trace>
  <inkml:trace contextRef="#ctx0" brushRef="#br0" timeOffset="-182236.75">17254 13034 0,'40'0'0,"-80"0"344,0 0-329,40 40 17,-40-40-17,0 0 1,40 40-16,0 0 47,40-40-16,0 0-15,0 0 15,-40 40-16,0 0 1,40-40 15,1 0-15,-1 0 0,0 0-16,-40-40 15,40 40 1,0 0-16,0 0 31,-40-40-15,0 0-1,40 40-15,-40-40 16,40 40-16,-40-40 16,41 40-1,-41-40-15,0-1 16,40 1-1,-40 0 17,-40 40-1,-1 0-15,1 0-1,40-40 1,-40 40-16,0 0 15,0 0-15,0 40 16,0-40-16,0 40 0,-1-40 16,1 0-16,40 40 0,-40-40 0,0 0 15,0 0 17,40 41-32,-40-41 31</inkml:trace>
  <inkml:trace contextRef="#ctx0" brushRef="#br0" timeOffset="-181836.77">14767 13354 0</inkml:trace>
  <inkml:trace contextRef="#ctx0" brushRef="#br0" timeOffset="-179956.88">19020 12833 0</inkml:trace>
  <inkml:trace contextRef="#ctx0" brushRef="#br0" timeOffset="-179026.86">19020 12873 0,'0'0'31,"40"0"313,0 0-79,0 0-124,-40-40-47,-80 40-79,80-40 17</inkml:trace>
  <inkml:trace contextRef="#ctx0" brushRef="#br0" timeOffset="-176683.83">18940 12673 0,'40'0'15</inkml:trace>
  <inkml:trace contextRef="#ctx0" brushRef="#br0" timeOffset="-174473.33">18980 12673 0,'40'0'47,"-80"0"47,0 0-48,0 0-14,40 40-32,0 0 15,-41-40 1,41 40-16,-40-40 16,40 40-16,0 0 15,0 0 1,0 0-16,0 1 15,0-1 1,0 0-16,40-40 63,-40 40-63,41-40 15,-1 0 1,0 0-1,0 40 1,0-40 15,0 0-15,-40-40-16,0 0 31,40 40-15,-40-40-1,0 0 1,-40 40 78,0 0-79,0 0-15,0 0 0,0 0 16,40 40 0,-40-40 15,-1 0 16,41 40-47,-40-40 0,0 40 15,0-40 1,40 40 15,0-80 47,40 40-62,-40-40-16,40 40 31,0 0-15,1 0 15,-41-40-31,40 40 47,-40-40-16,40 40-31,0 0 16,0 0 46,0 0-30,0 0-1,-40 40 47,0 0-47,-40-40 63,40 40-78,-40-40-16,0 0 15,0 0 1,0 0 15,40-40 16,0 0-16,0 0-15,0-1 15,0 1-15,0 0 15,0 0-15,0 0 15,0 0 0,80 40-15,-80-40-1,40 40 1,-40-40 0,40 40-1,-40-40 1,40 40-16,-80 0 297,0 0-297,0 0 0,0 80 15,0-80-15</inkml:trace>
  <inkml:trace contextRef="#ctx0" brushRef="#br0" timeOffset="-172683.47">15930 12151 0,'-40'0'235,"0"0"-220,0 0 17,0 0-17,40 40-15,-40-40 16,-1 0 0,41 41-1,-40-41-15,40 40 16,-40-40-16,40 40 0,0 0 15,-40-40 1,40 40-16,0 0 16,0 0-1,0 0 17,40-40-32,0 0 15,0 0 1,1 0-1,-1 0-15,0 0 32,-40-40-17,40 40 1,-40-40-16,0 0 0,40 40 16,-40-40-1,40 40-15,-40-40 16,40 40-16,-40-40 15,0 0 1,-40 40 15,40-41-15,-40 41-16,0 0 16,0 0-16,0 0 0,0 0 15,80 0 48,-40 41-63,40-41 0</inkml:trace>
  <inkml:trace contextRef="#ctx0" brushRef="#br0" timeOffset="-171273.52">16973 12232 0,'0'40'16,"-40"-40"562,40 40-500,-80 0-63,80 0 1,0 0-16,0 0 0,0 0 16,40-40-1,0 40-15,0-40 16,1 0 0,-1 0-16,0 0 15,0 0-15,0 0 16,0 0-16,-40-40 0,40 40 15,0-40-15,-40 0 32,0 0-32,0 0 0,41 40 15,-41-40-15,0 0 16,0 0 0,0-1-1,-41 41-15,1 0 16,0 0-16,0 0 15,0 0-15,0 0 16,0 41-16,0-41 0,-1 0 16,41 40-1,-40-40-15,40 40 0,-40-40 0,40 40 16,-40-40-16,40 40 16</inkml:trace>
  <inkml:trace contextRef="#ctx0" brushRef="#br0" timeOffset="-170373.62">18859 11871 0,'-40'0'15,"0"0"48,0 0-48,0 40 1,0-40 0,40 40-16,-40-40 0,0 0 31,-1 40-31,1-40 16,40 40-16,0 0 15,0 0 1,40 0-16,1-40 31,-1 0-31,0 0 16,0 0-16,0 0 15,0 0-15,0 0 0,0 0 16,1 0 0,-1 0-16,-40-40 31,0 0-31,0 0 15,40 0 1,-40 0 0,0 0-16,0 0 15,-40 40-15,40-41 16,-40 41-16,-1 0 0,1 0 0,0 0 16,0 0-16,0 0 15,0 0-15,0 41 0,0-41 0,-1 0 16</inkml:trace>
  <inkml:trace contextRef="#ctx0" brushRef="#br0" timeOffset="-169123.69">15328 11349 0,'40'0'0,"1"0"31,-41 40 141,-41-40-172,1 0 15,40 40 17,-40-40-32,40 41 15,-40-1 1,40 0-16,0 0 16,0 0-1,0 0-15,0 0 16,40-40-1,0 0 1,0 0-16,1-40 16,-1 40-1,-40-40-15,40 40 0,0-40 16,0 40 0,-40-40-16,0 0 15,40 40-15,-40-40 16,0-1-1,0 1 1,-40 40 0,0 0 15,0 0-31,0 0 16,0 0-1,40 40 1</inkml:trace>
  <inkml:trace contextRef="#ctx0" brushRef="#br0" timeOffset="-168243.77">16853 11189 0,'0'0'0,"-40"0"140,40 40-140,-40-40 16,0 40 0,40 0-16,0 0 31,-40-40-31,40 40 0,0 0 15,0 1-15,40-41 16,0 40 0,0-40-1,0 0-15,0 0 16,0 0-16,0 0 0,-40-40 0,41 40 16,-41-41-1,40 41-15,-40-40 0,40 40 16,-40-40-16,0 0 15,0 0 1,-40 40-16,0 0 31,40-40-31,-41 40 0,1 0 0,0 0 16,0 0 0,80 0 15,0 0-31</inkml:trace>
  <inkml:trace contextRef="#ctx0" brushRef="#br0" timeOffset="-167613.74">18498 11229 0,'0'40'15,"-40"-40"-15,0 0 16,40 40 15,0 0 0,0 0-31,40-40 16,0 0 0,-40 40-16,40-40 0,1 0 0,-1 0 15,0 0 1,0 0-16,-40-40 0,40 40 0,-40-40 15,0 0-15,40 0 0,-40 0 16,0 0 0,0 0-16,-40 40 15,0-40 1,-40 40-16,40 0 0,-41 0 16,41 0-16,0 0 15,0 0-15,0 40 0,0-40 16,40 40-16</inkml:trace>
  <inkml:trace contextRef="#ctx0" brushRef="#br0" timeOffset="-166723.78">15208 10708 0,'0'0'0,"-40"0"78,0 0-62,40 40-1,-40-40-15,40 40 0,-41-40 0,41 40 0,-40 0 16,40 0 0,-40 0-16,0 0 0,40 0 15,0 0 1,40-40-16,-40 41 0,80-41 0,-39 0 16,-1 0-1,0 0-15,0 0 0,0 0 0,-40-41 0,40 41 16,0-40-16,0 40 0,-40-40 0,41 0 0,-41 0 15,40 40-15,-40-40 0,0 0 16,40 40-16,-40-40 0,0 0 0,0 0 16,-40 40 15,40-41-31,-40 41 16,-41 0-16,41 0 15,40 81-15,-40-81 16,40 40-16,0 0 15,0 0-15</inkml:trace>
  <inkml:trace contextRef="#ctx0" brushRef="#br0" timeOffset="-165993.87">16452 10708 0,'40'0'0,"0"0"32,-40-41-32,-40 41 156,0 0-140,0 0-1,0 0 1,40 41-1,-41-41-15,41 40 0,0 0 16,0 0 0,0 0-16,41-40 0,-1 0 15,-40 40 1,40-40-16,0 0 0,0 0 0,0 0 16,0 0-16,-40-40 15,40 40-15,1-40 0,-1 40 16,-40-40-16,0 0 0,0 0 15,0-1 1,-40 41 0,-1 0-1,1 0-15,0 0 0,0 0 16,0 0 0,0 0-16,40 41 15,-40-41-15,40 40 0</inkml:trace>
  <inkml:trace contextRef="#ctx0" brushRef="#br0" timeOffset="-165263.95">18458 10507 0,'-40'0'31,"0"0"-31,0 0 16,0 0 0,0 0-1,40 80-15,-41-80 0,41 40 16,-40-40-1,40 40 1,40-40 0,1 0-16,-1 0 15,0 0-15,0 0 16,0 0-16,0 0 0,0 0 16,-40-40-1,0 0 1,0 0-1,-40 40 1,40-40-16,-40 40 16,0 0-1,0 0-15,0 0 0,0 40 16,-1-40 0,41 40-16,-40-40 15</inkml:trace>
  <inkml:trace contextRef="#ctx0" brushRef="#br0" timeOffset="-154066.54">14927 16763 0,'0'41'31,"40"-41"-31,-80 0 94,0 0-79,0 0 1,40 40 0,-40-40-16,0 0 15,40 40-15,0 0 32,-41-40-32,41 40 15,-40-40 1,40 40-1,0 0 1,0 0 0,40-40-16,-40 40 15,41-40 1,-1 0-16,-40 40 0,40-40 0,-40 41 31,40-41-31,0 0 31,-40-41-31,0 1 16,40 40-16,-40-40 0,0 0 16,0 0-16,0 0 15,0 0-15,0 0 16,-40 40 0,40-40-16,-40 40 15,0 0 1,0 0-1,0 0 1,-1 0-16,1 0 0,40 40 0,-40-40 16,0 0-16,0 0 0</inkml:trace>
  <inkml:trace contextRef="#ctx0" brushRef="#br0" timeOffset="-152996.58">13402 17004 0,'0'0'0,"40"0"15,0 0 32,-80 0 0,0 0-31,40 40-1,-40-40 1,40 40-16,-40-40 16,40 40-16,0 0 15,0 1 16,40-41-31,0 40 16,0-40 0,0 0-16,1 0 15,-1 0 1,-40-40 0,0-1-16,40 41 15,-40-40 1,0 0-1,-40 40 1,40-40 0,-40 40-16,-1 0 0,1 0 15,0 0-15,0 0 16,40 40-16,-40-40 0,0 0 0,0 40 16,0-40-1,-1 0-15</inkml:trace>
  <inkml:trace contextRef="#ctx0" brushRef="#br0" timeOffset="-152476.62">12158 16924 0</inkml:trace>
  <inkml:trace contextRef="#ctx0" brushRef="#br0" timeOffset="-151796.65">12158 16924 0,'40'40'31,"-120"-40"79,80 40-95,-40-40 1,0 0 15,0 0 0,40 40-15,-40-40 0,40 40-16,0 0 0,-40 0 15,-1-40 1,41 41 0,0-1-1,0 0 1,0 0 15,41-40-31,-1 0 16,-40 40-16,40-40 31,0 0 0,0 0-15,0-40-1,0 40-15,-40-40 16,40 40 0,-40-40-16,0 0 15,0-1-15,0 1 16,0 0 0,0 0-16,0 0 31,-40 40-31,0 0 31,0 0-31,0 0 16,40 40-16,-40-40 0,0 0 0,40 40 15,-40-40-15</inkml:trace>
  <inkml:trace contextRef="#ctx0" brushRef="#br0" timeOffset="-146966.97">10593 16804 0,'40'0'0</inkml:trace>
  <inkml:trace contextRef="#ctx0" brushRef="#br0" timeOffset="-146806.97">10674 16804 0,'0'0'47,"-41"0"47</inkml:trace>
  <inkml:trace contextRef="#ctx0" brushRef="#br0" timeOffset="-145417.06">10593 16844 0,'0'0'0</inkml:trace>
  <inkml:trace contextRef="#ctx0" brushRef="#br0" timeOffset="-144717.1">10593 16844 0,'0'40'31,"0"0"78,0 0-78,-40-40-15,40 40 15,-40 0-15,40 0 0,0 0-16,0 0 0,-40-40 15,40 41-15,-40-1 16,40 0-16,0 0 31,0 0-31,0 0 16,0 0-16,0 0 15,40-40-15,-40 40 16,40-40-16,0 41 16,0-41-1,0 0-15,1 0 16,-41 40-1,40-40 1,-40-40 0,40 40-1,-40-41-15,0 1 32,0 0-32,-40 40 78,0 0-47,-1 0-15,1 0-16,0 0 15,40 40-15,-40-40 0,40 40 0,-40-40 16,40 41-1,-40-41-15,0 0 16</inkml:trace>
  <inkml:trace contextRef="#ctx0" brushRef="#br0" timeOffset="-140237.35">16412 16804 0,'40'0'62,"-80"0"16,0 40-78,-1-40 0,41 40 16,-40-40-16,40 40 0,-40-40 15,0 40-15,0 0 0,0 0 16,40 0-16,0 0 0,0 0 16,0 1-1,40-1-15,0-40 16,0 0 0,0 0-16,0 0 0,1 0 15,-1 0-15,0-40 16,0 40-16,-40-41 0,40 41 0,0-40 15,-40 0-15,40 40 16,-40-40-16,0 0 0,0 0 16,-40 40-16,0 0 15,0-40 1,0 40-16,0 0 0,0 0 0,-1 0 16,1 0-16,0 40 15,0-40-15,40 40 0,0 0 16,-40-40-1</inkml:trace>
  <inkml:trace contextRef="#ctx0" brushRef="#br0" timeOffset="-139277.35">17816 16603 0,'-40'0'78,"40"40"-78,-40-40 16,0 0-16,40 40 140,0 0 1,-81-40-141,81 40 0,-40 1 16,40-1-1,0 0-15,-40 0 0,40 0 16,0 0-16,0 0 15,0 0-15,40-40 16,0 0-16,-40 40 0,41-40 16,-1 0-16,0 0 15,0 0-15,-40-80 0,40 80 0,0-40 16,0 40-16,0 0 16,-40-40-16,41 40 0,-41-40 0,0 0 15,0 0 1,0 0-16,-41 40 15,1 0-15,0 0 16,0 0-16,0 0 16,0 0-16,0 0 0,0 0 15,-1 0-15,1 0 16,0 40-16</inkml:trace>
  <inkml:trace contextRef="#ctx0" brushRef="#br0" timeOffset="-138497.45">19381 16402 0,'0'0'0,"40"0"16,-40 41 46,-40-41-62,0 0 0,0 0 16,40 40-16,-40-40 0,0 0 15,40 40 1,-41-40-16,1 0 16,40 40-16,0 0 15,0 0 16,40-40-31,-40 40 0,41-40 16,-1 0-16,0 0 16,0 0-16,0 0 15,0 0-15,0 0 0,0 0 16,1 0 0,-41-40-16,40 40 15,-40-40 1,0 0-1,-40 40 1,40-40 0,-41 40-16,1 0 0,0 0 0,0 0 15,0 0-15,40-40 16,-40 40-16,0 0 0,0 0 0,-1 0 16,1 0-16,0 0 15,0 0-15</inkml:trace>
  <inkml:trace contextRef="#ctx0" brushRef="#br0" timeOffset="-137477.46">16051 15199 0,'-41'0'63,"1"40"-32,0 1-15,0-41-1,40 40-15,-40-40 16,40 40-16,0 0 0,0 0 31,0 0-31,40-40 0,0 40 32,0-40-32,0 0 0,1 0 15,-41-40-15,40 40 0,0-40 16,0 0-16,0 0 31,-40 0-31,0 0 16,0-1-1,-40 41 1,0 0-16,0 0 16,0 0-1,-1 0-15</inkml:trace>
  <inkml:trace contextRef="#ctx0" brushRef="#br0" timeOffset="-136807.5">17495 14838 0,'40'0'16,"-80"0"31,0 0-47,0 40 31,40 1-31,0-1 16,-40-40-16,40 40 15,0 0-15,0 0 0,0 0 16,0 0-1,40-40-15,0 40 0,0-40 16,0 0-16,0 0 0,0 0 0,1 0 16,-41-40-16,40 40 15,-40-40-15,40 40 0,-40-40 0,40 0 16,-40 0 0,0 0-16,0 0 15,-40 40 1,0 0-16,0-41 0,-1 41 15,1 0 1,0 0-16</inkml:trace>
  <inkml:trace contextRef="#ctx0" brushRef="#br0" timeOffset="-136127.59">19421 14598 0,'-40'0'47,"0"0"-1,0 40-46,0 0 16,0 0-16,-1 0 16,41 0-16,0 0 0,0 0 15,0 1 1,0-1-16,81 0 0,-81 0 16,40-40-1,0 0-15,0 0 0,0 0 0,0 0 16,0-40-16,1 0 15,-1 40-15,-40-40 0,40-1 0,-40 1 16,0 0-16,0 0 0,40 40 0,-40-40 0,0 0 16,0 0-16,-80 40 15,80-40-15,-40 40 0,-1 0 0,1 0 16,0 0-16,0 0 16,0 0-16,-40 0 0,40 0 0,-41 0 0,1 0 15,0 0-15,0 0 0,-1 0 16</inkml:trace>
  <inkml:trace contextRef="#ctx0" brushRef="#br0" timeOffset="-135157.6">13322 15079 0,'0'80'93,"-40"-80"-77,0 80 0,0-39-16,-1-1 0,41 0 0,0 0 15,0 0 1,-40-40-16,40 40 0,0 0 15,40-40-15,-40 40 0,41-40 0,39 40 16,-40-40-16,0 0 16,0 0-16,0 0 0,0 0 15,1 0-15,-41-40 16,40 40-16,0 0 0,-40-80 0,40 80 16,-40-40-16,40 40 0,-40-40 15,0 0-15,0 0 0,0 0 0,0-1 31,-40 1-31,0 40 0,0-40 16,0 40-16,-1 0 16,1 0-16,0 0 0,0 0 15,0 40-15,0-40 0,0 0 16,0 0-16,-1 40 16</inkml:trace>
  <inkml:trace contextRef="#ctx0" brushRef="#br0" timeOffset="-134367.71">11837 15039 0,'0'0'16,"-40"0"15,40 40 16,-40-40-31,40 40-16,0 0 0,0 0 15,-40 0-15,40 1 0,0-1 16,0 0 0,0 0-16,80 0 0,-80 0 15,40 0-15,0-40 16,1 0-16,-1 0 16,0 0-1,-40-40-15,40 40 0,0 0 16,-40-40-16,0 0 15,0 0-15,0 0 0,0 0 16,-40 40-16,40-41 0,-40 41 0,40-40 16,-40 40-16,0-40 15,-1 40-15,1 0 16,0 0 0,0 0-16,0 40 31,40 0-31</inkml:trace>
  <inkml:trace contextRef="#ctx0" brushRef="#br0" timeOffset="-133697.68">10473 15280 0,'-40'0'31,"0"0"-31,0 0 32,40 40-17,-41 0-15,1 0 16,40 0 0,0 0-16,0 0 15,0 0-15,40 0 16,-40 0-16,41-40 0,-41 41 0,80-1 15,-40-40-15,0 0 0,0 40 0,0-40 0,0 0 16,1 0-16,-1 0 0,0-40 16,0 40-16,-40-40 0,40-1 15,-40 1-15,0 0 16,0 0-16,40 40 0,-40-40 0,0 0 0,0 0 16,0 0-16,0 0 15,-40 40-15,40-40 0,-40-1 0,0 41 16,40-40-16,-80 40 15,39 0-15,1 0 0,0 0 16,40 40-16</inkml:trace>
  <inkml:trace contextRef="#ctx0" brushRef="#br0" timeOffset="-132557.75">16211 14036 0,'-40'0'32,"0"0"-1,40 40-31,-40-40 16,40 40-16,-40 1 15,40-1-15,0 0 0,0 0 31,0 0-31,40-40 16,0 0-16,0 0 16,0 0-16,0-40 15,0 40-15,0-40 16,-40 0 0,0 0-16,0-1 0,41 41 0,-41-40 15,0 0 1,-81 40-16,41 0 0,0 0 15,0 0-15,0 0 0,40 40 16,-40-40-16,40 40 16,-40-40-16,40 41 15</inkml:trace>
  <inkml:trace contextRef="#ctx0" brushRef="#br0" timeOffset="-131887.86">17615 13956 0,'-40'0'16,"0"0"0,0 0-1,40 40 16,-40-40-31,40 40 0,0 0 0,0 0 16,0 1 0,0-1-16,40-40 15,-40 40-15,40-40 16,0 0-16,0 0 0,1 0 31,-41-40-31,0 0 16,0-1-1,40 41-15,-40-40 0,-81 40 16,81-40-16,-40 40 31,0 0-31,40 40 32</inkml:trace>
  <inkml:trace contextRef="#ctx0" brushRef="#br0" timeOffset="-131167.89">19622 13715 0,'0'41'15,"-80"-41"16,39 0-31,41 40 16,-40-40-16,0 0 16,0 0-1,40 40-15,-40-40 0,0 0 16,40 40-16,0 0 16,-40-40-16,40 40 0,0 0 15,0 0 1,0 0-16,0 0 15,40 1-15,0-41 16,0 0-16,0 0 16,0 0-16,-40-41 0,40 41 15,1 0 1,-41-40-16,40 0 0,-40 0 0,0 0 16,40 40-16,-40-40 0,0 0 15,0 0-15,-40 40 31,40-40-31,-40 40 0,-1 0 16,1 0-16,0 0 0,0 0 16,0 0-16,0 0 15,0 0-15,0 0 0,-1 40 16</inkml:trace>
  <inkml:trace contextRef="#ctx0" brushRef="#br0" timeOffset="-129557.93">13001 13996 0,'40'0'47,"0"0"31,0 0-62,0 0 109,-40 40-79,-40-40-30,40 40-16,0 0 16,-40 1-16,40-1 15,0 0 1,0 0-16,0 0 0,0 0 0,0 0 16,40-40-1,-40 40-15,40-40 0,1 0 16,-1 0-1,0 0-15,-40-40 16,40 40-16,0-40 0,0 40 16,-40-40-16,40 0 15,-40 0-15,0 0 0,0 0 16,0-1 0,0 1-16,-40 40 15,0 0 1,40-40-16,-40 40 0,0 0 15,0 0-15,0 0 0,-1 0 0,1 0 16,40 40 0,-40-40-16,0 0 0,40 40 0,-40-40 15</inkml:trace>
  <inkml:trace contextRef="#ctx0" brushRef="#br0" timeOffset="-128918">11837 14116 0,'-40'0'32,"0"41"-17,0-41-15,40 40 0,-40-40 16,40 40-16,-40 0 16,0 0-16,40 0 15,-41-40-15,41 40 16,41-40-16,-41 40 15,40-40-15,0 0 0,0 0 0,0 0 16,-40 40-16,40-40 16,0 0-16,0 0 0,1-40 0,-1-40 15,0 80 1,-40-40-16,0 0 0,0 0 16,0 0-1,0 0-15,0-1 16,-40 41-1,40-40-15,-40 40 0,-1 0 0,1 0 16,0 0-16,0 0 0,0 0 16,0 0-1,40 40-15,-40-40 0,40 41 16,-40-41-16</inkml:trace>
  <inkml:trace contextRef="#ctx0" brushRef="#br0" timeOffset="-128298">10192 13996 0,'-40'0'15,"0"0"17,0 0-32,40 40 15,-40 0-15,-1-40 16,41 40-16,0 1 16,0-1-1,0 0-15,0 0 16,41-40-16,-41 40 15,80-40-15,-40 0 0,0 0 0,0 0 16,0 40-16,0-40 0,1 0 0,-1 0 16,0-40-16,0 40 15,-40-40-15,0 0 16,0 0 0,0 0-16,-40 40 15,40-41 1,-40 41-16,0 0 0,40-40 0,-41 40 15,1 0-15,0 0 0,0 0 32</inkml:trace>
  <inkml:trace contextRef="#ctx0" brushRef="#br0" timeOffset="-127278.06">10192 13274 0,'0'0'0,"40"0"15,-40-40-15,0 80 63,-80 0-47,80 0-1,-40-40-15,40 41 0,0-1 16,0 0-16,-40-40 15,40 40-15,80 0 16,-40-40-16,0 0 16,0-40-1,0 40-15,1 0 0,-41-40 0,40 40 16,-40-40-16,40 40 16,-40-40-16,0-1 31,-40 41-16,40-40-15,-40 40 0,-1 0 16,1 0 0,0 0-16,40 40 47</inkml:trace>
  <inkml:trace contextRef="#ctx0" brushRef="#br0" timeOffset="-126638.15">11797 13314 0,'40'0'0,"-80"0"79,40 40-79,-40-40 15,40 41 1,0-1-16,-40-40 0,40 40 0,0 0 15,0 0-15,0 0 32,40-40-32,0 0 0,0 0 15,0 0 1,1-40-16,-41 0 0,40 0 16,0 0-1,-40 0-15,0-1 16,0 1-1,0 0-15,-40 40 0,0 0 16,-1 0 0,1 0-1,0 0-15,0 40 16,40 0 0</inkml:trace>
  <inkml:trace contextRef="#ctx0" brushRef="#br0" timeOffset="-126028.2">13001 13194 0,'-40'0'63,"40"40"-63,-40-40 0,0 40 16,40 0-1,-41 0-15,41 1 16,0-1-16,0 0 15,0 0 1,41 0-16,-1 0 16,0-40-16,0 0 15,0 0-15,0 0 16,-40-40 0,40 40-16,-40-40 0,0 0 15,0 0 1,0 0-16,0-1 0,0 1 0,0 0 15,-40 40-15,40-40 0,-40 40 32,40-40-32,-40 40 0,0 0 0,0 0 15,0 0 1,-1 0-16,1 0 0,40 40 0,-40-40 0,0 0 16</inkml:trace>
  <inkml:trace contextRef="#ctx0" brushRef="#br0" timeOffset="-125208.18">10232 12472 0,'40'0'16,"-40"40"62,-40-40-78,40 40 0,-40 0 0,40 1 16,-40-41-1,40 40-15,0 0 16,0 0-16,0 0 16,40 0-16,0-40 15,0 40-15,0-40 16,1 0-16,-1 0 0,0 0 0,0 0 15,0-40-15,0 40 0,0-40 0,0 40 0,1-40 16,-1 0-16,0 0 16,-40 0-16,40-1 0,-40 1 15,0 0 1,0 0-16,-40 40 16,0-40-16,0 40 15,-1 0-15,1 0 16,0 0-16,40 40 0,-40-40 15,40 40 1</inkml:trace>
  <inkml:trace contextRef="#ctx0" brushRef="#br0" timeOffset="-124508.3">12118 12432 0,'-40'0'15,"0"0"1,0 0 0,0 0-1,40 40 1,-40 0-16,-1-40 0,1 40 16,40 0-1,-40-40-15,0 0 0,40 41 0,-40-1 16,40 0 15,40-40-31,0 0 16,0 0-16,0 0 15,1-40-15,-1 40 16,0 0 0,0-40-16,0-1 15,-40 1 1,0 0-16,0 0 15,-40 40 1,0 0 0,0 0-1,0 0 1,-1 40-16</inkml:trace>
  <inkml:trace contextRef="#ctx0" brushRef="#br0" timeOffset="-123928.33">13161 12392 0,'41'0'0,"-122"0"78,81 40-78,-40-40 16,40 40-16,-40-40 16,0 0-16,40 40 0,0 0 15,0 0 1,0 1-16,40-1 0,0-40 15,0 0-15,0 0 0,1 0 16,-1 0 0,0 0-16,0 0 0,0-40 15,0 40-15,0 0 16,-40-41-16,0 1 16,0 0-1,0 0-15,-40 40 16,40-40-16,-40 40 0,0 0 0,0 0 15,0 0 1,0 40-16,-1-40 0,1 0 16,0 0-16,0 0 15</inkml:trace>
  <inkml:trace contextRef="#ctx0" brushRef="#br0" timeOffset="-122998.32">10513 11790 0,'0'0'0,"-40"0"31,0 0 47,0 0-78,40 40 16,-40-40-1,-1 41-15,41-1 0,0 0 16,0 0-16,41-40 15,-1 40 1,0-40-16,0 0 0,0 0 16,0 0-16,0 0 15,0 0-15,1 0 0,-41-40 0,40 40 16,0 0 0,0 0-16,-40-40 0,40 40 31,-40-40-31,0 0 15,-40 40-15,40-41 16,-40 41 0,0 0-16,0-40 0,-1 40 31,41 40 16</inkml:trace>
  <inkml:trace contextRef="#ctx0" brushRef="#br0" timeOffset="-122238.43">11797 11710 0,'-40'0'141,"0"0"-125,0 0-1,40 40-15,-40-40 0,0 40 16,40 0-16,-41 1 15,41-1 1,0 0-16,41-40 16,39 40-1,-40-40-15,0 0 0,0 0 16,0 0-16,0 0 0,1 0 16,-1 0-16,0 0 0,-40-40 0,40 40 15,-40-40 1,40 40-16,-40-40 15,0-1-15,0 1 16,-40 40 0,40-40-16,-40 40 0,40-40 15,-40 40-15,0 0 16,-1 0-16,41 40 0,-40-40 16,0 40-1,40 0-15,-40-40 0,40 41 16</inkml:trace>
  <inkml:trace contextRef="#ctx0" brushRef="#br0" timeOffset="-121588.47">13081 11750 0,'0'-40'0,"-40"40"31,40-40-31,-40 40 15,0 0 1,0 40 0,0 0-16,40 0 15,0 0 1,0 1-16,0-1 16,40 0-1,0-40-15,-40 40 16,40-40-16,0 0 0,0 0 0,0 0 15,0 0-15,1 0 16,-41-40-16,40 40 0,-40-40 16,0 0-16,0-1 15,0 1-15,0 0 32,0 0-32,-40 40 0,-1-40 15,1 40 1,0 0-16,0 0 15,0 0-15,0 0 0,40 40 0,-40-40 0,0 0 0</inkml:trace>
  <inkml:trace contextRef="#ctx0" brushRef="#br0" timeOffset="-120758.45">10353 11028 0,'40'0'0,"-40"-40"32,-40 40-1,-1 40-15,41 0-1,-40-40-15,40 41 0,0-1 0,0 0 0,-40-40 16,40 40-16,0 0 0,0 0 0,0 0 15,0 0-15,0 0 16,40 1-16,0-1 16,41-40-16,-41 0 15,0 0-15,0 0 0,0 0 0,0-40 16,41-1 0,-41 1-16,0 0 0,0 0 0,-40 0 15,0 0 1,40 40-16,-40-40 0,0 0 15,-40 40-15,0-40 0,0 40 16,-41 0-16,41 0 16,0 0-16,0 0 15,40 40-15,-40-40 16,80 40 15,0-40-31</inkml:trace>
  <inkml:trace contextRef="#ctx0" brushRef="#br0" timeOffset="-120098.49">11717 11028 0,'40'0'16,"-40"-40"-16,-40 40 62,0 0-15,0 0-31,40 40-16,-40-40 0,40 40 15,-41 1-15,41-1 0,0 0 32,0 0-32,0 0 15,41-40-15,-1 40 16,0-40-16,-40 40 0,40-40 16,0 0-16,0 0 15,0 0-15,0-40 0,1 40 16,-41-40-16,40 40 0,0-40 15,-40 0 1,0 0-16,40 40 0,-40-40 16,0-1-1,-40 1-15,0 40 16,0 0 0,-1 0-1,1 0 1,40 40-16,-40 1 15,40-1-15</inkml:trace>
  <inkml:trace contextRef="#ctx0" brushRef="#br0" timeOffset="-119338.6">13081 10748 0,'0'40'0,"-40"-40"63,0 0-47,0 0-16,40 40 15,-40-40 1,0 0-16,40 40 0,-41-40 0,41 40 0,-40-40 15,40 40-15,-40-40 0,40 40 0,-40-40 16,40 40-16,0 0 16,0 1-16,0-1 15,40-40-15,0 40 16,0-40-16,1 0 16,-1 0-1,0 0-15,0-40 0,0 40 16,-40-40-16,40 40 0,-40-41 0,40 1 15,-40 0 1,40 0-16,-40 0 0,0 0 16,0 0-1,-40 40-15,40-40 0,-40 40 16,0 0 0,0 0-16,0 0 0,0 0 31,40 40-31,0 0 0,-40-40 15,40 40-15,-41 0 0,41 0 0,-40-40 16</inkml:trace>
  <inkml:trace contextRef="#ctx0" brushRef="#br0" timeOffset="-116908.71">10714 18087 0</inkml:trace>
  <inkml:trace contextRef="#ctx0" brushRef="#br0" timeOffset="-116128.79">10714 18087 0,'0'40'46,"0"0"204,-40-40-171,-1 40-64,1-40-15,40 40 16,-40-40 31,40 40-32,0 1 17,0-1-17,0 0 1,40-40-1,-40 40-15,40-40 32,1 0-32,-1 0 0,-40-80 15,40 80-15,0 0 16,0 0-16,-40-40 0,40 40 16,-40-41-1,0 1 16,0 0-15,-40 40 15,40-40-31,-40 40 0,0 0 16,0 40 0,0-40-16,-1 0 0,1 0 31</inkml:trace>
  <inkml:trace contextRef="#ctx0" brushRef="#br0" timeOffset="-115098.78">22752 14718 0,'-81'0'31,"41"0"-15,40-40 0,-40 40-16,0-40 15,0 40-15,0 0 31,0 0-31</inkml:trace>
  <inkml:trace contextRef="#ctx0" brushRef="#br0" timeOffset="-114588.88">21748 14919 0,'0'0'0,"-80"0"16,0 0-1,40 0 1,0-41 15,-81 41-15,1 0 0,0 0 15,39 0-16,41 0 1,0 0 0,-40 0 15,0 41-15,-41-1-1,41-40 1,0 0 15,40-40 0,-1 40-15,1 0 0,-40 0-1,40 0 1</inkml:trace>
  <inkml:trace contextRef="#ctx0" brushRef="#br0" timeOffset="-112698.92">23755 14437 0,'-40'0'15,"0"0"17,40-40-32,40 40 234,0 0-31,0 0-156,0 0-31,-40 40-16,0 0 15,0 1 1,0-1 0,0 0-1,0 0 1,0 0-16,0 0 31,-40-40-31,40 40 31,0-80 47,0 0-78,0 0 16,0 80 62,-40-40-78,40 40 16,0-80 187,40 0-203,-40 0 16,40 40-1,-40-40-15,40 40 16,-40-40-1,40 40-15,0 0 16,-40-41-16,41 41 16,-1 0-1,-40-40-15,40 40 0,0 0 16,-40-40-16,40 40 31,-40 40 32,0 0-63,0 1 15,40-1-15,-40 0 16,0 0-16,0 0 16,0 0-1,0 0 1,0 0-1</inkml:trace>
  <inkml:trace contextRef="#ctx0" brushRef="#br0" timeOffset="-112438.99">24397 14718 0,'0'-40'31,"0"80"-31,40-80 16,0 80 0,-40 0-1,0 40 1,0 1 15,0 39-15,0 0-1,0-80 1</inkml:trace>
  <inkml:trace contextRef="#ctx0" brushRef="#br0" timeOffset="-112189.02">24557 14798 0,'0'-40'16,"0"0"-16,40 40 0,1-40 16,-1 40-1,0 0-15,0 0 0,0-40 0,0 40 0,0 0 16,0 0-16,1 0 0,-1 0 0,0 0 15,0 0 1</inkml:trace>
  <inkml:trace contextRef="#ctx0" brushRef="#br0" timeOffset="-111939.04">24638 14919 0,'-41'40'15,"82"-80"-15,-41 80 16,40-40 0,40 0-1,40 0 1,-39 0-1,-41 0 1,-40-40-16</inkml:trace>
  <inkml:trace contextRef="#ctx0" brushRef="#br0" timeOffset="-111558.99">25681 14598 0,'0'0'16,"-40"0"0,40-40-1,-80 40 1,39 40 0,1 0-1,-40 40 1,80 40 15,80-80-31,-40 1 16,81-41-1,-1-81 17,-80-79-17,-120 80 1,0 80-1,0 0-15,-121 0 32,121 0-32</inkml:trace>
  <inkml:trace contextRef="#ctx0" brushRef="#br0" timeOffset="-109679.1">14927 18608 0,'0'0'0,"-40"0"15,80 0 32,0 0-47</inkml:trace>
  <inkml:trace contextRef="#ctx0" brushRef="#br0" timeOffset="-109399.13">15007 18287 0,'0'-40'16,"-40"40"0,0 0-1,40-40-15,40 0 32</inkml:trace>
  <inkml:trace contextRef="#ctx0" brushRef="#br0" timeOffset="-109229.13">14927 18007 0,'0'-40'0,"40"40"16,-40-41-1,40 1 1,0 0-1</inkml:trace>
  <inkml:trace contextRef="#ctx0" brushRef="#br0" timeOffset="-109069.18">14887 17726 0,'40'0'47,"0"0"-31</inkml:trace>
  <inkml:trace contextRef="#ctx0" brushRef="#br0" timeOffset="-108909.15">15007 17606 0,'-40'0'16,"0"40"-1</inkml:trace>
  <inkml:trace contextRef="#ctx0" brushRef="#br0" timeOffset="-108029.2">15409 18528 0,'40'0'0,"0"0"31,0 0 1,-40 40-32,0 0 15,0 0-15,0 0 16,0 1-1,0-1 1,0-80 31,0-1-47,0 1 0,0 0 16,40 0-1,0 0-15,-40 0 0,40 0 16,-40 0-16,40 40 15,1-40 1,-1 40 15,-40 40-15,40-40 0,-40 40-16,0 0 15,0 0-15,0 0 31,0 0-31,0 0 0,0 0 16,0 1 0,0-1-16,0 0 15,0 0 1,40-40-16</inkml:trace>
  <inkml:trace contextRef="#ctx0" brushRef="#br0" timeOffset="-107619.26">16091 18608 0,'40'0'16,"0"0"-1,0 0-15,0 0 16,0 0 0,-40 40-16,0 0 15,0 1 1,0-1 0,-40-40-16,0 0 15,40 40 1,-40-40-16,40 40 15,0 0 1,40-40-16,0 0 16,0 0-1,0 0-15,1 0 16,-41-40-16,40 40 0,0 0 16,0 0-16</inkml:trace>
  <inkml:trace contextRef="#ctx0" brushRef="#br0" timeOffset="-107339.31">16773 18488 0,'40'0'47,"0"0"-47,0 0 0,0 0 16,0 0-16,1 0 15,-1 0-15,0-40 0</inkml:trace>
  <inkml:trace contextRef="#ctx0" brushRef="#br0" timeOffset="-107089.31">16853 18729 0,'0'0'16,"40"0"0,0 0-1,0 0-15,41 0 31,-1-41-15</inkml:trace>
  <inkml:trace contextRef="#ctx0" brushRef="#br0" timeOffset="-106629.28">17615 18408 0,'-40'0'16,"0"0"-16,40 40 15,-40-40-15,0 40 16,0 0-1,40 0-15,40-40 32,0 0-17,0 0-15,0 0 16,0 0-16,1-40 0,-1 40 16,0 0-1,-40-40-15,40 40 0,-40-40 16,40 40-16,-40-40 15,0 0 1,-40 40 0,0 0-1,0 0-15,0 0 16,-1 0-16,1 0 16,0 0-16,0 0 15,40 40-15,-40-40 0,0 0 0,0 0 0</inkml:trace>
  <inkml:trace contextRef="#ctx0" brushRef="#br0" timeOffset="-4493.58">24397 12191 0,'0'41'47,"40"-1"-32,0 0 1,-40 0-16,40 0 16,-40 0-16,0 0 15,0 0-15,0 0 0,-40 0 0,40 1 16,-40-1-16,40 0 16,-40 0-16,-40 0 0,80 0 0,-41 0 15,1 0-15,0 0 16,40 1-16</inkml:trace>
  <inkml:trace contextRef="#ctx0" brushRef="#br0" timeOffset="-4083.62">24999 12392 0,'0'0'0,"0"40"47,40-40-32,-40 40-15,0 0 16,0 0 0,40 0-16,-40 1 15,0-1-15,0 0 0,-40-40 16,40 40-16,0 0 0,-40 0 0,40 0 15,0 0 1,-40-40-16,40 40 0</inkml:trace>
  <inkml:trace contextRef="#ctx0" brushRef="#br0" timeOffset="-3513.58">26122 12392 0,'40'0'31,"-40"40"0,41-40-31,-1 40 0,0 0 16,0 0-16,-40 0 0,40-40 0,0 0 15,-40 41-15,40-41 16,0 40-16,1-40 0,-1 0 0,-40 40 0,40-40 16,0 40-16,-40 0 15,40-40-15,-40 40 0,0 0 16,0 0 0</inkml:trace>
  <inkml:trace contextRef="#ctx0" brushRef="#br0" timeOffset="-3053.66">26764 12432 0,'0'0'0,"-40"0"15,40-40-15,0 80 94,-40-40-78,40 80-16,-40-80 0,40 40 15,-80-40-15,80 40 16,-40 1-16,-1-1 0,1 0 0,0 0 0,0 0 16,0 0-16,40 0 0,-40 0 15,0 0-15,0 1 0,40-1 0</inkml:trace>
  <inkml:trace contextRef="#ctx0" brushRef="#br0" timeOffset="-2053.67">27607 12352 0,'0'-40'0,"40"40"47,0 0-31,0 0-16,0 0 0,1 0 16,-1 0-16,0 0 15,0 0-15,0 0 0,0 0 16,0 0-16,0 0 0,1 0 15,-1-40-15,0 40 16,-40 40 78,0 0-94,0 0 15,-40-40-15,40 40 16,-40-40 0,40 40-16,0 0 15,-41-40-15,1 40 16,40 0-16,-40 1 0,40-1 16,0 0-16,0 0 0,-40-40 15,40 40-15,0 0 0,0 40 0,-40-40 0,40 1 16,0-1-16,0 0 0,-40 0 0,40 0 15,0 0-15,-40-40 16,40 40-16,0 0 0,-40-40 16,40 40-16</inkml:trace>
  <inkml:trace contextRef="#ctx0" brushRef="#br0" timeOffset="-1803.68">27647 12994 0,'-40'0'15,"80"0"-15,-80-41 0,40 1 16,40 40-16,0 0 15,0-40-15,201 0 16,-161 40-16,1 0 0,39-40 31,-80 40-31,0 0 0</inkml:trace>
  <inkml:trace contextRef="#ctx0" brushRef="#br0" timeOffset="-1003.8">23313 13475 0,'-40'0'0,"80"0"63,1 0-63,-1 0 0,0 40 0,0-40 15,0 0-15,0 0 16,0 0-16,0 0 0,1 0 0,39 0 15,-40 0-15,0 0 0,0 0 0,0 0 0,0 0 16,1 0-16,-1 0 0,0 0 16,0 0-16,0 0 0,0 0 0,0 0 0,0 40 15,1-40 1,39 0-16,-40 0 0,0 0 0,0 0 0,0 0 16,41 0-16,-41 0 0,0 0 15,0 0-15,40 0 0,-40 40 0,41-40 0,-41 0 16,40 0-16,0 0 0,0 0 0,1 0 0,39 0 15,-40 0-15,41 0 16,-41 0-16,0 0 0,41 0 0,-1 0 0,-40 0 16,41 0-16,-41 0 0,40 0 15,1 0-15,-1 0 0,0 0 0,1 0 0,39 0 16,-39 0-16,39 0 16,-39 0-16,39 0 0,-40 0 0,1 0 0,39-40 15,-79 40-15,39 0 0,0 0 16</inkml:trace>
</inkml:ink>
</file>

<file path=ppt/ink/ink6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8T07:31:07.739"/>
    </inkml:context>
    <inkml:brush xml:id="br0">
      <inkml:brushProperty name="width" value="0.05292" units="cm"/>
      <inkml:brushProperty name="height" value="0.05292" units="cm"/>
      <inkml:brushProperty name="color" value="#FF0000"/>
    </inkml:brush>
  </inkml:definitions>
  <inkml:trace contextRef="#ctx0" brushRef="#br0">7183 2326 0,'0'0'0,"-41"0"16,41-41-1,41 41 1,-1 0-16,0 0 15,-80 0 32,40 41-47,0-1 16,-40-40-16,40 40 0,0 0 16,0 0-1,0 0-15,0 0 0,0 0 0,0 0 16,0 0-1,0 1-15,40-1 0,-40 0 0,0 0 0,40 0 16,-40 0-16,0 0 0,0 40 0,0-39 0,40-1 16,-40 40-16,0-40 0,40 40 15,-40 0-15,0-40 0,0 41 0,0-1 0,0 0 16,0-40-16,0 40 16,0 1-16,0-1 0,0-40 0,0 40 0,-40-40 15,40 40-15,0-39 0,0 39 16,0-40-16,0 40 0,0-40 0,0 40 0,0 1 15,0-41-15,0 40 16,0 0-16,-40 0 0,40 1 0,0 39 0,0-40 16,0 0-16,0 41 0,0-41 0,80 0 0,-80 40 15,0-39-15,0 39 0,0-40 16,40 40-16,-40-39 0,40-1 0,-40 40 0,0-40 16,0 41-16,0-41 15,41 40-15,-41-40 0,0 41 0,0-41 0,0 40 16,0-40-16,0 1 0,0 39 15,0-40-15,0 0 0,0-39 0,0 39 0,0 0 16,0-40-16,0 0 0,0 0 0,0 0 0,0 0 16,40-40-16</inkml:trace>
  <inkml:trace contextRef="#ctx0" brushRef="#br0" timeOffset="619.99">5578 6577 0,'-41'0'16,"82"0"-16,-41 0 47,40 0-47,0 0 15,0 0-15,40 0 16,-40-40-16,41 40 0,39 0 0,-40 0 0,41-41 16,-1 41-16,40 0 0,1 0 0,-1 0 0,41-40 15,0 40-15,40 0 0,-41-40 16,81 40-16,-40 0 0,80 0 0,-40 0 0,0-40 16,40 40-16,-41 0 15,41 0-15,0 0 0,0 0 0,1 0 0,-1-40 16,0 40-16,0 0 0,0 0 15,-41-40-15,1 40 0,40-40 0,-40 40 0,-40-40 16,40 40-16,-40-40 0,-1 40 0,1-40 0,0 40 16,-40 0-16,-1 0 15,1 0-15,-1 0 0,-39 0 0,-1 40 0,-39-40 16,39 0-16,-39 40 0,-41-40 16,40 0-16,-39 0 0,39 0 0,0 0 0,-39 0 15,-1 0-15,0 0 16,0 0-16,1 0 0,-1 0 0,-40 0 0,0 0 15,0 0-15,0 0 0,0 0 16,-40-40-16,0 0 0,-80-1 16</inkml:trace>
  <inkml:trace contextRef="#ctx0" brushRef="#br0" timeOffset="2489.92">7383 6456 0,'0'0'0,"40"0"16,-80 0 125,80 0-79,1 0 48,-41-40-95,40 40-15,0 0 16,-40-40-1,40 40-15,0 0 16,-40 40 15,-40-40-31,0 0 141,0 0-125,40-40 30,0 0-30,0 80 47,0 0-63,-40-40 0,40 40 31,-41-40-31,1 0 31,0 0-31,40-40 16,40 40 31,-40 40-32,40-40-15,-120 40 31,40-40-15,0 0-16,0 0 31,40-40-31,0 0 32,0 0-32,40 40 15,0 0 1,-40 40 15,0 0 0,0-80-15,0 80 62,40-40-78,-40 40 0</inkml:trace>
  <inkml:trace contextRef="#ctx0" brushRef="#br0" timeOffset="3879.77">9751 4251 0,'-40'0'93,"40"40"17,0 0-95,0 0 1,0-80 31,0 80 15,0 0-46,0 0-16,0 0 16,-41-40-1,41-40 17,0 0-32,0 0 15,0 0 1,41 40-16,-82 0 78,41 40 31,0 0-93,41 0 0,-41 0-16,0 0 0,0 0 15,0 1-15,40-1 16,-40 0-16,0 0 0,0 0 0,0 0 15,0 0-15,0 0 0,0 0 16,0 0-16,0 1 0,0-1 0,0 0 0,0 40 16,0-40-16,0 0 0,0 0 0,0 0 0,0 1 15,0-1-15,0 0 16,0 0-16,0 0 0,0 0 0,0 0 0,0 0 16,0 0-16,0 0 15,0 1-15,0-1 0,0 0 0,0 0 0,0 0 16,0 0-16,0 0 15,0 0-15,0 0 0,0 1 16,0-1-16,0 0 16,0 0-16,0 0 15,0 0-15,0 0 16,0 0 0,0 0-16,0 0 15,0 1 1,0-82 15,0 1-15,0 0-16,0 0 0,0 0 0</inkml:trace>
  <inkml:trace contextRef="#ctx0" brushRef="#br0" timeOffset="5229.76">12078 4251 0,'0'0'15,"-40"0"1,40 40 31,0 0-32,0 0 17,0-80 30,40 40-46,-40 40 15,0 0-31,0 0 31,-40-40 1,40-40-32,0 0 15,0 0 1,0 0-1,0 0-15,0 80 32,0 0-1,0 0-31,0 0 109,0 0-109,0 0 16,0 0-16,40-40 16,-40 40-16,0 1 0,40-1 0,-40 0 15,0 0-15,0 0 16,0 0-16,0 0 0,0 0 15,0 0-15,0 0 16,0 1-16,-40 39 0,40-40 0,0 0 16,0 0-16,0 0 0,0 0 0,0 0 15,0 1-15,0-1 0,0 0 16,0 0-16,0 0 0,0 0 0,0 0 16,0 0-16,0 0 15,0 0-15,0 1 0,0-1 0,0 0 16,-40 0-16,40 0 15,0 0-15,0 0 16,0 0-16,0 0 0,0 1 16,0-1-1,0 0-15,0 0 16,0 0 0,0 0 15,0 0-31,0 0 15,0 0 1,0 0 0,-40-40 15,40 41-15,0-1-1,0-80 16,0-1-15</inkml:trace>
  <inkml:trace contextRef="#ctx0" brushRef="#br0" timeOffset="6129.71">13844 6176 0,'0'40'16,"40"-40"-1,-40 40 48,0 0-16,40-40-47,-80 0 62,80 0 1,0 0-48,-40 40 16,0 0-15,-40-40 0,0 0-16,40-40 31,0 0-31,0 0 0,40 40 16,-40-40-1,40 40-15,0 0 31,-40 40-31,-40 0 16,0-40 0,40 40-1,-40-40-15,0 0 0,-1 0 16,41-40 0,0 0-16,41 40 15,-1-40 1,0 40-16,-40-40 15,40 40-15,-40 40 16,-40 0 0</inkml:trace>
  <inkml:trace contextRef="#ctx0" brushRef="#br0" timeOffset="7389.63">6862 2326 0,'-41'0'15,"82"0"1,-1 0 0,0 0-16,0 0 31,-40 40-16,0 0-15,0 0 16,0 0-16,-40 0 0,40 0 0,-40 0 16,40 0-16,-40 0 0,40 1 15,-41-41 1,41 40-16,-40-40 31,40-40-15,0-1-1,40 1-15,-40 0 0,41 40 0,-41-80 0,40 40 16,-40 0-16,40 0 0,0 0 0,0 40 0,-40-40 16,40-1-16,0 41 15,0 0-15,1 0 16,-1-40 0,0 40-16,0 0 0,0 40 15,-40 1 1,40-41-16,-40 40 0,0 0 0,40-40 15,-40 40-15,0 0 16,41 0-16,-1 0 0,0 0 0,0-40 16,0 40-16,0-40 0,0 0 0,0 40 0,1-40 15</inkml:trace>
  <inkml:trace contextRef="#ctx0" brushRef="#br0" timeOffset="8049.52">4414 2285 0,'0'-80'16,"0"40"-16,40 0 15,0 0 1,121 0-1,-41 80 1,0 120 0,-120-39-1,0-81-15,-120 120 32,120-120-32,0-80 31,40 40-31,-40-80 0,161-121 31,-121 161-31,0 0 0,120-200 16,-119 199-1,-41 1-15,40 0 16,-80 40 15,40 40-31,0 0 16,0 1-1,-41-1-15,41 0 0,0 0 0,0 0 0,0 0 16,0 0-16,0 0 0,0 0 0,41 1 16,-41-1-1,80-40-15,-80 40 16,80-40-16,-40 0 16,0 0-16</inkml:trace>
  <inkml:trace contextRef="#ctx0" brushRef="#br0" timeOffset="8249.51">5939 1844 0,'0'-40'0,"0"80"0,-40-80 15,-1 40 1,41 40-16,-80 81 31,80-1-15,80 0-1,-39-120 1,-41 40-16,40-40 0</inkml:trace>
  <inkml:trace contextRef="#ctx0" brushRef="#br0" timeOffset="8579.56">6179 1684 0,'0'40'31,"41"-40"-15,-41 40-16,40 0 0,-40 0 15,0 0 1,0 0-16,0-80 47,80 40-47,-80-40 0,40 40 15,-40-40-15,40 40 0,-40-40 0,40 40 0,-40-40 16,40 40-16,1 0 0,-1 0 16,-40 40-1,40 0-15,-40 0 16,0 0-16,0 0 16,0 1-16,0-1 15,-40-40-15,0 0 16</inkml:trace>
  <inkml:trace contextRef="#ctx0" brushRef="#br0" timeOffset="8769.54">6982 1564 0,'0'40'31,"40"0"-31,-40 0 16,40-40-1,-40 40-15,40-40 0,-40 40 0,0 0 0,0 0 16,0 0-16,0 0 0,-40 1 16,40-1-16,-40 0 0,40 0 15,-40 0-15,40 0 0,-40 0 0,40 0 0</inkml:trace>
  <inkml:trace contextRef="#ctx0" brushRef="#br0" timeOffset="9989.48">23514 2526 0,'-40'0'0,"40"-40"16,-40 40-1,40 40 48,0 0-48,0 0-15,0 0 0,0 0 0,0 1 16,40-1-16,-40 0 0,0 40 16,0-40-16,40 40 0,-40-40 0,0 41 0,0-1 15,0 0-15,0 0 16,40 0-16,-40 1 0,0-1 0,0-40 0,0 40 16,0 0-16,0-39 0,0 39 15,0-40-15,0 40 0,0-40 0,0 40 0,0-40 16,0 41-16,0-41 15,0 40-15,0-40 0,0 40 0,40-40 0,-40 41 16,0-41-16,0 40 0,0-40 0,0 40 0,0-40 16,40 41-16,-40-1 0,0 0 15,0 0-15,41 0 0,-41 1 0,40-41 0,-40 40 16,40 0-16,0-40 16,-40 40-16,40 1 0,0-41 0,-40 40 0,40-40 15,0 40-15,-40-40 0,41 41 16,-41-41-16,0 40 0,40-40 0,-40 40 0,0-40 15,0 41-15,0-41 0,0 40 0,0-40 0,0 40 16,0 0-16,-40-39 16,40 39-16,0 0 0,-41 40 0,41-40 0,-40 1 15,40 39-15,0-40 0,0 41 16,0-41-16,-40 0 0,40 40 0,0-40 0,0 41 16,0-41-16,80 0 15,-80 0-15,41 1 0,-41-1 0,40-40 0,-40 0 16,40 0-16,0 0 0,-40 0 15,40 0-15,0-40 0,0 0 0,0 0 16,-40-40-16,41 0 0</inkml:trace>
  <inkml:trace contextRef="#ctx0" brushRef="#br0" timeOffset="10689.44">22391 6657 0,'0'-40'15,"0"80"-15,0-120 16,0 40-1,80 40 32,0 0-31,-40 0 0,0 0-16,0 0 15,1 0-15,39 0 0,-40 0 0,40 0 0,0-41 16,1 41-16,39 0 0,0 0 15,1-40-15,39 40 0,-39-40 0,79 40 0,-39 0 16,39-40-16,-39 40 0,40 0 0,-1 0 0,41 0 16,-40 0-16,-1 0 15,41 0-15,-40 0 0,-1 40 0,1-40 0,0 0 16,-1 0-16,-39 0 0,-1 0 16,1 0-16,-1 0 0,1 0 0,-41 0 0,41 0 15,-41 0-15,40 0 16,-39 0-16,39 0 0,-39 0 0,-1 0 0,0 0 15,1 0-15,-41 0 0,41 0 0,-41 0 0,0 0 16,0 0-16,1 0 0,-41 0 16,0 0-16,0 0 0,0 0 0,0 0 0,0 0 15,0 0 1,-40-40-16,-40 40 31,0 0-31,0-40 0,-40 40 0,40 0 0</inkml:trace>
  <inkml:trace contextRef="#ctx0" brushRef="#br0" timeOffset="11809.31">24517 6537 0,'0'0'0,"0"-41"0,-40 41 15,40-40 1,-40 40-16,0 0 0,0 0 31,0 0-15,40 40-1,-41-40-15,1 0 16,0 0-16,40-40 47,0 0-31,-40 40 93,0 0-93,80 0 46,-80 0-15,0 0-31,40 40-16,-40-40 15,40-40 16,0 0-15,40 40 0,-40 40 15,0 0-31,40-40 16,-40 40-16,0 1 15,-40-41 16,0 0-31,40-41 16,-40 41-16,40-40 0,0 0 31,0 80 1,40-40-17</inkml:trace>
  <inkml:trace contextRef="#ctx0" brushRef="#br0" timeOffset="12509.26">25721 6416 0,'40'0'62,"-80"0"17,40 40-79,-40-40 15,40-40 16,0 0-31,0 0 16,40 40 15,-40 40 1,0 0-32,-40-40 15,0 0 1,0 0-16,0 0 15,40-40 17,0 0-32,40 40 0,-40-40 15,40 40-15,0 0 16,-40 40 0,0 0-1,0 0-15,-40 0 0,40 0 0,-40-40 16,-41 0-16,81 41 15,-40-41-15,40 40 0,-40-40 0,0 0 0,0 0 16,0-40-16,0 40 16,40-41-16</inkml:trace>
  <inkml:trace contextRef="#ctx0" brushRef="#br0" timeOffset="13459.2">22431 6456 0,'0'0'0,"0"40"63,40-40-48,0 0-15,-40 41 16,0-1 46,-40-40-46,0 0 0,0 0-16,80 0 47,0 0-32,-40-40-15,40 40 0,0 0 31,-80 0 1,0 0-17,0 0 1,0 0 0,40-41 15,40 41-16,-40 41 1,0-1 0,0 0-1,-40-40 1,-1 0-16,1 0 16,0 0-1,40-40-15,0 0 16,40-1-1</inkml:trace>
  <inkml:trace contextRef="#ctx0" brushRef="#br0" timeOffset="15489.15">23675 4812 0,'0'-40'32,"40"0"-1,-40 0 16,-40 40-32,-1 0 17,1 40 77,0 0-93,0-40-1,0 0-15,40 40 0,0-80 47,0 0-31,40 40-16,-40-40 15,0 80 17,0 0-1,-40-40 0,40-40 16,40 40-31,-40 40 15,0 0 0,40-40 63,-40 40-78,40-40-16,-40 40 0,0 0 15,40 0-15,1 1 16,-41-1-16,0 0 15,0 0-15,40 0 0,-40 0 16,0 0-16,0 0 0,0 0 16,0 1-1,0-1-15,0 0 16,0 0 0,40 0-16,-40 0 15,40 0 1,-40 0-16,0 0 15,40-40-15,-40 40 0,0 1 32,0-1-32,40 0 31,-40 0-31,0 0 16,0 0-1,0 0 1,0 0-1,0 0-15,0 1 16,0-1 15,0 0-15,0 0 0,0 0-1,0 0 1,0 0-1,0 0 1,0 0 0,0 0 31,0 1 15,0-1-31,-40-40 16,40 40-31,0-80 62,0 0-78,0-1 31,0 1 0,-40 0-31,0 0 16,40 0-16</inkml:trace>
  <inkml:trace contextRef="#ctx0" brushRef="#br0" timeOffset="16489.04">23474 4932 0,'0'0'15,"40"0"1,0 0 15,0 0-15,-40 40-1,-40-40 17,40-40-1,0 0-16,0 0-15,0 0 16,40 0 0,0 40-1,-40 40 1,41 0 0,-41 0-16,0 0 15,0 0 1,-41-40-1,1 0-15,0 0 16,0-40 0,40 0-16,0 0 15,0 0 1,40 0-16,0 40 31,0 40-15,1-40-1,-41 40 1,0 0-16,-41-40 0,41 40 16,-40-40-1,0 0-15,40-40 16,-40 40 0,40-40-16,0 0 0,0 0 31,40 40-16,0 0 1,-40 40-16,40-40 16,-80 0 15,0 0 0,120 0 16</inkml:trace>
  <inkml:trace contextRef="#ctx0" brushRef="#br0" timeOffset="17589.03">24397 4331 0,'0'0'0,"0"40"16,40-40 15,-40-40-31,0 0 32,40 40-32,0 0 15,-40-40-15,40 40 16,-40-41-16,40 1 0,-40 0 15,41 0-15,-41 0 0,0 0 16,40 0-16,-40 0 16,0 0-16,0 0 31,-40 120 31,40-40-62,0 0 0,0 0 0,-41 0 16,41 0-16,0 0 0,0 0 0,0 1 0,0-1 16,-40 0-16,40 0 0,0 0 15,0 0-15,0 0 0,0 0 0,0 0 16,0 1 0,0-1-16,0 0 15,0-80 16,0 0-31,0-1 16,0 1 0,40 40-16,-40-40 0,41 0 15,-1 40 1,-40-40-16,40 40 16,0 0-1,-40-40 1,40 40-16,0 0 15,-40 40 1,40-40-16,-40 40 0,0 0 16,40-40-1,-40 40-15,0 0 16,41-40-16,-41 41 16,40-41-1,-40 40 1,40-40-16,0 0 0,-40 40 15</inkml:trace>
  <inkml:trace contextRef="#ctx0" brushRef="#br0" timeOffset="18348.91">25681 3809 0,'-40'0'31,"40"41"16,-80-41-47,39 0 0,41 40 16,0 0-16,0 0 0,0 0 15,0 0-15,-40 0 0,40 0 0,0 40 16,0-39 0,0-1-16,40 0 0,-40 0 0,41-40 0,-41 40 15,40-40-15,-40 40 0,40-40 16,0 40-16,0-40 0,0 0 15,0 0-15,0 0 0</inkml:trace>
  <inkml:trace contextRef="#ctx0" brushRef="#br0" timeOffset="18698.89">26122 3970 0,'-40'-40'16,"80"80"-16,-80-40 31,40 40-31,40 40 16,-40-40-1,40 0-15,-40 41 16,0-41-16,0-80 47,41 40-47,-41-41 15,40 1-15,0 0 0,-40 0 16,40 40 0,-40 40-1,0 0 1,40 0-16,-40 1 16,0-1-16,0 0 15</inkml:trace>
  <inkml:trace contextRef="#ctx0" brushRef="#br0" timeOffset="18928.95">26684 3850 0,'0'0'31,"40"40"-16,0 0-15,0 0 16,-40 0 0,41 0-16,-41 0 0,0 0 0,0 0 15,0 0-15,-41 1 0,41 39 16,-80-40-16,40 0 0,0 40 0,-40-40 0,-1 41 16,-39-1-16,0-40 15,-1 40-15</inkml:trace>
  <inkml:trace contextRef="#ctx0" brushRef="#br0" timeOffset="22418.68">7062 7459 0,'0'40'110,"-40"0"-110,40 0 0,0 0 15,0 1-15,0-1 16,0 0-16,0 0 0,0 0 16,0 0-16,40-40 15,-40 40-15,40-40 0,0 0 0,1 0 16,-1 0 0,0-40-16,0 0 0,0 0 15,-40 0-15,40 0 16,-40 0-16,0-1 0,0 1 0,0 0 15,0 0-15,0 0 0,-40 40 16,40-40-16,-40 40 16,0 0-16,0 0 15,0 40-15,40 0 16,-41-40-16,41 40 0,-40-40 0,40 40 16</inkml:trace>
  <inkml:trace contextRef="#ctx0" brushRef="#br0" timeOffset="22888.71">9831 6938 0,'0'0'0,"40"0"31,0 0-31,-40 80 63,0-40-63,0 0 0,0 40 15,0-40-15,0 0 0,0 1 0,0-1 0,0 0 16,0 0-16,0 0 16,0 0-16,0 0 0,0 0 0,0 0 15</inkml:trace>
  <inkml:trace contextRef="#ctx0" brushRef="#br0" timeOffset="23378.6">12158 7258 0,'-40'0'16,"40"-40"-1,0 0-15,40 40 16,41-40-16,-41 40 0,0 0 15,0 0-15,0 0 16,0 0-16,-40 40 0,40-40 0,-40 80 0,40-39 16,-40-1-16,0 0 15,0 0-15,0 0 0,0 0 0,0 0 0,-80 0 16,80 0-16,-40 1 16,40-1-16,-40 0 0,0 0 15,80-40 1,0 0-1,40-40-15,-40 40 0,-40-40 16,41 40-16,-1 0 0,0 0 16,0-40-16,0-1 0</inkml:trace>
  <inkml:trace contextRef="#ctx0" brushRef="#br0" timeOffset="23938.65">14004 7098 0,'-80'-40'31,"40"40"-31,0 0 0,-41 0 15,41 40-15,0 0 16,40 40-16,0 81 16,0-121-16,40 0 0,0 0 15,41 40 1,79-80 15,-40-80-15,-39-40-1,-81 80 1,-40 40 0,-1 0-1,41 40-15,-40 0 32,40 0-17,-40-40 110</inkml:trace>
  <inkml:trace contextRef="#ctx0" brushRef="#br0" timeOffset="24548.55">13723 6857 0,'0'-40'16,"40"0"31,0 40-32,1 0-15,-1 0 16,0 0-16,0 0 15,0 0-15,0 0 0,0 40 16,0-40-16,-40 40 0,0 1 16,0-1-1,0 0-15,-40 0 0,40 0 0,-40 0 0,0-40 16,0 40-16,0 0 16,40 0-16,-40 0 0,0 1 0,-1-41 0,41 40 15,-40 0-15,0 0 16,40 0-16,-40-40 0,40 40 0,0 0 15,-40 0-15,40 0 0,0 1 16,40-41 0,0 0-1,40 40-15,-39-40 16,-1 0-16,0 40 16,0 0-1,-40 0-15,0 0 16,0 0-16,0 0 0,-40-40 15,40 40-15,-40-40 0,40 40 16,-40-40-16,-1 41 0,1-41 0,0 0 0,0 0 16,0 0-16,0 0 15,0 40-15,0-40 0,-1 0 0,-39 0 0,40 0 16,0-81-16,0 81 0,0-40 16,0 40-16,-1-40 0</inkml:trace>
  <inkml:trace contextRef="#ctx0" brushRef="#br0" timeOffset="25378.57">9349 4251 0,'0'-41'31,"41"41"-15,-1 0-16</inkml:trace>
  <inkml:trace contextRef="#ctx0" brushRef="#br0" timeOffset="25548.49">9470 4291 0,'-40'0'0,"0"0"16,40-40-1,-41 40-15,41-41 32,-40 41-32</inkml:trace>
  <inkml:trace contextRef="#ctx0" brushRef="#br0" timeOffset="25688.55">8707 4411 0,'0'0'0,"-80"-40"31</inkml:trace>
  <inkml:trace contextRef="#ctx0" brushRef="#br0" timeOffset="25828.54">8467 4331 0,'-81'80'16,"162"-160"-16,-202 160 0,81-80 15,0 0-15,0 40 16,-40-40 0,40 0-1,40-40 1</inkml:trace>
  <inkml:trace contextRef="#ctx0" brushRef="#br0" timeOffset="26878.44">6179 4451 0,'0'0'0,"0"-40"47,41 40-47,-1-40 16,0 40-16,-40-40 0,40 40 15,-40-40-15,40 40 0,-40-40 16,40 40-16,-40-41 0,40 1 16,-40 0-1,0 0-15,0 0 0,0 0 0,0 0 32,0 80 30,0 0-62,0 0 16,0 0-16,0 0 15,0 0-15,40 1 16,-40-1-16,0 0 0,41 0 16,-41 0-16,40 0 15,-40 0-15,0 0 0,40 0 16,-40 1-16,0-1 0,40-40 0,-40 40 15,0 0 1,0 0-16,-40-40 94,0 0-94,0 0 15,-1 0 1,1 0 0,0 0-16,0 0 15,40 40 32,0-80-31,40 40-1,0 0-15,0 0 16,1-40-16,-1 40 0,40-40 0,-40 40 0,0 0 16,40-40-16,-39 40 15,-1 0-15,0 0 0,0 0 0,0 0 0,-40-40 16,40 40-16,0 0 0,-40 40 47</inkml:trace>
  <inkml:trace contextRef="#ctx0" brushRef="#br0" timeOffset="28518.31">23394 6817 0,'40'0'15,"-80"0"32,0 0-31,40 40 0,-41 1-16,1 39 0,40-40 15,-40 0 1,40 0-16,0 0 0,0 0 0,-40 0 0,40 0 15,0 1-15,0-1 0,0 0 0,40 0 16,40-40-16,-80 40 16,41-40-16,-1 0 0,0 0 0,0 0 0,0 0 15,0-40-15,0 40 16,0-80-16,1 80 0,-41-40 0,40-1 0,0 1 16,-40 0-16,0 0 15,0 0-15,0 0 0,0 0 16,-40 40-16,40-40 0,-40 40 0,40-40 0,-41 40 15,1 0-15,0 0 16,0 0-16,0 0 0,0 40 0,0 0 16,40 0-1,-40-40-15,40 40 0</inkml:trace>
  <inkml:trace contextRef="#ctx0" brushRef="#br0" timeOffset="30338.22">22631 4732 0,'0'40'0,"40"-40"63,-40-40-63,41 40 0,-41-40 15,40 40-15,-40-40 0,40 0 16,-40-1-16,40 1 0,-40 0 16,0 0-1,0 0 1,0 80 140,0 0-156,0 0 16,0 0-16,0 1 0,0-1 0,0 0 15,0 0 1,0 0-16,0 0 0,0 0 16,0 0-16,0 0 15,80-40 1,-120 0 46,40 40-46,-40-40 0,0 41-16,0-41 0,40 40 0,-40-40 15,-1 0-15,1 40 0,0-40 16,40 40-16,-40-40 15,0 0-15,80 0 47,0-40-31,0 40-16,-40-40 16,40 40-16,1 0 15,-1 0-15,0-40 0,40 40 0,-40 0 16,0 0-16,0-41 0,1 41 0,-1 0 15,0 0-15,0 0 16,-40 41 78,-40-41-94</inkml:trace>
  <inkml:trace contextRef="#ctx0" brushRef="#br0" timeOffset="40977.61">3090 10948 0,'-40'0'15,"-1"0"1,1 0-16,0 0 0,40-40 15,0 0 1,-40 40 0,40-40-16,0 0 15,0 0-15,40 40 16,0 0 0,0 0-16,1 0 0,-1 0 15,-40 40-15,40-40 0,-40 40 0,40 0 16,0 0-16,-40 0 0,0 0 15,0 40-15,0 1 0,0-1 0,0 0 0,0 0 16,-40 1-16,40-1 16,-40 0-16,40-40 0,0 0 0,0 40 0,-40-40 15,0 1-15,40-1 16,0-80 0,0-1-1,0 1-15,40 40 16,-40-40-16,40 0 0,-40 0 0,40 0 0,0-40 15,-40 40-15,40 0 0,0-1 16,0 1-16,1 0 0,39 0 0,-40 0 0,0 0 16,0 0-16,0 40 15,1-40-15,-1 0 0,0 40 0,-40-41 0,40 1 16,0 40-16,-40-40 0,40 40 16,-40-40-16,40 40 0,-40-40 15,-40 40 16,0 0-31,0 0 0,0 40 16,0-40-16,0 40 0,-1 0 16,1 0-16,40 1 0,-40-1 0,0 0 15,40 0 1,0 0-16,0 0 0,0 0 0,0 0 0,0 0 16,40-40-16,-40 81 0,0-41 0,40 0 0,-40 0 15,40 0-15,1-40 0,-41 40 16,40 0-16,-40 0 0,40-40 0,0 40 0,0 1 15,0-41 1</inkml:trace>
  <inkml:trace contextRef="#ctx0" brushRef="#br0" timeOffset="41277.55">4574 10948 0,'0'0'16,"-40"0"-16,0-40 16,0 40-16,0-40 15,0 40 1,-40 200 0,39 1 15,41-161-31,0 40 0,0-40 0,41 121 31,39-1-15,0-120-1,-40 0-15</inkml:trace>
  <inkml:trace contextRef="#ctx0" brushRef="#br0" timeOffset="41647.55">4855 11269 0,'0'-80'16,"0"40"-16,40 40 31,-40 40-15,41-40-16,-41 40 0,40 0 0,-40 0 15,0 0-15,0 0 0,0 0 16,0 1-16,0-1 0,0 0 15,0-80 17,0 0-17,40 40-15,-40-41 0,40 1 0,0 0 16,-40 0-16,40 40 16,-40-40-16,40 40 0,0 0 15,-40 40-15,41 0 16,-41 0-1,0 0-15,0 1 0,0-1 16,0 0-16,0 0 16,0 0-16,0 0 15,-41-40-15,41 40 16</inkml:trace>
  <inkml:trace contextRef="#ctx0" brushRef="#br0" timeOffset="41917.58">5457 10868 0,'0'-40'16,"40"40"-16,0 0 15,-40 40-15,41 40 16,-1-40-1,-40 40-15,0-39 0,0-1 0,0 0 0,0 40 16,0-40-16,0 40 0,0-40 16,-40 41-16,40-41 0,-41 40 0,41-40 0,-40 40 15,40-40-15,-40 41 16,0-41-16,40 0 0,-40 0 0,0 0 0,40 0 16,-40 0-16,0-40 0</inkml:trace>
  <inkml:trace contextRef="#ctx0" brushRef="#br0" timeOffset="42357.56">6902 11349 0,'0'0'16,"0"-40"0,0 0-1,80-40 1,-40 80-16,40-40 16,-40 40-16,121-40 15,0 40 1,-121 0-1,0 0-15,0 40 0</inkml:trace>
  <inkml:trace contextRef="#ctx0" brushRef="#br0" timeOffset="42557.55">7223 11790 0,'-121'40'15,"242"-80"-15,-282 121 0,121-81 16,0 0-16,120 0 16,-40 0-1,161 0 1,-81 0 0,-79 0-16,79 0 15,-80 0-15</inkml:trace>
  <inkml:trace contextRef="#ctx0" brushRef="#br0" timeOffset="44267.45">9590 10627 0,'0'0'0,"-40"-40"0,0 40 16,0 0-16,0 0 16,0 0-16,-1 40 0,1-40 0,0 40 0,0 1 15,0-1-15,0 40 16,0-40-16,40 0 0,0 0 0,-40 0 0,40 40 16,0-39-16,0-1 0,0 0 0,80 0 0,-80 0 15,40 0-15,-40 0 0,40 0 16,-40 0-16,0 1 0,0-1 0,0 0 0,0 0 15,0 0-15,0 0 16,0 0-16,0 0 0,-40 0 0,-40 0 16,40 1-16,-1-1 0,1-40 15,40 40-15,-40-40 0,0 0 0,0 0 0,0 0 32,40-40-32,0 0 0,0-1 15,0 1-15,40 40 16,0 0-1,0 40-15,0 1 16,-40-1-16,40 0 16,1 0-16,-41 0 0,40 0 0,-40 0 15,0 0-15,40-40 0,-40 40 16,0 1-16,40-1 0,-40 0 0,40 0 16,0 0-16,-40 0 0,40 0 15,0-40 1,-40 40-16,41-40 0,-1 40 0,0-40 15,0 0 1,0 0-16,0 0 0,0-40 31,-40 0-31</inkml:trace>
  <inkml:trace contextRef="#ctx0" brushRef="#br0" timeOffset="44927.34">10794 10948 0,'0'-40'0,"0"80"0,0-120 31,-40 80-15,40 40-16,-40 0 15,40 0 1,-40 0-16,-1 0 0,41 1 0,-40-1 0,0 40 15,0-40-15,40 40 0,-40-40 16,40 0-16,0 1 0,0-1 0,0 0 0,40 0 16,-40 0-16,80-40 15,-40 40-15,1-40 0,-1 0 0,0 0 0,0 40 16,0-40-16,0 0 0,0 0 16,41 0-16,-81-80 0,40 80 0,0-40 0,0 40 15,-40-40-15,40 40 0,-40-40 0,0 0 0,0-1 16,0 1-1,0 0-15,0 0 0,-40 0 0,0 0 16,0 40-16,0-40 16,0 40-16,-1 0 0,1-40 0,0 40 15,0 0-15,0 0 16,80 0 0</inkml:trace>
  <inkml:trace contextRef="#ctx0" brushRef="#br0" timeOffset="45197.32">11958 11630 0,'0'40'16,"0"0"0,40-40-1,-40 40-15,0 0 16,0 0-16,0 1 0,0-1 0,0 0 0,0 0 16,-80 0-16,80 0 0,-41 0 0,41 0 0,-40 0 15,0-40-15,0 41 16,0-1-16</inkml:trace>
  <inkml:trace contextRef="#ctx0" brushRef="#br0" timeOffset="45497.31">12640 10667 0,'0'0'0,"-40"-40"15,40 80 1,0 1 0,0-1-16,0 0 0,40 0 0,-40 0 15,0 40-15,40-40 0,-40 40 16,0-39-16,0 39 0,0-40 0,0 0 0,0 40 15,0-40-15,0 0 16,0 41-16,0-41 0,0 0 0,0 0 0,0 0 16,0 0-16</inkml:trace>
  <inkml:trace contextRef="#ctx0" brushRef="#br0" timeOffset="45727.28">13482 11750 0,'0'0'0,"0"40"31,0 0-15,41 1-16,-41-1 0,0 0 15,0 0-15,-81 0 16,81 0-16,-80-40 15,40 40-15</inkml:trace>
  <inkml:trace contextRef="#ctx0" brushRef="#br0" timeOffset="46057.34">14646 10627 0,'-40'0'16,"40"40"-16,0 1 15,0-1 1,40 0-16,-40 0 0,0 0 0,80 40 16,-80-40-16,0 40 0,0-39 15,0-1-15,0 40 0,0-40 0,0 0 0,0 0 16,-40 0-16,40 0 16,0 1-16,0-1 0,-40 0 0</inkml:trace>
  <inkml:trace contextRef="#ctx0" brushRef="#br0" timeOffset="46337.33">15449 11510 0,'40'0'16,"0"40"0,-40 0-1,40-40-15,-40 120 32,-40 81-17,-80-161-15,79 0 0,-119 40 31,160-40-31</inkml:trace>
  <inkml:trace contextRef="#ctx0" brushRef="#br0" timeOffset="46777.3">16773 10667 0,'-121'41'15,"242"-82"-15,-402 282 16,281-121-16,0 41 15,0-121-15,40 0 16,0 0-16,81 40 16,-81-80-1,0 0-15,80-40 16,-80 0-16,0 0 0,1-80 16,-1 80-16,-40-121 31,-81 121-31,81 0 0,-40 40 0,-120-120 31,80 120-15,39 0-1</inkml:trace>
  <inkml:trace contextRef="#ctx0" brushRef="#br0" timeOffset="47427.18">18298 10106 0,'0'40'16,"40"-40"0,0 0-16,40 0 15,-40 40 1,0-40-16,1 80 15,-41-40-15,40-40 0,-40 41 16,0 119 0,-40-80-1,40-40-15,0 41 16,0-41-16,0 0 0,0 0 16,40-40-16,40 40 31,-40-40-31,0 0 15,-40-40 1,40 40-16,-40-80 31,0 120 1,-40-40-32,40 40 15,0 0-15,0 0 0,-40 0 0,40 0 16,0 0-16,-40 41 15,40-41-15,-40 0 0,40 40 0,0-40 0,0 40 16,-40-40-16,40 41 0,0-41 16,-40 40-16,-1-40 0,41 0 0,-40 40 0,0-40 15,0 1-15,40-1 16,-40 0-16,-40 0 0,40-40 0,-1 40 0,1-40 16,-40 40-16,40-40 0,-40 0 0,39 0 0</inkml:trace>
  <inkml:trace contextRef="#ctx0" brushRef="#br0" timeOffset="49417.15">10714 12673 0,'40'0'0,"-40"40"125,0 0-125,0 0 16,0 0-16,0 0 16,0 0-16,0 0 0,0 1 0,0-1 0,0 0 15,0 40-15,0 0 0,0-40 0,0 40 0,0 1 16,0-1-16,0-40 15,0 40-15,0 0 0,0-39 0,0 39 0,0-40 16,0 40-16,40-40 0,-40 0 16,0 0-16,40 0 0,-40 1 0,40-41 31,-40-41-15</inkml:trace>
  <inkml:trace contextRef="#ctx0" brushRef="#br0" timeOffset="50047.04">10633 13034 0,'0'0'16,"0"-40"15,-40 40 63,40 40-94,-40 0 16,40 0-1,-40 0-15,40 0 0,-40 0 0,0-40 16,40 40-16,-40-40 16,40 40-16,-40 0 15,40-80 16,0 0-15,40 40-16,-40-40 0,0 0 16,40 0-16,-40 0 0,80 0 0,-40 0 15,-40 0-15,40-1 16,-40 1-16,40 40 0,-40-40 16,41 40-16,-1-40 15,0 40 1,0 0 15,0 40-31,0 0 16,0-40-16,-40 40 0,41 1 15,-1-1-15,0 0 0,0-40 0,0 40 0,0 0 16,0-40-16,0 0 16,1 40-16,-1-40 0,0 40 0</inkml:trace>
  <inkml:trace contextRef="#ctx0" brushRef="#br0" timeOffset="53276.84">3170 15440 0,'-40'0'0,"80"0"31,-40-40-31,40 40 0,0-40 15,0 40-15,0-40 16,1 0-16,-1 40 0,0-41 16,-40 1-1,40 40-15,-40-40 0,40 40 0,-40-40 0,40 0 16,-40 0-16,40 0 0,-40 0 0,41 0 0,-41-41 16,40 41-16,-40 0 0,0 0 15,0 0-15,0 0 0,0 0 0,0 0 16,-40 0-1,-1-1-15,1 41 16,40 41 31,0 39-47,0-40 0,0 0 16,0 0-16,0 40 0,0-40 0,0 41 0,0-1 15,0-40-15,0 40 0,0 0 16,-40-40-16,40 1 0,0 39 0,-80-40 0,80 40 15,0-40-15,0 0 16,0 0-16,0 0 0,-40 1 0,40-1 0,0 0 16,0 0-1,0-80 32,40 0-47,-40 0 16,0-1-16,40 41 0,-40-40 15,0 0-15,40 0 0,0 0 0,0 0 16,1 40 0,-1 0-1,0 0 1,0 0-16,-40 40 0,40-40 16,-40 40-16,40 0 0,-40 0 0,40 0 0,-40 1 15,0-1 1,0 0-16,0 0 0,0 0 0,0 0 0,0 0 15,0 0-15,0 0 16,-40 1-16,40-1 0,0 0 0,0 0 16,0 0-1,0 0-15</inkml:trace>
  <inkml:trace contextRef="#ctx0" brushRef="#br0" timeOffset="53576.9">4775 15199 0,'-40'0'0,"80"0"0,-120-40 15,40 40-15,0 0 0,-1 0 16,1 40-16,0 121 31,0-121-31,40 40 0,0 80 16,0-79-16,0 39 15,0-80-15,40 0 0,-40 0 0,40 41 16,-40-41-16,40 80 16,1-80-1,-1-40-15</inkml:trace>
  <inkml:trace contextRef="#ctx0" brushRef="#br0" timeOffset="53986.84">5016 15640 0,'-40'0'15,"40"-40"-15,0 0 16,40 40 15,80 161-15,-80-121-1,-40 0-15,0 0 0,0 0 0,-40 80 16,40-79 15,0-82-15,40 1-1,41-80 1,-41 120-16,0-80 16,0 80-16,0 0 31,-40 40-31,0 0 0,0 0 16,0 0-16,0 0 0,0 0 15,-40 1-15,40-1 0,0 0 16,-40-40-16,40 40 0,-40 0 0,40 0 0,-40-40 15,40 40-15,-41-40 16,41 40-16,-40-40 0</inkml:trace>
  <inkml:trace contextRef="#ctx0" brushRef="#br0" timeOffset="54276.78">5858 15400 0,'0'0'0,"0"40"31,0 40-31,41 40 16,-41-79-16,40 159 31,-40-160-31,0 0 0,0 0 0,-201 161 31,0-1-15,121-159-1,0-1-15</inkml:trace>
  <inkml:trace contextRef="#ctx0" brushRef="#br0" timeOffset="54576.84">6942 15761 0,'-40'0'0,"0"0"0,-1 0 31,41-40-15,81 40-1,-1-40-15,-40 40 0,161-41 16,-161 41-16,40 0 0,41 0 31,-81 0-31,40 0 16,-40 0-16</inkml:trace>
  <inkml:trace contextRef="#ctx0" brushRef="#br0" timeOffset="54776.83">7223 16162 0,'-81'40'16,"122"-40"-1,39 0 1,-40-40-16,201 0 31,-81-40-15,-120 39-1,1 41-15,-1 0 0</inkml:trace>
  <inkml:trace contextRef="#ctx0" brushRef="#br0" timeOffset="57266.68">13362 14919 0,'0'-41'31,"0"1"-15,-40 40-16,40 40 78,0 1-47,0-1-31,0 0 0,0 40 16,0-40-16,0 0 0,0 0 0,0 41 0,0-41 16,0 0-16,0 0 0,0 0 15,0 0-15,0 0 0,0 0 0,0 0 16,0 0-1,0 1 1,0-82 15,0 1-15,0 0-16,0 0 0,0 0 0,0 0 0,0 0 16,0 0-16,0 0 0,0 0 0,0-1 0,0 1 15,0 0-15,0 0 16,0 80 15,0 0-15,0 0-1,0 1-15,0-1 0,0 0 16,0 0-16,0 0 0,0 0 0,0 0 16,0 0-1,0 0-15,-40-40 16,40-40 15,0 0-15,40 40-16,-40-40 0,0 0 0,0 0 15,0 0-15,0 0 16,0 0-16,0-1 0,0 82 31,0-1-15,0 0-16,0 0 0,0 0 0,0 0 15,0 0-15,0 0 16,0 0-16,0 0 16,0 1-1,-40-41-15,40 40 0</inkml:trace>
  <inkml:trace contextRef="#ctx0" brushRef="#br0" timeOffset="57826.58">12600 15761 0,'0'40'47,"0"0"-31,0 0-1,0 0-15,0 0 16,-81 0-16,41 1 31,0-41-31,0 0 0,40 40 16</inkml:trace>
  <inkml:trace contextRef="#ctx0" brushRef="#br0" timeOffset="58376.62">11877 15400 0,'-40'-40'0,"0"40"16,0 0-16,0 0 16,0 0-16,0 0 15,0 40 1,40 0-16,0 0 16,0 0-16,0 0 0,0 0 15,0 0-15,0 1 0,0-1 16,40-40-16,-40 40 0,40 0 15,0-40 1,0 0-16,0 0 0,0-40 16,0 0-1,-40 0-15,0-1 0,41 41 0,-41-40 16,0 0-16,0 0 0,0 0 0,0 0 16,-81 40-16,81-40 0,0 0 15,-40 40-15,0 0 16,0 0-1,40 40-15,0 0 16,-40-40 0,40 40-16</inkml:trace>
  <inkml:trace contextRef="#ctx0" brushRef="#br0" timeOffset="58736.6">14044 15761 0,'0'-40'16,"0"80"-16,-40-120 15,40 160 1,0-40 0,-40 120 15,0-120-31,-40 1 0,80-1 0,-41-40 15,1 40-15,0 0 16</inkml:trace>
  <inkml:trace contextRef="#ctx0" brushRef="#br0" timeOffset="59186.53">15368 15119 0,'-120'0'31,"240"0"-31,-280 0 0,120 0 0,40 40 0,-80 40 31,80 1-31,40 79 31,0-120-31,120 0 16,-39-80 15,-41-40-15,-80 0-1,-40 0 1,-121-1 0,121 81-1,-80 0 1,80 40 0,40 41-16</inkml:trace>
  <inkml:trace contextRef="#ctx0" brushRef="#br0" timeOffset="59596.47">16532 15761 0,'-40'0'0,"40"40"47,0 0-32,-40 0-15,40 0 0,-80 0 0,39-40 16,1 40-16,0 1 15,0-41-15,0 40 0,0-40 0</inkml:trace>
  <inkml:trace contextRef="#ctx0" brushRef="#br0" timeOffset="60006.48">17575 15239 0,'-80'0'0,"160"0"0,-320 41 31,240-1-31,-41-40 0,41 120 16,41 0 0,79 1 15,0-121-31,-80 0 16,1-41-1,-82-119 1,-119 80 15,-41 80-15,161 0-16,0 0 15,0 40-15</inkml:trace>
  <inkml:trace contextRef="#ctx0" brushRef="#br0" timeOffset="60626.45">11035 15961 0,'0'40'0,"0"1"31,-40-1-15,0 0-1,-1 0-15,1-40 0,40 40 0,-40 0 0,0 0 16,0-40-16,0 40 0,0-40 16,-1 40-16,1-40 0</inkml:trace>
  <inkml:trace contextRef="#ctx0" brushRef="#br0" timeOffset="61126.38">9751 15640 0,'-40'-40'0,"-1"40"15,1 0-15,0 0 0,0 0 16,40 40-16,-40-40 16,-40 121-1,80-1 1,80-40 15,40-80-15,-80 0-16,1 0 15,-41-40-15,40 40 0,0-40 16,-40 0-16,0-120 31,-40 160-31,0-81 0,-1 81 0,1-40 31,-40 40-15,80 40 0</inkml:trace>
  <inkml:trace contextRef="#ctx0" brushRef="#br0" timeOffset="61856.41">9470 14678 0,'0'0'15,"-40"0"-15,0-40 16,-1 40-1,1 0 1,-80 80 0,40 121-1,40-1 1,80 1 15,0-1-15,-40-160-16,-80 121 15,80-121-15,-81 120 32,1-160-32,80 40 0,-40-40 0,40 40 15,0-80 1,0 0 0,40-40 15,0 80-31,0 120 31,0 81-15,-40-121-1,41 161 1,79-41 0,0-79-1,121-121 16,-161 0-31</inkml:trace>
  <inkml:trace contextRef="#ctx0" brushRef="#br0" timeOffset="62536.37">18097 14638 0,'40'-40'31,"-80"80"-31,120-80 0,-40 40 15,81 40 1,79 80 15,-119 81-15,-81-81-16,-40 121 31,40-161-31,0 0 31,120-40-15,0-40 0,-80-40-1,-80 40 1,40 80 0,-80 0-1,0 81 1,40 39 15,0-79-31,-161 119 31,121-200-31,-161 81 16</inkml:trace>
  <inkml:trace contextRef="#ctx0" brushRef="#br0" timeOffset="63126.25">13121 16322 0,'40'-40'15,"-40"0"-15,0 0 31,41 40-15,-41 40 0,0 40-1,0-40-15,0 0 0,40 1 16,-40 39-16,0-40 0,0 40 0,0-40 0,0 40 16,0 1-16,0-41 0,0 40 15,0 0-15,0-40 0,0 0 0,0 41 0,0-41 16,0 0-16,0 0 15,0 0-15,0 0 0,0 0 16</inkml:trace>
  <inkml:trace contextRef="#ctx0" brushRef="#br0" timeOffset="63567.02">13161 16563 0,'0'-40'16,"0"80"-16,0-120 16,0 120-1,-40-40 1,40 40-16,-40-40 15,40 40-15,-40 0 0,0-40 0,40 40 16,0 0-16,-40-40 16,40-40-1,0 0 1,40 40-16,-40-40 0,40 0 16,-40 0-16,40 0 0,-40 0 15,0-1-15,40 1 0,0 40 16,-40-40-16,41 0 15,-1 40-15,0 0 16,0 0 0,-40 40-16,40 0 15,-40 0-15,40-40 0,-40 41 0,0-1 0,40-40 16,0 40-16,1 0 0,-1 0 0,0-40 0,40 40 16,-40-40-16,40 40 15,-39-40-15,39 40 0</inkml:trace>
  <inkml:trace contextRef="#ctx0" brushRef="#br0" timeOffset="85853.61">20826 10266 0,'40'0'31,"-40"-40"32,40 0-48,0 40-15,0 0 0,0 0 16,0 0 0,0 0-16,-40 40 0,41-40 0,-41 40 0,0 0 15,40 1-15,-40 39 0,0-40 16,0 0-16,0 0 0,-40 40 0,40-40 0,-41 1 16,41-1-16,-80 0 15,40 40-15,40-40 0,-40 0 0,0 0 0,40 0 16,-40-40-16,40-40 15,40 0 1,-40 0-16,40 0 0,0 0 0,-40 0 0,80 0 16,-80 0-16,40-41 15,1 41-15,-41 0 0,40 0 0,0 0 0,0 0 16,0 0-16,-40 0 16,40 40-16,-40-41 0,40 41 0,-40-40 0,40 0 15,-40 0 1,-40 40 15,40 40-15,-40-40-16,40 40 0,-40-40 0,0 40 0,0 1 15,40-1-15,-40 0 16,40 0-16,0 0 0,0 0 0,0 0 16,0 0-16,0 0 15,0 1-15,40-41 0,-40 40 0,40-40 0,-40 40 16,40-40-16,-40 40 0,40-40 0,0 0 15,0 0 1</inkml:trace>
  <inkml:trace contextRef="#ctx0" brushRef="#br0" timeOffset="86093.59">21829 10146 0,'0'-40'0,"-40"40"0,-41 0 15,1 80 17,80 0-32,0 121 31,40-81-31,40 1 31,-39-41-15,-1-40-16</inkml:trace>
  <inkml:trace contextRef="#ctx0" brushRef="#br0" timeOffset="86433.58">21989 10387 0,'0'-81'32,"0"162"-32,0-202 0,40 121 15,1 40 1,-1 121-1,-40-41 17,0-40-17,0-160 1,160-80 15,-80 80-15,-39 80-1,-1 160 1,-40-40 15,-40-80-31,-1 1 32,1-41-32</inkml:trace>
  <inkml:trace contextRef="#ctx0" brushRef="#br0" timeOffset="86633.56">22872 10186 0,'0'40'31,"0"0"0,40 41-31,-40-41 0,0 0 16,0 0-16,0 0 0,0 0 0,-40 0 0,40 0 15,-40 0-15,40 1 0,-40-1 16,40 0-16,-80 0 0,80 0 0,-41-40 0,41 40 16,0 0-1,-40-40-15</inkml:trace>
  <inkml:trace contextRef="#ctx0" brushRef="#br0" timeOffset="86843.49">23273 10467 0,'0'0'16,"0"-40"15,81 40-31,-41 0 16,0 0-16,-40-40 0,40 40 15,0 0-15,0 0 16,0 0-16</inkml:trace>
  <inkml:trace contextRef="#ctx0" brushRef="#br0" timeOffset="87033.54">23233 10828 0,'-40'80'16,"80"-160"-16,-40 160 15,40-160 1,0 40 0,1 40-16,159-80 15,-160 39-15,0 41 16,1-40-16</inkml:trace>
  <inkml:trace contextRef="#ctx0" brushRef="#br0" timeOffset="88113.4">24437 10186 0,'0'40'16,"0"-80"452,-40 40-389,40 40-64,0 0-15,-40-40 0,0 40 0,40 1 16,-41-1-16,41 0 0,-40 0 0,40 0 15,0 0-15,0 0 16,0 0-16,40 0 0,1-40 16,-1 0-1,0 41-15,0-41 0,0 0 0,0-41 16,0 1 0,0 0-16,-40 0 15,41 0-15,-41 0 16,0 0-16,0 0 0,-81 0 15,41-1-15,40 1 0,-40 40 0,0-40 16,0 0 0,40 0-16,-40 40 0,40-40 0,-40 40 0,40-40 15,0 0-15,0 0 16,0 0-16,0-1 0,40 41 0,-40-40 16,40 40-16,0-40 15,0 40-15,0 0 16,0 0-16,-40 40 31,0 0-31</inkml:trace>
  <inkml:trace contextRef="#ctx0" brushRef="#br0" timeOffset="88473.42">25119 9745 0,'0'0'31,"0"-40"-31,-40 80 31,40 0-15,-40 0-16,0 121 31,40-121-31,0 120 16,0-80-16,0 41 15,0-81-15,0 40 32,40-40-32,-40 0 0,40-40 15,0 0 1,0 0-1</inkml:trace>
  <inkml:trace contextRef="#ctx0" brushRef="#br0" timeOffset="88983.42">25360 10106 0,'0'-40'16,"0"0"-16,0 0 31,40 40-31,0 0 16,0 0-1,0 0 1,-40 40 0,0 0-16,41-40 15,-41 40-15,0 0 16,0 0-16,40 0 0,-40 0 0,0 0 15,0 1-15,-40-1 16,40-80 31,0-1-47,0 1 16,40 0-16,0 0 15,-40 0-15,40 40 0,-40-40 0,40 40 16,0-40-16,0 40 0,-40-40 15,40 40 1,1 0 0,-41 40-1,0 0-15,0 0 16,0 0 0,0 0-16,0 0 0,-41 0 0,41 1 15,0-1-15,-40 0 16,40 0-16,-40-40 0,40 40 0,-40-40 15</inkml:trace>
  <inkml:trace contextRef="#ctx0" brushRef="#br0" timeOffset="89303.4">26203 9865 0,'40'0'31,"-80"0"-31,120 0 16,-40 0 0,-40 40-16,80 1 31,0 79-16,-80 40 1,0-120-16,-80 81 16,40-81-16,0 0 0,-40 40 31,40-80-31,-1 40 0,1 0 0,0-40 16</inkml:trace>
  <inkml:trace contextRef="#ctx0" brushRef="#br0" timeOffset="89713.31">27366 10186 0,'0'40'0,"0"-80"0,40 80 31,-40-80-31,40 40 0,-40-40 16,81 40-16,-1 0 15,-40 0-15,0 0 16,0 0-16,0 0 0,1 0 16,-1 0-16,0 0 0,0 0 0,0 0 0,0 0 15,0 0 1</inkml:trace>
  <inkml:trace contextRef="#ctx0" brushRef="#br0" timeOffset="89953.3">27647 9905 0,'-40'0'31,"40"41"-15,0-1-16,0 0 16,0 0-16,0 0 0,0 0 15,0 0-15,0 0 0,0 0 0,0 0 0,0 1 16,0-1-16,0 40 16,0-40-16,0 0 0,0 0 0,0 0 0,0 0 15,-40-40-15,40 41 0,0-1 0,0 0 16,0 0-16</inkml:trace>
  <inkml:trace contextRef="#ctx0" brushRef="#br0" timeOffset="90443.34">28329 10026 0,'-40'0'16,"40"-40"0,0 0-1,40 40-15,81-41 32,39 41-17,-120 121 1,-160 39-1,-41 1 17,121-81-17,80-40 1,121-40 15,-41 0-15,-120 40-16,0 0 15,-80 80 1,0-120 0,40 41-16,-161-1 15,161-40-15,0 40 32,40-80-32,40 0 15</inkml:trace>
  <inkml:trace contextRef="#ctx0" brushRef="#br0" timeOffset="90823.24">29092 10146 0,'-40'40'16,"-1"-40"15,1 40-31,-40 40 16,40 41-1,40-81-15,0 0 0,0 0 16,80-40-16,-80 40 16,40-40-16,0 40 15,41-40 17,-81-160-17,0 120 1,-40 0-16,-1-81 15,1 81-15,0 0 0,0 0 16,40 0-16,-40-40 16,80 40-16,0 40 31,-40-40-31,121 40 16,-81 0-16,0 0 0,0 0 15</inkml:trace>
  <inkml:trace contextRef="#ctx0" brushRef="#br0" timeOffset="91103.24">29453 9785 0,'-40'0'15,"40"40"16,0 40-15,0-39 0,-40-1-16,40 0 0,0 0 0,-41 0 0,41 0 15,0 0-15,0 0 0,0 0 16,0 0-16,0 1 0,0-1 0,0 0 0,41 0 16,-41 0-1,40 0-15,0-40 0,0 0 16,0 0-16,0 0 0,0 0 15,0-40-15,1 0 16</inkml:trace>
  <inkml:trace contextRef="#ctx0" brushRef="#br0" timeOffset="91473.28">29774 10066 0,'40'0'46,"-40"40"-30,0 0-16,0 0 16,0 0-16,0 0 0,0 0 31,0 1-15,0-122-1,40 81-15,-40-40 16,40 40-16,-40-40 0,40 40 0,0 0 15,-40-40-15,41 40 16,-1 0-16,0 0 31,-40 40-31,0 0 16,0 0 0,0 0-16,40-40 0,-40 41 15,0-1-15,0 0 0,0 0 16</inkml:trace>
  <inkml:trace contextRef="#ctx0" brushRef="#br0" timeOffset="91653.19">30336 10266 0,'40'0'31,"0"0"-31,0 0 16,0 0-16,0 0 0,-40-40 16,40 40-16,0 0 15,-40-40 1</inkml:trace>
  <inkml:trace contextRef="#ctx0" brushRef="#br0" timeOffset="91893.25">31098 9905 0,'-40'0'15,"0"0"1,40 41 0,0-1-16,0 0 15,0 0-15,0 0 0,-40 0 0,40 0 16,0 0-16,0 0 0,0 0 0,0 1 0,-41-41 15,41 40-15,0 0 16,0 0-16,-40-40 0,40 40 16</inkml:trace>
  <inkml:trace contextRef="#ctx0" brushRef="#br0" timeOffset="92113.17">31258 9865 0,'41'40'47,"-1"1"-47,0-1 16,-40 0-16,40 0 15,-40 0-15,0 40 0,0-40 0,0 0 0,0 0 16,0 41-16,-40-41 0,40 0 0,-40 0 0,0 40 15,-1-40-15,1 0 0,0-40 16,-40 41-16,40-1 0,-40 0 0,39-40 0</inkml:trace>
  <inkml:trace contextRef="#ctx0" brushRef="#br0" timeOffset="92603.14">27286 12272 0,'-40'40'16,"80"-80"-16,-80 40 31,80 0-31,0 0 16,-40-40-16,40 40 0,0 0 0,0 0 0,1-41 16,-1 41-16,0 0 15,0-40-15,0 40 0,0 0 0,0 0 16,0 0-16,1 0 0,-1 0 0,0 0 0,0 0 15,0 0-15,0 0 0</inkml:trace>
  <inkml:trace contextRef="#ctx0" brushRef="#br0" timeOffset="92853.15">27607 11991 0,'0'0'0,"-40"0"16,0 0 0,40 40 15,80 0-31,-80 0 0,0 0 16,0 0-16,0 1 0,0-1 15,0 0-15,0 0 0,0 0 0,0 0 0,-40-40 16,40 40-16,0 0 0,-40-40 0,40 40 0,0 0 15,-40-40 1</inkml:trace>
  <inkml:trace contextRef="#ctx0" brushRef="#br0" timeOffset="93153.18">28369 11951 0,'40'0'15,"-80"0"-15,40 40 32,-40 0-17,40 0-15,-80 0 16,40 0-16,-40 81 16,80-41-1,120-80 1,40-40 15,1-40-15,-121 80-1,0 0-15,0-41 16</inkml:trace>
  <inkml:trace contextRef="#ctx0" brushRef="#br0" timeOffset="93373.11">28570 12071 0,'0'0'0,"-40"0"0,0 0 0,0 0 0,-1 0 15,41 40 17,0 0-17,41-40-15,-41 40 0,0 1 0,0-1 16,0 0-16,0 0 0,0 0 0,0 0 0,0 0 15,0 0-15,-41-40 16,41 40-16,0 0 0,-40-40 0,40 41 0,-40-41 16,40 40-16</inkml:trace>
  <inkml:trace contextRef="#ctx0" brushRef="#br0" timeOffset="93843.14">29172 12151 0,'0'0'0,"-40"-40"31,0 40-31,0 0 16,-1 80-1,1-39-15,40 39 0,-40-40 16,40 0-16,0 0 16,0 0-16,0 0 15,40-40-15,41 40 32,-41-40-32,0 0 0,-40-40 15,0 0-15,40 0 16,-80-80-1,-40-41 17,39 41-17,41 80 1,41 0-16,79 0 16,-80 0-16,0 40 0,40 0 15,-39 0 1,-1 0-16</inkml:trace>
  <inkml:trace contextRef="#ctx0" brushRef="#br0" timeOffset="94173.12">29734 11750 0,'0'0'16,"-40"0"-1,40-40 1,-41 40-16,1 80 16,-40 1-1,40-1 1,0 40-1,40-80-15,0 121 16,80-161-16,-80 40 0,0 0 16,80 40-1,-40-80 1,-40-40 0</inkml:trace>
  <inkml:trace contextRef="#ctx0" brushRef="#br0" timeOffset="94943.07">29934 11991 0,'0'40'0,"0"-80"62,40 40-46,1 0 15,-1 0-31,-40 40 16,0 0-16,0 0 16,0 0-16,0 0 0,0 1 15,-40-41-15,40 40 0,-41 0 16,41 0 15,0-80-15,41 0-16,-1 0 15,-40-1 1,40 1-16,0 0 0,0 0 0,-40 0 16,40 0-16,0 0 15,0 40 1,-40 40-1,0 0 1,41-40-16,-41 40 0,0 0 0,0 0 16,0 0-1,0 1-15,0-1 0,0 0 16,-41-40-16,41 40 16,0 0-16,0 0 15</inkml:trace>
  <inkml:trace contextRef="#ctx0" brushRef="#br0" timeOffset="95162.99">30616 12232 0,'-40'0'31,"40"-41"-15,81 41-16,-41 0 0,0 0 15,0 0-15,0-40 16,0 40-16,0 0 0,0-40 0,1 40 16,-1 0-1,0 0 1,-40-40 0</inkml:trace>
  <inkml:trace contextRef="#ctx0" brushRef="#br0" timeOffset="95422.97">30937 11911 0,'-40'0'0,"0"0"16,40 40-1,-40-40-15,40 40 16,0 0-16,0 0 0,0 0 0,0 0 15,-40 0 1,40 1-16,0-1 0,0 0 0,-40 0 0,40 0 16,0 0-16,-40 0 0,40 0 15,0 0-15,-40 0 0,40 1 0,-41-41 16,41 40-16,-40-40 16</inkml:trace>
  <inkml:trace contextRef="#ctx0" brushRef="#br0" timeOffset="95673.03">31178 12071 0,'0'0'0,"0"-40"31,40 40-15,-40 80-16,40-40 15,-40 0 1,0 1-16,0-1 0,0 0 0,0 0 0,0 0 16,0 0-1,0 0-15,0 0 0,0 0 0,0 0 16,0 1-16,-40-41 16</inkml:trace>
  <inkml:trace contextRef="#ctx0" brushRef="#br0" timeOffset="96242.93">31941 11670 0,'0'40'16,"0"0"31,0 0-47,0 41 0,40-41 15,-40 0-15,0 0 0,0 0 0,0 0 0,0 0 16,0 40-16,0-39 15,-40-1-15,-1 40 0,-39 0 0,40-40 0,-40 40 16,-41 1-16,1-41 0,0 40 16,-41 0-16</inkml:trace>
  <inkml:trace contextRef="#ctx0" brushRef="#br0" timeOffset="110102.46">25320 14999 0</inkml:trace>
  <inkml:trace contextRef="#ctx0" brushRef="#br0" timeOffset="111012.4">25520 14718 0,'0'0'0,"-40"0"16,40-40 15,0 80 78,0 40-93,0-40-16,0 0 15,0 41-15,0-41 0,0 40 0,0 0 16,0-40-16,0 41 0,0-41 16,0 40-16,0-40 0,0 40 0,0-40 0,0 0 15,-40 0-15,40 1 16,0-1-16,0 0 0,0 0 0,0 0 16,0-80 30,0 0-30,0 0-16,0 0 0,0-1 16,0 1-16,0 0 15,0 0-15,0 0 0,0 0 0,0 0 0,0 0 16,0 0-16,0 0 0,0-1 16,0 1-16,0 0 0,0 0 15,40 0-15,-40 0 0,0 0 16,0 0-1,0 80 32,0 0-31,0 0-16,0 0 0,0 40 0,-40-40 0,40 1 16,0-1-16,0 0 0,0 0 0,0 0 0,0 0 15,0 0-15,0 0 0,0 0 16,0 0-16,0 1 15,0-122 17,0 41-17,0 0-15,0 0 0,0 0 0,0 0 0,40 0 16,-40-40-16,0 39 0,0-39 16,40 40-16,-40 0 0,0 0 0,0 0 0,0 0 15,0 80 1,0 40-1,-40-40-15,40 0 0,0 0 0,0 0 16,0 1-16,0-1 0,0 0 16,0 0-16,0 0 0,0 0 0,0 0 0,0 0 15,0 0-15</inkml:trace>
  <inkml:trace contextRef="#ctx0" brushRef="#br0" timeOffset="112032.42">25400 17285 0,'0'-40'47,"0"0"-16,-40 40-15,40-41 281,0 1-297,0 0 16,0 0-16,0 0 0,40 40 0,-40-40 15,0 80 32,0 0-31,0 0-1,0 0-15,0 41 0,0-41 0,0 0 16,-40 0-16,40 0 16,0 0-16,0 0 0,0 0 0,0 0 0,-40 1 15,40-1-15,0 0 0,0 0 16,-40 0-1,40 0-15,0 0 0,-41-40 16,41 40-16,-40-40 16,0 0-1,0-40 1</inkml:trace>
  <inkml:trace contextRef="#ctx0" brushRef="#br0" timeOffset="112572.39">25239 17124 0,'-40'0'62,"40"81"-62,-40-81 16,40 40 0,-40-40-16,40 40 0,-40-40 0,40 40 0,-40-40 15,40 40 1,-40-40-16,40-40 47,40 0-47,-40 0 15,40 40-15,-40-40 0,40 40 16,-40-41-16,40 1 0,0 0 0,0 0 16,1 0-16,-1 0 15,0 0-15,-40 80 78,0 0-62,40-40-16,-40 40 16,40 0-16,-40 0 0,40 0 15,-40 1-15,40-1 16,-40 0-16,41-40 0,-41 40 16,40-40-16,0 40 0,0-40 0,-40 40 15,40-40 1</inkml:trace>
  <inkml:trace contextRef="#ctx0" brushRef="#br0" timeOffset="114742.19">30015 10828 0,'-81'0'391</inkml:trace>
  <inkml:trace contextRef="#ctx0" brushRef="#br0" timeOffset="118222">27487 14919 0,'-41'0'16,"1"0"15,40-41 0,40 41 1,1 0-17,-1-40 1,0 40-16,-40-40 0,40 40 0,0 0 16,0-40-16,0 40 0,0 0 15,1 0 1,-41 40-16,40 0 15,-40 0 1,0 1-16,0-1 0,-40 0 16,40 0-16,-41 0 15,1 0-15,40 0 0,-40 0 0,0-40 16,40 40-16,-40 1 16,0-41-1,40 40-15,-40-40 0,80 0 110,0 40-110,-40 0 15,40-40-15,-40 40 16,40 0-16,-40 0 31,0 0-31,0 0 16,-40 0-1,0-40 1,0 0-16,0 41 16,0-41-1,-1 0-15,-39 0 0,40 0 0,0 40 0,0-40 16,0 0-16,0 0 0,-1 0 15,1 0-15</inkml:trace>
  <inkml:trace contextRef="#ctx0" brushRef="#br0" timeOffset="118721.98">30536 12833 0</inkml:trace>
  <inkml:trace contextRef="#ctx0" brushRef="#br0" timeOffset="121701.77">23634 14718 0,'0'0'0,"41"0"16,-41 40-1,0-80 32,-41 80 31,1-40-62,40 40-16,-40-40 0,40 40 0,-40-40 0,0 40 16,0 1-16,0-1 0,0 0 15,-1 0-15,1 0 0,0-40 0,40 40 0,-40 0 16,40 0-16,-40-40 15,40 40-15,0 1 0,-40-41 0,40 40 16,-40-40-16,80 0 63,-40-40-63,40 40 15,40 0-15,-80-41 16,40 41-16,0-40 0,1 40 0,-1 0 0,0 0 15,0 0-15,0 0 16,0 0-16,0 0 0,0 0 0,-40 40 16,41-40-16,-1 0 0,0 41 15,0-41-15,-40 40 0,40-40 0,0 0 16,0 40-16,0-40 0,1 0 16,-1 0-1,0 0-15,-40-40 16</inkml:trace>
  <inkml:trace contextRef="#ctx0" brushRef="#br0" timeOffset="122231.81">23715 14999 0,'-40'0'15,"80"0"-15,-80-40 0,40 0 16,0 80 62,0 40-78,0-40 16,0 0-16,0 0 0,0 0 0,0 0 15,0 1-15,0-1 16,-41 0-16,41 0 0,0 0 0,0 0 16,0 0-16,-40 0 0,40 0 0,0 0 15,0 1-15,0-1 16,0 0-16,-40-40 0,40 40 0,0 0 15,0 0 1,0-80 93,0 0-109,0 0 0,-40 0 16</inkml:trace>
  <inkml:trace contextRef="#ctx0" brushRef="#br0" timeOffset="123051.71">22551 14317 0,'-40'0'16,"0"0"0,0 0-1,0 0-15,-1 0 0,1 40 0,0-40 16,0 80-16,0-40 0,0 1 0,0-1 0,0 0 16,-1 0-16,41 0 15,-40 0-15,40 0 0,-40 0 0,40 0 0,0 0 16,0 1-16,0-1 0,0 0 15,40 0-15,0 0 16,1 0 0,-41 0-16,40 0 0,-40 0 0,40 1 15,-40-1-15,0 0 0,0 0 16,40 40-16,-40-40 0,0 0 0,0 0 0,0 0 16,0 1-16,-80-1 0,80 0 0,-40-40 0,40 40 15,-41 0-15,1-40 16,40 40-16,-40-40 15,40-80 1,-40 40-16,40 0 0,0 0 0,0-1 16,0 1-1,0 0-15,0 80 16,40 41 0,-40-41-1,40 0-15,-40 0 0,0 40 0,40-40 0,-40 0 16,0 0-16,0 1 15,41-1-15,-41 0 0,0 0 0,40 40 0,-40-40 16,0 0-16,40 0 0,-40 0 16,40 1-16,0-1 0,-40 40 0,40-40 0,-40 0 15,40-40-15,-40 40 16,40 0-16,1-40 0,-41 40 0,40-40 0,0 0 16,0 0-16,0 0 0,0 0 0</inkml:trace>
  <inkml:trace contextRef="#ctx0" brushRef="#br0" timeOffset="123871.66">28690 14518 0,'0'0'0,"0"-41"16,40 41 31,1 0-47,-1 0 0,0 0 15,0 41 1,-40-1-16,40 0 0,-40 0 15,0 0-15,0 0 16,0 0-16,0 40 0,0-40 0,0 41 0,0-41 16,0 0-16,0 0 0,0 0 15,0 0-15,40 0 0,0-40 0,1 40 16,-1-40-16,0 0 0,0 0 0,0 0 16,-40-40-16,40 40 15,-40-40-15,40 40 0,-40-40 0,40 0 16,-80 40 31,40 40-47,-40 0 0,0 0 15,40 0-15,-40 1 0,40-1 16,-40 0-16,40 0 0,0 0 0,0 40 16,-40-40-16,40 0 0,0 0 0,-40 41 0,40-41 15,0 0-15,-41 0 16,41 40-16,-40-40 0,40 0 0,-40 1 0,0-1 15,0 0-15,0 0 0,-41 0 16,1 0-16,-40 0 0,-1 0 0,-39-40 0,-1 40 16</inkml:trace>
</inkml:ink>
</file>

<file path=ppt/ink/ink6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28T07:34:04.194"/>
    </inkml:context>
    <inkml:brush xml:id="br0">
      <inkml:brushProperty name="width" value="0.05292" units="cm"/>
      <inkml:brushProperty name="height" value="0.05292" units="cm"/>
      <inkml:brushProperty name="color" value="#FF0000"/>
    </inkml:brush>
  </inkml:definitions>
  <inkml:trace contextRef="#ctx0" brushRef="#br0">3852 2245 0,'0'0'0,"0"-40"16,40 0 15,-40 0-31,40 40 31,-40-40-31,41 40 0,-1 0 0,0-40 16,0 40-1,0 0-15,0 0 0,0 0 0,0 0 0,1 0 16,-1 40-16,0-40 0,0 40 0,0 0 0,-40 0 16,40 0-16,-40 0 0,40 1 15,-40-1-15,0 40 0,0-40 0,0 0 0,-80 40 16,80-40-16,-40 0 16,40 1-16,-40 39 0,0-40 0,0 0 0,-1 0 15,1-40-15,40 40 0,-40 0 16,40-80 15,40 40-31,-40-40 0,40 0 0,1 0 0,-1-40 16,0 40-16,0-1 0,0-39 0,0 40 0,0 0 15,41-40-15,-41 40 0,0 0 16,0-41-16,0 41 0,0 0 0,0 40 16,-40-40-16,40 40 15,-40-40-15,-40 40 47,40 40-47,-40-40 0,40 40 0,-40 0 0,0 0 16,40 1-16,-40-1 15,40 0-15,-40 0 0,40 0 0,0 0 0,0 0 16,0 0-16,0 0 16,0 0-16,40-40 0,-40 41 0,40-41 15,0 40 1,40-40-16</inkml:trace>
  <inkml:trace contextRef="#ctx0" brushRef="#br0" timeOffset="250.05">5618 2125 0,'-81'0'0,"162"0"0,-242-40 31,121 40-31,40 40 0,0 0 16,0 0-16,0 161 31,0-121-31,0-40 0,80 120 32,-40-160-32,-40 41 0,41 39 15,-1-80-15</inkml:trace>
  <inkml:trace contextRef="#ctx0" brushRef="#br0" timeOffset="590.03">6420 2205 0,'-40'0'16,"0"-40"-1,40 80 1,0 0-16,0 0 15,40-40-15,-40 41 0,0-1 0,40 0 16,-40 0-16,0 0 0,40-40 16,-40 40-16,0-80 31,40 0-15,1 0-16,-1 0 15,0 0 1,0 40-16,0 0 0,0 0 15,-40 40 1,40-40-16,-40 40 0,40-40 0,-40 40 0,0 0 16,0 0-16,41-40 0,-41 40 0,0 0 15,0 0 1</inkml:trace>
  <inkml:trace contextRef="#ctx0" brushRef="#br0" timeOffset="800.02">7223 2125 0,'40'-40'31,"-40"80"-31,0 40 16,40 81 0,-40-1 15,-120 0-16,-1 1 1,81-161 0</inkml:trace>
  <inkml:trace contextRef="#ctx0" brushRef="#br0" timeOffset="1000.01">7825 2406 0,'0'0'16,"80"-80"0,161-41-1,-1 81 17,-79 0-17,-121 40-15</inkml:trace>
  <inkml:trace contextRef="#ctx0" brushRef="#br0" timeOffset="1180">8467 2807 0,'-81'40'0,"162"-80"0,-121 80 31,120-80-31,161-40 31,-161 80-31,-40-41 0,120 1 16,-119 40-16,39-40 0,0 40 0,40-40 16</inkml:trace>
  <inkml:trace contextRef="#ctx0" brushRef="#br0" timeOffset="1569.9">9951 2045 0,'-40'0'15,"80"0"-15,-120-80 16,40 160 0,40-40-16,0 0 0,0 0 15,40 0-15,-40 40 0,40-39 16,40-1-16,-80 0 0,41 0 0,-1-40 16,0 40-1,0-40-15,0 0 16,-40-40-16,40 40 15,-40-40-15,40-40 0,-40 39 16,0 1-16,40 0 0,-40 0 0,0 0 0,41 0 16,-41 0-1,40 40-15,-40 40 32,0 0-32,0 0 0,40 0 15,-40 0 1,0 0-16,40 1 0,0-1 0,-40 0 15,40 0-15,0 0 0,-40 0 16,40-40-16,1 40 0,-1 0 0,0-40 0,-40 40 16,40-40-16,0 0 0,0 0 0,0 0 0,1 0 15,-1 0-15,0 0 16</inkml:trace>
  <inkml:trace contextRef="#ctx0" brushRef="#br0" timeOffset="1819.89">11597 1724 0,'0'-40'16,"0"80"-16,-41-80 0,1 40 15,0 40 1,0 40 0,40-40-16,-40 121 15,40-121-15,0 40 0,40 40 16,-40-80-16,80 41 31,1-41-31,-81 0 0,40-40 0,40 40 16,0-80-1</inkml:trace>
  <inkml:trace contextRef="#ctx0" brushRef="#br0" timeOffset="2169.88">12279 1804 0,'0'40'16,"0"0"0,0 0-1,80 81 1,-80-81-16,0 0 16,40 0-16,-40 40 15,40-120 16,-40 0-15,40 40-16,-40-40 0,81-40 16,-41 80-16,80-80 15,-40 39 1,-40 162 15,1-41-31,-41 40 31,0-80-31,0 1 0,0-1 16,0 0-16,0 0 16,40-40-16</inkml:trace>
  <inkml:trace contextRef="#ctx0" brushRef="#br0" timeOffset="2399.85">13482 1924 0,'0'-40'16,"41"40"0,39 0-16,-40 0 0,0 40 15,0-40-15,0 81 0,0-41 16,1 0-16,-41 0 0,40 0 0,-40 0 0,0 0 16,0 0-16,0 1 15,0-1-15,-40 0 0,40 0 0,-41 0 0,41 0 16,-80 0-16,40 0 0,0 0 15,0-40-15,40 40 0,-40-40 0,0 41 0</inkml:trace>
  <inkml:trace contextRef="#ctx0" brushRef="#br0" timeOffset="2709.91">15328 2005 0,'0'40'0,"40"-40"16,1 0-1,-1 0 1,0-40-16,40 40 0,-40 0 0,0 0 16,0 0-16,41 0 0,-41 0 15,0-40-15,40 40 0,-40 0 0,0 0 0,41-41 16,-41 41-16,40 0 16,0-40-16</inkml:trace>
  <inkml:trace contextRef="#ctx0" brushRef="#br0" timeOffset="3249.8">18017 1724 0,'-40'0'32,"40"40"-32,0 40 15,0-40 1,0 0-16,40 41 0,-40-41 0,40 0 0,-40 0 15,40-40-15,0 40 0,-40 0 16,40 0-16,0 0 0,1 1 16,-1-41-16,0 0 0,0 0 15,0 0-15,-40-41 16,40 41-16,0-40 0,-40 0 0,40 0 16,-40 0-16,0 0 0,41 0 15,-41 0-15,0 0 0,0-1 0,0 1 0,0 0 16,0 0-1,0 80 17,0 0-17,0 0-15,0 1 0,0-1 0,80 0 0,-80 0 16,0 0-16,0 0 16,80 0-16,-80 0 0,0 0 0,40 1 0,0-1 15,0-40-15,-40 40 0,41-40 16,-41 40-16,40-40 0</inkml:trace>
  <inkml:trace contextRef="#ctx0" brushRef="#br0" timeOffset="3499.86">19662 1523 0,'-40'0'16,"80"0"-16,-120 0 15,40 41-15,-1 79 16,1 120 0,40-159-1,0-41-15,81 160 16,-41-160-16,0-40 0,0 41 16,80-1-1,-80-40-15</inkml:trace>
  <inkml:trace contextRef="#ctx0" brushRef="#br0" timeOffset="3859.84">20264 1684 0,'0'-40'16,"0"80"-1,0 0-15,80 80 31,-80-80-31,40 81 16,-40-81-16,0 0 0,0 0 16,40-40-1,0-40 1,41-80 0,-41 39-1,0 81-15,-40-40 16,40 40-16,0-40 15,0 160 1,0 1 0,81 79 15,-81-160-31,0 1 16</inkml:trace>
  <inkml:trace contextRef="#ctx0" brushRef="#br0" timeOffset="4049.83">21427 2125 0,'0'0'16,"41"-40"0,39 40-1,161-40 1,-1 0 15,-199 0-31,39-1 0</inkml:trace>
  <inkml:trace contextRef="#ctx0" brushRef="#br0" timeOffset="4339.81">22832 1564 0,'0'0'0,"-40"0"16,0 0-1,0 40 1,40 0 0,-41 0-16,41 160 15,0-160-15,0 1 0,41 39 16,-41-40-16,40 80 31,0-80-31,-40 0 0,0 1 16,-40-1-16,-81-40 31,41 0-31,40-40 0</inkml:trace>
  <inkml:trace contextRef="#ctx0" brushRef="#br0" timeOffset="4489.8">22792 1523 0,'0'-40'0,"0"80"0,200-160 32,-159 80-32,159 0 15,-79 0-15</inkml:trace>
  <inkml:trace contextRef="#ctx0" brushRef="#br0" timeOffset="4689.79">23996 1283 0,'0'40'0,"0"0"16,40 0-1,-40 0-15,40 40 0,0-39 0,-40 39 16,80 321 0,-40-321-16,-240 241 15,79-241-15,-39 0 0</inkml:trace>
  <inkml:trace contextRef="#ctx0" brushRef="#br0" timeOffset="11279.33">9189 1884 0,'40'0'15,"0"0"110,-40-40-125,40 0 16,0 40-16,1 0 15,-1 0-15,0 0 16,0 0 0,-40 40-16,0 0 15,40-40-15,-40 40 0,0 1 16,-40-1 0,40 0-16,-40 0 0,0 0 15,0-40-15,40 40 16,-41-40-16,41 40 0,-40-40 0,0 40 15,0 0-15,80-40 79,0 0-64,0 0-15,-40 41 0,41-41 16,-41 40-1,40-40-15,-40 40 0,0 0 16,0 0-16,0 0 16,-40 0-1,40 0-15,0 0 16,-41-40-16,41 40 0,-40-40 16,0 41-16,0-41 15,40 40-15,-40-40 16,0 0-16,0 0 15,0 0-15,-1 0 16,1 0-16,0 0 0</inkml:trace>
  <inkml:trace contextRef="#ctx0" brushRef="#br0" timeOffset="30308.21">19983 7499 0,'0'-40'79,"0"0"-64,0 80 48,0 0-48,0 0-15,0 0 0,0 0 16,0 1-16,0-1 16,0 0-16,0 0 0,40 0 0,-40 0 15,40 0-15,-40 0 0,40-40 0,-40 40 16,40 0-16,1 1 15,-1-41-15,0 0 0,0 0 0,0 0 16,0 0 0,0-41-16,0 1 15,1 0 1,-1 0-16,-40 0 0,40 0 16,-40 0-1,0 0-15,0 0 0,0 0 0,0-1 16,0 1-16,0 0 0,-40 40 0,40-40 15,0 0 1,0 80 31,0 0-31,0 0-16,0 0 15,0 1-15,0-1 0,40 0 0,-40 0 16,40 0-16,-40 0 15,0 0-15,40 0 0,-40 0 0,40 0 16,-40 1-16,40-41 0,-40 40 16,40-40-16,1 40 0,-1-40 0,0 0 15</inkml:trace>
  <inkml:trace contextRef="#ctx0" brushRef="#br0" timeOffset="30568.19">21106 7379 0,'-40'0'16,"80"0"-16,-120 0 16,80 40-1,0 0-15,80 120 31,-39 1-15,39-41 0,-40-80-1</inkml:trace>
  <inkml:trace contextRef="#ctx0" brushRef="#br0" timeOffset="30918.17">21548 7459 0,'0'0'16,"40"0"15,-40 40-31,40-40 16,-40 40-16,40 0 0,0 0 15,-40 1 1,40-41 15,-40-41-31,41 1 16,-1 0-16,-40 0 15,40 40-15,0 0 16,0 0-16,-40 40 16,40 0-1,-40 0-15,0 1 0,0-1 0,0 0 16,0 0-16,0 0 0,-40 0 0,40 0 15,0 0 1,-40-40-16,40 40 0</inkml:trace>
  <inkml:trace contextRef="#ctx0" brushRef="#br0" timeOffset="31158.15">22350 7379 0,'0'-40'0,"0"120"63,41-40-63,-41 0 0,0 0 16,40 0-16,-40 0 15,0 1-15,0-1 0,0 0 0,0 0 16,0 0-16,0 0 0,-40 0 0,40 0 0,-41 0 15,41 0-15,-40-40 16,0 41-16</inkml:trace>
  <inkml:trace contextRef="#ctx0" brushRef="#br0" timeOffset="31398.14">22832 7539 0,'40'0'31,"40"-40"-31,-40 40 0,1-40 0,-1 40 16,40-40-16,-40 0 0,0 40 0,0-40 0,0 40 15,1 0-15,-1-40 16,0 40-16</inkml:trace>
  <inkml:trace contextRef="#ctx0" brushRef="#br0" timeOffset="31578.2">23273 7940 0,'40'-40'32,"1"0"-32,119 0 31,-120 0-31,0 40 0</inkml:trace>
  <inkml:trace contextRef="#ctx0" brushRef="#br0" timeOffset="32398.15">24276 7539 0,'-40'0'15,"80"0"-15,-80-40 16,80 0-1,1 0-15,-1 0 16,40-40 0,-80 39-16,0-39 31,0 40-31,0 0 0,-40-40 31,40 40-15,-40 40-16,40 40 31,0 0-31,0 80 16,0-80-16,0 0 0,40 41 15,-40-41-15,0 40 16,0-40-16,0 0 16,0 0-16,40 121 15,-40-121-15,40 0 0,-40 40 16,0-40-16,0 40 15,0-39-15,0-1 32,-40-40 30,0 0-62,0 0 16,0 0-1,-1 0-15,1 0 16,40 40 0,-40-40-1,80 0 17,0 0-17,1-40-15,-1 40 0,-40-40 16,40 40-16,0 0 15,0 0-15,-40-41 0,40 41 0,0 0 0,0 0 16,1-40-16,-1 40 16,0 0-16,0 0 15,-80 0 17,40 40-32,-40-40 15,0 0-15,40 41 16,-41-41-1,41 40-15</inkml:trace>
  <inkml:trace contextRef="#ctx0" brushRef="#br0" timeOffset="32668.06">25239 7379 0,'0'-40'0,"0"0"16,0-1-1,0 1 1,0 80 15,41-40-31,-41 41 0,40 39 16</inkml:trace>
  <inkml:trace contextRef="#ctx0" brushRef="#br0" timeOffset="32878.11">25561 7980 0,'0'0'0,"-41"0"0,41 40 16,-40-40-16,40 41 0,-40-41 16,40 40-16,0 40 31,0-40-31,0 0 0,0 0 16,-40 0-16,0 81 15,0-81-15,40 0 16</inkml:trace>
  <inkml:trace contextRef="#ctx0" brushRef="#br0" timeOffset="33398.01">26403 7339 0,'40'0'47,"0"0"-47,-40 40 0,41-40 0,-41 40 15,40-40-15,-40 40 0,40 0 16,-40 0-16,0 0 0,0 0 0,0 1 16,0-1-16,0 0 15,0-80 17,0 0-32,40-1 15,-40 1-15,40 0 0,-40-40 0,40 40 16,-40 0-16,40 0 15,0 0-15,1-1 0,-1 41 16,-40-40-16,40 40 16,0 0-16,-40 81 0,0-41 15,40 0 1,-40 0-16,0 0 0,0 0 0,0 0 0,0 0 16,40 0-16,-40 1 0,0-1 15,0 0-15,0 0 0,40-40 0,-40 40 16,0 0-16,0 0 0,40-40 15,-40 40-15,41-40 16</inkml:trace>
  <inkml:trace contextRef="#ctx0" brushRef="#br0" timeOffset="33838.06">27527 7339 0,'0'-40'15,"40"40"1,-40-41-16,160 41 31,-120 0-31,121 0 16,-81 0-16,0 41 0,-39-41 0,-1 40 31,-40 0-15,40-40-1,-40 40 1,-80-40 0,80 40-1,-81 80 1,-39 1-1,40-41 1,80-40-16,-81 80 16,41-80-16,0 0 0,0 1 31,40-1-31,0 0 16,0 0-16</inkml:trace>
  <inkml:trace contextRef="#ctx0" brushRef="#br0" timeOffset="34088.05">28409 7900 0,'0'0'16,"-40"0"-1,-40 40 1,40 0-1,0 121 1,-40-41 0,80-80-1,0 0-15,0 0 16</inkml:trace>
  <inkml:trace contextRef="#ctx0" brushRef="#br0" timeOffset="34557.97">29373 7218 0,'0'0'0,"0"-40"15,-41 40 1,41 40 0,-40 0-1,0 121 1,40-1 15,0-120-31,0 1 0,80-1 16,-39-40-16,-1 0 0,0 0 31,0 0-31,40-81 16,-40 41-16,-40 0 15,40-120 1,-80 39 0,0 121-1,-40-40 1,40 40-1,-40 81 1,-1-41 0,41-40-16,0 40 0</inkml:trace>
  <inkml:trace contextRef="#ctx0" brushRef="#br0" timeOffset="37947.75">5858 4692 0,'0'40'203,"0"0"-171,0 0-17,0 0-15,0 0 0,41 0 16,-41 0-16,0 1 0,0-1 15,0 0-15,0 40 0,0-40 0,0 0 0,0 0 16,0 0-16,0 1 16,0-1-16,0 0 0,0 0 0,0 0 15,0 0-15,0 0 0,0 0 16,40 0-16,-40 0 0,0 1 0,0-1 16,0 0-1,0 0-15,0 0 0,40 0 0,-40 0 0,0 0 16,0 0-16,40-40 0,-40 41 0,0-1 0,0 0 15,0 0-15,0 0 16,0 0-16,0 0 0,0 0 0,0 0 16,0 0-1,0 1-15,0-1 0,0 0 16,0 0-16,0 0 0,0 0 16,0 0-16,0 0 0,0 0 15,0 1-15,0-1 0,0 0 0,0 0 16,0 0-1,0 0-15,0 0 0,0 0 0,0 0 16,0 0 0,0 1-16,0-1 0,0 0 15,40 0 1,-40 0-16,0 0 0,0 0 16,0 0-16,0 0 15,0 1-15,0-1 16,0 0-16,0 0 15,0 0 1,0 0-16,0 0 16,0 0-16,0 0 15,0 0 1,0 1 0,0-1-16,0 0 15,0 0-15,0 0 0,0 0 16,0 0-1,0 0-15,0 0 0,0 1 16,0-1 0,0 0-16,40 0 15,-40 0 1,0 0-16,40-40 0,-40 40 0,0 0 16,0 0-1,0 0-15,0 1 0,0-1 16,0 0-16,0 0 0,0 0 15,0 0-15,0 0 0,0 0 16,0 0-16,0 1 0,0-1 16,0 0-1,0 0-15,0 0 0,0 0 16,0 0 0,0 0-16,0 0 0,0 0 15,0 1-15,0-1 0,0 0 16,0 0-1,0 0-15,0 0 16,0 0-16,0 0 16,0 0-16,0 1 0,0-1 15,0 0 1,0 0-16,0 0 0,0 0 16,0 0-1,0 0-15,0 0 0,0 0 0,0 1 16,0-1-16,0 0 0,0 0 0,0 0 15,0 0-15,-40 0 16,40 0-16,-40-40 0,40 40 0,0 1 16</inkml:trace>
  <inkml:trace contextRef="#ctx0" brushRef="#br0" timeOffset="39597.68">16813 1644 0,'40'0'78,"0"0"-63,0 0 1,-40-40-16,81 40 0,-41 0 16,-40-40-1,40 40-15,0 0 0,0 0 16,0 40 0,-40 0-16,40-40 15,-40 40-15,40 0 0,-40 0 16,0 0-1,0 0-15,0 0 16,-40-40-16,0 40 16,0-40-16,40 41 15,-40-41 1,0 0-16,0 0 16,40 40-16,40-40 46,0 0-30,0 0 0,0 40-1,0 0-15,0 0 32,-40 0-32,41-40 0,-41 40 15,0 0-15,0 0 31,-41-40-31,1 0 16,0 41 0,0-41-16,0 0 0,0 0 15,0 0-15,0 0 0,-1 40 16,-39-40-16,40 0 0,0 0 0,0 40 0,-40-40 16,-1 0-16,41 40 0,-40-40 0</inkml:trace>
  <inkml:trace contextRef="#ctx0" brushRef="#br0" timeOffset="42907.28">5257 7339 0,'-41'0'0,"41"40"16,41-40 30,-41-40-30,40 40-16,-40-40 0,40 40 16,0 0-1,0 0 17,0 0-17,0 0 16,0 0-31,1 0 16,-1 0-16,0 0 16,0-41-16,0 41 0,0 0 0,0 0 15,0 0-15,1 0 16,-1-40-16,0 40 0,0 0 0,0 0 16,0 0-16,0 0 0,0 0 15,1 0 1,-1 0-1,0 0-15,0 0 16,0 0-16,0 0 0,0 0 0,0 0 16,1 0-16,-1 0 15,0 0-15,0 0 0,0 0 0,0 0 16,0 0-16,0 0 0,1-40 16,-1 40-16,0 0 0,0 0 0,0 0 15,0-40-15,0 40 0,0 0 0,-40-40 0,41 40 16,-1 0-16,0 0 15,0-40-15,0 40 0,0 0 0,0 0 0,1-40 16,39 40-16,-40 0 0,0-40 16,40 40-16,-40 0 0,1 0 0,39-40 0,-40 40 15,40 0-15,-40 0 16,0 0-16,1 0 0,-1-40 0,0 40 0,0 0 16,0 0-16,0 0 0,0 0 15,0 0-15,1 0 16,-1 0-16,0 0 0,0 0 0,0 0 15,40 0-15,-40 0 16,41 0-16,-41 0 0,40 0 0,0 0 0,-40 0 16,41-41-16,-1 41 0,-40 0 15,0 0-15,40 0 0,-39 0 0,-1 0 0,0 0 16,0 0-16,0 0 16,0 0-16,0 0 0,0 0 0,1-40 15,-1 40-15,0 0 0,40 0 0,-40-40 0,0 40 16,41 0-16,-41 0 0,40 0 15,0 0-15,0 0 0,-39 0 0,39-40 0,0 40 16,0 0-16,1 0 16,-1-40-16,-40 40 0,0 0 0,0 0 0,41 0 15,-41 0-15,-40-40 0,40 40 16,0 0-16,0 0 0,0 0 0,0 0 0,0 0 16,1 0-16,-1 0 0,0 0 0,0 0 0,0-40 15,0 40-15,0 0 16,41 0-16,-41 0 0,0 0 0,0 0 15,0 0-15,0 0 0,0 0 16,0-40-16,1 40 0,-1 0 0,0 0 0,0 0 16,0 0-16,40 0 15,-40 0-15,1 0 0,39-40 0,-40 40 0,0 0 16,40 0-16,-40 0 0,1 0 16,39 0-16,-40 0 0,40-41 0,-40 41 0,41 0 15,-41 0-15,0 0 0,40-40 0,-40 40 0,0 0 16,0 0-16,1 0 15,-1 0-15,0 0 0,0 0 0,0 0 0,0 0 16,0 0-16,0 0 16,1 0-16,-1 0 0,0 0 0,0 0 15,0 0-15,0 0 16,0 0-16,41 0 0,-41 0 0,0-40 0,0 40 16,40 0-16,-40 0 0,0 0 0,1 0 0,-1 0 15,40 0-15,-40 0 0,0 0 16,0-40-16,0 40 0,1 0 0,-1 0 0,0 0 15,0 0 1,0-40-16,0 40 0,0 0 0,1 0 16,-1 0-16,0 0 15,0 0-15,0 0 0,0 0 0,0 0 16,0 0-16,1 0 16,39 0-16,-40 0 0,40 0 0,-40-40 0,41 40 15,-41 0-15,40 0 0,-40 0 0,0 0 0,40 0 16,-39-40-16,-1 40 0,0 0 15,0 0-15,0 0 0,0 0 0,0 0 16,0-40-16,1 40 16,-1 0-16,0 0 0,0 0 0,0 0 0,40 0 15,-40 0-15,41 0 0,-1 0 16,-40 0-16,40 0 0,-40-40 0,41 40 0,-41 0 16,0 0-16,0 0 0,0 0 0,0 0 0,0 0 15,1 0-15,-1 0 16,-40-40-1,-40 40 1,-1 0-16</inkml:trace>
  <inkml:trace contextRef="#ctx0" brushRef="#br0" timeOffset="43447.25">9069 7218 0,'0'-40'47</inkml:trace>
  <inkml:trace contextRef="#ctx0" brushRef="#br0" timeOffset="44487.18">9470 3248 0,'-40'0'16,"40"40"-16,-40-40 15,80 0 48,0 0-63,0 0 16,0 0-16,0 0 0,0 0 0,0 0 15,1 0-15,-1 0 16,0 0-16,0 0 0,40 0 0,-40 0 0,0 0 15,41 0-15,-1 0 16,0 0-16,0 0 0,1 0 0,-1 0 0,40 0 16,1 0-16,-41 0 0,40-40 15,-39 40-15,39-40 0,-40 40 0,41-40 0,-41 40 16,0-40-16,0 0 16,1 40-16,-1 0 0,0-41 0,-40 41 0,0 0 15,41-40-15,-41 40 0,0 0 0,0-40 0,40 40 16,-40-40-16,1 40 0,-1-40 15,40 40-15,-40 0 0,40 0 0,-40-40 0,41 40 16,-1 0-16,40 0 16,-39 0-16,-1 0 0,40 0 0,-40 0 0,1 0 15,-1 0-15,-40 0 0,0 0 16,0 0-16,0 0 0,1 0 0,-41 40 0,40-40 16,0 0-1,-80 0 110,40 40-125</inkml:trace>
  <inkml:trace contextRef="#ctx0" brushRef="#br0" timeOffset="47527.01">5899 5895 0,'40'0'235,"0"0"-188,0 0 265,-40 40-234,-40-40-78,80 0 78,-40 40-31,40 0-31,-40 0-16,0 0 15,-40-40 1,0 0 15,40-40-31,0 0 16,40 0 0,-40 0-16,0 0 15,40 40-15,0 0 16,-40 40 46,-40-40-46,40-40 31,40 40-47,-40 40 78,0 0-62,-40-40 30,40-40-30,0 80 93,-40-40-77,40 40-17,0 0-15,0 0 16,0 1-16,0-1 16,0 0-1,0 0-15,0 0 0,0 0 16,0 0-16,0 0 15,0 0-15,0 0 0,0 1 0,0-1 16,0 0 0,0 0-16,0 0 0,0 0 15,0 0 1,0 0-16,80 0 16,-80 1-16,0-1 0,0 0 15,0 0-15,0 0 16,0 0-16,40-40 0,-40 40 0,0 0 15,0 0-15,0 0 16,0 1-16,0-1 0,0 0 16,0 0-1,0 0-15,0 0 0,0 0 16,40-40 46,1-40-46</inkml:trace>
  <inkml:trace contextRef="#ctx0" brushRef="#br0" timeOffset="48606.98">7223 5975 0,'-40'0'16,"40"-40"0,0 80 46,0 0-46,0-80 46,0 0-46,0 0-16,40 40 15,-40 40 17,0 0-32,0 0 15,0 0-15,0 0 0,0 1 16,-40-1-16,40 0 31,0-80-15,0 0-1,0-1-15,0 1 0,0 0 16,40 40 0,-80 0 15,40 40-15,0 0-16,0 1 31,0-1-31,0 0 15,0 0 1,0 0-16,0 0 0,0 0 16,0 0-1,0 0-15,0 0 0,0 1 0,0-1 16,0 0-16,0 0 0,40 0 0,-40 0 16,40 0-16,-40 0 0,40 0 15,-40 1-15,0-1 0,40 0 0,-40 0 16,0 0-16,0 0 15,40 0-15,-40 0 0,0 0 0,0 0 16,0 1-16,0-1 16,0 0-16,0 0 31,0-120-15,40 80-16,-40-40 0,0-1 15,41 41-15,-41-40 0</inkml:trace>
  <inkml:trace contextRef="#ctx0" brushRef="#br0" timeOffset="49526.97">8828 5935 0,'0'0'16,"0"-40"124,0 0-124,0 0 0,0 80 15,-40-40-31,40 40 0,0 0 15,-40 0 1,40 0-16,0-80 47,0 0-47,40 40 31,-40 40 0,0 0-15,0 0 0,0 0-1,0 1 1,0-1 0,0 0-16,0 0 15,0 0 1,0 0-16,0 0 0,0 0 0,0 0 15,0 0-15,0 1 16,0-1-16,0 0 0,0 0 0,0 0 16,0 0-1,0 0-15,0 0 16,0 0-16,0 1 0,0-1 16,0 0-1,40-40 1,-40-40-1</inkml:trace>
  <inkml:trace contextRef="#ctx0" brushRef="#br0" timeOffset="50456.91">10393 5654 0,'0'0'15,"40"0"-15,-40 40 63,0 0-48,-40-40 1,40-40 15,0 80 32,0 1-32,0-1-31,-40-40 16,40 40-16,-41-40 15,41-40 1,41 0 15,-41 80 32,0 0-48,0 0-15,40-40 31,-40 40-31,0 0 0,0 0 32,0 0-32,0 0 0,0 1 0,0-1 15,0 0-15,0 0 16,0 0-16,0 0 0,0 0 16,0 0-16,0 0 0,0 0 15,0 1-15,0-1 16,0 0-16,0 0 0,0 0 15,0 0-15,-40-40 16,40 40-16,0 0 31,40-40-31,0-40 16,-40 0-16</inkml:trace>
  <inkml:trace contextRef="#ctx0" brushRef="#br0" timeOffset="51436.85">11797 5694 0,'0'-40'0,"0"0"31,0 80 16,0 0-47,-40-40 31,40-40 0,0 80 47,-40-40 47,40 40-93,0 1-17,0-1-15,0 0 16,0 0-16,0 0 16,0 0-1,0 0-15,0 0 16,0 0-16,0 1 15,0-1-15,0 0 0,0 0 16,0 0 0,0 0-16,0 0 0,0 0 15,0 0 1,0 0-16,-40-40 0,40 41 16,0-1-1,0 0 16,-40-40 16</inkml:trace>
  <inkml:trace contextRef="#ctx0" brushRef="#br0" timeOffset="51796.83">12961 6256 0,'-40'0'31,"80"0"-31,-120 0 0,80-40 16,80 40-1,0 0 1,40-40 0</inkml:trace>
  <inkml:trace contextRef="#ctx0" brushRef="#br0" timeOffset="51966.75">13884 6176 0,'-40'0'16,"-1"0"-16,41-40 15,121-41 1,39 41 0</inkml:trace>
  <inkml:trace contextRef="#ctx0" brushRef="#br0" timeOffset="52106.77">14686 6015 0,'40'0'31,"1"-40"-15,-1 40-16,0-40 0</inkml:trace>
  <inkml:trace contextRef="#ctx0" brushRef="#br0" timeOffset="52296.73">15810 6015 0,'-40'0'16,"80"0"-16,-120 0 0,80-40 15,40 0-15,120 0 16,161-40-1,-160 40 1,-81 40-16</inkml:trace>
  <inkml:trace contextRef="#ctx0" brushRef="#br0" timeOffset="52416.73">17335 5815 0,'0'0'0,"40"0"31,-40-40-31,80-1 31,0 1-31</inkml:trace>
  <inkml:trace contextRef="#ctx0" brushRef="#br0" timeOffset="54596.67">16893 2967 0,'40'40'0,"0"-40"15,-40 40 1,41-40-16,-82 0 31,122 41 110,-41-41-141,0 0 15,0 0-15,0 0 16,0 40-16,0-40 0,41 0 0,-41 0 0,40 0 16,40 0-16,-39 0 15,-1 0-15,0 0 0,41 40 0,-41-40 0,0 0 16,41 0-16,-41 0 0,0 0 0,40 0 0,-39 0 16,-1 0-16,0 0 0,0 0 15,1 0-15,-1 0 0,0 0 0,0 0 0,-39 0 16,79 0-16,-40 0 15,0 0-15,-39 0 0,39 0 0,0 0 0,0 0 16,1 0-16,-1 0 0,0 0 16,-40 0-16,40 0 0,1 0 0,-1 0 0,0 0 15,-40 0-15,41 0 16,-1 0-16,0 0 0,0 40 0,1-40 0,-41 0 16,40 0-16,0 0 0,0 0 0,-39 0 0,39 0 15,0 0-15,-40 0 0,40 0 16,1 0-16,-1 0 0,-40 0 0,40 0 0,1 0 15,-1 0-15,-40 0 16,40 0-16,1-40 0,-41 40 0,40 0 0,-40 0 16,40 0-16,-40 0 0,41 0 15,-41 0-15,0 0 0,0 0 0,0 0 0,0 0 16,0 0-16,1 0 0,-1 0 0,0 0 16,0 0-16,0 0 15,0 0-15,0 0 0,0 0 0,1 0 0,39 0 16,-40 0-16,40 0 0,-40 40 15,0-40-15,41 0 0,-41 0 0,40 0 0,-40 40 16,40-40-16,-39 0 16,-1 0-16,0 0 0,0 0 0,0 0 0,0 0 15,0 0 1,0 0-16,1 0 0,-1 0 0,0 0 16,0 0-16,0 0 0,0 0 15,0 0 1,0 0-16,1 0 0,-1 0 0,0 0 15,-40 40 17,40-40-32,-120 0 172</inkml:trace>
  <inkml:trace contextRef="#ctx0" brushRef="#br0" timeOffset="61256.2">6059 10507 0,'0'40'265,"0"0"-249,0 0 0,0 0-1,0 1-15,0-1 16,0 0-16,0 0 15,0 0 1,0 0-16,0 0 0,0 0 16,0 0-1,0 0-15,0 1 0,0-1 16,0 0-16,0 0 0,0 0 0,0 0 16,0 0-1,0 0-15,0 0 0,0 1 16,0-1-16,0 0 15,0 0-15,0 0 0,0 0 16,0 0-16,-80-40 16,80 40-16,0 0 0,0 0 0,0 1 15,0-1-15,0 0 16,0 0 0,0 0-16,0 0 15,0 0 1,0 0-16,0 0 0,0 1 15,0-1 1,0 0-16,0 0 0,0 0 16,0 0-16,0 0 15,0 0-15,0 0 0,-40-40 16,40 40-16,0-80 31,0 0-15,0 0-16,40 0 0</inkml:trace>
  <inkml:trace contextRef="#ctx0" brushRef="#br0" timeOffset="63946.07">17375 1443 0,'0'40'16,"0"-80"46,0 0-30,-40 40-32,-1-40 15,1 40 1,40-40 0,-40 40-16,0 0 15,40-40-15,-40 40 16,0 0-1,40-40 1,-40 40-16,0 0 31,-1 0 32,41 40-63,-40-40 15,40 40-15,-40-40 16,0 40 0,0-40-1,40 40-15,0 0 32,-40-40-17,40 40-15,-40-40 16,40 40-1,-40-40-15,40 41 16,-41-41-16,41 40 0,0 0 31,-40-40-31,40 40 0,-40 0 16,40 0-16,0 0 16,-40 0-16,40 0 15,0 0-15,-40-40 0,40 41 16,0-1-16,0 0 15,0 0-15,0 0 16,0 0-16,0 0 16,0 0-16,0 0 15,0 1-15,0-1 16,0 0 0,0 0-16,0 0 15,0 0 1,40-40-16,-40 40 15,40-40 1,-40 40 0,40-40-16,0 0 15,1 0 1,-1 0-16,0 0 31,-40 40-31,40-40 0,0 0 16,0 0-1,0 0 1,0 0 0,1 0-1,-1 0 1,0 0 0,0 0-16,0 0 15,0 0 1,0-40-16,0 40 0,1 0 15,-1 0 1,-40-40 15,40 40-31,0 0 16,-40-40-16,0 0 78,80 40-62,-80-40-1,0 0 1,0 0 0,0 0-1,0-1 16,0 1-15,0 0 15,40 40-31,-40-40 0,0 0 16,0 0 15,0 0-31,40 40 16,-40-40-1,0 0-15,0-1 16,0 1 0,0 0-16,0 0 15,0 0-15,0 0 16,0 0-16,0 0 16,0 0 15,-40 40-31,0 0 31,-40 0 0,40 0-31,0 0 16,0 0-16</inkml:trace>
  <inkml:trace contextRef="#ctx0" brushRef="#br0" timeOffset="64936.05">23153 2686 0,'0'-40'31,"0"0"-31,-40 40 31</inkml:trace>
  <inkml:trace contextRef="#ctx0" brushRef="#br0" timeOffset="66105.98">26965 10908 0,'0'-40'0,"40"0"31,-40 0-31,0 0 0,40 0 16,-40-1-1,40 41-15,0 0 0,-40-40 0,41 40 16,-1 0 0,0 0-16,0 0 0,-40 40 15,40 1-15,-40-1 0,0 0 16,0 0-16,0 40 0,0-40 16,0 40-16,-40-40 0,40 1 0,-40 39 0,40-40 15,-40 0-15,40 0 16,-40 0-16,40 0 0,0 0 0,40-80 31,-40 0-15,40 0-16,-40 0 15,40-40-15,0 40 0,0 0 0,0-41 0,0 1 16,1 40-16,-1 0 0,0 0 0,-40 0 0,40 0 16,0 0-16,0 40 15,0 0-15,-40 40 16,40-40-16,-40 40 15,41 0-15,-41 0 0,0 0 0,40 0 0,-40 0 16,0 0-16,0 0 0,0 1 16,0-1-16,40 0 0,-40 0 0,0 0 0,0 0 15,0 0-15,0 0 0,0 0 0,0 1 16,0-1-16,0 0 16,0 0-16,0 0 15</inkml:trace>
  <inkml:trace contextRef="#ctx0" brushRef="#br0" timeOffset="66265.98">28369 11429 0,'-40'-40'0,"0"40"16,40-40-1,0 0-15,40 40 16,40-40-16,-39 40 15,-1 0-15</inkml:trace>
  <inkml:trace contextRef="#ctx0" brushRef="#br0" timeOffset="66565.95">29092 10828 0,'0'0'0,"-40"0"15,-1 0 1,-79 80 0,80 80-1,40-79 1,0-41-16,40 80 16,0-80-16,0 0 0,-40 41 15,0-1 1,-40 80-1,-120-80 17,79-80-32,41 0 0,-40-40 15</inkml:trace>
  <inkml:trace contextRef="#ctx0" brushRef="#br0" timeOffset="66745.9">29052 10868 0,'0'0'16,"0"-40"-16,0 0 15,0 0 1,80 40-16,-40 0 0,40-40 16,-40 40-1,0 0-15,1 0 0,-1 0 16</inkml:trace>
  <inkml:trace contextRef="#ctx0" brushRef="#br0" timeOffset="67125.85">29814 10708 0,'0'0'0,"40"0"46,40 0-30,-40 0-16,1 0 0,-1 0 0,0 0 0,40 0 16,-40 0-16,0 0 15,0 0-15,1 0 0,-1 0 0,0 0 16,-40 40 0,0 0 15,0 0-16,0 0 1,0 0-16,-40 0 0,40 0 16,-81 0-16,81 0 0,-40 1 0,0-1 0,40 0 15,-40 0-15,0 0 0,40 0 0,-40 0 0,40 0 16,-40 0-16,40 1 16,0-1-16,-40-40 0,40 40 0,0 0 15,-41-40-15,41 40 0</inkml:trace>
  <inkml:trace contextRef="#ctx0" brushRef="#br0" timeOffset="67375.9">30777 11349 0,'-40'0'0,"40"-40"15,-40 40-15,0 0 32,-1 80-32,-79 81 15,0-1 17,120-120-32,-40 0 0,-1 41 31</inkml:trace>
  <inkml:trace contextRef="#ctx0" brushRef="#br0" timeOffset="67745.82">31138 10868 0,'0'-40'0,"0"80"0,-40-80 16,0 40 0,40 40-1,-40 120 1,40 1 0,40-121-1,-40 0-15,40 0 16,0-40-16,0-40 31,-40 0-31,40 0 0,-40 0 0,81-121 31,-81 41-15,-41 80-16,1 40 0,-80 0 31,80 0-31,0 0 0,-121 80 16,121-80-16</inkml:trace>
  <inkml:trace contextRef="#ctx0" brushRef="#br0" timeOffset="68365.85">28209 11269 0,'-40'0'0,"0"0"16,80-40 15,0 40-15,0 0-16,0-40 0,0 40 15,0 0-15,0 0 16,1 0-16,-1 0 0,0 0 0,0 0 16,0-40-1,0 40-15,-80 0 47,-40 0-31,40 0-1,0 40-15,-1-40 0,1 0 0,0 40 16,0-40-16,40 40 0,-40-40 16,0 0-16,0 40 0,0-40 15,40 40 1</inkml:trace>
  <inkml:trace contextRef="#ctx0" brushRef="#br0" timeOffset="69435.72">27045 13074 0,'40'-40'31,"0"40"-15,1 0-16,-41-40 0,40 40 0,0 0 15,0 0-15,0 0 16,0 0-16,-40 40 0,40-40 15,-40 40-15,0 0 16,0 0-16,0 0 0,0 0 0,0 0 16,0 0-16,-40 0 0,40 1 0,-40-1 15,40 0-15,-40-40 16,40 40-16,0-80 31,40 40-31,-40-40 16,0 0-16,40-1 0,-40 1 15,40 0-15,-40 0 0,40-40 0,1 40 0,-1 0 16,-40 0-16,40 0 16,0-1-16,0 1 0,0 40 15,0 0-15,0 0 16,-40 40 0,41 1-16,-41-1 0,0 0 0,40-40 15,-40 40-15,0 0 16,0 0-16,0 0 0,0 0 0,0 0 0,0 0 15,0 1-15,0-1 0,0 0 16,0 0-16,-40-40 0,40 40 0,0 0 0,-41 0 16,41 0-16</inkml:trace>
  <inkml:trace contextRef="#ctx0" brushRef="#br0" timeOffset="69835.69">28249 13074 0,'0'-40'16,"0"80"-16,0-120 15,40 80-15,40 0 32,-40 0-32,41 40 0,-41-40 0,0 0 15,0 0-15,121 0 16,-121 0-16,0 0 0,40 0 31,-40 0-31,0 0 16,-40 40 31,-40 0-32,0 0-15,40 0 0,-40 0 16,40 0-16,-40 0 0,0 0 15,40 1-15,-40-1 0,-1 0 0,1-40 0,40 40 16,-40 0-16,0 0 16,40 0-16,-40-40 0,0 40 0,0 0 0,0 1 15,-1-41-15,1 40 0,0-40 16</inkml:trace>
  <inkml:trace contextRef="#ctx0" brushRef="#br0" timeOffset="70065.75">29092 13595 0,'-40'0'16,"40"40"-1,0 0-15,-41-40 0,41 40 0,0 1 16,-40-1-16,0 0 15,40 0-15,-40 0 0,0 0 16,0 0-16,0 0 16,-1 0-16,1 0 0,0-40 15</inkml:trace>
  <inkml:trace contextRef="#ctx0" brushRef="#br0" timeOffset="70395.73">29934 12873 0,'-80'-40'16,"160"80"-16,-240-120 15,160 120 1,-40 0-1,40 0-15,0 0 16,0 121 0,80-1-1,-80 1 17,0-81-32,-80-80 0,40 80 15,-1-40-15,-39-40 16,-40 40-1</inkml:trace>
  <inkml:trace contextRef="#ctx0" brushRef="#br0" timeOffset="70545.72">29814 12833 0,'0'-40'0,"0"80"0,0-120 0,120 0 31,-80 80-31,41 0 0,-1 0 0,40-40 16,-39-1-16,79 1 16</inkml:trace>
  <inkml:trace contextRef="#ctx0" brushRef="#br0" timeOffset="72705.6">5618 10467 0,'-40'0'0,"-1"0"31,41-40-15,41 40 15,-1 0-31,0 0 16,0 0-16,0 0 15,0 0-15,0 0 0,0 0 0,41 0 16,-1 0-16,0 0 0,41 0 15,-41 0-15,40 0 0,41 0 0,-1-40 0,1 40 16,39 0-16,-39-40 0,40 40 16,39-41-16,1 41 0,0 0 0,0 0 0,-1-40 15,1 40-15,40-40 0,-40 40 0,-1 0 16,1-40-16,40 40 0,-40-40 16,40 40-16,-40-40 0,-1 40 0,1 0 0,-40-40 15,39 40-15,-39-40 0,-40 40 16,39 0-16,-39 0 0,-1-40 0,-39 40 0,-1 0 15,0 0-15,1 0 16,-81 0-16,40 0 0,-40 0 0,0 0 0,-80 0 16,-40 0-1,0-40 1,40 40-16,-41 0 0,1-41 0</inkml:trace>
  <inkml:trace contextRef="#ctx0" brushRef="#br0" timeOffset="73415.48">5497 7940 0,'0'40'0,"0"0"16,-80-40-16,80 41 15,-40-1 1,40 0-16,-40-40 0,40 40 0,0 0 16,0 0-1,40 0-15,0 0 0,0-40 16,0 0-1,0 40-15,1-40 0,-1 0 0,0 0 16,0 0-16,0-80 0,0 80 16,0 0-16,0-40 0,-40 0 15,0 0-15,0 0 0,0 0 16,-40 0 0,0 40-16,0 0 0,0-41 0,0 41 15,0 0 1,80 41 15</inkml:trace>
  <inkml:trace contextRef="#ctx0" brushRef="#br0" timeOffset="73695.47">7263 7900 0,'-40'0'32,"40"-40"-32,0 80 31,0 0-16,0 40 1,0-39-16,0-1 0,0 0 0,0 0 16,0 0-16,0 0 0,0 0 0,0 0 0,0 0 15,0 1 1,0-1-16</inkml:trace>
  <inkml:trace contextRef="#ctx0" brushRef="#br0" timeOffset="74185.47">8667 7700 0,'0'0'16,"-40"-40"-16,0 40 16,40-41-16,80 41 15,-40 0 1,41-40-1,-41 40-15,80 40 16,-80 41-16,-40-41 16,0 80-1,0-80-15,-80 40 32,40-40-32,0-40 0,0 41 15,120-41 1,-40 0-1,121 0 1,-81 0 0,0 0-16,81-41 15,-121 41-15,0 0 0</inkml:trace>
  <inkml:trace contextRef="#ctx0" brushRef="#br0" timeOffset="74715.43">10272 7459 0,'0'0'0,"-40"0"0,40-40 15,0 0 1,0 0-16,40 40 16,41 0-1,-41 0-15,-40-40 0,40 40 0,0 0 0,0 0 16,0 0-16,0 40 15,0-40-15,-40 40 0,0 40 0,0-40 16,0 0 0,-40-40-16,40 40 0,-40 0 0,0 1 15,40-1-15,-40-40 0,40 40 0,40 0 32,0-40-32,-40 40 0,40-40 15,0 40 1,1-40-16,-1 40 0,-40 0 15,0 0 1,0 0-16,-81-40 16,41 0-16,40 41 0,-40-41 0,0 0 15,0 0-15,0 0 16,0 0-16,0 0 0,-1 0 0</inkml:trace>
  <inkml:trace contextRef="#ctx0" brushRef="#br0" timeOffset="75065.45">11637 7339 0,'0'0'15,"-40"0"-15,-1 0 16,1 0 0,40 40-16,-120 80 31,80 0-15,0-120-16,40 41 15,0-1-15,80-40 16,0 0-1,201 0 1,-80 0 0,-161 0-16,0-40 15</inkml:trace>
  <inkml:trace contextRef="#ctx0" brushRef="#br0" timeOffset="75265.43">11837 7539 0,'0'0'0,"-80"-40"16,40 40-1,0 80 1,40-40-16,-40 81 31,40-81-31,0 0 0,-40 80 16,-1 1-1</inkml:trace>
  <inkml:trace contextRef="#ctx0" brushRef="#br0" timeOffset="76605.37">12881 5775 0,'0'-41'0,"-41"41"31,41-40-31,-40 40 78,0 0-46,40-40-1,0 0-16,40 40 1,0 0 0,-40 40-1,0 0 1,0 0 0,-40-40-1,40 41-15,-40-41 0,0 0 0,40-41 47,0 82 47,40-41-94,-40 40 0,0 0 15,0 0 1,0 0-16,0 0 0,0 0 16,0 0-16,0 0 0,0 1 15,0-1-15,0 0 16,0 0-16,-40-40 0,40 40 0,0 0 16,0 0-16,40 0 15,-40 0 1,40-40-1,-40 40-15,0 1 32,40-41-17,-40 40-15,0 0 32,0 0-17,41-40-15</inkml:trace>
  <inkml:trace contextRef="#ctx0" brushRef="#br0" timeOffset="76945.35">13643 6015 0,'0'0'16,"-40"0"-16,0 0 0,80 0 47,-40-40-47,40 40 0,0 0 0,0 0 0,0 0 15,0 0-15,1 0 0,-1 0 16</inkml:trace>
  <inkml:trace contextRef="#ctx0" brushRef="#br0" timeOffset="77105.27">14566 6015 0,'0'-40'0,"0"0"32,120 0-32</inkml:trace>
  <inkml:trace contextRef="#ctx0" brushRef="#br0" timeOffset="77245.33">15730 5935 0,'0'0'31,"40"-40"-31</inkml:trace>
  <inkml:trace contextRef="#ctx0" brushRef="#br0" timeOffset="77395.25">16773 5935 0,'0'-40'31,"40"0"-31,0 40 15,0 0-15,40 0 16,-39-40-16,-1 40 0</inkml:trace>
  <inkml:trace contextRef="#ctx0" brushRef="#br0" timeOffset="78875.17">4013 5815 0,'0'0'0,"0"-40"15,0-1-15,40 41 16,-40-40-16,80 40 0,-80-40 0,40 40 0,0-40 16,0 0-1,1 40-15,-41-40 0,40 40 0,0 0 16,-40-40-16,40 40 16,0 0-1,0 40 1,-40 0-16,0 0 15,0 0-15,0 0 0,-80 0 16,80 1-16,0-1 0,-40 0 0,40 0 16,-40 0-16,40 0 0,40-40 31,40 0-15,-40-40-16,0 40 15,0 0-15,1 0 0,-1 0 0,40 0 0,-40-40 16,0 40-1,0 0-15,0 0 0,1 0 0,-41 40 16,0 0 0,-41-40-16,41 40 0,-40-40 15,40 40-15,-40-40 0,0 40 0,0-40 0,0 41 16,0-41-16,0 0 16,-1 40-16,1-40 0,0 0 0,0 0 15,0 0-15,0 0 16,0 0-16</inkml:trace>
  <inkml:trace contextRef="#ctx0" brushRef="#br0" timeOffset="80435.08">6581 4411 0,'-40'-40'15,"40"0"1,0 0 0,40 40-1,-40-40 1,40 40-16,0 0 15,0 0 1,-40 40-16,40-40 16,-40 40-16,0 0 0,0 0 31,0 0-31,-40-40 0,40 40 16,-40-40-16,40 40 0,0 0 15,-40-40-15,80 0 47,0 0-31,0 0-16,0 0 15,0 41-15,1-41 16,-41 40-16,0 0 16,0 0-16,-41 0 15,41 0 1,-80-40-16,80 40 0,-40-40 0,0 0 15,40 40-15,-40-40 16,0 0-16,0 0 0,-1 0 16,41-40-16,-40 40 15,40-40-15</inkml:trace>
  <inkml:trace contextRef="#ctx0" brushRef="#br0" timeOffset="80865.11">7142 4291 0,'0'0'0,"41"80"63,-41-40-63,0 0 15,40-40-15,-40 40 16,40-40-16,-40 40 0,40-40 16,0 0-16,0 0 15,-40-40 1,40 40-16,-40-40 16,0 0-1,0 0 1,41 40 46,-41 40-62,0 0 16,40-40 0,-40 40-16,40 0 0,-40 0 15,40-40-15,0 0 16</inkml:trace>
  <inkml:trace contextRef="#ctx0" brushRef="#br0" timeOffset="81125.1">8025 4130 0,'0'-40'31,"0"80"-31,-40-80 0,0 40 16,40 40 0,-40 81-1,40 39 17,0-80-17,80-40 1,-80 0-16</inkml:trace>
  <inkml:trace contextRef="#ctx0" brushRef="#br0" timeOffset="81505.08">8226 4210 0,'-40'-40'16,"40"80"-1,0 1 1,0-1-16,0 0 0,0 0 16,0 0-1,0 0-15,0 0 16,0-80 15,40 0-15,40 0-16,-80 0 0,40 40 0,0 0 15,-40-40-15,41 40 16,-1 0 0,-40 40-1,0 0 1,0 0-16,0 0 16,0 0-1</inkml:trace>
  <inkml:trace contextRef="#ctx0" brushRef="#br0" timeOffset="81744.98">8748 4090 0,'0'0'16,"40"0"-16,-40-40 31,80 40-15,-40 80-1,-80 121 1,-161 39 15,-39-39-31</inkml:trace>
  <inkml:trace contextRef="#ctx0" brushRef="#br0" timeOffset="83394.95">2327 9544 0,'-40'-40'15,"40"0"1,0 0 0,40 40-1,-40-40-15,40 0 0,1 0 32,-1 40-32,0-40 0,0 40 15,0 0-15,0 0 16,0 40-16,-40 0 15,0 0 1,0 0-16,0 0 0,0 0 0,0 0 16,0 1-16,-40-1 0,40 0 15,-40-40 1,40 40-16,-40-40 0,80 0 31,0-40-15,0 40-1,0 0 1,1 0-16,-41 40 0,40-40 0,-40 40 16,0 0-16,0 0 15,0 0-15,-40 0 0,-1 1 16,1-1 0,0 0-16,0-40 0,0 0 15,0 0 1,0 0-16,40-40 15,0 0 1</inkml:trace>
  <inkml:trace contextRef="#ctx0" brushRef="#br0" timeOffset="83814.87">3090 9224 0,'0'-40'16,"0"120"-1,0-40-15,0 0 16,0 80 0,40-80-1,0 41 1,80-81 15,-39-41-15,-1-119-1,-80 80 1,0 40 0,0 80 30,0 0-46,0 0 0,0 0 16,0 0-16,0 0 0,0 0 0,0 1 16,0-1-16,0 0 15,40-40-15</inkml:trace>
  <inkml:trace contextRef="#ctx0" brushRef="#br0" timeOffset="84064.93">3812 8943 0,'0'0'15,"-40"0"1,0 40 0,0 40-1,40 81 1,0-1-1,40-120 1,40 40 0,-40-40-16</inkml:trace>
  <inkml:trace contextRef="#ctx0" brushRef="#br0" timeOffset="84394.9">4053 9184 0,'0'0'15,"-40"0"-15,80 0 32,-40 40-17,40-40-15,-40 40 16,40-40-16,-40 40 16,40-40-1,-40-40 16,40 40-31,0-40 16,1 0-16,-1 40 31,0 0-31,-40 40 16,0 0 0,40-40-16,-40 40 0,0 0 15,0 0-15,40 0 16,-40 0-16</inkml:trace>
  <inkml:trace contextRef="#ctx0" brushRef="#br0" timeOffset="84564.89">4615 9304 0,'40'0'31,"0"-40"-15,0 0 0,40 0-1</inkml:trace>
  <inkml:trace contextRef="#ctx0" brushRef="#br0" timeOffset="84834.82">5096 8903 0,'-40'0'31,"40"40"-31,-40-40 0,40 40 16,0 0-16,-40 0 15,40 0-15,0 0 0,0 1 16,0-1-1,40 0-15,-40 0 16,40-40-16,-40 40 0,40-40 16,-40 40-1,-40 0-15,0-40 16,-40 0 0</inkml:trace>
  <inkml:trace contextRef="#ctx0" brushRef="#br0" timeOffset="84964.84">4936 9103 0,'0'-40'16,"40"0"-16,40-40 31,40 0-31</inkml:trace>
  <inkml:trace contextRef="#ctx0" brushRef="#br0" timeOffset="85164.82">5377 8782 0,'40'0'31,"-40"41"-15,40-41-16,-40 80 0,40-40 0,-40 40 15,0-40 1,0 0-16,0 0 0,0 1 0,0 39 15,-80-40-15,80 0 0,-40 0 16,0 0-16,0 0 0,0 0 0,-1 0 0,1-40 16,0 41-16</inkml:trace>
  <inkml:trace contextRef="#ctx0" brushRef="#br0" timeOffset="96414.19">12921 6938 0,'40'0'0,"-40"40"16,40-40-16,0 0 0,0 0 15,-40-40 48,-40 40-32,0 0-31,0 0 16,0 0-1,0 40-15,-1 0 16,41 0-16,0 0 0,0 0 16,-40 0-16,40 0 15,0 0-15,0 1 0,0-1 0,0 0 16,81 0-16,-81 0 16,0 0-16,0 0 0,-81-40 31,41 0-31,0 0 15,0-40-15,0 40 0,40-40 0,-40 40 0,0-40 16,-1 40-16,41-40 16,0 0-16</inkml:trace>
  <inkml:trace contextRef="#ctx0" brushRef="#br0" timeOffset="96564.19">13001 6938 0,'40'0'16,"-80"0"-16,160-81 15,-80 81-15,1-40 0,39 0 16,0 40 0</inkml:trace>
  <inkml:trace contextRef="#ctx0" brushRef="#br0" timeOffset="97484.06">12800 10186 0,'0'-40'32,"0"0"-17,40 40-15,-40-40 16,41 40-16,-41-40 15,40 40-15,0 0 79,0 0-79,0 0 15,0 0-15,0 0 0,0 0 16,1 0-16,-1 0 15,40 0-15,0 0 0,-40 0 0,41-40 0,-1 40 16,40 0-16,-40 0 0,41 0 0,-1 0 0,41 0 16,-1 0-16,1 0 0,80 0 15,-41 0-15,41 0 0,0 0 0,-1 0 0,1 0 16,0 0-16,-40 0 16,-1 0-16,1 0 0,-1 0 0,-39 0 0,-1 0 15,1 0-15,-41 0 0,41 0 16,-81 0-16,40 0 0,-79 0 0,39 0 0,-40 0 15,40 0-15,-40 0 0,1 0 0,-1 0 0,0 0 16,0 0-16,40 0 16,-40 0-16,0 0 0,1 0 0,39 0 0,-40 0 15,0 0-15,-80-40 32,0 40-17,0 0-15,-41 0 0</inkml:trace>
  <inkml:trace contextRef="#ctx0" brushRef="#br0" timeOffset="98753.98">13001 8983 0,'40'0'0,"-40"-40"16,-40 40 62,0 0-63,0 0 1,0 0 0,-1 0-16,41-40 15,0 0 16,41 40-15,-1 0 15,-40 40 172,0 0-203,0 0 16,0 0-16,0 0 16,0 0-1,0 0-15,0 1 0,0-1 16,0 0-16,40 0 16,-40 0-16,0 0 0,0 0 15,40-40-15,-40 40 16,0 0-16,0 0 0,40 1 0,-40-1 15,0 0-15,0 0 0,0 0 16,0 0-16,0 0 16,-40 0-16,40 0 0,0 1 15,0-1 1,-40-40-16,40 40 0,0 0 16,0-80 15,40 40-31</inkml:trace>
  <inkml:trace contextRef="#ctx0" brushRef="#br0" timeOffset="99543.95">14245 8823 0,'0'0'16,"-40"0"78,0 0-79,40-41 1,0 82 140,0-1-156,0 0 16,40-40 0,-40 40-16,0 0 0,0 0 0,0 0 15,0 0-15,0 0 16,0 1-16,0-1 0,0 0 15,0 0-15,0 0 0,0 0 0,0 0 16,0 0-16,0 0 16,0 0-16,0 1 0,0-1 15,0 0-15,0 0 16,0 0-16,0 0 16,0 0-16,0 0 15,0 0-15,0 1 16,0-1-16,0 0 15,40-40-15,0 0 16,-40 40-16,40-40 16</inkml:trace>
  <inkml:trace contextRef="#ctx0" brushRef="#br0" timeOffset="100473.9">16010 8903 0,'0'-40'31,"0"80"1,-40-40-17,40 40 1,-40-40-16,0 0 0,0 0 15,40-40 17,40 0-32,0 0 15,-40-1 1,40 41-16,-40 41 16,0-1-1,0 40-15,40-80 0,-40 40 16,0 0-16,-40 0 15,40 0 1,0-80 15,0 0 1,0 80 46,0 0-78,0 0 15,0 1 1,0-1 0,0 0-1,0 0-15,0 0 16,0 0-16,-40-40 0,40 40 15,0 0 1,0 0-16,0 0 16,0 1-1,0-1 1,0 0 0,0 0-16,0 0 0,0 0 15,0 0-15,0 0 16,0 0-16,0 1 15,0-1-15,0 0 0,0 0 16,0 0 0,0-80 46</inkml:trace>
  <inkml:trace contextRef="#ctx0" brushRef="#br0" timeOffset="101123.92">17254 8943 0,'0'40'47,"-40"-40"-16,40 40-31,-40-40 0,40 40 16,-40-40-16,40-40 31,0 0-15,40 40-16,0 0 15,-40-40-15,0 80 31,0 0-15,0 0 0,0 0-1,0 0-15,0 1 16,-40-1-16,40 0 16,0 0-1,0 0-15,-40 0 0,40 0 0,0 0 16,-40 0-16,40 0 0,0 1 15,0-1-15,0 0 16,-40 0-16,40 0 0,0 0 16,0 0-16,0 0 15,0 0 1,0 1 0,0-1 15</inkml:trace>
  <inkml:trace contextRef="#ctx0" brushRef="#br0" timeOffset="101383.83">17736 9625 0,'0'-40'0,"40"40"0,0 0 16,0 0 0,0 0-16,-40-41 15,40 41-15,1 0 16,-1 0-16</inkml:trace>
  <inkml:trace contextRef="#ctx0" brushRef="#br0" timeOffset="101593.81">19140 9705 0,'-80'0'16,"40"0"-16,40-40 0,-80 0 15,80 0 1,120 40 0,121 0-1,-201 0 1,0 0-16,0 0 0</inkml:trace>
  <inkml:trace contextRef="#ctx0" brushRef="#br0" timeOffset="101833.8">20505 9745 0,'40'0'32,"40"-40"-17,161 40 1,-81 0-1,-120 0 1,0 0-16,1 0 16,-41-40-1,-41 40 1,41-40 0,-40 40-16</inkml:trace>
  <inkml:trace contextRef="#ctx0" brushRef="#br0" timeOffset="102893.81">11396 10266 0,'40'0'16,"-40"-40"-16,40 0 15,0 40-15,-40-40 16,0 80 47,-40-40-17,40-40 17,40 40-63,0 0 31,-40 40-31,0 0 16,0 0-16,-40-40 15,40 40-15,-40-40 16,40-40 15,0 0-31,0 0 0,0 0 16,40 40 0,-40-40-16,0 0 15,0 80 1,-40-40-1,0 0-15</inkml:trace>
  <inkml:trace contextRef="#ctx0" brushRef="#br0" timeOffset="103593.77">10312 10146 0,'0'-40'0,"-40"40"0,40-40 16,0 0 15,40 40-31,-40 40 63,0 0-48,41-40 1,-41 40-16,0-80 47,0 0-32,0 80 32,-41-40-47,41 40 16,0 0 0,-40-40-16,40 40 15,-40-40-15,0 0 16,40-40-1,0 0 1,40 40 15,-40 40 1</inkml:trace>
  <inkml:trace contextRef="#ctx0" brushRef="#br0" timeOffset="104423.65">8707 10266 0,'41'-40'46,"-1"40"-30,0 0 0,0 0-16,0 0 0,0 0 0,0 0 31,-40 40-31,0 0 16,-40-40-16,-40 41 15,80-82 32,0 1-31,0 0-16,40 40 15,-40-40-15,40 40 0,-40 40 32,0 0-17,-40 0-15,-40 1 16,40-1-16,0-40 15,-1 0-15,1 0 16</inkml:trace>
  <inkml:trace contextRef="#ctx0" brushRef="#br0" timeOffset="105093.68">7905 10186 0,'0'0'16,"0"40"62,-40-40-16,0 0-62,0 0 32,40 40 14,-41-40-14,41 40-32,-40 1 15,0-41 1,0 40-16,0-40 31,40-40-15,0-1-16,40 1 15,-40 0 1,40 40-16,-40 40 31,-40-40-15,40 40 0,-40-40-16,0 0 0</inkml:trace>
  <inkml:trace contextRef="#ctx0" brushRef="#br0" timeOffset="105803.57">6059 10547 0,'0'0'0,"0"-40"0,40 40 0,0-40 16,0 0-1,1 40-15,-41 40 63,0 0-48,0-80 17,0 0-1,40 40-31,-40-40 0,40 40 0,0 0 31,-40 40-15,0 0-16,0 0 31,-40-40-31,40 40 0,-40-40 16,0 0-1</inkml:trace>
  <inkml:trace contextRef="#ctx0" brushRef="#br0" timeOffset="106563.53">8427 6496 0,'40'0'0,"-40"-40"0,0 0 31,-40 40-15,40 40 0,0 0-1,-41-40-15</inkml:trace>
  <inkml:trace contextRef="#ctx0" brushRef="#br0" timeOffset="107563.46">12600 10627 0,'-81'0'16,"81"-40"-1,0 80 32</inkml:trace>
  <inkml:trace contextRef="#ctx0" brushRef="#br0" timeOffset="109823.33">5979 12312 0,'0'40'0,"0"0"31,40-40-15,0-40 46,-40 0-46,0 80 109,0 0-109,0 0-1,0 0-15,0 0 0,0 0 0,0 0 16,0 1-16,0-1 0,0 0 0,0 0 15,-40 0-15,40 0 16,0 0-16,0 40 0,-40-39 0,40-1 0,0 40 16,-40-40-16,40 0 0,-40 40 15,40-40-15,-41 0 0,41 1 0,0-1 0,0 0 16,0 40-16,0-40 16,0 0-16,0 0 0,0 0 0,0 1 15,0-1-15,0 0 0,0 0 16,0 40-16,0-40 0,0 0 0,41 0 15,-41 0-15,0 1 0,0-1 0,0 0 0,0 40 16,0-40-16,0 0 16,0 0-16,0 0 0,0 1 0,0-1 15,0 0-15,0 0 0,0 0 16,0 0-16,0 0 0,0 0 16,0 0-16,0 0 15,0 1-15,0-1 0,0 0 16,0 0-16,0 0 0,0 0 0,0 0 15,0 0-15,0 0 16,0 1-16,0-1 0,0 0 0,0 0 16,-41 0-1,1-40-15</inkml:trace>
  <inkml:trace contextRef="#ctx0" brushRef="#br0" timeOffset="110633.3">4895 14878 0,'0'0'0,"-40"0"0,0 0 15,0 0 1,40-40-1,40 40 17,0 0-1,0 0-15,1 0-1,-1 0-15,0 0 16,0 40-16,0-40 0,0 0 0,0 0 0,0 0 15,41 0-15,-41 0 0,40 0 16,-40 0-16,40-40 0,1 40 0,-41 0 0,40 0 16,-40 0-16,40 0 15,1 0-15,-1-40 0,-40 40 0,40-40 0,1 40 16,39 0-16,-40 0 0,41 0 16,-1 0-16,0 0 0,1 0 0,-1 0 0,0 0 15,1 0-15,-1 0 0,1 0 0,-41 0 0,40 0 16,-39 0-16,-1-40 15,40 40-15,-40-40 0,1 40 0,39-40 0,-40 40 16,1 0-16,39 0 0,0-40 16,1 40-16,-1-40 0,0 40 0,1 0 0,-1-40 15,1 40-15,-1 0 16,0 0-16,1 0 0,-1-41 0,0 41 0,-39 0 16,39 0-16,0 0 0,1 0 15,-41 0-15,40 0 0,1 0 0,-41 0 0,41 0 16,-41 0-16,40 0 0,-40 0 0,41 0 0,-41 0 15,40 0-15,-39-40 16,-1 40-16,0 0 0,0-40 0,1 40 0,-1 0 16,0 0-16,0-40 0,-39 40 15,-1 0-15,0 0 0,0 0 0,0 0 0,0 0 16,0 0 0,-80 0-1,0 0-15,-40 0 16,40 0-16,0 0 15,-1 0-15</inkml:trace>
  <inkml:trace contextRef="#ctx0" brushRef="#br0" timeOffset="112303.18">5778 13595 0,'0'40'16,"0"0"93,0 0-93,0 1 31,-40-41-47,40-41 62,40 41-62,-40-40 16,40 40 0,0 0-16,-40 40 343,0 1-327,0-1 0,0 0-16,0 0 15,0 0-15,0 0 0,0 0 16,0 0-16,41-40 0,-41 40 0,0 0 0,0 1 15,0-1 1,0 0-16,0 0 0,0 0 16,0 0-1,0 0-15,0 0 0,0 0 16,0 1 0,0-1-16,0 0 15,0 0 1,0 0-16,0 0 15,0 0-15,0 0 32,0 0-17,0 0 1,0 1 0,0-1-1,0-80 48</inkml:trace>
  <inkml:trace contextRef="#ctx0" brushRef="#br0" timeOffset="113343.12">7142 13475 0,'41'0'15,"-41"40"32,-41-40-31,41 40-16,-40-40 15,0 0 1,80 0 62,-40-40-78,0 80 156,40 0-124,-40 0-17,41-40-15,-41 40 0,0 0 16,0 1-16,0-1 15,0 0-15,0 0 16,0 0-16,0 0 16,0 0-1,0 0-15,0 0 0,-41-40 16,41 40-16,0 1 16,0-1-1,0 0-15,0 0 16,0 0-1,0 0-15,0 0 16,0 0 0,0 0-16,0 1 0,-40-41 15,40 40-15,-40 0 16,40 0-16,0 0 0,-40 0 16,40 0-1,0 0 1,0 0-16,0 0 15</inkml:trace>
  <inkml:trace contextRef="#ctx0" brushRef="#br0" timeOffset="114453.13">8828 13475 0,'40'-40'15,"-80"80"-15,120-120 16,-120 120 15,40 0 0,0 0-15,-40-40 15,40-40 0,0 80 48,0 0-64,-40-40-15,40-40 47,40 40 31,-40 40-78,40 0 0,-40 0 16,40 0-16,-40 0 15,0 1-15,0-1 0,40 0 0,-40 0 16,0 0 0,0 0-16,0 0 0,0 0 0,0 0 15,-40 0-15,40 1 16,0-1-16,0 0 0,0 0 16,0 0-1,0 0-15,0 0 0,0 0 16,0 0-16,0 1 0,0-1 0,0 0 15,0 0 1,0 0 0,0 0-1,0 0-15,-40 0 16,40 0-16,0 0 16,-40-40-16,40 41 0,0-1 15,0-80 48,0-1-48,0 1 1,0 0-16</inkml:trace>
  <inkml:trace contextRef="#ctx0" brushRef="#br0" timeOffset="115403">10232 13395 0,'0'40'16,"40"-40"-16,-40 40 62,-40 0-30,40-80 14,0 0-30,40 40-16,-40-40 125,40 40-125,-40-41 0,41 41 16,-41 41 31,0-1-32,0 0-15,0 0 0,0 0 0,0 0 16,0 0-16,0 0 15,0 0-15,0 1 0,0-1 0,0 0 0,0 0 16,-41-40-16,41 40 16,-40 0-16,40 0 0,-40 0 0,40 0 15,0 0-15,0 1 16,0-1-16,0 0 0,0 0 16,0 0-1,40-40-15,-40 40 0,40-40 16,-40 40-16,41-40 0,-41 40 15,0 0 1,0 1-16,0-1 16,0 0-1,0 0 1,-41-40 0,41 40-16,-40 0 15,0-40 1</inkml:trace>
  <inkml:trace contextRef="#ctx0" brushRef="#br0" timeOffset="116313.02">11597 13515 0,'0'-40'125,"0"0"-110,0 0-15,40 40 0,0-41 16,0 41 0,0 0-1,-40 41-15,0-1 0,0 0 31,-40-40-31,40-40 63,0 80 31,40 0-79,-40 0-15,0 0 16,0 0 0,0 0-16,0 0 0,0 1 0,-40-1 15,40 0-15,0 0 0,0 0 16,0 0-1,0 0-15,0 0 0,0 0 16,0 0 0,0 1-16,0-1 15,40-40-15,-40 40 0,0 0 16,0 0-16,0 0 16,0 0-1,0 0-15,0 0 0,0 1 16,0-1-1,-40-40 32,0 0-47</inkml:trace>
  <inkml:trace contextRef="#ctx0" brushRef="#br0" timeOffset="117062.97">5537 15681 0,'41'0'16,"-82"0"-16,82-41 31,-41 122 0,0-41-31,0 0 16,0 0-1,0 0-15,0 0 0,0 0 0,0 0 16,40-40-16,-40 41 16,40-41-16,40 0 0,-40 0 15,0 0-15,0-41 16,1 1-16,-1 40 0,0-40 0,-40 0 16,40 0-16,-40 0 15,0 0-15,0 0 0,-80 0 16,80-1-16,-40 1 15,-1 40 1,1 40 15</inkml:trace>
  <inkml:trace contextRef="#ctx0" brushRef="#br0" timeOffset="117452.9">7303 15239 0,'0'41'46,"0"39"-46,-40-40 0,40 0 16,0 40-16,0-40 0,-40 0 16,40 0-16,0 1 0,0-1 0,-40 0 15,40 0-15,0 0 16,-41 0-16</inkml:trace>
  <inkml:trace contextRef="#ctx0" brushRef="#br0" timeOffset="117972.92">9229 15400 0,'0'-40'16,"40"0"-1,40 0 1,41 40-1,-81 0 1,0 120 0,-40 0-1,-40-80-15,-80 121 32,79-161-32,-39 40 0,40 0 15,40 0 1,120-40-1,1 0 1,39-40 0,1-40 15,-1 40-15,-120-1-16</inkml:trace>
  <inkml:trace contextRef="#ctx0" brushRef="#br0" timeOffset="118522.89">10433 15360 0,'0'-40'16,"40"0"15,0 40-31,0 0 16,0 0-16,0 0 15,1 0-15,-41 40 16,0 0 0,0 0-1,-41-40-15,41 40 0,0 0 0,-40-40 0,40 40 16,-40 0-16,40 0 16,0 0-16,0 1 15,80-41-15,-39 0 0,-1 40 16,0-40-1,0 0-15,0 0 0,0 0 16,0 0 0,-40 40-1,-40 0 1,40 0-16,-80-40 0,80 40 0,-40-40 16,0 40-16,0-40 0,-1 40 15,1-40-15,0 40 0,0-40 0,0 41 16,0-41-16,0 0 0,0 0 0,-1 0 15</inkml:trace>
  <inkml:trace contextRef="#ctx0" brushRef="#br0" timeOffset="118982.86">11637 15400 0,'-40'0'15,"40"40"1,-41-40-16,1 0 0,0 0 16,40 40-1,-40-40-15,40 40 16,0 0-16,-40-40 16,40 40-16,0 0 0,0 1 31,40-41-16,0 0-15,40 0 0,-39 0 16,-1 0-16,0 0 16,0 0-16,0 0 0,0 0 0,0 0 15,0 0 1,1 0-16</inkml:trace>
  <inkml:trace contextRef="#ctx0" brushRef="#br0" timeOffset="119212.77">11717 15480 0,'0'0'0,"-40"0"16,0 40 0,0 121-1,80-41 16,-40-80-31,40 80 16,-40 41 0,-121-41 15,81-80-31</inkml:trace>
  <inkml:trace contextRef="#ctx0" brushRef="#br0" timeOffset="119922.75">13402 10066 0,'0'-40'31,"-40"40"16</inkml:trace>
  <inkml:trace contextRef="#ctx0" brushRef="#br0" timeOffset="120562.77">13161 5935 0,'-40'0'16,"0"0"-1,0 0 1,40 40-16,0 0 16,0 0-16,40-40 15,-40 40-15</inkml:trace>
  <inkml:trace contextRef="#ctx0" brushRef="#br0" timeOffset="121002.74">13161 10186 0,'-40'0'16,"0"0"0</inkml:trace>
  <inkml:trace contextRef="#ctx0" brushRef="#br0" timeOffset="124002.56">12439 14277 0,'0'40'47,"-40"0"-31,40 0-16,0 0 47,40-40-32,-40-40 1,40 40-16,0 0 0,1-40 16,-1 40-1,0 0-15,0 0 0,0 0 0,0 0 0,40 0 16,-39-40-16,39 40 0,0 0 16,0 0-16,1 0 0,-1 0 0,40 0 0,-40 0 15,1 0-15,39 0 0,-40 0 0,1-40 0,-41 40 16,40 0-16,-40 0 15,0-40-15,0 40 0,0 0 0,1 0 0,-1 0 16,-80 0 47,-1 0-32,1 0-31,0 0 0</inkml:trace>
  <inkml:trace contextRef="#ctx0" brushRef="#br0" timeOffset="124772.52">12961 14317 0,'40'0'31,"0"0"47,-40 40-47,-40-40-31,0 0 16,0 40 93,0-40-93,80 0 62</inkml:trace>
  <inkml:trace contextRef="#ctx0" brushRef="#br0" timeOffset="125452.4">14405 14317 0,'-40'0'0,"0"0"109,0 0-93,0 0-1,0 0 1,80-40 31,0 40-47,0 0 15,-40 40 1,0 0 15,-40-40-31,0 40 0,0 0 16,0-40 0,40-40-1,40 40-15,-40-40 0,80 40 0,-40-40 16,0 40-16,0-40 15,0 0-15,1 40 0,-41-40 16,40 40 0,-80 0-1,-41 0 1,41 0-16,0 80 0,0-80 0,0 0 0</inkml:trace>
  <inkml:trace contextRef="#ctx0" brushRef="#br0" timeOffset="126062.43">12760 14959 0,'80'0'31,"-160"0"-31,201-40 16,-162 40 31,1 0-32,40 40-15,-40-40 0,0 0 16,40 40 0,0 0-16,0 0 15,40-40 1,-40 40-16,40-40 0,0 40 0,1-40 16,-1 40-16,-40 0 0,40-40 15,-40 41-15,0-1 16,0 0-16,0 0 0,-40-40 0,40 40 15,-40-40-15,-1 40 16,1-40-16,0 0 0,0 0 16,0 0-16,0 0 15,40-40-15</inkml:trace>
  <inkml:trace contextRef="#ctx0" brushRef="#br0" timeOffset="126202.43">12961 14999 0,'40'-40'0,"-80"80"0,120-80 0,-40 0 32,81-1-17,-81 41-15,40-40 16</inkml:trace>
  <inkml:trace contextRef="#ctx0" brushRef="#br0" timeOffset="126502.34">14285 15480 0,'0'-40'0,"0"0"16,0 0-16,40 40 15,-40-40-15,80 40 16,-40 0-16,1 0 0,-1 0 0</inkml:trace>
  <inkml:trace contextRef="#ctx0" brushRef="#br0" timeOffset="126702.4">15529 15320 0,'-120'-40'31,"240"80"-31,-281-121 16,202 81 0,39 0-16,80 41 31,-120-41-31,1 0 0</inkml:trace>
  <inkml:trace contextRef="#ctx0" brushRef="#br0" timeOffset="126902.39">16652 15199 0,'0'0'16,"0"-40"0,41 40-1,-1 0-15,200 0 31,-199 40-31,159-40 0</inkml:trace>
  <inkml:trace contextRef="#ctx0" brushRef="#br0" timeOffset="127082.31">17615 15280 0,'41'0'0,"-1"0"16,40 0-1,201-41 1,120 41 15,-240 0-31,-121 0 0,40-40 16</inkml:trace>
  <inkml:trace contextRef="#ctx0" brushRef="#br0" timeOffset="129522.24">15810 17084 0,'0'-40'47,"0"0"0,0 0-47,40 40 15,-40-40-15,40 40 0,-40-40 0,40 40 16,0-40-16,0 40 15,1 0-15,-1 0 0,0 0 16,0 40 0,0-40-16,-40 40 0,40 0 0,-40 0 0,40 0 15,-40 0-15,0 0 0,0 0 16,0 1-16,0-1 0,0 0 0,0 0 0,-80 0 16,80 0-16,0 0 0,0 0 0,-40-40 0,40 40 15,-40-40-15,40 41 16,0-82 15,0 1-31,0 0 0,40 0 16,-40 0-16,40 0 15,0 0-15,0-40 0,0 39 0,1 1 0,-1 0 16,0 0-16,0-40 0,40 40 16,-40 0-16,0 0 0,1 0 0,-1-1 15,-40 1 1,0 121 31,-40-81-47,40 40 0,-41 0 0,41 0 15,-40 0-15,40 0 16,-40 0-16,0 40 0,40-40 0,-40 1 0,40 39 16,0-40-16,0 0 0,0 40 0,0-40 0,0 0 15,0 1-15,40-1 0,-40 0 16,80-40-16,-80 40 0,40-40 0,-40 40 0,81-40 15,-41 0 1,0 0-16</inkml:trace>
  <inkml:trace contextRef="#ctx0" brushRef="#br0" timeOffset="129782.15">17575 16924 0,'-40'0'0,"80"0"0,-120 0 16,0 0-16,0 0 16,-41 120 15,41 81-15,80-1-1,80-79 1,-40-81-1,0-40-15,41 0 16</inkml:trace>
  <inkml:trace contextRef="#ctx0" brushRef="#br0" timeOffset="130142.2">17656 17124 0,'0'-80'31,"0"160"-31,0-40 16,0 1 0,0-1-16,0 0 0,40 0 15,-40 0 1,0 0-16,0-80 47,0 0-47,40 0 0,0 0 15,-40 0-15,40 40 16,-40-41-16,40 41 0,0 0 0,0 0 31,-40 41-31,0-1 0,0 0 16,0 0-16,0 0 16,0 0-16,0 0 15,0 0-15,-40-40 31</inkml:trace>
  <inkml:trace contextRef="#ctx0" brushRef="#br0" timeOffset="130382.11">18258 16964 0,'40'-40'16,"-80"80"-16,80-120 15,0 80-15,0 80 16,0-40 0,40 161-1,-80-161 1,0 0-16,-40 80 16,0-80-16,40 0 0,-80 0 15,80 1-15,-40-1 31</inkml:trace>
  <inkml:trace contextRef="#ctx0" brushRef="#br0" timeOffset="130602.17">18900 17164 0,'0'-40'15,"0"80"-15,40-160 16,0 120-16,0-40 16,40 0-1,0 0-15,-39 40 0,39 0 16,-40 0-16,-40 40 31</inkml:trace>
  <inkml:trace contextRef="#ctx0" brushRef="#br0" timeOffset="130792.09">19020 17405 0,'0'0'16,"-40"40"-16,0-40 0,80 0 31,-40-40-15,40 40-16,40 0 0,-40 0 0,0-40 15,1 40-15,-1 0 16,0 0-16,0-40 0</inkml:trace>
  <inkml:trace contextRef="#ctx0" brushRef="#br0" timeOffset="133211.94">23354 17245 0,'-41'0'31,"82"0"-31,-122 0 0,81 40 16,-40 40-1,40-40-15,0 0 0,-40 40 32,40-39-32,-40 39 0,0-80 0,-40 80 31,-1-80-31</inkml:trace>
  <inkml:trace contextRef="#ctx0" brushRef="#br0" timeOffset="143191.34">4494 13435 0,'0'0'0,"0"-40"0,0-1 16,0 1-1,80-80 1,-39 80 0,39-40-1,40 40 16,-40 40-15,1 120 0,-121 0-1,-81 41 17,121-121-32,-40 0 31,80-40 0,0 0-31,0 0 0,1 0 16,-1 40-1,0 0-15,0 0 0,-40 0 16,0 0-16,0 1 16,-40-1-1,0-40-15,40 40 0,-40-40 16,-1 0-16,1 0 15,0 40-15,0-40 0,0 0 0,-40 0 0,40 0 16,-1 40-16,-39-40 0,40 0 16,0 0-16,0 40 0,0-40 0,0 0 0,-1 0 15,1 0-15</inkml:trace>
  <inkml:trace contextRef="#ctx0" brushRef="#br0" timeOffset="144434.4">20143 16402 0,'41'0'0,"-1"0"15,-40-40 1,40 40-16,-40-40 31,-40 40 0,0 0-15,-1 40-16,1 0 16,0-40-16,40 41 0,-40-1 15,40 0-15,-40 0 0,40 0 0,0 0 16,0 0-16,0 0 15,0 0-15,0 1 0,40-1 0,-40 0 16,0 0-16,40-40 16,-40 40-16,0 0 0,0 0 0,0 0 15,-40 0-15,40 0 0,-40-40 0,40 41 16,-40-41-16,40 40 0,-40-40 16,0 0-16,-1 0 0,41 40 15,0-80 32,41 40-47,-1 0 16,0 0-1,-40 40-15,0 0 0,0 0 0,40 0 16,-40 0-16,40 0 16,-40 0-16,40 1 0,0-1 0,0 40 0,1-40 15,-1 0-15,0 0 0,0-40 16,-40 40-16,40 0 0,0 0 0,0-40 15,-40 41-15,40-41 16,1 0 0,-1-41-16,0 41 0,0-40 15</inkml:trace>
  <inkml:trace contextRef="#ctx0" brushRef="#br0" timeOffset="144964.35">21307 16483 0,'-40'-81'0,"80"162"0,-80-202 16,80 41 0,-40 40-16,201 40 31,-161 0-31,0 0 0,40 40 16,-40 0-16,0 40 15,-40-39-15,0-1 0,-40 0 31,-40 0-31,40 0 0,0-40 0,0 80 16,0-40 0,160 0-1,-40 41 17,-40-81-32,0 120 15,-40-80-15,0 0 16,0 0-16,-40-40 0,-80 121 15,80-121-15,0 0 0,0 40 16,-161 0 0,121 0-1,40-40 1</inkml:trace>
  <inkml:trace contextRef="#ctx0" brushRef="#br0" timeOffset="145184.34">22110 17445 0,'0'0'16,"0"40"0,0 0 15,0 1-31,0-1 0,-40 40 15,-41 0 17,1-40-32</inkml:trace>
  <inkml:trace contextRef="#ctx0" brushRef="#br0" timeOffset="145704.31">23073 16322 0,'40'-120'15,"0"80"-15,-40 0 0,80 40 32,0 0-17,-39 0 1,39 80 0,-80-40-1,0 0-15,-80 40 16,39 1-16,1-41 15,0 40 1,40-40 0,80 40-1,41 0 17,-121 41-17,-80-1 1,-81 0-1,-40-80 17,121-40-17</inkml:trace>
  <inkml:trace contextRef="#ctx0" brushRef="#br0" timeOffset="145964.29">24156 17285 0,'0'80'47,"-40"-40"-31,40 0-16,-40-40 0,40 40 0,-40-40 0,0 40 15,40 1-15,-41-41 0,1 40 16,0-40-16,0 40 16</inkml:trace>
  <inkml:trace contextRef="#ctx0" brushRef="#br0" timeOffset="146524.27">25039 16082 0,'0'-81'31,"0"41"-31,40 0 16,0 40-1,80 0 1,1 80-1,-81 41 1,-40-81 0,-40-40-16,-40 120 15,39-120-15,41 40 0,-80 0 32,40 0-32,-40 1 15,80 39 1,80-80-16,-40 0 0,-40 40 0,40-40 15,0 0-15,1 40 0,-1-40 16,-40 40 0,0 0-16,0 0 0,-40 0 15,-1 1-15,41-1 16,-40 0-16,-40 0 0,40 0 16,0-40-16,0 0 15,40 40-15,-40-40 0,-1 0 0,1 40 16,0-40-16,0 0 15,40-40 1</inkml:trace>
  <inkml:trace contextRef="#ctx0" brushRef="#br0" timeOffset="146764.26">25841 17044 0,'0'40'16,"-40"-40"-1,0 80 1,0-80-16,40 41 0,-40-41 0,40 40 16,-40 0-16,0 0 0,0 0 15,-1 0-15,1 0 0,40 0 16,-40-40-1</inkml:trace>
  <inkml:trace contextRef="#ctx0" brushRef="#br0" timeOffset="147334.24">26564 16082 0,'0'0'16,"0"-40"0,160-41-1,-120 81 1,0-40-16,41 40 16,-41 0-16,40 0 15,-80 80 1,-40-39-16,-80 119 15,39 0 17,41-39-17,40-81 1,80-40 0,-80 40-16,81-40 15,-81 40-15,0 0 16,0 0-16,0 0 15,-81 0-15,81 1 0,-40-1 0,0 0 16,0-40-16,40 40 0,-40 0 0,0-40 0,0 40 16,-41 0-16,41 0 15,0-40-15,0 0 0,0 0 0,0 0 16</inkml:trace>
  <inkml:trace contextRef="#ctx0" brushRef="#br0" timeOffset="147554.21">26965 17285 0,'0'40'16,"0"-80"-16,0 120 15,0-40 1,0 0-16,-80 0 15,80 0-15,-40-40 0,-1 0 16,1 0-16,0 41 16</inkml:trace>
  <inkml:trace contextRef="#ctx0" brushRef="#br0" timeOffset="148194.19">27808 16042 0,'0'-41'16,"40"1"15,0 40-15,0 0-16,0 0 0,0 0 0,0 0 15,0 0-15,1 0 16,-1 0-16,0 0 16,-40 40-1,-40 1-15,40-1 16,-40 0-16,-41 0 15,81 0-15,-40-40 0,40 40 0,-40 0 16,0 0-16,40 0 16,80-40-1,-40 40-15,0-40 0,-40 41 16,41-41-16,-41 40 16,40 0-16,-40 0 0,0 0 15,0 0 1,-40-40-16,40 40 0,-41-40 0,1 0 15,40 40-15,-40-40 0,0 0 0,0 0 0,0 40 16,0-40-16,0 0 0,-1 0 16,1 0-16,0 41 0,0-41 15,40-41 1</inkml:trace>
  <inkml:trace contextRef="#ctx0" brushRef="#br0" timeOffset="148794.13">29252 15801 0,'-40'-80'15,"120"80"1,-40 0-16,1 0 15,-1 0-15,0 40 0,0 0 16,-40 0-16,40-40 0,-40 40 0,0 0 0,40 0 16,-40 0-1,0 1-15,0-1 0,0 0 16,-40 0 0,40 0-1,40-40 1,0 0-16,0 0 0,1-40 15,39 0-15,-80 0 16,-40 40 0,0 40-1,-1 40 1,1-40-16,40 0 0,-40 0 0,40 0 16,0 0-16,0 1 0,-40-1 15,40 0-15,0 0 0,-40 0 0,40 0 16,0 0-16,-40 0 15,40 0-15,-40 1 0,40 39 0,-40-40 0,-1 0 16,1 0-16,0 0 0,0 0 0,0 40 0,-40-39 16,40-41-16,-1 40 0</inkml:trace>
  <inkml:trace contextRef="#ctx0" brushRef="#br0" timeOffset="149754.07">21588 18167 0,'0'0'0,"0"-40"15,0 0 1,0 0 0,0 0-1,40 40-15,-40 40 47,0 0-31,40-40-16,-40 40 0,0 0 0,0 0 15,0 0 1,0 0-16,0 1 0,0-1 16,0 0-16,0 0 15,0 0-15,-80-40 16,80 40-16</inkml:trace>
  <inkml:trace contextRef="#ctx0" brushRef="#br0" timeOffset="150204.04">21468 18087 0,'0'-40'16,"-41"40"31,41 40-47,-40-40 0,40 40 0,-40-40 0,40 40 16,-40-40-16,0 40 15,40 0-15,-40-40 0,0 40 0,0-40 16,40 41-1,0-122 1,40 41-16,-40 0 16,40 40-16,-40-40 15,40 0-15,-40 0 0,40 40 0,-40-40 0,40 40 16,0-40-16,0-1 16,1 41-16,-1 0 15,-40-40 1,40 40-16,-40 40 15,40-40-15,-40 41 0,40-41 16,-40 40-16,40 0 16,0 0-16,0 0 0,-40 0 15,41-40-15,-1 40 16,-40 0-16,40-40 0,-40 40 0</inkml:trace>
  <inkml:trace contextRef="#ctx0" brushRef="#br0" timeOffset="151024">21909 18488 0,'-40'0'47,"0"0"-32,0 0 1,40 40-16,-41-40 0,41 40 16,-40-40-1,40 40-15,0 0 0,-40-40 0,40 40 16,-40 1 0,40-1-16,0 0 15,0 0-15,-40 0 16,40 0-16,80-40 15,-40 0-15,0 0 16,1 0 0,-41-40-16,0 0 0,40 40 15,-40-40-15,0 0 0,0 0 16,0-1-16,0 1 0,0 0 16,-40 40-1,-1 0 1,1 0-1,0 0 1</inkml:trace>
  <inkml:trace contextRef="#ctx0" brushRef="#br0" timeOffset="151453.97">23073 18528 0,'0'0'16,"0"40"30,0 0-46,0 40 32,0 1-32,0-41 15,0 40 1</inkml:trace>
  <inkml:trace contextRef="#ctx0" brushRef="#br0" timeOffset="152013.96">24276 18528 0,'0'0'0,"0"-40"31,41 40-31,-41-40 0,40 40 16,0 0 0,0 0-16,0 0 0,0 0 15,0 0 1,0 0-16,1 40 0,-41 0 15,0 0 1,0 0-16,0 0 16,-41-40-16,41 40 0,-40-40 15,40 41-15,40-41 32,41 0-17,-41-41-15,0 41 0,0 0 0,0 0 16,0 0-16,0 0 0,1-40 0,-1 40 15</inkml:trace>
  <inkml:trace contextRef="#ctx0" brushRef="#br0" timeOffset="152543.99">26283 18408 0,'0'0'0,"40"-40"31,120 40-15,1 0 0,-81 40 15,-40 0-16,-120 40 1,0 0 0,80-40-1,80 41 1,-40-41 15,-40 0-15,-120 0-1,80-40-15,-41 0 16,41 0-16,0 0 0</inkml:trace>
  <inkml:trace contextRef="#ctx0" brushRef="#br0" timeOffset="152873.96">28249 18408 0,'-80'-40'15,"160"80"-15,-281-80 16,161 80-16,0-40 0,0 40 31,40 0-31,0 40 16,40-40-16,0-40 15,0 0-15,121 0 32,-121 0-32,0 0 0,80-40 15,-79 0 1</inkml:trace>
  <inkml:trace contextRef="#ctx0" brushRef="#br0" timeOffset="153023.96">28169 18528 0,'0'0'16,"-40"0"-16,40 40 0,-41-40 0,1 40 0,-40 40 31,80-39-31,-40 39 0,0-40 0,0 80 16,0-40-1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927FE70-8818-4EC9-B676-CC13A9B1465D}"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492212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27FE70-8818-4EC9-B676-CC13A9B1465D}"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1399800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927FE70-8818-4EC9-B676-CC13A9B1465D}"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3943041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927FE70-8818-4EC9-B676-CC13A9B1465D}" type="datetimeFigureOut">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3994211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927FE70-8818-4EC9-B676-CC13A9B1465D}" type="datetimeFigureOut">
              <a:rPr lang="en-IN" smtClean="0"/>
              <a:t>10-09-2025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422506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927FE70-8818-4EC9-B676-CC13A9B1465D}" type="datetimeFigureOut">
              <a:rPr lang="en-IN" smtClean="0"/>
              <a:t>10-09-2025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1546723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27FE70-8818-4EC9-B676-CC13A9B1465D}" type="datetimeFigureOut">
              <a:rPr lang="en-IN" smtClean="0"/>
              <a:t>10-09-2025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4070229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927FE70-8818-4EC9-B676-CC13A9B1465D}" type="datetimeFigureOut">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85299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927FE70-8818-4EC9-B676-CC13A9B1465D}" type="datetimeFigureOut">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1355483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27FE70-8818-4EC9-B676-CC13A9B1465D}"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2960288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27FE70-8818-4EC9-B676-CC13A9B1465D}"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7BB2F6-D660-4170-9B26-FF9F54634DA5}" type="slidenum">
              <a:rPr lang="en-IN" smtClean="0"/>
              <a:t>‹#›</a:t>
            </a:fld>
            <a:endParaRPr lang="en-IN"/>
          </a:p>
        </p:txBody>
      </p:sp>
    </p:spTree>
    <p:extLst>
      <p:ext uri="{BB962C8B-B14F-4D97-AF65-F5344CB8AC3E}">
        <p14:creationId xmlns:p14="http://schemas.microsoft.com/office/powerpoint/2010/main" val="3092148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27FE70-8818-4EC9-B676-CC13A9B1465D}" type="datetimeFigureOut">
              <a:rPr lang="en-IN" smtClean="0"/>
              <a:t>10-09-2025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7BB2F6-D660-4170-9B26-FF9F54634DA5}" type="slidenum">
              <a:rPr lang="en-IN" smtClean="0"/>
              <a:t>‹#›</a:t>
            </a:fld>
            <a:endParaRPr lang="en-IN"/>
          </a:p>
        </p:txBody>
      </p:sp>
    </p:spTree>
    <p:extLst>
      <p:ext uri="{BB962C8B-B14F-4D97-AF65-F5344CB8AC3E}">
        <p14:creationId xmlns:p14="http://schemas.microsoft.com/office/powerpoint/2010/main" val="624401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73.emf"/><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74.emf"/><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75.emf"/><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76.emf"/><Relationship Id="rId2" Type="http://schemas.openxmlformats.org/officeDocument/2006/relationships/customXml" Target="../ink/ink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77.emf"/><Relationship Id="rId2" Type="http://schemas.openxmlformats.org/officeDocument/2006/relationships/customXml" Target="../ink/ink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78.emf"/><Relationship Id="rId2" Type="http://schemas.openxmlformats.org/officeDocument/2006/relationships/customXml" Target="../ink/ink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79.emf"/><Relationship Id="rId2" Type="http://schemas.openxmlformats.org/officeDocument/2006/relationships/customXml" Target="../ink/ink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80.emf"/><Relationship Id="rId2" Type="http://schemas.openxmlformats.org/officeDocument/2006/relationships/customXml" Target="../ink/ink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1.emf"/><Relationship Id="rId2" Type="http://schemas.openxmlformats.org/officeDocument/2006/relationships/customXml" Target="../ink/ink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customXml" Target="../ink/ink15.xml"/><Relationship Id="rId1" Type="http://schemas.openxmlformats.org/officeDocument/2006/relationships/slideLayout" Target="../slideLayouts/slideLayout2.xml"/><Relationship Id="rId5" Type="http://schemas.openxmlformats.org/officeDocument/2006/relationships/image" Target="../media/image91.emf"/><Relationship Id="rId4" Type="http://schemas.openxmlformats.org/officeDocument/2006/relationships/customXml" Target="../ink/ink16.xml"/></Relationships>
</file>

<file path=ppt/slides/_rels/slide18.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2.emf"/><Relationship Id="rId2" Type="http://schemas.openxmlformats.org/officeDocument/2006/relationships/customXml" Target="../ink/ink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3.emf"/><Relationship Id="rId2" Type="http://schemas.openxmlformats.org/officeDocument/2006/relationships/customXml" Target="../ink/ink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84.emf"/><Relationship Id="rId2" Type="http://schemas.openxmlformats.org/officeDocument/2006/relationships/customXml" Target="../ink/ink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5.emf"/><Relationship Id="rId2" Type="http://schemas.openxmlformats.org/officeDocument/2006/relationships/customXml" Target="../ink/ink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86.emf"/><Relationship Id="rId2" Type="http://schemas.openxmlformats.org/officeDocument/2006/relationships/customXml" Target="../ink/ink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7.emf"/><Relationship Id="rId2" Type="http://schemas.openxmlformats.org/officeDocument/2006/relationships/customXml" Target="../ink/ink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20.emf"/><Relationship Id="rId2" Type="http://schemas.openxmlformats.org/officeDocument/2006/relationships/customXml" Target="../ink/ink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1.emf"/><Relationship Id="rId2" Type="http://schemas.openxmlformats.org/officeDocument/2006/relationships/customXml" Target="../ink/ink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2.emf"/><Relationship Id="rId2" Type="http://schemas.openxmlformats.org/officeDocument/2006/relationships/customXml" Target="../ink/ink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3.emf"/><Relationship Id="rId2" Type="http://schemas.openxmlformats.org/officeDocument/2006/relationships/customXml" Target="../ink/ink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4.emf"/><Relationship Id="rId2" Type="http://schemas.openxmlformats.org/officeDocument/2006/relationships/customXml" Target="../ink/ink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6.emf"/><Relationship Id="rId2" Type="http://schemas.openxmlformats.org/officeDocument/2006/relationships/customXml" Target="../ink/ink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7.emf"/><Relationship Id="rId2" Type="http://schemas.openxmlformats.org/officeDocument/2006/relationships/customXml" Target="../ink/ink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8.emf"/><Relationship Id="rId2" Type="http://schemas.openxmlformats.org/officeDocument/2006/relationships/customXml" Target="../ink/ink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9.emf"/><Relationship Id="rId2" Type="http://schemas.openxmlformats.org/officeDocument/2006/relationships/customXml" Target="../ink/ink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0.emf"/><Relationship Id="rId2" Type="http://schemas.openxmlformats.org/officeDocument/2006/relationships/customXml" Target="../ink/ink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customXml" Target="../ink/ink35.xml"/></Relationships>
</file>

<file path=ppt/slides/_rels/slide39.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customXml" Target="../ink/ink37.xml"/><Relationship Id="rId4" Type="http://schemas.openxmlformats.org/officeDocument/2006/relationships/image" Target="../media/image4.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customXml" Target="../ink/ink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ustomXml" Target="../ink/ink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customXml" Target="../ink/ink40.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customXml" Target="../ink/ink41.xml"/></Relationships>
</file>

<file path=ppt/slides/_rels/slide4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customXml" Target="../ink/ink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customXml" Target="../ink/ink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customXml" Target="../ink/ink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customXml" Target="../ink/ink45.xml"/><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customXml" Target="../ink/ink46.xml"/></Relationships>
</file>

<file path=ppt/slides/_rels/slide48.xml.rels><?xml version="1.0" encoding="UTF-8" standalone="yes"?>
<Relationships xmlns="http://schemas.openxmlformats.org/package/2006/relationships"><Relationship Id="rId3" Type="http://schemas.openxmlformats.org/officeDocument/2006/relationships/customXml" Target="../ink/ink47.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0.emf"/></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0.emf"/><Relationship Id="rId2" Type="http://schemas.openxmlformats.org/officeDocument/2006/relationships/customXml" Target="../ink/ink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customXml" Target="../ink/ink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customXml" Target="../ink/ink50.xml"/><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6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customXml" Target="../ink/ink51.xml"/><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65.xml.rels><?xml version="1.0" encoding="UTF-8" standalone="yes"?>
<Relationships xmlns="http://schemas.openxmlformats.org/package/2006/relationships"><Relationship Id="rId3" Type="http://schemas.openxmlformats.org/officeDocument/2006/relationships/customXml" Target="../ink/ink52.xml"/><Relationship Id="rId2" Type="http://schemas.openxmlformats.org/officeDocument/2006/relationships/image" Target="../media/image21.emf"/><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6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customXml" Target="../ink/ink53.xml"/><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68.xml.rels><?xml version="1.0" encoding="UTF-8" standalone="yes"?>
<Relationships xmlns="http://schemas.openxmlformats.org/package/2006/relationships"><Relationship Id="rId3" Type="http://schemas.openxmlformats.org/officeDocument/2006/relationships/customXml" Target="../ink/ink54.xml"/><Relationship Id="rId2" Type="http://schemas.openxmlformats.org/officeDocument/2006/relationships/image" Target="../media/image27.emf"/><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69.xml.rels><?xml version="1.0" encoding="UTF-8" standalone="yes"?>
<Relationships xmlns="http://schemas.openxmlformats.org/package/2006/relationships"><Relationship Id="rId3" Type="http://schemas.openxmlformats.org/officeDocument/2006/relationships/customXml" Target="../ink/ink55.xml"/><Relationship Id="rId2" Type="http://schemas.openxmlformats.org/officeDocument/2006/relationships/image" Target="../media/image29.emf"/><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7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customXml" Target="../ink/ink56.xml"/><Relationship Id="rId2" Type="http://schemas.openxmlformats.org/officeDocument/2006/relationships/image" Target="../media/image33.emf"/><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7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6.emf"/><Relationship Id="rId4" Type="http://schemas.openxmlformats.org/officeDocument/2006/relationships/customXml" Target="../ink/ink57.xml"/></Relationships>
</file>

<file path=ppt/slides/_rels/slide93.xml.rels><?xml version="1.0" encoding="UTF-8" standalone="yes"?>
<Relationships xmlns="http://schemas.openxmlformats.org/package/2006/relationships"><Relationship Id="rId3" Type="http://schemas.openxmlformats.org/officeDocument/2006/relationships/image" Target="../media/image460.emf"/><Relationship Id="rId2" Type="http://schemas.openxmlformats.org/officeDocument/2006/relationships/customXml" Target="../ink/ink5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customXml" Target="../ink/ink59.xml"/><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e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customXml" Target="../ink/ink6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customXml" Target="../ink/ink61.xml"/><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emf"/></Relationships>
</file>

<file path=ppt/slides/_rels/slide105.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customXml" Target="../ink/ink6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customXml" Target="../ink/ink6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customXml" Target="../ink/ink64.xml"/><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5.emf"/></Relationships>
</file>

<file path=ppt/slides/_rels/slide1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14.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customXml" Target="../ink/ink65.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customXml" Target="../ink/ink6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customXml" Target="../ink/ink67.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customXml" Target="../ink/ink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12074" y="2533559"/>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b="1" dirty="0"/>
              <a:t>Linear Convolution</a:t>
            </a:r>
            <a:endParaRPr lang="en-IN" sz="6600" b="1" dirty="0"/>
          </a:p>
        </p:txBody>
      </p:sp>
    </p:spTree>
    <p:extLst>
      <p:ext uri="{BB962C8B-B14F-4D97-AF65-F5344CB8AC3E}">
        <p14:creationId xmlns:p14="http://schemas.microsoft.com/office/powerpoint/2010/main" val="1783300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876800" y="550080"/>
              <a:ext cx="7972920" cy="4276080"/>
            </p14:xfrm>
          </p:contentPart>
        </mc:Choice>
        <mc:Fallback xmlns="">
          <p:pic>
            <p:nvPicPr>
              <p:cNvPr id="2" name="Ink 1"/>
              <p:cNvPicPr/>
              <p:nvPr/>
            </p:nvPicPr>
            <p:blipFill>
              <a:blip r:embed="rId3"/>
              <a:stretch>
                <a:fillRect/>
              </a:stretch>
            </p:blipFill>
            <p:spPr>
              <a:xfrm>
                <a:off x="1867440" y="540720"/>
                <a:ext cx="7991640" cy="4294800"/>
              </a:xfrm>
              <a:prstGeom prst="rect">
                <a:avLst/>
              </a:prstGeom>
            </p:spPr>
          </p:pic>
        </mc:Fallback>
      </mc:AlternateContent>
    </p:spTree>
    <p:extLst>
      <p:ext uri="{BB962C8B-B14F-4D97-AF65-F5344CB8AC3E}">
        <p14:creationId xmlns:p14="http://schemas.microsoft.com/office/powerpoint/2010/main" val="1191250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2229600" y="183240"/>
              <a:ext cx="8085960" cy="4600440"/>
            </p14:xfrm>
          </p:contentPart>
        </mc:Choice>
        <mc:Fallback xmlns="">
          <p:pic>
            <p:nvPicPr>
              <p:cNvPr id="2" name="Ink 1"/>
              <p:cNvPicPr/>
              <p:nvPr/>
            </p:nvPicPr>
            <p:blipFill>
              <a:blip r:embed="rId3"/>
              <a:stretch>
                <a:fillRect/>
              </a:stretch>
            </p:blipFill>
            <p:spPr>
              <a:xfrm>
                <a:off x="2220240" y="173880"/>
                <a:ext cx="8104680" cy="4619160"/>
              </a:xfrm>
              <a:prstGeom prst="rect">
                <a:avLst/>
              </a:prstGeom>
            </p:spPr>
          </p:pic>
        </mc:Fallback>
      </mc:AlternateContent>
    </p:spTree>
    <p:extLst>
      <p:ext uri="{BB962C8B-B14F-4D97-AF65-F5344CB8AC3E}">
        <p14:creationId xmlns:p14="http://schemas.microsoft.com/office/powerpoint/2010/main" val="1351140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608600" y="310320"/>
              <a:ext cx="9031320" cy="6533640"/>
            </p14:xfrm>
          </p:contentPart>
        </mc:Choice>
        <mc:Fallback xmlns="">
          <p:pic>
            <p:nvPicPr>
              <p:cNvPr id="2" name="Ink 1"/>
              <p:cNvPicPr/>
              <p:nvPr/>
            </p:nvPicPr>
            <p:blipFill>
              <a:blip r:embed="rId3"/>
              <a:stretch>
                <a:fillRect/>
              </a:stretch>
            </p:blipFill>
            <p:spPr>
              <a:xfrm>
                <a:off x="1599240" y="300960"/>
                <a:ext cx="9050040" cy="6552360"/>
              </a:xfrm>
              <a:prstGeom prst="rect">
                <a:avLst/>
              </a:prstGeom>
            </p:spPr>
          </p:pic>
        </mc:Fallback>
      </mc:AlternateContent>
    </p:spTree>
    <p:extLst>
      <p:ext uri="{BB962C8B-B14F-4D97-AF65-F5344CB8AC3E}">
        <p14:creationId xmlns:p14="http://schemas.microsoft.com/office/powerpoint/2010/main" val="1430836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2201160" y="352440"/>
              <a:ext cx="7634520" cy="6449400"/>
            </p14:xfrm>
          </p:contentPart>
        </mc:Choice>
        <mc:Fallback xmlns="">
          <p:pic>
            <p:nvPicPr>
              <p:cNvPr id="2" name="Ink 1"/>
              <p:cNvPicPr/>
              <p:nvPr/>
            </p:nvPicPr>
            <p:blipFill>
              <a:blip r:embed="rId3"/>
              <a:stretch>
                <a:fillRect/>
              </a:stretch>
            </p:blipFill>
            <p:spPr>
              <a:xfrm>
                <a:off x="2191800" y="343080"/>
                <a:ext cx="7653240" cy="6468120"/>
              </a:xfrm>
              <a:prstGeom prst="rect">
                <a:avLst/>
              </a:prstGeom>
            </p:spPr>
          </p:pic>
        </mc:Fallback>
      </mc:AlternateContent>
    </p:spTree>
    <p:extLst>
      <p:ext uri="{BB962C8B-B14F-4D97-AF65-F5344CB8AC3E}">
        <p14:creationId xmlns:p14="http://schemas.microsoft.com/office/powerpoint/2010/main" val="4262754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862760" y="310320"/>
              <a:ext cx="8537400" cy="6110280"/>
            </p14:xfrm>
          </p:contentPart>
        </mc:Choice>
        <mc:Fallback xmlns="">
          <p:pic>
            <p:nvPicPr>
              <p:cNvPr id="2" name="Ink 1"/>
              <p:cNvPicPr/>
              <p:nvPr/>
            </p:nvPicPr>
            <p:blipFill>
              <a:blip r:embed="rId3"/>
              <a:stretch>
                <a:fillRect/>
              </a:stretch>
            </p:blipFill>
            <p:spPr>
              <a:xfrm>
                <a:off x="1853400" y="300960"/>
                <a:ext cx="8556120" cy="6129000"/>
              </a:xfrm>
              <a:prstGeom prst="rect">
                <a:avLst/>
              </a:prstGeom>
            </p:spPr>
          </p:pic>
        </mc:Fallback>
      </mc:AlternateContent>
    </p:spTree>
    <p:extLst>
      <p:ext uri="{BB962C8B-B14F-4D97-AF65-F5344CB8AC3E}">
        <p14:creationId xmlns:p14="http://schemas.microsoft.com/office/powerpoint/2010/main" val="2315754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094480" y="317520"/>
              <a:ext cx="9823320" cy="6396120"/>
            </p14:xfrm>
          </p:contentPart>
        </mc:Choice>
        <mc:Fallback xmlns="">
          <p:pic>
            <p:nvPicPr>
              <p:cNvPr id="4" name="Ink 3"/>
              <p:cNvPicPr/>
              <p:nvPr/>
            </p:nvPicPr>
            <p:blipFill>
              <a:blip r:embed="rId3"/>
              <a:stretch>
                <a:fillRect/>
              </a:stretch>
            </p:blipFill>
            <p:spPr>
              <a:xfrm>
                <a:off x="2085120" y="308160"/>
                <a:ext cx="9842040" cy="6414840"/>
              </a:xfrm>
              <a:prstGeom prst="rect">
                <a:avLst/>
              </a:prstGeom>
            </p:spPr>
          </p:pic>
        </mc:Fallback>
      </mc:AlternateContent>
    </p:spTree>
    <p:extLst>
      <p:ext uri="{BB962C8B-B14F-4D97-AF65-F5344CB8AC3E}">
        <p14:creationId xmlns:p14="http://schemas.microsoft.com/office/powerpoint/2010/main" val="1624707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77800" y="360720"/>
              <a:ext cx="11542320" cy="6252120"/>
            </p14:xfrm>
          </p:contentPart>
        </mc:Choice>
        <mc:Fallback xmlns="">
          <p:pic>
            <p:nvPicPr>
              <p:cNvPr id="4" name="Ink 3"/>
              <p:cNvPicPr/>
              <p:nvPr/>
            </p:nvPicPr>
            <p:blipFill>
              <a:blip r:embed="rId3"/>
              <a:stretch>
                <a:fillRect/>
              </a:stretch>
            </p:blipFill>
            <p:spPr>
              <a:xfrm>
                <a:off x="568440" y="351360"/>
                <a:ext cx="11561040" cy="6270840"/>
              </a:xfrm>
              <a:prstGeom prst="rect">
                <a:avLst/>
              </a:prstGeom>
            </p:spPr>
          </p:pic>
        </mc:Fallback>
      </mc:AlternateContent>
    </p:spTree>
    <p:extLst>
      <p:ext uri="{BB962C8B-B14F-4D97-AF65-F5344CB8AC3E}">
        <p14:creationId xmlns:p14="http://schemas.microsoft.com/office/powerpoint/2010/main" val="3278411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92200" y="533880"/>
              <a:ext cx="9910080" cy="3407760"/>
            </p14:xfrm>
          </p:contentPart>
        </mc:Choice>
        <mc:Fallback xmlns="">
          <p:pic>
            <p:nvPicPr>
              <p:cNvPr id="4" name="Ink 3"/>
              <p:cNvPicPr/>
              <p:nvPr/>
            </p:nvPicPr>
            <p:blipFill>
              <a:blip r:embed="rId3"/>
              <a:stretch>
                <a:fillRect/>
              </a:stretch>
            </p:blipFill>
            <p:spPr>
              <a:xfrm>
                <a:off x="582840" y="524520"/>
                <a:ext cx="9928800" cy="3426480"/>
              </a:xfrm>
              <a:prstGeom prst="rect">
                <a:avLst/>
              </a:prstGeom>
            </p:spPr>
          </p:pic>
        </mc:Fallback>
      </mc:AlternateContent>
    </p:spTree>
    <p:extLst>
      <p:ext uri="{BB962C8B-B14F-4D97-AF65-F5344CB8AC3E}">
        <p14:creationId xmlns:p14="http://schemas.microsoft.com/office/powerpoint/2010/main" val="2031468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12074" y="2533559"/>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b="1" dirty="0"/>
              <a:t>Circular Convolution</a:t>
            </a:r>
            <a:endParaRPr lang="en-IN" sz="6600" b="1" dirty="0"/>
          </a:p>
        </p:txBody>
      </p:sp>
    </p:spTree>
    <p:extLst>
      <p:ext uri="{BB962C8B-B14F-4D97-AF65-F5344CB8AC3E}">
        <p14:creationId xmlns:p14="http://schemas.microsoft.com/office/powerpoint/2010/main" val="913855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933320" y="507960"/>
              <a:ext cx="8466840" cy="3979440"/>
            </p14:xfrm>
          </p:contentPart>
        </mc:Choice>
        <mc:Fallback xmlns="">
          <p:pic>
            <p:nvPicPr>
              <p:cNvPr id="2" name="Ink 1"/>
              <p:cNvPicPr/>
              <p:nvPr/>
            </p:nvPicPr>
            <p:blipFill>
              <a:blip r:embed="rId3"/>
              <a:stretch>
                <a:fillRect/>
              </a:stretch>
            </p:blipFill>
            <p:spPr>
              <a:xfrm>
                <a:off x="1923960" y="498600"/>
                <a:ext cx="8485560" cy="3998160"/>
              </a:xfrm>
              <a:prstGeom prst="rect">
                <a:avLst/>
              </a:prstGeom>
            </p:spPr>
          </p:pic>
        </mc:Fallback>
      </mc:AlternateContent>
    </p:spTree>
    <p:extLst>
      <p:ext uri="{BB962C8B-B14F-4D97-AF65-F5344CB8AC3E}">
        <p14:creationId xmlns:p14="http://schemas.microsoft.com/office/powerpoint/2010/main" val="923851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862760" y="324360"/>
              <a:ext cx="8960760" cy="5122800"/>
            </p14:xfrm>
          </p:contentPart>
        </mc:Choice>
        <mc:Fallback xmlns="">
          <p:pic>
            <p:nvPicPr>
              <p:cNvPr id="2" name="Ink 1"/>
              <p:cNvPicPr/>
              <p:nvPr/>
            </p:nvPicPr>
            <p:blipFill>
              <a:blip r:embed="rId3"/>
              <a:stretch>
                <a:fillRect/>
              </a:stretch>
            </p:blipFill>
            <p:spPr>
              <a:xfrm>
                <a:off x="1853400" y="315000"/>
                <a:ext cx="8979480" cy="5141520"/>
              </a:xfrm>
              <a:prstGeom prst="rect">
                <a:avLst/>
              </a:prstGeom>
            </p:spPr>
          </p:pic>
        </mc:Fallback>
      </mc:AlternateContent>
    </p:spTree>
    <p:extLst>
      <p:ext uri="{BB962C8B-B14F-4D97-AF65-F5344CB8AC3E}">
        <p14:creationId xmlns:p14="http://schemas.microsoft.com/office/powerpoint/2010/main" val="2850066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933320" y="564120"/>
              <a:ext cx="8537400" cy="5546160"/>
            </p14:xfrm>
          </p:contentPart>
        </mc:Choice>
        <mc:Fallback xmlns="">
          <p:pic>
            <p:nvPicPr>
              <p:cNvPr id="2" name="Ink 1"/>
              <p:cNvPicPr/>
              <p:nvPr/>
            </p:nvPicPr>
            <p:blipFill>
              <a:blip r:embed="rId3"/>
              <a:stretch>
                <a:fillRect/>
              </a:stretch>
            </p:blipFill>
            <p:spPr>
              <a:xfrm>
                <a:off x="1923960" y="554760"/>
                <a:ext cx="8556120" cy="5564880"/>
              </a:xfrm>
              <a:prstGeom prst="rect">
                <a:avLst/>
              </a:prstGeom>
            </p:spPr>
          </p:pic>
        </mc:Fallback>
      </mc:AlternateContent>
    </p:spTree>
    <p:extLst>
      <p:ext uri="{BB962C8B-B14F-4D97-AF65-F5344CB8AC3E}">
        <p14:creationId xmlns:p14="http://schemas.microsoft.com/office/powerpoint/2010/main" val="797404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806240" y="860400"/>
              <a:ext cx="7309800" cy="4558320"/>
            </p14:xfrm>
          </p:contentPart>
        </mc:Choice>
        <mc:Fallback xmlns="">
          <p:pic>
            <p:nvPicPr>
              <p:cNvPr id="2" name="Ink 1"/>
              <p:cNvPicPr/>
              <p:nvPr/>
            </p:nvPicPr>
            <p:blipFill>
              <a:blip r:embed="rId3"/>
              <a:stretch>
                <a:fillRect/>
              </a:stretch>
            </p:blipFill>
            <p:spPr>
              <a:xfrm>
                <a:off x="1796880" y="851040"/>
                <a:ext cx="7328520" cy="4577040"/>
              </a:xfrm>
              <a:prstGeom prst="rect">
                <a:avLst/>
              </a:prstGeom>
            </p:spPr>
          </p:pic>
        </mc:Fallback>
      </mc:AlternateContent>
    </p:spTree>
    <p:extLst>
      <p:ext uri="{BB962C8B-B14F-4D97-AF65-F5344CB8AC3E}">
        <p14:creationId xmlns:p14="http://schemas.microsoft.com/office/powerpoint/2010/main" val="621957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780120" y="115200"/>
              <a:ext cx="11484360" cy="4505040"/>
            </p14:xfrm>
          </p:contentPart>
        </mc:Choice>
        <mc:Fallback xmlns="">
          <p:pic>
            <p:nvPicPr>
              <p:cNvPr id="4" name="Ink 3"/>
              <p:cNvPicPr/>
              <p:nvPr/>
            </p:nvPicPr>
            <p:blipFill>
              <a:blip r:embed="rId3"/>
              <a:stretch>
                <a:fillRect/>
              </a:stretch>
            </p:blipFill>
            <p:spPr>
              <a:xfrm>
                <a:off x="770760" y="105840"/>
                <a:ext cx="11503080" cy="4523760"/>
              </a:xfrm>
              <a:prstGeom prst="rect">
                <a:avLst/>
              </a:prstGeom>
            </p:spPr>
          </p:pic>
        </mc:Fallback>
      </mc:AlternateContent>
    </p:spTree>
    <p:extLst>
      <p:ext uri="{BB962C8B-B14F-4D97-AF65-F5344CB8AC3E}">
        <p14:creationId xmlns:p14="http://schemas.microsoft.com/office/powerpoint/2010/main" val="2217503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45520" y="346320"/>
              <a:ext cx="11903400" cy="5934240"/>
            </p14:xfrm>
          </p:contentPart>
        </mc:Choice>
        <mc:Fallback xmlns="">
          <p:pic>
            <p:nvPicPr>
              <p:cNvPr id="4" name="Ink 3"/>
              <p:cNvPicPr/>
              <p:nvPr/>
            </p:nvPicPr>
            <p:blipFill>
              <a:blip r:embed="rId3"/>
              <a:stretch>
                <a:fillRect/>
              </a:stretch>
            </p:blipFill>
            <p:spPr>
              <a:xfrm>
                <a:off x="236160" y="336960"/>
                <a:ext cx="11922120" cy="5952960"/>
              </a:xfrm>
              <a:prstGeom prst="rect">
                <a:avLst/>
              </a:prstGeom>
            </p:spPr>
          </p:pic>
        </mc:Fallback>
      </mc:AlternateContent>
    </p:spTree>
    <p:extLst>
      <p:ext uri="{BB962C8B-B14F-4D97-AF65-F5344CB8AC3E}">
        <p14:creationId xmlns:p14="http://schemas.microsoft.com/office/powerpoint/2010/main" val="2770302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678960" y="273960"/>
              <a:ext cx="4810680" cy="2484000"/>
            </p14:xfrm>
          </p:contentPart>
        </mc:Choice>
        <mc:Fallback xmlns="">
          <p:pic>
            <p:nvPicPr>
              <p:cNvPr id="4" name="Ink 3"/>
              <p:cNvPicPr/>
              <p:nvPr/>
            </p:nvPicPr>
            <p:blipFill>
              <a:blip r:embed="rId3"/>
              <a:stretch>
                <a:fillRect/>
              </a:stretch>
            </p:blipFill>
            <p:spPr>
              <a:xfrm>
                <a:off x="669600" y="264600"/>
                <a:ext cx="4829400" cy="2502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404640" y="663840"/>
              <a:ext cx="11614320" cy="6252120"/>
            </p14:xfrm>
          </p:contentPart>
        </mc:Choice>
        <mc:Fallback xmlns="">
          <p:pic>
            <p:nvPicPr>
              <p:cNvPr id="5" name="Ink 4"/>
              <p:cNvPicPr/>
              <p:nvPr/>
            </p:nvPicPr>
            <p:blipFill>
              <a:blip r:embed="rId5"/>
              <a:stretch>
                <a:fillRect/>
              </a:stretch>
            </p:blipFill>
            <p:spPr>
              <a:xfrm>
                <a:off x="395280" y="654480"/>
                <a:ext cx="11633040" cy="6270840"/>
              </a:xfrm>
              <a:prstGeom prst="rect">
                <a:avLst/>
              </a:prstGeom>
            </p:spPr>
          </p:pic>
        </mc:Fallback>
      </mc:AlternateContent>
    </p:spTree>
    <p:extLst>
      <p:ext uri="{BB962C8B-B14F-4D97-AF65-F5344CB8AC3E}">
        <p14:creationId xmlns:p14="http://schemas.microsoft.com/office/powerpoint/2010/main" val="2979964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74320" y="129600"/>
              <a:ext cx="11889000" cy="6598440"/>
            </p14:xfrm>
          </p:contentPart>
        </mc:Choice>
        <mc:Fallback xmlns="">
          <p:pic>
            <p:nvPicPr>
              <p:cNvPr id="4" name="Ink 3"/>
              <p:cNvPicPr/>
              <p:nvPr/>
            </p:nvPicPr>
            <p:blipFill>
              <a:blip r:embed="rId3"/>
              <a:stretch>
                <a:fillRect/>
              </a:stretch>
            </p:blipFill>
            <p:spPr>
              <a:xfrm>
                <a:off x="264960" y="120240"/>
                <a:ext cx="11907720" cy="6617160"/>
              </a:xfrm>
              <a:prstGeom prst="rect">
                <a:avLst/>
              </a:prstGeom>
            </p:spPr>
          </p:pic>
        </mc:Fallback>
      </mc:AlternateContent>
    </p:spTree>
    <p:extLst>
      <p:ext uri="{BB962C8B-B14F-4D97-AF65-F5344CB8AC3E}">
        <p14:creationId xmlns:p14="http://schemas.microsoft.com/office/powerpoint/2010/main" val="1478021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58760" y="86400"/>
              <a:ext cx="10531440" cy="5645520"/>
            </p14:xfrm>
          </p:contentPart>
        </mc:Choice>
        <mc:Fallback xmlns="">
          <p:pic>
            <p:nvPicPr>
              <p:cNvPr id="4" name="Ink 3"/>
              <p:cNvPicPr/>
              <p:nvPr/>
            </p:nvPicPr>
            <p:blipFill>
              <a:blip r:embed="rId3"/>
              <a:stretch>
                <a:fillRect/>
              </a:stretch>
            </p:blipFill>
            <p:spPr>
              <a:xfrm>
                <a:off x="149400" y="77040"/>
                <a:ext cx="10550160" cy="5664240"/>
              </a:xfrm>
              <a:prstGeom prst="rect">
                <a:avLst/>
              </a:prstGeom>
            </p:spPr>
          </p:pic>
        </mc:Fallback>
      </mc:AlternateContent>
    </p:spTree>
    <p:extLst>
      <p:ext uri="{BB962C8B-B14F-4D97-AF65-F5344CB8AC3E}">
        <p14:creationId xmlns:p14="http://schemas.microsoft.com/office/powerpoint/2010/main" val="3233641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12074" y="2533559"/>
            <a:ext cx="10515600" cy="1325563"/>
          </a:xfrm>
          <a:prstGeom prst="rect">
            <a:avLst/>
          </a:prstGeom>
        </p:spPr>
        <p:txBody>
          <a:bodyP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b="1" dirty="0"/>
              <a:t>Computation of Circular Convolution using Linear Convolution</a:t>
            </a:r>
            <a:endParaRPr lang="en-IN" sz="6600" b="1" dirty="0"/>
          </a:p>
        </p:txBody>
      </p:sp>
    </p:spTree>
    <p:extLst>
      <p:ext uri="{BB962C8B-B14F-4D97-AF65-F5344CB8AC3E}">
        <p14:creationId xmlns:p14="http://schemas.microsoft.com/office/powerpoint/2010/main" val="2893969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749720" y="888840"/>
              <a:ext cx="8848080" cy="5686920"/>
            </p14:xfrm>
          </p:contentPart>
        </mc:Choice>
        <mc:Fallback xmlns="">
          <p:pic>
            <p:nvPicPr>
              <p:cNvPr id="2" name="Ink 1"/>
              <p:cNvPicPr/>
              <p:nvPr/>
            </p:nvPicPr>
            <p:blipFill>
              <a:blip r:embed="rId3"/>
              <a:stretch>
                <a:fillRect/>
              </a:stretch>
            </p:blipFill>
            <p:spPr>
              <a:xfrm>
                <a:off x="1740360" y="879480"/>
                <a:ext cx="8866800" cy="5705640"/>
              </a:xfrm>
              <a:prstGeom prst="rect">
                <a:avLst/>
              </a:prstGeom>
            </p:spPr>
          </p:pic>
        </mc:Fallback>
      </mc:AlternateContent>
    </p:spTree>
    <p:extLst>
      <p:ext uri="{BB962C8B-B14F-4D97-AF65-F5344CB8AC3E}">
        <p14:creationId xmlns:p14="http://schemas.microsoft.com/office/powerpoint/2010/main" val="3314205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12074" y="2533559"/>
            <a:ext cx="10515600" cy="1325563"/>
          </a:xfrm>
          <a:prstGeom prst="rect">
            <a:avLst/>
          </a:prstGeom>
        </p:spPr>
        <p:txBody>
          <a:bodyP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b="1" dirty="0"/>
              <a:t>Computation of linear Convolution using Circular Convolution</a:t>
            </a:r>
            <a:endParaRPr lang="en-IN" sz="6600" b="1" dirty="0"/>
          </a:p>
        </p:txBody>
      </p:sp>
    </p:spTree>
    <p:extLst>
      <p:ext uri="{BB962C8B-B14F-4D97-AF65-F5344CB8AC3E}">
        <p14:creationId xmlns:p14="http://schemas.microsoft.com/office/powerpoint/2010/main" val="73064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2017920" y="310320"/>
              <a:ext cx="8382240" cy="4798080"/>
            </p14:xfrm>
          </p:contentPart>
        </mc:Choice>
        <mc:Fallback xmlns="">
          <p:pic>
            <p:nvPicPr>
              <p:cNvPr id="2" name="Ink 1"/>
              <p:cNvPicPr/>
              <p:nvPr/>
            </p:nvPicPr>
            <p:blipFill>
              <a:blip r:embed="rId3"/>
              <a:stretch>
                <a:fillRect/>
              </a:stretch>
            </p:blipFill>
            <p:spPr>
              <a:xfrm>
                <a:off x="2008560" y="300960"/>
                <a:ext cx="8400960" cy="4816800"/>
              </a:xfrm>
              <a:prstGeom prst="rect">
                <a:avLst/>
              </a:prstGeom>
            </p:spPr>
          </p:pic>
        </mc:Fallback>
      </mc:AlternateContent>
    </p:spTree>
    <p:extLst>
      <p:ext uri="{BB962C8B-B14F-4D97-AF65-F5344CB8AC3E}">
        <p14:creationId xmlns:p14="http://schemas.microsoft.com/office/powerpoint/2010/main" val="3756592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2215560" y="225720"/>
              <a:ext cx="8255160" cy="5249520"/>
            </p14:xfrm>
          </p:contentPart>
        </mc:Choice>
        <mc:Fallback xmlns="">
          <p:pic>
            <p:nvPicPr>
              <p:cNvPr id="2" name="Ink 1"/>
              <p:cNvPicPr/>
              <p:nvPr/>
            </p:nvPicPr>
            <p:blipFill>
              <a:blip r:embed="rId3"/>
              <a:stretch>
                <a:fillRect/>
              </a:stretch>
            </p:blipFill>
            <p:spPr>
              <a:xfrm>
                <a:off x="2206200" y="216360"/>
                <a:ext cx="8273880" cy="5268240"/>
              </a:xfrm>
              <a:prstGeom prst="rect">
                <a:avLst/>
              </a:prstGeom>
            </p:spPr>
          </p:pic>
        </mc:Fallback>
      </mc:AlternateContent>
    </p:spTree>
    <p:extLst>
      <p:ext uri="{BB962C8B-B14F-4D97-AF65-F5344CB8AC3E}">
        <p14:creationId xmlns:p14="http://schemas.microsoft.com/office/powerpoint/2010/main" val="3409159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2102520" y="324360"/>
              <a:ext cx="8551800" cy="5207400"/>
            </p14:xfrm>
          </p:contentPart>
        </mc:Choice>
        <mc:Fallback xmlns="">
          <p:pic>
            <p:nvPicPr>
              <p:cNvPr id="2" name="Ink 1"/>
              <p:cNvPicPr/>
              <p:nvPr/>
            </p:nvPicPr>
            <p:blipFill>
              <a:blip r:embed="rId3"/>
              <a:stretch>
                <a:fillRect/>
              </a:stretch>
            </p:blipFill>
            <p:spPr>
              <a:xfrm>
                <a:off x="2093160" y="315000"/>
                <a:ext cx="8570520" cy="5226120"/>
              </a:xfrm>
              <a:prstGeom prst="rect">
                <a:avLst/>
              </a:prstGeom>
            </p:spPr>
          </p:pic>
        </mc:Fallback>
      </mc:AlternateContent>
    </p:spTree>
    <p:extLst>
      <p:ext uri="{BB962C8B-B14F-4D97-AF65-F5344CB8AC3E}">
        <p14:creationId xmlns:p14="http://schemas.microsoft.com/office/powerpoint/2010/main" val="1381182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1622640" y="211320"/>
              <a:ext cx="8777520" cy="4869000"/>
            </p14:xfrm>
          </p:contentPart>
        </mc:Choice>
        <mc:Fallback xmlns="">
          <p:pic>
            <p:nvPicPr>
              <p:cNvPr id="2" name="Ink 1"/>
              <p:cNvPicPr/>
              <p:nvPr/>
            </p:nvPicPr>
            <p:blipFill>
              <a:blip r:embed="rId3"/>
              <a:stretch>
                <a:fillRect/>
              </a:stretch>
            </p:blipFill>
            <p:spPr>
              <a:xfrm>
                <a:off x="1613280" y="201960"/>
                <a:ext cx="8796240" cy="4887720"/>
              </a:xfrm>
              <a:prstGeom prst="rect">
                <a:avLst/>
              </a:prstGeom>
            </p:spPr>
          </p:pic>
        </mc:Fallback>
      </mc:AlternateContent>
    </p:spTree>
    <p:extLst>
      <p:ext uri="{BB962C8B-B14F-4D97-AF65-F5344CB8AC3E}">
        <p14:creationId xmlns:p14="http://schemas.microsoft.com/office/powerpoint/2010/main" val="2171631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2173080" y="479520"/>
              <a:ext cx="7973280" cy="5164920"/>
            </p14:xfrm>
          </p:contentPart>
        </mc:Choice>
        <mc:Fallback xmlns="">
          <p:pic>
            <p:nvPicPr>
              <p:cNvPr id="2" name="Ink 1"/>
              <p:cNvPicPr/>
              <p:nvPr/>
            </p:nvPicPr>
            <p:blipFill>
              <a:blip r:embed="rId3"/>
              <a:stretch>
                <a:fillRect/>
              </a:stretch>
            </p:blipFill>
            <p:spPr>
              <a:xfrm>
                <a:off x="2163720" y="470160"/>
                <a:ext cx="7992000" cy="5183640"/>
              </a:xfrm>
              <a:prstGeom prst="rect">
                <a:avLst/>
              </a:prstGeom>
            </p:spPr>
          </p:pic>
        </mc:Fallback>
      </mc:AlternateContent>
    </p:spTree>
    <p:extLst>
      <p:ext uri="{BB962C8B-B14F-4D97-AF65-F5344CB8AC3E}">
        <p14:creationId xmlns:p14="http://schemas.microsoft.com/office/powerpoint/2010/main" val="2154809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126800" y="519480"/>
              <a:ext cx="10343160" cy="6295320"/>
            </p14:xfrm>
          </p:contentPart>
        </mc:Choice>
        <mc:Fallback xmlns="">
          <p:pic>
            <p:nvPicPr>
              <p:cNvPr id="4" name="Ink 3"/>
              <p:cNvPicPr/>
              <p:nvPr/>
            </p:nvPicPr>
            <p:blipFill>
              <a:blip r:embed="rId3"/>
              <a:stretch>
                <a:fillRect/>
              </a:stretch>
            </p:blipFill>
            <p:spPr>
              <a:xfrm>
                <a:off x="1117440" y="510120"/>
                <a:ext cx="10361880" cy="6314040"/>
              </a:xfrm>
              <a:prstGeom prst="rect">
                <a:avLst/>
              </a:prstGeom>
            </p:spPr>
          </p:pic>
        </mc:Fallback>
      </mc:AlternateContent>
    </p:spTree>
    <p:extLst>
      <p:ext uri="{BB962C8B-B14F-4D97-AF65-F5344CB8AC3E}">
        <p14:creationId xmlns:p14="http://schemas.microsoft.com/office/powerpoint/2010/main" val="3824836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8800" y="57600"/>
              <a:ext cx="12134520" cy="6612840"/>
            </p14:xfrm>
          </p:contentPart>
        </mc:Choice>
        <mc:Fallback xmlns="">
          <p:pic>
            <p:nvPicPr>
              <p:cNvPr id="4" name="Ink 3"/>
              <p:cNvPicPr/>
              <p:nvPr/>
            </p:nvPicPr>
            <p:blipFill>
              <a:blip r:embed="rId3"/>
              <a:stretch>
                <a:fillRect/>
              </a:stretch>
            </p:blipFill>
            <p:spPr>
              <a:xfrm>
                <a:off x="19440" y="48240"/>
                <a:ext cx="12153240" cy="6631560"/>
              </a:xfrm>
              <a:prstGeom prst="rect">
                <a:avLst/>
              </a:prstGeom>
            </p:spPr>
          </p:pic>
        </mc:Fallback>
      </mc:AlternateContent>
    </p:spTree>
    <p:extLst>
      <p:ext uri="{BB962C8B-B14F-4D97-AF65-F5344CB8AC3E}">
        <p14:creationId xmlns:p14="http://schemas.microsoft.com/office/powerpoint/2010/main" val="320472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837720" y="216360"/>
              <a:ext cx="10877760" cy="6035400"/>
            </p14:xfrm>
          </p:contentPart>
        </mc:Choice>
        <mc:Fallback xmlns="">
          <p:pic>
            <p:nvPicPr>
              <p:cNvPr id="4" name="Ink 3"/>
              <p:cNvPicPr/>
              <p:nvPr/>
            </p:nvPicPr>
            <p:blipFill>
              <a:blip r:embed="rId3"/>
              <a:stretch>
                <a:fillRect/>
              </a:stretch>
            </p:blipFill>
            <p:spPr>
              <a:xfrm>
                <a:off x="828360" y="207000"/>
                <a:ext cx="10896480" cy="6054120"/>
              </a:xfrm>
              <a:prstGeom prst="rect">
                <a:avLst/>
              </a:prstGeom>
            </p:spPr>
          </p:pic>
        </mc:Fallback>
      </mc:AlternateContent>
    </p:spTree>
    <p:extLst>
      <p:ext uri="{BB962C8B-B14F-4D97-AF65-F5344CB8AC3E}">
        <p14:creationId xmlns:p14="http://schemas.microsoft.com/office/powerpoint/2010/main" val="3613011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083240" y="678240"/>
              <a:ext cx="10964520" cy="5501160"/>
            </p14:xfrm>
          </p:contentPart>
        </mc:Choice>
        <mc:Fallback xmlns="">
          <p:pic>
            <p:nvPicPr>
              <p:cNvPr id="4" name="Ink 3"/>
              <p:cNvPicPr/>
              <p:nvPr/>
            </p:nvPicPr>
            <p:blipFill>
              <a:blip r:embed="rId3"/>
              <a:stretch>
                <a:fillRect/>
              </a:stretch>
            </p:blipFill>
            <p:spPr>
              <a:xfrm>
                <a:off x="1073880" y="668880"/>
                <a:ext cx="10983240" cy="5519880"/>
              </a:xfrm>
              <a:prstGeom prst="rect">
                <a:avLst/>
              </a:prstGeom>
            </p:spPr>
          </p:pic>
        </mc:Fallback>
      </mc:AlternateContent>
    </p:spTree>
    <p:extLst>
      <p:ext uri="{BB962C8B-B14F-4D97-AF65-F5344CB8AC3E}">
        <p14:creationId xmlns:p14="http://schemas.microsoft.com/office/powerpoint/2010/main" val="3975888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3200" y="230760"/>
              <a:ext cx="11932560" cy="6497280"/>
            </p14:xfrm>
          </p:contentPart>
        </mc:Choice>
        <mc:Fallback xmlns="">
          <p:pic>
            <p:nvPicPr>
              <p:cNvPr id="4" name="Ink 3"/>
              <p:cNvPicPr/>
              <p:nvPr/>
            </p:nvPicPr>
            <p:blipFill>
              <a:blip r:embed="rId3"/>
              <a:stretch>
                <a:fillRect/>
              </a:stretch>
            </p:blipFill>
            <p:spPr>
              <a:xfrm>
                <a:off x="33840" y="221400"/>
                <a:ext cx="11951280" cy="6516000"/>
              </a:xfrm>
              <a:prstGeom prst="rect">
                <a:avLst/>
              </a:prstGeom>
            </p:spPr>
          </p:pic>
        </mc:Fallback>
      </mc:AlternateContent>
    </p:spTree>
    <p:extLst>
      <p:ext uri="{BB962C8B-B14F-4D97-AF65-F5344CB8AC3E}">
        <p14:creationId xmlns:p14="http://schemas.microsoft.com/office/powerpoint/2010/main" val="1100292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01160" y="765000"/>
              <a:ext cx="10906560" cy="4663800"/>
            </p14:xfrm>
          </p:contentPart>
        </mc:Choice>
        <mc:Fallback xmlns="">
          <p:pic>
            <p:nvPicPr>
              <p:cNvPr id="4" name="Ink 3"/>
              <p:cNvPicPr/>
              <p:nvPr/>
            </p:nvPicPr>
            <p:blipFill>
              <a:blip r:embed="rId3"/>
              <a:stretch>
                <a:fillRect/>
              </a:stretch>
            </p:blipFill>
            <p:spPr>
              <a:xfrm>
                <a:off x="91800" y="755640"/>
                <a:ext cx="10925280" cy="4682520"/>
              </a:xfrm>
              <a:prstGeom prst="rect">
                <a:avLst/>
              </a:prstGeom>
            </p:spPr>
          </p:pic>
        </mc:Fallback>
      </mc:AlternateContent>
    </p:spTree>
    <p:extLst>
      <p:ext uri="{BB962C8B-B14F-4D97-AF65-F5344CB8AC3E}">
        <p14:creationId xmlns:p14="http://schemas.microsoft.com/office/powerpoint/2010/main" val="2071800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7960" y="14400"/>
              <a:ext cx="12192120" cy="6786000"/>
            </p14:xfrm>
          </p:contentPart>
        </mc:Choice>
        <mc:Fallback xmlns="">
          <p:pic>
            <p:nvPicPr>
              <p:cNvPr id="4" name="Ink 3"/>
              <p:cNvPicPr/>
              <p:nvPr/>
            </p:nvPicPr>
            <p:blipFill>
              <a:blip r:embed="rId3"/>
              <a:stretch>
                <a:fillRect/>
              </a:stretch>
            </p:blipFill>
            <p:spPr>
              <a:xfrm>
                <a:off x="48600" y="5040"/>
                <a:ext cx="12210840" cy="6804720"/>
              </a:xfrm>
              <a:prstGeom prst="rect">
                <a:avLst/>
              </a:prstGeom>
            </p:spPr>
          </p:pic>
        </mc:Fallback>
      </mc:AlternateContent>
    </p:spTree>
    <p:extLst>
      <p:ext uri="{BB962C8B-B14F-4D97-AF65-F5344CB8AC3E}">
        <p14:creationId xmlns:p14="http://schemas.microsoft.com/office/powerpoint/2010/main" val="2907750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86760" y="620640"/>
              <a:ext cx="11296800" cy="5905440"/>
            </p14:xfrm>
          </p:contentPart>
        </mc:Choice>
        <mc:Fallback xmlns="">
          <p:pic>
            <p:nvPicPr>
              <p:cNvPr id="4" name="Ink 3"/>
              <p:cNvPicPr/>
              <p:nvPr/>
            </p:nvPicPr>
            <p:blipFill>
              <a:blip r:embed="rId3"/>
              <a:stretch>
                <a:fillRect/>
              </a:stretch>
            </p:blipFill>
            <p:spPr>
              <a:xfrm>
                <a:off x="77400" y="611280"/>
                <a:ext cx="11315520" cy="5924160"/>
              </a:xfrm>
              <a:prstGeom prst="rect">
                <a:avLst/>
              </a:prstGeom>
            </p:spPr>
          </p:pic>
        </mc:Fallback>
      </mc:AlternateContent>
    </p:spTree>
    <p:extLst>
      <p:ext uri="{BB962C8B-B14F-4D97-AF65-F5344CB8AC3E}">
        <p14:creationId xmlns:p14="http://schemas.microsoft.com/office/powerpoint/2010/main" val="1472093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170000" y="230760"/>
              <a:ext cx="11065680" cy="6685200"/>
            </p14:xfrm>
          </p:contentPart>
        </mc:Choice>
        <mc:Fallback xmlns="">
          <p:pic>
            <p:nvPicPr>
              <p:cNvPr id="4" name="Ink 3"/>
              <p:cNvPicPr/>
              <p:nvPr/>
            </p:nvPicPr>
            <p:blipFill>
              <a:blip r:embed="rId3"/>
              <a:stretch>
                <a:fillRect/>
              </a:stretch>
            </p:blipFill>
            <p:spPr>
              <a:xfrm>
                <a:off x="1160640" y="221400"/>
                <a:ext cx="11084400" cy="6703920"/>
              </a:xfrm>
              <a:prstGeom prst="rect">
                <a:avLst/>
              </a:prstGeom>
            </p:spPr>
          </p:pic>
        </mc:Fallback>
      </mc:AlternateContent>
    </p:spTree>
    <p:extLst>
      <p:ext uri="{BB962C8B-B14F-4D97-AF65-F5344CB8AC3E}">
        <p14:creationId xmlns:p14="http://schemas.microsoft.com/office/powerpoint/2010/main" val="17464480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63400" y="100800"/>
              <a:ext cx="9910080" cy="3220200"/>
            </p14:xfrm>
          </p:contentPart>
        </mc:Choice>
        <mc:Fallback xmlns="">
          <p:pic>
            <p:nvPicPr>
              <p:cNvPr id="4" name="Ink 3"/>
              <p:cNvPicPr/>
              <p:nvPr/>
            </p:nvPicPr>
            <p:blipFill>
              <a:blip r:embed="rId3"/>
              <a:stretch>
                <a:fillRect/>
              </a:stretch>
            </p:blipFill>
            <p:spPr>
              <a:xfrm>
                <a:off x="554040" y="91440"/>
                <a:ext cx="9928800" cy="3238920"/>
              </a:xfrm>
              <a:prstGeom prst="rect">
                <a:avLst/>
              </a:prstGeom>
            </p:spPr>
          </p:pic>
        </mc:Fallback>
      </mc:AlternateContent>
    </p:spTree>
    <p:extLst>
      <p:ext uri="{BB962C8B-B14F-4D97-AF65-F5344CB8AC3E}">
        <p14:creationId xmlns:p14="http://schemas.microsoft.com/office/powerpoint/2010/main" val="2974162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 Convolution</a:t>
            </a:r>
            <a:endParaRPr lang="en-IN" dirty="0"/>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1928261" y="2962463"/>
            <a:ext cx="8601779" cy="1224975"/>
          </a:xfrm>
          <a:prstGeom prst="rect">
            <a:avLst/>
          </a:prstGeom>
        </p:spPr>
      </p:pic>
      <p:pic>
        <p:nvPicPr>
          <p:cNvPr id="5" name="Picture 4"/>
          <p:cNvPicPr>
            <a:picLocks noChangeAspect="1"/>
          </p:cNvPicPr>
          <p:nvPr/>
        </p:nvPicPr>
        <p:blipFill>
          <a:blip r:embed="rId3"/>
          <a:stretch>
            <a:fillRect/>
          </a:stretch>
        </p:blipFill>
        <p:spPr>
          <a:xfrm>
            <a:off x="1784570" y="1690688"/>
            <a:ext cx="9008495" cy="1454164"/>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2542320" y="216360"/>
              <a:ext cx="8205480" cy="2050560"/>
            </p14:xfrm>
          </p:contentPart>
        </mc:Choice>
        <mc:Fallback xmlns="">
          <p:pic>
            <p:nvPicPr>
              <p:cNvPr id="6" name="Ink 5"/>
              <p:cNvPicPr/>
              <p:nvPr/>
            </p:nvPicPr>
            <p:blipFill>
              <a:blip r:embed="rId5"/>
              <a:stretch>
                <a:fillRect/>
              </a:stretch>
            </p:blipFill>
            <p:spPr>
              <a:xfrm>
                <a:off x="2532960" y="207000"/>
                <a:ext cx="8224200" cy="2069280"/>
              </a:xfrm>
              <a:prstGeom prst="rect">
                <a:avLst/>
              </a:prstGeom>
            </p:spPr>
          </p:pic>
        </mc:Fallback>
      </mc:AlternateContent>
    </p:spTree>
    <p:extLst>
      <p:ext uri="{BB962C8B-B14F-4D97-AF65-F5344CB8AC3E}">
        <p14:creationId xmlns:p14="http://schemas.microsoft.com/office/powerpoint/2010/main" val="1504249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19212" t="23661" r="21454" b="34554"/>
          <a:stretch/>
        </p:blipFill>
        <p:spPr>
          <a:xfrm>
            <a:off x="1645920" y="2472939"/>
            <a:ext cx="7720149" cy="3056709"/>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4116960" y="273960"/>
              <a:ext cx="3915000" cy="5775840"/>
            </p14:xfrm>
          </p:contentPart>
        </mc:Choice>
        <mc:Fallback xmlns="">
          <p:pic>
            <p:nvPicPr>
              <p:cNvPr id="5" name="Ink 4"/>
              <p:cNvPicPr/>
              <p:nvPr/>
            </p:nvPicPr>
            <p:blipFill>
              <a:blip r:embed="rId4"/>
              <a:stretch>
                <a:fillRect/>
              </a:stretch>
            </p:blipFill>
            <p:spPr>
              <a:xfrm>
                <a:off x="4107600" y="264600"/>
                <a:ext cx="3933720" cy="5794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p14:cNvContentPartPr/>
              <p14:nvPr/>
            </p14:nvContentPartPr>
            <p14:xfrm>
              <a:off x="505440" y="173160"/>
              <a:ext cx="10935720" cy="3782880"/>
            </p14:xfrm>
          </p:contentPart>
        </mc:Choice>
        <mc:Fallback xmlns="">
          <p:pic>
            <p:nvPicPr>
              <p:cNvPr id="6" name="Ink 5"/>
              <p:cNvPicPr/>
              <p:nvPr/>
            </p:nvPicPr>
            <p:blipFill>
              <a:blip r:embed="rId6"/>
              <a:stretch>
                <a:fillRect/>
              </a:stretch>
            </p:blipFill>
            <p:spPr>
              <a:xfrm>
                <a:off x="496080" y="163800"/>
                <a:ext cx="10954440" cy="3801600"/>
              </a:xfrm>
              <a:prstGeom prst="rect">
                <a:avLst/>
              </a:prstGeom>
            </p:spPr>
          </p:pic>
        </mc:Fallback>
      </mc:AlternateContent>
    </p:spTree>
    <p:extLst>
      <p:ext uri="{BB962C8B-B14F-4D97-AF65-F5344CB8AC3E}">
        <p14:creationId xmlns:p14="http://schemas.microsoft.com/office/powerpoint/2010/main" val="2313521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dirty="0"/>
              <a:t>Notice that the origin of impulse response is always centered. (</a:t>
            </a:r>
            <a:r>
              <a:rPr lang="en-US" i="1" dirty="0"/>
              <a:t>h</a:t>
            </a:r>
            <a:r>
              <a:rPr lang="en-US" dirty="0"/>
              <a:t>[0,0] is located at the center sample of kernel, not the first element.)</a:t>
            </a:r>
          </a:p>
          <a:p>
            <a:r>
              <a:rPr lang="en-US" dirty="0"/>
              <a:t>Let's start calculate each sample of the output one by one.</a:t>
            </a:r>
            <a:br>
              <a:rPr lang="en-US" dirty="0"/>
            </a:br>
            <a:r>
              <a:rPr lang="en-US" dirty="0"/>
              <a:t>First, flip the kernel, which is the shaded box, in both horizontal and vertical direction. Then, move it over the input array. If the kernel is centered (aligned) exactly at the sample that we are interested in, multiply the kernel data by the overlapped input data.</a:t>
            </a:r>
            <a:br>
              <a:rPr lang="en-US" dirty="0"/>
            </a:br>
            <a:r>
              <a:rPr lang="en-US" dirty="0"/>
              <a:t>The accumulation (adding these 9 multiplications) is the last thing to do to find out the output value.</a:t>
            </a:r>
            <a:br>
              <a:rPr lang="en-US" dirty="0"/>
            </a:br>
            <a:br>
              <a:rPr lang="en-US" dirty="0"/>
            </a:br>
            <a:r>
              <a:rPr lang="en-US" dirty="0"/>
              <a:t>Note that the matrices are referenced here as [column, row], not [row, column]. M is horizontal (column) direction and N is vertical (row) direction.</a:t>
            </a:r>
          </a:p>
          <a:p>
            <a:endParaRPr lang="en-IN" dirty="0"/>
          </a:p>
        </p:txBody>
      </p:sp>
    </p:spTree>
    <p:extLst>
      <p:ext uri="{BB962C8B-B14F-4D97-AF65-F5344CB8AC3E}">
        <p14:creationId xmlns:p14="http://schemas.microsoft.com/office/powerpoint/2010/main" val="4085978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02320" y="86400"/>
              <a:ext cx="11946600" cy="6122160"/>
            </p14:xfrm>
          </p:contentPart>
        </mc:Choice>
        <mc:Fallback xmlns="">
          <p:pic>
            <p:nvPicPr>
              <p:cNvPr id="4" name="Ink 3"/>
              <p:cNvPicPr/>
              <p:nvPr/>
            </p:nvPicPr>
            <p:blipFill>
              <a:blip r:embed="rId3"/>
              <a:stretch>
                <a:fillRect/>
              </a:stretch>
            </p:blipFill>
            <p:spPr>
              <a:xfrm>
                <a:off x="192960" y="77040"/>
                <a:ext cx="11965320" cy="6140880"/>
              </a:xfrm>
              <a:prstGeom prst="rect">
                <a:avLst/>
              </a:prstGeom>
            </p:spPr>
          </p:pic>
        </mc:Fallback>
      </mc:AlternateContent>
    </p:spTree>
    <p:extLst>
      <p:ext uri="{BB962C8B-B14F-4D97-AF65-F5344CB8AC3E}">
        <p14:creationId xmlns:p14="http://schemas.microsoft.com/office/powerpoint/2010/main" val="2536461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386720" y="461880"/>
              <a:ext cx="9245520" cy="5717520"/>
            </p14:xfrm>
          </p:contentPart>
        </mc:Choice>
        <mc:Fallback xmlns="">
          <p:pic>
            <p:nvPicPr>
              <p:cNvPr id="4" name="Ink 3"/>
              <p:cNvPicPr/>
              <p:nvPr/>
            </p:nvPicPr>
            <p:blipFill>
              <a:blip r:embed="rId3"/>
              <a:stretch>
                <a:fillRect/>
              </a:stretch>
            </p:blipFill>
            <p:spPr>
              <a:xfrm>
                <a:off x="1377360" y="452520"/>
                <a:ext cx="9264240" cy="5736240"/>
              </a:xfrm>
              <a:prstGeom prst="rect">
                <a:avLst/>
              </a:prstGeom>
            </p:spPr>
          </p:pic>
        </mc:Fallback>
      </mc:AlternateContent>
    </p:spTree>
    <p:extLst>
      <p:ext uri="{BB962C8B-B14F-4D97-AF65-F5344CB8AC3E}">
        <p14:creationId xmlns:p14="http://schemas.microsoft.com/office/powerpoint/2010/main" val="20303357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02320" y="259560"/>
              <a:ext cx="11469960" cy="6309720"/>
            </p14:xfrm>
          </p:contentPart>
        </mc:Choice>
        <mc:Fallback xmlns="">
          <p:pic>
            <p:nvPicPr>
              <p:cNvPr id="4" name="Ink 3"/>
              <p:cNvPicPr/>
              <p:nvPr/>
            </p:nvPicPr>
            <p:blipFill>
              <a:blip r:embed="rId3"/>
              <a:stretch>
                <a:fillRect/>
              </a:stretch>
            </p:blipFill>
            <p:spPr>
              <a:xfrm>
                <a:off x="192960" y="250200"/>
                <a:ext cx="11488680" cy="6328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433440" y="3161520"/>
              <a:ext cx="7728480" cy="3335760"/>
            </p14:xfrm>
          </p:contentPart>
        </mc:Choice>
        <mc:Fallback xmlns="">
          <p:pic>
            <p:nvPicPr>
              <p:cNvPr id="5" name="Ink 4"/>
              <p:cNvPicPr/>
              <p:nvPr/>
            </p:nvPicPr>
            <p:blipFill>
              <a:blip r:embed="rId5"/>
              <a:stretch>
                <a:fillRect/>
              </a:stretch>
            </p:blipFill>
            <p:spPr>
              <a:xfrm>
                <a:off x="424080" y="3152160"/>
                <a:ext cx="7747200" cy="3354480"/>
              </a:xfrm>
              <a:prstGeom prst="rect">
                <a:avLst/>
              </a:prstGeom>
            </p:spPr>
          </p:pic>
        </mc:Fallback>
      </mc:AlternateContent>
    </p:spTree>
    <p:extLst>
      <p:ext uri="{BB962C8B-B14F-4D97-AF65-F5344CB8AC3E}">
        <p14:creationId xmlns:p14="http://schemas.microsoft.com/office/powerpoint/2010/main" val="1680095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75480" y="187560"/>
              <a:ext cx="11094480" cy="6540480"/>
            </p14:xfrm>
          </p:contentPart>
        </mc:Choice>
        <mc:Fallback xmlns="">
          <p:pic>
            <p:nvPicPr>
              <p:cNvPr id="4" name="Ink 3"/>
              <p:cNvPicPr/>
              <p:nvPr/>
            </p:nvPicPr>
            <p:blipFill>
              <a:blip r:embed="rId3"/>
              <a:stretch>
                <a:fillRect/>
              </a:stretch>
            </p:blipFill>
            <p:spPr>
              <a:xfrm>
                <a:off x="366120" y="178200"/>
                <a:ext cx="11113200" cy="6559200"/>
              </a:xfrm>
              <a:prstGeom prst="rect">
                <a:avLst/>
              </a:prstGeom>
            </p:spPr>
          </p:pic>
        </mc:Fallback>
      </mc:AlternateContent>
    </p:spTree>
    <p:extLst>
      <p:ext uri="{BB962C8B-B14F-4D97-AF65-F5344CB8AC3E}">
        <p14:creationId xmlns:p14="http://schemas.microsoft.com/office/powerpoint/2010/main" val="32139627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606600" y="1010520"/>
              <a:ext cx="11383560" cy="5775480"/>
            </p14:xfrm>
          </p:contentPart>
        </mc:Choice>
        <mc:Fallback xmlns="">
          <p:pic>
            <p:nvPicPr>
              <p:cNvPr id="4" name="Ink 3"/>
              <p:cNvPicPr/>
              <p:nvPr/>
            </p:nvPicPr>
            <p:blipFill>
              <a:blip r:embed="rId3"/>
              <a:stretch>
                <a:fillRect/>
              </a:stretch>
            </p:blipFill>
            <p:spPr>
              <a:xfrm>
                <a:off x="597240" y="1001160"/>
                <a:ext cx="11402280" cy="5794200"/>
              </a:xfrm>
              <a:prstGeom prst="rect">
                <a:avLst/>
              </a:prstGeom>
            </p:spPr>
          </p:pic>
        </mc:Fallback>
      </mc:AlternateContent>
    </p:spTree>
    <p:extLst>
      <p:ext uri="{BB962C8B-B14F-4D97-AF65-F5344CB8AC3E}">
        <p14:creationId xmlns:p14="http://schemas.microsoft.com/office/powerpoint/2010/main" val="33696802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46680" y="303120"/>
              <a:ext cx="10921320" cy="4966920"/>
            </p14:xfrm>
          </p:contentPart>
        </mc:Choice>
        <mc:Fallback xmlns="">
          <p:pic>
            <p:nvPicPr>
              <p:cNvPr id="4" name="Ink 3"/>
              <p:cNvPicPr/>
              <p:nvPr/>
            </p:nvPicPr>
            <p:blipFill>
              <a:blip r:embed="rId3"/>
              <a:stretch>
                <a:fillRect/>
              </a:stretch>
            </p:blipFill>
            <p:spPr>
              <a:xfrm>
                <a:off x="337320" y="293760"/>
                <a:ext cx="10940040" cy="4985640"/>
              </a:xfrm>
              <a:prstGeom prst="rect">
                <a:avLst/>
              </a:prstGeom>
            </p:spPr>
          </p:pic>
        </mc:Fallback>
      </mc:AlternateContent>
    </p:spTree>
    <p:extLst>
      <p:ext uri="{BB962C8B-B14F-4D97-AF65-F5344CB8AC3E}">
        <p14:creationId xmlns:p14="http://schemas.microsoft.com/office/powerpoint/2010/main" val="38320267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256760" y="331920"/>
              <a:ext cx="9173160" cy="2151720"/>
            </p14:xfrm>
          </p:contentPart>
        </mc:Choice>
        <mc:Fallback xmlns="">
          <p:pic>
            <p:nvPicPr>
              <p:cNvPr id="4" name="Ink 3"/>
              <p:cNvPicPr/>
              <p:nvPr/>
            </p:nvPicPr>
            <p:blipFill>
              <a:blip r:embed="rId3"/>
              <a:stretch>
                <a:fillRect/>
              </a:stretch>
            </p:blipFill>
            <p:spPr>
              <a:xfrm>
                <a:off x="1247400" y="322560"/>
                <a:ext cx="9191880" cy="217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4434840" y="3205080"/>
              <a:ext cx="7381800" cy="3075480"/>
            </p14:xfrm>
          </p:contentPart>
        </mc:Choice>
        <mc:Fallback xmlns="">
          <p:pic>
            <p:nvPicPr>
              <p:cNvPr id="5" name="Ink 4"/>
              <p:cNvPicPr/>
              <p:nvPr/>
            </p:nvPicPr>
            <p:blipFill>
              <a:blip r:embed="rId5"/>
              <a:stretch>
                <a:fillRect/>
              </a:stretch>
            </p:blipFill>
            <p:spPr>
              <a:xfrm>
                <a:off x="4425480" y="3195720"/>
                <a:ext cx="7400520" cy="3094200"/>
              </a:xfrm>
              <a:prstGeom prst="rect">
                <a:avLst/>
              </a:prstGeom>
            </p:spPr>
          </p:pic>
        </mc:Fallback>
      </mc:AlternateContent>
    </p:spTree>
    <p:extLst>
      <p:ext uri="{BB962C8B-B14F-4D97-AF65-F5344CB8AC3E}">
        <p14:creationId xmlns:p14="http://schemas.microsoft.com/office/powerpoint/2010/main" val="8255562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817915" y="2230573"/>
            <a:ext cx="10515600" cy="4351338"/>
          </a:xfrm>
        </p:spPr>
        <p:txBody>
          <a:bodyPr/>
          <a:lstStyle/>
          <a:p>
            <a:endParaRPr lang="en-IN"/>
          </a:p>
        </p:txBody>
      </p:sp>
      <p:pic>
        <p:nvPicPr>
          <p:cNvPr id="4" name="Picture 3"/>
          <p:cNvPicPr>
            <a:picLocks noChangeAspect="1"/>
          </p:cNvPicPr>
          <p:nvPr/>
        </p:nvPicPr>
        <p:blipFill rotWithShape="1">
          <a:blip r:embed="rId2"/>
          <a:srcRect l="19111" t="17411" r="21454" b="9196"/>
          <a:stretch/>
        </p:blipFill>
        <p:spPr>
          <a:xfrm>
            <a:off x="1567542" y="365125"/>
            <a:ext cx="8739052" cy="6067145"/>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112400" y="447480"/>
              <a:ext cx="3019320" cy="1256400"/>
            </p14:xfrm>
          </p:contentPart>
        </mc:Choice>
        <mc:Fallback xmlns="">
          <p:pic>
            <p:nvPicPr>
              <p:cNvPr id="5" name="Ink 4"/>
              <p:cNvPicPr/>
              <p:nvPr/>
            </p:nvPicPr>
            <p:blipFill>
              <a:blip r:embed="rId4"/>
              <a:stretch>
                <a:fillRect/>
              </a:stretch>
            </p:blipFill>
            <p:spPr>
              <a:xfrm>
                <a:off x="1103040" y="438120"/>
                <a:ext cx="3038040" cy="1275120"/>
              </a:xfrm>
              <a:prstGeom prst="rect">
                <a:avLst/>
              </a:prstGeom>
            </p:spPr>
          </p:pic>
        </mc:Fallback>
      </mc:AlternateContent>
    </p:spTree>
    <p:extLst>
      <p:ext uri="{BB962C8B-B14F-4D97-AF65-F5344CB8AC3E}">
        <p14:creationId xmlns:p14="http://schemas.microsoft.com/office/powerpoint/2010/main" val="38848597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19010" t="13483" r="21755" b="12053"/>
          <a:stretch/>
        </p:blipFill>
        <p:spPr>
          <a:xfrm>
            <a:off x="718457" y="365125"/>
            <a:ext cx="8961120" cy="6333537"/>
          </a:xfrm>
          <a:prstGeom prst="rect">
            <a:avLst/>
          </a:prstGeom>
        </p:spPr>
      </p:pic>
    </p:spTree>
    <p:extLst>
      <p:ext uri="{BB962C8B-B14F-4D97-AF65-F5344CB8AC3E}">
        <p14:creationId xmlns:p14="http://schemas.microsoft.com/office/powerpoint/2010/main" val="905555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21419" t="10625" r="21455" b="14375"/>
          <a:stretch/>
        </p:blipFill>
        <p:spPr>
          <a:xfrm>
            <a:off x="1280159" y="222068"/>
            <a:ext cx="8595361" cy="6344554"/>
          </a:xfrm>
          <a:prstGeom prst="rect">
            <a:avLst/>
          </a:prstGeom>
        </p:spPr>
      </p:pic>
    </p:spTree>
    <p:extLst>
      <p:ext uri="{BB962C8B-B14F-4D97-AF65-F5344CB8AC3E}">
        <p14:creationId xmlns:p14="http://schemas.microsoft.com/office/powerpoint/2010/main" val="10367764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19212" t="21161" r="21253" b="5268"/>
          <a:stretch/>
        </p:blipFill>
        <p:spPr>
          <a:xfrm>
            <a:off x="1110341" y="365125"/>
            <a:ext cx="9099991" cy="6322423"/>
          </a:xfrm>
          <a:prstGeom prst="rect">
            <a:avLst/>
          </a:prstGeom>
        </p:spPr>
      </p:pic>
    </p:spTree>
    <p:extLst>
      <p:ext uri="{BB962C8B-B14F-4D97-AF65-F5344CB8AC3E}">
        <p14:creationId xmlns:p14="http://schemas.microsoft.com/office/powerpoint/2010/main" val="1429354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21320" t="30268" r="21453" b="31518"/>
          <a:stretch/>
        </p:blipFill>
        <p:spPr>
          <a:xfrm>
            <a:off x="1436914" y="1528354"/>
            <a:ext cx="7445829" cy="2795452"/>
          </a:xfrm>
          <a:prstGeom prst="rect">
            <a:avLst/>
          </a:prstGeom>
        </p:spPr>
      </p:pic>
    </p:spTree>
    <p:extLst>
      <p:ext uri="{BB962C8B-B14F-4D97-AF65-F5344CB8AC3E}">
        <p14:creationId xmlns:p14="http://schemas.microsoft.com/office/powerpoint/2010/main" val="34792009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gray level operations images.</a:t>
            </a:r>
            <a:br>
              <a:rPr lang="en-IN" dirty="0"/>
            </a:br>
            <a:endParaRPr lang="en-IN" dirty="0"/>
          </a:p>
        </p:txBody>
      </p:sp>
      <p:sp>
        <p:nvSpPr>
          <p:cNvPr id="3" name="Subtitle 2"/>
          <p:cNvSpPr>
            <a:spLocks noGrp="1"/>
          </p:cNvSpPr>
          <p:nvPr>
            <p:ph type="subTitle" idx="1"/>
          </p:nvPr>
        </p:nvSpPr>
        <p:spPr/>
        <p:txBody>
          <a:bodyPr/>
          <a:lstStyle/>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03480" y="129600"/>
              <a:ext cx="11686680" cy="6410880"/>
            </p14:xfrm>
          </p:contentPart>
        </mc:Choice>
        <mc:Fallback xmlns="">
          <p:pic>
            <p:nvPicPr>
              <p:cNvPr id="4" name="Ink 3"/>
              <p:cNvPicPr/>
              <p:nvPr/>
            </p:nvPicPr>
            <p:blipFill>
              <a:blip r:embed="rId3"/>
              <a:stretch>
                <a:fillRect/>
              </a:stretch>
            </p:blipFill>
            <p:spPr>
              <a:xfrm>
                <a:off x="294120" y="120240"/>
                <a:ext cx="11705400" cy="6429600"/>
              </a:xfrm>
              <a:prstGeom prst="rect">
                <a:avLst/>
              </a:prstGeom>
            </p:spPr>
          </p:pic>
        </mc:Fallback>
      </mc:AlternateContent>
    </p:spTree>
    <p:extLst>
      <p:ext uri="{BB962C8B-B14F-4D97-AF65-F5344CB8AC3E}">
        <p14:creationId xmlns:p14="http://schemas.microsoft.com/office/powerpoint/2010/main" val="33118207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a:t>
            </a:r>
            <a:endParaRPr lang="en-IN" dirty="0"/>
          </a:p>
        </p:txBody>
      </p:sp>
      <p:sp>
        <p:nvSpPr>
          <p:cNvPr id="3" name="Content Placeholder 2"/>
          <p:cNvSpPr>
            <a:spLocks noGrp="1"/>
          </p:cNvSpPr>
          <p:nvPr>
            <p:ph idx="1"/>
          </p:nvPr>
        </p:nvSpPr>
        <p:spPr/>
        <p:txBody>
          <a:bodyPr/>
          <a:lstStyle/>
          <a:p>
            <a:r>
              <a:rPr lang="en-US" dirty="0"/>
              <a:t>Read Digital Image</a:t>
            </a:r>
          </a:p>
          <a:p>
            <a:r>
              <a:rPr lang="en-US" dirty="0"/>
              <a:t>Convert color image to grayscale image</a:t>
            </a:r>
          </a:p>
          <a:p>
            <a:r>
              <a:rPr lang="en-IN" dirty="0"/>
              <a:t>Image Negation</a:t>
            </a:r>
          </a:p>
          <a:p>
            <a:r>
              <a:rPr lang="en-IN" dirty="0"/>
              <a:t>Image </a:t>
            </a:r>
            <a:r>
              <a:rPr lang="en-IN" dirty="0" err="1"/>
              <a:t>Thresholding</a:t>
            </a:r>
            <a:endParaRPr lang="en-IN" dirty="0"/>
          </a:p>
          <a:p>
            <a:r>
              <a:rPr lang="en-IN" dirty="0"/>
              <a:t>Image Gamma Correction</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32280" y="72000"/>
              <a:ext cx="11802240" cy="6352920"/>
            </p14:xfrm>
          </p:contentPart>
        </mc:Choice>
        <mc:Fallback xmlns="">
          <p:pic>
            <p:nvPicPr>
              <p:cNvPr id="4" name="Ink 3"/>
              <p:cNvPicPr/>
              <p:nvPr/>
            </p:nvPicPr>
            <p:blipFill>
              <a:blip r:embed="rId3"/>
              <a:stretch>
                <a:fillRect/>
              </a:stretch>
            </p:blipFill>
            <p:spPr>
              <a:xfrm>
                <a:off x="322920" y="62640"/>
                <a:ext cx="11820960" cy="6371640"/>
              </a:xfrm>
              <a:prstGeom prst="rect">
                <a:avLst/>
              </a:prstGeom>
            </p:spPr>
          </p:pic>
        </mc:Fallback>
      </mc:AlternateContent>
    </p:spTree>
    <p:extLst>
      <p:ext uri="{BB962C8B-B14F-4D97-AF65-F5344CB8AC3E}">
        <p14:creationId xmlns:p14="http://schemas.microsoft.com/office/powerpoint/2010/main" val="34266902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Gray Scale image</a:t>
            </a:r>
            <a:endParaRPr lang="en-IN" dirty="0"/>
          </a:p>
        </p:txBody>
      </p:sp>
      <p:sp>
        <p:nvSpPr>
          <p:cNvPr id="3" name="Content Placeholder 2"/>
          <p:cNvSpPr>
            <a:spLocks noGrp="1"/>
          </p:cNvSpPr>
          <p:nvPr>
            <p:ph idx="1"/>
          </p:nvPr>
        </p:nvSpPr>
        <p:spPr/>
        <p:txBody>
          <a:bodyPr>
            <a:normAutofit fontScale="92500" lnSpcReduction="10000"/>
          </a:bodyPr>
          <a:lstStyle/>
          <a:p>
            <a:r>
              <a:rPr lang="en-US" dirty="0"/>
              <a:t>Grayscale images are particularly useful when the color information is not relevant to the analysis or when the goal is to simplify the image data for computational purposes. They are a fundamental concept in image processing and computer vision.</a:t>
            </a:r>
          </a:p>
          <a:p>
            <a:r>
              <a:rPr lang="en-US" dirty="0"/>
              <a:t>A grayscale image, often referred to as a black-and-white image, is an image in which each pixel is represented by a single intensity value, typically ranging from 0 (black) to 255 (white) in an 8-bit image. In a grayscale image, there is no color information; instead, it represents only the brightness or luminance of each pixel.</a:t>
            </a:r>
          </a:p>
          <a:p>
            <a:r>
              <a:rPr lang="en-US" dirty="0"/>
              <a:t>The grayscale value at each pixel represents the intensity or brightness of that pixel. Higher values indicate brighter areas, while lower values indicate darker areas.</a:t>
            </a:r>
            <a:endParaRPr lang="en-IN" dirty="0"/>
          </a:p>
        </p:txBody>
      </p:sp>
    </p:spTree>
    <p:extLst>
      <p:ext uri="{BB962C8B-B14F-4D97-AF65-F5344CB8AC3E}">
        <p14:creationId xmlns:p14="http://schemas.microsoft.com/office/powerpoint/2010/main" val="31944187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Applications</a:t>
            </a:r>
            <a:r>
              <a:rPr lang="en-IN" dirty="0"/>
              <a:t>:</a:t>
            </a:r>
          </a:p>
        </p:txBody>
      </p:sp>
      <p:sp>
        <p:nvSpPr>
          <p:cNvPr id="3" name="Content Placeholder 2"/>
          <p:cNvSpPr>
            <a:spLocks noGrp="1"/>
          </p:cNvSpPr>
          <p:nvPr>
            <p:ph idx="1"/>
          </p:nvPr>
        </p:nvSpPr>
        <p:spPr/>
        <p:txBody>
          <a:bodyPr/>
          <a:lstStyle/>
          <a:p>
            <a:r>
              <a:rPr lang="en-US" dirty="0"/>
              <a:t>Grayscale images are commonly used in various fields, including medical imaging (such as X-rays and MRI scans), computer vision, image processing, and document scanning. They are also used for artistic purposes in black-and-white photography.</a:t>
            </a:r>
          </a:p>
          <a:p>
            <a:r>
              <a:rPr lang="en-US" dirty="0"/>
              <a:t>Grayscale images require less storage space compared to color images because they have only one channel instead of three. This can be advantageous in applications where storage capacity is limited.</a:t>
            </a:r>
          </a:p>
          <a:p>
            <a:endParaRPr lang="en-IN" dirty="0"/>
          </a:p>
        </p:txBody>
      </p:sp>
    </p:spTree>
    <p:extLst>
      <p:ext uri="{BB962C8B-B14F-4D97-AF65-F5344CB8AC3E}">
        <p14:creationId xmlns:p14="http://schemas.microsoft.com/office/powerpoint/2010/main" val="25167647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Image Negation</a:t>
            </a:r>
          </a:p>
        </p:txBody>
      </p:sp>
      <p:sp>
        <p:nvSpPr>
          <p:cNvPr id="3" name="Content Placeholder 2"/>
          <p:cNvSpPr>
            <a:spLocks noGrp="1"/>
          </p:cNvSpPr>
          <p:nvPr>
            <p:ph idx="1"/>
          </p:nvPr>
        </p:nvSpPr>
        <p:spPr/>
        <p:txBody>
          <a:bodyPr/>
          <a:lstStyle/>
          <a:p>
            <a:r>
              <a:rPr lang="en-US" dirty="0"/>
              <a:t>Image negation is a simple operation that creates the negative or inverse of an image. In a grayscale image, each pixel's intensity value is subtracted from the maximum intensity value (typically 255 for 8-bit grayscale images). The result is that lighter areas become darker, and darker areas become lighter. This operation is used to create a photographic negative effect.</a:t>
            </a:r>
          </a:p>
          <a:p>
            <a:r>
              <a:rPr lang="en-US" dirty="0"/>
              <a:t>For example, if you have a pixel with an intensity of 100 in the original image, its intensity in the negated image will be 155 (255 - 100). This operation can be expressed as:</a:t>
            </a:r>
          </a:p>
          <a:p>
            <a:endParaRPr lang="en-IN" dirty="0"/>
          </a:p>
        </p:txBody>
      </p:sp>
    </p:spTree>
    <p:extLst>
      <p:ext uri="{BB962C8B-B14F-4D97-AF65-F5344CB8AC3E}">
        <p14:creationId xmlns:p14="http://schemas.microsoft.com/office/powerpoint/2010/main" val="12877579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err="1"/>
              <a:t>Negated_pixel_value</a:t>
            </a:r>
            <a:r>
              <a:rPr lang="en-IN" dirty="0"/>
              <a:t> = </a:t>
            </a:r>
            <a:r>
              <a:rPr lang="en-IN" dirty="0" err="1"/>
              <a:t>Maximum_intensity_value</a:t>
            </a:r>
            <a:r>
              <a:rPr lang="en-IN" dirty="0"/>
              <a:t> - </a:t>
            </a:r>
            <a:r>
              <a:rPr lang="en-IN" dirty="0" err="1"/>
              <a:t>Original_pixel_value</a:t>
            </a:r>
            <a:endParaRPr lang="en-IN" dirty="0"/>
          </a:p>
          <a:p>
            <a:r>
              <a:rPr lang="en-IN" dirty="0" err="1"/>
              <a:t>Negated_pixel_value</a:t>
            </a:r>
            <a:r>
              <a:rPr lang="en-IN" dirty="0"/>
              <a:t> = 255 - </a:t>
            </a:r>
            <a:r>
              <a:rPr lang="en-IN" dirty="0" err="1"/>
              <a:t>Original_pixel_value</a:t>
            </a:r>
            <a:endParaRPr lang="en-IN" dirty="0"/>
          </a:p>
        </p:txBody>
      </p:sp>
    </p:spTree>
    <p:extLst>
      <p:ext uri="{BB962C8B-B14F-4D97-AF65-F5344CB8AC3E}">
        <p14:creationId xmlns:p14="http://schemas.microsoft.com/office/powerpoint/2010/main" val="40682233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a:t>
            </a:r>
            <a:r>
              <a:rPr lang="en-US" dirty="0" err="1"/>
              <a:t>thresholding</a:t>
            </a:r>
            <a:endParaRPr lang="en-IN" dirty="0"/>
          </a:p>
        </p:txBody>
      </p:sp>
      <p:sp>
        <p:nvSpPr>
          <p:cNvPr id="3" name="Content Placeholder 2"/>
          <p:cNvSpPr>
            <a:spLocks noGrp="1"/>
          </p:cNvSpPr>
          <p:nvPr>
            <p:ph idx="1"/>
          </p:nvPr>
        </p:nvSpPr>
        <p:spPr/>
        <p:txBody>
          <a:bodyPr>
            <a:normAutofit fontScale="92500"/>
          </a:bodyPr>
          <a:lstStyle/>
          <a:p>
            <a:r>
              <a:rPr lang="en-US" b="1" dirty="0"/>
              <a:t>Image </a:t>
            </a:r>
            <a:r>
              <a:rPr lang="en-US" b="1" dirty="0" err="1"/>
              <a:t>thresholding</a:t>
            </a:r>
            <a:r>
              <a:rPr lang="en-US" b="1" dirty="0"/>
              <a:t> </a:t>
            </a:r>
            <a:r>
              <a:rPr lang="en-US" dirty="0"/>
              <a:t>is a technique used to segment an image into binary regions, where pixels are classified as either foreground (object of interest) or background based on a specified threshold value. Pixels with intensity values greater than or equal to the threshold are set to a maximum value (usually 255 for white), while pixels with intensity values less than the threshold are set to a minimum value (usually 0 for black).</a:t>
            </a:r>
          </a:p>
          <a:p>
            <a:pPr marL="0" indent="0">
              <a:buNone/>
            </a:pPr>
            <a:r>
              <a:rPr lang="en-US" dirty="0"/>
              <a:t>if </a:t>
            </a:r>
            <a:r>
              <a:rPr lang="en-US" dirty="0" err="1"/>
              <a:t>pixel_value</a:t>
            </a:r>
            <a:r>
              <a:rPr lang="en-US" dirty="0"/>
              <a:t> &gt;= threshold:</a:t>
            </a:r>
          </a:p>
          <a:p>
            <a:pPr marL="0" indent="0">
              <a:buNone/>
            </a:pPr>
            <a:r>
              <a:rPr lang="en-US" dirty="0"/>
              <a:t>    </a:t>
            </a:r>
            <a:r>
              <a:rPr lang="en-US" dirty="0" err="1"/>
              <a:t>thresholded_pixel_value</a:t>
            </a:r>
            <a:r>
              <a:rPr lang="en-US" dirty="0"/>
              <a:t> = 255  # Foreground</a:t>
            </a:r>
          </a:p>
          <a:p>
            <a:pPr marL="0" indent="0">
              <a:buNone/>
            </a:pPr>
            <a:r>
              <a:rPr lang="en-US" dirty="0"/>
              <a:t>else:</a:t>
            </a:r>
          </a:p>
          <a:p>
            <a:pPr marL="0" indent="0">
              <a:buNone/>
            </a:pPr>
            <a:r>
              <a:rPr lang="en-US" dirty="0"/>
              <a:t>    </a:t>
            </a:r>
            <a:r>
              <a:rPr lang="en-US" dirty="0" err="1"/>
              <a:t>thresholded_pixel_value</a:t>
            </a:r>
            <a:r>
              <a:rPr lang="en-US" dirty="0"/>
              <a:t> = 0    # Background</a:t>
            </a:r>
            <a:endParaRPr lang="en-IN" dirty="0"/>
          </a:p>
        </p:txBody>
      </p:sp>
    </p:spTree>
    <p:extLst>
      <p:ext uri="{BB962C8B-B14F-4D97-AF65-F5344CB8AC3E}">
        <p14:creationId xmlns:p14="http://schemas.microsoft.com/office/powerpoint/2010/main" val="39576145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Image Gamma Correction</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US" dirty="0"/>
              <a:t>Image gamma correction is a non-linear operation used to adjust the brightness and contrast of an image. It involves raising the pixel values to a specific exponent (gamma value) to modify the overall appearance of the image. It's particularly useful for correcting images that appear too dark or too bright.</a:t>
            </a:r>
          </a:p>
          <a:p>
            <a:r>
              <a:rPr lang="en-US" dirty="0"/>
              <a:t>The gamma correction formula is as follows:</a:t>
            </a:r>
          </a:p>
          <a:p>
            <a:r>
              <a:rPr lang="en-IN" dirty="0" err="1"/>
              <a:t>Corrected_pixel_value</a:t>
            </a:r>
            <a:r>
              <a:rPr lang="en-IN" dirty="0"/>
              <a:t> = </a:t>
            </a:r>
            <a:r>
              <a:rPr lang="en-IN" dirty="0" err="1"/>
              <a:t>Original_pixel_value</a:t>
            </a:r>
            <a:r>
              <a:rPr lang="en-IN" dirty="0"/>
              <a:t> ^ (1 / gamma)</a:t>
            </a:r>
          </a:p>
          <a:p>
            <a:endParaRPr lang="en-IN" dirty="0"/>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If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gamma</a:t>
            </a:r>
            <a:r>
              <a:rPr lang="en-US" altLang="en-US" dirty="0">
                <a:latin typeface="Times New Roman" panose="02020603050405020304" pitchFamily="18" charset="0"/>
                <a:cs typeface="Times New Roman" panose="02020603050405020304" pitchFamily="18" charset="0"/>
              </a:rPr>
              <a:t> is less than 1, it enhances the contrast and brightens the image.</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If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gamma</a:t>
            </a:r>
            <a:r>
              <a:rPr lang="en-US" altLang="en-US" dirty="0">
                <a:latin typeface="Times New Roman" panose="02020603050405020304" pitchFamily="18" charset="0"/>
                <a:cs typeface="Times New Roman" panose="02020603050405020304" pitchFamily="18" charset="0"/>
              </a:rPr>
              <a:t> is greater than 1, it reduces the contrast and darkens the image.</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If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gamma</a:t>
            </a:r>
            <a:r>
              <a:rPr lang="en-US" altLang="en-US" dirty="0">
                <a:latin typeface="Times New Roman" panose="02020603050405020304" pitchFamily="18" charset="0"/>
                <a:cs typeface="Times New Roman" panose="02020603050405020304" pitchFamily="18" charset="0"/>
              </a:rPr>
              <a:t> is equal to 1, there is no change to the image.</a:t>
            </a:r>
          </a:p>
          <a:p>
            <a:pPr marL="0" lvl="0" indent="0" eaLnBrk="0" fontAlgn="base" hangingPunct="0">
              <a:lnSpc>
                <a:spcPct val="100000"/>
              </a:lnSpc>
              <a:spcBef>
                <a:spcPct val="0"/>
              </a:spcBef>
              <a:spcAft>
                <a:spcPct val="0"/>
              </a:spcAft>
              <a:buNone/>
            </a:pPr>
            <a:r>
              <a:rPr lang="en-US" altLang="en-US" dirty="0">
                <a:latin typeface="Times New Roman" panose="02020603050405020304" pitchFamily="18" charset="0"/>
                <a:cs typeface="Times New Roman" panose="02020603050405020304" pitchFamily="18" charset="0"/>
              </a:rPr>
              <a:t>By adjusting the gamma value, you can control the overall brightness and contrast of the image to achieve the desired visual effect.</a:t>
            </a:r>
            <a:endParaRPr kumimoji="0" lang="en-US" altLang="en-US" sz="4000" b="0" i="0" u="none" strike="noStrike" cap="none" normalizeH="0" baseline="0" dirty="0">
              <a:ln>
                <a:noFill/>
              </a:ln>
              <a:effectLst/>
              <a:latin typeface="Times New Roman" panose="02020603050405020304" pitchFamily="18" charset="0"/>
              <a:cs typeface="Times New Roman" panose="02020603050405020304" pitchFamily="18" charset="0"/>
            </a:endParaRPr>
          </a:p>
          <a:p>
            <a:endParaRPr lang="en-IN" dirty="0"/>
          </a:p>
          <a:p>
            <a:endParaRPr lang="en-IN" dirty="0"/>
          </a:p>
        </p:txBody>
      </p:sp>
      <p:sp>
        <p:nvSpPr>
          <p:cNvPr id="8" name="Rectangle 5"/>
          <p:cNvSpPr>
            <a:spLocks noChangeArrowheads="1"/>
          </p:cNvSpPr>
          <p:nvPr/>
        </p:nvSpPr>
        <p:spPr bwMode="auto">
          <a:xfrm>
            <a:off x="0" y="-184666"/>
            <a:ext cx="184731" cy="369332"/>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80390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 Wise Intensity Transformation or Gray Level Transformation</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288301" y="2409146"/>
            <a:ext cx="5630716" cy="2698432"/>
          </a:xfrm>
          <a:prstGeom prst="rect">
            <a:avLst/>
          </a:prstGeom>
        </p:spPr>
      </p:pic>
    </p:spTree>
    <p:extLst>
      <p:ext uri="{BB962C8B-B14F-4D97-AF65-F5344CB8AC3E}">
        <p14:creationId xmlns:p14="http://schemas.microsoft.com/office/powerpoint/2010/main" val="18520705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512476" y="1690688"/>
            <a:ext cx="7657650" cy="4490835"/>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213560" y="1602360"/>
              <a:ext cx="8364240" cy="4952520"/>
            </p14:xfrm>
          </p:contentPart>
        </mc:Choice>
        <mc:Fallback xmlns="">
          <p:pic>
            <p:nvPicPr>
              <p:cNvPr id="5" name="Ink 4"/>
              <p:cNvPicPr/>
              <p:nvPr/>
            </p:nvPicPr>
            <p:blipFill>
              <a:blip r:embed="rId4"/>
              <a:stretch>
                <a:fillRect/>
              </a:stretch>
            </p:blipFill>
            <p:spPr>
              <a:xfrm>
                <a:off x="1204200" y="1593000"/>
                <a:ext cx="8382960" cy="4971240"/>
              </a:xfrm>
              <a:prstGeom prst="rect">
                <a:avLst/>
              </a:prstGeom>
            </p:spPr>
          </p:pic>
        </mc:Fallback>
      </mc:AlternateContent>
    </p:spTree>
    <p:extLst>
      <p:ext uri="{BB962C8B-B14F-4D97-AF65-F5344CB8AC3E}">
        <p14:creationId xmlns:p14="http://schemas.microsoft.com/office/powerpoint/2010/main" val="42385732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Negative Transformation</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219034" y="2225341"/>
            <a:ext cx="7231416" cy="3551906"/>
          </a:xfrm>
          <a:prstGeom prst="rect">
            <a:avLst/>
          </a:prstGeom>
        </p:spPr>
      </p:pic>
    </p:spTree>
    <p:extLst>
      <p:ext uri="{BB962C8B-B14F-4D97-AF65-F5344CB8AC3E}">
        <p14:creationId xmlns:p14="http://schemas.microsoft.com/office/powerpoint/2010/main" val="40609799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 Transform</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159882" y="1825624"/>
            <a:ext cx="9695352" cy="4274417"/>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4449240" y="245160"/>
              <a:ext cx="6977520" cy="6497640"/>
            </p14:xfrm>
          </p:contentPart>
        </mc:Choice>
        <mc:Fallback xmlns="">
          <p:pic>
            <p:nvPicPr>
              <p:cNvPr id="5" name="Ink 4"/>
              <p:cNvPicPr/>
              <p:nvPr/>
            </p:nvPicPr>
            <p:blipFill>
              <a:blip r:embed="rId4"/>
              <a:stretch>
                <a:fillRect/>
              </a:stretch>
            </p:blipFill>
            <p:spPr>
              <a:xfrm>
                <a:off x="4439880" y="235800"/>
                <a:ext cx="6996240" cy="6516360"/>
              </a:xfrm>
              <a:prstGeom prst="rect">
                <a:avLst/>
              </a:prstGeom>
            </p:spPr>
          </p:pic>
        </mc:Fallback>
      </mc:AlternateContent>
    </p:spTree>
    <p:extLst>
      <p:ext uri="{BB962C8B-B14F-4D97-AF65-F5344CB8AC3E}">
        <p14:creationId xmlns:p14="http://schemas.microsoft.com/office/powerpoint/2010/main" val="28386364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Law Transformation</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522251" y="1690688"/>
            <a:ext cx="8860113" cy="4038469"/>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8306280" y="433080"/>
              <a:ext cx="2354760" cy="1314000"/>
            </p14:xfrm>
          </p:contentPart>
        </mc:Choice>
        <mc:Fallback xmlns="">
          <p:pic>
            <p:nvPicPr>
              <p:cNvPr id="5" name="Ink 4"/>
              <p:cNvPicPr/>
              <p:nvPr/>
            </p:nvPicPr>
            <p:blipFill>
              <a:blip r:embed="rId4"/>
              <a:stretch>
                <a:fillRect/>
              </a:stretch>
            </p:blipFill>
            <p:spPr>
              <a:xfrm>
                <a:off x="8296920" y="423720"/>
                <a:ext cx="2373480" cy="1332720"/>
              </a:xfrm>
              <a:prstGeom prst="rect">
                <a:avLst/>
              </a:prstGeom>
            </p:spPr>
          </p:pic>
        </mc:Fallback>
      </mc:AlternateContent>
    </p:spTree>
    <p:extLst>
      <p:ext uri="{BB962C8B-B14F-4D97-AF65-F5344CB8AC3E}">
        <p14:creationId xmlns:p14="http://schemas.microsoft.com/office/powerpoint/2010/main" val="17953976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Gamma Correction</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646100" y="2123973"/>
            <a:ext cx="8664669" cy="3754641"/>
          </a:xfrm>
          <a:prstGeom prst="rect">
            <a:avLst/>
          </a:prstGeom>
        </p:spPr>
      </p:pic>
    </p:spTree>
    <p:extLst>
      <p:ext uri="{BB962C8B-B14F-4D97-AF65-F5344CB8AC3E}">
        <p14:creationId xmlns:p14="http://schemas.microsoft.com/office/powerpoint/2010/main" val="11908752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 </a:t>
            </a:r>
            <a:r>
              <a:rPr lang="en-US" dirty="0" err="1"/>
              <a:t>Stratching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838200" y="1690688"/>
            <a:ext cx="9549768" cy="4872773"/>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2369160" y="144000"/>
              <a:ext cx="9433080" cy="4303080"/>
            </p14:xfrm>
          </p:contentPart>
        </mc:Choice>
        <mc:Fallback xmlns="">
          <p:pic>
            <p:nvPicPr>
              <p:cNvPr id="5" name="Ink 4"/>
              <p:cNvPicPr/>
              <p:nvPr/>
            </p:nvPicPr>
            <p:blipFill>
              <a:blip r:embed="rId4"/>
              <a:stretch>
                <a:fillRect/>
              </a:stretch>
            </p:blipFill>
            <p:spPr>
              <a:xfrm>
                <a:off x="2359800" y="134640"/>
                <a:ext cx="9451800" cy="4321800"/>
              </a:xfrm>
              <a:prstGeom prst="rect">
                <a:avLst/>
              </a:prstGeom>
            </p:spPr>
          </p:pic>
        </mc:Fallback>
      </mc:AlternateContent>
    </p:spTree>
    <p:extLst>
      <p:ext uri="{BB962C8B-B14F-4D97-AF65-F5344CB8AC3E}">
        <p14:creationId xmlns:p14="http://schemas.microsoft.com/office/powerpoint/2010/main" val="12734715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Range </a:t>
            </a:r>
            <a:r>
              <a:rPr lang="en-US" dirty="0" err="1"/>
              <a:t>Expension</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698959" y="1825625"/>
            <a:ext cx="10684201" cy="307294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8031600" y="2208960"/>
              <a:ext cx="3221640" cy="2411280"/>
            </p14:xfrm>
          </p:contentPart>
        </mc:Choice>
        <mc:Fallback xmlns="">
          <p:pic>
            <p:nvPicPr>
              <p:cNvPr id="5" name="Ink 4"/>
              <p:cNvPicPr/>
              <p:nvPr/>
            </p:nvPicPr>
            <p:blipFill>
              <a:blip r:embed="rId4"/>
              <a:stretch>
                <a:fillRect/>
              </a:stretch>
            </p:blipFill>
            <p:spPr>
              <a:xfrm>
                <a:off x="8022240" y="2199600"/>
                <a:ext cx="3240360" cy="2430000"/>
              </a:xfrm>
              <a:prstGeom prst="rect">
                <a:avLst/>
              </a:prstGeom>
            </p:spPr>
          </p:pic>
        </mc:Fallback>
      </mc:AlternateContent>
    </p:spTree>
    <p:extLst>
      <p:ext uri="{BB962C8B-B14F-4D97-AF65-F5344CB8AC3E}">
        <p14:creationId xmlns:p14="http://schemas.microsoft.com/office/powerpoint/2010/main" val="14784115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Intensity Level Slicing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457058" y="2132083"/>
            <a:ext cx="6938250" cy="3738422"/>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736560" y="591840"/>
              <a:ext cx="10719000" cy="5645520"/>
            </p14:xfrm>
          </p:contentPart>
        </mc:Choice>
        <mc:Fallback xmlns="">
          <p:pic>
            <p:nvPicPr>
              <p:cNvPr id="5" name="Ink 4"/>
              <p:cNvPicPr/>
              <p:nvPr/>
            </p:nvPicPr>
            <p:blipFill>
              <a:blip r:embed="rId4"/>
              <a:stretch>
                <a:fillRect/>
              </a:stretch>
            </p:blipFill>
            <p:spPr>
              <a:xfrm>
                <a:off x="727200" y="582480"/>
                <a:ext cx="10737720" cy="5664240"/>
              </a:xfrm>
              <a:prstGeom prst="rect">
                <a:avLst/>
              </a:prstGeom>
            </p:spPr>
          </p:pic>
        </mc:Fallback>
      </mc:AlternateContent>
    </p:spTree>
    <p:extLst>
      <p:ext uri="{BB962C8B-B14F-4D97-AF65-F5344CB8AC3E}">
        <p14:creationId xmlns:p14="http://schemas.microsoft.com/office/powerpoint/2010/main" val="35375648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Intensity Level Slicing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812526" y="1825625"/>
            <a:ext cx="8566947" cy="3973594"/>
          </a:xfrm>
          <a:prstGeom prst="rect">
            <a:avLst/>
          </a:prstGeom>
        </p:spPr>
      </p:pic>
    </p:spTree>
    <p:extLst>
      <p:ext uri="{BB962C8B-B14F-4D97-AF65-F5344CB8AC3E}">
        <p14:creationId xmlns:p14="http://schemas.microsoft.com/office/powerpoint/2010/main" val="29605909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 Plane Slicing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268561" y="2355091"/>
            <a:ext cx="7654877" cy="329240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6312600" y="288720"/>
              <a:ext cx="5576400" cy="6136200"/>
            </p14:xfrm>
          </p:contentPart>
        </mc:Choice>
        <mc:Fallback xmlns="">
          <p:pic>
            <p:nvPicPr>
              <p:cNvPr id="5" name="Ink 4"/>
              <p:cNvPicPr/>
              <p:nvPr/>
            </p:nvPicPr>
            <p:blipFill>
              <a:blip r:embed="rId4"/>
              <a:stretch>
                <a:fillRect/>
              </a:stretch>
            </p:blipFill>
            <p:spPr>
              <a:xfrm>
                <a:off x="6303240" y="279360"/>
                <a:ext cx="5595120" cy="6154920"/>
              </a:xfrm>
              <a:prstGeom prst="rect">
                <a:avLst/>
              </a:prstGeom>
            </p:spPr>
          </p:pic>
        </mc:Fallback>
      </mc:AlternateContent>
    </p:spTree>
    <p:extLst>
      <p:ext uri="{BB962C8B-B14F-4D97-AF65-F5344CB8AC3E}">
        <p14:creationId xmlns:p14="http://schemas.microsoft.com/office/powerpoint/2010/main" val="25338177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 plane slicing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519361" y="1825625"/>
            <a:ext cx="9153278" cy="4160110"/>
          </a:xfrm>
          <a:prstGeom prst="rect">
            <a:avLst/>
          </a:prstGeom>
        </p:spPr>
      </p:pic>
    </p:spTree>
    <p:extLst>
      <p:ext uri="{BB962C8B-B14F-4D97-AF65-F5344CB8AC3E}">
        <p14:creationId xmlns:p14="http://schemas.microsoft.com/office/powerpoint/2010/main" val="16181928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a:t>
            </a:r>
            <a:endParaRPr lang="en-IN" dirty="0"/>
          </a:p>
        </p:txBody>
      </p:sp>
      <p:sp>
        <p:nvSpPr>
          <p:cNvPr id="3" name="Content Placeholder 2"/>
          <p:cNvSpPr>
            <a:spLocks noGrp="1"/>
          </p:cNvSpPr>
          <p:nvPr>
            <p:ph idx="1"/>
          </p:nvPr>
        </p:nvSpPr>
        <p:spPr/>
        <p:txBody>
          <a:bodyPr/>
          <a:lstStyle/>
          <a:p>
            <a:pPr algn="just"/>
            <a:r>
              <a:rPr lang="en-US" dirty="0"/>
              <a:t>A histogram of an image is a graphical representation of the distribution of pixel intensity values in that image. It provides information about the brightness or color distribution in the image. The x-axis of the histogram represents the range of pixel intensity values, while the y-axis represents the frequency or count of pixels at each intensity level.</a:t>
            </a:r>
          </a:p>
          <a:p>
            <a:pPr algn="just"/>
            <a:r>
              <a:rPr lang="en-US" dirty="0"/>
              <a:t>In grayscale images, the intensity values typically range from 0 (black) to 255 (white). For color images, you have separate histograms for each color channel (Red, Green, Blue).</a:t>
            </a:r>
          </a:p>
          <a:p>
            <a:endParaRPr lang="en-IN" dirty="0"/>
          </a:p>
        </p:txBody>
      </p:sp>
    </p:spTree>
    <p:extLst>
      <p:ext uri="{BB962C8B-B14F-4D97-AF65-F5344CB8AC3E}">
        <p14:creationId xmlns:p14="http://schemas.microsoft.com/office/powerpoint/2010/main" val="2650994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 about histograms of images</a:t>
            </a:r>
            <a:endParaRPr lang="en-IN" dirty="0"/>
          </a:p>
        </p:txBody>
      </p:sp>
      <p:sp>
        <p:nvSpPr>
          <p:cNvPr id="3" name="Content Placeholder 2"/>
          <p:cNvSpPr>
            <a:spLocks noGrp="1"/>
          </p:cNvSpPr>
          <p:nvPr>
            <p:ph idx="1"/>
          </p:nvPr>
        </p:nvSpPr>
        <p:spPr/>
        <p:txBody>
          <a:bodyPr/>
          <a:lstStyle/>
          <a:p>
            <a:pPr algn="just"/>
            <a:r>
              <a:rPr lang="en-US" dirty="0"/>
              <a:t>Histograms are useful for various image processing tasks, including adjusting brightness and contrast, enhancing images, and performing operations like histogram equalization and matching, as mentioned in previous responses.</a:t>
            </a:r>
            <a:endParaRPr lang="en-IN" dirty="0"/>
          </a:p>
        </p:txBody>
      </p:sp>
    </p:spTree>
    <p:extLst>
      <p:ext uri="{BB962C8B-B14F-4D97-AF65-F5344CB8AC3E}">
        <p14:creationId xmlns:p14="http://schemas.microsoft.com/office/powerpoint/2010/main" val="34337547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Histogram</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142597" y="1690688"/>
            <a:ext cx="8208634" cy="3819516"/>
          </a:xfrm>
          <a:prstGeom prst="rect">
            <a:avLst/>
          </a:prstGeom>
        </p:spPr>
      </p:pic>
    </p:spTree>
    <p:extLst>
      <p:ext uri="{BB962C8B-B14F-4D97-AF65-F5344CB8AC3E}">
        <p14:creationId xmlns:p14="http://schemas.microsoft.com/office/powerpoint/2010/main" val="30634946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 </a:t>
            </a:r>
            <a:r>
              <a:rPr lang="en-US" dirty="0" err="1"/>
              <a:t>Stratching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554160" y="1825625"/>
            <a:ext cx="8273782" cy="4054688"/>
          </a:xfrm>
          <a:prstGeom prst="rect">
            <a:avLst/>
          </a:prstGeom>
        </p:spPr>
      </p:pic>
    </p:spTree>
    <p:extLst>
      <p:ext uri="{BB962C8B-B14F-4D97-AF65-F5344CB8AC3E}">
        <p14:creationId xmlns:p14="http://schemas.microsoft.com/office/powerpoint/2010/main" val="4117922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 Equalization</a:t>
            </a:r>
            <a:endParaRPr lang="en-IN" dirty="0"/>
          </a:p>
        </p:txBody>
      </p:sp>
      <p:sp>
        <p:nvSpPr>
          <p:cNvPr id="3" name="Content Placeholder 2"/>
          <p:cNvSpPr>
            <a:spLocks noGrp="1"/>
          </p:cNvSpPr>
          <p:nvPr>
            <p:ph idx="1"/>
          </p:nvPr>
        </p:nvSpPr>
        <p:spPr/>
        <p:txBody>
          <a:bodyPr/>
          <a:lstStyle/>
          <a:p>
            <a:pPr algn="just"/>
            <a:r>
              <a:rPr lang="en-US" dirty="0"/>
              <a:t>Histogram equalization is a technique used in image processing to improve the contrast and enhance the details in an image by redistributing the intensity values in its histogram. It's particularly useful when an image has poor contrast, making it look washed out or difficult to interpret. Histogram equalization aims to stretch the range of intensity values in the image to cover the entire available range, thereby improving the overall visual quality.</a:t>
            </a:r>
            <a:endParaRPr lang="en-IN" dirty="0"/>
          </a:p>
        </p:txBody>
      </p:sp>
    </p:spTree>
    <p:extLst>
      <p:ext uri="{BB962C8B-B14F-4D97-AF65-F5344CB8AC3E}">
        <p14:creationId xmlns:p14="http://schemas.microsoft.com/office/powerpoint/2010/main" val="16323609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 Equalization</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838200" y="1825625"/>
            <a:ext cx="10425131" cy="4351338"/>
          </a:xfrm>
          <a:prstGeom prst="rect">
            <a:avLst/>
          </a:prstGeom>
        </p:spPr>
      </p:pic>
    </p:spTree>
    <p:extLst>
      <p:ext uri="{BB962C8B-B14F-4D97-AF65-F5344CB8AC3E}">
        <p14:creationId xmlns:p14="http://schemas.microsoft.com/office/powerpoint/2010/main" val="7428752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a:t>
            </a:r>
            <a:endParaRPr lang="en-IN" dirty="0"/>
          </a:p>
        </p:txBody>
      </p:sp>
      <p:sp>
        <p:nvSpPr>
          <p:cNvPr id="3" name="Content Placeholder 2"/>
          <p:cNvSpPr>
            <a:spLocks noGrp="1"/>
          </p:cNvSpPr>
          <p:nvPr>
            <p:ph idx="1"/>
          </p:nvPr>
        </p:nvSpPr>
        <p:spPr/>
        <p:txBody>
          <a:bodyPr>
            <a:normAutofit fontScale="92500" lnSpcReduction="20000"/>
          </a:bodyPr>
          <a:lstStyle/>
          <a:p>
            <a:r>
              <a:rPr lang="en-US" b="1" dirty="0"/>
              <a:t>Compute the Histogram:</a:t>
            </a:r>
            <a:r>
              <a:rPr lang="en-US" dirty="0"/>
              <a:t> The first step is to calculate the histogram of the input image. This histogram represents the distribution of pixel intensity values, typically ranging from 0 (black) to 255 (white) for grayscale images.</a:t>
            </a:r>
          </a:p>
          <a:p>
            <a:r>
              <a:rPr lang="en-US" b="1" dirty="0"/>
              <a:t>Calculate the Cumulative Distribution Function (CDF):</a:t>
            </a:r>
            <a:r>
              <a:rPr lang="en-US" dirty="0"/>
              <a:t> Next, you calculate the cumulative distribution function of the histogram. The CDF represents the cumulative sum of frequencies in the histogram and shows how many pixels have intensity values less than or equal to a given value.</a:t>
            </a:r>
          </a:p>
          <a:p>
            <a:r>
              <a:rPr lang="en-US" b="1" dirty="0"/>
              <a:t>Normalize the CDF:</a:t>
            </a:r>
            <a:r>
              <a:rPr lang="en-US" dirty="0"/>
              <a:t> To ensure that the full range of intensities is used, you normalize the CDF. This involves scaling the CDF values to the full range, typically from 0 to 255 in the case of an 8-bit grayscale image.</a:t>
            </a:r>
          </a:p>
          <a:p>
            <a:r>
              <a:rPr lang="en-US" b="1" dirty="0"/>
              <a:t>Map Intensity Values:</a:t>
            </a:r>
            <a:r>
              <a:rPr lang="en-US" dirty="0"/>
              <a:t> Finally, you map the intensity values of the original image using the normalized CDF. Each pixel's intensity value in the original image is replaced with the corresponding value from the normalized CDF.</a:t>
            </a:r>
          </a:p>
          <a:p>
            <a:endParaRPr lang="en-IN" dirty="0"/>
          </a:p>
        </p:txBody>
      </p:sp>
    </p:spTree>
    <p:extLst>
      <p:ext uri="{BB962C8B-B14F-4D97-AF65-F5344CB8AC3E}">
        <p14:creationId xmlns:p14="http://schemas.microsoft.com/office/powerpoint/2010/main" val="29827480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algn="just"/>
            <a:r>
              <a:rPr lang="en-US" dirty="0"/>
              <a:t>The result is an equalized image with improved contrast. Dark areas become darker, bright areas become brighter, and the overall distribution of intensities is spread out more evenly across the available range. This process enhances the visual details in the image and can make it more visually appealing.</a:t>
            </a:r>
          </a:p>
          <a:p>
            <a:pPr algn="just"/>
            <a:r>
              <a:rPr lang="en-US" dirty="0"/>
              <a:t>Histogram equalization is a useful tool in image processing, but it may not always be suitable for all images. In some cases, it can lead to artifacts or unrealistic enhancements, especially when the original image already has a good contrast. However, it is a valuable tool in situations where image contrast needs improvement, such as in medical imaging, satellite imagery, and enhancing old photographs.</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IN" dirty="0"/>
          </a:p>
        </p:txBody>
      </p:sp>
    </p:spTree>
    <p:extLst>
      <p:ext uri="{BB962C8B-B14F-4D97-AF65-F5344CB8AC3E}">
        <p14:creationId xmlns:p14="http://schemas.microsoft.com/office/powerpoint/2010/main" val="4113343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892943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 name="Picture 5"/>
          <p:cNvPicPr>
            <a:picLocks noChangeAspect="1"/>
          </p:cNvPicPr>
          <p:nvPr/>
        </p:nvPicPr>
        <p:blipFill>
          <a:blip r:embed="rId2"/>
          <a:stretch>
            <a:fillRect/>
          </a:stretch>
        </p:blipFill>
        <p:spPr>
          <a:xfrm>
            <a:off x="0" y="38524"/>
            <a:ext cx="12191999" cy="6780952"/>
          </a:xfrm>
          <a:prstGeom prst="rect">
            <a:avLst/>
          </a:prstGeom>
        </p:spPr>
      </p:pic>
    </p:spTree>
    <p:extLst>
      <p:ext uri="{BB962C8B-B14F-4D97-AF65-F5344CB8AC3E}">
        <p14:creationId xmlns:p14="http://schemas.microsoft.com/office/powerpoint/2010/main" val="6160242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 Matching</a:t>
            </a:r>
            <a:endParaRPr lang="en-IN" dirty="0"/>
          </a:p>
        </p:txBody>
      </p:sp>
      <p:sp>
        <p:nvSpPr>
          <p:cNvPr id="3" name="Content Placeholder 2"/>
          <p:cNvSpPr>
            <a:spLocks noGrp="1"/>
          </p:cNvSpPr>
          <p:nvPr>
            <p:ph idx="1"/>
          </p:nvPr>
        </p:nvSpPr>
        <p:spPr/>
        <p:txBody>
          <a:bodyPr/>
          <a:lstStyle/>
          <a:p>
            <a:pPr algn="just"/>
            <a:r>
              <a:rPr lang="en-US" dirty="0"/>
              <a:t>Histogram matching, also known as histogram specification or histogram equalization with a reference image, is a technique in image processing that aims to adjust the histogram of one image (the source image) to match the histogram of another image (the reference image). This process allows you to transfer the tonal characteristics and contrast of the reference image to the source image. Histogram matching is often used to achieve a desired look or to bring the characteristics of one image into another.</a:t>
            </a:r>
            <a:endParaRPr lang="en-IN" dirty="0"/>
          </a:p>
        </p:txBody>
      </p:sp>
    </p:spTree>
    <p:extLst>
      <p:ext uri="{BB962C8B-B14F-4D97-AF65-F5344CB8AC3E}">
        <p14:creationId xmlns:p14="http://schemas.microsoft.com/office/powerpoint/2010/main" val="18556723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Histogram Matching</a:t>
            </a:r>
            <a:endParaRPr lang="en-IN" dirty="0"/>
          </a:p>
        </p:txBody>
      </p:sp>
      <p:sp>
        <p:nvSpPr>
          <p:cNvPr id="3" name="Content Placeholder 2"/>
          <p:cNvSpPr>
            <a:spLocks noGrp="1"/>
          </p:cNvSpPr>
          <p:nvPr>
            <p:ph idx="1"/>
          </p:nvPr>
        </p:nvSpPr>
        <p:spPr/>
        <p:txBody>
          <a:bodyPr>
            <a:normAutofit/>
          </a:bodyPr>
          <a:lstStyle/>
          <a:p>
            <a:r>
              <a:rPr lang="en-US" dirty="0"/>
              <a:t>Compute histograms for each image</a:t>
            </a:r>
          </a:p>
          <a:p>
            <a:r>
              <a:rPr lang="en-US" dirty="0"/>
              <a:t>Take the reference image histogram</a:t>
            </a:r>
          </a:p>
          <a:p>
            <a:r>
              <a:rPr lang="en-US" dirty="0"/>
              <a:t>Update the pixel intensity values in the input image using the reference histogram, such that they match</a:t>
            </a:r>
          </a:p>
        </p:txBody>
      </p:sp>
    </p:spTree>
    <p:extLst>
      <p:ext uri="{BB962C8B-B14F-4D97-AF65-F5344CB8AC3E}">
        <p14:creationId xmlns:p14="http://schemas.microsoft.com/office/powerpoint/2010/main" val="13492625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The result is a new image (the matched image) with a histogram that closely resembles the histogram of the reference image. This process can be used to align the tonal characteristics and contrast of the source image with those of the reference image. The matched image will have a similar overall tonal distribution, which can be particularly useful for tasks such as style transfer or color correction.</a:t>
            </a:r>
          </a:p>
          <a:p>
            <a:pPr algn="just"/>
            <a:r>
              <a:rPr lang="en-US" dirty="0"/>
              <a:t>Histogram matching is a powerful tool in image processing, and it can be employed in various applications, including medical image analysis, color grading in photography and film, and improving the consistency of images in computer vision tasks.</a:t>
            </a:r>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17678634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0" y="0"/>
            <a:ext cx="12192000" cy="6819048"/>
          </a:xfrm>
          <a:prstGeom prst="rect">
            <a:avLst/>
          </a:prstGeom>
        </p:spPr>
      </p:pic>
    </p:spTree>
    <p:extLst>
      <p:ext uri="{BB962C8B-B14F-4D97-AF65-F5344CB8AC3E}">
        <p14:creationId xmlns:p14="http://schemas.microsoft.com/office/powerpoint/2010/main" val="24182697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Filtering in Spatial domain</a:t>
            </a:r>
            <a:endParaRPr lang="en-IN" dirty="0"/>
          </a:p>
        </p:txBody>
      </p:sp>
      <p:sp>
        <p:nvSpPr>
          <p:cNvPr id="3" name="Content Placeholder 2"/>
          <p:cNvSpPr>
            <a:spLocks noGrp="1"/>
          </p:cNvSpPr>
          <p:nvPr>
            <p:ph idx="1"/>
          </p:nvPr>
        </p:nvSpPr>
        <p:spPr/>
        <p:txBody>
          <a:bodyPr/>
          <a:lstStyle/>
          <a:p>
            <a:r>
              <a:rPr lang="en-US" dirty="0"/>
              <a:t>refers to image operators that change the gray value at any pixel (</a:t>
            </a:r>
            <a:r>
              <a:rPr lang="en-US" dirty="0" err="1"/>
              <a:t>x,y</a:t>
            </a:r>
            <a:r>
              <a:rPr lang="en-US" dirty="0"/>
              <a:t>) depending on the pixel values in a square neighborhood centered at (</a:t>
            </a:r>
            <a:r>
              <a:rPr lang="en-US" dirty="0" err="1"/>
              <a:t>x,y</a:t>
            </a:r>
            <a:r>
              <a:rPr lang="en-US" dirty="0"/>
              <a:t>) using a fixed integer matrix of the same size. The integer matrix is called a </a:t>
            </a:r>
            <a:r>
              <a:rPr lang="en-US" i="1" dirty="0"/>
              <a:t>filter </a:t>
            </a:r>
            <a:r>
              <a:rPr lang="en-US" dirty="0"/>
              <a:t>, </a:t>
            </a:r>
            <a:r>
              <a:rPr lang="en-US" i="1" dirty="0"/>
              <a:t>mask</a:t>
            </a:r>
            <a:r>
              <a:rPr lang="en-US" dirty="0"/>
              <a:t>, </a:t>
            </a:r>
            <a:r>
              <a:rPr lang="en-US" i="1" dirty="0"/>
              <a:t>kernel </a:t>
            </a:r>
            <a:r>
              <a:rPr lang="en-US" dirty="0"/>
              <a:t>or a </a:t>
            </a:r>
            <a:r>
              <a:rPr lang="en-US" i="1" dirty="0"/>
              <a:t>window</a:t>
            </a:r>
            <a:r>
              <a:rPr lang="en-US" dirty="0"/>
              <a:t>.</a:t>
            </a:r>
            <a:endParaRPr lang="en-IN" dirty="0"/>
          </a:p>
          <a:p>
            <a:r>
              <a:rPr lang="en-US" dirty="0"/>
              <a:t>The mechanism of spatial filtering, shown below, consists simply of moving the filter mask from pixel to pixel in an image. At each pixel (</a:t>
            </a:r>
            <a:r>
              <a:rPr lang="en-US" dirty="0" err="1"/>
              <a:t>x,y</a:t>
            </a:r>
            <a:r>
              <a:rPr lang="en-US" dirty="0"/>
              <a:t>), the response of the filter at that pixel is calculated using a predefined relationship (linear or nonlinear).</a:t>
            </a:r>
            <a:endParaRPr lang="en-IN" dirty="0"/>
          </a:p>
          <a:p>
            <a:endParaRPr lang="en-IN" dirty="0"/>
          </a:p>
        </p:txBody>
      </p:sp>
    </p:spTree>
    <p:extLst>
      <p:ext uri="{BB962C8B-B14F-4D97-AF65-F5344CB8AC3E}">
        <p14:creationId xmlns:p14="http://schemas.microsoft.com/office/powerpoint/2010/main" val="40335863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image1.jpeg"/>
          <p:cNvPicPr/>
          <p:nvPr/>
        </p:nvPicPr>
        <p:blipFill>
          <a:blip r:embed="rId2" cstate="print"/>
          <a:stretch>
            <a:fillRect/>
          </a:stretch>
        </p:blipFill>
        <p:spPr>
          <a:xfrm>
            <a:off x="2097359" y="501015"/>
            <a:ext cx="7098892" cy="5675948"/>
          </a:xfrm>
          <a:prstGeom prst="rect">
            <a:avLst/>
          </a:prstGeom>
        </p:spPr>
      </p:pic>
      <p:sp>
        <p:nvSpPr>
          <p:cNvPr id="5" name="Rectangle 4"/>
          <p:cNvSpPr/>
          <p:nvPr/>
        </p:nvSpPr>
        <p:spPr>
          <a:xfrm>
            <a:off x="436902" y="5934670"/>
            <a:ext cx="10419806" cy="923330"/>
          </a:xfrm>
          <a:prstGeom prst="rect">
            <a:avLst/>
          </a:prstGeom>
        </p:spPr>
        <p:txBody>
          <a:bodyPr wrap="square">
            <a:spAutoFit/>
          </a:bodyPr>
          <a:lstStyle/>
          <a:p>
            <a:pPr marL="76200" marR="573405">
              <a:lnSpc>
                <a:spcPct val="150000"/>
              </a:lnSpc>
              <a:spcBef>
                <a:spcPts val="775"/>
              </a:spcBef>
              <a:spcAft>
                <a:spcPts val="0"/>
              </a:spcAft>
            </a:pPr>
            <a:r>
              <a:rPr lang="en-US" dirty="0">
                <a:latin typeface="Times New Roman" panose="02020603050405020304" pitchFamily="18" charset="0"/>
                <a:ea typeface="Times New Roman" panose="02020603050405020304" pitchFamily="18" charset="0"/>
              </a:rPr>
              <a:t>The size of mask must be odd (i.e. 3×3, 5×5, etc.) to ensure it has a</a:t>
            </a:r>
            <a:r>
              <a:rPr lang="en-US" spc="-33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center.</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The</a:t>
            </a:r>
            <a:r>
              <a:rPr lang="en-US" spc="-1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smallest</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meaningful size is</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3×3.</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654253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Linear Spatial Filtering (Convolution)</a:t>
            </a:r>
            <a:endParaRPr lang="en-IN" dirty="0"/>
          </a:p>
        </p:txBody>
      </p:sp>
      <p:sp>
        <p:nvSpPr>
          <p:cNvPr id="3" name="Content Placeholder 2"/>
          <p:cNvSpPr>
            <a:spLocks noGrp="1"/>
          </p:cNvSpPr>
          <p:nvPr>
            <p:ph idx="1"/>
          </p:nvPr>
        </p:nvSpPr>
        <p:spPr/>
        <p:txBody>
          <a:bodyPr/>
          <a:lstStyle/>
          <a:p>
            <a:r>
              <a:rPr lang="en-US" dirty="0"/>
              <a:t>The process consists of moving the filter mask from pixel to pixel in an image. At each pixel (</a:t>
            </a:r>
            <a:r>
              <a:rPr lang="en-US" dirty="0" err="1"/>
              <a:t>x,y</a:t>
            </a:r>
            <a:r>
              <a:rPr lang="en-US" dirty="0"/>
              <a:t>), the response is given by a sum of products of the filter coefficients and the corresponding image pixels in the area spanned by the filter mask.</a:t>
            </a:r>
            <a:endParaRPr lang="en-IN" dirty="0"/>
          </a:p>
          <a:p>
            <a:r>
              <a:rPr lang="en-US" dirty="0"/>
              <a:t>For the 3×3 mask shown in the previous figure, the result (or response), R, of linear filtering is:</a:t>
            </a:r>
            <a:endParaRPr lang="en-IN" dirty="0"/>
          </a:p>
          <a:p>
            <a:r>
              <a:rPr lang="en-US" dirty="0"/>
              <a:t>𝑅 = w(−1, −1)ƒ(𝑥 − 1, 𝑦 − 1) + w(−1,0)ƒ(𝑥 − 1, 𝑦) + ⋯</a:t>
            </a:r>
            <a:endParaRPr lang="en-IN" dirty="0"/>
          </a:p>
          <a:p>
            <a:r>
              <a:rPr lang="en-US" dirty="0"/>
              <a:t>+w(0,0)ƒ(𝑥, 𝑦) + ⋯ + w(1,0)ƒ(𝑥 + 1, 𝑦) + w(1,1)ƒ(𝑥 + 1, 𝑦 + 1)</a:t>
            </a:r>
            <a:endParaRPr lang="en-IN" dirty="0"/>
          </a:p>
          <a:p>
            <a:endParaRPr lang="en-IN" dirty="0"/>
          </a:p>
        </p:txBody>
      </p:sp>
    </p:spTree>
    <p:extLst>
      <p:ext uri="{BB962C8B-B14F-4D97-AF65-F5344CB8AC3E}">
        <p14:creationId xmlns:p14="http://schemas.microsoft.com/office/powerpoint/2010/main" val="9960090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In general, linear filtering of an image </a:t>
            </a:r>
            <a:r>
              <a:rPr lang="en-US" i="1" dirty="0"/>
              <a:t>f </a:t>
            </a:r>
            <a:r>
              <a:rPr lang="en-US" dirty="0"/>
              <a:t>of size </a:t>
            </a:r>
            <a:r>
              <a:rPr lang="en-US" i="1" dirty="0"/>
              <a:t>M×N </a:t>
            </a:r>
            <a:r>
              <a:rPr lang="en-US" dirty="0"/>
              <a:t>with a filter mask of size </a:t>
            </a:r>
            <a:r>
              <a:rPr lang="en-US" i="1" dirty="0" err="1"/>
              <a:t>m×n</a:t>
            </a:r>
            <a:r>
              <a:rPr lang="en-US" i="1" dirty="0"/>
              <a:t> </a:t>
            </a:r>
            <a:r>
              <a:rPr lang="en-US" dirty="0"/>
              <a:t>is given by the expression:</a:t>
            </a:r>
            <a:endParaRPr lang="en-IN" dirty="0"/>
          </a:p>
          <a:p>
            <a:endParaRPr lang="en-US" dirty="0"/>
          </a:p>
          <a:p>
            <a:endParaRPr lang="en-US" dirty="0"/>
          </a:p>
          <a:p>
            <a:endParaRPr lang="en-US" dirty="0"/>
          </a:p>
          <a:p>
            <a:r>
              <a:rPr lang="en-US" dirty="0"/>
              <a:t>where a = (</a:t>
            </a:r>
            <a:r>
              <a:rPr lang="en-US" i="1" dirty="0"/>
              <a:t>m - </a:t>
            </a:r>
            <a:r>
              <a:rPr lang="en-US" dirty="0"/>
              <a:t>1)/2 and b = (</a:t>
            </a:r>
            <a:r>
              <a:rPr lang="en-US" i="1" dirty="0"/>
              <a:t>n - </a:t>
            </a:r>
            <a:r>
              <a:rPr lang="en-US" dirty="0"/>
              <a:t>l)/2. To generate a complete filtered image this equation must be applied for x = 0,1, 2,..., </a:t>
            </a:r>
            <a:r>
              <a:rPr lang="en-US" i="1" dirty="0"/>
              <a:t>M-</a:t>
            </a:r>
            <a:r>
              <a:rPr lang="en-US" dirty="0"/>
              <a:t>1 and y = 0,1, 2,..., </a:t>
            </a:r>
            <a:r>
              <a:rPr lang="en-US" i="1" dirty="0"/>
              <a:t>N-</a:t>
            </a:r>
            <a:r>
              <a:rPr lang="en-US" dirty="0"/>
              <a:t>1.</a:t>
            </a:r>
            <a:endParaRPr lang="en-IN" dirty="0"/>
          </a:p>
          <a:p>
            <a:endParaRPr lang="en-IN" dirty="0"/>
          </a:p>
        </p:txBody>
      </p:sp>
      <p:pic>
        <p:nvPicPr>
          <p:cNvPr id="4" name="Picture 3"/>
          <p:cNvPicPr>
            <a:picLocks noChangeAspect="1"/>
          </p:cNvPicPr>
          <p:nvPr/>
        </p:nvPicPr>
        <p:blipFill rotWithShape="1">
          <a:blip r:embed="rId2"/>
          <a:srcRect l="28347" t="41697" r="25570" b="39375"/>
          <a:stretch/>
        </p:blipFill>
        <p:spPr>
          <a:xfrm>
            <a:off x="3278777" y="2821576"/>
            <a:ext cx="5995852" cy="1384663"/>
          </a:xfrm>
          <a:prstGeom prst="rect">
            <a:avLst/>
          </a:prstGeom>
        </p:spPr>
      </p:pic>
    </p:spTree>
    <p:extLst>
      <p:ext uri="{BB962C8B-B14F-4D97-AF65-F5344CB8AC3E}">
        <p14:creationId xmlns:p14="http://schemas.microsoft.com/office/powerpoint/2010/main" val="30760511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Nonlinear Spatial Filtering</a:t>
            </a:r>
            <a:endParaRPr lang="en-IN" dirty="0"/>
          </a:p>
        </p:txBody>
      </p:sp>
      <p:sp>
        <p:nvSpPr>
          <p:cNvPr id="3" name="Content Placeholder 2"/>
          <p:cNvSpPr>
            <a:spLocks noGrp="1"/>
          </p:cNvSpPr>
          <p:nvPr>
            <p:ph idx="1"/>
          </p:nvPr>
        </p:nvSpPr>
        <p:spPr/>
        <p:txBody>
          <a:bodyPr/>
          <a:lstStyle/>
          <a:p>
            <a:pPr algn="just"/>
            <a:r>
              <a:rPr lang="en-US" dirty="0"/>
              <a:t>The operation also consists of moving the filter mask from pixel to pixel in an image. The filtering operation is based conditionally on the values of the pixels in the neighborhood, and they do not explicitly use coefficients in the sum-of-products manner.</a:t>
            </a:r>
            <a:endParaRPr lang="en-IN" dirty="0"/>
          </a:p>
          <a:p>
            <a:pPr algn="just"/>
            <a:r>
              <a:rPr lang="en-US" dirty="0"/>
              <a:t>For example, noise reduction can be achieved effectively with a nonlinear filter whose basic function is to compute the median gray-level value in the neighborhood in which the filter is located. Computation of the median is a nonlinear operation.</a:t>
            </a:r>
            <a:endParaRPr lang="en-IN" dirty="0"/>
          </a:p>
          <a:p>
            <a:endParaRPr lang="en-IN" dirty="0"/>
          </a:p>
        </p:txBody>
      </p:sp>
    </p:spTree>
    <p:extLst>
      <p:ext uri="{BB962C8B-B14F-4D97-AF65-F5344CB8AC3E}">
        <p14:creationId xmlns:p14="http://schemas.microsoft.com/office/powerpoint/2010/main" val="12511605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26842" t="14018" r="26072" b="11517"/>
          <a:stretch/>
        </p:blipFill>
        <p:spPr>
          <a:xfrm>
            <a:off x="261256" y="235130"/>
            <a:ext cx="7448743" cy="6622869"/>
          </a:xfrm>
          <a:prstGeom prst="rect">
            <a:avLst/>
          </a:prstGeom>
        </p:spPr>
      </p:pic>
      <p:pic>
        <p:nvPicPr>
          <p:cNvPr id="5" name="Picture 4"/>
          <p:cNvPicPr>
            <a:picLocks noChangeAspect="1"/>
          </p:cNvPicPr>
          <p:nvPr/>
        </p:nvPicPr>
        <p:blipFill rotWithShape="1">
          <a:blip r:embed="rId3"/>
          <a:srcRect l="31212" t="37233" r="39229" b="35803"/>
          <a:stretch/>
        </p:blipFill>
        <p:spPr>
          <a:xfrm>
            <a:off x="6773474" y="1820683"/>
            <a:ext cx="5160618" cy="2646814"/>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1357920" y="115200"/>
              <a:ext cx="10689840" cy="6439680"/>
            </p14:xfrm>
          </p:contentPart>
        </mc:Choice>
        <mc:Fallback xmlns="">
          <p:pic>
            <p:nvPicPr>
              <p:cNvPr id="7" name="Ink 6"/>
              <p:cNvPicPr/>
              <p:nvPr/>
            </p:nvPicPr>
            <p:blipFill>
              <a:blip r:embed="rId5"/>
              <a:stretch>
                <a:fillRect/>
              </a:stretch>
            </p:blipFill>
            <p:spPr>
              <a:xfrm>
                <a:off x="1348560" y="105840"/>
                <a:ext cx="10708560" cy="6458400"/>
              </a:xfrm>
              <a:prstGeom prst="rect">
                <a:avLst/>
              </a:prstGeom>
            </p:spPr>
          </p:pic>
        </mc:Fallback>
      </mc:AlternateContent>
    </p:spTree>
    <p:extLst>
      <p:ext uri="{BB962C8B-B14F-4D97-AF65-F5344CB8AC3E}">
        <p14:creationId xmlns:p14="http://schemas.microsoft.com/office/powerpoint/2010/main" val="24007863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Spatial Filters</a:t>
            </a:r>
            <a:br>
              <a:rPr lang="en-IN" b="1" dirty="0"/>
            </a:br>
            <a:endParaRPr lang="en-IN" dirty="0"/>
          </a:p>
        </p:txBody>
      </p:sp>
      <p:sp>
        <p:nvSpPr>
          <p:cNvPr id="3" name="Content Placeholder 2"/>
          <p:cNvSpPr>
            <a:spLocks noGrp="1"/>
          </p:cNvSpPr>
          <p:nvPr>
            <p:ph idx="1"/>
          </p:nvPr>
        </p:nvSpPr>
        <p:spPr/>
        <p:txBody>
          <a:bodyPr/>
          <a:lstStyle/>
          <a:p>
            <a:r>
              <a:rPr lang="en-US" dirty="0"/>
              <a:t>Spatial filters can be classified by effect into:</a:t>
            </a:r>
            <a:endParaRPr lang="en-IN" dirty="0"/>
          </a:p>
          <a:p>
            <a:pPr lvl="0"/>
            <a:r>
              <a:rPr lang="en-US" b="1" dirty="0"/>
              <a:t>Smoothing Spatial Filters: </a:t>
            </a:r>
            <a:r>
              <a:rPr lang="en-US" dirty="0"/>
              <a:t>also called </a:t>
            </a:r>
            <a:r>
              <a:rPr lang="en-US" dirty="0" err="1"/>
              <a:t>lowpass</a:t>
            </a:r>
            <a:r>
              <a:rPr lang="en-US" dirty="0"/>
              <a:t> filters. They include:</a:t>
            </a:r>
            <a:endParaRPr lang="en-IN" sz="2000" dirty="0"/>
          </a:p>
          <a:p>
            <a:pPr lvl="1"/>
            <a:r>
              <a:rPr lang="en-US" dirty="0"/>
              <a:t>Averaging linear filters</a:t>
            </a:r>
            <a:endParaRPr lang="en-IN" sz="1800" dirty="0"/>
          </a:p>
          <a:p>
            <a:pPr lvl="1"/>
            <a:r>
              <a:rPr lang="en-US" dirty="0"/>
              <a:t>Order-statistics nonlinear filters.</a:t>
            </a:r>
            <a:endParaRPr lang="en-IN" sz="1800" dirty="0"/>
          </a:p>
          <a:p>
            <a:pPr lvl="0"/>
            <a:r>
              <a:rPr lang="en-US" b="1" dirty="0"/>
              <a:t>Sharpening Spatial Filters: </a:t>
            </a:r>
            <a:r>
              <a:rPr lang="en-US" dirty="0"/>
              <a:t>also called </a:t>
            </a:r>
            <a:r>
              <a:rPr lang="en-US" dirty="0" err="1"/>
              <a:t>highpass</a:t>
            </a:r>
            <a:r>
              <a:rPr lang="en-US" dirty="0"/>
              <a:t> filters. For example, the Laplacian linear filter.</a:t>
            </a:r>
            <a:endParaRPr lang="en-IN" sz="2000" dirty="0"/>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7872840" y="14400"/>
              <a:ext cx="4102920" cy="6757200"/>
            </p14:xfrm>
          </p:contentPart>
        </mc:Choice>
        <mc:Fallback xmlns="">
          <p:pic>
            <p:nvPicPr>
              <p:cNvPr id="4" name="Ink 3"/>
              <p:cNvPicPr/>
              <p:nvPr/>
            </p:nvPicPr>
            <p:blipFill>
              <a:blip r:embed="rId3"/>
              <a:stretch>
                <a:fillRect/>
              </a:stretch>
            </p:blipFill>
            <p:spPr>
              <a:xfrm>
                <a:off x="7863480" y="5040"/>
                <a:ext cx="4121640" cy="6775920"/>
              </a:xfrm>
              <a:prstGeom prst="rect">
                <a:avLst/>
              </a:prstGeom>
            </p:spPr>
          </p:pic>
        </mc:Fallback>
      </mc:AlternateContent>
    </p:spTree>
    <p:extLst>
      <p:ext uri="{BB962C8B-B14F-4D97-AF65-F5344CB8AC3E}">
        <p14:creationId xmlns:p14="http://schemas.microsoft.com/office/powerpoint/2010/main" val="9757464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Smoothing Spatial Filters</a:t>
            </a:r>
            <a:br>
              <a:rPr lang="en-IN" b="1" dirty="0"/>
            </a:br>
            <a:endParaRPr lang="en-IN" dirty="0"/>
          </a:p>
        </p:txBody>
      </p:sp>
      <p:sp>
        <p:nvSpPr>
          <p:cNvPr id="3" name="Content Placeholder 2"/>
          <p:cNvSpPr>
            <a:spLocks noGrp="1"/>
          </p:cNvSpPr>
          <p:nvPr>
            <p:ph idx="1"/>
          </p:nvPr>
        </p:nvSpPr>
        <p:spPr/>
        <p:txBody>
          <a:bodyPr/>
          <a:lstStyle/>
          <a:p>
            <a:r>
              <a:rPr lang="en-US" dirty="0"/>
              <a:t>are used for blurring and for noise reduction. Blurring is used in preprocessing steps to:</a:t>
            </a:r>
            <a:endParaRPr lang="en-IN" dirty="0"/>
          </a:p>
          <a:p>
            <a:pPr lvl="0"/>
            <a:r>
              <a:rPr lang="en-US" dirty="0"/>
              <a:t>remove small details from an image prior to (large) object extraction</a:t>
            </a:r>
            <a:endParaRPr lang="en-IN" dirty="0"/>
          </a:p>
          <a:p>
            <a:pPr lvl="0"/>
            <a:r>
              <a:rPr lang="en-US" dirty="0"/>
              <a:t>bridge small gaps in lines or curves.</a:t>
            </a:r>
            <a:endParaRPr lang="en-IN" dirty="0"/>
          </a:p>
          <a:p>
            <a:r>
              <a:rPr lang="en-US" dirty="0"/>
              <a:t>Noise reduction can be accomplished by blurring with a linear filter and also by nonlinear filtering.</a:t>
            </a:r>
            <a:endParaRPr lang="en-IN" dirty="0"/>
          </a:p>
          <a:p>
            <a:endParaRPr lang="en-IN" dirty="0"/>
          </a:p>
        </p:txBody>
      </p:sp>
    </p:spTree>
    <p:extLst>
      <p:ext uri="{BB962C8B-B14F-4D97-AF65-F5344CB8AC3E}">
        <p14:creationId xmlns:p14="http://schemas.microsoft.com/office/powerpoint/2010/main" val="9276963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Averaging linear filters</a:t>
            </a:r>
            <a:br>
              <a:rPr lang="en-IN" b="1" dirty="0"/>
            </a:br>
            <a:endParaRPr lang="en-IN" dirty="0"/>
          </a:p>
        </p:txBody>
      </p:sp>
      <p:sp>
        <p:nvSpPr>
          <p:cNvPr id="3" name="Content Placeholder 2"/>
          <p:cNvSpPr>
            <a:spLocks noGrp="1"/>
          </p:cNvSpPr>
          <p:nvPr>
            <p:ph idx="1"/>
          </p:nvPr>
        </p:nvSpPr>
        <p:spPr/>
        <p:txBody>
          <a:bodyPr/>
          <a:lstStyle/>
          <a:p>
            <a:r>
              <a:rPr lang="en-US" dirty="0"/>
              <a:t>The response of averaging filter is simply the average of the pixels contained in the neighborhood of the filter mask.</a:t>
            </a:r>
            <a:endParaRPr lang="en-IN" dirty="0"/>
          </a:p>
          <a:p>
            <a:r>
              <a:rPr lang="en-US" dirty="0"/>
              <a:t>The output of averaging filters is a smoothed image with reduced "sharp" transitions in gray levels.</a:t>
            </a:r>
            <a:endParaRPr lang="en-IN" dirty="0"/>
          </a:p>
          <a:p>
            <a:r>
              <a:rPr lang="en-US" dirty="0"/>
              <a:t>Noise and edges consist of sharp transitions in gray levels. Thus smoothing filters are used for noise reduction; however, they have the undesirable side effect that they blur edges.</a:t>
            </a:r>
            <a:endParaRPr lang="en-IN" dirty="0"/>
          </a:p>
          <a:p>
            <a:endParaRPr lang="en-IN" dirty="0"/>
          </a:p>
        </p:txBody>
      </p:sp>
    </p:spTree>
    <p:extLst>
      <p:ext uri="{BB962C8B-B14F-4D97-AF65-F5344CB8AC3E}">
        <p14:creationId xmlns:p14="http://schemas.microsoft.com/office/powerpoint/2010/main" val="20332004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26340" t="18661" r="27679" b="10089"/>
          <a:stretch/>
        </p:blipFill>
        <p:spPr>
          <a:xfrm>
            <a:off x="1920240" y="212030"/>
            <a:ext cx="7628708" cy="664597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72360" y="72000"/>
              <a:ext cx="11932200" cy="6771600"/>
            </p14:xfrm>
          </p:contentPart>
        </mc:Choice>
        <mc:Fallback xmlns="">
          <p:pic>
            <p:nvPicPr>
              <p:cNvPr id="5" name="Ink 4"/>
              <p:cNvPicPr/>
              <p:nvPr/>
            </p:nvPicPr>
            <p:blipFill>
              <a:blip r:embed="rId4"/>
              <a:stretch>
                <a:fillRect/>
              </a:stretch>
            </p:blipFill>
            <p:spPr>
              <a:xfrm>
                <a:off x="63000" y="62640"/>
                <a:ext cx="11950920" cy="6790320"/>
              </a:xfrm>
              <a:prstGeom prst="rect">
                <a:avLst/>
              </a:prstGeom>
            </p:spPr>
          </p:pic>
        </mc:Fallback>
      </mc:AlternateContent>
    </p:spTree>
    <p:extLst>
      <p:ext uri="{BB962C8B-B14F-4D97-AF65-F5344CB8AC3E}">
        <p14:creationId xmlns:p14="http://schemas.microsoft.com/office/powerpoint/2010/main" val="20227254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Effects of averaging linear filter are:</a:t>
            </a:r>
            <a:endParaRPr lang="en-IN" dirty="0"/>
          </a:p>
        </p:txBody>
      </p:sp>
      <p:sp>
        <p:nvSpPr>
          <p:cNvPr id="3" name="Content Placeholder 2"/>
          <p:cNvSpPr>
            <a:spLocks noGrp="1"/>
          </p:cNvSpPr>
          <p:nvPr>
            <p:ph idx="1"/>
          </p:nvPr>
        </p:nvSpPr>
        <p:spPr/>
        <p:txBody>
          <a:bodyPr/>
          <a:lstStyle/>
          <a:p>
            <a:pPr lvl="0"/>
            <a:r>
              <a:rPr lang="en-US" dirty="0"/>
              <a:t>Blurring which is increased whenever the mask size increases.</a:t>
            </a:r>
            <a:endParaRPr lang="en-IN" dirty="0"/>
          </a:p>
          <a:p>
            <a:pPr lvl="0"/>
            <a:r>
              <a:rPr lang="en-US" dirty="0"/>
              <a:t>Blending (removing) small objects with the background. The size of the mask establishes the relative size of the blended objects.</a:t>
            </a:r>
            <a:endParaRPr lang="en-IN" dirty="0"/>
          </a:p>
          <a:p>
            <a:pPr lvl="0"/>
            <a:r>
              <a:rPr lang="en-US" dirty="0"/>
              <a:t>Black border because of padding the borders of the original image.</a:t>
            </a:r>
            <a:endParaRPr lang="en-IN" dirty="0"/>
          </a:p>
          <a:p>
            <a:pPr lvl="0"/>
            <a:r>
              <a:rPr lang="en-US" dirty="0"/>
              <a:t>Reduced image quality.</a:t>
            </a:r>
            <a:endParaRPr lang="en-IN" dirty="0"/>
          </a:p>
          <a:p>
            <a:endParaRPr lang="en-IN" dirty="0"/>
          </a:p>
        </p:txBody>
      </p:sp>
    </p:spTree>
    <p:extLst>
      <p:ext uri="{BB962C8B-B14F-4D97-AF65-F5344CB8AC3E}">
        <p14:creationId xmlns:p14="http://schemas.microsoft.com/office/powerpoint/2010/main" val="42133224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Order-statistics filters</a:t>
            </a:r>
            <a:br>
              <a:rPr lang="en-IN" b="1" dirty="0"/>
            </a:br>
            <a:endParaRPr lang="en-IN" dirty="0"/>
          </a:p>
        </p:txBody>
      </p:sp>
      <p:sp>
        <p:nvSpPr>
          <p:cNvPr id="3" name="Content Placeholder 2"/>
          <p:cNvSpPr>
            <a:spLocks noGrp="1"/>
          </p:cNvSpPr>
          <p:nvPr>
            <p:ph idx="1"/>
          </p:nvPr>
        </p:nvSpPr>
        <p:spPr/>
        <p:txBody>
          <a:bodyPr/>
          <a:lstStyle/>
          <a:p>
            <a:r>
              <a:rPr lang="en-US" dirty="0"/>
              <a:t>are nonlinear spatial filters whose response is based on ordering (ranking) the pixels contained in the neighborhood, and then replacing the value of the center pixel with the value determined by the ranking result.</a:t>
            </a:r>
            <a:endParaRPr lang="en-IN" dirty="0"/>
          </a:p>
          <a:p>
            <a:r>
              <a:rPr lang="en-US" dirty="0"/>
              <a:t>Examples include Max, Min, and Median filters.</a:t>
            </a:r>
            <a:endParaRPr lang="en-IN" dirty="0"/>
          </a:p>
          <a:p>
            <a:endParaRPr lang="en-IN" dirty="0"/>
          </a:p>
        </p:txBody>
      </p:sp>
    </p:spTree>
    <p:extLst>
      <p:ext uri="{BB962C8B-B14F-4D97-AF65-F5344CB8AC3E}">
        <p14:creationId xmlns:p14="http://schemas.microsoft.com/office/powerpoint/2010/main" val="7964023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Median filter</a:t>
            </a:r>
            <a:endParaRPr lang="en-IN" dirty="0"/>
          </a:p>
        </p:txBody>
      </p:sp>
      <p:sp>
        <p:nvSpPr>
          <p:cNvPr id="3" name="Content Placeholder 2"/>
          <p:cNvSpPr>
            <a:spLocks noGrp="1"/>
          </p:cNvSpPr>
          <p:nvPr>
            <p:ph idx="1"/>
          </p:nvPr>
        </p:nvSpPr>
        <p:spPr/>
        <p:txBody>
          <a:bodyPr/>
          <a:lstStyle/>
          <a:p>
            <a:r>
              <a:rPr lang="en-US" dirty="0"/>
              <a:t>It replaces the value at the center by the median pixel value in the neighborhood, (i.e. the middle element after they are sorted). Median filters are particularly useful in removing impulse noise (also known as salt-and-pepper noise). Salt = 255, pepper = 0 gray levels.</a:t>
            </a:r>
            <a:endParaRPr lang="en-IN" dirty="0"/>
          </a:p>
          <a:p>
            <a:r>
              <a:rPr lang="en-US" dirty="0"/>
              <a:t>In a 3×3 neighborhood the median is the 5th largest value, in a 5×5 neighborhood the 13th largest value, and so on.</a:t>
            </a:r>
            <a:endParaRPr lang="en-IN" dirty="0"/>
          </a:p>
          <a:p>
            <a:r>
              <a:rPr lang="en-US" dirty="0"/>
              <a:t>For example, suppose that a 3×3 neighborhood has gray levels (10, 20, 0, 20, 255, 20, 20, 25, 15). These values are sorted as (0,10,15,20,20,20,20,25,255), which results in a median of 20 that replaces the original pixel value 255 (salt noise).</a:t>
            </a:r>
            <a:endParaRPr lang="en-IN" dirty="0"/>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357920" y="129600"/>
              <a:ext cx="10762200" cy="6699600"/>
            </p14:xfrm>
          </p:contentPart>
        </mc:Choice>
        <mc:Fallback xmlns="">
          <p:pic>
            <p:nvPicPr>
              <p:cNvPr id="4" name="Ink 3"/>
              <p:cNvPicPr/>
              <p:nvPr/>
            </p:nvPicPr>
            <p:blipFill>
              <a:blip r:embed="rId3"/>
              <a:stretch>
                <a:fillRect/>
              </a:stretch>
            </p:blipFill>
            <p:spPr>
              <a:xfrm>
                <a:off x="1348560" y="120240"/>
                <a:ext cx="10780920" cy="6718320"/>
              </a:xfrm>
              <a:prstGeom prst="rect">
                <a:avLst/>
              </a:prstGeom>
            </p:spPr>
          </p:pic>
        </mc:Fallback>
      </mc:AlternateContent>
    </p:spTree>
    <p:extLst>
      <p:ext uri="{BB962C8B-B14F-4D97-AF65-F5344CB8AC3E}">
        <p14:creationId xmlns:p14="http://schemas.microsoft.com/office/powerpoint/2010/main" val="22414157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27143" t="20090" r="24867" b="12589"/>
          <a:stretch/>
        </p:blipFill>
        <p:spPr>
          <a:xfrm>
            <a:off x="1031966" y="117566"/>
            <a:ext cx="8752114" cy="6902820"/>
          </a:xfrm>
          <a:prstGeom prst="rect">
            <a:avLst/>
          </a:prstGeom>
        </p:spPr>
      </p:pic>
    </p:spTree>
    <p:extLst>
      <p:ext uri="{BB962C8B-B14F-4D97-AF65-F5344CB8AC3E}">
        <p14:creationId xmlns:p14="http://schemas.microsoft.com/office/powerpoint/2010/main" val="29986564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28649" t="30624" r="27678" b="22411"/>
          <a:stretch/>
        </p:blipFill>
        <p:spPr>
          <a:xfrm>
            <a:off x="509451" y="565763"/>
            <a:ext cx="9715928" cy="5874226"/>
          </a:xfrm>
          <a:prstGeom prst="rect">
            <a:avLst/>
          </a:prstGeom>
        </p:spPr>
      </p:pic>
    </p:spTree>
    <p:extLst>
      <p:ext uri="{BB962C8B-B14F-4D97-AF65-F5344CB8AC3E}">
        <p14:creationId xmlns:p14="http://schemas.microsoft.com/office/powerpoint/2010/main" val="10151794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30155" t="16161" r="27477" b="11161"/>
          <a:stretch/>
        </p:blipFill>
        <p:spPr>
          <a:xfrm>
            <a:off x="2560321" y="535577"/>
            <a:ext cx="6108474" cy="5891349"/>
          </a:xfrm>
          <a:prstGeom prst="rect">
            <a:avLst/>
          </a:prstGeom>
        </p:spPr>
      </p:pic>
    </p:spTree>
    <p:extLst>
      <p:ext uri="{BB962C8B-B14F-4D97-AF65-F5344CB8AC3E}">
        <p14:creationId xmlns:p14="http://schemas.microsoft.com/office/powerpoint/2010/main" val="110793134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Sharpening Spatial Filters</a:t>
            </a:r>
            <a:br>
              <a:rPr lang="en-IN" b="1" dirty="0"/>
            </a:br>
            <a:endParaRPr lang="en-IN" dirty="0"/>
          </a:p>
        </p:txBody>
      </p:sp>
      <p:sp>
        <p:nvSpPr>
          <p:cNvPr id="3" name="Content Placeholder 2"/>
          <p:cNvSpPr>
            <a:spLocks noGrp="1"/>
          </p:cNvSpPr>
          <p:nvPr>
            <p:ph idx="1"/>
          </p:nvPr>
        </p:nvSpPr>
        <p:spPr/>
        <p:txBody>
          <a:bodyPr/>
          <a:lstStyle/>
          <a:p>
            <a:r>
              <a:rPr lang="en-US" dirty="0"/>
              <a:t>Sharpening aims to highlight fine details (e.g. edges) in an image, or enhance detail that has been blurred through errors or imperfect capturing devices.</a:t>
            </a:r>
            <a:endParaRPr lang="en-IN" dirty="0"/>
          </a:p>
          <a:p>
            <a:r>
              <a:rPr lang="en-US" dirty="0"/>
              <a:t>Image blurring can be achieved using averaging filters, and hence sharpening can be achieved by operators that invert averaging operators. In mathematics, averaging is equivalent to the concept of integration, and differentiation inverts integration. Thus, sharpening spatial filters can be represented by partial derivatives.</a:t>
            </a:r>
            <a:endParaRPr lang="en-IN" dirty="0"/>
          </a:p>
          <a:p>
            <a:endParaRPr lang="en-IN" dirty="0"/>
          </a:p>
          <a:p>
            <a:endParaRPr lang="en-IN" dirty="0"/>
          </a:p>
        </p:txBody>
      </p:sp>
    </p:spTree>
    <p:extLst>
      <p:ext uri="{BB962C8B-B14F-4D97-AF65-F5344CB8AC3E}">
        <p14:creationId xmlns:p14="http://schemas.microsoft.com/office/powerpoint/2010/main" val="28771547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Partial derivatives of digital functions</a:t>
            </a:r>
            <a:endParaRPr lang="en-IN" b="1" dirty="0"/>
          </a:p>
        </p:txBody>
      </p:sp>
      <p:sp>
        <p:nvSpPr>
          <p:cNvPr id="3" name="Content Placeholder 2"/>
          <p:cNvSpPr>
            <a:spLocks noGrp="1"/>
          </p:cNvSpPr>
          <p:nvPr>
            <p:ph idx="1"/>
          </p:nvPr>
        </p:nvSpPr>
        <p:spPr/>
        <p:txBody>
          <a:bodyPr/>
          <a:lstStyle/>
          <a:p>
            <a:r>
              <a:rPr lang="en-US" dirty="0"/>
              <a:t>The first order partial derivatives of the digital image </a:t>
            </a:r>
            <a:r>
              <a:rPr lang="en-US" i="1" dirty="0"/>
              <a:t>f(</a:t>
            </a:r>
            <a:r>
              <a:rPr lang="en-US" i="1" dirty="0" err="1"/>
              <a:t>x,y</a:t>
            </a:r>
            <a:r>
              <a:rPr lang="en-US" i="1" dirty="0"/>
              <a:t>) </a:t>
            </a:r>
            <a:r>
              <a:rPr lang="en-US" dirty="0"/>
              <a:t>are:</a:t>
            </a:r>
          </a:p>
          <a:p>
            <a:endParaRPr lang="en-IN" dirty="0"/>
          </a:p>
        </p:txBody>
      </p:sp>
      <p:pic>
        <p:nvPicPr>
          <p:cNvPr id="11" name="Picture 10"/>
          <p:cNvPicPr>
            <a:picLocks noChangeAspect="1"/>
          </p:cNvPicPr>
          <p:nvPr/>
        </p:nvPicPr>
        <p:blipFill rotWithShape="1">
          <a:blip r:embed="rId2"/>
          <a:srcRect l="26039" t="21339" r="26273" b="69911"/>
          <a:stretch/>
        </p:blipFill>
        <p:spPr>
          <a:xfrm>
            <a:off x="2821576" y="2390502"/>
            <a:ext cx="6204858" cy="640080"/>
          </a:xfrm>
          <a:prstGeom prst="rect">
            <a:avLst/>
          </a:prstGeom>
        </p:spPr>
      </p:pic>
      <p:sp>
        <p:nvSpPr>
          <p:cNvPr id="15" name="Rectangle 14"/>
          <p:cNvSpPr/>
          <p:nvPr/>
        </p:nvSpPr>
        <p:spPr>
          <a:xfrm>
            <a:off x="1046116" y="3030582"/>
            <a:ext cx="8711837" cy="1477328"/>
          </a:xfrm>
          <a:prstGeom prst="rect">
            <a:avLst/>
          </a:prstGeom>
        </p:spPr>
        <p:txBody>
          <a:bodyPr wrap="square">
            <a:spAutoFit/>
          </a:bodyPr>
          <a:lstStyle/>
          <a:p>
            <a:r>
              <a:rPr lang="en-IN" dirty="0"/>
              <a:t>The first derivative must be:</a:t>
            </a:r>
          </a:p>
          <a:p>
            <a:r>
              <a:rPr lang="en-IN" dirty="0"/>
              <a:t>  </a:t>
            </a:r>
          </a:p>
          <a:p>
            <a:r>
              <a:rPr lang="en-IN" dirty="0"/>
              <a:t>1)	zero along flat segments (i.e. constant </a:t>
            </a:r>
            <a:r>
              <a:rPr lang="en-IN" dirty="0" err="1"/>
              <a:t>gray</a:t>
            </a:r>
            <a:r>
              <a:rPr lang="en-IN" dirty="0"/>
              <a:t> values).</a:t>
            </a:r>
          </a:p>
          <a:p>
            <a:r>
              <a:rPr lang="en-IN" dirty="0"/>
              <a:t>2)	non-zero at the outset of </a:t>
            </a:r>
            <a:r>
              <a:rPr lang="en-IN" dirty="0" err="1"/>
              <a:t>gray</a:t>
            </a:r>
            <a:r>
              <a:rPr lang="en-IN" dirty="0"/>
              <a:t> level step or ramp (edges or noise)</a:t>
            </a:r>
          </a:p>
          <a:p>
            <a:r>
              <a:rPr lang="en-IN" dirty="0"/>
              <a:t>3)	non-zero along segments of continuing changes (i.e. ramps).</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57960" y="173160"/>
              <a:ext cx="11874240" cy="6554880"/>
            </p14:xfrm>
          </p:contentPart>
        </mc:Choice>
        <mc:Fallback xmlns="">
          <p:pic>
            <p:nvPicPr>
              <p:cNvPr id="6" name="Ink 5"/>
              <p:cNvPicPr/>
              <p:nvPr/>
            </p:nvPicPr>
            <p:blipFill>
              <a:blip r:embed="rId4"/>
              <a:stretch>
                <a:fillRect/>
              </a:stretch>
            </p:blipFill>
            <p:spPr>
              <a:xfrm>
                <a:off x="48600" y="163800"/>
                <a:ext cx="11892960" cy="6573600"/>
              </a:xfrm>
              <a:prstGeom prst="rect">
                <a:avLst/>
              </a:prstGeom>
            </p:spPr>
          </p:pic>
        </mc:Fallback>
      </mc:AlternateContent>
    </p:spTree>
    <p:extLst>
      <p:ext uri="{BB962C8B-B14F-4D97-AF65-F5344CB8AC3E}">
        <p14:creationId xmlns:p14="http://schemas.microsoft.com/office/powerpoint/2010/main" val="34235637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45520" y="72000"/>
              <a:ext cx="11585880" cy="6497280"/>
            </p14:xfrm>
          </p:contentPart>
        </mc:Choice>
        <mc:Fallback xmlns="">
          <p:pic>
            <p:nvPicPr>
              <p:cNvPr id="4" name="Ink 3"/>
              <p:cNvPicPr/>
              <p:nvPr/>
            </p:nvPicPr>
            <p:blipFill>
              <a:blip r:embed="rId3"/>
              <a:stretch>
                <a:fillRect/>
              </a:stretch>
            </p:blipFill>
            <p:spPr>
              <a:xfrm>
                <a:off x="236160" y="62640"/>
                <a:ext cx="11604600" cy="6516000"/>
              </a:xfrm>
              <a:prstGeom prst="rect">
                <a:avLst/>
              </a:prstGeom>
            </p:spPr>
          </p:pic>
        </mc:Fallback>
      </mc:AlternateContent>
    </p:spTree>
    <p:extLst>
      <p:ext uri="{BB962C8B-B14F-4D97-AF65-F5344CB8AC3E}">
        <p14:creationId xmlns:p14="http://schemas.microsoft.com/office/powerpoint/2010/main" val="41156682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87920" y="273960"/>
              <a:ext cx="11831040" cy="5227200"/>
            </p14:xfrm>
          </p:contentPart>
        </mc:Choice>
        <mc:Fallback xmlns="">
          <p:pic>
            <p:nvPicPr>
              <p:cNvPr id="4" name="Ink 3"/>
              <p:cNvPicPr/>
              <p:nvPr/>
            </p:nvPicPr>
            <p:blipFill>
              <a:blip r:embed="rId3"/>
              <a:stretch>
                <a:fillRect/>
              </a:stretch>
            </p:blipFill>
            <p:spPr>
              <a:xfrm>
                <a:off x="178560" y="264600"/>
                <a:ext cx="11849760" cy="5245920"/>
              </a:xfrm>
              <a:prstGeom prst="rect">
                <a:avLst/>
              </a:prstGeom>
            </p:spPr>
          </p:pic>
        </mc:Fallback>
      </mc:AlternateContent>
    </p:spTree>
    <p:extLst>
      <p:ext uri="{BB962C8B-B14F-4D97-AF65-F5344CB8AC3E}">
        <p14:creationId xmlns:p14="http://schemas.microsoft.com/office/powerpoint/2010/main" val="33122013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The second order partial derivatives of the digital image </a:t>
            </a:r>
            <a:r>
              <a:rPr lang="en-US" i="1" dirty="0"/>
              <a:t>f(</a:t>
            </a:r>
            <a:r>
              <a:rPr lang="en-US" i="1" dirty="0" err="1"/>
              <a:t>x,y</a:t>
            </a:r>
            <a:r>
              <a:rPr lang="en-US" i="1" dirty="0"/>
              <a:t>) </a:t>
            </a:r>
            <a:r>
              <a:rPr lang="en-US" dirty="0"/>
              <a:t>are:</a:t>
            </a:r>
            <a:endParaRPr lang="en-IN" dirty="0"/>
          </a:p>
          <a:p>
            <a:endParaRPr lang="en-IN" dirty="0"/>
          </a:p>
        </p:txBody>
      </p:sp>
      <p:pic>
        <p:nvPicPr>
          <p:cNvPr id="4" name="Picture 3"/>
          <p:cNvPicPr>
            <a:picLocks noChangeAspect="1"/>
          </p:cNvPicPr>
          <p:nvPr/>
        </p:nvPicPr>
        <p:blipFill rotWithShape="1">
          <a:blip r:embed="rId2"/>
          <a:srcRect l="25637" t="60446" r="40127" b="23125"/>
          <a:stretch/>
        </p:blipFill>
        <p:spPr>
          <a:xfrm>
            <a:off x="3357153" y="2416627"/>
            <a:ext cx="4454435" cy="1201783"/>
          </a:xfrm>
          <a:prstGeom prst="rect">
            <a:avLst/>
          </a:prstGeom>
        </p:spPr>
      </p:pic>
      <p:sp>
        <p:nvSpPr>
          <p:cNvPr id="5" name="Rectangle 4"/>
          <p:cNvSpPr/>
          <p:nvPr/>
        </p:nvSpPr>
        <p:spPr>
          <a:xfrm>
            <a:off x="1166949" y="3992291"/>
            <a:ext cx="6096000" cy="1826141"/>
          </a:xfrm>
          <a:prstGeom prst="rect">
            <a:avLst/>
          </a:prstGeom>
        </p:spPr>
        <p:txBody>
          <a:bodyPr>
            <a:spAutoFit/>
          </a:bodyPr>
          <a:lstStyle/>
          <a:p>
            <a:pPr marL="533400">
              <a:spcBef>
                <a:spcPts val="770"/>
              </a:spcBef>
              <a:spcAft>
                <a:spcPts val="0"/>
              </a:spcAft>
            </a:pPr>
            <a:r>
              <a:rPr lang="en-US" dirty="0">
                <a:latin typeface="Times New Roman" panose="02020603050405020304" pitchFamily="18" charset="0"/>
                <a:ea typeface="Times New Roman" panose="02020603050405020304" pitchFamily="18" charset="0"/>
              </a:rPr>
              <a:t>The</a:t>
            </a:r>
            <a:r>
              <a:rPr lang="en-US" spc="-1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second</a:t>
            </a:r>
            <a:r>
              <a:rPr lang="en-US" spc="-1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derivative</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must</a:t>
            </a:r>
            <a:r>
              <a:rPr lang="en-US" spc="-1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be:</a:t>
            </a:r>
            <a:endParaRPr lang="en-IN" dirty="0">
              <a:latin typeface="Times New Roman" panose="02020603050405020304" pitchFamily="18" charset="0"/>
              <a:ea typeface="Times New Roman" panose="02020603050405020304" pitchFamily="18" charset="0"/>
            </a:endParaRPr>
          </a:p>
          <a:p>
            <a:pPr marL="342900" lvl="0" indent="-342900">
              <a:spcBef>
                <a:spcPts val="805"/>
              </a:spcBef>
              <a:spcAft>
                <a:spcPts val="0"/>
              </a:spcAft>
              <a:buSzPts val="1400"/>
              <a:buFont typeface="Times New Roman" panose="02020603050405020304" pitchFamily="18" charset="0"/>
              <a:buAutoNum type="arabicParenR"/>
              <a:tabLst>
                <a:tab pos="762000" algn="l"/>
              </a:tabLst>
            </a:pPr>
            <a:r>
              <a:rPr lang="en-US" dirty="0">
                <a:latin typeface="Times New Roman" panose="02020603050405020304" pitchFamily="18" charset="0"/>
                <a:ea typeface="Times New Roman" panose="02020603050405020304" pitchFamily="18" charset="0"/>
              </a:rPr>
              <a:t>zero</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along</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flat</a:t>
            </a:r>
            <a:r>
              <a:rPr lang="en-US" spc="-1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segments.</a:t>
            </a:r>
            <a:endParaRPr lang="en-IN" sz="1400" dirty="0">
              <a:latin typeface="Times New Roman" panose="02020603050405020304" pitchFamily="18" charset="0"/>
              <a:ea typeface="Times New Roman" panose="02020603050405020304" pitchFamily="18" charset="0"/>
            </a:endParaRPr>
          </a:p>
          <a:p>
            <a:pPr marL="342900" lvl="0" indent="-342900">
              <a:spcBef>
                <a:spcPts val="815"/>
              </a:spcBef>
              <a:spcAft>
                <a:spcPts val="0"/>
              </a:spcAft>
              <a:buSzPts val="1400"/>
              <a:buFont typeface="Times New Roman" panose="02020603050405020304" pitchFamily="18" charset="0"/>
              <a:buAutoNum type="arabicParenR"/>
              <a:tabLst>
                <a:tab pos="762000" algn="l"/>
              </a:tabLst>
            </a:pPr>
            <a:r>
              <a:rPr lang="en-US" dirty="0">
                <a:latin typeface="Times New Roman" panose="02020603050405020304" pitchFamily="18" charset="0"/>
                <a:ea typeface="Times New Roman" panose="02020603050405020304" pitchFamily="18" charset="0"/>
              </a:rPr>
              <a:t>nonzero</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at</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the</a:t>
            </a:r>
            <a:r>
              <a:rPr lang="en-US" spc="-2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outset</a:t>
            </a:r>
            <a:r>
              <a:rPr lang="en-US" spc="-1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and</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end</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of</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a</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gray-level</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step</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or</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ramp;</a:t>
            </a:r>
          </a:p>
          <a:p>
            <a:pPr marL="342900" indent="-342900">
              <a:spcBef>
                <a:spcPts val="815"/>
              </a:spcBef>
              <a:buSzPts val="1400"/>
              <a:buFont typeface="Times New Roman" panose="02020603050405020304" pitchFamily="18" charset="0"/>
              <a:buAutoNum type="arabicParenR"/>
              <a:tabLst>
                <a:tab pos="762000" algn="l"/>
              </a:tabLst>
            </a:pPr>
            <a:r>
              <a:rPr lang="en-US" dirty="0"/>
              <a:t>zero along ramps</a:t>
            </a:r>
            <a:endParaRPr lang="en-IN" dirty="0"/>
          </a:p>
          <a:p>
            <a:pPr marL="342900" lvl="0" indent="-342900">
              <a:spcBef>
                <a:spcPts val="815"/>
              </a:spcBef>
              <a:spcAft>
                <a:spcPts val="0"/>
              </a:spcAft>
              <a:buSzPts val="1400"/>
              <a:buFont typeface="Times New Roman" panose="02020603050405020304" pitchFamily="18" charset="0"/>
              <a:buAutoNum type="arabicParenR"/>
              <a:tabLst>
                <a:tab pos="762000" algn="l"/>
              </a:tabLst>
            </a:pPr>
            <a:endParaRPr lang="en-IN" sz="1400"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4173379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8486729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39831593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26240" t="12947" r="24064" b="8661"/>
          <a:stretch/>
        </p:blipFill>
        <p:spPr>
          <a:xfrm>
            <a:off x="2155370" y="248193"/>
            <a:ext cx="7236823" cy="6418113"/>
          </a:xfrm>
          <a:prstGeom prst="rect">
            <a:avLst/>
          </a:prstGeom>
        </p:spPr>
      </p:pic>
    </p:spTree>
    <p:extLst>
      <p:ext uri="{BB962C8B-B14F-4D97-AF65-F5344CB8AC3E}">
        <p14:creationId xmlns:p14="http://schemas.microsoft.com/office/powerpoint/2010/main" val="83842956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We conclude that:</a:t>
            </a:r>
            <a:endParaRPr lang="en-IN" dirty="0"/>
          </a:p>
          <a:p>
            <a:pPr lvl="0"/>
            <a:r>
              <a:rPr lang="en-US" dirty="0"/>
              <a:t>1</a:t>
            </a:r>
            <a:r>
              <a:rPr lang="en-US" baseline="30000" dirty="0"/>
              <a:t>st</a:t>
            </a:r>
            <a:r>
              <a:rPr lang="en-US" dirty="0"/>
              <a:t> derivative detects thick edges while 2</a:t>
            </a:r>
            <a:r>
              <a:rPr lang="en-US" baseline="30000" dirty="0"/>
              <a:t>nd</a:t>
            </a:r>
            <a:r>
              <a:rPr lang="en-US" dirty="0"/>
              <a:t> derivative detects thin edges.</a:t>
            </a:r>
            <a:endParaRPr lang="en-IN" dirty="0"/>
          </a:p>
          <a:p>
            <a:pPr lvl="0"/>
            <a:r>
              <a:rPr lang="en-US" dirty="0"/>
              <a:t>2</a:t>
            </a:r>
            <a:r>
              <a:rPr lang="en-US" baseline="30000" dirty="0"/>
              <a:t>nd</a:t>
            </a:r>
            <a:r>
              <a:rPr lang="en-US" dirty="0"/>
              <a:t> derivative has much stronger response at gray-level step than 1</a:t>
            </a:r>
            <a:r>
              <a:rPr lang="en-US" baseline="30000" dirty="0"/>
              <a:t>st</a:t>
            </a:r>
            <a:r>
              <a:rPr lang="en-US" dirty="0"/>
              <a:t> derivative.</a:t>
            </a:r>
            <a:endParaRPr lang="en-IN" dirty="0"/>
          </a:p>
          <a:p>
            <a:r>
              <a:rPr lang="en-US" dirty="0"/>
              <a:t>Thus, we can expect a second-order derivative to enhance fine detail (thin lines, edges, including noise) much more than a first-order derivative.</a:t>
            </a:r>
            <a:endParaRPr lang="en-IN" dirty="0"/>
          </a:p>
        </p:txBody>
      </p:sp>
    </p:spTree>
    <p:extLst>
      <p:ext uri="{BB962C8B-B14F-4D97-AF65-F5344CB8AC3E}">
        <p14:creationId xmlns:p14="http://schemas.microsoft.com/office/powerpoint/2010/main" val="268360486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Laplacian Filter</a:t>
            </a:r>
            <a:br>
              <a:rPr lang="en-IN" b="1" dirty="0"/>
            </a:br>
            <a:endParaRPr lang="en-IN" dirty="0"/>
          </a:p>
        </p:txBody>
      </p:sp>
      <p:sp>
        <p:nvSpPr>
          <p:cNvPr id="3" name="Content Placeholder 2"/>
          <p:cNvSpPr>
            <a:spLocks noGrp="1"/>
          </p:cNvSpPr>
          <p:nvPr>
            <p:ph idx="1"/>
          </p:nvPr>
        </p:nvSpPr>
        <p:spPr>
          <a:xfrm>
            <a:off x="867240" y="1477251"/>
            <a:ext cx="10515600" cy="4351338"/>
          </a:xfrm>
        </p:spPr>
        <p:txBody>
          <a:bodyPr/>
          <a:lstStyle/>
          <a:p>
            <a:r>
              <a:rPr lang="en-US" dirty="0"/>
              <a:t>The Laplacian operator of an image </a:t>
            </a:r>
            <a:r>
              <a:rPr lang="en-US" i="1" dirty="0"/>
              <a:t>f(</a:t>
            </a:r>
            <a:r>
              <a:rPr lang="en-US" i="1" dirty="0" err="1"/>
              <a:t>x,y</a:t>
            </a:r>
            <a:r>
              <a:rPr lang="en-US" i="1" dirty="0"/>
              <a:t>) </a:t>
            </a:r>
            <a:r>
              <a:rPr lang="en-US" dirty="0"/>
              <a:t>is:</a:t>
            </a:r>
            <a:endParaRPr lang="en-IN" dirty="0"/>
          </a:p>
        </p:txBody>
      </p:sp>
      <p:pic>
        <p:nvPicPr>
          <p:cNvPr id="4" name="Picture 3"/>
          <p:cNvPicPr>
            <a:picLocks noChangeAspect="1"/>
          </p:cNvPicPr>
          <p:nvPr/>
        </p:nvPicPr>
        <p:blipFill rotWithShape="1">
          <a:blip r:embed="rId2"/>
          <a:srcRect l="26541" t="32822" r="22759" b="57224"/>
          <a:stretch/>
        </p:blipFill>
        <p:spPr>
          <a:xfrm>
            <a:off x="152250" y="3059433"/>
            <a:ext cx="10918371" cy="886738"/>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6125040" y="158760"/>
              <a:ext cx="5619600" cy="3494160"/>
            </p14:xfrm>
          </p:contentPart>
        </mc:Choice>
        <mc:Fallback xmlns="">
          <p:pic>
            <p:nvPicPr>
              <p:cNvPr id="5" name="Ink 4"/>
              <p:cNvPicPr/>
              <p:nvPr/>
            </p:nvPicPr>
            <p:blipFill>
              <a:blip r:embed="rId4"/>
              <a:stretch>
                <a:fillRect/>
              </a:stretch>
            </p:blipFill>
            <p:spPr>
              <a:xfrm>
                <a:off x="6115680" y="149400"/>
                <a:ext cx="5638320" cy="3512880"/>
              </a:xfrm>
              <a:prstGeom prst="rect">
                <a:avLst/>
              </a:prstGeom>
            </p:spPr>
          </p:pic>
        </mc:Fallback>
      </mc:AlternateContent>
      <p:pic>
        <p:nvPicPr>
          <p:cNvPr id="6" name="Picture 5"/>
          <p:cNvPicPr>
            <a:picLocks noChangeAspect="1"/>
          </p:cNvPicPr>
          <p:nvPr/>
        </p:nvPicPr>
        <p:blipFill rotWithShape="1">
          <a:blip r:embed="rId5"/>
          <a:srcRect l="42303" t="36696" r="40428" b="55090"/>
          <a:stretch/>
        </p:blipFill>
        <p:spPr>
          <a:xfrm>
            <a:off x="5034871" y="1998741"/>
            <a:ext cx="2246813" cy="600893"/>
          </a:xfrm>
          <a:prstGeom prst="rect">
            <a:avLst/>
          </a:prstGeom>
        </p:spPr>
      </p:pic>
      <p:sp>
        <p:nvSpPr>
          <p:cNvPr id="7" name="Rectangle 6"/>
          <p:cNvSpPr/>
          <p:nvPr/>
        </p:nvSpPr>
        <p:spPr>
          <a:xfrm>
            <a:off x="954333" y="2593856"/>
            <a:ext cx="5356916" cy="369332"/>
          </a:xfrm>
          <a:prstGeom prst="rect">
            <a:avLst/>
          </a:prstGeom>
        </p:spPr>
        <p:txBody>
          <a:bodyPr wrap="none">
            <a:spAutoFit/>
          </a:bodyPr>
          <a:lstStyle/>
          <a:p>
            <a:pPr marL="76200">
              <a:spcBef>
                <a:spcPts val="445"/>
              </a:spcBef>
              <a:spcAft>
                <a:spcPts val="0"/>
              </a:spcAft>
            </a:pPr>
            <a:r>
              <a:rPr lang="en-US" dirty="0">
                <a:latin typeface="Times New Roman" panose="02020603050405020304" pitchFamily="18" charset="0"/>
                <a:ea typeface="Times New Roman" panose="02020603050405020304" pitchFamily="18" charset="0"/>
              </a:rPr>
              <a:t>This</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equation</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can</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be</a:t>
            </a:r>
            <a:r>
              <a:rPr lang="en-US" spc="-2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implemented</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using</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the</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3×3</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mask:</a:t>
            </a:r>
            <a:endParaRPr lang="en-IN" dirty="0">
              <a:latin typeface="Times New Roman" panose="02020603050405020304" pitchFamily="18" charset="0"/>
              <a:ea typeface="Times New Roman" panose="02020603050405020304" pitchFamily="18" charset="0"/>
            </a:endParaRPr>
          </a:p>
        </p:txBody>
      </p:sp>
      <p:sp>
        <p:nvSpPr>
          <p:cNvPr id="8" name="Rectangle 7"/>
          <p:cNvSpPr/>
          <p:nvPr/>
        </p:nvSpPr>
        <p:spPr>
          <a:xfrm>
            <a:off x="925572" y="3871078"/>
            <a:ext cx="10340856" cy="3716402"/>
          </a:xfrm>
          <a:prstGeom prst="rect">
            <a:avLst/>
          </a:prstGeom>
        </p:spPr>
        <p:txBody>
          <a:bodyPr wrap="square">
            <a:spAutoFit/>
          </a:bodyPr>
          <a:lstStyle/>
          <a:p>
            <a:pPr marL="76200" marR="245745">
              <a:lnSpc>
                <a:spcPct val="150000"/>
              </a:lnSpc>
              <a:spcBef>
                <a:spcPts val="470"/>
              </a:spcBef>
              <a:spcAft>
                <a:spcPts val="0"/>
              </a:spcAft>
            </a:pPr>
            <a:r>
              <a:rPr lang="en-US" dirty="0">
                <a:latin typeface="Times New Roman" panose="02020603050405020304" pitchFamily="18" charset="0"/>
                <a:ea typeface="Times New Roman" panose="02020603050405020304" pitchFamily="18" charset="0"/>
              </a:rPr>
              <a:t>Since the Laplacian filter is a linear spatial filter, we can apply it using</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the same mechanism of the convolution process. This will produce a</a:t>
            </a:r>
            <a:r>
              <a:rPr lang="en-US" spc="5"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laplacian</a:t>
            </a:r>
            <a:r>
              <a:rPr lang="en-US" dirty="0">
                <a:latin typeface="Times New Roman" panose="02020603050405020304" pitchFamily="18" charset="0"/>
                <a:ea typeface="Times New Roman" panose="02020603050405020304" pitchFamily="18" charset="0"/>
              </a:rPr>
              <a:t> image that has grayish edge lines and other discontinuities, all</a:t>
            </a:r>
            <a:r>
              <a:rPr lang="en-US" spc="-33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superimposed</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on a</a:t>
            </a:r>
            <a:r>
              <a:rPr lang="en-US" spc="-1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dark,</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featureless</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background.</a:t>
            </a:r>
            <a:endParaRPr lang="en-IN" dirty="0">
              <a:latin typeface="Times New Roman" panose="02020603050405020304" pitchFamily="18" charset="0"/>
              <a:ea typeface="Times New Roman" panose="02020603050405020304" pitchFamily="18" charset="0"/>
            </a:endParaRPr>
          </a:p>
          <a:p>
            <a:pPr marL="76200" marR="671195" algn="just">
              <a:lnSpc>
                <a:spcPct val="150000"/>
              </a:lnSpc>
              <a:spcAft>
                <a:spcPts val="0"/>
              </a:spcAft>
            </a:pPr>
            <a:r>
              <a:rPr lang="en-US" dirty="0">
                <a:latin typeface="Times New Roman" panose="02020603050405020304" pitchFamily="18" charset="0"/>
                <a:ea typeface="Times New Roman" panose="02020603050405020304" pitchFamily="18" charset="0"/>
              </a:rPr>
              <a:t>Background features can be "recovered" while still preserving the</a:t>
            </a:r>
            <a:r>
              <a:rPr lang="en-US" spc="-33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sharpening effect of the Laplacian operation simply by adding the</a:t>
            </a:r>
            <a:r>
              <a:rPr lang="en-US" spc="-33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original</a:t>
            </a:r>
            <a:r>
              <a:rPr lang="en-US" spc="-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and Laplacian images.</a:t>
            </a:r>
            <a:endParaRPr lang="en-IN" dirty="0">
              <a:latin typeface="Times New Roman" panose="02020603050405020304" pitchFamily="18" charset="0"/>
              <a:ea typeface="Times New Roman" panose="02020603050405020304" pitchFamily="18" charset="0"/>
            </a:endParaRPr>
          </a:p>
          <a:p>
            <a:pPr marR="6350" algn="ctr">
              <a:spcBef>
                <a:spcPts val="50"/>
              </a:spcBef>
              <a:spcAft>
                <a:spcPts val="0"/>
              </a:spcAft>
            </a:pPr>
            <a:r>
              <a:rPr lang="en-US" dirty="0">
                <a:latin typeface="Cambria Math" panose="02040503050406030204" pitchFamily="18" charset="0"/>
                <a:ea typeface="Cambria Math" panose="02040503050406030204" pitchFamily="18" charset="0"/>
              </a:rPr>
              <a:t>𝑔(𝑥,</a:t>
            </a:r>
            <a:r>
              <a:rPr lang="en-US" spc="-50"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𝑦)</a:t>
            </a:r>
            <a:r>
              <a:rPr lang="en-US" spc="130"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a:t>
            </a:r>
            <a:r>
              <a:rPr lang="en-US" spc="115"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ƒ(𝑥,</a:t>
            </a:r>
            <a:r>
              <a:rPr lang="en-US" spc="-65"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𝑦)</a:t>
            </a:r>
            <a:r>
              <a:rPr lang="en-US" spc="25"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a:t>
            </a:r>
            <a:r>
              <a:rPr lang="en-US" spc="30"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ƒ(𝑥,</a:t>
            </a:r>
            <a:r>
              <a:rPr lang="en-US" spc="-45"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𝑦)</a:t>
            </a:r>
            <a:endParaRPr lang="en-IN" dirty="0">
              <a:latin typeface="Times New Roman" panose="02020603050405020304" pitchFamily="18" charset="0"/>
              <a:ea typeface="Times New Roman" panose="02020603050405020304" pitchFamily="18" charset="0"/>
            </a:endParaRPr>
          </a:p>
          <a:p>
            <a:pPr marL="76200" marR="236220">
              <a:lnSpc>
                <a:spcPct val="150000"/>
              </a:lnSpc>
              <a:spcBef>
                <a:spcPts val="795"/>
              </a:spcBef>
              <a:spcAft>
                <a:spcPts val="0"/>
              </a:spcAft>
            </a:pPr>
            <a:r>
              <a:rPr lang="en-US" dirty="0">
                <a:latin typeface="Times New Roman" panose="02020603050405020304" pitchFamily="18" charset="0"/>
                <a:ea typeface="Times New Roman" panose="02020603050405020304" pitchFamily="18" charset="0"/>
              </a:rPr>
              <a:t>The figure below shows an example of using Laplacian filter to sharpen</a:t>
            </a:r>
            <a:r>
              <a:rPr lang="en-US" spc="-33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an image.</a:t>
            </a:r>
            <a:endParaRPr lang="en-IN" dirty="0">
              <a:latin typeface="Times New Roman" panose="02020603050405020304" pitchFamily="18" charset="0"/>
              <a:ea typeface="Times New Roman" panose="02020603050405020304" pitchFamily="18" charset="0"/>
            </a:endParaRPr>
          </a:p>
          <a:p>
            <a:pPr>
              <a:spcAft>
                <a:spcPts val="0"/>
              </a:spcAft>
            </a:pPr>
            <a:br>
              <a:rPr lang="en-US" sz="1400" dirty="0">
                <a:latin typeface="Times New Roman" panose="02020603050405020304" pitchFamily="18" charset="0"/>
                <a:ea typeface="Times New Roman" panose="02020603050405020304" pitchFamily="18" charset="0"/>
              </a:rPr>
            </a:br>
            <a:r>
              <a:rPr lang="en-US" sz="1100" dirty="0">
                <a:latin typeface="Times New Roman" panose="02020603050405020304" pitchFamily="18" charset="0"/>
                <a:ea typeface="Times New Roman" panose="02020603050405020304" pitchFamily="18" charset="0"/>
              </a:rPr>
              <a:t> </a:t>
            </a:r>
            <a:endParaRPr lang="en-IN" dirty="0">
              <a:latin typeface="Times New Roman" panose="02020603050405020304" pitchFamily="18" charset="0"/>
              <a:ea typeface="Times New Roman" panose="02020603050405020304" pitchFamily="18" charset="0"/>
            </a:endParaRPr>
          </a:p>
          <a:p>
            <a:pPr>
              <a:spcAft>
                <a:spcPts val="0"/>
              </a:spcAft>
            </a:pPr>
            <a:r>
              <a:rPr lang="en-US" sz="1100" dirty="0">
                <a:latin typeface="Times New Roman" panose="02020603050405020304" pitchFamily="18" charset="0"/>
                <a:ea typeface="Times New Roman" panose="02020603050405020304" pitchFamily="18" charset="0"/>
              </a:rPr>
              <a:t> </a:t>
            </a:r>
            <a:endParaRPr lang="en-IN" dirty="0">
              <a:latin typeface="Times New Roman" panose="02020603050405020304" pitchFamily="18" charset="0"/>
              <a:ea typeface="Times New Roman" panose="02020603050405020304" pitchFamily="18" charset="0"/>
            </a:endParaRPr>
          </a:p>
          <a:p>
            <a:pPr>
              <a:spcBef>
                <a:spcPts val="30"/>
              </a:spcBef>
              <a:spcAft>
                <a:spcPts val="5"/>
              </a:spcAft>
            </a:pPr>
            <a:r>
              <a:rPr lang="en-US" sz="1200" dirty="0">
                <a:latin typeface="Times New Roman" panose="02020603050405020304" pitchFamily="18" charset="0"/>
                <a:ea typeface="Times New Roman" panose="02020603050405020304" pitchFamily="18" charset="0"/>
              </a:rPr>
              <a:t> </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5295876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image15.png"/>
          <p:cNvPicPr/>
          <p:nvPr/>
        </p:nvPicPr>
        <p:blipFill>
          <a:blip r:embed="rId2" cstate="print"/>
          <a:stretch>
            <a:fillRect/>
          </a:stretch>
        </p:blipFill>
        <p:spPr>
          <a:xfrm>
            <a:off x="287110" y="1496287"/>
            <a:ext cx="2343150" cy="2715895"/>
          </a:xfrm>
          <a:prstGeom prst="rect">
            <a:avLst/>
          </a:prstGeom>
        </p:spPr>
      </p:pic>
      <p:pic>
        <p:nvPicPr>
          <p:cNvPr id="5" name="image16.png"/>
          <p:cNvPicPr/>
          <p:nvPr/>
        </p:nvPicPr>
        <p:blipFill>
          <a:blip r:embed="rId3" cstate="print"/>
          <a:stretch>
            <a:fillRect/>
          </a:stretch>
        </p:blipFill>
        <p:spPr>
          <a:xfrm>
            <a:off x="3396070" y="1496287"/>
            <a:ext cx="2343150" cy="2715895"/>
          </a:xfrm>
          <a:prstGeom prst="rect">
            <a:avLst/>
          </a:prstGeom>
        </p:spPr>
      </p:pic>
      <p:pic>
        <p:nvPicPr>
          <p:cNvPr id="6" name="image17.png"/>
          <p:cNvPicPr/>
          <p:nvPr/>
        </p:nvPicPr>
        <p:blipFill>
          <a:blip r:embed="rId4" cstate="print"/>
          <a:stretch>
            <a:fillRect/>
          </a:stretch>
        </p:blipFill>
        <p:spPr>
          <a:xfrm>
            <a:off x="6505031" y="1496287"/>
            <a:ext cx="2343150" cy="2715895"/>
          </a:xfrm>
          <a:prstGeom prst="rect">
            <a:avLst/>
          </a:prstGeom>
        </p:spPr>
      </p:pic>
      <p:sp>
        <p:nvSpPr>
          <p:cNvPr id="7" name="Rectangle 6"/>
          <p:cNvSpPr/>
          <p:nvPr/>
        </p:nvSpPr>
        <p:spPr>
          <a:xfrm>
            <a:off x="671931" y="4640574"/>
            <a:ext cx="1573508" cy="369332"/>
          </a:xfrm>
          <a:prstGeom prst="rect">
            <a:avLst/>
          </a:prstGeom>
        </p:spPr>
        <p:txBody>
          <a:bodyPr wrap="none">
            <a:spAutoFit/>
          </a:bodyPr>
          <a:lstStyle/>
          <a:p>
            <a:r>
              <a:rPr lang="en-US" dirty="0">
                <a:latin typeface="Times New Roman" panose="02020603050405020304" pitchFamily="18" charset="0"/>
                <a:ea typeface="Times New Roman" panose="02020603050405020304" pitchFamily="18" charset="0"/>
              </a:rPr>
              <a:t>Original</a:t>
            </a:r>
            <a:r>
              <a:rPr lang="en-US" spc="-2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image</a:t>
            </a:r>
            <a:endParaRPr lang="en-IN" dirty="0"/>
          </a:p>
        </p:txBody>
      </p:sp>
      <p:sp>
        <p:nvSpPr>
          <p:cNvPr id="8" name="Rectangle 7"/>
          <p:cNvSpPr/>
          <p:nvPr/>
        </p:nvSpPr>
        <p:spPr>
          <a:xfrm>
            <a:off x="3593114" y="4640574"/>
            <a:ext cx="1713931" cy="369332"/>
          </a:xfrm>
          <a:prstGeom prst="rect">
            <a:avLst/>
          </a:prstGeom>
        </p:spPr>
        <p:txBody>
          <a:bodyPr wrap="none">
            <a:spAutoFit/>
          </a:bodyPr>
          <a:lstStyle/>
          <a:p>
            <a:r>
              <a:rPr lang="en-US" dirty="0">
                <a:latin typeface="Times New Roman" panose="02020603050405020304" pitchFamily="18" charset="0"/>
                <a:ea typeface="Times New Roman" panose="02020603050405020304" pitchFamily="18" charset="0"/>
              </a:rPr>
              <a:t>Laplacian</a:t>
            </a:r>
            <a:r>
              <a:rPr lang="en-US" spc="-2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image</a:t>
            </a:r>
            <a:endParaRPr lang="en-IN" dirty="0"/>
          </a:p>
        </p:txBody>
      </p:sp>
      <p:sp>
        <p:nvSpPr>
          <p:cNvPr id="9" name="Rectangle 8"/>
          <p:cNvSpPr/>
          <p:nvPr/>
        </p:nvSpPr>
        <p:spPr>
          <a:xfrm>
            <a:off x="6786939" y="4455908"/>
            <a:ext cx="1779333" cy="369332"/>
          </a:xfrm>
          <a:prstGeom prst="rect">
            <a:avLst/>
          </a:prstGeom>
        </p:spPr>
        <p:txBody>
          <a:bodyPr wrap="none">
            <a:spAutoFit/>
          </a:bodyPr>
          <a:lstStyle/>
          <a:p>
            <a:r>
              <a:rPr lang="en-US" dirty="0">
                <a:latin typeface="Times New Roman" panose="02020603050405020304" pitchFamily="18" charset="0"/>
                <a:ea typeface="Times New Roman" panose="02020603050405020304" pitchFamily="18" charset="0"/>
              </a:rPr>
              <a:t>Sharpened</a:t>
            </a:r>
            <a:r>
              <a:rPr lang="en-US" spc="-1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image</a:t>
            </a:r>
            <a:endParaRPr lang="en-IN" dirty="0"/>
          </a:p>
        </p:txBody>
      </p:sp>
    </p:spTree>
    <p:extLst>
      <p:ext uri="{BB962C8B-B14F-4D97-AF65-F5344CB8AC3E}">
        <p14:creationId xmlns:p14="http://schemas.microsoft.com/office/powerpoint/2010/main" val="275652058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33440" y="433080"/>
              <a:ext cx="11556720" cy="6179760"/>
            </p14:xfrm>
          </p:contentPart>
        </mc:Choice>
        <mc:Fallback xmlns="">
          <p:pic>
            <p:nvPicPr>
              <p:cNvPr id="4" name="Ink 3"/>
              <p:cNvPicPr/>
              <p:nvPr/>
            </p:nvPicPr>
            <p:blipFill>
              <a:blip r:embed="rId3"/>
              <a:stretch>
                <a:fillRect/>
              </a:stretch>
            </p:blipFill>
            <p:spPr>
              <a:xfrm>
                <a:off x="424080" y="423720"/>
                <a:ext cx="11575440" cy="6198480"/>
              </a:xfrm>
              <a:prstGeom prst="rect">
                <a:avLst/>
              </a:prstGeom>
            </p:spPr>
          </p:pic>
        </mc:Fallback>
      </mc:AlternateContent>
    </p:spTree>
    <p:extLst>
      <p:ext uri="{BB962C8B-B14F-4D97-AF65-F5344CB8AC3E}">
        <p14:creationId xmlns:p14="http://schemas.microsoft.com/office/powerpoint/2010/main" val="182210301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606600" y="158760"/>
              <a:ext cx="11195640" cy="6641640"/>
            </p14:xfrm>
          </p:contentPart>
        </mc:Choice>
        <mc:Fallback xmlns="">
          <p:pic>
            <p:nvPicPr>
              <p:cNvPr id="4" name="Ink 3"/>
              <p:cNvPicPr/>
              <p:nvPr/>
            </p:nvPicPr>
            <p:blipFill>
              <a:blip r:embed="rId3"/>
              <a:stretch>
                <a:fillRect/>
              </a:stretch>
            </p:blipFill>
            <p:spPr>
              <a:xfrm>
                <a:off x="597240" y="149400"/>
                <a:ext cx="11214360" cy="6660360"/>
              </a:xfrm>
              <a:prstGeom prst="rect">
                <a:avLst/>
              </a:prstGeom>
            </p:spPr>
          </p:pic>
        </mc:Fallback>
      </mc:AlternateContent>
    </p:spTree>
    <p:extLst>
      <p:ext uri="{BB962C8B-B14F-4D97-AF65-F5344CB8AC3E}">
        <p14:creationId xmlns:p14="http://schemas.microsoft.com/office/powerpoint/2010/main" val="5542002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040040" y="563040"/>
              <a:ext cx="10473480" cy="5861880"/>
            </p14:xfrm>
          </p:contentPart>
        </mc:Choice>
        <mc:Fallback xmlns="">
          <p:pic>
            <p:nvPicPr>
              <p:cNvPr id="4" name="Ink 3"/>
              <p:cNvPicPr/>
              <p:nvPr/>
            </p:nvPicPr>
            <p:blipFill>
              <a:blip r:embed="rId3"/>
              <a:stretch>
                <a:fillRect/>
              </a:stretch>
            </p:blipFill>
            <p:spPr>
              <a:xfrm>
                <a:off x="1030680" y="553680"/>
                <a:ext cx="10492200" cy="5880600"/>
              </a:xfrm>
              <a:prstGeom prst="rect">
                <a:avLst/>
              </a:prstGeom>
            </p:spPr>
          </p:pic>
        </mc:Fallback>
      </mc:AlternateContent>
    </p:spTree>
    <p:extLst>
      <p:ext uri="{BB962C8B-B14F-4D97-AF65-F5344CB8AC3E}">
        <p14:creationId xmlns:p14="http://schemas.microsoft.com/office/powerpoint/2010/main" val="172069707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823320" y="447480"/>
              <a:ext cx="10444680" cy="6410520"/>
            </p14:xfrm>
          </p:contentPart>
        </mc:Choice>
        <mc:Fallback xmlns="">
          <p:pic>
            <p:nvPicPr>
              <p:cNvPr id="4" name="Ink 3"/>
              <p:cNvPicPr/>
              <p:nvPr/>
            </p:nvPicPr>
            <p:blipFill>
              <a:blip r:embed="rId3"/>
              <a:stretch>
                <a:fillRect/>
              </a:stretch>
            </p:blipFill>
            <p:spPr>
              <a:xfrm>
                <a:off x="813960" y="438120"/>
                <a:ext cx="10463400" cy="6429240"/>
              </a:xfrm>
              <a:prstGeom prst="rect">
                <a:avLst/>
              </a:prstGeom>
            </p:spPr>
          </p:pic>
        </mc:Fallback>
      </mc:AlternateContent>
    </p:spTree>
    <p:extLst>
      <p:ext uri="{BB962C8B-B14F-4D97-AF65-F5344CB8AC3E}">
        <p14:creationId xmlns:p14="http://schemas.microsoft.com/office/powerpoint/2010/main" val="17949635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931</TotalTime>
  <Words>2928</Words>
  <Application>Microsoft Office PowerPoint</Application>
  <PresentationFormat>Widescreen</PresentationFormat>
  <Paragraphs>162</Paragraphs>
  <Slides>117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117</vt:i4>
      </vt:variant>
    </vt:vector>
  </HeadingPairs>
  <TitlesOfParts>
    <vt:vector size="123"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2D Convolution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gray level operations images. </vt:lpstr>
      <vt:lpstr>Operations</vt:lpstr>
      <vt:lpstr>Gray Scale image</vt:lpstr>
      <vt:lpstr>Applications:</vt:lpstr>
      <vt:lpstr>Image Negation</vt:lpstr>
      <vt:lpstr>PowerPoint Presentation</vt:lpstr>
      <vt:lpstr>Image thresholding</vt:lpstr>
      <vt:lpstr>Image Gamma Correction </vt:lpstr>
      <vt:lpstr>Point Wise Intensity Transformation or Gray Level Transformation</vt:lpstr>
      <vt:lpstr>PowerPoint Presentation</vt:lpstr>
      <vt:lpstr>Negative Transformation</vt:lpstr>
      <vt:lpstr>Log Transform</vt:lpstr>
      <vt:lpstr>Power Law Transformation</vt:lpstr>
      <vt:lpstr>Gamma Correction</vt:lpstr>
      <vt:lpstr>Contrast Stratching</vt:lpstr>
      <vt:lpstr>Dynamic Range Expension</vt:lpstr>
      <vt:lpstr>Intensity Level Slicing</vt:lpstr>
      <vt:lpstr>Intensity Level Slicing</vt:lpstr>
      <vt:lpstr>Bit Plane Slicing</vt:lpstr>
      <vt:lpstr>Bit plane slicing</vt:lpstr>
      <vt:lpstr>Histogram</vt:lpstr>
      <vt:lpstr>key points about histograms of images</vt:lpstr>
      <vt:lpstr>Image Histogram</vt:lpstr>
      <vt:lpstr>Contrast Stratching</vt:lpstr>
      <vt:lpstr>Histogram Equalization</vt:lpstr>
      <vt:lpstr>Histogram Equalization</vt:lpstr>
      <vt:lpstr>Steps</vt:lpstr>
      <vt:lpstr>PowerPoint Presentation</vt:lpstr>
      <vt:lpstr>PowerPoint Presentation</vt:lpstr>
      <vt:lpstr>PowerPoint Presentation</vt:lpstr>
      <vt:lpstr>Histogram Matching</vt:lpstr>
      <vt:lpstr>Steps in Histogram Matching</vt:lpstr>
      <vt:lpstr>PowerPoint Presentation</vt:lpstr>
      <vt:lpstr>PowerPoint Presentation</vt:lpstr>
      <vt:lpstr>Filtering in Spatial domain</vt:lpstr>
      <vt:lpstr>PowerPoint Presentation</vt:lpstr>
      <vt:lpstr>Linear Spatial Filtering (Convolution)</vt:lpstr>
      <vt:lpstr>PowerPoint Presentation</vt:lpstr>
      <vt:lpstr>Nonlinear Spatial Filtering</vt:lpstr>
      <vt:lpstr>PowerPoint Presentation</vt:lpstr>
      <vt:lpstr>Spatial Filters </vt:lpstr>
      <vt:lpstr>Smoothing Spatial Filters </vt:lpstr>
      <vt:lpstr>Averaging linear filters </vt:lpstr>
      <vt:lpstr>PowerPoint Presentation</vt:lpstr>
      <vt:lpstr> Effects of averaging linear filter are:</vt:lpstr>
      <vt:lpstr>Order-statistics filters </vt:lpstr>
      <vt:lpstr>Median filter</vt:lpstr>
      <vt:lpstr>PowerPoint Presentation</vt:lpstr>
      <vt:lpstr>PowerPoint Presentation</vt:lpstr>
      <vt:lpstr>PowerPoint Presentation</vt:lpstr>
      <vt:lpstr>Sharpening Spatial Filters </vt:lpstr>
      <vt:lpstr>Partial derivatives of digital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Laplacian Filter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Shivam Bhatt</cp:lastModifiedBy>
  <cp:revision>22</cp:revision>
  <dcterms:created xsi:type="dcterms:W3CDTF">2023-10-19T09:36:32Z</dcterms:created>
  <dcterms:modified xsi:type="dcterms:W3CDTF">2025-09-10T18:28:41Z</dcterms:modified>
</cp:coreProperties>
</file>