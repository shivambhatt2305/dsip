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303" r:id="rId24"/>
    <p:sldId id="280" r:id="rId25"/>
    <p:sldId id="311" r:id="rId26"/>
    <p:sldId id="310" r:id="rId27"/>
    <p:sldId id="309" r:id="rId28"/>
    <p:sldId id="308" r:id="rId29"/>
    <p:sldId id="281" r:id="rId30"/>
    <p:sldId id="305" r:id="rId31"/>
    <p:sldId id="306" r:id="rId32"/>
    <p:sldId id="307"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2" autoAdjust="0"/>
    <p:restoredTop sz="94660"/>
  </p:normalViewPr>
  <p:slideViewPr>
    <p:cSldViewPr snapToGrid="0">
      <p:cViewPr varScale="1">
        <p:scale>
          <a:sx n="95" d="100"/>
          <a:sy n="95" d="100"/>
        </p:scale>
        <p:origin x="2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ink/ink1.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7-24T07:20:06.944"/>
    </inkml:context>
    <inkml:brush xml:id="br0">
      <inkml:brushProperty name="width" value="0.05292" units="cm"/>
      <inkml:brushProperty name="height" value="0.05292" units="cm"/>
      <inkml:brushProperty name="color" value="#FF0000"/>
    </inkml:brush>
  </inkml:definitions>
  <inkml:trace contextRef="#ctx0" brushRef="#br0">25721 521 0,'0'40'15,"0"-80"-15,0 80 78,0-80-62,0 80 0,0-80-16,-40 40 62,0 0-62,0 0 31,0 0-15,-1 0-16,1 0 16,0 0-16,0 0 31,0 0-16,0 0-15,0 0 16,-1 0 0,82 40 93,-41 0-93,0 0-16,0 0 15,40 0-15,-40 0 0,0 1 16,0-1 0,0 0-16,0 0 15,0 0-15,0 0 16,0 0-16,0 0 0,0 0 15,0 0-15,0 1 0,0-1 0,0 0 0,0 0 16,0 0-16,0 0 16,40 0-16,-40 0 0,0 0 0,0 1 15,0-1-15,0 0 0,0 0 16,0 0-16,0 0 0,0 0 16,0 0-16,0 0 15,0 0-15,0 1 0,0-1 0,0 0 16,0 0-16,0 0 0,0 0 15,0 0-15,0 0 16,0 0-16,0 1 0,0-1 16,0 0-1,0 0-15,0 0 16,0 0-16,0 0 16,0 0-16,40 0 0,-40 0 15,0 1 1,40-1-16,-40 0 0,0 0 0,0 0 15,0 0-15,0 0 0,40-40 0,-40 40 16,0 0-16,0 1 0,0-1 16,40 0-16,-40 0 0,0 0 0,41 0 15,-41 0 1,0 0-16,40 0 0,-40 0 0,40 1 16,-40-1-16,0 0 15,0 0-15,0 0 0,0 0 16,0 0-16,0 0 0,0 0 0,0 1 15,0-1-15,-40-40 16,40 40-16,0 0 0,0 0 31,0 0 1,0 0-1,0 0-16,0 0 17,0 0-17,0 1 1,0-1-16,0 0 31,40 0 94,0-40-62,0 0-48,0 0 1,0 0-16,0 0 0,1 0 16,-1 0-16,0 0 0,0 0 15,0 0-15,40-40 0,-40 40 0,1-40 0,39 40 16,-40 0-16,0 0 0</inkml:trace>
  <inkml:trace contextRef="#ctx0" brushRef="#br0" timeOffset="3698.24">26524 922 0,'0'40'78,"0"-80"-78,0 80 110,0-80-110,-41 40 156,41 40-125,0 0-31,0 0 16,-40 0-16,40 40 15,0-39-15,0 39 0,0-40 0,0 0 0,0 40 16,-40-40-16,40 0 0,0 1 16,0-1-16,0 0 0,0 0 15,0 0-15,0 0 16</inkml:trace>
  <inkml:trace contextRef="#ctx0" brushRef="#br0" timeOffset="4638.16">27968 1122 0,'0'-40'0,"0"0"32,40 40 30,-40-40-62,40 40 16,0 0-16,1 0 0,-1 0 15,0 0-15,0 40 16,-40 0-16,40-40 0,-40 80 16,0-39-16,0-1 0,0 0 0,0 0 0,-80 0 15,80 40-15,-40-40 16,0 0-16,40 1 0,-41-1 0,1 0 0,0 0 15,0 0-15,40 0 16,40-80 15,0 40-15,-40-40-16,81 40 0,-41 0 0,0-40 16,0 40-16,40 0 0,-40 0 15,0 0-15,1 0 0,-1 0 0,0 0 0,0 0 16,0 0-16,0 0 15,0 0-15</inkml:trace>
  <inkml:trace contextRef="#ctx0" brushRef="#br0" timeOffset="5418.11">30215 922 0,'0'-40'31,"40"40"-31,0 0 16,-40-40-16,41 40 15,-1 0-15,0 0 16,0 0-1,0 0-15,-40 40 0,40-40 0,0 0 16,-40 40 0,40 0-16,-40 0 0,0 0 15,41 0-15,-82-40 16,1 40-16,40 0 0,-40-40 0,40 41 0,-40-1 16,0 0-16,0 0 0,40 0 31,40-40 0,0 40-31,-40 0 16,40-40-16,0 40 15,0 0-15,-40 1 16,0-1-16,41 0 0,-41 0 16,-41 0-1,1-40-15,40 40 0,-80-40 16,40 40-16,0-40 0,-40 40 15,39-40-15,-39 0 0,40 40 0,-40-40 0,40 0 16,-41 0-16,1 0 16,40 0-16,0 0 0</inkml:trace>
  <inkml:trace contextRef="#ctx0" brushRef="#br0" timeOffset="6298.06">26443 2686 0,'0'-40'0,"0"0"31,0 0-15,40 40-1,1-40 1,-1 40-16,0 0 16,-40 0-16,40 40 0,-40 40 15,0-40-15,0 1 0,0-1 16,0 0-16,-40 0 15,40 40-15,-40-40 0,40 0 0,-81 0 0,41 1 16,40-1-16,-40 0 0,0-40 16,40 40-16,-40-40 0,40 40 0,0-80 31,40 40-15,-40-40-16,40 0 0,0 0 15,0 40-15,1 0 16,-1 0-16,0 0 0,0 40 0,0-40 15,0 40-15,0-40 16,0 40-16,1-40 0,-1 40 0,0-40 0,-40 40 16,40-40-16,0 0 0,0 0 15</inkml:trace>
  <inkml:trace contextRef="#ctx0" brushRef="#br0" timeOffset="6578.05">28129 2646 0,'0'-40'16,"0"0"-16,0 80 46,0 40-30,0-39-16,0-1 0,0 0 0,0 0 16,0 0-16,0 0 15,0 0-15,0 0 0,0 0 0,0 1 16,0-1-16,-41 0 0,41 0 0</inkml:trace>
  <inkml:trace contextRef="#ctx0" brushRef="#br0" timeOffset="7138.09">30095 2526 0,'-40'0'15,"0"0"1,-1 0 0,41 40-1,-40 0 1,0 0-16,40 0 16,-40 1-16,40 119 15,0-80 1,0-40-16,40 81 15,0-81-15,41 0 0,-1-40 16,-40 0-16,80 0 31,-120-40-31,40 40 0,-40-40 0,0-41 16,-80 1 15,0 80-31,40 0 0,-40 0 31,39 40-31</inkml:trace>
  <inkml:trace contextRef="#ctx0" brushRef="#br0" timeOffset="7768">31900 2446 0,'0'0'0,"-40"0"0,-40 0 31,40 0-31,0 0 0,40 40 15,-40 0-15,0 0 16,40 0-16,0 0 0,0 0 16,0 1-1,40-41-15,0 40 0,0-40 16,0 0-16,0 0 0,-40-40 16,40-1-1,0 41-15,-40-40 0,41 0 0,-41 0 16,0 40-1,0 40 17,0 0-32,0 0 0,40 1 15,-40-1 1,0 0-16,0 0 0,0 0 0,0 0 16,-40 0-16,40 0 0,-41-40 0,1 40 15,0 1-15,0-41 0,-40 40 16,40-40-16,0 40 0,-41-40 0,41 0 0,0 0 15,-40 0-15,40 0 16,0-80-16</inkml:trace>
  <inkml:trace contextRef="#ctx0" brushRef="#br0" timeOffset="8318.01">31981 882 0,'0'0'15,"-40"0"16,40 40-31,-41-40 0,1 0 16,0 40-16,0-40 0,40 40 16,-40-40-16,0 40 0,0 0 0,0 0 15,-1 0 1,41 1-16,0-1 0,-40-40 0,40 40 16,81 0-16,-41-40 15,0 0 1,0 0-16,0 0 0,0 0 15,0 0-15,0 0 16,1 0-16,39 0 0,-40 0 0,0 0 0,0 0 16,0 0-16,0 0 0,41 0 15,-41 0-15,0 0 0,0 40 16</inkml:trace>
  <inkml:trace contextRef="#ctx0" brushRef="#br0" timeOffset="8547.96">32141 1082 0,'0'0'0,"-40"0"0,40-40 15,-40 40-15,0 0 16,0 40 0,40 0-16,0 0 0,0 1 15,0-1-15,0 0 16,0 0-16,0 40 0,0-40 0,0 0 15,0 0-15,0 1 16,0-1-16,0 0 0,0 0 0,0 0 0,0 0 16,0 0-16</inkml:trace>
  <inkml:trace contextRef="#ctx0" brushRef="#br0" timeOffset="9793.23">32542 601 0,'-40'0'15,"80"0"48,1 0-63,-1 0 15,0 0-15,0 0 0,0 0 0,0 0 16,0-40-16,1 40 16,-1 0-16,0 0 0,-40-40 0,40 40 0,-40 40 78,0 0-78,0 0 0,0 0 15,0 0-15,0 0 16,0 1-16,0-1 0,0 0 16,0 0-1,0 0-15,-40 0 0,40 0 0,0 0 0,-40 0 16,40 0-16,0 41 0,0-41 0,-40 0 0,40 0 16,0 0-16,0 0 0,0 0 15,0 0-15,0 1 0,0-1 0,0 0 0,0 0 16,0 0-16,0 0 15,0 0-15,0 0 0,0 0 0,0 0 0,0 1 16,0-1-16,0 0 16,0 0-16,0 0 0,0 0 15,0 0 1,0 0-16,0 0 0,0 1 0,0-1 16,-41 0-16,41 0 0,0 0 0,0 0 15,0 0-15,0 0 16,0 0-16,0 0 0,41-40 15,-41 41-15,0-1 16,0 0-16,0 0 0,0 0 16,0 0-1,-41-40-15,41 40 16,0 0-16,0 0 0,0 1 16,0-1-1,0 0-15,-40-40 0,40 40 16,0 0-1,0 0 17,0 0-17,0 0 1,0 0 0,-40-40 15,40 40-31,0 1 62,0-1-30,0 0 14,-40-40-30,0 0 47,0 0-48,0 0-15,-1 40 16,1-40-16,0 40 15,0-40-15,0 0 0,0 0 16,0 0-16,0 0 0,-41 0 16,41 0-16,0 0 0</inkml:trace>
  <inkml:trace contextRef="#ctx0" brushRef="#br0" timeOffset="11128.81">21267 1162 0,'0'-40'0,"0"0"31,-40 80 16,0-40 16,40 40-63,-81-40 0,81 41 15,-40-1-15,40 0 0,-40 0 16,0 0-16,40 0 0,-40 0 0,40 0 0,0 0 16,-40 1-16,40 39 0,0-40 0,0 0 0,0 0 15,0 40-15,0-40 16,0 0-16,40 1 0,-40-1 0,0 0 0,40 0 15,-40 0-15,40-40 0,-40 40 16,0 0-16,40 0 0,-40 0 0,0 1 16,0-1-16,0 0 15,0 0-15,0 0 0,-40 0 0,40 0 16,-40 0-16,0 0 16,0 0-16,0 1 15,40-122 16</inkml:trace>
  <inkml:trace contextRef="#ctx0" brushRef="#br0" timeOffset="11398.74">20866 2285 0,'0'0'15,"-40"0"1,40-40-16,0 0 31,40 40-31,-40-40 0,200-40 32,-160 40-32,81-40 15,-81 80-15,40-41 0,-40 1 0,161-40 31,-81 40-31</inkml:trace>
  <inkml:trace contextRef="#ctx0" brushRef="#br0" timeOffset="11718.78">21909 1483 0,'0'-40'31,"0"80"-31,-40-80 16,0 40-16,0 40 16,-81 81-1,41 39 16,80-80-31,0 81 16,0-121-16,40 0 0,-40 0 16,120 40-1,1-40 1,-41-40-16</inkml:trace>
  <inkml:trace contextRef="#ctx0" brushRef="#br0" timeOffset="12218.68">22110 1724 0,'-40'-40'32,"80"80"-32,-40-80 15,40 80 1,0 0-16,-40 0 15,0 0-15,0 0 0,0 0 0,0 1 16,0-1 0,-40 0-16,40 0 0,-40 0 0,0 0 15,-1 0-15,41-80 32,81 40-32,-81-40 0,40 40 0,-40-40 15,40 0-15,0 0 16,0 0-16,0-1 0,0 1 0,1 0 15,-41 0-15,40 40 16,-40-40-16,40 40 0,-40-40 0,0 0 16,40 40-16,-40-40 15,-40 40 32,40 80-16,-40-80-31,40 40 0,-40-40 16,40 80-16,0-40 16,-41-40-16,41 40 0,0 1 0,0-1 15,0 0 1,41 0-16,-1-40 16</inkml:trace>
  <inkml:trace contextRef="#ctx0" brushRef="#br0" timeOffset="12418.74">22671 2085 0,'0'0'0,"-40"0"0,40 40 47,0 0-47,0 0 16,0 0-16,0 0 15,0 1-15,-40-1 0,40 0 16,-40 0 0</inkml:trace>
  <inkml:trace contextRef="#ctx0" brushRef="#br0" timeOffset="13068.62">23033 1483 0,'-41'0'15,"1"0"1,40 81 0,0-1-1,0 80 1,121-80 0,-81-80 15,0-40-16,0 0 1,-40 0-16,40 0 0,-40 0 0,0 0 31,-40 0-31,40 80 32,0 40-17,0-40 1,0 0-16,0 80 15,0-79-15,0-1 0,0 80 32,0-40-32,-40 0 0,40-39 0,-120 159 31,-1-80-15,81-80-1,40-120 1,40-80 15,0 80-31,41-1 31,-81 41-31,40 40 0,0-80 0</inkml:trace>
  <inkml:trace contextRef="#ctx0" brushRef="#br0" timeOffset="13388.64">23594 1443 0,'0'-40'15,"40"40"1,-40 40 0,41-40-16,-41 40 0,0 0 15,80 1-15,-80-1 0,0 0 0,40 0 0,-40 0 16,0 0-16,0 0 16,0 0-16,0 40 0,0-39 0,-40-1 0,40 40 15,-40-40-15,40 0 0,-40 0 0,-1 0 0,1 0 16,0 1-16,0-41 0,40 40 15,-40-40-15,0 40 0</inkml:trace>
  <inkml:trace contextRef="#ctx0" brushRef="#br0" timeOffset="13679.06">24357 1804 0,'0'0'0,"40"0"31,-40-40-16,40 40-15,0 0 0,0-40 0,0 40 16,0 0-16,1 0 0,-1-40 16,0 40-16,0 0 0,0 0 15</inkml:trace>
  <inkml:trace contextRef="#ctx0" brushRef="#br0" timeOffset="13839.05">24477 2205 0,'0'0'16,"40"-40"0,40 0-1,41 0 1,-41 0-16</inkml:trace>
  <inkml:trace contextRef="#ctx0" brushRef="#br0" timeOffset="16418.83">3210 521 0,'0'0'0,"0"-40"0,40 40 15,-40-40 1,-40 40 0,0 0-1,0 0 1,0 40-16,0 0 15,40 0 1,-41-40-16,41 40 0,0 0 16,0 0-16,0 0 0,0 0 15,0 1-15,0-1 0,0 0 0,0 0 0,0 0 16,0 40-16,0-40 16,0 0-16,0 0 0,0 41 0,0-41 0,0 40 15,0-40-15,0 40 0,-40-40 0,40 41 0,-80-1 16,80-40-16,-40 40 0,0-40 15,0 40-15,0-39 0,40-1 0,-41 0 0,1 0 16</inkml:trace>
  <inkml:trace contextRef="#ctx0" brushRef="#br0" timeOffset="16638.89">2608 1604 0,'0'40'16,"0"-80"-16,0 0 15,161-1 17,-1 1-32,41-80 15,-121 80 1,0 0-16</inkml:trace>
  <inkml:trace contextRef="#ctx0" brushRef="#br0" timeOffset="17008.87">4053 561 0,'0'0'0,"0"-40"15,-40 40 16,0 40-15,-1-40 0,-79 160-1,80-120 1,40 161 0,80-1-1,41-79 1,79-41-1</inkml:trace>
  <inkml:trace contextRef="#ctx0" brushRef="#br0" timeOffset="17628.77">4735 761 0,'40'0'79,"0"0"-64,0 0 1,0 0 15,-40 41-15,41-41-16,-41 40 0,0 0 15,0 0 1,0 0 0,-41 0-16,1 0 0,40 0 0,-40-40 15,0 40-15,0 0 16,0 1-16,0-41 0,0 0 0,-1 40 15,1-40 1,0 0-16,40-81 0,-40 81 16,40-40-16,0 0 15,0 0-15,0 0 0,0 0 0,40 40 16,-40-40-16,40 0 0,41 0 16,-41 0-16,0 40 0,0-41 15,0 41-15,0 0 0,-40-40 16,40 40-16,0 0 15,1 0-15</inkml:trace>
  <inkml:trace contextRef="#ctx0" brushRef="#br0" timeOffset="17898.75">5056 1162 0,'40'0'31,"-40"41"-31,0-1 32,0 0-32,0 0 15,-40-40-15,40 40 0,-40 0 0,40 0 16,-40-40-16,0 40 0,-1 0 15,41 1-15,-40-41 0,40 40 0,-40-40 0,40 40 16</inkml:trace>
  <inkml:trace contextRef="#ctx0" brushRef="#br0" timeOffset="19413.21">5778 721 0,'-40'0'15,"0"0"32,40-40 109,40 40-156,-40-40 0,40 40 16,0 0-16,-40-40 0,40 40 47,1 0-32,-41 40 48,40 0-63,-40 0 16,40-40-16,-40 40 31,0 1-16,-40-1 1,40 0-16,-40-40 0,40 40 16,-41-40-16,1 0 15,40 40-15,40-40 47,1 0-16,-1-40-31,0 40 16,0 0 0,-40 40 15,0 0-31,0 0 0,-80 0 16,40 0-16,-1 0 15,1 1-15,-40-1 16,40 0-16,0-40 0,0 0 15,40 40-15,-40-40 16,-1 0-16,1 0 0,40-40 16</inkml:trace>
  <inkml:trace contextRef="#ctx0" brushRef="#br0" timeOffset="20163.17">6460 521 0,'40'0'234,"-40"40"-234,41 0 0,-1 0 16,-40 0-16,40-40 0,-40 40 0,40 0 0,-40 1 15,0-1-15,0 0 16,0 0-16,0 0 0,0 0 0,0 0 0,0 40 15,-80-40-15,80 1 0,-40-1 16,-1 40-16,1-40 0,0 0 0,0 0 0,0 0 16,0 0-16</inkml:trace>
  <inkml:trace contextRef="#ctx0" brushRef="#br0" timeOffset="22203.07">10112 681 0,'0'0'0,"-40"0"16,0-40 0,-1 40-1,1 0-15,0 40 16,40 0 0,-40-40-16,40 40 0,0 1 0,-40-41 0,40 40 15,0 0-15,0 0 16,0 0-16,0 0 0,0 40 0,0-40 0,0 41 15,0-41-15,0 40 0,0-40 16,0 0-16,0 40 0,0-40 0,0 41 0,-40-41 16,40 0-16,-40 0 15,40 0-15,0 0 0,0 0 0,-40 0 0,-1 0 16,41 1-16</inkml:trace>
  <inkml:trace contextRef="#ctx0" brushRef="#br0" timeOffset="22413.11">9510 1724 0,'-80'-40'16,"80"0"0,80 0-16,40 0 31,121-41-16,-121 41 1,1 0 0</inkml:trace>
  <inkml:trace contextRef="#ctx0" brushRef="#br0" timeOffset="22783.05">10714 761 0,'-40'0'47,"-1"41"-32,1-41-15,40 40 0,-40-40 0,40 40 0,-40 0 16,40 0-16,0 0 0,-40 0 0,40 0 0,0 40 16,-40-39-16,40 39 0,0-40 15,0 0-15,0 40 0,40-40 0,-40 0 16,40 1-16,-40-1 15,80-40-15,-80 40 0,40-40 0,-40 40 0,41-40 16,-41 40-16,40-40 0</inkml:trace>
  <inkml:trace contextRef="#ctx0" brushRef="#br0" timeOffset="23123.07">11195 1042 0,'-40'0'15,"80"0"-15,-80-40 0,40 0 31,0 80 1,0 0-32,0 201 31,0-201-31,-40 160 16,40 1-1,40-161 1</inkml:trace>
  <inkml:trace contextRef="#ctx0" brushRef="#br0" timeOffset="23852.98">11717 1443 0,'0'40'63,"0"0"-63,0 1 15,0-1 1,-40 0-16,40 0 0,-40 0 16,40 0-16,-40 0 0,-1 0 0,41 0 15</inkml:trace>
  <inkml:trace contextRef="#ctx0" brushRef="#br0" timeOffset="24432.99">12239 962 0,'0'-40'16,"40"0"0,0 40-1,0 0-15,0-40 0,0 40 16,0 0-1,0 0-15,1 0 0,-1 0 0,0 40 0,0-40 16,-40 40-16,0 0 0,40 0 16,-40 0-16,0 0 0,0 0 0,0 0 0,0 1 15,-40-1-15,40 0 16,-80 0-16,80 0 0,-81-40 0,81 40 0,-40 0 16,0-40-16,40 40 0,-40-40 0,40 40 15,40-40 32,40 0-47,-39 0 0,-1 0 0,40 0 16,-40 0-16,40 0 0,-40-40 15,41 40-15,-41 0 0,0-40 0,40 40 0</inkml:trace>
  <inkml:trace contextRef="#ctx0" brushRef="#br0" timeOffset="24972.91">13402 601 0,'40'0'0,"0"0"31,1 0-31,-41 40 0,40-40 16,0 0-16,-40 80 15,40-80-15,-40 40 0,40 1 0,-40 39 0,0-40 16,40 0-16,-40 40 0,0 0 0,0-40 0,0 41 16,-80-1-16,0 0 15,40-40-15,-41 40 0</inkml:trace>
  <inkml:trace contextRef="#ctx0" brushRef="#br0" timeOffset="26372.88">16331 481 0,'-40'40'47,"40"0"-31,-40 0-1,40 0-15,0 0 0,0 0 16,0 0-16,-40 1 0,40-1 16,0 0-16,0 0 0,-40 0 0,40 40 0,0-40 15,0 40-15,0 1 16,0-41-16,0 40 0,-40-40 0,40 0 0,0 40 16,-40-39-16,40-1 0,-40 0 0,-1 0 15,41 0-15,-40 0 0,0 0 16</inkml:trace>
  <inkml:trace contextRef="#ctx0" brushRef="#br0" timeOffset="26602.87">15730 1483 0,'0'0'15,"-41"-80"1,122 40 0,119-40 15,41 0-15,-80 39-16</inkml:trace>
  <inkml:trace contextRef="#ctx0" brushRef="#br0" timeOffset="26912.77">17094 561 0,'0'0'0,"-40"0"16,0 0-1,-41 120 1,41 41 0,40-1 15,40-40-31,41 1 31,39-41-31</inkml:trace>
  <inkml:trace contextRef="#ctx0" brushRef="#br0" timeOffset="27162.76">17535 681 0,'0'0'0,"-40"0"31,40 40-15,0 0-1,0 1 1,0-1-16,0 0 0,0 0 15,40-40-15,-40 40 0,0 0 16,0 0-16,0 0 0,0 0 16</inkml:trace>
  <inkml:trace contextRef="#ctx0" brushRef="#br0" timeOffset="27422.82">17776 1243 0,'0'-40'16,"0"80"-16,-40-80 0,40 80 16,0 0-1,0 0 1,0 0-16,0 0 0,0 0 15,0 0-15,-40 0 16,0 1-16,-1-41 16,1 0-1</inkml:trace>
  <inkml:trace contextRef="#ctx0" brushRef="#br0" timeOffset="27793.27">18338 601 0,'-40'0'16,"40"40"-1,0 0 1,0 0-16,0 0 15,0 1-15,0-1 0,0 0 0,0 0 16,0 0-16,0 0 0,0 0 16,0 0-16,40 0 0</inkml:trace>
  <inkml:trace contextRef="#ctx0" brushRef="#br0" timeOffset="28123.25">19020 481 0,'0'80'16,"0"-40"-16,0 80 31,0-80-31,-40 161 16,-161 80-1,121-201-15</inkml:trace>
  <inkml:trace contextRef="#ctx0" brushRef="#br0" timeOffset="78260.37">26483 240 0,'0'40'32,"41"-40"-17,-41-40 782,-41 40-797,1 0 16,0 0-1,40 40 32,0 0-31,0 0-1,0 0-15,40 1 16,0-41 0,-40 40-1,41-40-15,-1 0 16,0 0 0,-40-40-16,40 40 15,-40-41-15,40 41 0,-40-40 16,40 0-16,-40 0 0,40 40 15,-40-40-15,-40 40 32,0 0-17,0 0 1,0 0-16,0 40 16,0-40-1,-1 0 1,41 40-16</inkml:trace>
  <inkml:trace contextRef="#ctx0" brushRef="#br0" timeOffset="78880.41">27968 240 0,'-40'0'63,"40"40"-48,0 0-15,-40 0 16,40 0-16,0 1 16,0-1-16,0 0 31</inkml:trace>
  <inkml:trace contextRef="#ctx0" brushRef="#br0" timeOffset="79740.29">30015 320 0,'-41'0'0,"122"0"31,-41 0-15,0 0-16,0 0 16,0 0-16,0 0 15,0 0-15,-40 40 32,0 0-32,0 1 0,-40-1 15,0 0-15,0 0 16,40 0-16,-40-40 0,0 40 15,0-40-15,80 0 32,40 0-17,-40-40-15,0 40 16,41 0-16,-41 0 0,0 0 0,0 0 0,0-40 16,0 40-16,0-40 15,0 40-15,1 0 0,-1-40 0,0 40 0,0 0 16</inkml:trace>
  <inkml:trace contextRef="#ctx0" brushRef="#br0" timeOffset="80560.23">32061 200 0,'40'0'31,"0"0"-15,40 0-16,-39 0 16,-1 0-1,-40 40-15,-40 0 32,-1 0-32,1-40 0,40 40 0,-40-40 15,40 40-15,-40-40 16,0 41-16,0-41 15,80 0 1,0 0 0,0 0-16,0 0 15,0 0 1,1 0-16,-41 40 16,0 0-1,-41 0-15,1 0 16,0-40-1,0 0-15,0 40 0,0-40 0,0 40 16,0-40-16,-1 0 0,41 40 0,-40-40 16,0 0-16,0 0 0,0 0 15</inkml:trace>
  <inkml:trace contextRef="#ctx0" brushRef="#br0" timeOffset="81940.23">24918 1082 0,'-40'0'0,"0"0"16,0 0 0,0 0-16,0 0 15,0 0 1,0 0-16,-1 0 16,41 40-16,-40-40 15,40 40-15,0 1 0,0-1 16,0 0-1,40 0-15,1 0 0,-1 0 16,0-40-16,0 0 0,0 0 16,0 0-16,0 0 15,0 0-15,-40-40 0,41 40 16,-41-40-16,0 0 16,0 0-16,0 0 15,0-1 1,-41 1-16,41 0 0,-40 40 0,40-40 0,-40 40 15,40-40-15,-40 40 0,40 40 32,0 0-32,0 0 15,40-40 1,-40 40-16</inkml:trace>
  <inkml:trace contextRef="#ctx0" brushRef="#br0" timeOffset="83180.15">24798 3368 0,'0'-40'46,"0"0"1,0 0-31,0 0 31,0 0-47,0 0 15,0 0 1,40 40 0,-40 40 46,-40-40-46,40 80-16,0-40 15,-40 0-15,40 0 16,0 0-16,0 0 0,0 0 16,-40-40-16,40 41 15,0-1-15,-40-40 16,40-40 15,0-41-15,0 41-16,0 0 0,40 0 15,-40 0-15,0 0 0,0 0 0,40 40 0,-40-40 16,0 0 0,0 80-1,0 0 1,0 0-16,0 0 0,0 0 16,-40 0-16,40 0 0,0 0 15,0 0-15,0 1 16,0-82 31,0 1-47,0 0 15,0 0-15,0 0 0,0 0 16,40 0-16,-40 0 16,0 120 15,0-40-16,0 0-15,0 0 0,0 0 0,0 0 16,-40-40 0,40 41-16,0-1 15</inkml:trace>
  <inkml:trace contextRef="#ctx0" brushRef="#br0" timeOffset="87869.81">32302 1443 0,'-40'40'0,"40"-80"47,0 0-31</inkml:trace>
  <inkml:trace contextRef="#ctx0" brushRef="#br0" timeOffset="93159.51">32342 1203 0,'0'-41'0,"40"41"47,-120 0 78,80-40-125,0 0 31,0 0-15,-81 0-1,41 40 16,40-40-15,0 0 0,-40 40-1,0 0 17,0 0-1,0 0 16,40-40-32,-40 40 1,40-40-16,-40 40 16,-1 0 15,1 0 0,0 0 0,0 0-31,0 0 16,0 0 0,0 0-16,40-40 0,-40 40 0,-1 0 15,1 0 1,40 40 31,0 0-32,-40-40 17,40 40-17,0 0-15,-40-40 16,40 40-1,0 0 1,0 0-16,0 0 16,0 0-1,0 1-15,0-1 16,0 0 0,0 0-16,-40-40 0,40 40 15,-40 0-15,40 0 16,0 0-1,0 0 17,0 1-17,40-41 1,-40 40-16,0 0 31,0 0-15,0 0-16,0 0 31,0 0-15,40-40-1,-40 40 17,40-40-32,-40 40 15,40-40 1,0 40-1,1-40 17,-41 41-32,40-41 15,0 0 1,0 0-16,0 0 31,0 40-31,0-40 0,0 0 16,-40 40-16,41-40 0,-1 0 15,0 0 17,0 0-17,0 0 1,0 0 0,-40-40-16,40 40 0,0 0 0,1-40 15,-1 40-15,-40-41 31,40 41-31</inkml:trace>
  <inkml:trace contextRef="#ctx0" brushRef="#br0" timeOffset="97109.26">24838 3890 0</inkml:trace>
  <inkml:trace contextRef="#ctx0" brushRef="#br0" timeOffset="102508.94">30456 2446 0,'-40'0'94,"0"0"-79,0 0 1,-1 0 15,1 0-15,0 0 15,0 0-15,0 0-1,0 0-15,40-40 16,-40 40-1,0 0 1,-1 0 0,1 0 15,0 0 16,0 0-47,0 0 15,40 40 64,0 0-64,-40-40-15,40 40 31,-40-40 1,40 40-32,0 0 31,-40-40-15,40 40-16,0 0 15,-41-40-15,41 41 0,0-1 16,-40-40-1,40 40 1,0 0 0,-40-40-16,40 40 31,0 0-15,0 0-1,0 0-15,0 0 16,0 1-1,0-1-15,0 0 32,0 0-17,0 0 1,0 0 0,0 0-1,0 0 1,0 0-16,40-40 15,-40 40 1,40-40 15,1 41-15,-1-41 0,-40 40-16,40-40 0,-40 40 31,40-40-16,0 0 17,0 0-17,0 0-15,0 0 16,1 0-16,-1 0 16,0 0-1,0 0-15,0 0 16,0 0-1,0 0 1,0 0 0,1 0-1,-1 0 1,-40-40 0,40 40-16,0 0 15,-40-40-15,40 40 16,0 0-1,-40-41-15,40 41 16,0 0 0,-40-40-16,41 40 15,-41-40-15,0 0 16,40 40-16,-40-40 16,40 40-1,-40-40-15,40 40 16,-40-40-16,0 0 15,40 40-15,-40-40 16,40 0 0,-40-1-1,40 41-15,-40-40 16,0 0 0,40 40-16,-40-40 15,0 0-15,41 40 31,-41-40-31,0 0 32,0 0-1,0 0-31,0-1 16,0 1 15,-41 40 0,41-40-15,-40 40-16,40-40 15,0 0 1,0 0 0,-40 40-1,0 0 16,0 0-15,40-40 0,-40 40-16,0 0 15,40-40 1,-40 40-16,-1 0 0,1 0 16,0 0-1,0 0-15,0 0 0,0 0 16,0 0-16,0 0 0,-1 0 0,1 0 0,0-40 15,-40 40-15,40 0 0</inkml:trace>
  <inkml:trace contextRef="#ctx0" brushRef="#br0" timeOffset="106708.69">28610 2406 0,'-40'0'141,"0"0"-110,0 0-15,0-40-1,-1 40 1,1 0 46,0 0-30,0 0-32,0 0 15,40-40 1,-40 40-1,0 0-15,0 0 32,-1 0-17,1 0 1,0 0 0,0 0-1,0 0 32,40 40 0,-40-40-31,40 40-16,-40-40 46,40 40-46,0 0 32,-40 0-1,-1 0-15,41 0-16,-40-40 15,40 40-15,-40 0 16,40 1-1,0-1 1,0 0 0,-40 0-1,40 0 17,0 0-17,0 0-15,0 0 16,0 0-1,0 1 1,0-1 0,0 0-16,0 0 15,0 0-15,0 0 16,0 0 0,0 0 15,40-40-31,0 0 0,0 0 15,1 0-15,-1 40 16,0-40-16,0 0 16,0 0-16,0 0 15,0 0-15,0 0 0,1 0 16,-1 0 0,0 0-1,0 0-15,0 0 16,0 0-1,0 0-15,0 0 16,1 0 0,-1 0-16,0 0 31,-40-40-31,40 40 16,0-40-16,0 0 15,0 0 1,0 0-1,1 0 1,-41 0-16,40 40 16,-40-40-1,40 40-15,-40-41 0,0 1 32,40 40-32,-40-40 0,0 0 15,40 40-15,-40-40 0,40 0 16,-40 0-1,40 40 1,-40-40 0,0 0-16,0-1 15,41 41 1,-41-40-16,0 0 16,-41 40 46,41-40-62,-40 40 16,40-40-1,-40 40-15,0 0 32,40-40-32,-40 40 0,0 0 31,0 0-16,-1 0 17,1 0-32,40-40 31,-40 40-31</inkml:trace>
</inkml:ink>
</file>

<file path=ppt/ink/ink2.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10-12T06:45:55.930"/>
    </inkml:context>
    <inkml:brush xml:id="br0">
      <inkml:brushProperty name="width" value="0.05292" units="cm"/>
      <inkml:brushProperty name="height" value="0.05292" units="cm"/>
      <inkml:brushProperty name="color" value="#FF0000"/>
    </inkml:brush>
  </inkml:definitions>
  <inkml:trace contextRef="#ctx0" brushRef="#br0">18177 11590 0,'-40'0'0,"0"0"16,40-40 0,-40 40-16,40-40 31,0 80 31,-40 0-15,40 0 31,0 0-62,0 0 0,0 0-16,0 0 0,0 0 0,-40 1 0,40 39 15,-41-40-15,41 0 0,0 0 16,0 40-16,0-40 0,0 1 0,0-1 0,0 0 16,0 0-16,41 0 0,-41 0 0,0 0 15,40-40-15,-40 40 16,0 0-16,40-40 0,-40 40 0,0 1 15,40-1-15,-40 0 0,0 0 16,0 0-16,0 0 0,0 40 0,0 1 0,0-1 16,0 0-16,0-40 15,-40 40-15,40 0 0,0 1 0,-40-41 0,40 0 16,-40 40-16,40-40 0,0 0 0,0 0 16,0 1-16,-41-41 15</inkml:trace>
  <inkml:trace contextRef="#ctx0" brushRef="#br0" timeOffset="339.9">17656 13114 0,'-41'40'31,"82"-80"0,-1 0-31,40 0 0,-40 0 16,0-1 0,0 1-16,0 0 0,-40 0 0,41 40 15,-1-40-15,-40 0 0,40 40 16,0-40-16,-40 0 0,40 40 0</inkml:trace>
  <inkml:trace contextRef="#ctx0" brushRef="#br0" timeOffset="869.89">18659 11710 0,'0'0'16,"-40"0"-1,0 0 1,40 40 0,0 40-1,0-39-15,0 39 16,0-40-16,0 0 15,0 0-15,0 0 0,0 0 0,0 0 0,0 41 16,0-41-16,40 40 16,-40-40-16,40-40 0,-40 40 0,120 40 31,-120-40-31,121 1 16,-81-41-16,0 0 0</inkml:trace>
  <inkml:trace contextRef="#ctx0" brushRef="#br0" timeOffset="2119.8">19381 11790 0,'-40'0'16,"0"0"31,40 40-16,-40-40-31,40 41 0,0-1 16,-40 0-16,40 0 0,0 0 15,0 0-15,0 0 16,0 0-16,0 0 0,0 1 15,40-41-15,-40 40 0,40 0 16,0-40-16,-40 40 16,40-40-1,0 0-15,-40-40 16,40 40-16,-40-40 0,40 40 0,-40-81 0,41 81 16,-41-40-16,0 0 15,40 0-15,-40 0 0,0 0 0,0 0 16,0 0-1,0 0-15,-40-1 0,-1 1 0,1 0 16,0 40 0,40-40-16,-40 40 31,40 80-31,-40-80 0,40 40 16,0 1-16,-40-1 15,40 0-15</inkml:trace>
  <inkml:trace contextRef="#ctx0" brushRef="#br0" timeOffset="2699.85">20023 12232 0,'40'0'0,"0"0"31,-40 40 78,0 0-31,0 0-46,0 0-17,0 0 1,0 0-16,0 0 0,0 0 15,-40 0-15,40 1 16,-40-41-16,40 40 0,-40 0 0,40 0 0,-40-40 16,0 40-16,0 0 15</inkml:trace>
  <inkml:trace contextRef="#ctx0" brushRef="#br0" timeOffset="3199.81">20625 11630 0,'0'0'0,"0"-40"31,-40 40-15,0 120 0,0 81-1,40-161 1,0 0-16,0 40 15,40-40-15,0-40 16,0 0 0,0 0-16,40-80 31,1-40-15,-81-1-1,0 81 1,-41 0-1,-39 0 1,80 0 15</inkml:trace>
  <inkml:trace contextRef="#ctx0" brushRef="#br0" timeOffset="3489.72">21187 11349 0,'40'0'47,"0"0"-47,40 0 0,-80 40 15,40-40-15,0 40 0,1 1 16,-1-1-16,0 0 0,-40 0 0,40 0 16,0 0-16,-40 0 15,0 0-15,0 0 0,0 41 0,0-41 0,0 0 16,-40 0-16,40 0 0,-40 40 0,40-40 0,-80 0 16,39 1-16,1-1 0,0 0 15,0 0-15</inkml:trace>
  <inkml:trace contextRef="#ctx0" brushRef="#br0" timeOffset="4729.67">18940 14036 0,'-40'0'15,"-1"0"1,41 40-16,0 0 16,-40-40-16,40 81 0,0-41 0,0 0 15,0 0-15,0 0 0,0 0 16,0 0-16,0 0 0,40 41 0,-40-41 0,0 0 15,41 0-15,-41 40 16,40-40-16,-40 0 0,0 41 0,0-41 0,40 40 16,-40-40-16,0 40 0,40-40 15,-40 41-15,40-41 0,-40 0 0,0 0 0,0 0 16,0 0-16,0 0 0</inkml:trace>
  <inkml:trace contextRef="#ctx0" brushRef="#br0" timeOffset="4939.7">18739 15239 0,'0'0'16,"0"-80"0,120 0 15,1 0-16,-1-81 1,-40 121-16</inkml:trace>
  <inkml:trace contextRef="#ctx0" brushRef="#br0" timeOffset="5199.68">19542 14116 0,'-81'0'16,"162"0"-16,-322 41 16,241-1-1,0 0-15,40 40 32,0 80-17,80-39 1,-39-81 15,-1-40-15,-80-40-1</inkml:trace>
  <inkml:trace contextRef="#ctx0" brushRef="#br0" timeOffset="5639.66">19742 14317 0,'0'-80'16,"0"160"-16,0-200 15,0 80-15,40 40 16,0 0 0,1 0-16,39 40 15,0 160 17,-80-39-17,-40-81 1,40-120 15,0-81-15,0 81-16,40-40 15,-40 40-15,40 40 0,-40-120 16,80-1 0,-80 41-1,0 40 16,-40 80-15,40 40 0,0-40-1,0 1-15,0-1 0,0 0 0,0 0 16,40 0 0,41 40-1,39-40 1</inkml:trace>
  <inkml:trace contextRef="#ctx0" brushRef="#br0" timeOffset="5809.66">20745 14357 0,'0'80'16,"0"-40"15,0 1-15,40-1-1,-40 0-15,0 0 0,0 0 16,-40 0 0,0 0-16</inkml:trace>
  <inkml:trace contextRef="#ctx0" brushRef="#br0" timeOffset="6409.54">21106 13876 0,'-80'0'16,"40"0"-1,40 40 1,0 0-1,40 0-15,0 40 32,0-80-32,1 40 15,-1-40-15,-40-40 16,0 0 0,0 0-16,0 0 0,0 0 15,-40 40-15,40-40 0,0 0 16,0 80 31,0 0-32,40 40-15,-40-40 0,40 0 16,-40 0-16,40 1 0,-40-1 0,0 0 0,40 0 16,-40 0-16,40 0 15,-40 0-15,0 0 0,40 0 0,-40 41 0,0-41 16,40 0-16,-40 0 0,0 0 15,0 0-15,0 0 0,0 0 0,-40-40 16,40 40 0,-40-40-16,0 0 0,40-40 15,-40 0-15,40-40 0,-40 40 16,40 0 0,0 0-16,0 0 15,0 0 1,0-1-16,0 1 15,40 40-15,-40-40 16</inkml:trace>
  <inkml:trace contextRef="#ctx0" brushRef="#br0" timeOffset="6699.54">21869 13836 0,'0'0'0,"0"-40"15,-40 40-15,80 40 32,40 80-17,-40-80-15,41 121 16,-41-121-16,-40 0 0,0 120 31,-40 41-15,-41-81-1</inkml:trace>
  <inkml:trace contextRef="#ctx0" brushRef="#br0" timeOffset="7579.57">23193 13836 0,'40'0'140,"0"0"-124,0 0-16,1 0 0,-1 0 16,0 0-16,0-40 0,0 40 15,0-40-15,0 40 0,0 0 0,1 0 16,-41-41-1,40 41-15,0 0 16</inkml:trace>
  <inkml:trace contextRef="#ctx0" brushRef="#br0" timeOffset="8039.46">23554 13555 0,'-40'0'15,"80"0"16,0 0 1,0 0-17,-40 40-15,41-40 0,-1 0 16,0 0 0,0 0-16,0 0 15,0 0 1,0 40-16,0 0 15,-40 0 1,41 1 0,-41-1-1,0 0 1,-81-40-16,41 40 0,40 0 16,-40-40-1,40 40-15,-40-40 0,40 40 0,0 0 16,40-40-1</inkml:trace>
  <inkml:trace contextRef="#ctx0" brushRef="#br0" timeOffset="8829.49">24437 13154 0,'-40'0'109,"40"40"-109,0 0 16,0 0-16,-40-40 15,40 40-15,0 0 0,-40 1 0,40-1 0,0 0 16,0 0-16,-41-40 15,41 40-15,0 0 0,0 0 0,0 0 16,41-40-16,-41 40 16,40-40-16,0 0 0,0 0 15,0 0-15,0 0 16,0 0 0,0 0-16,-40-40 15,0 0 1,41 40-16,-41-40 0,0 0 15,0 0 1,0 0-16,0 0 0,0 0 16,0-1-1,0 1-15,-41 0 0,41 0 16,-40 0-16,0 0 16,0 40-1,40-40-15,-40 40 31,0 0-31</inkml:trace>
  <inkml:trace contextRef="#ctx0" brushRef="#br0" timeOffset="9409.37">25561 12633 0,'0'0'0,"0"40"78,0 0-62,0 0-16,0 0 15,0 0-15,0 0 0,0 0 0,0 41 0,0-41 16,0 0-16,0 0 0,0 0 15,0 0-15,0 0 0,0 0 0,40 0 16,-40 0-16,40 1 0,-40-1 16,40 0-16,0 0 0,-40 0 0,40-40 15,-40 40-15,40-40 0,-40 40 0,40-40 0,1 40 16,-1-40 0,0 0-16,0 0 15,0-40-15,0 0 16,-40 0-16,40 0 15,-40 0 1</inkml:trace>
  <inkml:trace contextRef="#ctx0" brushRef="#br0" timeOffset="9659.35">25440 13314 0,'0'0'0,"-40"0"32,80 0-17,-40-40 1,40 0 0,0 40-1,1-40 1,-1 40-16,0 0 0,-40-40 0,40 40 0,0-40 15,0 40-15,40-40 16,-39 40-16,-1-40 0</inkml:trace>
  <inkml:trace contextRef="#ctx0" brushRef="#br0" timeOffset="10119.33">26363 12913 0,'0'-40'15,"40"40"1,0 0 0,0 0-16,1 40 15,-1-40 1,-40 40-16,40-40 0,-40 41 15,0-1-15,40 0 16,-40 0-16,0 0 16,0 0-16,0 0 15,-40 0-15,0 0 0,0 0 16,-1-40-16,1 0 16,0 0-1,40-80-15,-40 80 0,40-40 0,-40 0 16,40 0-16,-40 0 15,40 0-15,0 0 16,0 0-16,0-1 16,0 1-1,40 40-15,0-40 16,0 40 0,0 0-16,0-40 0</inkml:trace>
  <inkml:trace contextRef="#ctx0" brushRef="#br0" timeOffset="10749.3">27005 12472 0,'0'-40'15,"40"0"1,0 40 0,-40-40-16,40 40 15,1 0-15,-1 0 0,0 0 0,0 0 0,0 0 16,0 40-16,0 0 0,0 0 16,-40 0-1,0 0-15,0 0 0,0 1 16,0-1-16,-40 0 0,40 0 15,-40-40-15,40 40 0,-40 0 0,40 0 0,-80-40 16,80 40-16,-40-40 0,0 0 16,-1 0-1,1 0-15,40-40 16,0 0 0,40 40 15,1 0-31,-1 0 15,0 0-15,0 0 0,0 0 16,0 0-16,0 0 0,0 0 0,1 40 16,-1 0-16,0-40 15,0 40-15,0-40 0,0 0 0,-40 41 16,40-41-16,0 0 0,1 0 0,-1 0 16,0 0-1</inkml:trace>
  <inkml:trace contextRef="#ctx0" brushRef="#br0" timeOffset="11129.26">28129 12392 0,'0'-40'31,"0"80"0,0 0-15,40 0-1,-40 0-15,40 0 0,0-40 16,-40 40-16,40 1 0,0-41 16,-40 40-1,40-40-15,0 0 0,-40 40 16,41 0-1,-1 0-15,-40 0 16,0 0 0,0 0-16,0 0 0,0 1 0,-40-41 15,40 40-15,0 0 0,-41-40 0,41 40 0,-40-40 16,40 40-16,-40-40 16,0 0-16,0 0 0,0 0 15,0-40-15</inkml:trace>
  <inkml:trace contextRef="#ctx0" brushRef="#br0" timeOffset="11309.26">28289 12352 0,'0'0'0,"-80"0"15,80-40 16,241-81-15,-201 121-16,80-40 16,-80 40-16,0-40 0,0 40 0</inkml:trace>
  <inkml:trace contextRef="#ctx0" brushRef="#br0" timeOffset="11769.23">29252 12191 0,'0'-40'32,"0"80"15,0 1-47,0-1 15,0 0-15,0 0 16,40-40-16,-40 40 0,40-40 0,-40 40 15,41-40-15,-41 40 0,40 0 16,0 0-16,0 0 0,0 1 16,-40-1-1,40 0-15,-40 0 0,0 0 16,0 0-16,0 0 0,0 0 0,-40 0 16,0 1-1,0-41-15,0-41 31,0 41-31,40-40 0</inkml:trace>
  <inkml:trace contextRef="#ctx0" brushRef="#br0" timeOffset="12119.2">29373 12151 0,'-41'0'16,"82"0"-16,-82-40 0,41 0 31,41 0-31,-1 40 0,40-40 16,-40 0-16,161 0 16,-161 40-16,0-40 0,120-1 15,-119 41-15,39 0 31,-40 0-31,-40 41 47,-40-41-47,0 0 16,40 40 0,-40-40-16,-1 0 0,1 0 15,0 0-15</inkml:trace>
  <inkml:trace contextRef="#ctx0" brushRef="#br0" timeOffset="16688.93">15770 14798 0,'0'0'0,"0"-40"31,0 80 63,0 0-63,40-40-31,0 0 0,0 0 16,0 0-1,0 0-15,0 0 16,1 0-1,-1 0-15,0 0 0,0 0 0,0 0 16,0 0-16,0 0 16,0 0-16,1 0 0,-1 0 15,0 0-15,0 0 0,0-40 0,0 40 16,0 0 0,0 0-16,-40-40 0,41 40 0,-1-40 15,0 40-15,-40-40 16,40 40-16,0 0 0,0 0 31,0 0-31,0 0 16</inkml:trace>
  <inkml:trace contextRef="#ctx0" brushRef="#br0" timeOffset="17118.9">16733 14598 0,'0'0'15,"-40"0"1,80 0 31,0 0-32,0 0 1,0 0-16,0 0 16,0 0-16,0 0 15,1 0-15,-1 0 0,0 0 16,0 40-1,-40 0 1,0 0 0,0 0-16,0 0 0,-40 0 15,40 0-15,-40-40 0,40 41 0,0-1 0,0 0 0,-40-40 16,40 40-16,-41-40 16,41 40-16,0 0 0</inkml:trace>
  <inkml:trace contextRef="#ctx0" brushRef="#br0" timeOffset="18848.8">8707 16082 0,'-40'0'16,"0"0"-16,40-40 0,-40 40 16,0 0-16,0 0 15,0 0 1,0 0-16,40 40 16,0 0-1,-41-40-15,41 40 0,0 0 0,0 0 16,0 0-1,0 0-15,0 0 0,41 0 16,-1 1-16,0-1 16,0-40-16,0 0 0,-40 40 15,40-40-15,0 0 0,0-40 16,1-41 0,-41 41-16,40 0 0,-40 0 15,0 0-15,0 0 16,0 0-16,0 0 0,0 0 0,0 0 15,-40 40-15,40-41 16,0 1-16,-41 40 0,41-40 0,0 0 16,-40 40-1,40 40 32,40-40-31,-40 80-16,41-80 0,-41 41 15,40-1-15,-40 0 0,40 0 0,0 0 16,0 0-16,-40 0 16,40 0-16,0 0 0,0 0 0,1 1 0,-41-1 15,40 0-15,0 0 0,0 0 0,-40 0 0,40-40 16,-40 40-16,40 0 0,0 0 16,-40 1-16,0-1 0,0 0 0,40 0 0,-40 0 15,0 0-15,0 0 16,0 0-16,0 0 0,0 0 0,0 41 0,0-41 15,0 0-15,0 0 0,0 0 16,0 0-16,-40-40 0,40 40 0,0 0 0,-40 1 16,40-1-1,-40-40-15,0 0 16,0 0-16,0-81 16,0 41-16,40 0 15,-41 0-15,41 0 0,-40 0 0,40-40 0,-40 40 16,40-41-16,0 41 15,0-40-15,-40 40 0,40-40 0,0 40 0,0 0 16,0-1-16,0 1 0,0 0 16,40 0-16,-40 0 0,40 0 15,0 40-15,-40-40 0,41 40 0,-41-40 16,40 40 0</inkml:trace>
  <inkml:trace contextRef="#ctx0" brushRef="#br0" timeOffset="19268.83">8948 15961 0,'0'-40'31,"0"80"-31,80-120 16,-39 80-16,79 0 15,-80 0-15,40 40 32,41 0-17,-81 0-15,0 1 0,0 39 32,-40-40-32,0 0 15,-40-40 1,-40 0 15,40 0-31,40-80 16,-41 80-16,41-40 0,0 0 0,0-1 0,41-119 31,-1 120-31,40-40 31,-80 40-31,40-1 0,0 1 0,0 0 0,-40 0 16,40 40-16</inkml:trace>
  <inkml:trace contextRef="#ctx0" brushRef="#br0" timeOffset="19738.82">10032 15199 0,'-41'0'31,"41"40"-31,-40 1 16,0-1-16,40 0 0,0 40 31,0-40-31,0 0 0,40 0 16,41 40-1,-41-80 16,0 0-31,-40-80 16,0 40-16,40-40 16,-40 40-16,-80-40 15,80 40-15,0-1 16,-40 1 0,-1 0-1,41 120 1,81-39 15,-81-1-31,120 0 16,-120 0-16,40-40 0,0 0 0,0 0 0,-40 40 0,41-40 15,-1 0 1,80 0 0,-120-40-16</inkml:trace>
  <inkml:trace contextRef="#ctx0" brushRef="#br0" timeOffset="20198.8">10393 15079 0,'-40'-40'32,"40"80"-17,80-40-15,-80 40 16,40-40-16,0 0 0,0 0 15,0 0 1,0 0-16,1 0 0,-1-40 0,0 0 16,0 0-16,0 40 15,-40-40-15,0 0 16,0-1-16,0 1 16,-40 40-1,40-40 1,0 80 31,0 0-47,0 1 0,0-1 15,40 0-15,-40 0 0,40 0 0,-40 0 16,0 0-16,0 0 0,0 0 16,40 1-16,-40-1 0,0 40 0,0-40 0,0 0 15,0 0-15,0 0 16,41 0-16,-41 0 0,0 1 0,0-1 0,0 0 15,0 0-15,0 0 0,0 0 16,0 0-16,-41-40 16,1 0-16,0 0 15</inkml:trace>
  <inkml:trace contextRef="#ctx0" brushRef="#br0" timeOffset="20598.77">10955 14357 0,'0'0'31,"0"40"-15,80 40-1,0 41 16,0 39-15,-40-120-16,41 81 16,-81-81-16,40 0 0,0 0 15,0-40-15</inkml:trace>
  <inkml:trace contextRef="#ctx0" brushRef="#br0" timeOffset="20968.67">11677 14758 0,'0'0'15,"0"-40"1,40 0 0,40-80-1,-40 39 16,0 41-31,-40-40 32,-40 80-17,0 0-15,0 0 16,40 40 0,0 0-16,-40-40 0,40 40 15,0 1-15,0-1 16,0 0-16,40-40 15,-40 40-15,40-40 16,-40 40-16,40-40 0,0 0 16,1 0-16,-1 0 15,0 0-15,0 0 16,-40-40-16,40 0 0</inkml:trace>
  <inkml:trace contextRef="#ctx0" brushRef="#br0" timeOffset="21328.65">11958 14116 0,'0'-40'15,"0"80"-15,-40-80 16,40 80 0,40-40-16,-40 41 0,80-1 15,-40 0 1,0 0-16,-40 0 0,40-40 0,0 40 15,1 0-15,-1 0 16,-40 0 0,0-80 15,0 0-15,0 0-1,0 0-15,0 0 0,0 0 0,0 0 16,0 0-1,0-1-15,0 1 0,0 0 16,40 40-16,-40-40 16,40 40-16,0 0 15,0-40-15,0 40 0</inkml:trace>
  <inkml:trace contextRef="#ctx0" brushRef="#br0" timeOffset="21618.63">12640 14036 0,'0'0'16,"40"0"-16,-40-40 31,40 40-15,-40-80-16,40 40 0,-40 0 15,-40 40 17,0 0-17,0 40-15,0 0 16,40 0-16,-40-40 15,40 40-15,0 0 0,0 0 0,0 0 16,0 1-16,80-1 16,-40 0-16,0-40 15,0 0-15,0 0 0,0 0 16,1-40-16,-1 40 16,-40-40-16,40 40 0,0-41 0,0 1 15,-40 0-15</inkml:trace>
  <inkml:trace contextRef="#ctx0" brushRef="#br0" timeOffset="21918.63">13041 13395 0,'-40'-41'31,"40"1"-31,-40 40 16,40 40-1,40 1 17,-40-1-32,80 40 15,-80-40-15,40 0 0,-40 0 0,40-40 0,1 40 16,-41 0-16,40 1 0,0-1 16,0 0-16,-40 0 0,40-40 0,0 40 0,-40 0 15,40 0-15,0-40 0,-40 40 16,121 0-1,-121 0-15,40-40 0</inkml:trace>
  <inkml:trace contextRef="#ctx0" brushRef="#br0" timeOffset="22328.61">14205 12994 0,'-40'0'0,"40"40"47,40-40-47,-40 40 0,0 0 16,40 0-1,-40 0-15,40 0 0,0 0 0,0 0 0,-40 0 16,40 1-16,0-1 16,-40 0-16,0 0 0,41-40 0,-41 40 0,0 0 15</inkml:trace>
  <inkml:trace contextRef="#ctx0" brushRef="#br0" timeOffset="22518.6">14084 12633 0,'-80'0'16,"40"0"-16,40-41 15,0 1-15,40 40 16</inkml:trace>
  <inkml:trace contextRef="#ctx0" brushRef="#br0" timeOffset="23048.55">14606 12592 0,'0'0'15,"0"41"-15,0-1 16,40-40-16,0 40 15,0-40 1,1 80 0,39 0-1,-40 0 1,-40-120 31,-40 40-47,40-40 0,0 0 15,0 0-15,0 0 0,0 0 0,0 0 16,40 0 0,0 40-16,0 0 15,0 0-15,0 0 0,1 40 16,-1 0 0,-40 0-16,40 0 0,-40 0 15,0 0 1,0-80 15,0 0-31,0 0 16,0 0-16,0 0 0,0 0 0,0-1 15,40 1-15,-40 0 0,40 0 16,-40 0-16,40 40 0,0 0 16,0 0-16,1 0 15,-1 0-15,0 40 0,0 0 16,0-40-16,-40 40 15,0 0-15,40-40 0,-40 41 0,0-1 0,40-40 16,-40 40 0,40-40-16</inkml:trace>
  <inkml:trace contextRef="#ctx0" brushRef="#br0" timeOffset="24218.48">15890 12031 0,'-80'40'16,"160"-80"-16,-200 80 0,39 80 15,81-79-15,-40-1 16,40 0-16,81 40 31,39-80-15,-80-80-1,-80-81 17,-40 81-17,80 40 1,40 80 0,40 80 15,40-79-16,1-41 1,-41-121 0,-80-39 15,-40-1-15,0 81-1,0 120 16,0 121-15,40-81 0,80-40-1,-40-160 17,-40 80-32,0-121 15,0 121-15,0-40 16,0 120 15,0 0-15,80 80-1,-80-80-15,80 121 16,-39-121-16,-41 0 0,40 40 16,-40-40-16,0 1 15,0-1-15,0 40 0,0-40 0,0 0 0,0 0 16,0 80-1,-81-120-15,41 41 32,0-41-32,40-81 15,0 41-15,0-120 16,0 120-16,40 0 0,0-81 16,1 81-16,39-120 31,-40 120-31,-40 0 0,0-1 0,40 41 0,-40-40 0,40 0 15,-40 0-15,0 0 16,40 0-16,0-80 16,-40 39-16,0 41 0,0-80 31,-40 80-31,40 120 31,0-40-31,0 121 31,0-121-31,0 0 0,0 0 0,0 0 16,81 0 0,-81 0-16,40-40 15,0-40-15,-40 0 16,40 0 0,0 40-16,40-120 15,-40 120-15,1-40 16,-41 80 31,0 0-16,-41-40-31</inkml:trace>
  <inkml:trace contextRef="#ctx0" brushRef="#br0" timeOffset="25758.39">16131 17205 0,'0'0'0,"-40"0"16,40-41 0,0 1 15,0 0-31,40 40 0,-40-40 15,0 0 1,40 40-16,0 0 16,0 0-16,0 0 0,0 40 15,1-40 1,39 0-16,-40 0 0,0 0 0,0 0 0,40 0 16,-39 0-16,-1 0 0,0-40 15,40 40-15,-40 0 0,0 0 0,0-40 0,1 0 16</inkml:trace>
  <inkml:trace contextRef="#ctx0" brushRef="#br0" timeOffset="26178.45">16452 16804 0,'-40'0'16,"40"-41"-16,40 41 47,0 41-47,0-41 16,0 0-1,0 0-15,0 0 0,1 40 16,-1-40-16,0 0 0,0 0 15,0 0-15,0 0 0,0 0 0,41 0 0,-41-40 16,0 40-16,40 0 0,-40 0 0,0 0 0,0 0 16,1 0-16,-1 0 15,0 0-15,-40 40 16,0 0 0,0 0-16,-40 0 0,0 0 15,-1 0-15,1 0 16,0 0-16,0 0 0,40 1 0,-40-1 0,0 0 15,40 0-15,-40-40 0,40 40 16,0 0-16,-40-40 0,40 40 0,0 0 16</inkml:trace>
  <inkml:trace contextRef="#ctx0" brushRef="#br0" timeOffset="26688.33">18619 16322 0,'0'0'0,"-40"0"31,40 40-15,0 41 0,0-41-16,0 0 15,0 0-15,0 0 0,0 0 0,0 0 16,0 0-16,40 0 0,-40 1 16,0-1-16,40 40 0,-40-40 0,40 0 0,-40 0 15,0 0-15,40 40 16,-40-39-16,40-1 0,-40 0 0,0 0 0,40 0 15,-40 0-15,0 0 0,0 0 16,0 0-16,0 1 0,0-1 0,0 0 16</inkml:trace>
  <inkml:trace contextRef="#ctx0" brushRef="#br0" timeOffset="26898.41">18498 17365 0,'-40'0'31,"40"-40"-31,0 0 16,161-81 0,-41 1 15,-80 80-31,81-40 15,-81 80-15,-40-40 0</inkml:trace>
  <inkml:trace contextRef="#ctx0" brushRef="#br0" timeOffset="27198.37">19341 16443 0,'0'0'15,"-40"-41"-15,0 1 16,0 40-16,-1 0 16,1 40-1,0 81 17,40 119-17,0-199-15,40 119 16,-40-120-16,0 0 0,40-40 15,41 40 1,39 0 0,-80-40-16,81-120 0</inkml:trace>
  <inkml:trace contextRef="#ctx0" brushRef="#br0" timeOffset="27708.28">19702 16523 0,'-40'0'0,"80"0"0,-120 0 31,160 0-15,-40 40 0,0-40-16,0 0 0,1 40 15,-41 0-15,0 0 16,0 0-16,0 0 0,0 1 0,0-1 15,-41 0 1,41 0-16,-40 0 0,40-80 31,0 0-31,0 0 16,40 0-16,1-1 0,-41 1 0,40 0 16,-40 0-16,40 0 15,-40 0-15,40 40 0,-40-40 0,40 0 0,0 0 16,-40-1-16,0 1 15,40 40-15,-40-40 0,0 0 16,-40 80 15,40 0-15,-40-40-16,40 40 16,-40-40-16,40 41 0,-40-41 0,40 40 0,0 0 15,0 0 1,0 0-16,0 0 15,40-40-15,-40 40 16,40-40-16,0 0 0,0 0 0,0 0 16,1 0-16,-1 0 0,0-40 0,0 40 15,0-40-15,0 40 16,0 0-16</inkml:trace>
  <inkml:trace contextRef="#ctx0" brushRef="#br0" timeOffset="28048.26">21026 16563 0,'-40'0'15,"40"40"1,0 0-16,40-40 16,-40 40-1,0 0-15,40 0 0,-40 1 0,0-1 16,0 0-16,0 0 15,-80 0-15,80 0 0,-40-40 0,40 40 0,-40-40 16,0 40-16</inkml:trace>
  <inkml:trace contextRef="#ctx0" brushRef="#br0" timeOffset="28628.22">21267 16042 0,'-40'40'16,"0"-40"-1,40 40-15,-81 0 16,81 0-16,0 0 15,0 0-15,41 0 16,39 0-16,0-40 31,-40 0-31,0 0 0,-40-40 0,40 0 16,-40 0 0,0 0-16,0 0 0,0 0 0,0 0 15,0 0-15,-40 40 16,0 0-16,40-41 0,0 122 47,40-81-47,-40 40 0,40 0 0,-40 0 15,41 0-15,-41 0 16,0 0-16,40 0 0,-40 0 0,40 1 0,-40-1 16,0 0-16,0 0 15,40 40-15,-40-40 0,0 0 0,0 0 16,0 1-16,0-1 0,0 0 15,-40-40-15,40 40 0,-40-40 16,0 0-16,-1 0 0,1 0 16,40-40-1,-40 40-15,40-40 0,0 0 16,0-1-16,0 1 16,0 0-16,40 40 0,-40-40 0,40 0 15,1 0 1,-41 0-16</inkml:trace>
  <inkml:trace contextRef="#ctx0" brushRef="#br0" timeOffset="28958.27">21989 15761 0,'0'0'16,"-40"0"-16,40 40 31,40 40-15,0-40-16,41 81 16,-81-81-16,0 0 0,0 0 15,40 0-15,-40 0 16,0 0-16,0 121 15,0-121-15,0 40 0,-40 40 16,-121 121 0,121-201-16</inkml:trace>
  <inkml:trace contextRef="#ctx0" brushRef="#br0" timeOffset="29448.17">23313 16082 0,'-40'0'15,"80"0"-15,-40 0 63,41 0-63,-1 0 0,0 0 15,0 0-15,0-40 16,0 40-16,40-41 0,-39 41 0,-1-40 0,0 40 16,0-40-16,0 40 0,0-40 0,0 40 0,-40-40 15,40 40-15,-40-40 0</inkml:trace>
  <inkml:trace contextRef="#ctx0" brushRef="#br0" timeOffset="29738.22">23715 15640 0,'-81'41'16,"162"-82"-16,-202 82 0,81-41 15,80 0 17,41 0-32,-41 40 0,0-40 0,0 0 15,0 40-15,0-40 16,0 0-16,0 0 0,1 40 0,-1 0 0,0-40 15,0 0-15,-40 40 0,40-40 16,-40 40-16,40 0 0,-40 0 16,0 1-16,-40-41 0,40 40 15,-40 0 1,0-40-16,40 40 0,-40-40 0</inkml:trace>
  <inkml:trace contextRef="#ctx0" brushRef="#br0" timeOffset="30268.12">25039 15159 0,'-80'0'16,"39"0"-16,41 40 0,-40 0 15,0-40-15,40 41 0,-40 79 31,0-80-31,40 0 0,0 40 16,0-40-16,0 0 0,0 1 0,0-1 0,0 0 16,0 0-16,40 0 0,0 40 15,121-40 17,-121-40-32,80-40 15,-80 40-15,-40-40 0,40 0 16,81-120-1,-121 79 1,0 41-16,-80-120 16,80 120-16,-41 0 0,-39-41 15,40 41-15,-120 0 16,119 40-16,1 0 16,0 0-16,40 40 15,-40 0-15</inkml:trace>
  <inkml:trace contextRef="#ctx0" brushRef="#br0" timeOffset="31798.11">26764 14919 0,'-40'40'63,"40"0"-32,0 0-15,0 0-1,-40 0-15,40 0 0,0 40 0,-40-39 0,40-1 16,0 0-16,0 0 0,0 0 16,0 0-16,0 0 0,40-40 0,-40 40 15,40-40 1,0 0-16,0 0 0,1 0 15,-41-40-15,40 40 0,-40-40 16,40 40-16,-40-40 0,40 0 0,-40 0 0,40 0 16,-40 0-16,0-1 0,0 1 15,0 0-15,0 0 16,0 0-16,-40 40 0,40-40 0,-40 40 16,-40 0-16,80-40 15,-41 40-15,1 0 0,0 0 0,0 0 16</inkml:trace>
  <inkml:trace contextRef="#ctx0" brushRef="#br0" timeOffset="32208.07">27125 14798 0,'0'0'0,"0"-40"16,41 40-16,39 0 31,40 80-15,-120-40-16,121 81 15,-121-81-15,40 0 0,0 0 16,-40 80-1,0-79-15,0-1 16,-80-40 15,39 0-31,41-81 32,-40 41-32,40-40 0,0 40 0,0 0 0,40-121 31,121-39-16,-121 160 1,40 0 0,-40 40-16,41 0 15</inkml:trace>
  <inkml:trace contextRef="#ctx0" brushRef="#br0" timeOffset="32917.98">29092 14357 0,'-40'0'0,"80"0"0,-121 0 16,81-40 15,-40 40-15,40-40 0,40 40 15,-40-40-31,41 40 0,-1 0 15,0 0-15,0 0 16,0 40-16,0 0 0,-40 0 16,40-40-16,-40 80 0,0-40 0,40-40 0,-40 41 15,0-1-15,0 0 16,0 0-16,0 0 0,-40 0 0,40 0 0,-40 0 16,40 0-16,-80 0 0,80 1 15,-40-41-15,40 40 0,-40-40 0,0 40 0,-1-40 16,1 0-1,40-40-15,0-41 16,0 41-16,0 0 0,0 0 0,40 40 16,-40-40-16,41 40 0,-41-40 15,40 40-15,0-40 0,0 40 0,0 0 16,0 0 0,0 0-16,-40 40 0,40-40 0,1 0 0,-1 40 15,0 0-15,0-40 16,-40 40-16,40 0 0,0-40 0,-40 40 15,40 1 1,0-41-16</inkml:trace>
  <inkml:trace contextRef="#ctx0" brushRef="#br0" timeOffset="33288.01">29894 14197 0,'-40'0'31,"80"0"-31,-120 40 16,80 0-16,0 0 16,0 40-1,0-40-15,40 0 16,40-40-16,1 81 15,79-41 1,-120 0 0,0-40-16,0 80 15,-40-40-15,0 40 16,-40-80-16,0 40 16,0 1-16,-120-1 15,-1 0 16,161-80-31</inkml:trace>
  <inkml:trace contextRef="#ctx0" brushRef="#br0" timeOffset="33478">29854 14317 0,'-40'-40'0,"80"80"0,-80-160 31,120 120-31,81-81 16,-81 41-16,201-40 31,-241 40-31,0 40 0</inkml:trace>
  <inkml:trace contextRef="#ctx0" brushRef="#br0" timeOffset="34387.95">31138 13876 0,'0'-40'16,"0"80"-16,-40-80 31,0 40-15,0 0 15,40 40-16,-40 0 1,40 0-16,-41 0 31,41 0-31,-40-40 0,40-40 110,0 80 30,0 0-140,40 0 16,-40 1-16,41-41 16,-41 40-16,0 0 0,0 0 0,40-40 0,-40 40 15,0 0-15,0 0 16,0 0-16,0 0 0,0 1 15,40-41-15,-40 40 16,40-40 0,-40-81-16,40 81 0,0 0 15,0-40-15,0 0 16,1 40-16,-41-40 0,40 40 0,0 0 16,0 0-1,0 0 1,-40 40-1,0 0-15,0 0 16,0 1-16,0-1 0,-40 0 16,40 0-16,-40-40 0,40 40 15,-40 0-15,0 0 0,-1 0 0,1 0 0,0 0 16,0 1-16,0-1 16,0-40-16,40 40 0,-40-40 15,0-80 1,40 39-16,0 1 0</inkml:trace>
  <inkml:trace contextRef="#ctx0" brushRef="#br0" timeOffset="34737.88">31018 13996 0,'-40'0'16,"40"-40"0,40 40-1,40-40-15,241-80 32,-241 120-32,161-81 15,-161 41-15,-40 40 0,0-40 16,41 40-16,-81-40 0,80 0 31,-120 80 16,0-40-47,40 40 16,-40-40-16</inkml:trace>
  <inkml:trace contextRef="#ctx0" brushRef="#br0" timeOffset="37507.82">10834 17365 0,'0'0'0,"0"-40"0,-40 40 0,0 0 16,80 0 31,-40 40 0,0 0-32,40-40-15,-40 40 0,40 0 16,0 0 0,1 1-16,-41-1 0,40 0 0,0 0 15,-40 0-15,40 0 16,-40 0-16,40-40 0,-40 40 16,40-40-16,-40-40 62,0 0-62,40 0 16,-40 0-16,40 0 15,1 0-15,-1 0 0,0 40 16,0 0 0,0 0-16,-40 40 15,40-40-15,-40 40 16,0 0-1,0 0-15,0 0 0,-40 0 16,0 0 0,0-40-16,40 40 15,-40-40-15,0 0 16,-1 0-16,1 0 16,40-40-1</inkml:trace>
  <inkml:trace contextRef="#ctx0" brushRef="#br0" timeOffset="37797.8">11516 17164 0,'0'-40'0,"0"80"0,0-40 47,40 0-31,-40 41-16,41-41 0,-41 40 0,0 0 0,40 0 16,-40 0-1,0 0-15,0 0 0,40 0 0,-40 0 16,0 1-1,0-1-15,0 0 0,40-40 0,-40 40 16</inkml:trace>
  <inkml:trace contextRef="#ctx0" brushRef="#br0" timeOffset="38007.79">11516 16964 0,'0'0'16,"-40"0"-16,0 0 16,0-40-16,80 40 31</inkml:trace>
  <inkml:trace contextRef="#ctx0" brushRef="#br0" timeOffset="38407.76">11757 17004 0,'40'40'16,"-40"0"-1,40 0-15,0 41 32,41-41-17,-81 40 1,40-80 15,-40-40-15,0-81-1,0 81-15,40-40 16,0 80 0,0 0-1,-40 40-15,0 0 0,0 0 16,40-40 0,-40 41-16,0-1 0,0 0 0,0 0 15,0 0 1</inkml:trace>
  <inkml:trace contextRef="#ctx0" brushRef="#br0" timeOffset="38877.65">12720 16763 0,'-120'41'16,"240"-82"-16,-280 82 0,119-1 0,1-40 16,40 40-1,0 0-15,0 80 32,40-40-17,41 1 1,-41-81-1,-40-81 17,0 41-32,-80-80 31,39 40-15,41 40-1,0 80 16,41 0-15,-1 0-16,0 0 16,0-40-16,0 40 0,-40 0 15,40-40-15,0 40 0,0-40 0,1 0 16,-1 0 0,-40 81-16,40-162 0,0 81 15,-40 0-15,40-40 0</inkml:trace>
  <inkml:trace contextRef="#ctx0" brushRef="#br0" timeOffset="39227.71">12961 16723 0,'0'0'16,"0"-40"-16,40 40 47,0 0-47,0 0 15,0 0-15,0 40 0,1-40 16,-41 40-16,40-40 0,-40 41 0,40-41 0,-40 40 16,0 0-1,40 0-15,-40 0 16,-40-80 15,40 0-15,0 0-16,-40 0 0,40-1 15,0 1-15,0 0 0,40 0 0,-40 0 16,40 40-16,-40-40 16,40 40-16,-40-40 0,40 40 0,-40-40 15,40 40 1,-40-40 0</inkml:trace>
  <inkml:trace contextRef="#ctx0" brushRef="#br0" timeOffset="39657.62">13442 16443 0,'40'40'62,"1"-40"-62,-1 0 32,0 0-32,0 0 0,-40 120 15,40-240-15,0 120 16,-40-40-16,40 40 0,-40 0 0,-40 40 0,120-80 15,-80-1-15,41 1 0,-41 0 32,-41 40-17,1 0 17,40 40 30,0 0-62,0 1 0,0-1 16,0 0-1,0 0-15,0 0 0,0 0 0,0 0 16,40-40-16,-40 40 0,0 0 16,0 1-16,0-1 0,41 0 0,-41 0 0,0 0 15,0 0-15,40 0 16,-40 0-16,0 0 0,0 0 0,0 1 15</inkml:trace>
  <inkml:trace contextRef="#ctx0" brushRef="#br0" timeOffset="40747.57">14445 16082 0,'41'0'31,"-41"40"-15,40-40-16,-40 40 0,40 0 16,-40 0-1,40 0-15,-40 0 16,0 0 0,0 0-16,0 1 15,-40-41-15,-40 0 16,39 0-1,1 0-15,0 0 0,40-41 16,-40 41-16,40-40 0,-40 0 16,40 0-16,0 0 0,0 0 15,0 0 1,40 0-16,0 0 0,0 0 16,41 40-16,-81-41 15,40 41-15,-40-40 0</inkml:trace>
  <inkml:trace contextRef="#ctx0" brushRef="#br0" timeOffset="41057.61">14767 15961 0,'40'0'0,"0"0"16,0 0 0,120 81 15,-79-1-16,-81 40 1,-40-80 0,-1-40-1,41-40 1,0-40 0,41-81-1,-1 121-15,40-40 31,-80 40-31,40 40 0,0-40 0,0 40 16</inkml:trace>
  <inkml:trace contextRef="#ctx0" brushRef="#br0" timeOffset="43357.39">11637 18368 0,'0'-40'0,"-40"-1"31,40 1 110,0 80 328,40-40-454,-40 41-15,0-1 0,40-40 0,0 0 0,-40 40 16,0 0-16,40-40 16,0 40-16,-40 0 0,40-40 15,-40 40-15,0 0 16,40-40-16,-40 40 16,0-80 46,0 0-62,0 0 16,0 0-1,-40 40 1,40-40 0,0 0-1,40 40-15,-40-40 16,41 40-16,-41-40 0,40 40 0,0 0 15,-40-41-15,40 41 16,0 0 0,-40 41-16,40-41 0,-40 40 15,40 0-15,0 0 16,-40 0 0,0 0-1,0 0-15,0 0 0,-40-40 0,40 40 16,-40-40-16,40 40 15,-40-40-15,40 41 0,-40-41 0,0 40 0,0-40 16,0 40-16,-1-40 16,1 0-1,40-40-15,0 0 16,0-1 0,0 1-16</inkml:trace>
  <inkml:trace contextRef="#ctx0" brushRef="#br0" timeOffset="44127.41">12319 17926 0,'0'0'0,"0"-40"31,0 80 31,40 1-62,-40-1 0,0 0 16,0 0-16,40 0 0,-40 0 16,40 0-16,-40 0 0,0 0 15,40 1-15,-40-1 0,0 0 0,40 0 0,-40 0 16,0 0-16,0 0 0,41 0 16,-41 0-16,0 0 0,0 1 0,40-41 0,-40 40 15,40-40 1</inkml:trace>
  <inkml:trace contextRef="#ctx0" brushRef="#br0" timeOffset="44687.38">12800 18047 0,'0'0'0,"-40"0"0,0 0 15,40-40 1,0 120 15,40-80-31,0 0 16,-40 40-16,40-40 16,-40 40-16,41 0 0,-41 0 0,40-40 0,-40 40 15,40 1-15,-40-1 16,0 0-16,40-40 0,-40-40 47,40 40-47,-40-40 0,0-1 0,0 1 15,0 0-15,0 0 0,40 0 16,-40 0-16,0 0 0,40 40 31,0 0-15,-40 40-16,41-40 15,-1 0-15,-40 40 0,40-40 0,-40 40 16,40-40-16,0 0 0,0 0 0,0 0 31,-40-40-31,0 0 16,0 0-16,0 0 16,0 0-16,0-1 0,0 1 0,-40 40 15,40-40-15,0 0 16,0 0-16,0 0 0,0 0 15,0 80 17</inkml:trace>
  <inkml:trace contextRef="#ctx0" brushRef="#br0" timeOffset="45137.28">14205 17485 0,'-40'0'0,"40"81"63,40-81-63,-40 40 15,40 0-15,-40 0 0,0 0 0,40 0 16,-40 0 0,0 0-16,0 0 0,40 0 0,-40 1 15,0-1-15,0 0 16</inkml:trace>
  <inkml:trace contextRef="#ctx0" brushRef="#br0" timeOffset="45337.33">14245 17285 0,'-40'-40'16,"80"80"-16,-120-120 15</inkml:trace>
  <inkml:trace contextRef="#ctx0" brushRef="#br0" timeOffset="45907.31">14445 17325 0,'0'40'16,"0"-80"-16,41 120 16,-1-40-1,0 0 1,-40 0-1,0 1-15,0-1 16,0-80 15,0-1-15,0 1 0,0 0-16,40 40 31,-40-40-31,40 40 0,0 0 15,-40 40 1,40-40-16,-40 40 16,41-40-16,-41 40 31,0-80 0,0 0-31,0 0 16,0 0-16,40 0 0,-40 0 0,40 0 15,-40 0 1,40 40-16,0 0 16,0 0-1,0 80 1,-40-40 0,0 0-16,40-40 0,-40 40 0,0 0 15,41-40 1,-41 40-16,0-80 15</inkml:trace>
  <inkml:trace contextRef="#ctx0" brushRef="#br0" timeOffset="47207.15">15288 16844 0,'-80'0'15,"160"0"-15,-200 0 16,80 40-16,40 0 16,0 0-1,0 0-15,0 80 32,40-120-32,0 40 15,0-40 1,-40-40-1,0 0-15,0 0 0,0 0 16,0 0 0,0 0-16,0 0 15,0 80 32,40-40-47,0 0 16,-40 40-16,40-40 0,-40 40 15,41-40-15,-1 0 16,-40-40-16,40 40 0,-40-40 16,0 0-1,40 0-15,-40 0 0,0-1 16,0 1-16,0 0 16,0 0-16,0 0 0,0 0 15,-40 40 1,40 40 15,-40-40-31,40 80 16,0-40-16,0 0 31,40-40-15,-40-40-1,40 0-15,-40 0 0,0 0 16,0 0-16,0 0 15,0 0-15,0 0 16,0-1 0,0 82 31,0-1-47,40 0 15,-40 0-15,0 0 16,0 0-16,0 0 0,40 0 0,-40 0 15,0 1-15,40-1 0,-40 0 0,0 0 16,0 40-16,0-40 16,0 0-16,0 0 0,0 0 0,0 1 0,0-1 15,0 0-15,0 0 16,-40-40-16,40 40 0,-40-80 47,40 0-47,0 0 15,0 0 1,0-1-16,0 1 0,0 0 16,0 0-16,40 0 0,-40 0 15,0 0-15,0 0 0,40 40 16,-40-40 0,40 40-16,-40-40 0,41 40 15,-41-41 1,40 1-16,-40 0 0,40 0 15,-40 0-15,40 40 16,-40-40-16,0 0 16,0 0 46,-40 40-31,0 0-15,40 40 15,0 0-15,40-40 0,-40 40-1,40-40 1,0 0-16,0 0 15,0 0-15,0 0 32,1 0-32,-41-40 0,0 0 15,40 40-15,-40-40 16</inkml:trace>
  <inkml:trace contextRef="#ctx0" brushRef="#br0" timeOffset="47377.21">16532 16322 0,'-40'0'15,"80"0"-15,-80-40 32,40 0-32</inkml:trace>
  <inkml:trace contextRef="#ctx0" brushRef="#br0" timeOffset="189798.65">20585 802 0,'-40'0'16,"40"-41"-1,0 1 79,40 40-94,0 0 16,-40-40-16,40 40 0,-40-40 15,40 40 1,0-40 0,0 40-1,1 0 1,-1 40-16,0 0 0,-40 40 15,40-80 1,-40 41-16,40-1 0,-40 0 0,0 0 0,0 40 16,0-40-16,0 0 0,0 0 0,0 41 0,0-41 15,-40 0-15,40 0 0,0 0 16,-40 0-16,0 0 16,40-80 15,0 0-31,0 0 15,0 0-15,40 0 0,-40 0 0,40-1 0,-40-39 16,40 40-16,-40 0 16,40 0-16,-40 0 0,40 0 0,-40 0 0,0 0 0,40 40 15,1-41-15,-1 41 16,0-40 0,0 40-16,0 0 0,0 0 15,0 40 1,0 1-16,-40-1 15,41-40-15,-41 40 16,0 0-16,0 0 0,0 0 16,0 0-16,0 0 15,0 0 1,0-80 15,0 0-31,0 0 16,40 0-16,-40 0 15,40 0-15,-40 0 0,0 0 0,40 40 16,-40-41-16,40 1 0,0 0 16,0 0-16,0 40 15,1 0-15,-1-40 16,0 40 0,0 0-16,0 0 15,-40 40-15,0 0 16,40 0-16,-40 0 0,0 1 15,40-41 1,-40 40-16,0 0 0,41 0 0,-41 0 0,0 0 16,0 0-16,0 0 0,40-40 0,-40 40 15,0 0-15,0 1 0,0-1 16,0 0-16,40 0 0,-40-80 94,0 0-79,40 0 17,-40-1 124,-40 41-125,40-40-31</inkml:trace>
  <inkml:trace contextRef="#ctx0" brushRef="#br0" timeOffset="191238.65">22952 521 0,'40'0'234,"1"0"-234,-41 40 0,40-40 0,0 40 16,0 0-16,0-40 0,-40 40 15,40 0-15,-40 0 0,40-40 16,0 41-16,1-1 0,-1 0 16,0-40-1,-40 40-15,40-40 0,0 0 0,0 0 16,0 40-1,0-40-15,1 0 16,-1 0 0,0 0-16,0 0 15,-40 40-15,40-40 16,-40-40 78,0 0-63,-40 40-15</inkml:trace>
  <inkml:trace contextRef="#ctx0" brushRef="#br0" timeOffset="192118.51">23675 481 0,'-41'0'15,"41"40"95,0 0-1,-40-40-109,40 40 16,-40 0-16,40 0 15,-40 0-15,0 0 0,40 1 0,-40-1 0,0 0 16,0 0-16,-1 0 15,41 0-15,-40 40 0,0-40 0,0 0 0,40 1 16,-40-1-16,40 0 0,-40-40 16,40 40-16,-40 0 0,40 0 15,0-80 235,0 0-234,0 0 0,40 40-16,-40-40 0,40 40 15</inkml:trace>
  <inkml:trace contextRef="#ctx0" brushRef="#br0" timeOffset="193388.44">24397 641 0,'0'-40'47,"40"40"-32,0 0 1,0 0-16,0 40 16,-40 0-1,40-40-15,-40 40 0,0 0 0,41-40 16,-41 41-16,0-1 15,0 0-15,0 0 0,0 0 16,0 0-16,0 0 0,0 0 16,-41-40-16,41 40 0,0 0 15,0-80 17,0 0-17,41 40-15,-41-40 16,0 0-16,40 0 0,-40 0 0,40 0 15,-40 0-15,40 40 16,-40-40-16,0-1 0,40 41 0,-40-40 0,40 40 16,-40-40-16,0 0 0,40 40 0,0-40 15,1 40 1,-41-40-16,40 40 16,0 0-1,0 0-15,0-40 16,0 80 15,-40 0-31,0 0 0,0 0 16,0 0-1,0 0-15,0 1 16,0-1 0,0 0-16,0 0 0,0 0 31,0 0-31,40-40 0,-40 40 31,40-40-31,1 0 16,-1 0 15,0 0-31,-40-40 0,40 0 16,0 40-1,-40-40-15,-40 40 141</inkml:trace>
  <inkml:trace contextRef="#ctx0" brushRef="#br0" timeOffset="198848.1">16171 2285 0,'0'-40'0,"-40"40"31,0 0 0,0 0-15,-1 0-1,41 40-15,-40-40 0,40 41 0,-40-41 0,0 0 16,40 40-16,-40 0 0,0 0 16,40 0-1,-40-40-15,40 40 0,0 0 0,-40-40 16,40 40-16,0 0 16,0 0-16,40-40 15,-40 41 1,40-41-16,-40 40 0,40-40 0,0 40 0,0-40 15,-40 40-15,40-40 0,0 40 16,1 0-16,-1-40 0,-40 40 0,40 0 16,0 0-16,-40 1 0,40-41 0,-40 40 15,0 0 1,0 0-16,0 0 0,-40 0 16,0 0-1,0-40-15,0 40 0,-1-40 16,1 0-16,0 0 15,0 0-15,0 0 0,0 0 16,40-40-16,-40 40 0,40-40 0,-40 40 16,40-40-1,0 0-15,0 0 16,40 0 0</inkml:trace>
  <inkml:trace contextRef="#ctx0" brushRef="#br0" timeOffset="199148.09">16372 2646 0,'0'0'16,"0"40"15,40 1-31,-40-1 0,40-40 16,-40 40-16,0 0 16,40-40-16,-40 40 0,40 0 0,-40 0 15,0 0 1,0 0-16,0 1 0,0-1 15</inkml:trace>
  <inkml:trace contextRef="#ctx0" brushRef="#br0" timeOffset="199358.09">16331 2406 0,'0'-80'31,"0"160"-31,0-201 16,41 121 0</inkml:trace>
  <inkml:trace contextRef="#ctx0" brushRef="#br0" timeOffset="199928.05">16693 2566 0,'0'-40'31,"40"40"0,0 0-31,0 0 0,0 0 16,0 0-16,0 0 0,0-40 16,1 40-16,-1 0 15,0 0-15,-40-40 16,0 80 31,0 0-16,0 0-15,0 0-16,-40 0 0,40 0 15,-40-40-15,40 41 16,-41-1-16,1 0 0,0 0 0,0 0 16,0 0-16,40 0 15,-40-40-15,40 40 0,0 0 0,0 1 31,0-82 1,0 1-17,80 40 17,-40 0-32,0 0 0,0 0 15,1 40-15,39-40 16,-40 41-16,0-41 0,0 40 0,0-40 0,41 40 15,-41-40-15,0 0 16,0 0-16,0 40 0,0-40 0,0 0 0,0 0 16,1 0-16,-1 0 0</inkml:trace>
  <inkml:trace contextRef="#ctx0" brushRef="#br0" timeOffset="200348.01">17615 2767 0,'41'0'47,"-1"0"-47,0 0 16,0 0-16,0 0 0,0 0 0,-40-40 15,40 40-15,-40-41 16,40 41-16,-40-40 15,0 0 1,-40 40 0,0 0-16,0 0 15,0 0 1,0 0-16,40 40 16,-40-40-16,0 40 15,40 1 1,-41-1-16,41 0 15,0 0-15,41 0 16,-41 0-16,80-40 0,-80 40 16,0 0-16,40 0 15,0-40-15,0 41 0,0-41 16,0 40 0,1-40-16</inkml:trace>
  <inkml:trace contextRef="#ctx0" brushRef="#br0" timeOffset="200767.99">18619 2606 0,'0'0'16,"-40"0"15,120 0-15,0-40-1,81 0 1,-121 40-16,80-40 31,-80 40-31,0-40 0,0 40 0</inkml:trace>
  <inkml:trace contextRef="#ctx0" brushRef="#br0" timeOffset="201167.96">18859 2807 0,'-40'40'31,"80"-80"-31,-120 80 15,120-40 1,0 0 0,1 0-1,-1 0 1,0 0-16,0 0 0,0 0 16,0 0-1,0-40-15,0 40 0,1 0 0,-41-40 16,40 40-1,-121 0 126</inkml:trace>
  <inkml:trace contextRef="#ctx0" brushRef="#br0" timeOffset="203347.93">13884 4291 0,'0'-40'31,"-40"40"0,40-41-15,-41 41-16,1 0 31,0 0-31,0 41 16,0-41 0,40 40-16,0 0 15,-40-40 1,40 40-16,0 0 0,0 0 15,0 0 1,40-40-16,0 0 16,0 0-16,0 0 31,0 0-31,1 0 16,-41-40-1,0 0-15,0 0 0,0 0 16,0 0-16,0 0 15,0-1-15,0 1 0,-41 40 16,41-40-16,-40 40 0,40-40 16</inkml:trace>
  <inkml:trace contextRef="#ctx0" brushRef="#br0" timeOffset="203707.82">14325 3850 0,'-40'0'16,"0"0"-1,40 40 1,-40 0-16,40 0 0,0 0 16,0 0-1,0 0-15,0 0 0,0 0 0,0 0 0,0 1 16,0-1-16,40 0 16,-40 0-16,40 0 0,-40 0 0,0 0 15,40-40-15,-40 40 16,0 0-16,40 1 0,-40-1 0,0 0 15,0 0-15,0 0 0,0 0 16,0 0-16,-40 0 16,40 0-16,0 0 0,-40-40 0,40 41 15</inkml:trace>
  <inkml:trace contextRef="#ctx0" brushRef="#br0" timeOffset="203907.8">14285 4812 0,'-40'0'16,"80"0"-16,-120-80 16,80 40-16,0 0 15,0 0 1,40-1 0,80 1-1,1-80 1,-81 120-16</inkml:trace>
  <inkml:trace contextRef="#ctx0" brushRef="#br0" timeOffset="204227.78">15409 3970 0,'0'-40'16,"0"80"31,40-40-47,-40 40 15,40-40-15,-40 40 0,40 0 16,-40 0-16,0 0 16,40-40-16,-40 40 0,0 1 0,40-1 15,-40 0 1,0 0-16,0 0 0</inkml:trace>
  <inkml:trace contextRef="#ctx0" brushRef="#br0" timeOffset="204417.84">15449 3769 0,'0'0'15,"-121"-40"1,161 0 15</inkml:trace>
  <inkml:trace contextRef="#ctx0" brushRef="#br0" timeOffset="204957.76">15810 3809 0,'0'0'15,"0"41"-15,40-41 16,0 120 15,0 0-15,-40-40 0,0-40 15,40-80-16,-40 0 1,40 0 0,1 40-16,-41-40 0,40 40 15,0 0 1,0 0-16,-40 40 16,40-40-1,-40 40-15,0 0 0,0 0 31,0-80 1,0 0-32,0 0 15,80 0-15,-80 0 0,0 0 16,40 40-16,-40-40 16,41 40-16,-1-40 0,0 40 15,0 0 1,-40 40-16,0 0 15,40-40-15,-40 40 0,0 0 16,0 0 0,0 0-16,0 0 0,40-40 15</inkml:trace>
  <inkml:trace contextRef="#ctx0" brushRef="#br0" timeOffset="206117.67">17054 3729 0,'0'0'0,"-40"0"0,-1 0 16,1 0 0,0 0-1,40 40-15,0 0 16,0 1-16,0-1 0,0 0 15,0 0 1,40-40 0,-40-40 15,0 0-15,0 0-1,0 80 32,40-40-31,-40 40-16,41-40 15,-41 40-15,40-40 0,0 0 16,0 0 0,-40 40-16,40-40 0,0 0 0,0 0 15,-40-40 1,40 40-16,-40-40 0,0 0 15,0 0-15,41 40 16,-41-41 0,0 1-16,-41 40 31,1 0-15,40 40 15,0 1-16,0-1-15,0 0 16,40-40 15,-40-40-15,0 0-16,0-1 16,0 1-16,0 0 31,0 80-16,0 0 1,0 1-16,0-1 16,0 0-16,0 0 0,41 0 0,-41 0 15,0 0 1,0 0-16,0 0 0,40 0 0,-40 1 0,0-1 16,0 0-16,0 0 15,0 0-15,0 0 0,0 0 0,-81 0 16,81 0-16,-40-40 15,40 41-15,-40-41 0,0 0 16,40-41 0,-40 1-16,40 0 15,0 0-15,0 0 0,80 0 16,-80 0-16,40 0 16,-40 0-16,40-1 0,1 1 0,-1 0 0,-40 0 15,40 0-15,0 0 0,0 0 16,0 40-16,-40-40 0,40 0 0,0 40 15,-40-40-15,0-1 0,41 41 0,-41-40 0,40 40 0,-40-40 16,40 40 0,-40-40-16,0 0 15,-40 40 17,40 40-17,0 0 1,-40 0-16,40 0 15,0 1-15,0-1 0,0 0 16,0 0-16,0 0 0,40 0 16,0 0-1,0-40 1,0 0-16,0 0 16,0 0-16,0 0 0,1-40 0,-1 40 15,0-40-15</inkml:trace>
  <inkml:trace contextRef="#ctx0" brushRef="#br0" timeOffset="207597.67">20143 2486 0,'0'0'0,"-40"0"0,40-40 16,0 0-16,81 40 16,-81-40-16,80 0 15,-40 40-15,0 0 16,0 0-16,0 0 16,-40 40-16,40-40 0,1 80 0,-1-40 15,-40 0-15,0 0 16,40-40-16,-40 40 0,0 0 0,0 0 0,0 1 15,0-1-15,0 0 0,0 0 16,0-80 31,0 0-31,0 0-16,0-1 15,0 1-15,0 0 0,40 40 16,0 0-1,0 0 1,0 0-16,0 40 0,-40 0 16,41-40-16,-41 41 15,0-1-15,0 0 0,0 0 32,0-80-1,0 0-31,0 0 0,0-1 15,0 1-15,40 0 0,-40 0 0,40 0 16,-40 0-16,40 0 16,0 0-16,0 40 0,-40-40 0,40 40 15,-40-40-15,40 40 16,1 0-16,-1 0 16,0 40-1,0-40-15,-40 40 16,40-40-16,-40 40 0,0 0 15,0 0-15,40-40 0,-40 40 0,0 0 16,0 0-16,0 0 0,40-40 0,-40 41 16,0-1-1,0 0-15,0 0 16</inkml:trace>
  <inkml:trace contextRef="#ctx0" brushRef="#br0" timeOffset="207917.57">22029 2326 0,'0'0'0,"41"40"47,-1 0-47,0 0 0,-40 0 16,40-40-16,0 40 16,0-40-16,-40 40 0,40-40 0,0 40 0,1-40 15,-1 40-15,0-40 16,-40 40-16,40-40 0,0 0 15,0 0-15,0 0 16</inkml:trace>
  <inkml:trace contextRef="#ctx0" brushRef="#br0" timeOffset="208167.62">22551 2285 0,'0'0'16,"-40"0"-16,0 0 31,40 41-31,0-1 0,-40-40 16,40 40-16,0 0 0,-40 0 16,-1 0-16,41 0 0,-40 0 0,0 0 15,40 0-15,-40 1 16,40-1-16,0 0 0,-40-40 0,40 40 0,0 0 15,-40 0-15</inkml:trace>
  <inkml:trace contextRef="#ctx0" brushRef="#br0" timeOffset="208817.6">23033 2285 0,'0'0'16,"-41"0"-16,82 0 47,-1 0-32,-40 41-15,40-41 0,0 0 16,-40 40-16,40-40 15,-40 40-15,40-40 0,-40 40 0,0 0 16,0 0-16,0 0 0,0 0 16,-40 0-1,40 0-15,0-80 47,40 0-31,-40 0-16,40 0 0,-40 0 15,40 0-15,1 0 0,-1 0 16,0 0 0,0 40-16,-40-41 0,40 41 15,0 0 1,-40 41 0,40-41-16,-40 40 15,40 0-15,-40 0 0,0 0 16,41 0-1,-41 0-15,0 0 0,0 0 16,0 0-16,40-40 0,-40 41 16,40-41-1</inkml:trace>
  <inkml:trace contextRef="#ctx0" brushRef="#br0" timeOffset="209127.56">24236 2205 0,'81'40'31,"-41"0"-15,0-40-16,0 0 0,0 41 16,0-1-16,0-40 15,0 0-15,1 40 0,-1-40 0,0 40 16,0-40-16,0 40 0,0-40 16,0 40-16,0-40 0,1 40 31</inkml:trace>
  <inkml:trace contextRef="#ctx0" brushRef="#br0" timeOffset="209397.55">24758 2125 0,'-40'40'16,"40"0"0,-40 0-1,-41 81 1,81-81-16,-40 80 16,40-80-16,0 0 0,-40 0 15,40 0-15,0 1 16,-40-1-16</inkml:trace>
  <inkml:trace contextRef="#ctx0" brushRef="#br0" timeOffset="-213809.54">25841 1764 0,'-40'0'0,"0"0"0,0 0 15,40-40 1,-40 40-16,0 0 16,0 0-1,0 0 1,-1 0 0,1 40-1,40 0-15,-40 0 16,0 0-16,40 0 0,-40 1 15,40-1-15,0 0 16,0 0 0,0 0-16,40-40 0,0 40 15,0-40 1,-40 40-16,0 0 16,40-40-16,1 40 15,-1 1-15,-40-1 0,0 0 16,0 0-1,0 0 1,-40-40-16,40 40 16,-41-40-16,1 0 15,0 0 17,40-40-32,0 0 0,0 0 15,80 40 1,-80-40-16,0 0 0,41 40 15,-1-41-15,0 41 0,0 0 0,0 0 16,0-40 0,0 40-16,0 0 0,1 0 0,-1 0 15,0-40-15,0 40 16,0 0-16,0 0 0,-40-40 0,40 40 0,0 0 16,1-40-16,-1 40 15,-40-40-15,0 0 47,-40 40-31,40 40 46,0 0-46,0 0-16,0 0 0,0 0 15,0 0-15,0 1 16,0-1 0</inkml:trace>
  <inkml:trace contextRef="#ctx0" brushRef="#br0" timeOffset="-213569.57">26323 1724 0,'-40'0'15,"0"0"1,80 0 15,-40 40-31</inkml:trace>
  <inkml:trace contextRef="#ctx0" brushRef="#br0" timeOffset="-212959.68">26564 2005 0,'0'0'0,"40"0"47,-40-40-47,40 40 16,0 0-16,0 0 0,0 0 0,0 0 0,1-41 15,-1 41 1,0 0-16,0 0 0,-40 41 78,-40-41-78,40 40 0,-40 0 31,0 0-31,40 0 0,-41-40 0,41 40 16,-40 0-16,40 0 16,-40-40-16,40 40 0,-40 1 15,40-1 1,0-80 31,40 40-32,-40-41 1,40 41-16,0 0 0,1 0 16,-1 0-1,0 0-15,0 0 0,0 0 16,0 0-16,0 0 0,0 0 0,1 0 15</inkml:trace>
  <inkml:trace contextRef="#ctx0" brushRef="#br0" timeOffset="-212559.71">27326 2085 0,'0'0'0,"-40"0"16,120 0 15,-40 0-31,-40-40 0,40 40 16,41 0-1,-41 0-15,0-40 0,-40 0 16,-40 40 15,0 0-31,0 0 31,-1 0-15,41 40 0,-40-40-16,40 40 0,0 0 31,0 0-31,0 0 0,40 0 15,1 0-15,-41 0 16,40-40 0,0 0-16</inkml:trace>
  <inkml:trace contextRef="#ctx0" brushRef="#br0" timeOffset="-211779.75">28129 2005 0,'0'40'16,"0"0"15,0 0-15,-81 0-1,41-40-15,40-40 31,0 0-15,40 0-16,0 0 16,1 40-16,-1-40 15,0 40-15,0-41 0,0 41 0,-40-40 16,40 40-16,0-40 16,-40 0-16,0 0 15,0 0 1,-40 40-16,40-40 15,-40 40 1,40 40 31,0 0-47,0 0 0,-40 0 0,40 0 16,0 0-16,0 1 0,-40-1 15,40 0-15,0 0 0,0 0 0,0 0 0,-40 0 16,40 0-16,0 0 0,0 1 0,0-1 15,0 0-15,0 0 16,-40 0-16,40 0 0,0 0 16,-41-40-1,1 0 17,0 0-17,40-40-15,0 0 16,0 0-16,0 0 0,0 0 15,40 40-15,-40-40 0,40 40 0,-40-41 16,0 1 0,41 40-16,-1 0 0,0-40 0,0 40 15,0 0 1,0 0-16,0 0 0</inkml:trace>
  <inkml:trace contextRef="#ctx0" brushRef="#br0" timeOffset="-210769.81">25199 3248 0,'40'-40'32,"1"40"-32,-41-40 0,40 40 15,0 0 1,0-40-16,0 40 0,-40-40 0,40 40 16,0 0-1,-40-41-15,41 41 0,-41-40 0,0 0 16,0 0-1,-41 40 1,1 0 0,0 40 15,40 0-15,-40-40-16,40 40 0,-40 1 15,40-1-15,-40-40 16,40 40-16,0 0 0,0 0 15,0 0-15,0 0 0,0 0 0,40-40 16,-40 40-16,40-40 16,-40 40-16,40 1 0,0-41 0,0 40 15,1-40-15,-1 0 0,0 40 16,0-40-16,0 0 0</inkml:trace>
  <inkml:trace contextRef="#ctx0" brushRef="#br0" timeOffset="-210419.83">25922 3047 0,'-40'-40'15,"80"80"-15,-80-120 16,40 120 0,0 0-1,40 1-15,-40-1 16,40 0-16,-40 0 0,0 0 0,40 0 15,0 0-15,-40 0 0,0 0 16,0 0 0,40-40 15,-40-40-15,0 0-1,40 40-15,-40-40 0,40 0 0,-40 0 0,41 0 16,-1 0-16,0 0 15,0 40 1,-40-40-16,40 40 0,0 0 16,0 0-1</inkml:trace>
  <inkml:trace contextRef="#ctx0" brushRef="#br0" timeOffset="-210029.78">26403 3248 0,'40'0'16,"-40"-40"0,121 0-1,-81 0 1,-40 0 15,0-1-31,0 1 16,-40 40 15,0 0 0,40 40-31,-41 1 32,1 79-17,40-40 1,40 0-1,1-80-15,39 0 32,-40 0-32,0 0 0,0 0 15,0 0-15,0-40 0</inkml:trace>
  <inkml:trace contextRef="#ctx0" brushRef="#br0" timeOffset="-209709.79">26885 3047 0,'0'0'0,"0"-40"0,-40 40 31,40 40-15,40 1 0,0-1-16,40 40 31,-80-40-31,0 0 0,0 0 15,-40-40 1,0 0 0,40-40 15,0-40-15,80-40-1,-40 120-15,0-41 16,0 1-16,1 40 15,-1-40 1</inkml:trace>
  <inkml:trace contextRef="#ctx0" brushRef="#br0" timeOffset="-209289.9">27286 2887 0,'0'40'31,"0"0"-31,0 0 15,40-40-15,-40 40 16,40-40 0,0 0-16,0 0 31,-40-40-15,41 40-1,-41-40-15,0 80 63,-41 0-48,41 1-15,0-1 16,-40 0 0,40 0-16,0 0 0,0 0 0,-40 0 15,40 0-15,0 0 16,0 0-16,0 1 0,-40-1 15,40 0-15,-40-40 0,40 40 0,-40-40 16,0 40 0,0-40-16,40 40 0,-41-40 15,1 0-15</inkml:trace>
  <inkml:trace contextRef="#ctx0" brushRef="#br0" timeOffset="-207819.91">27928 2967 0,'0'0'0,"0"40"63,0 0-63,0 1 0,0-1 15,0 0-15,0 0 0,0 0 0,40-40 16,-40 40-16,0 0 0,0 0 16,0 0-16,0 0 15,0 1 1,40-41 0,-40-41 15,-40 1-16,40 0-15,-40 0 16,40 0-16,0 0 0,0 0 16,0 0-1,0 0-15,0 0 0,0-1 16,40 1 0,0 0-16,-40 0 15,40 40 1,0 0-16,-40-40 0,41 40 15,-1 0-15,0 0 16</inkml:trace>
  <inkml:trace contextRef="#ctx0" brushRef="#br0" timeOffset="-207349.94">27968 2967 0,'0'-40'32,"40"40"-32,0 0 15,-40-40 1,40 40-16,1 40 31,-41 0-31,40 0 16,-40 41-16,0-41 15,0 0 1,0 0-16,-40-40 16,40 40-1,-41-40-15,1 40 0,0-40 0,0 0 16,0 0 0,0 0-16,0 0 31</inkml:trace>
  <inkml:trace contextRef="#ctx0" brushRef="#br0" timeOffset="-207079.98">28450 2967 0,'0'0'16,"0"40"31,0 0-47,0 1 15,0-1-15,0 0 16,0 0-16,40-40 0,-40 40 0,0 0 15,0 0-15,0 0 16</inkml:trace>
  <inkml:trace contextRef="#ctx0" brushRef="#br0" timeOffset="-206880.04">28409 2847 0,'0'-40'15,"0"80"-15,0-120 32,41 80-32,-1 0 15</inkml:trace>
  <inkml:trace contextRef="#ctx0" brushRef="#br0" timeOffset="-206640.06">28690 2847 0,'0'40'0,"81"-40"47,-81 40-47,0 0 0,40-40 0,0 0 15,0 40-15,0 0 16,0 1-16,0-1 16,-40 0-1,41-40-15,-41 40 0</inkml:trace>
  <inkml:trace contextRef="#ctx0" brushRef="#br0" timeOffset="-206440.07">29011 2887 0,'-40'0'31,"80"0"-31,-120 0 16,80 40-16,-40 40 15,0 41 1,0-1 15,40-80-31,-40-40 0</inkml:trace>
  <inkml:trace contextRef="#ctx0" brushRef="#br0" timeOffset="-205810.02">29252 3047 0,'0'-40'0,"40"40"0,-40-40 31,40 0-15,-40 0-1,-40 40 1,40-40-1,-40 40 1,0 0 15,40 80-15,-40 81 0,120-121 15,-40 0-31,41-40 15,-1-80 17,-40 80-32,0 0 0,-40-41 0,0 1 0,0 0 15,40 40-15,0-80 16,-40 40-16,40 0 31,-40 0-31,41-81 16,-41 81-16,0 0 0,0 0 31,-41 40 0,41 40-15,0 0 0,0 0-16,0 0 0,-40 1 15,40-1-15,0 0 16,-40 0-16,40 0 0,0 0 0,0 0 0,0 0 15,0 0-15,0 1 0,80-41 0,-80 40 16,0 0 0,81-40-16</inkml:trace>
  <inkml:trace contextRef="#ctx0" brushRef="#br0" timeOffset="-187941.1">14405 5454 0,'0'0'0,"-40"0"0,-80-40 15,240 40 1,-200 80-16,160-160 0,-40 80 0,0 0 31,-80 0 125,0 0-140,0 0-16,0 0 16,0 0-16,0 40 31,40 0-31,-40 0 0,40 0 15,0 0 1,0 0-16,0 0 16,0 0-1,0 1-15,40-41 16,-40 40-16,40-40 16,-40 40-16,40-40 0,-40 40 15,40-40-15,0 0 0,0 0 16,0 0-1,1 0-15,-1 40 16,0 0 0,-40 0-1,0 0 1,0 0 0,-40-40-16,40 41 0,-40-41 15,-1 0-15,1 40 16,0-40-16,0 0 0,0 0 0,0 0 15,0 0-15,0 0 16,-1 0 0,41-40-16</inkml:trace>
  <inkml:trace contextRef="#ctx0" brushRef="#br0" timeOffset="-187621.14">14847 5454 0,'0'0'16,"0"40"15,0 0-31,0 0 16,0 0-1,0 0-15,0 0 0,0 0 0,40 1 16,-40-1-16,0 0 16,40 0-16,-40 0 0,0 0 15,0 0-15</inkml:trace>
  <inkml:trace contextRef="#ctx0" brushRef="#br0" timeOffset="-187411.16">14767 5333 0,'-81'-40'16,"162"80"-16,-162-120 16,121 80-1</inkml:trace>
  <inkml:trace contextRef="#ctx0" brushRef="#br0" timeOffset="-186861.1">15088 5454 0,'-41'0'16,"82"0"15,-1 0-31,0 0 0,0 0 15,0 0-15,0-40 16,0 40-16,0-40 0,1 40 0,-1-41 16,0 41-1,0-40-15,0 40 0,0 0 32,-160 40 14,200-40-46,-120 41 0,40-1 16,-40 0-16,0 0 16,40 0-16,-40 0 0,-1 0 15,41 0 1,-40-40-16,40 40 0,0 0 0,0 1 16,-40-41-16,80-41 46,0 41-30,1 0 0,-41-40-16,40 40 15,0 0-15,0-40 0,0 40 16,0 0 0,0-40-16,0 40 0,1 0 0,-1 0 15,0-40-15,0 40 0,0 0 0,0-40 16,0 40-16,-40-40 0</inkml:trace>
  <inkml:trace contextRef="#ctx0" brushRef="#br0" timeOffset="-186421.14">16010 5333 0,'-40'0'16,"80"0"-16,-40 0 16,81 0-1,-41-40-15,-40 0 0,40 0 16,0 40-16,0 0 16,0-40-16,0-40 15,-40 40 1,-40 40-1,0 0 1,0 40 0,-40 0 15,80 40-15,0 40-1,80-79 1,40-1 15,-79-40-31,79 0 16,-80 0-16</inkml:trace>
  <inkml:trace contextRef="#ctx0" brushRef="#br0" timeOffset="-185611.17">17174 4892 0,'40'0'31,"0"0"-15,0 40 0,1 0-16,-41 1 0,40-41 15,-40 40-15,0 0 0,0 0 16,0 0-1,-40 0-15,-1 0 16,1-40 0,40-40-1,0 0 1,0 0-16,0 0 0,0 0 0,40 40 16,-40-40-16,0-1 0,81 1 0,-41 0 15,0 40-15,-40-40 16,40 40-16,0 0 0,0-40 15,-40 40-15,40 0 0,-40-40 16,0 80-16,41-80 0,-41 0 0,40 40 0,-40-40 16,0 80 46,0 0-46,0 0-1,0 0-15,0 0 0,0 0 0,40 0 16,-40 1-16,40-1 16,-40 40-16,40-40 0,-40 0 0,40 0 0,-40 0 15,40 0-15,-40 1 0,0-1 16,0 0-16,0 0 0,0 0 0,0 0 16,0 0-16,-40-40 0,40 40 15,-40-40 1,0 0-1,0-40-15,40 0 16,0 0-16,-40 0 16,40 0-16,0 0 15,0 0-15,0-1 0,40 41 16,-40-40-16,80 0 16,-40 0-16,0 0 0,0 40 15,-40-40-15,41 40 0,-1-40 16</inkml:trace>
  <inkml:trace contextRef="#ctx0" brushRef="#br0" timeOffset="-184811.31">19060 4692 0,'0'0'0,"-40"0"15,0 0 1,40 40-16,-40-40 0,40 40 16,-40-40-16,-1 40 15,41 0-15,-40-40 0,40 40 0,-40-40 16,40 40-16,0 0 16,-40-40-16,40 41 0,0-1 0,0 0 0,0 0 15,0 0-15,0 0 0,40-40 0,-40 40 16,40 0-16,0-40 15,1 0-15,-1 40 0,0-40 0,0 0 16,0 0 0,0-40-16</inkml:trace>
  <inkml:trace contextRef="#ctx0" brushRef="#br0" timeOffset="-184521.26">19501 4812 0,'0'40'31,"41"-40"-31,-1 40 16,-40 0-1,0 0-15,0 1 0,0-1 16,0 0-16,0 0 16,-40-40-16,-1 40 0,1-40 15,0 0-15,0 0 0,0 0 16,40-40-16,-40 40 15,0 0-15,40-40 0,-40 0 16,40 0-16,0-1 16,0 1-16,0 0 0,40 40 0,-40-40 15,40 40-15,0 0 16,-40-40-16,40 40 0,0 0 0,-40-40 16</inkml:trace>
  <inkml:trace contextRef="#ctx0" brushRef="#br0" timeOffset="-184271.35">19662 4531 0,'0'0'16,"0"40"15,0 1-31,0-1 16,0 0-16,0 0 15,0 0-15,40 0 16,-40 0-16,0 0 16,0 0-16,40 0 0,-40 1 15,0-1-15,0 0 16,0 0-16,40-40 16,-40 40-16</inkml:trace>
  <inkml:trace contextRef="#ctx0" brushRef="#br0" timeOffset="-183941.37">20224 4692 0,'-40'40'16,"80"-80"-16,0 40 15,0 40 1,0 0-1,-40 0 1,-40 0 0,-40 0 15,-1-40-15,41-40-16,40 0 31,0 0-16,81 0 1,-81 0-16</inkml:trace>
  <inkml:trace contextRef="#ctx0" brushRef="#br0" timeOffset="-183621.38">20424 4612 0,'40'40'31,"1"0"-15,-1-40 0,-40 40-16,40-40 0,0 40 0,0 0 15,0-40 1,-40 40-16,0 0 16,-40-40 15,0 0 0,40-40-31,0 0 31,0 0-31,0 0 0,40 40 16,-40-40-16,40 40 0,-40-40 16,40 40-16,0 0 15,1-40-15</inkml:trace>
  <inkml:trace contextRef="#ctx0" brushRef="#br0" timeOffset="-182971.39">21468 4612 0,'0'0'0,"0"-41"16,40 41 15,-40 41-31,0-1 16,40 40-16,-40-40 16,0 0-16,40 0 0,-40 0 15,0 0 1,0 0-16,0 1 0,-40-41 15</inkml:trace>
  <inkml:trace contextRef="#ctx0" brushRef="#br0" timeOffset="-182771.43">21468 4491 0,'-41'0'16,"82"0"-16,-122-40 15,121 40 1</inkml:trace>
  <inkml:trace contextRef="#ctx0" brushRef="#br0" timeOffset="-182251.37">21668 4531 0,'0'0'16,"0"40"-16,40 41 31,41-1-15,-41 0-1,0-80 64,0-40-79,0 0 15,0 0 1,0 40-16,1 0 31,-41 40-31,0 0 0,40-40 16,-40 40-1,0-80 32,40 40-47,0-40 16,-40 0-1,40 40-15,0-40 0,0 40 32,0 0-32,1 0 15,-41 40 1,40-40-16,-40 40 0,0 0 0,0 0 16</inkml:trace>
  <inkml:trace contextRef="#ctx0" brushRef="#br0" timeOffset="-181331.52">22912 4451 0,'0'0'0,"-80"0"31,40 0-31,0 40 16,0 40 0,40 41 15,40-81-15,0-40-16,0 0 31,0-80-16,0-1 1,-40 41-16,40 0 31,-40 80-15,0 41 0,0-1-1,40-40 1,41-40-1,-1-80 17,-40 40-32,0-81 31,0 121-31,-40-40 0,0 0 0,-40 80 31,40 0-15,-40 0-1,0 81 1,80-121 15,0-81-15,0 1 0,-40 0-1,0 120 16,0 0-15,0 0-16,0 0 16,0 1-16,0-1 0,0 0 0,0 0 15,0 0 1,0 0-16,0 0 0,0 0 0,0 0 16,0 0-16,0 1 0,0-1 0,0 0 0,0 0 15,0 0-15,0 0 0,0 0 16,0 0-1,-40-40 1,0 0-16,0-40 16,40 0-16,-40 0 15,40 0-15,0 0 0,0 0 16,0 0-16,0-1 0,40 41 16,-40-40-16,40 40 15,-40-40-15,40 40 0,0-40 0,0 40 16,1-40-1,-1 40-15,0 0 0,-40-40 16</inkml:trace>
  <inkml:trace contextRef="#ctx0" brushRef="#br0" timeOffset="-181081.51">23675 4571 0,'0'0'15,"40"0"1,0 0 0,120-40-1,-79 40 1,-41 0-16,120-40 15,-120 40-15,-40-40 0,40 40 16</inkml:trace>
  <inkml:trace contextRef="#ctx0" brushRef="#br0" timeOffset="-180901.47">24276 4692 0,'-40'0'0,"80"0"0,-80 40 31,121-40-31,-41 0 16,0 0-16,120-40 15,-79 40-15,-41 0 0,0 0 0</inkml:trace>
  <inkml:trace contextRef="#ctx0" brushRef="#br0" timeOffset="-179681.58">25962 4130 0,'0'-40'16,"-40"40"15,0 0-31,40 40 16,-41-40-16,41 40 0,-40 0 0,0-40 0,40 41 16,-40-41-16,40 40 15,-40-40-15,40 40 0,0 0 16,0 0-1,40 0-15,0-40 16,-40 40-16,40-40 0,0 0 16,1 40-16,-1 0 0,0-40 0,0 0 15,-40 41-15,40-41 0,-40 40 16,40-40-16,-40 40 0,0 0 16,-40-40-1,0 40 1,0-40-16,0 0 0,0 0 0,-1 0 15,1 0 1,0-40-16,0 0 16,40 0-16</inkml:trace>
  <inkml:trace contextRef="#ctx0" brushRef="#br0" timeOffset="-179431.55">26524 4251 0,'40'0'16,"-80"0"-16,80 40 16,-40 0-16,40 40 31,-40-40-31,40 0 0,0 40 31,-40-39-31</inkml:trace>
  <inkml:trace contextRef="#ctx0" brushRef="#br0" timeOffset="-179221.55">26644 4090 0,'0'0'31,"-40"-40"-31</inkml:trace>
  <inkml:trace contextRef="#ctx0" brushRef="#br0" timeOffset="-178791.67">26845 4251 0,'0'0'0,"40"0"16,0 0-1,0 0-15,80-41 32,-80 41-32,1 0 0,39 0 31,-80 41 16,0-1-47,-40-40 0,40 40 15,0 0-15,-40 0 16,40 0-16,-41-40 0,41 40 0,-40 0 16,40 0-1,-40-40-15,80 0 78,0 0-78,1 0 16,-1 0-16,0 0 16,0 0-16,0-40 0,0 40 0,0 0 15,0 0 1,1-40-16</inkml:trace>
  <inkml:trace contextRef="#ctx0" brushRef="#br0" timeOffset="-178431.62">27607 4331 0,'40'0'16,"0"-40"0,0 40-1,0-40 1,1-1-1,-41 1 17,-41 40-32,-39 0 31,80 40-31,-40 41 16,40-41-1,0 40 1,40-80-16,-40 40 15,40-40-15,41 40 16,-41-40-16</inkml:trace>
  <inkml:trace contextRef="#ctx0" brushRef="#br0" timeOffset="-177521.75">28329 4491 0,'-40'0'0,"0"0"31,0 0-31,40 40 16,-40-40-1,40 40-15,0 1 16,0-1 0,0 0-1,40-40 1,0 0-1,0-40-15,-40 0 16,40-1 0,-40 1-16,0 0 0,0 0 15,0 0 1,0 80 15,0 0-31,0 0 16,0 0-16,0 1 0,0-1 15,0 0-15,0 0 16,0 0-16,-40-40 0,40 40 0,0 0 16,0 0-16,0 0 15,0 0-15,-40 1 0,0-1 16,0-40 15,40-40-15,0-1-1,0 1-15,0 0 16,0 0 0,40 40-16,-40-40 0,40 40 0,0-40 31,0 0-31,0 0 16</inkml:trace>
  <inkml:trace contextRef="#ctx0" brushRef="#br0" timeOffset="-177191.75">28530 4491 0,'0'40'0,"40"-40"16,0 0-16,-40 40 0,40-40 31,0 41-31,-40-1 16,0 0-1,0 0 32,-40-40-15,40-40-32,0 0 15,0 0-15,40 40 16,-40-41-16,81 41 15,-81-40-15,40 40 16,0 0-16,0-40 16</inkml:trace>
  <inkml:trace contextRef="#ctx0" brushRef="#br0" timeOffset="-176821.79">29092 4451 0,'-40'0'32,"-1"40"-17,41 0 1,-40-40-16,0 40 16,80-40 46,0-40-46,1 40-1,-1 0 1,0 0 0,-40 40-16,40-40 15,0 0-15,-40 41 0,40-41 16,-40 40-1,40-40 1</inkml:trace>
  <inkml:trace contextRef="#ctx0" brushRef="#br0" timeOffset="-176461.74">29373 4411 0,'0'0'16,"40"40"15,0 40-15,40-40-1,-40 1 1,-40-82 15,0 1-15,0 0-1,0 80 17,0 0-32,0 1 15,-80 79 1,40-40 0,-40-40 15,39-40-31,1 0 0,0 40 0,0 0 0</inkml:trace>
  <inkml:trace contextRef="#ctx0" brushRef="#br0" timeOffset="-176121.76">30055 4050 0,'-40'0'15,"80"0"-15,-40 0 16,40 40 15,0 0-31,0-40 0,121 121 31,-121-121-31,0 0 0,40 40 16,81 0 0,-81-40-1</inkml:trace>
  <inkml:trace contextRef="#ctx0" brushRef="#br0" timeOffset="-175881.77">30576 3930 0,'-80'0'15,"40"0"-15,0 80 16,0-80-16,0 120 31,40-80-31,-41-40 0,41 81 16,-40-41-16,40 80 15,0-80-15,0 0 0,0 0 16,-40 0 0</inkml:trace>
  <inkml:trace contextRef="#ctx0" brushRef="#br0" timeOffset="-175311.81">31218 3809 0,'0'0'16,"0"-40"-1,40 40-15,1-40 31,-1 40-31,0 0 0,0 0 0,0 0 16,0 0-16,0 0 16,0 40-16,-40 0 15,0 81 1,-120-1 0,80-80 15,40 0-31,40 0 31,0-40-31,81 40 16,-1 1-1,-80-1-15,0-40 16,-40 40-16,0 0 0,0 0 16,-120 0-1,-81 40 16,-120-40-15,80-40 0</inkml:trace>
  <inkml:trace contextRef="#ctx0" brushRef="#br0" timeOffset="-172021.98">13362 5374 0,'40'0'63,"-80"40"-32,80-80-31,-80 40 0,0 0 31,-40 0 47,160 0-62</inkml:trace>
  <inkml:trace contextRef="#ctx0" brushRef="#br0" timeOffset="-171482.03">12840 6015 0,'0'0'0,"-40"0"15,0 0 1,40-40 0,40 40 15,0 0 0,1 0-31,-1 0 16,0 0-1,0 0-15,0-40 0,0 40 0,0 0 0,41-40 16,-41 40-16,0 0 16,40 0-16,0-40 0,-40 0 0,41 40 0,-1 0 15,-40-40-15,40 40 0,-40-41 0,1 41 0,-1 0 16,0 0-16,-40-40 0,40 40 16</inkml:trace>
  <inkml:trace contextRef="#ctx0" brushRef="#br0" timeOffset="-171132.13">13482 5534 0,'0'0'16,"0"40"31,41-40-47,-1 0 15,0 40-15,0-40 0,0 0 0,0 0 0,0 40 16,0-40-16,1 40 16,-1-40-16,0 0 0,0 0 0,0 0 0,0 0 15,0 40-15,0-40 16,1 0-16,-1 0 31,-40 41-31,-40-1 16,-1 0-1,41 0-15,-80 0 0,40 0 0,0 0 16,0 0-16,0 0 0,0-40 16,-1 41-1,1-41-15</inkml:trace>
  <inkml:trace contextRef="#ctx0" brushRef="#br0" timeOffset="-170232.18">14325 2887 0,'0'0'0,"-40"0"47,80 0 46,0 40-77,0-40-16,0 0 16,1 0-16,-1 0 0,0 40 15,0-40-15,0 0 0,40 0 0,-39 0 0,-1 0 16,0 0-16,0 0 16,0 40-16,0-40 0,0 0 0,0 0 0,1 0 15,-41-40-15,40 40 16,0-40-16</inkml:trace>
  <inkml:trace contextRef="#ctx0" brushRef="#br0" timeOffset="-169762.2">14967 2727 0,'-40'0'31,"80"0"16,0 40-31,0-40 0,1 0-16,-41 40 0,40-40 15,0 40-15,0-40 0,0 40 0,0 0 16,0-40-16,0 0 15,1 0-15,-1 40 0,0-40 0,-40 40 0,40-40 16,-40 40 0,0 1-16,-40-1 0,40 0 0,-80 0 15,39 0-15,1 0 0,0 40 0,0-40 0,0 0 16,0 41-16,0-41 16,0-40-16,40 40 0,-41 0 0</inkml:trace>
</inkml:ink>
</file>

<file path=ppt/ink/ink3.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7-24T07:35:08.654"/>
    </inkml:context>
    <inkml:brush xml:id="br0">
      <inkml:brushProperty name="width" value="0.05292" units="cm"/>
      <inkml:brushProperty name="height" value="0.05292" units="cm"/>
      <inkml:brushProperty name="color" value="#FF0000"/>
    </inkml:brush>
  </inkml:definitions>
  <inkml:trace contextRef="#ctx0" brushRef="#br0">21869 681 0,'-40'0'16,"40"-40"-1,-40 40-15,80 0 63,-80 0-32,-41 0-15,41 0-16,0 0 0,0 0 15,0 0 1,0 0-16,0 0 16,-1 0-1,1 0-15,40 40 63,0 0-48,0 0-15,0 1 16,0-1 0,0 0-16,-40 0 0,40 0 15,0 0-15,-40 0 16,40 0-16,0 0 0,0 0 0,0 1 0,0 39 16,0-40-16,0 0 15,0 40-15,0-40 0,0 0 0,40 41 0,-40-41 16,0 0-16,0 40 0,0-40 0,0 0 0,0 0 15,40 0-15,-40 41 0,0-41 16,0 0-16,0 0 0,0 0 0,0 0 0,0 0 16,0 0-16,0 1 15,0 39-15,0-40 0,0 0 0,0 0 0,0 0 16,0 0-16,0 0 0,0 0 16,0 1-16,0-1 0,0 0 0,0 40 0,0-40 15,0 0-15,0 40 16,0-39-16,0-1 0,0 40 0,0-40 0,0 0 15,0 40-15,0-40 0,0 0 0,0 1 0,0-1 16,0 0-16,0 0 0,0 0 16,0 0-16,0 0 0,-40 0 0,40 0 0,0 1 15,0-1 1,0 0-16,0 0 0,0 0 0,0 0 16,0 0-16,0 0 15,0 0-15,0 0 0,0 1 16,0-1 15,0 0 0,40-40 32,0 0-63,1 0 15,-1 0-15,0 0 0,0 0 16,0 0 0,0-40-16,0 40 0,0 0 15,1 0-15,-1-40 16,0 40-16,0-41 0,0 41 0</inkml:trace>
  <inkml:trace contextRef="#ctx0" brushRef="#br0" timeOffset="679.95">23073 922 0,'0'-40'16,"40"40"-16,-80 0 62,40 40-62,0 0 16,0 0-16,0 0 0,0 0 16,0 0-16,0 0 0,0 1 0,0 39 0,0-40 15,0 0-15,0 0 16,0 0-16,0 0 0,0 0 0,0 1 0,0-1 15,0 0-15,0 0 0</inkml:trace>
  <inkml:trace contextRef="#ctx0" brushRef="#br0" timeOffset="1439.98">24557 922 0,'0'0'0,"40"0"16,1 0-16,-1-40 16,0 40-1,80 0 1,-80 0-16,41 0 15,-41 0-15,0 0 16,-40 40-16,0 40 31,-40-40-31,-81 121 32,1-1-17,40-40 1,40 1-1,120-1 17,-80-80-32,80-40 0,0 0 31,-40 0-31,-40-40 0,41 40 0,-1-40 16,-40-40-1,0 40-15,-40-81 16,40 81-16,-121-80 31,121 80-31,0-41 0,-40 41 0,0-80 31,0 80-31,40-40 16,0 40 0,80 40-1,-40 0 1,81 40-1,-81-40-15</inkml:trace>
  <inkml:trace contextRef="#ctx0" brushRef="#br0" timeOffset="2139.87">26885 922 0,'0'0'16,"0"-40"-16,0 0 16,0 0-1,-40 40 1,40-41-16,-41 41 0,1 0 16,0 0-1,0 0-15,0 41 0,0-1 16,0 0-16,40 0 0,-40-40 0,40 40 15,-41 0-15,41 0 16,0 0-16,0 0 0,0 0 16,81-40-16,-81 41 15,40-41-15,0 0 16,0 0 0,-40-41-16,40 41 0,-40-40 0,40 40 0,-40-40 15,0 0-15,0 0 0,40 40 16,-40-40-16,0 0 0,41 40 15,-41-40-15,40 80 63,-40 0-63,0 0 0,40 0 0,-40 0 16,0 0-16,0 0 15,40 1-15,-40-1 0,0 0 0,0 0 16,0 0-16,0 0 0,0 0 0,0 0 0,0 0 15,-40 1-15,40-1 0,-40 0 16,0 0-16,-1-40 0,1 40 16,0-40-1,0 40-15,0-40 0,0 0 0,0 0 0,0 0 16,-1 0-16,1 0 0,0 0 16,0 0-16,0 0 0,40-40 0,-40 40 0</inkml:trace>
  <inkml:trace contextRef="#ctx0" brushRef="#br0" timeOffset="2739.91">28570 802 0,'0'0'0,"0"-41"31,-40 41 1,40 41-17,0-1 1,0 0-16,-40 0 0,40 0 0,0 0 15,-40 0-15,40 0 0,0 40 0,0-39 0,0-1 16,0 40-16,-41-40 0,41 0 16,0 0-16,0 0 0,0 0 0,0 1 15,0-1 1,41-40-16</inkml:trace>
  <inkml:trace contextRef="#ctx0" brushRef="#br0" timeOffset="3219.88">29172 882 0,'0'-40'16,"0"80"-16,-40-80 15,0 40 1,0 0 0,-1 120-1,-39 40 1,80-120-16,0 81 31,0-81-31,0 0 0,40 0 16,0-40-16,1 40 0,-1-40 0,80-40 31,-40-120-15,-40 79-1,-40 41-15,0-120 16,0 120-16,-40-40 16,0 40-1,-40-1 1,-40 82-1,-1 39 17,121-40-32</inkml:trace>
  <inkml:trace contextRef="#ctx0" brushRef="#br0" timeOffset="3989.83">22952 2446 0,'-40'0'15,"40"-40"-15,-40 40 47,40 40-31,0 0-16,0 0 0,0 0 15,-40 0-15,40 0 0,0 0 0,0 1 16,0-1-16,-40 0 16,40 0-16,0 0 0,0 0 0,0 0 15,0 0-15,40 0 16,0-40-16</inkml:trace>
  <inkml:trace contextRef="#ctx0" brushRef="#br0" timeOffset="4289.82">23514 2486 0,'0'0'0,"0"-40"16,-80 40 0,40 40-1,40 40 1,40 40-1,40 1 17,-40-41-17,-40 0 1,-160-40 15,120-40-31,-1 0 0,1-80 16</inkml:trace>
  <inkml:trace contextRef="#ctx0" brushRef="#br0" timeOffset="4409.73">23434 2486 0,'40'-40'16,"-80"80"-16,120-80 0,-40 40 16,0-40-16,0 40 0,1 0 0,-1 0 15,0-40-15,0 40 0,40 0 16,-40 0-16,0 0 0,1 0 0</inkml:trace>
  <inkml:trace contextRef="#ctx0" brushRef="#br0" timeOffset="4699.72">24999 2326 0,'0'0'15,"-40"0"17,40 40-32,0 0 0,0 0 0,0 0 15,0 0 1,0 0-16,0 0 0,0 0 0,0 0 15,0 1-15,-41-1 0,41 0 16,0 0-16</inkml:trace>
  <inkml:trace contextRef="#ctx0" brushRef="#br0" timeOffset="5079.69">25601 2285 0,'0'0'16,"0"-40"-1,-40 40 1,40 40 0,0 81 15,-41 39-16,41-40 1,41-79 0,-1-41-16,-40 40 15,40-40-15,0 0 16,-40-40-16,40-41 31,-40 41-31,-80 40 16,80-40-16,-40 40 0,0 0 15,-1 0-15,1 0 16,40 40-16</inkml:trace>
  <inkml:trace contextRef="#ctx0" brushRef="#br0" timeOffset="5469.75">26604 2366 0,'-40'0'16,"0"0"46,40 40-62,0 0 16,0 0-16,0 0 0,0 0 0,-41 0 15,41 0-15,0 0 0,0 1 0,0-1 16,0 0-16,0 0 16,0 0-16,41-40 15</inkml:trace>
  <inkml:trace contextRef="#ctx0" brushRef="#br0" timeOffset="6009.71">27085 2406 0,'0'0'16,"40"0"-16,41-40 16,-41 40-16,0 0 15,0 0 1,-40 40-1,-40 0 1,40 0-16,-161 80 16,121-80-16,-40 41 31,80-41-31,-40 0 0,40 0 0,-40 0 31,120 0-15,0 0-1,-40-40 1,-40-40-16,41 0 16,-41 0-16,0 0 0,0 0 15,-41-41 17,41 41-32,-80 0 15,80 0-15,0 0 0,-40 0 16,40-40-1,0 40-15,0 0 16,40 40-16,40-41 16,1 41 15,-41 0-31,0 0 0</inkml:trace>
  <inkml:trace contextRef="#ctx0" brushRef="#br0" timeOffset="6679.6">28450 2366 0,'0'0'16,"40"0"15,-40-40-31,40 40 16,0 0-16,0 0 15,-40 40-15,40-40 0,-40 40 0,0 0 16,0 0 0,0 0-16,0 0 0,0 0 0,-40 0 15,0 0-15,40 1 16,-40-41-16,0 40 0,0 0 0,-1-40 16,1 0-1,0 0-15,40 40 16,0-80 15,40 40-31,-40-40 0,40 40 31,1 0-31,-1 40 16,0-40 0,0 40-16,0-40 0,0 0 15,0 0 1,0 0-16,1 0 15,-1 0-15</inkml:trace>
  <inkml:trace contextRef="#ctx0" brushRef="#br0" timeOffset="7059.65">29172 2486 0,'0'0'0,"40"0"31,0 0-15,40 40-1,-80 0-15,0 40 32,0-40-32,0 1 15,-80-1 1,-40-40-1,80 0 1,-41-40 0,81-41 15,0 41-31,81 0 31,-41 40-31,80 0 16,-80 0-16</inkml:trace>
  <inkml:trace contextRef="#ctx0" brushRef="#br0" timeOffset="8109.59">22832 3609 0,'-40'0'0,"40"-40"16,0 0 15,80 40-31,-80-40 31,40 40-31,0 0 0,41 0 16,-41 0-16,-40 40 31,0 0 0,0 0-31,-40-40 0,40 40 0,-41 0 0,41 0 16,0 0 0,-40-40-16,121 0 46,-81 40-30,40-40 0,0 0-16,-40 41 0,40-41 0,-40 40 15,0 0 17,-40-40-17,40 40-15,-40-40 0,40 40 0,-40-40 16,-1 0-16,1 0 0,40 40 15,-40-40-15,0 0 16,0 0-16,0 0 0</inkml:trace>
  <inkml:trace contextRef="#ctx0" brushRef="#br0" timeOffset="8499.57">23474 3689 0,'40'0'0,"-80"0"0,120-40 31,-40 40-31,0 40 16,1 0-1,-41 0 1,0 0 0,0 41-1,-41-41-15,1 0 16,0-40 0,0 0-16,0 0 15,0 0 1,40-40-16,-40 40 0,40-40 15,0 0-15,0-1 32,40 1-32,0 40 0,-40-40 0,40 40 15,0 0-15,0 0 16,0 0-16,1-40 0,-1 40 16</inkml:trace>
  <inkml:trace contextRef="#ctx0" brushRef="#br0" timeOffset="8969.54">25239 3609 0,'-40'0'31,"0"0"0,40 40-31,-40-40 0,40 40 16,-40 0-16,0-40 0,0 0 15,40 40-15,-40-40 16,40 40-16,-41-40 0,41 41 0,-40-41 16,40 40-1,40-40 17,1 0-17,-1 0 1,0-40-16,0 40 0,0 0 0,0 0 0,0 0 15,0 0-15,1 0 0,-1 0 16,0 0-16,0 0 16,0 0-16,-40-41 0</inkml:trace>
  <inkml:trace contextRef="#ctx0" brushRef="#br0" timeOffset="9229.45">25199 3649 0,'0'-40'15,"0"80"32,0 0-31,0 0-16,0 0 15,40-40-15,-40 40 0,0 1 0,41-41 0,-41 40 16,0 0 0,0 0-16,0 0 0,0 0 15</inkml:trace>
  <inkml:trace contextRef="#ctx0" brushRef="#br0" timeOffset="9599.43">25962 3609 0,'40'0'16,"0"0"-1,0 40 1,-40 0-16,0 0 0,0 0 15,0 0-15,0 1 16,-40-41-16,0 40 16,0 0-16,0-40 15,0 0-15,-1 40 16,1-40-16,0 0 16,0 0-16,40-40 15,0 0-15,0 0 16,0-1-16,40 41 0,-40-40 15,40 40 1,-40-40-16,40 40 0,1 0 31</inkml:trace>
  <inkml:trace contextRef="#ctx0" brushRef="#br0" timeOffset="10059.47">27085 3609 0,'40'0'0,"-120"0"47,80 40-47,-80-40 16,40 0-16,40 40 0,-40-40 15,40 40-15,-40-40 0,40 40 0,-41-40 16,41 40-1,0 1-15,41-1 16,-1 0 0,0-40-1,-40 40-15,40-40 0,-40 40 16,0 0 15,-80-40-31,40 0 16,40 40-16,-41-40 0,1 0 0</inkml:trace>
  <inkml:trace contextRef="#ctx0" brushRef="#br0" timeOffset="10219.39">27005 3689 0,'0'-40'0,"0"0"31,40 40-31,0 0 0,0 0 16,-40-40-16,41 40 16,-1 0-16,0-40 0</inkml:trace>
  <inkml:trace contextRef="#ctx0" brushRef="#br0" timeOffset="10539.45">27487 3609 0,'40'0'31,"-40"40"-31,40-40 16,-40 40-1,0 0-15,40 0 32,-40 0-32,0 1 15,-40-1-15,-40-40 16,39 0-1,41-40 1,-40-41 0,40 1 15,81 40-15,-41 40-1,-40-40-15,40 40 0,0 0 16</inkml:trace>
  <inkml:trace contextRef="#ctx0" brushRef="#br0" timeOffset="11119.41">28690 3489 0,'0'0'16,"-40"40"47,40 0-63,-40 0 0,0 0 15,40 0-15,-40 0 0,40 0 0,0 0 16,-40 1-1,40-1-15,0 0 0,0 0 0,0 0 16,40 0 0,0-40-16,0 0 15,0 0 1,0 0-16,0-40 0,1 40 16,-41-40-1,0 0 1,0 0-16,-41 40 0,1 0 31,0 0-31,0 0 31</inkml:trace>
  <inkml:trace contextRef="#ctx0" brushRef="#br0" timeOffset="11529.32">29292 3729 0,'40'0'16,"1"0"-1,-41 40 1,40 0 0,-40 1-1,0-1-15,0 0 32,-40-40-32,-41 40 15,41 0-15,0-40 16,0 0-1,0-40 17,40 0-32,0 0 15,0 0-15,40-1 16,40 1 15,-40 40-31,0-40 16,1 40-16</inkml:trace>
  <inkml:trace contextRef="#ctx0" brushRef="#br0" timeOffset="13939.19">30135 601 0,'0'-40'63,"80"0"-32,-40 40-31,0 0 16,1 0-1,-1 0-15,0 0 0,0 0 0,0 0 16,0 0-16,0 0 0,0 0 15,-40 40-15,0 0 16,0 0 0,0 0-1,0 0-15,0 0 0,0 1 16,0-1 0,0 0-16,0 0 0,-40 0 0,40 0 15,0 0-15,0 40 0,0-40 0,0 1 0,0-1 16,0 40-16,0-40 15,-40 0-15,40 0 0,0 40 0,0-39 0,0 39 16,0-40-16,0 0 0,0 0 16,0 40-16,0-40 0,0 41 0,0-41 0,0 40 15,0-40-15,0 40 16,0-40-16,0 41 0,40-41 0,-40 40 0,0-40 16,0 0-16,0 40 0,0-40 15,0 0-15,0 1 0,0-1 0,40 0 0,-40 0 16,0 0-16,0 0 0,0 40 0,41 1 15,-41-41-15,0 0 16,0 0-16,0 0 0,0 0 0,0 0 0,40 0 16,-40 0-16,0 41 0,0-41 15,0 0-15,0 0 0,0 0 0,0 40 0,0-40 16,0 0-16,0 1 16,-40-1-16,40 0 0,-41 0 0,41 0 15,0 0-15,0 0 0,0 0 16,0 0-1,0 0-15,0 1 16,0-1 0,0 0 46,0 0-46,0 0-16,41-40 0,-41 40 15,0 0 32,-41-40-15,1 0-32,-40 0 15,40 0-15,0 0 0,0 0 0,-41 0 0,1 0 16,40-40-16,-40 40 15,0 0-15,-1 0 0,41-40 0,-40 40 0,40 0 16</inkml:trace>
  <inkml:trace contextRef="#ctx0" brushRef="#br0" timeOffset="15439.08">21508 4732 0,'0'0'0,"40"0"0,-40 40 47,0 0-31,0 0-1,0 0-15,0 0 16,0 0-1,0 1-15,0-1 0</inkml:trace>
  <inkml:trace contextRef="#ctx0" brushRef="#br0" timeOffset="15939.05">22110 4772 0,'0'0'16,"-40"0"0,-41 40-1,-39 80 16,40-80-15,-1 1 0,41-41 46,40-41-62,40 41 47,0 0-31,41 0-1,-81 41-15,40-41 0,0 0 16,0 0-16,0 40 16,0 0-16,1-40 15,-41 40-15,40-40 0,-40 40 16,40-40-1,-40 40-15,40-40 0,-40 40 16</inkml:trace>
  <inkml:trace contextRef="#ctx0" brushRef="#br0" timeOffset="16569.09">22190 5093 0,'0'0'0,"-40"-40"31,80 40 16,0 0-31,0 0-1,0 0-15,0 0 16,1 0 0,-1 0-16,0 0 0,0 0 15,0 0-15,0 0 16,0 0-16,0 0 0,1 0 0,-1 0 16,0 0-16,0 0 15,0 0-15,0 0 0,40 0 0,-39 0 0,-1 0 16,0 0-16,0 0 0,40 0 0,-40 0 0,0 0 15,1 0-15,-1 0 0,0 0 16,0 0-16,0 0 0,0 0 16,0 0-1,0 0-15,1 0 16,-1 0 0,0 0-16,0 0 15,0 0-15,0 0 0,0 0 0,0 0 16,1 0-16,-1 0 15,0 0-15,0 0 0,0 0 16</inkml:trace>
  <inkml:trace contextRef="#ctx0" brushRef="#br0" timeOffset="16889.07">24597 4812 0,'-40'-40'0,"40"0"16,0 80 46,0 0-46,0 0-16,0 0 16,0 0-1,0 0-15,0 1 0,0-1 0,0 0 16,0 40-16,0-40 16,0 0-16,0 0 0,0 0 0,-40-40 0,40 41 15</inkml:trace>
  <inkml:trace contextRef="#ctx0" brushRef="#br0" timeOffset="17269.05">25159 4892 0,'-40'0'16,"40"40"-1,0 0 16,0 41-15,0 39 0,0-40 15,-40 41-15</inkml:trace>
  <inkml:trace contextRef="#ctx0" brushRef="#br0" timeOffset="17469.04">25280 4652 0,'-41'-40'15,"41"-1"1</inkml:trace>
  <inkml:trace contextRef="#ctx0" brushRef="#br0" timeOffset="17898.94">25360 4932 0,'0'-40'16,"0"80"15,40-40-31,-40 40 0,0 1 31,0-1-31,0 0 16,0 0 0,40 0-1,-40-80 1,0 0 0,40 40-1,-40-40-15,40 40 0,-40-40 0,41 40 0,-41-41 16,40 41-16,0 0 0,-40-40 15,40 40-15,-40 40 32,0 41-17,0-41 1,0 0-16,0 0 16,0 0-16,0 0 15</inkml:trace>
  <inkml:trace contextRef="#ctx0" brushRef="#br0" timeOffset="18208.99">26363 5013 0,'-40'-41'15,"80"82"-15,-120-122 16,40 81 0,40 40-1,-40 1 1,-1 159 0,1-120-1,121 1 16,39-81-15,0-81 0</inkml:trace>
  <inkml:trace contextRef="#ctx0" brushRef="#br0" timeOffset="18588.97">26764 4812 0,'0'-40'16,"-40"40"-1,0 0 1,40 40 0,-40 40-1,40-40-15,0 0 16,0 1 0,0 39-1,0-40 1,40-40-1,40-40 17,-40-40-17,1 80 1,-41 40 15,0 40-15,0 0-1,-41-40 1</inkml:trace>
  <inkml:trace contextRef="#ctx0" brushRef="#br0" timeOffset="19598.86">27406 5133 0,'0'-40'31,"40"40"78,1 0-109,39 0 16,-40 0-16,0 0 0,0 0 15,0 0-15,0 0 16,1 0-16,-1 0 0,0 0 16,0 0-16,0 0 0,0 0 15,0 0-15,41 0 0,-41 0 0,0 0 16,40 0-16,-40 0 16,40 0-16,1 0 0,-1 0 0,0 40 0,-40-40 15,41 0-15,-41 0 0,40 0 0,-40 0 0,0 0 16,0 0-16,1 0 0,-1 0 15,0 0-15,0 0 0,0 0 16,0 0 0,-40-40-16,40 40 0,0 0 15,1 0 1,-1-40-16,0 40 0,0 0 16,0 0-16,0 0 15,0 0-15,0 0 0,1 0 16,-41 40-16,40-40 0,0 0 0,0 0 15,0 0 1,0 0 0,0 0-16,0 0 15,41 0-15,-41 40 0,0-40 0,0 0 16,0 0-16,0 0 16,0 0-16,1 0 0,-1 0 15,0 0-15,0 0 31,0 0-31,0 0 16,0 0 0,0 0-16,1 0 0,-1 0 0,0 40 15,0-40-15,0 0 16,0 0-16,0 0 31,-80 0 16,0 0-31</inkml:trace>
  <inkml:trace contextRef="#ctx0" brushRef="#br0" timeOffset="19998.81">30576 4972 0,'-40'0'0,"80"41"78,0-1-62,1-40 0,-1 40-16,0-40 0,0 40 15,0-40-15,-40 40 16,40-40-16,-40 40 15,-40-40 1,0 40 0,0-40-16,0 0 0,40 40 0,-40-40 15,-1 0-15,1 40 16,0-40-16,40 41 16</inkml:trace>
  <inkml:trace contextRef="#ctx0" brushRef="#br0" timeOffset="20228.8">30857 4972 0,'0'41'15,"0"39"16,-40 160-15,0 1 0,40-161-16</inkml:trace>
  <inkml:trace contextRef="#ctx0" brushRef="#br0" timeOffset="-127177.14">23915 15560 0,'0'-40'0,"-40"40"78,40 40-62,-40-40-16,0 0 16,0 0-16,40 80 15,-40-80-15,0 41 0,-1-1 0,1-40 0,40 40 16,-40 0-16,0 0 0,0 0 0,40 0 0,-40 0 15,0 41-15,40-41 0,-40 0 16,40 0-16,-41 0 0,41 40 0,0-40 0,0 0 16,-40 0-16,40 1 15,0-1-15,81 0 0,-81 0 0,40-40 16,-40 40-16,40 0 0,-40 0 16,80-40-16,-80 40 0,40 0 0,0-40 0,-40 41 15,40-41-15,1 0 16,-1 0-16,0 0 0,0 0 0,0 0 15,-40-41-15,40 41 0,0-40 0,-40 0 0,40 0 16,1 0-16,-41 0 16,0 0-16,40 40 0,-40-40 0,0 0 0,0-1 15,0 1 1,-81 40-16,41 0 16,0 0-16,0 0 15,0 0-15,40 40 0,-40-40 0,0 41 16,0-1-16,-1-40 0,41 40 15,-40-40 1,40 40-16</inkml:trace>
  <inkml:trace contextRef="#ctx0" brushRef="#br0" timeOffset="-126837.09">24678 15640 0,'-40'0'15,"40"41"1,0-1-16,0 40 16,0 0-1,0-40-15,-41 161 16,41-161-16,0 40 0,0-40 16,-40 161-1,40-161-15</inkml:trace>
  <inkml:trace contextRef="#ctx0" brushRef="#br0" timeOffset="-126317.19">24477 16042 0,'0'0'0,"0"-41"0,-40-39 31,40 40-31,80 0 0,-40 0 16,0 0-16,41 0 15,-41 40-15,80-81 16,1 81 0,-121 41-1,-41 79 1,41-80-16,-40 40 15,0-80-15,-40 121 16,0-1 0,80-40 15,-40-80-31,120 0 31,-40 0-31,120 0 16,-119 0 15,-1 120-15,-40-80-1,-81 1-15,1 79 16,40-80-16,0 0 0,40 0 16,-161 40-1,41-39 1,80-162-1</inkml:trace>
  <inkml:trace contextRef="#ctx0" brushRef="#br0" timeOffset="-125997.21">25440 15961 0,'-40'0'15,"40"40"16,0 1-31,0-1 0,0 0 16,0 0-16,0 0 16,0 40-16,0-40 0,0 0 0,0 0 0,0 1 15,0-1-15,0 0 16,-40-40-16,40 40 0</inkml:trace>
  <inkml:trace contextRef="#ctx0" brushRef="#br0" timeOffset="-125717.23">25400 16001 0,'0'0'0,"-40"0"0,40-40 16,-40 40-16,40-40 0,0 0 16,0 0-16,40 0 15,0 0 1,0 40-16,0-40 0,0 40 0,1 0 0,-41-40 15,40 40-15,0 0 0,0 0 0,0 0 0,-40 80 16,0-40 0,0 0-16,-40 0 0,40 0 0,-80 0 15,40 0 1,-1 1-16,-39-1 0,40 0 0,0 0 16,0-40-16,0 40 0,-1-40 15,41 40-15,-40-40 0</inkml:trace>
  <inkml:trace contextRef="#ctx0" brushRef="#br0" timeOffset="-125367.24">26122 15721 0,'-40'0'16,"80"0"15,0 0-15,-40 40 31,0 0-32,0 0-15,0 0 16,0 0-16,0 0 0,-40 41 0,40-41 0,0 0 16,-40 0-16,40 40 15,-40-40-15,40 0 0,0 0 0,0 0 0,-40 1 16,40-1-16,0 0 0,0 0 16,-40-40-16</inkml:trace>
  <inkml:trace contextRef="#ctx0" brushRef="#br0" timeOffset="-125067.26">26002 15881 0,'0'0'0,"40"-120"16,40 120-16,81-80 31,-121 39-31,0 41 0,0-40 0,81 40 31,-121 201-15,-41-161-16,41 0 16,-80 0-16,-120 121 15,159-161-15,1 40 0,-160 0 16,160-40-16,-81 40 0</inkml:trace>
  <inkml:trace contextRef="#ctx0" brushRef="#br0" timeOffset="-123277.37">13964 16082 0,'-40'0'63,"40"40"-48,0 0-15,0 0 0,0 0 16,-40 0-16,40 0 15,-40 0-15,40 41 0,0-41 0,0 0 0,0 0 0,0 0 16,0 0-16,0 0 16,0 40-16,0-39 0,40-1 0,-40 0 0,0 0 15,40 0-15,0 0 16,0-40-16,0 0 0,0 0 16,-40-40-1,40 40-15,-40-40 0,41 40 0,-41-40 0,0 0 16,40 40-16,-40-40 0,0-1 0,0 1 0,40 40 15,-40-40-15,0 0 16,0 0-16,0 0 0,0 0 16,0 0 15,40 40-31,0 0 16,0 0-1,0 40-15,0 0 16,1-40-1,-41 40-15,40 0 0,-40 0 16,0 0-16,0 0 16,0 1-16,-40-41 0,40 40 15</inkml:trace>
  <inkml:trace contextRef="#ctx0" brushRef="#br0" timeOffset="-122947.38">14566 16443 0,'40'0'0,"-40"40"0,40-40 16,-40 40-16,40-40 16,0 0-16,-40 40 0,41 0 0,-41 0 15,0 0-15,0 0 0,0 0 16,0 1-1,0-1-15,-41-40 0,41 40 0,-40-40 16,0 0 0,40-40-1,0 0 1,0-1-16,0 1 0,40 40 0,-40-40 0,40 0 16,-40 0-1,41 40-15,-41-40 0,0 0 0,40 40 16,0 0-16,0-40 0</inkml:trace>
  <inkml:trace contextRef="#ctx0" brushRef="#br0" timeOffset="-122157.37">15208 16563 0,'-40'0'47,"40"40"-32,-40 0 1,40 40-16,0-40 0,0 1 16,0-1-1,40-40 1,0-40-16,0-1 15,-40 1 1,0 0-16,40 40 0,-40-40 0,40 0 0,-40 0 16,0 0-1,-40 80 17,40 0-17,0 0-15,0 0 0,0 0 0,0 0 16,0 1-16,40-1 15,0-40-15,1 0 16,-1 0-16,0 0 16,-40-40-16,40 40 0,-40-41 0,40 1 0,-40 0 15,40 0-15,-40 0 16,0 0-16,0 0 0,0 0 31,-40 80-15,40 0-16,0 0 15,0 0 1,40 0-16,0-40 16,0 0-1,1 0-15,-1-40 0,0 40 16,-40-40-16,40 40 0,-40-40 16,40 40-16,-40-40 0,0 0 15,-40 40 16,40 40-31,-40-40 16,40 40-16,0 0 0,-40 0 16,40 0-16,0 0 0,-40 0 0,40 1 15,0-1-15,-41 0 0,41 0 16,0 0-16,-40 0 0,40 40 0,-40-40 0,40 0 16,-40 41-16,40-41 15,-40 0-15,0 0 0,40 40 0,-40-40 0,0 0 0,-1 1 16,41-1-16,-40 0 0,0 0 0,0-40 0,40 40 15,-40-40-15,0 0 16,40-40 0,0 0-1</inkml:trace>
  <inkml:trace contextRef="#ctx0" brushRef="#br0" timeOffset="-121837.38">16291 16282 0,'0'-40'16,"0"80"-16,0-40 31,0 40-15,40 40-1,-40 121 1,0-161-16,0 161 16,0-161-16,0 0 0,0 0 15,0 0-15</inkml:trace>
  <inkml:trace contextRef="#ctx0" brushRef="#br0" timeOffset="-121507.4">16572 16763 0,'0'0'0,"80"0"16,-39-40-16,79-40 31,-40 40-31,0-40 31,-160-41-15,40 121 0,0 0-16,0 0 15,40 41-15,-40-41 0,-41 80 16,81-40-16,-40 40 15,40-40-15,0 0 0,0 0 16,40 81 0,1-81-1,-1-40 1</inkml:trace>
  <inkml:trace contextRef="#ctx0" brushRef="#br0" timeOffset="-121197.5">17134 16523 0,'0'40'31,"40"0"-15,0 0-16,-40 0 15,40 0-15,-40 0 0,0 1 16,0-1-1,0-80 17,40-41-32,1 41 15,-41 0-15,40 40 16,-40-40-16,40 0 0,0 40 0,-40-40 0,0 0 16,40 40-1,-40-40-15,40 40 16</inkml:trace>
  <inkml:trace contextRef="#ctx0" brushRef="#br0" timeOffset="-120867.51">17776 16563 0,'40'0'31,"0"-40"-31,0 40 16,0-40 0,1 0-1,-82 40 17,-39 0-17,40 40 1,0-40-16,0 40 0,40 0 0,-40 40 31,40-40-31,40 0 31,40 0-15,40-40 0</inkml:trace>
  <inkml:trace contextRef="#ctx0" brushRef="#br0" timeOffset="-120667.51">18258 16162 0,'0'0'16,"0"40"0,40-40-1,-40 40-15,40-40 0,-40 40 0,0 0 0,40 0 16,-40 0-16,0 1 0,0-1 0,0 0 15,0 0-15,0 0 0,0 0 16,0 0-16,0 0 0,-40 0 0,40 1 0,0-1 16</inkml:trace>
  <inkml:trace contextRef="#ctx0" brushRef="#br0" timeOffset="-116257.79">18940 16362 0,'0'0'0,"40"0"156,0 0-140,0 0-1,0 40-15,0 1 16,-40-1-16,40 0 0,1-40 15,-41 40-15,0 0 16,-41-40 15,41 40-31,-40-40 0,0 40 0,0-40 32,40-80-32,0 40 15,0 0-15,0 0 16,40 0-16,40-1 15,-80 1-15,41 40 0,-1-40 0,0 0 16,-40 0-16,40 40 16,0 0-16,-40-40 0,40 40 0,0 0 15,0-40-15,1 40 16</inkml:trace>
  <inkml:trace contextRef="#ctx0" brushRef="#br0" timeOffset="-115887.73">19501 16563 0,'0'0'15,"41"0"-15,-1 0 16,0-40 0,120-81-1,1 81 1,-161-40-1,-40 0 17,0 80-17,-41 40 1,1 120 15,0-39-15,80-41-1,120-40 1,41-40 15,-121-40-31</inkml:trace>
  <inkml:trace contextRef="#ctx0" brushRef="#br0" timeOffset="-115587.75">20264 16202 0,'-40'0'0,"0"0"0,-1 0 15,1 0 1,40 80 0,0 0-1,121-40 1,-41 41 15,-40-41-15,-80 40-1,-121 0 17,81-80-17,40 0-15</inkml:trace>
  <inkml:trace contextRef="#ctx0" brushRef="#br0" timeOffset="-115257.84">20545 16202 0,'40'0'16,"0"0"-16,-40 40 0,40-40 0,0 0 31,0 0-31,-40 40 0,40-40 16,-40 40-16,41-40 15,-41 40-15,0 0 16,-41-40 0,1 0-16,0 0 0,0 0 15,0 0-15,0 0 16,0 0-16,40-40 15,-40 40-15,40-40 32,0 0-1,40 40-31,-40-40 0</inkml:trace>
  <inkml:trace contextRef="#ctx0" brushRef="#br0" timeOffset="-114837.87">20866 15801 0,'0'-40'16,"40"40"-16,-40-40 16,0 80 15,0 0-16,0 0 1,0 0-16,40 0 0,-40 0 16,0 0-16,0 1 0,0-1 15,40 0-15,-40 0 0,0 0 0,40 0 16,-40 0 0,0 0-16,40-40 0,-40 40 0,0 0 15</inkml:trace>
  <inkml:trace contextRef="#ctx0" brushRef="#br0" timeOffset="-114197.91">21187 16042 0,'0'40'47,"40"-40"-47,-40 40 16,40-40-1,0 40-15,0-40 16,0 40-16,0-40 16,1 0-1,-41-40-15,0 0 16,0 0-1,40 40-15,-40-40 16,0-1 0,0 82 15,0-1-15,40-40-1,0 0-15,0 0 16,0 0-16,0 0 15,0 0 1,-40-40-16,41 40 0,-41-41 0,40 41 16,-40-40-16,0 0 15,0 0-15,0 0 16,0 0 0,-40 40-16,40-40 0,0 0 0,0 0 15,0 80 48,0 0-63,0 0 15,0 0-15,0 0 16,40-40-16,-40 40 0,0 0 0,40-40 0,-40 40 16,0 1-16,0-1 0,0 0 15,40-40-15,-40 40 16</inkml:trace>
  <inkml:trace contextRef="#ctx0" brushRef="#br0" timeOffset="-113867.92">21748 15881 0,'0'0'16,"0"40"-1,121-80 17,39 0-17,-119 0 1,-1 0 15,-40 80 0,0 0-15,0 0-16,40-40 16,-40 40-16,0 0 15,0 0-15,0 1 16,0-1 0,0 0-16,40-40 0</inkml:trace>
  <inkml:trace contextRef="#ctx0" brushRef="#br0" timeOffset="-113687.87">22110 15440 0,'0'0'0,"-40"0"0</inkml:trace>
  <inkml:trace contextRef="#ctx0" brushRef="#br0" timeOffset="-113327.89">22431 15640 0,'0'0'16,"40"41"-16,0-1 0,0-40 15,-40 40 1,0 0 15,-40 0-15,-40 40-1,-1-80 1,41 0 15,40-40 1,40 0-32,1 0 15</inkml:trace>
  <inkml:trace contextRef="#ctx0" brushRef="#br0" timeOffset="-113017.98">22631 15520 0,'40'0'0,"1"40"31,-41 0-15,40-40-16,-40 40 31,80-80 16,-80 0-31,40 40-16,-40-40 0,40 40 15,0 0 1,-40 40-16,0 0 15,0 0-15,0 1 16,0-1-16,0 0 16,0 0-1</inkml:trace>
  <inkml:trace contextRef="#ctx0" brushRef="#br0" timeOffset="-112687.92">23233 15360 0,'-40'0'0,"80"0"0,-80-40 31,80 0-31,40 40 16,-80-41-16,81 41 0,-41 0 0,0-40 15,0 40 1,0 0-16,0-40 0,0 40 0,1 0 15,-1-40-15</inkml:trace>
  <inkml:trace contextRef="#ctx0" brushRef="#br0" timeOffset="-112398.02">23273 15520 0,'0'0'0,"40"0"47,1 0-47,-1 0 16,0 0-16,0-40 0,0 40 15,0-40-15,0 0 0,0 40 0</inkml:trace>
  <inkml:trace contextRef="#ctx0" brushRef="#br0" timeOffset="-68510.53">1966 16563 0,'0'-40'31,"-40"40"78,0 0-109,40 40 0,-40-40 16,0 40-1,0-40-15,40 40 0,-41-40 0,41 40 0,-40-40 16,0 40-16,0 0 0,0 1 0,40-1 16,-40-40-16,40 40 0,0 0 15,0 0-15,0 0 16,0 0 0,0 0-16,40-40 0,-40 40 15,40-40-15,-40 40 16,40-40-16,-40 41 0,40-1 15,0-40-15,1 40 16,-41 0-16,40-40 0,0 40 16,-40 0-16,40-40 15,-40 40 1,0 0-16,-40 0 16,40 1-16,-80-41 15,80 40-15,-41-40 0,1 0 0,0 40 0,0-40 16,0 40-16,0-40 15,40 40-15,-40-40 0,0 0 0,-1 40 16,1-40-16,0 0 31,40-40-31</inkml:trace>
  <inkml:trace contextRef="#ctx0" brushRef="#br0" timeOffset="-68200.62">2247 17084 0,'0'40'32,"40"-40"-17,-40 40-15,0 1 0,40-1 16,-40 0-16,0 0 16,0 0-16,40 0 0,-40 0 0,0 0 0,0 0 15,0 1-15,0-1 16,0 0-16,0 0 0,-40-40 0</inkml:trace>
  <inkml:trace contextRef="#ctx0" brushRef="#br0" timeOffset="-67820.56">2167 17245 0,'0'-40'16,"0"80"-16,0-121 15,0 41-15,0 0 0,40 0 16,-40 0-16,80-40 16,-40 40-16,0 40 0,1 0 31,-1 40-31,40 40 31,-80-40-31,0 0 0,0 0 16,0 0-16,-80 81 15,-1-81 1,41-40-16,0 80 0,0-80 0,-80 40 31,120 0-15</inkml:trace>
  <inkml:trace contextRef="#ctx0" brushRef="#br0" timeOffset="-67390.6">2809 17164 0,'0'0'15,"-40"0"-15,0 0 16,40 41 15,40-1-15,-40 0 0,40 0-1,-40 0-15,40-40 16,0 0-1,-40-40-15,0 0 16,0 0-16,0 0 0,0-1 16,0 82 31,0-1-47,40 0 15,0-40 1,0 40-16,1-40 15,-1 0 1,-40 40-16,40-40 0,0 0 16,-40-40-16,40 40 0,-40-40 15,0-40 1</inkml:trace>
  <inkml:trace contextRef="#ctx0" brushRef="#br0" timeOffset="-67150.68">3290 16563 0,'0'0'16,"0"40"31,0 40-32,0-40-15,0 0 0,0 1 16,40-1-16,-40 0 0,0 0 0,0 0 0,0 40 15,0-40 1,0 0-16,0 0 0,0 1 0,41-1 16,-41 0-16,40 0 0,0-40 15</inkml:trace>
  <inkml:trace contextRef="#ctx0" brushRef="#br0" timeOffset="-66800.7">3330 17205 0,'0'0'16,"81"-81"0,39 1-1,-40 40 1,-80 0-16,81 0 0,-41 0 0,0 0 31,-40 0-15,0 80 15,0 0-15,0 0-1,0 0-15,40-40 0,-40 40 0,40 0 16,-40 0-1,0 0-15,0 0 16,0 1-16</inkml:trace>
  <inkml:trace contextRef="#ctx0" brushRef="#br0" timeOffset="-66600.64">3892 16563 0,'-40'0'16,"80"0"-16,-120 0 16</inkml:trace>
  <inkml:trace contextRef="#ctx0" brushRef="#br0" timeOffset="-65900.76">4374 16884 0,'0'0'0,"-40"-40"16,0 40-16,-1 0 31,41 40-31,-40 120 31,40-40-15,40-39-1,41-81 1,-1-161 15,-80 1-15,0 120 0,0 80 15,0 40-31,0 0 31,40-40-31,80 0 16,-39-80 15,-41 40-31,-40-40 0,40 40 0,-40-80 16,40 40-16,-40-80 15,0 39 1,0 41-16,0-80 15,-40 80-15,40 0 16,0 0-16,-40 40 31,40 40-15,0 0 0,0 0-16,0 40 15,0 161 1,40-41 15,0-79-15</inkml:trace>
  <inkml:trace contextRef="#ctx0" brushRef="#br0" timeOffset="-65410.71">5337 16723 0,'-40'0'16,"80"0"-16,-80-40 0,120 40 31,-40 0-31,80 0 16,-79 0-16,-1 0 0,40 80 15,-40-80-15,-40 161 16,0-121-16,-40 0 0,0 0 31,-40 0-15,39-80 0,82-120 15,-41 120-31,40-41 0,0 81 0,80-120 31,-80 80-31,41 0 16</inkml:trace>
  <inkml:trace contextRef="#ctx0" brushRef="#br0" timeOffset="-65100.8">5939 16844 0,'40'0'15,"0"-40"-15,40-1 16,-40 1 0,0 0-16,41-40 15,-41 80-15,-40-40 0,-40 40 32,0 0-32,-1 0 15,-39 40 1,40-40-16,-40 120 31,80-80-31,-40-40 0,40 41 0,-40 79 16,80 0 15,0-120-31,-40 40 0,120-40 16,-80 0-16</inkml:trace>
  <inkml:trace contextRef="#ctx0" brushRef="#br0" timeOffset="-64840.75">6741 16683 0,'-40'0'16,"80"0"-16,-80 40 15,80-40 1,-40 40-16,121 81 31,-121-81-31,40 40 16,-40-40-16,-81 0 31,1 0-31,40-40 0,-40 0 16,40 0-1,0 0-15</inkml:trace>
  <inkml:trace contextRef="#ctx0" brushRef="#br0" timeOffset="-64520.84">7263 16763 0,'40'0'16,"-80"0"-16,160 0 15,-80 41-15,-40-1 32,41 0-32,-41 0 0,0 0 15,-41-40 1,41 40-16,-40-40 0,0 0 0,40 40 16,-40-40-16,0 0 15,40-40 1,-40-40-1,40 40-15,0 0 16,0 0-16,80-1 0,-80 1 16,40 40-16,-40-40 15,40 40-15,-40-40 0</inkml:trace>
  <inkml:trace contextRef="#ctx0" brushRef="#br0" timeOffset="-63900.87">6902 16563 0,'-40'0'16,"-1"0"30,1 0-30,40 40 0</inkml:trace>
  <inkml:trace contextRef="#ctx0" brushRef="#br0" timeOffset="-63210.84">7785 16082 0,'0'-40'15,"0"80"16,0 0-15,0 0-16,40-40 0,-40 40 0,0 0 16,0 0-16,0 0 0,0 0 15,0 0-15,0 41 0,0-1 0,0-40 16,0 0-16,0 0 16,0 0-16,0 0 0,0 1 0,0-1 15,0 0-15,0 0 0,0 0 16</inkml:trace>
  <inkml:trace contextRef="#ctx0" brushRef="#br0" timeOffset="-62570.96">8226 16723 0,'0'0'16,"0"-40"-16,-40 40 31,40 40-31,0 0 16,40 41 0,0-41-16,40 0 31,-40-40-31,1 0 15,-41-40 1,80-81 0,-40 41-16,-40 40 31,0 0-31,0 80 16,0 0-1,0 0-15,0 0 16,0 1-16,120-1 15,1-40 1,-41-81 15,-40 41-31,-40-80 32,0 80-32,0-80 15,-40 79-15,40 1 16,0-40-1,-40 40 1,40 80 0,-40-40-16,40 40 0,0 0 15,0 0-15,0 1 16,0-1-16,0 0 0,0 0 16,0 0-16,0 0 15,40 0-15,-40 0 0,0 0 0,0 1 0,0-1 16,40-40-16,-40 40 0,0 0 15,0 0-15,40-40 0,-40 40 0,40 0 0</inkml:trace>
  <inkml:trace contextRef="#ctx0" brushRef="#br0" timeOffset="-62230.9">8948 16723 0,'40'0'31,"41"-40"-15,119 0-1,1-40 1,-161 40 0,0 0-1,-80 80 16,40 0-15,-40 0-16,40 40 16,0-40-16,0 0 0,0 41 15,40-1 17</inkml:trace>
  <inkml:trace contextRef="#ctx0" brushRef="#br0" timeOffset="-62060.91">9430 16483 0,'0'-40'0,"0"80"0,0-121 31,0 41-31,40 40 16</inkml:trace>
  <inkml:trace contextRef="#ctx0" brushRef="#br0" timeOffset="-61710.93">9951 16443 0,'40'0'31,"-80"0"-31,80 40 16,-40 0-16,0 0 15,0 0-15,-40 0 16,40 0-16,0 0 15,0 0-15,-40-40 0,40 41 16,-40-41-16,0 0 0,0 0 16,0-41-1,40 1-15,-40 40 0,40-40 0,0 0 16,0 0-16,0 0 16,0 0-16,40 0 0,0 0 15,0-1 1,0 41-16</inkml:trace>
  <inkml:trace contextRef="#ctx0" brushRef="#br0" timeOffset="-61361.03">10152 16523 0,'0'0'0,"40"40"16,0-40-1,0 0-15,0 0 16,1 0 0,39 0 31,-40 0-47,-40-40 0,0 0 15,40 40-15,0 0 16,0 0-16,0 0 15,-40 40-15,0 0 16,41-40-16,-41 40 0,0 0 16,0 0-16,0 0 0,0 0 15,40-40 1,0 0-16,0 0 16,0 0-16,0 0 0</inkml:trace>
  <inkml:trace contextRef="#ctx0" brushRef="#br0" timeOffset="-60921.05">10914 16242 0,'0'0'0,"-40"0"15,80 0 17,41 0-32,-41 0 15,0-40-15,0 40 16,0 0-16,0-40 0,0 40 0,1 0 0,-1-40 15,0 40-15,0 0 0,0 0 0,0 0 16,0 0-16</inkml:trace>
  <inkml:trace contextRef="#ctx0" brushRef="#br0" timeOffset="-60730.99">11195 16603 0,'0'0'0,"-40"0"16,40 40-16,80-40 16,-39 0-1,39-40-15,-40 40 0,161-80 32,-161 40-32,0 0 0,120-1 15,-120 1-15</inkml:trace>
  <inkml:trace contextRef="#ctx0" brushRef="#br0" timeOffset="-59631.1">13242 15520 0,'0'-40'15,"-40"40"1,-1 0 15,41 40-15,-40-40-1,40 40-15,-40-40 0,0 40 0,40 0 0,-40-40 16,0 41-16,0-41 0,0 40 0,40 0 0,-41-40 16,1 40-16,40 0 15,-40-40-15,40 40 0,0 0 32,40-40-17,0 0-15,1 0 16,-1 0-16,0 0 0,40-40 15,-40 40-15,0 0 0,0 0 0,1-40 0,39 40 16,-40 0-16,0-40 16,0 40-16,40 0 0,-39-40 0,-1 40 0,0 0 15,0-40-15,0 40 0,0 0 16,0-40-16,0 40 0,1 0 0</inkml:trace>
  <inkml:trace contextRef="#ctx0" brushRef="#br0" timeOffset="-59381.14">13362 15681 0,'-80'0'16,"160"0"-16,-200 0 15,120 40 32,0 0-47,0 0 16,40 0-16,-40 0 0,0 0 0,0 0 0,0 0 15,40 41-15,-40-41 16,0 0-16,0 0 0,0 40 0</inkml:trace>
  <inkml:trace contextRef="#ctx0" brushRef="#br0" timeOffset="-57291.27">31178 4652 0,'40'0'47,"-40"40"0,0 0-32,40 0-15,1-40 16,-41 40-16,0 0 16,40-40-16,0 0 0,-40 40 0,40-40 15,0 0-15,0 0 16,0 0-16,0 0 0,1 0 0,-1-40 0,0 40 16,40-40-16,-40 0 0,0 40 15,41-40-15,-41 0 0,40 0 0,-40-41 0,40 1 16,-40 40-16,41 0 15,-1-40-15,0 40 0,0-41 0,-39 41 0,39 0 16,0 40-16,-40-40 0,41 40 0,-41 0 0,0 0 16</inkml:trace>
  <inkml:trace contextRef="#ctx0" brushRef="#br0" timeOffset="-49361.73">9911 17926 0,'0'-40'15,"-40"40"95,40 40-95,-40-40-15,0 0 0,40 41 0,-40-41 16,0 0-16,40 40 16,-41-40-16,1 40 0,0 0 15,40 0 1,-40-40-16,40 40 0,-40 0 0,40 0 16,0 0-1,0 1 1,40-41-16,0 40 0,0-40 15,-40 40 1,40-40-16,1 40 16,-1-40-16,0 0 15,-40 40-15,40-40 16,-40 40 0,0 0-16,40 0 15,-40 0-15,0 0 16,0 1-16,0-1 15,-40-40-15,40 40 0,-40-40 0,0 0 16,40 40-16,-40-40 16,-1 0 15,41-80-31,-40 80 16,40-40-16</inkml:trace>
  <inkml:trace contextRef="#ctx0" brushRef="#br0" timeOffset="-48961.76">10433 18287 0,'-40'41'15,"40"-1"1,-40-40-16,40 40 0,0 0 16,0 0-1,0 0-15,0 0 32,0 0-32,0 0 15,0 0 1</inkml:trace>
  <inkml:trace contextRef="#ctx0" brushRef="#br0" timeOffset="-48731.7">10312 18167 0,'0'-80'15,"0"160"-15,-40-200 32,121 120-32,-41 0 15</inkml:trace>
  <inkml:trace contextRef="#ctx0" brushRef="#br0" timeOffset="-48071.81">10674 18287 0,'0'0'0,"40"0"16,0 0 15,0 0-31,0 0 16,0 0-1,81-80 1,-41 80 0,40 0 15,-80 0-16,-40 80 1,0-39 0,-40 39 15,0 0-15,-80 0-1,80 0 1,-41 1 15,81-41-15,41-40 77,-41-40-93,40 40 16,0 0-16,0-41 16,0 41-16,0 0 31,0 41-31,0-41 16,-40 40-16,41-40 15,-1 40-15,0-40 0,0 40 16,0-40-16,0 0 0,0 0 15</inkml:trace>
  <inkml:trace contextRef="#ctx0" brushRef="#br0" timeOffset="-47511.77">11677 18528 0,'40'0'32,"0"0"-32,40 0 31,41-40-15,-41 40-1,-40-40 1,0 0 15,-40 0-15,-40 0-1,-80 80 17,39 0-17,1-40 1,40 40-16,0 0 15,0 0 17,40 80-17,40-39 1,0-1 15,0-40-15,81-40-1,-1-40 1,-40 40 15,-40 0-31</inkml:trace>
  <inkml:trace contextRef="#ctx0" brushRef="#br0" timeOffset="-47171.79">12800 18448 0,'0'0'16,"0"-40"0,121-40-1,39 39 17,-80 1-17,1 0 1,-1 40-1,-40 0 1</inkml:trace>
  <inkml:trace contextRef="#ctx0" brushRef="#br0" timeOffset="-46961.86">13161 18528 0,'-80'40'16,"160"-80"-16,-240 80 31,200-40-15,40 0 0,-40 0-16,1 0 0,-1 0 0,0-40 0,0 40 15,0 0-15,0-40 0,0 40 16,0 0-16,1 0 0</inkml:trace>
  <inkml:trace contextRef="#ctx0" brushRef="#br0" timeOffset="-40302.2">14365 18007 0,'-40'0'250,"40"-40"-250,0 80 110,0 0 93,-40-40-203,40 40 109,0-80 204,40 40-173,-40-40-124,40 40-1,-40-40 1,40 40 0,0 0-16,1 0 15,-1 0 1,0 0 0,0 0-1,-40 40 1,40-40-16,-40 40 15,40-40-15,-40 40 16,0 0 0,0 0-1,0 0-15,0 0 16,-40-40 0,40 40-16,0 1 0,-40-1 15,0 0 1,40 0-16,-40-40 15,0 0-15,80 0 110,0 0-110,0 0 15,0 0 1,-40 40 0,40-40-16,-40 40 15,40-40-15,-40 40 0,0 0 16,0 0 0,0 0-16,0 1 15,-40-41-15,0 40 16,40 0-16,-40-40 15,0 0-15,40 40 0,-40-40 0,0 0 16,40 40-16,-41-40 16,1 0-16,0 0 0,0 0 0,0 0 15,0 0-15,0 0 16,40-40-16,-40 40 0,-1 0 16,1-40-1,0 40-15,80 0 47</inkml:trace>
  <inkml:trace contextRef="#ctx0" brushRef="#br0" timeOffset="-39652.31">15088 18207 0,'0'0'0,"40"-40"15,0 0 1,-40 80 15,0 0-15,0 0-16,-40-40 15,40 40-15,0 1 16,0-1 0,80 0-1,-80 0-15,40-40 16,-40 40-16,0 0 16,40-40-16,0 0 0,-40 40 0,40-40 0,1 40 15,-1-40 1,-40 40-16,40-40 0,0 40 0,0 1 15,0-1-15,-40 0 0,40-40 16,-40 40-16,40-40 16,-40 40-16,41-40 0</inkml:trace>
  <inkml:trace contextRef="#ctx0" brushRef="#br0" timeOffset="-39252.32">15609 18287 0,'0'0'16,"0"-40"-1,0 80 17,-40-40-17,40 41-15,-40-41 16,40 40-16,-40-40 0,40 40 16,-40-40-16,40 40 15,-40-40-15,40 40 0,-41-40 0,41 40 0,-40-40 16,40 40-16,-40 0 0,40 0 15,-40-40-15,40 40 0,-40 1 16,40-1-16,-40-40 16,40 40-16,-40-40 15,40 40-15,-40 0 0,40 0 16,0 0 0</inkml:trace>
  <inkml:trace contextRef="#ctx0" brushRef="#br0" timeOffset="-38712.36">16291 18087 0,'0'-40'15,"-40"80"16,40 0-31,-40 0 16,40 0-16,-40-40 16,0 40-16,40 0 0,-40-40 0,0 41 0,40-1 15,-41-40-15,41 40 0,-40-40 16,40 40-16,-40-40 0,0 40 0,40 0 31,-40-40-31,80 40 16,0-40-1,40 0 1,-80 40-16,41-40 0,-1 0 0,0 0 0,0 0 16,0 0-16,0 0 15,0 0-15,0-40 0,1 40 0,-1 0 16,0 0 0,0 0-16,0 0 15</inkml:trace>
  <inkml:trace contextRef="#ctx0" brushRef="#br0" timeOffset="-38362.31">16251 18287 0,'0'-40'15,"0"0"-15,0 0 32,0 120 14,0-40-46,0 1 16,0-1-16,0 0 16,0 0-16,40 0 0,-40 40 0,0-40 0,0 0 15,0 0-15,0 1 0,0 39 16,0-40-16,0 0 0,0 0 0,0 0 0,0 0 16,0 0-16,0 1 15,0-1-15</inkml:trace>
  <inkml:trace contextRef="#ctx0" brushRef="#br0" timeOffset="-34462.61">17335 18207 0,'0'-40'16,"40"40"31,-40 40-31,40-40-16,0 0 15,-40 40-15,40 0 0,0 1 16,-40-1-16,40-40 0,-40 40 0,40 0 15,1 0 1,-1 0-16,-40 0 0,40 0 0,0 0 0,0 0 16,0 1-16,-40-1 15,40 0-15,0-40 0,-40 40 0,41-40 0,-1 0 16,-40 40-16,40-40 16,0 0-1</inkml:trace>
  <inkml:trace contextRef="#ctx0" brushRef="#br0" timeOffset="-34102.63">17896 18408 0,'0'-40'31,"0"0"-15,-40 40 46,0 40-62,0 0 16,0 0-1,40 0-15,-40-40 0,40 40 0,-40-40 16,40 40-16,-41 0 0,41 0 16,-40 0-16,40 1 15,-40-1 1,40 0-16,0 0 16,-40-40-16,40 40 15</inkml:trace>
  <inkml:trace contextRef="#ctx0" brushRef="#br0" timeOffset="-33452.67">18619 18207 0,'-40'0'32,"-1"0"-17,1 0 1,0 40 0,0-40-16,40 40 15,-40 1-15,40-1 0,0 0 16,0 0-1,-40-40-15,40 40 0,0 0 0,0 0 16,0 0-16,0 0 16,40 0-16,-40 1 0,40-1 0,0-40 15,-40 40 1,40-40-16,0 0 0,1 0 16,-1 0-16,0 0 15,0 0-15,0 0 0,0 0 16,-40-40-1,0 0 1,0-1-16,-40 41 16,0 0-16,0-40 15,-40 40-15,39 0 16,1 0 0,0 40-16,40 1 15,40-1 1</inkml:trace>
  <inkml:trace contextRef="#ctx0" brushRef="#br0" timeOffset="-33132.69">19261 18488 0,'-40'-40'15,"40"0"-15,40 40 0,0-40 31,40 40-31,0-40 0,-40 40 0,81-41 32,-1 1-17,-80 40-15,0 0 16</inkml:trace>
  <inkml:trace contextRef="#ctx0" brushRef="#br0" timeOffset="-32892.63">19622 18769 0,'-80'0'15,"160"0"-15,-201 0 16,81 0-16,0 0 16,80-40-1,81 40 16,-41 0-31,-40 0 0,40-41 16,-40 41-16,81-40 16,39-40-1</inkml:trace>
  <inkml:trace contextRef="#ctx0" brushRef="#br0" timeOffset="-31522.71">20785 17806 0,'0'0'16,"-40"0"-1,40 40 1,0 0 0,40 121-1,1 39 1,-82 1 15,1-121-15,40-40-1,0-80 1,40 0 15,1 0-31,39 40 32,-40 0-32,0 40 15,0 80 16,-80-40-15,-120 1 0,-1-81 15,81-81-15,80 41-1,0 0-15,0-40 16,0 40-16,40 40 0,40 0 15,0-40 1,1 40 15,-41 0-31,0 0 16,0 0 0,0 0-1,-40-40-15,40 40 31,-80 0 48,80 0-48,-40-40 0,0 0-31,40 40 16,-40-41-1,0 1 1,0 80 46,0 1-62,0-1 16,0 0 0,0 0-16,0 0 15,0 0 1,41-40-16,-1 40 16,0-40-1,0 0-15,0 0 16,0 0-16,0 0 0,-40-40 15,40 40-15,1-80 16,-41 40-16,40 0 16,-40 0-1,0-1-15,0 1 0,40 0 0,-40 0 16,0 0-16,0 0 0,0 0 16,0 0-16,0 0 0,0-1 0,0 1 0,0 0 15,0 0-15,0 0 16,0 0 15,-40 40 0,40 40-15,0 40-16,0-40 16,0 0-16,0 1 15,0-1-15,0 0 0,0 0 0,0 0 0,40 0 16,-40 0-16,0 0 0,0 0 0,0 1 15,0-1 1,40 0-16,-40 0 16</inkml:trace>
  <inkml:trace contextRef="#ctx0" brushRef="#br0" timeOffset="-31362.72">21628 18408 0,'0'-40'0,"40"0"16,0 40 0,-40-41-16,40 41 0,1 0 0,-41-40 0,40 40 15,0 0-15,0 0 0,-40-40 16,40 40-16,0 0 0,0 0 16</inkml:trace>
  <inkml:trace contextRef="#ctx0" brushRef="#br0" timeOffset="-31182.79">21187 18087 0,'0'-40'31,"40"40"-31,-40 40 16</inkml:trace>
  <inkml:trace contextRef="#ctx0" brushRef="#br0" timeOffset="-29722.82">19261 18608 0,'40'-40'31,"-40"0"-31,0 0 31,40 0-15,0 40-16,0-40 16,0 40-16,0 0 0,1-40 0,-1 40 15,0 0-15,0 0 0,-40 40 16,40-40-1,-40 40-15,0 0 0,40-40 0,-40 40 16,0 0 0,-40-40-16,0 0 31,40-40-15,0 0-1,40 40-15,0 0 16,0 0-1,0 0 1,-40 40 0,41-40-16,-41 40 15,0 0-15,-81-40 32,41 0-32,0 0 15,0 0-15,40-40 16,0 0-1,0 0-15,40 40 0,-40-40 0,40 40 16,-40-40 0,40 40-16,0 40 15,1 0 1,-41 0-16,40 0 0,-40 0 16,0 0-16,0 0 15,-40 1-15,-1-1 16,1-40-16,-40 0 0,40 0 15,0 0 1,40-40-16,0-41 16,0 41-1,40 0-15,0 0 0,0 40 16,0-40 0,0 40-16,1 0 15,-41 40 1,0 0-1,-41-40-15,1 0 16,0 0 0,0 0-16,0 0 0,0 0 0,0-40 31,0 40-31,40-40 0,0 0 16,0 0-16,0 0 15,0 0-15,0-1 16,40 1-16,0 40 15,0 0 1,0 0-16,0 0 16,-40 40-16,0 1 15,0-1-15,-40-40 16,40 40 0,-40-40-16,-40 40 0,40-40 15,-1 0-15,41 40 0,-40-40 0,80 0 94,-80 0-63,0 0-15,0 0-16,40-40 31,0 0-15,40 40-16,0 0 15,0 0-15,1 0 16,-1 0-16,0 0 16,0 0-16,0 0 15</inkml:trace>
  <inkml:trace contextRef="#ctx0" brushRef="#br0" timeOffset="-28462.89">24196 17967 0,'-40'0'15,"40"-41"1,-40 41-16,80 0 62,0-40-62,0 40 0,0 0 16,1-40 0,-1 40-16,0 0 0,0 0 0,0 0 0,0 0 15,0 0-15,0 0 0,-40 40 0,41-40 16</inkml:trace>
  <inkml:trace contextRef="#ctx0" brushRef="#br0" timeOffset="-28272.9">24437 18328 0,'0'0'15,"-40"40"1,0-40-1,200-81 1,-120 81-16,81-40 16,-81 40-16,80 0 15</inkml:trace>
  <inkml:trace contextRef="#ctx0" brushRef="#br0" timeOffset="-26822.99">26042 17686 0,'0'-40'16,"-40"40"-16,40-40 31,40 40 47,-40-40-78,40 40 16,-40-41-16,40 41 15,0 0-15,1 0 0,-41-40 16,40 40-16,0 0 0,0 0 0,-40-40 0,40 40 15,0 0-15,0-40 16,0 40-16,-40 40 63,-40-40-48,40 40-15,-40 0 0,40 1 0,0-1 16,-40-40-16,40 40 15,0 0-15,-40 0 0,40 0 0,0 0 16,-40 0-16,40 0 16,0 0-16,0 1 0,0-1 0,0 0 0,0 0 15,0 0-15,0 0 0,0 0 16,40 0-16,-40 0 0,0 1 16,0-1-16,0 0 0,0 0 15,0 0 1</inkml:trace>
  <inkml:trace contextRef="#ctx0" brushRef="#br0" timeOffset="-26573">25962 18207 0,'0'0'0,"0"-40"32,40 40-32,-40-40 31,40 40-31,0 0 0,0-40 0,0 40 16,1-40-16,-1 0 0,0 40 15,0 0-15,-40-40 0,40 40 16,0 0-16,0-41 0,0 41 15</inkml:trace>
  <inkml:trace contextRef="#ctx0" brushRef="#br0" timeOffset="-26153.1">26724 17686 0,'0'0'0,"0"-40"0,80-81 32,-39 121-32,-1 0 0,40 0 15,-40 0-15,40 41 16,-40-41-16,41 160 16,-81 40-1,-40 41 1,-81-121 15,1-79-15,80-82-1,40 1 1,0 0-16,0-40 16,40 80-16,-40-40 0,80 40 15,-40 0-15,81 40 31,-81-40-31,0 0 0,80 40 16,-40 0 0,81 0-16</inkml:trace>
  <inkml:trace contextRef="#ctx0" brushRef="#br0" timeOffset="-25203.09">28088 17485 0,'-40'-40'15,"80"80"-15,-120-80 32,80 80-32,0 0 0,40 121 15,-40 79 16,0-79-15,0-121 0,40-40-16,1 40 15,-1-40-15,-40-40 16,40 80 0,-40 80 15,-80-120-31,39 81 0,1-81 0,-120 80 31,-41-80-15,121-161-1,160 1 17,121 80-17,40 0 1,-161 80-1,-40 0-15,40-41 0,-40 41 0,0-40 32,1 0-32,-1 40 31,-40 40-15,-40 0-1,40 1 1,0-1-16,0 0 0,0 0 31,40-40-31,-40 40 0,40-40 16,0 0-1,40-80 1,0-41 0,-39-39-1,-41-40 16,40 39-15,-40 81 0,0 40 15,0 80 16,0 0-47,0 0 0,0 0 15,0 0-15,0 0 16,0 1-16,0-1 0,0 0 0,40 0 0,-40 0 16,0 0-16,0 0 15,40 0-15,-40 0 0,40 0 0,-40 1 16,0-1-16,0 0 16,0 0-16,40 0 15</inkml:trace>
  <inkml:trace contextRef="#ctx0" brushRef="#br0" timeOffset="-25023.1">28811 17886 0,'0'-40'0,"0"0"0,120-40 31,161 0-16,-161 40 1,-79 40-16,39 0 0,-40 0 0,0 0 16,0 0-1</inkml:trace>
  <inkml:trace contextRef="#ctx0" brushRef="#br0" timeOffset="-24853.18">28490 17445 0,'-40'-40'15,"40"0"1,40 40 0,0 0-16</inkml:trace>
</inkml:ink>
</file>

<file path=ppt/ink/ink4.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7-24T07:45:13.794"/>
    </inkml:context>
    <inkml:brush xml:id="br0">
      <inkml:brushProperty name="width" value="0.05292" units="cm"/>
      <inkml:brushProperty name="height" value="0.05292" units="cm"/>
      <inkml:brushProperty name="color" value="#FF0000"/>
    </inkml:brush>
  </inkml:definitions>
  <inkml:trace contextRef="#ctx0" brushRef="#br0">3652 13595 0,'0'0'0,"0"-40"16,40 0-16,-40 0 0,0 0 0,40 40 16,-40-40-16,40-1 0,-40 1 15,40 0-15,-40 0 0,40 40 0,-40-40 0,40 0 16,-120 40 15,80 40-31,0 0 0,0 0 16,0 0-16,0 0 15,0 1 1,0-1 15,0-80 0,0-1-15,0 1 0,0 0-1,0 0 1,40 40-16,-40-40 16,40 40-16,0-40 15,1 0-15,-1 40 0,0-40 0,0 0 0,0 0 16,0-1-16,0 1 0,0-40 15,41 40-15,-41-40 0,0 40 0,40 0 0,-40-41 16,41 41-16,-41-40 0,0 40 0,40-40 0,-40 40 16,0-41-16,0 41 15,1 0-15,-1 0 0,0 0 0,-40 0 16,-40 40 15</inkml:trace>
  <inkml:trace contextRef="#ctx0" brushRef="#br0" timeOffset="389.97">3732 14277 0,'0'0'16,"80"-40"-1,-80-40-15,201-121 32,39-40-17,1-39 1,-120 159-1,159-159 1,-119 79 0,-81 121 15,-80 40-15,-80 80-1,-40 120-15</inkml:trace>
  <inkml:trace contextRef="#ctx0" brushRef="#br0" timeOffset="679.96">4173 14397 0,'-40'80'16,"80"-160"-16,-80 120 15,160-160 1,161-121 0,40-39 15,-120 39-15,-121 161-1,0-41 1,-39 121-1,-41 81 1,0-41-16</inkml:trace>
  <inkml:trace contextRef="#ctx0" brushRef="#br0" timeOffset="929.94">4494 14878 0,'-40'81'16,"80"-162"-16,0 162 16,0-162-16,121-39 31,120-120-15,-161 79-1,81-39 1,-121 159-1,0-39 1,-120 120-16</inkml:trace>
  <inkml:trace contextRef="#ctx0" brushRef="#br0" timeOffset="1189.92">4735 15119 0,'0'40'0,"0"-80"0,-40 120 0,40-40 16,-40-40 0,200-120 15,41-80-15,-161 119-16,80-39 15,-80 80-15,161-161 16,0 41-1,-161 120 1</inkml:trace>
  <inkml:trace contextRef="#ctx0" brushRef="#br0" timeOffset="1439.91">5337 15480 0,'0'-40'0,"0"80"0,-40 0 16,0 0-16,120-80 16,-40-40-1,0 40-15,281-241 31,-80 40-15,-161 121-16</inkml:trace>
  <inkml:trace contextRef="#ctx0" brushRef="#br0" timeOffset="1659.85">5497 15721 0,'0'0'0,"-40"40"15,40 0 1,201-201 15,-1-39-15,1 40-1</inkml:trace>
  <inkml:trace contextRef="#ctx0" brushRef="#br0" timeOffset="1859.81">5899 15801 0,'0'0'16,"40"0"0,40-80-1,0-1 1,41-39-16</inkml:trace>
  <inkml:trace contextRef="#ctx0" brushRef="#br0" timeOffset="3369.8">4775 12472 0,'40'0'16,"-40"40"-1,0-120 17,-40 80-17,40-40-15,0 0 0,0 0 31,0 0 1,40 40 30,0 0-46,-40 40 31,40-40-47,-40 80 15,41-40-15,-41 0 0,40 0 16,-40 0-16,40 0 0,0 41 0,-40-41 0,0 0 16,0 40-16,40-40 15,0 40-15,-40-39 0,40-1 0,-40 40 0,0-40 16,40 0-16,-40 0 0,41 0 15,-41 0-15,40 0 0,0 1 0,-40-1 16,40-40-16,-40 40 0,40-40 0,-40 40 0,40 0 16,0 0-1,-40 0-15,40 0 0,-40 0 16,0 1-16,0-1 16,0 0-16,0 0 0,0 0 0,0 0 15,0 0 1,0 0-16,0 0 0,41 0 15,-41 1-15,0-1 0,0 0 16,40-40-16,-40 40 0,0 0 16,40-40-16,-40 40 0,40 0 0,0 0 15,0-40 1,-40 40-16,40-40 0,-40 41 16,40-41-16,1 40 15,-1-40 16,-40 40-31,40 0 16,-40 0-16,40-40 0,-40 40 16,0 0-16,40 0 15,-40 0-15,40 0 0,-40 1 32,40-41-32,-40 40 0,40 0 15,1 0 1,-1-40-16,-40 40 0,40 0 15,-40 0 1,0 0 0,0 0-16,0 1 0,0-1 15,0 0 1</inkml:trace>
  <inkml:trace contextRef="#ctx0" brushRef="#br0" timeOffset="5429.67">3411 13274 0,'0'40'0,"40"-40"0,-40 40 16,40-40 15,0 0-15,0 0 0,0 0-16,1 0 15,-1 0 1,0 0-1,-40 41 1,40-41-16,-40 40 16,0 0-1,-40-40 1,0 0 0,40 40 93,0 0-93,0 0-1,0 0-15,0 0 16,0 0-16,0 1 0,0-1 0,0 0 0,0 0 15,0 0-15,0 0 0,0 0 0,0 0 16,40 0-16,40 0 16,-40 1-16,0-41 0,-40 40 15,40 0-15,1-40 16,-41 40-16,40-40 0,-40 40 16,40-40-16,-40 40 15,40-40-15,-40 40 0,40-40 0,-40 40 16,40-40-16,0 40 0,0 1 15,1-1-15,-1 0 16,-40 0-16,40-40 0,-40 40 16,40 0-1,0 0-15,0 0 0,-40 0 16,40-40-16,-40 40 0,40-40 16,-40 41-16,41-41 0,-41 40 0,40-40 0,0 40 15,0 0 1,0-40-1,0 40-15,0 0 16,0-40 0,-40 40-16,41 0 0,-1-40 15,0 40 1,0 1-16,0-1 16,0 0-1,-40 0-15,40-40 0,-40 40 16,40-40-16,-40 40 15,0 0 1,0 0 0,41-40-16,-41 40 15,0 0-15,40-40 0,-40 41 16,40-41 0,-40 40-16,40-40 0,0 0 15,0 0 1,0 0-16,0 0 15,1 0-15,-1 0 0,0 0 32,-40 40-32,40-40 0,-40 40 15,40-40 1,0 0-16,-40 40 31,40-40-31,0 0 16,-40 40-16,41-40 31,-41 40-31,40-40 63,0 0-48,0 0 1,0 0-1,0 0 17,0 0-1,0-40-31,1 40 31,-41-40-31,40 40 0,-40-40 16,0 0-16,40 40 0,-40-40 15,0 0 1,40 40-16,-40-41 0,0 1 16,40 40-16,-40-40 15,0 0-15,40 40 0,-40-40 0,40 0 16,-40 0 0,0 0 46,0 0-46,0 0-16,-40 40 31,0 0 0,0 0-31,0 0 16,0 0-16,0 0 15,-1 0 1</inkml:trace>
  <inkml:trace contextRef="#ctx0" brushRef="#br0" timeOffset="10439.31">3451 11510 0,'0'-40'47,"0"80"203,0 0-219,40-40-31,-40 40 16,0 0-1,40-40-15,-40 40 0,40 0 0,0 0 16,-40 0 0,41 0-16,-41 1 0,0-1 15,0 0 1,0 0-16,40-40 0,-40 40 15,0 0-15,0 0 0,0 0 16,0 0-16,0 1 0,0-1 16,0 0-16,0 0 0,0 0 0,0 0 15,0 0-15,0 0 16,0 0-16,0 0 0,0 1 0,0-1 0,0 0 16,0 0-16,0 0 15,0 0-15,0 0 0,0 0 0,0 0 16,40-40-16,-40 41 0,0-1 15,40-40-15,-40 40 16,0 0-16,0 0 0,40-40 16,-40 40-16,0 0 0,0 0 15,0 0-15,0 0 0,0 1 16,0-1-16,0 0 16,0 0-16,0 0 0,0 0 15,0 0-15,0 0 16,0 0-16,0 1 15,0-1-15,0 0 16,0 0 0,40-40-16,-40 40 0,0 0 0,0 0 15,0 0 1,0 0-16,0 0 16,0 1-1,0-1-15,0 0 0,0 0 16,0 0-16,0 0 0,0 0 15,0 0-15,0 0 16,0 1-16,0-1 0,0 0 16,0 0-1,0 0-15,0 0 0,0 0 0,0 0 0,0 0 16,0 0-16,0 1 16,0-1-16,0 0 0,0 0 0,0 0 0,0 0 15,40 0-15,-40 0 16,0 0-16,0 1 0,0-1 0,0 0 15,0 0-15,0 0 0,40 0 0,-40 0 0,0 0 16,0 0-16,41-40 0,-41 40 16,0 1-16,0-1 0,40 0 0,-40 0 0,0 0 15,40 0-15,-40 0 16,0 0-16,40 0 0,-40 1 0,0-1 16,40 0-16,-40 0 15,0 0-15,40-40 0,-40 40 0,0 0 16,40 0-16,-40 0 0,0 0 15,40 1-15,-40-1 16,0 0-16,41-40 0,-41 40 0,0 0 16,0 0-16,0 0 15,0 0-15,0 0 0,40 41 0,-40-41 16,0 0-16,0 0 16,0 0-16,0 0 0,0 0 0,0 0 0,0 0 15,0 1-15,0-1 0,40-40 16,-40 40-16,0 0 0,0 0 0,40-40 15,-40 40-15,40-40 0,-40 40 32,0-80 30,40 0-46,0 40-16,-40-40 15,40 0-15,1 40 16,-41-40-16,40 40 0,0 0 31,-40-40-31,40 40 0,0 0 16,0 0-16,-40-41 0,40 41 16,0 0-16,1-40 0,-1 40 0,0 0 15,-40-40-15,40 40 16,0 0-16,0-40 0,0 40 0,0 0 0,1 0 15,-1 0-15,0 0 0,40 0 0,-40 0 0,0 0 16,41 0-16,-41 0 0,0 0 16,40 0-16,-40 0 0,40-40 0,1 40 0,-41-40 15,40 40-15,0-40 16,1 40-16,-1 0 0,40-40 0,-40 40 0,1-40 16,-1 40-16,-40 0 0,40-40 15,-40 40-15,41 0 0,-41 0 0,0 0 0,0 0 16,0 0-16,0 0 0,0-41 0,1 41 0,-1 0 15,0 0-15,0 0 16,40 0-16,-40 0 0,1 0 0,39 0 0,-40 0 16,40 0-16,-40 0 0,41 0 15,-41 0-15,40 0 0,-40 0 0,0 0 0,0 0 16,0 0 0,1 0-16,-1 0 31,0 0-16,0 0 1,0-40 0,0 40-16,0-40 15,0 40 1,-40-40 0,-40 0 30,0 40-30,0-40-16,0 40 16,40-40-1,0 0-15,0 0 0,0-1 16,0 1-16,0 0 16,0 0-16,0 0 0,40 0 0,-40 0 15,0 0-15,40 0 16,-40 0-16,0-1 0,40 1 0,-40 0 0,0-40 15,0 40-15,0-40 0,0 40 0,40-41 0,-40 41 16,0-40-16,0 40 0,0-40 16,0 40-16,0 0 0,0-1 0,0-39 0,41 40 15,-41 0-15,0 0 16,0-40-16,0 40 0,0-1 0,0-39 0,-81 40 16,81 0-16,0-40 0,0 40 15,0 0-15,0-41 0,0 41 0,0 0 0,0-40 16,0 40-16,-40 0 0,40 0 0,0 0 0,0-1 15,0 1 1,0 0-16,-40 40 0,40-40 0,0 0 16,-40 0-16,40 0 15,0 0-15,-40 40 0,40-40 0,0 0 16,0-1-16,-40 41 16,40-40-16,0 0 0,0 0 0,0 0 0,-40-40 15,40 40-15,0 0 0,0-41 16,0 41-16,0 0 0,0-40 0,0 40 0,0 0 15,-41 0-15,41 0 0,0-1 0,0 1 16,0 0 0,-40 40-16,40-40 0,0 0 15,-40 40-15,40-40 16,0 0 0,0 0-1,-40 0-15,40-1 16,0 1-16,0 0 0,-40 0 15,40 0 1,0 0-16,-40 0 16,40 0-1,0 0-15,0 0 16,0-1 0,0 1-16,0 0 15,-40 40-15,40-40 16,0 0-16,-40 40 0,40-40 0,-41 40 0,41-40 15,-40 40-15,40-40 0,0 0 0,-40 40 16,0 0 0,40-41-16,-40 41 15,40-40 1,-40 40-16,0 0 31,0-40-31,-1 40 16,1 0-16,40-40 0,-40 40 15,0 0 1,0 0-16,0 0 0,0 0 0,-1 0 16,1 0-16,0 0 0,0 0 15,0-40-15,0 40 0,0 0 0,0 0 16,-1 0-16,1-40 16,0 40-16,0 0 0,0-40 15,0 0-15,0 40 16,0-40-16,-1 0 0,1 40 0,0 0 15,0-41-15,0 1 0,0 40 0,0 0 16,0 0-16,40-40 16,-41 40-16,1 0 0,0 0 0,40-40 15,-40 40-15,0 0 16,0 0-16,0 0 0,0 0 31,-1-40-15,1 40-16,0 0 0,0 0 15,0 0-15,0 0 16,0 0-16,0 0 16,-1 0-1,1 0-15,0 0 0,0 0 16,0 0-16,0 0 16,0 0-16,0 0 0,-1 0 15,41 40-15,-40-40 16,0 0-16,0 0 0,0 0 15,0 40-15,0-40 0,0 0 16,-1 0-16,1 40 16,0-40-16,0 0 0,0 0 0,0 0 15,0 0-15,0 40 16,-1-40-16,1 0 0,0 0 0,0 0 16,0 0-16,0 41 15,0-41-15,0 0 0,-1 0 16,1 0-16,0 0 15,0 40 1,0-40 0,0 0-16,0 40 15,0-40-15,-1 0 16,41 40-16,-40-40 16,0 0-16,0 0 0,0 40 15,0-40 1,0 0-16,0 0 15,40 40-15,-41-40 16,1 0 0,0 0 15,0 40-15,0-40-1,0 0 1,40 40-16,-40-40 15,40 40 1,80-40 0</inkml:trace>
  <inkml:trace contextRef="#ctx0" brushRef="#br0" timeOffset="11299.33">3932 10788 0,'41'-40'31,"-82"80"-31,122-120 16,-81 39-16,0 1 15,0 0 17,-40 40-17,40 40 16,0 0-15,0 1 0,40-1-16,-40 0 0,0 0 15,40 0-15,-40 40 0,0-40 16,0 40-16,40-39 0,-40 39 0,0 0 0,0 0 16,40 41-16,-40-41 15,40 0-15,0 40 0,-40-40 0,40 41 0,-40-41 16,41 40-16,-41-39 0,40 39 0,-40-40 0,0 0 15,40 41-15,-40-41 0,0 0 16,40 0-16,-40 41 0,0-41 0,40 0 0,-40 0 16,40 40-16,0-39 15,-40-1-15,40 0 0,1-40 0,-1 40 0,-40 1 16,40-1-16,-40 0 0,40-40 16,-40 40-16,40-40 0,-40 41 0,40-1 0,-40-40 15,0 40-15,0-40 16,40 41-16,-40-41 0,0 40 0,40-40 0,-40 40 15,41-40-15,-41 40 0,40 1 0,-40-1 0,40 0 16,-40 0-16,0 1 0,40-1 16,-40-40-16,0 40 0,40 0 0,-40 0 0,0-39 15,40 39-15,-40-40 16,0 40-16,40-40 0,-40 0 0,40 41 0,-40-41 16,41 0-16,-41 0 0,40 0 15,-40 0-15,40 0 0,0 0 0,-40 40 0,40-80 16,-40 41-16,40 39 0,-40-40 0,40 0 0,-40 0 15,0 0-15,40 0 16,-40 41-16,0-41 0,0 0 0,0 40 0,0-40 16,41 0-16,-41 0 0,0 0 15,0 0-15,0 1 32,0-1-32,0 0 15,0 0 1,0 0-16,0-120 15,0 40 1</inkml:trace>
  <inkml:trace contextRef="#ctx0" brushRef="#br0" timeOffset="12559.18">5979 10507 0,'40'-40'16,"-40"0"-16,0 0 16,40 0 15,-40-1-15,-40 41 15,-40 0 47,80 81-62,-40-81-16,40 80 15,0-40 1,0 0-16,0 0 0,-41 0 0,41 0 15,0 1-15,0-1 0,0 40 0,0-40 0,0 0 16,0 40-16,0 0 0,0-39 16,0 39-16,0-40 0,0 40 0,0 0 0,0-40 15,0 41-15,0-41 16,0 40-16,0-40 0,0 40 0,0 0 0,41 1 16,-41-1-16,0-40 0,40 40 15,-40 0-15,0 1 0,0-1 0,0-40 0,40 40 16,-40-40-16,0 40 0,0 1 0,0-41 0,40 40 15,-40 0-15,0 0 16,0 1-16,0-1 0,0 0 0,0-40 0,40 40 16,-40 1-16,0-1 0,40 0 15,-40 0-15,0-40 0,40 41 0,-40-1 0,40 0 16,-40 0-16,0-40 16,0 40-16,41 1 0,-41-1 0,0 0 0,0 0 15,0 1-15,0-41 0,0 40 16,0 0-16,0 0 0,0 0 0,0 1 0,0-41 15,0 40-15,0-40 0,0 40 0,0-40 0,0 41 16,0-41-16,0 0 16,0 40-16,40-40 0,-40 0 0,0 0 0,0 41 15,0-41-15,0 0 0,40 0 16,-40 40-16,40-40 0,-40 0 0,0 41 0,0-41 16,40 40-16,-40-40 15,0 40-15,0-40 0,40 0 0,-40 0 0,0 41 16,40-41-16,-40 0 0,0 0 0,40 0 0,-40 0 15,0 0-15,0 0 16,0 1-16,0-1 0,0 0 0,0 0 0,0 0 16,0 0-1,0 0-15,0 0 0,0 0 0,-40 0 16,40 1-16,0-1 0,0 0 16,0 0-16,0 0 0,-40-40 0,40 40 15,0 0 1,0-80-1,0 0 1,0 0-16,-40 0 0,40 0 16</inkml:trace>
  <inkml:trace contextRef="#ctx0" brushRef="#br0" timeOffset="13739.11">7062 11028 0,'0'-40'32,"0"0"-1,0 0-16,0 0-15,40 40 0,-40-40 16,0 0 0,0 0-16,0 0 15,-40 40 1,40 40 46,0 40-46,0-40-16,0 0 0,0 40 0,0-40 16,0 41-16,0-1 0,0-40 15,0 40-15,0 0 0,0 1 0,0-1 0,0 0 16,0 0-16,0 0 16,0 1-16,0-1 0,40 0 0,-40 40 0,40-39 15,-40-1-15,0 0 0,41 0 16,-41 0-16,0 1 0,0 39 0,40-40 0,-40 0 15,0 41-15,0-41 0,40 0 0,-40 40 0,0-39 16,0-1-16,0 40 16,0-40-16,0 1 0,0-41 0,0 40 0,40 0 15,-40 0-15,0 0 0,0-39 16,0 39-16,0 0 0,40 0 0,-40 0 0,0-39 16,0 39-16,0 0 15,0 0-15,0 0 0,0 1 0,0-1 0,0 0 16,0-40-16,0 40 0,0 1 0,0-41 0,0 0 15,0 40-15,40-40 0,-40 0 16,0 0-16,0 0 0,0 0 0,40 1 0,-40-1 16,41 0-16,-41 40 15,0-40-15,0 0 0,0 0 0,0 0 0,40 1 16,-40-1-16,0 0 0,0 0 16,0 0-16,0 0 0,0 40 0,0-40 0,0 0 15,0 1-15,0-1 0,0 0 0,0 0 16,40 0-16,-40 0 15,0 0-15,0 0 0,0 0 0,0 1 16,40-1-16,-40 0 0,0 0 16,0 0-16,0 0 0,0 0 0,0 0 15,0 0 1,0 0-16,0 1 0,0-1 0,0 0 0,0 0 16,-40 0-16,40 0 15,0 0-15,0 0 0,-40 0 0,40 1 16,0-1-16,0 0 0,-40 0 0,40 0 0,0 0 15,0 0-15,-41 0 16,41 0-16,0 0 0,0 1 0,-40-1 0,40 0 16,0 0-16,0 0 0,0 0 15,-40-40-15,40-40 16,0-40 0,0 40-16</inkml:trace>
  <inkml:trace contextRef="#ctx0" brushRef="#br0" timeOffset="15269.04">3611 13515 0,'-40'40'16,"80"-80"-16,-120 80 0,40-40 16,40-40-1,-40 40 1,40-40-1,0 0 1,-40 40-16,40-40 16,-40 40-16,40-41 0,-41 41 15,1 0-15,40-40 16,-40 40-16,0 0 0,0-40 0,0 40 16,40-40-1,-40 40-15,40-40 0,-40 40 0,-1 0 16,41-40-16,-40 40 15,0 0 1,40-40 15,-40 40 1,0 0-17,0 0 1,40 40-1,-40-40 48,80 0 93,0 0-156,0-40 0,0 40 16,0-40-16,0 40 0,1-40 15,39 40-15,-40-40 0,40 40 0,-40 0 0,41-41 16,-1 41-16,0-40 16,0 40-16,1 0 0,-1-40 0,0 40 0,0-40 15,1 40-15,-1-40 0,0 40 16,41-40-16,-41 40 0,40 0 0,-40 0 0,1-40 16,39 40-16,-40 0 15,41 0-15,-41 0 0,40 0 0,-39 0 0,-1 0 16,40 0-16,-40 40 0,1-40 0,-1 0 0,0 0 15,0 0-15,1 40 0,-1-40 16,0 40-16,0-40 0,1 0 0,-1 0 0,-40 0 16,40 0-16,1 0 15,-1 0-15,0 0 0,40 0 0,-39 0 0,-1-40 16,40 40-16,-39 0 0,-1-40 16,0 40-16,0-40 0,1 40 0,-1 0 0,-40 0 15,40-40-15,1 40 0,-41 0 0,40 0 0,-40 0 16,0 0-16,0 0 15,41 0-15,-41 0 0,0 0 0,0 0 0,40 0 16,-40 0-16,41 0 0,-41 0 16,40 40-16,-40-40 0,40 0 0,-40 0 0,1 0 15,39 0-15,-40 0 16,0 0-16,40 0 0,-40 0 0,41 0 0,-41 0 16,0 0-16,40 0 0,-40 0 15,0 0-15,1 0 0,-1 0 0,0 0 16,0 0-16,-80 0 62,40 40-62,-40-40 0,40 40 16,-40-40-16,-1 40 16,1-40-16,40 40 0,-40-40 15,40 40-15,-40-40 0,0 0 0,40 40 16</inkml:trace>
  <inkml:trace contextRef="#ctx0" brushRef="#br0" timeOffset="16378.96">3009 14437 0,'0'0'16,"-40"0"0,0 0-1,0 0 1,40 40 0,40-40-1,0 0 16,0 0-31,1 0 16,-1 0 0,0 0-16,0-40 0,0 40 0,0 0 15,0 0-15,0 0 0,1 0 16,-1 0-16,40 0 0,-40 0 0,40 0 0,-39 0 16,39 0-16,-40 0 15,40 0-15,0 0 0,1 0 0,-1 0 0,0 0 16,0 0-16,41 0 0,-41 0 0,40 0 0,-39-40 15,39 40-15,41 0 0,-41 0 16,0 0-16,-39-40 0,39 40 0,0 0 0,1 0 16,-1 0-16,0 0 15,-39 0-15,39-40 0,-40 40 0,41 0 0,-41-40 16,40 40-16,-39 0 0,-1 0 16,0 0-16,0 0 0,1 0 0,39 0 0,-40 0 15,0 0-15,1 0 0,-1 0 0,0 0 0,1 0 16,-1 40-16,0-40 15,0 0-15,1 0 0,-1 0 0,0 0 0,0 0 16,1 40-16,-1-40 0,-40 0 16,40 0-16,-40 0 0,41 0 0,-41 0 0,0 0 15,0 0-15,40-40 16,-40 40-16,0 0 0,1-40 0,39 40 0,-40 0 16,0 0-16,0-40 0,0 40 15,41 0-15,-41 0 0,0 0 0,0 0 16,0 0-16,-80 0 94,40 40-94,0 0 31,0 0 16,-40-40-47,0 0 15,0 0-15,-1 0 16,1 0-16,0 0 0,0 40 0,0-40 16,0 40-16,0-40 15,0 40-15,-1-40 0,-39 41 0</inkml:trace>
  <inkml:trace contextRef="#ctx0" brushRef="#br0" timeOffset="17398.9">3852 15921 0,'-40'0'16,"0"0"-16,40 40 15,-40-40 1,0 0-1,80 0 110,40 0-109,-40 0 0,0 0-16,0 0 15,1 0-15,-1 0 0,40 0 0,-40 0 0,0 0 16,40 0-16,1 0 0,-41 0 16,40 0-16,0 0 0,1 0 0,39 0 0,-40 0 15,0 0-15,41 0 0,-1-40 0,-40 40 0,41 0 16,-1 0-16,1 0 15,-41 0-15,40 0 0,1-40 0,-1 40 0,0 0 16,1 0-16,-1 0 0,0-40 16,41 40-16,-41 0 0,1 0 0,-1-40 0,0 40 15,1 0-15,-41-40 16,41 40-16,-1 0 0,0 0 0,-39-40 0,39 40 16,0 0-16,-39 0 0,39-40 15,0 40-15,-39 0 0,-1 0 0,40-41 0,-40 41 16,1 0-16,-1 0 0,0 0 0,-40 0 0,41 0 15,-41 0-15,40 0 16,-40 0-16,0 0 0,0 0 0,0 0 0,1 0 16,-1-40-16,0 40 15,0 0-15,0 0 0,0 0 16,0 0-16,0 0 16,1 0-16,-41-40 0,40 40 0,0 0 15,0 0-15,0 0 0,0 0 16,0 0-16,0 0 15,1 0-15,-1 0 0,-80 0 47,-1 0-31,-39 0-16,40 0 16,0 0-1,0 0-15,40 40 0,-40-40 0,0 40 0,-1 1 16,1-41-16</inkml:trace>
  <inkml:trace contextRef="#ctx0" brushRef="#br0" timeOffset="18508.83">4013 17164 0,'-40'0'15,"-1"0"17,1 0-17,80 0 48,1-40-63,-1 40 15,0 0 1,0 0-16,0 0 16,0 0-16,0 0 15,0 0-15,1 0 0,-1 0 0,0 0 0,0 0 16,0 0-16,40 0 0,-40 0 16,1 0-16,39 0 0,-40 0 0,40 0 0,-40 0 15,0 0-15,41 0 0,-41 0 0,40 0 0,0 0 16,-40 0-16,41 0 15,-1 0-15,0-40 0,0 40 0,1 0 0,-1-40 16,0 40-16,0-40 0,1 40 16,-1 0-16,40 0 0,-39-40 0,-1 40 0,0 0 15,40-40-15,-39 40 16,-1 0-16,0 0 0,0 0 0,1-40 0,-1 40 16,0 0-16,0 0 15,1-40-15,-41 40 0,40 0 0,0 0 0,-39 0 0,-1 0 16,40-40-16,-40 40 0,0 0 0,0 0 15,41 0-15,-41 0 0,0 0 16,0 0-16,0 0 0,0 0 0,0 0 0,0 0 16,1 0-16,-1 0 0,0 0 15,0 0-15,40 0 0,-40 0 0,0 0 0,41 0 16,-41 0-16,0 0 16,0 0-16,40 0 0,-40-41 0,1 41 15,-1 0-15,0 0 0,0 0 0,0-40 0,0 40 16,0 0-1,-40 40 95,-40-40-110,40 41 15,-40-41 1,0 0 0,0 0-1,0 0 32</inkml:trace>
  <inkml:trace contextRef="#ctx0" brushRef="#br0" timeOffset="21168.75">4775 14518 0,'0'0'0,"40"0"15,0 0 17,0 0 77,1 0-93,-41-41-1,40 41-15,-80 0 110,40 41-110,-41-41 15,41-41 1,0 1 31,41 40-47,-1 0 0,-80 0 62,40 40-62,-41-40 0,41 41 16,-40-41-16,40-41 31,0 1-15,-40 40-16,40-40 15,40 40 32,0 0-47,-40 40 31,-40-40-15,0 0 0,40-40-1,-40 40 1,80 0 31,0 0-32,-80 0 48,0-40-47,40 0-1,0 0 1,40 40-1,0 0 1,-40 40 0,0 0 15,0 0-31,-40-40 16,40-40 15,0 0 31,40 40-62,0 0 16,-80 0 46,40-40-30,40 0-17,1 40 1,-1 0-16,-40 40 62,0 0-62,0 0 16</inkml:trace>
  <inkml:trace contextRef="#ctx0" brushRef="#br0" timeOffset="22468.67">5297 16122 0,'0'-40'47,"0"0"-16,0-1-15,-40 41 15,40-40-31,-41 40 125,41 40-125,-40-40 31,0 0-31,0 0 32,40-40-1,40 40-31,-40-40 16,40 40-16,0 0 15,1 0-15,-41-40 0,40 40 16,-80 40 31,-1-40-32,1 0-15,80-40 47,1 40-31,-1 0-1,-40 40 1,40-40 0,-40 40-16,0 0 15,-40-40 1,0 0-16,80 0 78,0 0-78,-40-40 16</inkml:trace>
  <inkml:trace contextRef="#ctx0" brushRef="#br0" timeOffset="23548.61">6340 15921 0,'-40'0'16,"40"-40"62,0 80-15,0 0-48,0 0 1,40-40 31,-40-40-32,40 40 1,0 0-16,-40 40 47,0 1-31,-40-41-1,40-41 16,0 1-31,0 0 16,40 40 0,0 0-16,0 0 15,1 0 1,-1 0-16,-40 40 16,-81 0-1,41 1-15,0-41 16,0 40-16,0-40 0,0 0 0,0 0 31,40-40-31,0-1 16,0 1-1,40 40-15,-40-40 0,40 40 0,-40-40 0,40 40 16,-40-40-16,40 40 16,-80 40 30</inkml:trace>
  <inkml:trace contextRef="#ctx0" brushRef="#br0" timeOffset="24518.47">6340 14237 0,'0'-40'110,"40"40"-95,0 0 1,-40 40 15,0 0-15,0 0-1,-40-40 17,0 0-17,40-40 17,0 80 46,-40-40-47,40 40-31,0-80 31,0 0-15,0 80 109</inkml:trace>
  <inkml:trace contextRef="#ctx0" brushRef="#br0" timeOffset="25708.41">5939 12673 0,'0'40'16,"40"-40"31,-40-40-32,40 40 16,-40 40-15,0 0 0,0 0-16,0 0 15,-40-40 1,80 0 0,-40-40 15,40 40-31,-40-40 31,0 80 32,0 0-48,0-80 16,0 0-15,40 40 0,-40-40-16,40 40 15,-40 40 1,0 0 0,0 0-16,0 0 0,0 0 15,-40-40 1,40 40-16,-40-40 0,40 41 15,0-82 32</inkml:trace>
  <inkml:trace contextRef="#ctx0" brushRef="#br0" timeOffset="26878.35">4454 12833 0,'0'40'0,"40"-40"32,-40-40-32,40 40 15,0 0 1,-40-40-16,0 0 15,-40 40 79,40 40-94,-40 0 16,40 0 15,-40-40-31,0 0 31,40-40-15,0 0 0,0 0-1,40 40 1,0-40-1,0 80 17,-40 0-32,0 40 0,0-40 15,0 0 1,0 1-16,-40-41 16,40-41 15,-40 1-31,40 0 15,0 0 1,0 0-16,40 40 0,-40-40 16,40 40-1,0 0-15,1 40 32,-41 0-32,0 0 15,-41-40-15,41 40 16,-40-40-1,0 0-15,40-40 32,40 40-1,0 0-15,-40 40-1,41-40-15</inkml:trace>
  <inkml:trace contextRef="#ctx0" brushRef="#br0" timeOffset="28368.33">7142 12673 0,'0'0'0,"-40"0"31,80 0 63,1 0-63,-82 0 48,41 40-17,0 0 1,0 0-48,-40-40 1,0 0-16,0 0 15,80 0 48,0 0-47,-40 40-16,0 0 15,0 0 16,-40-40-31,40-40 32,0 0-17,0 0 1,-40 40-16,40 40 16</inkml:trace>
  <inkml:trace contextRef="#ctx0" brushRef="#br0" timeOffset="31098.16">4534 17846 0,'0'-40'31,"0"0"47,40 40-62,1 0-1,-41-40-15,-41 40 47,41 40-31,-40-40-1,40 40-15,-40-40 0,40 40 16,-40-40-16,0 40 16,40 0-16,-40-40 0,0 41 15,0-41 1,-1 0 0,1 0-1,121 0 63,-41 0-62,-40 40 0,40-40-16,0 0 15,0 40-15,0-40 0,0 0 16,0 0-16,1 0 15,-1 0-15,0 0 32</inkml:trace>
  <inkml:trace contextRef="#ctx0" brushRef="#br0" timeOffset="31488.14">4615 17967 0,'-41'0'0,"41"-41"16,41 41 15,-41-40-16,40 40-15,0 0 0,0 0 16,0 0 0,0 0-16,0 0 0,0 0 0,1-40 15,-1 40 1,0 0-16,0 0 0,0 0 0,-40-40 16,40 40-16,-40-40 0,40 40 0,0 0 15,1 0-15,-1 0 16,0 40 15,0-40 16,-40-40-31,0 0-16</inkml:trace>
  <inkml:trace contextRef="#ctx0" brushRef="#br0" timeOffset="32058.03">5136 17646 0,'0'0'0,"0"-40"31,40 40 157,0 0-173,1 0-15,-1 40 16,0 0-1,0-40 1,0 40 0,-80 0 46,40 0-62,-40-40 16,0 40-16,0-40 15,40 40-15,-41-40 16,41 40 0,-40-40-16</inkml:trace>
  <inkml:trace contextRef="#ctx0" brushRef="#br0" timeOffset="32628.07">4695 18328 0,'-40'0'31,"80"0"48,0 0-64,0 0 1,0 0-16,0 0 15,-40-41-15,40 41 0,1 0 0,-41-40 16,40 40-16,0 0 16,0-40-16,0 40 0,0 0 15,-40-40 1,40 40 0,-40 40-16</inkml:trace>
  <inkml:trace contextRef="#ctx0" brushRef="#br0" timeOffset="32917.98">4936 18408 0,'0'-40'0,"-41"40"16,41-40-1,0 80 17,0 0-32,0 0 15,0 0 1,0 0-16,0 0 16,0 0-1,0 0-15,0 0 16,0 1-16</inkml:trace>
  <inkml:trace contextRef="#ctx0" brushRef="#br0" timeOffset="33557.95">5096 18488 0,'40'0'0,"0"0"15,0 0 1,1 0 0,-41 40-1,0 0 1,0 0-16,0 0 15,-41-40 1,41-40 31,0 0-31,41 40-16,-41-40 0,40 40 15,0-40-15,0 40 31,-40-40-31,40 0 16,-40 0 0,-40 40 62,40 40-63,-40-40-15,40 40 16,0 0-16,0 0 16,0 0 15,40-40-15,0 0-1,0 0-15,0-40 16,0 40-16,1-40 15,-41 0-15,40 40 16</inkml:trace>
  <inkml:trace contextRef="#ctx0" brushRef="#br0" timeOffset="34997.93">3330 16282 0,'0'-40'62,"-40"40"63,0 0-47,40-40-62,0 0 15,40 40 110,0 0-141,1 0 16,-1 0-16,0-40 15,0 40-15,0 0 16,-40-40-16,40 40 0,0 0 0,-40-40 0,41 40 15,-1-41 1,0 41-16,0 0 0,-40-40 16,40 40-16,0 0 15,0 0-15,0 0 0,1 0 32,-1 0-32,0 0 15</inkml:trace>
  <inkml:trace contextRef="#ctx0" brushRef="#br0" timeOffset="35987.87">3692 16042 0,'0'40'62,"0"0"-62,0 0 16,-40-40-16,40 40 15,0 0-15,-41 0 0,1-40 16,40 40 0,0-80 15,0 0-16,40 40-15,-40-40 0,0 0 16,41 40-16,-41-40 0,0 0 16,40 0-16,-40-1 0,0 1 15,0 0 1,40 40-16,0 0 16,0 0-1,-40 40-15,40-40 16,-40 40-16,40 1 0,0-41 31,-40 40-31,0 0 31,41-40-15</inkml:trace>
  <inkml:trace contextRef="#ctx0" brushRef="#br0" timeOffset="36417.85">3772 16082 0,'0'0'16,"40"0"15,-40 40-15,40 0-16,-40 0 15,0 0-15,0 0 16,0 0-16,0 0 0,0 0 0,0 1 16,0-1-16,0 0 15,0 0-15,0 0 0,0 0 0,0 0 16,0 0-16,0 0 0,0 1 0,0-1 16,80-40-16,-80 40 0,0 0 15,0 0-15,0 0 0,0 0 16,41-40-16,-41 40 15,0 0-15,0 0 16,0 1 0,0-1-16,0 0 15,0-80 63</inkml:trace>
  <inkml:trace contextRef="#ctx0" brushRef="#br0" timeOffset="36827.75">3652 17205 0,'0'0'0,"-41"0"16,82 0 62,-41 40-62,40-40-16,0 0 15,-40 40-15,40 0 16,0-40-16,-40 40 16,40-40-1,-40 40-15,0-120 32,0 40-17,0 0-15,40 0 0,0-1 16,-40 1-16,41 40 15,-41-40-15,40 40 0,0-40 16,-40 80 0</inkml:trace>
  <inkml:trace contextRef="#ctx0" brushRef="#br0" timeOffset="37327.74">2448 16804 0,'-40'0'15,"40"-41"32,40 41-31,-40-40-16,40 40 0,0 0 31,0-40-31,0 40 16,0 0-1,0-40-15,1 40 0,-1 0 0,0-40 16,0 40-16,0-40 16,0 40-16,0 0 0</inkml:trace>
  <inkml:trace contextRef="#ctx0" brushRef="#br0" timeOffset="37687.77">2769 16723 0,'-40'0'16,"40"40"77,0 1-93,0-1 16,0 0-16,0 0 16,0 0-16,0 0 0,40 0 15,-40 0 1,0 0-16,40 0 0,-40 1 0,0-1 15,40 0 1</inkml:trace>
  <inkml:trace contextRef="#ctx0" brushRef="#br0" timeOffset="38247.74">3009 16924 0,'41'0'47,"-1"40"-47,0-40 15,0 0 1,0 0 15,-40-40-31,0 0 0,0 0 16,0 0-1,0 80 32,0 0-31,0 0-1,0 0-15,40 0 0,-40 0 16,0 0-16,0 0 16,0 0-16,0 1 0,0-1 0,0 0 15,40 0-15,-40 0 0,0 0 16,0 0-16,0 0 0,0 0 16,-40-40-16,40 41 15,-40-41-15,0 0 16,0 0 15,40-41-15,-40 41-1</inkml:trace>
  <inkml:trace contextRef="#ctx0" brushRef="#br0" timeOffset="97314.26">4855 10467 0,'40'0'0,"1"0"15,-41 40 64,0 0-64,0 0 1,0 0-16,0 0 31,0 1-31,0-1 16,0 0-16,0 0 15,-41 0-15,41 0 0,0 0 0,0 0 16,0 0 0,0 0-16,0 1 0,0-1 0,41 0 0,-41 0 15,0 0-15,0 0 0,0 0 16,0 40-16,0-39 0,0-1 0,0 0 0,0 0 15,40 0-15,-40 0 0,0 0 0,0 0 16,0 0 0,0 0-16,0 1 0,0-1 15,0 0-15,0 0 16,0 0-16,0 0 0,0 0 16,0 0-1,0 0-15,0 1 0,0-1 16,0 0-16,0 0 0,0 0 0,0 0 15,0 0-15,0 0 16,0 0-16,0 0 0,0 1 16,0-1-1,0 0-15,0 0 16,0 0 0,0 0-16,40 0 0,-40 0 0,0 0 15,0 1 1,0-1-16,0 0 0,0 0 15,0 0-15,0 0 16,0 0 0,40-40-16,-40 40 0,0 0 31,0 0-15,40-40-16,-40 41 15,0-1-15,0 0 16,40-40-16,-40 40 0,0 0 15,40 0 1,-40 0 0,40-40-16,-40 40 15,0 0-15,0 1 16,0-1 0,0 0-16,0 0 15,0 0 1,0 0-16,0 0 15,0 0-15,41 0 32,-41 0-17,40-40-15,-40 41 16,40-41-16,-40 40 16,0 0-1,40-40-15,-40 40 0,0 0 16,0 0-16,0 0 0,40-40 15,-40 40-15,0 0 16,40-40-16,-40 41 16,0-1-1,0 0 1,0 0 15,0 0-15,40-40-16,-40 40 0,0 0 15,40 0-15,-40 0 16,41-40-16,-41 40 16,40-40-16,-40 41 0,0-1 0,40 0 15,-40 0 1,40 0-16,-40 0 0,40 0 16,-40 0-16,0 0 15,40-40-15,-40 41 0,0-1 16,0 0-16,40-40 15,-40 40-15,0 0 16,40-40 15,-40 40-31,0 0 32,0 0-17,0 0 1,0 0-16,0 1 15,0-1-15,0 0 0,0 0 16,0 0 0,0 0-16,0 0 0,41 0 15,-41 0-15,0 1 16,40-1-16,-40 0 0,0 0 16,40 0-1,-40 0-15,0 0 0,40 0 0,-40 0 16,0 0-16,40 1 0,-40-1 15,0 0-15,0 0 16,0 0-16,0 0 0,0 0 16,0 0-16,40 0 15,-40 1-15,0-1 0,0 0 0,0 0 16,0 0-16,0 0 0,40-40 16,-40 40-16,0 0 0,0 0 0,0 0 15,0 1 1,0-1-16,40-40 0,-40 40 15,0 0-15,0 0 0,41-40 0,-41 40 16,0 0-16,0 0 16,0 0-16,0 1 0,0-1 0,0 0 15,0 0 1,0 0-16,0 0 0,40-40 16,-40 40-16,0 0 15,0 0-15,0 0 0,0 1 16,0-1-16,0 0 0,0 0 0,-40 0 15,40 0 1,-41-40-16,1 0 16,40-80-16</inkml:trace>
  <inkml:trace contextRef="#ctx0" brushRef="#br0" timeOffset="98974.16">5096 12913 0,'-40'0'31,"40"40"-31,0 1 47</inkml:trace>
  <inkml:trace contextRef="#ctx0" brushRef="#br0" timeOffset="100004.1">3411 11189 0,'40'0'16,"0"0"-1,0 0 17</inkml:trace>
  <inkml:trace contextRef="#ctx0" brushRef="#br0" timeOffset="102013.9">3732 10988 0,'0'40'47,"-40"-40"-31,40 40-16,0 1 31,0-1 16,0 0 31,0 0-62,0 0-16,0 0 0,0 0 15,0 0-15,0 0 0,0 1 0,0-1 0,0 0 16,0 0-16,0 0 0,0 0 15,0 0-15,40 0 0,-40 0 0,0 0 16,0 1 0,0-1-16,0 0 0,0 0 15,0 0-15,40-40 16,-40 40-16,0 0 0,0 0 0,40 0 16,-40 1-1,0-1-15,0 0 0,40 0 0,-40 0 16,0 0-16,0 0 0,0 0 0,0 0 15,-40-40-15,40 40 16,0 1-16,0-1 16,0 0-1,0 0-15,0 0 0,0 0 16,0 0-16,0 0 16,40 0-16,-40 1 0,0-1 15,0 0-15,40-40 16,-40 40-16,0 0 15,40 0-15,-40 0 16,41-40 0,-41 40-16,0 0 0,40 0 15,-40 1 1,0-1-16,0 0 16,0 0-1,0 0-15,40-40 0,-40 40 16,0 0-16,40-40 0,-40 40 0,0 0 15,40 1 1,-40-1-16,0 0 16,0 0-16,40-40 15,-40 40-15,0 0 0,0 0 16,40-40 0,-40 40-16,0 0 0,0 0 15,40-40-15,-40 41 0,0-1 16,0 0-1,0 0-15,0 0 32,0 0-32,0 0 15,41-40-15,-41 40 16,0 0-16,40 1 0,-40-1 16,0 0-1,40 0-15,-40 0 16,0 0-16,0 0 15,0 0-15,0 0 16,40 0-16,-40 1 16,0-1-1,0 0-15,0 0 0,0 0 16,0 0-16,40-40 0,-40 40 16,0 0-16,0 0 0,0 1 15,0-1-15,0 0 0,0 0 16,0 0-1,0 0-15,0 0 0,0 0 16,40 0 0,-40 0-16,0 1 0,40-1 15,-40 0 1,0 0 0,40-40-16,-40 40 15,0 0-15,41 0 16,-41 0-1,0 0 1,0 1-16,0-1 16,0 0-1,0 0 1,0 0 0,0 0-16,0 0 15,0 0-15,0 0 16,0 0-1,0 1-15,0-1 16,0 0 0,0 0-16,0 0 15,0 0-15,0 0 16,0 0 0,0 0-1,0 1-15,0-1 16,0 0-1,0 0 1,0 0 0,0 0 15,0 0-15,0 0-16,0 0 15,40-40-15,-40 40 0,0 1 31,40-41-31,-40 40 0,0 0 32,0 0 30,0 0-46,0 0-1,0 0 1,0 0 0,-40-40-1,40 40-15,0 1 16,0-1 15,0-80 94,-40-1-125,-1 1 16,1 0-16</inkml:trace>
</inkml:ink>
</file>

<file path=ppt/ink/ink5.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8-07T07:09:00.958"/>
    </inkml:context>
    <inkml:brush xml:id="br0">
      <inkml:brushProperty name="width" value="0.05292" units="cm"/>
      <inkml:brushProperty name="height" value="0.05292" units="cm"/>
      <inkml:brushProperty name="color" value="#FF0000"/>
    </inkml:brush>
  </inkml:definitions>
  <inkml:trace contextRef="#ctx0" brushRef="#br0">1846 18368 0,'-40'0'15,"40"-40"141,0-1-140,0 1 0,40 40-1,-40-40-15,40 40 0,0 0 16,0 0 0,-40-40-16,40 40 0,0 0 15,1 0 1,-1 0-16,0-40 0,0 40 31,0 40-15,-40 0-1,0 0 1,0 0-16,0 1 0,0-1 16,-40 0-1,40 0-15,-40-40 0,40 40 0,-40-40 16,40 40-16,-40-40 15,40 40-15,-41-40 16,41-40 78,81 40-79,-41 0 1,0 0-16,0 0 16,0 0-16,0 0 31,-40 40-31,40-40 0,-40 40 16,0 0-16,0 0 15,0 1 1,-40-1-1,40 0-15,-40-40 0,40 40 0,-40-40 16,40 40-16,-40-40 0,0 40 16,0-40-1,0 40-15,-1-40 0,1 0 16,0 0 0,0 0-16,0-40 0,0 0 31,40 0-31,0 0 15</inkml:trace>
  <inkml:trace contextRef="#ctx0" brushRef="#br0" timeOffset="759.95">3009 17846 0,'-40'0'125,"40"40"-125,-40 0 15,0-40-15,40 41 0,0-1 16,0 0-16,-40 0 16,0 0-16,40 0 0,-40 0 0,40 0 0,0 0 15,0 1-15,-40-1 0,40 0 0,0 0 0,0 0 16,0 0-16,80 0 16,-40 0-16,-40 0 0,40-40 0,0 40 15,0-40-15,0 41 16,1-41-16,-1 0 0,0 0 0,0 0 0,0 0 15,0 0-15</inkml:trace>
  <inkml:trace contextRef="#ctx0" brushRef="#br0" timeOffset="8429.57">3330 18207 0,'0'-40'234,"0"0"79,41 40-313,-41-40 16,40 40-1,-40-40-15,40 40 0,0 0 16,-40-40-1,40 40-15,0-40 16,0 40-16,1 0 16,-1 40-1,-40 40 1,40-80 0,-40 40-16,0 0 0,0 0 0,0 0 15,0 0 1,0 1-16,-40-1 0,40 0 15,0 0 1,-81-40-16,81 40 16,-40-40-16,0 0 31,120 0 63,-80 40-94,41-40 15,39 0-15,-40 0 0,0 0 16,0 0-16,40 0 0,-39 0 16,-1 0-16,40-40 0,-40 40 0,40-40 0,-40 40 15,1 0-15,-1 0 16,0 0-16,0-40 0,0 40 15,-80 0 110,40-40-109,-40 0 15</inkml:trace>
  <inkml:trace contextRef="#ctx0" brushRef="#br0" timeOffset="15109.17">4695 17926 0,'40'0'32,"-80"0"30,40 41-62,0-1 0,-40-40 94,40-40-79,-40 40 1,-1 0 78,1 40-79,0-40 17,80 0 140,0 0-141,1 0-16,-1 0-15,0 0 16,0 0 0,0 0-1,0 0-15,0 0 16,0 0 0,1 0-16,-1 0 0,0 0 15,0 0 1,-40-40-16,40 40 15,-80 0 64</inkml:trace>
  <inkml:trace contextRef="#ctx0" brushRef="#br0" timeOffset="15779.09">5698 17806 0,'-40'0'125,"40"40"-31,0 0-79,0 0-15,0 1 16,40-1 0,-40 0-16,0 0 0,0 0 0,0 0 15,0 0 1,0 0-16,0 0 0,40 1 15</inkml:trace>
  <inkml:trace contextRef="#ctx0" brushRef="#br0" timeOffset="16349.02">6340 17686 0,'40'0'63,"0"0"-48,-40 40 17,40-40-32,-40 40 0,0 0 15,40 0 1,-40 0-16,41 0 0,-41 1 15,0-1-15,0 0 0,0 0 0,0 0 0,0 0 16,0 0 0,0 0-16,-41 0 0,41 1 0,0-1 0,-40 0 15,0 0-15,0 0 16,0 0-16,0-40 16,0 0-1</inkml:trace>
  <inkml:trace contextRef="#ctx0" brushRef="#br0" timeOffset="16749.09">7183 18207 0,'0'0'0,"-41"0"31,1 0-15,80 0 15,1 0-15,-1 0-1,0-40-15,0 40 0,0 0 0,0 0 0,0 0 16,1 0-16,-1 0 16,0 0-16,0 0 0,0 0 0,-40-40 15,40 40-15,0 0 0,0 0 16,1 0-16</inkml:trace>
  <inkml:trace contextRef="#ctx0" brushRef="#br0" timeOffset="17058.98">7423 18007 0,'-40'-40'16,"40"80"46,0 0-46,0 0-16,0 0 0,0 0 15,0 0-15,0 0 0,0 0 0,0 1 0,0-1 16,0 0-16,0 0 16,0 0-16,0 0 0,40 0 15</inkml:trace>
  <inkml:trace contextRef="#ctx0" brushRef="#br0" timeOffset="17349.05">7825 17886 0,'0'0'16,"0"40"-1,40 1 1,-40-1-16,0 120 16,0-120-16,0 0 0,0 81 31,0-1-15,40-120-16</inkml:trace>
  <inkml:trace contextRef="#ctx0" brushRef="#br0" timeOffset="18158.92">1164 17886 0,'0'0'0,"0"-40"0,40 40 16,-40-40-16,0 80 47,0 40-47,0-39 16,0-1-16,0 0 15,0 0-15,0 40 0,0-40 0,0 40 0,0-39 16,0-1-16,0 0 15,0 40-15,40-40 0,-40 0 0,80 40 0,-80-40 16,40 1-16,0 39 0,1-40 0,-1 40 0,0-40 16,-40 40-16</inkml:trace>
  <inkml:trace contextRef="#ctx0" brushRef="#br0" timeOffset="19088.94">8988 17726 0,'0'0'0,"0"-40"16,40 40 31,-40 80-32,41-40 1,-41 0-16,40 0 0,-40 0 0,40 1 0,-40-1 15,0 0-15,0 40 0,40-40 0,-40 0 0,0 40 16,0-39-16,0-1 0,0 40 16,0-40-16,-40 0 0,40 0 0,-80 0 0,80 0 15,-41 0-15,41 1 16,-40-41-16,0 40 0,0-40 0,0 40 0,0-40 16,0 0-16</inkml:trace>
  <inkml:trace contextRef="#ctx0" brushRef="#br0" timeOffset="19388.92">9831 17967 0,'40'0'47,"40"40"-47,-40-40 16,1 40-16,-1-40 0,0 40 0,0 0 16,0 0-16,0 0 15,0-40-15,0 40 0,1 0 16,-41 1-16,40-1 0,-40 0 15,0 0-15,40 0 0</inkml:trace>
  <inkml:trace contextRef="#ctx0" brushRef="#br0" timeOffset="19638.83">10353 18047 0,'-41'0'0,"82"0"0,-82-40 0,1 40 32,40 40-1,0 0-31,-80 0 0,80 0 16,0 0-16,0 0 0,-40 0 15,40 1-15,-40 39 0,40-40 0,-40 40 0,40-40 16,-40 0-16,40 40 15,-41-39-15,41-1 0,-40 40 0,40-40 0</inkml:trace>
  <inkml:trace contextRef="#ctx0" brushRef="#br0" timeOffset="20048.88">11396 17806 0,'-40'40'16,"0"-40"-16,0 40 15,-1 0 17,41 81-17,0 79 1,161 1-1,-41-81 17,-80-40-32</inkml:trace>
  <inkml:trace contextRef="#ctx0" brushRef="#br0" timeOffset="20938.75">12078 18047 0,'-40'0'32,"0"0"-17,40-40 1,0 0-16,80-1 16,-80 1-1,80 40-15,-40 0 0,1 0 16,-1 0-1,0 0-15,0 0 0,0 0 0,-40 40 16,0 1-16,0-1 0,0 0 16,0 0-16,0 0 15,0 0-15,-40 0 0,40 0 0,0 0 0,0 1 16,-40-1-16,40 0 16,-40-40-16,40 40 0,-40-40 0,40 40 0,-41-40 15,82-40 16,-1 40-31,0-40 0,0 0 16,0 0 0,0 40-16,0 0 15,0 0-15,-40 40 16,0 0-16,41-40 0,-41 40 0,0 0 16,0 0-16,0 0 15,-41 0-15,1 0 0,40 0 0,-80 1 16,80-1-16,-40-40 0,40 40 15,-40 0-15,0-40 0,40 40 0,-40-40 0,-1 0 16,1 0-16,0-40 16,40 0-1,-40 40-15,40-40 0,0 0 0,0-1 0,0 1 16,0 0-16</inkml:trace>
  <inkml:trace contextRef="#ctx0" brushRef="#br0" timeOffset="21548.71">13442 17846 0,'0'0'0,"-40"0"15,0 0 32,40 40-31,-40 0-16,40 1 15,-40-41-15,40 40 16,-40-40-16,40 40 0,0 0 0,-40 0 0,40 0 16,0 0-16,-41 0 15,41 0-15,0 1 0,0-1 0,0 0 0,0 0 16,0 0-16,41 0 0,-41 0 15,40-40-15,-40 40 0,40 0 0,0 0 0,0-40 16,-40 41-16,40-1 0,0-40 0,0 40 0,1-40 16,-1 40-1,0-40-15,-40 40 0,40-40 0,-80 0 63,40-40-16,0 0-32</inkml:trace>
  <inkml:trace contextRef="#ctx0" brushRef="#br0" timeOffset="27658.43">13884 18167 0,'0'40'62,"80"-40"-15,-40-40-16,0 40-15,0 0 0,0 0 15,1 0 0,-41 40-31,0 0 0,0 0 16,0 1-16,0-1 15,0 0-15,-41 0 16,1 0-16,40 0 16,-40-40-1,0 0-15,40 40 16,40-40 31,-40-40-47,40 40 0,0 0 15,1 40-15,-1-40 16,-40 40-16,0 0 16,0 0-1,0 1 1,-40-41-16,40 40 0,-41 0 16,41 0-16,-40-40 0,40 40 15,-40-40-15,40 40 0,-40-40 0,0 40 16,0-40-16,0 0 31,40-40-31,0 0 0</inkml:trace>
  <inkml:trace contextRef="#ctx0" brushRef="#br0" timeOffset="27948.35">14807 18488 0,'-40'0'0,"-1"0"16,122 0 15,-41 0-16,0 0-15,0 0 16,0 0-16,0 0 0,0 0 0,1-40 0,-1 40 16,0 0-16,-40-40 15,40 40-15,0 0 0,0 0 0,0 0 16,-40-40-16,40 40 16</inkml:trace>
  <inkml:trace contextRef="#ctx0" brushRef="#br0" timeOffset="28238.39">15449 18127 0,'0'-40'0,"0"0"31,0 80 0,0 0-15,0 0-16,0 0 15,0 0-15,0 0 0,0 1 16,0-1-16,0 0 16,0 0-16,0 0 0,0 0 15,-40 0-15,40 0 16</inkml:trace>
  <inkml:trace contextRef="#ctx0" brushRef="#br0" timeOffset="28658.32">16091 18007 0,'40'40'32,"0"-40"-17,-40 40 1,0 0-16,40-40 0,0 40 0,-40 0 16,40-40-16,-40 40 0,40 0 15,-40 41-15,0-41 0,0 0 0,0 0 0,0 0 16,0 0-16,0 0 0,-40 0 0,40 0 0,-80 1 15,80-1-15,-40 0 16,0 0-16,40 0 0,-40 0 0,0-40 0,40 40 16,-41-40-16,1 40 0</inkml:trace>
  <inkml:trace contextRef="#ctx0" brushRef="#br0" timeOffset="29138.3">17014 18488 0,'0'0'0,"-41"0"15,1 0-15,0 0 16,80 0 15,41 0-15,-41 0-16,0 0 0,0 0 0,0 0 0,0 0 16,0 0-16,0 0 0,1 0 15,-1 0-15,0 0 0,0-40 0,0 40 0,0 0 16,0 0-16,0 0 0,1 0 0,-1 0 0,0 0 15,-40-40 1</inkml:trace>
  <inkml:trace contextRef="#ctx0" brushRef="#br0" timeOffset="29428.32">17455 18167 0,'-40'0'16,"80"0"-16,-80 40 31,40 0-15,40 41-1,-40 39 1,0 80-1,0 1 1,0-161 0</inkml:trace>
  <inkml:trace contextRef="#ctx0" brushRef="#br0" timeOffset="29658.31">18057 18167 0,'-40'0'16,"40"40"-16,0 0 31,0 81-15,0-1-16,0 0 31,-40-40-31</inkml:trace>
  <inkml:trace contextRef="#ctx0" brushRef="#br0" timeOffset="30298.25">18619 17726 0,'40'0'16,"0"0"31,0 0-32,-40 40-15,40-40 16,0 40-16,-40 0 16,40-40-16,-40 40 0,41-40 0,-41 40 15,0 1-15,40-1 16,-40 0-16,0 0 0,0 0 0,40 40 0,-40-40 15,0 0-15,0 1 0,0-1 0,0 40 0,0-40 16,0 0-16,-40 0 16,40 0-16,-40 0 0,40 0 0,-81 1 0,81-1 15,-40 0-15</inkml:trace>
  <inkml:trace contextRef="#ctx0" brushRef="#br0" timeOffset="32638.13">4815 18488 0,'40'0'16,"-80"0"15,0 0-15</inkml:trace>
  <inkml:trace contextRef="#ctx0" brushRef="#br0" timeOffset="38167.73">23434 18127 0,'-40'0'110,"40"40"-48,0-80 110,0 80-47,-40-40-125,-1 40 0,1-40 16,40 40-1,-40-40-15,40 40 0,-40-40 0,40 41 0,0-1 16,-40-40-16,0 40 16,40 0-16,-40-40 0,40 40 15,-40-40-15,120 0 63,-40 0-63,0 0 15,0 0 1,0 0-16,0 0 16,1 0-16,-1 0 0,0 0 15,0-40-15,0 40 0,0 0 0,0 0 16,0 0-16,1 0 0,-1 0 15,0 0 1,0 0-16</inkml:trace>
  <inkml:trace contextRef="#ctx0" brushRef="#br0" timeOffset="38437.79">23394 18247 0,'-40'-40'16,"80"80"-16,-121-80 16,81 80-1,0 0 1,41 1-16,-41-1 0,0 0 15,0 0-15,40 0 0,-40 0 16,0 0-16,0 0 0,0 0 0,0 0 0,0 1 16,0-1-1,0 0-15,0 0 0,40-40 16</inkml:trace>
  <inkml:trace contextRef="#ctx0" brushRef="#br0" timeOffset="38707.77">24116 18087 0,'40'0'0,"0"0"16,0 0-16,-40 40 0,40-40 0,1 40 15,-1-40-15,-40 40 16,40 0-16,0-40 0,0 40 0,-40 1 0,40-41 16,0 40-16,0 0 15,-40 0-15,41-40 0,-1 40 0,0-40 16,-40 40-16,40-40 16</inkml:trace>
  <inkml:trace contextRef="#ctx0" brushRef="#br0" timeOffset="38917.7">24517 18087 0,'-40'0'16,"80"0"-16,-120 80 15,40-80-15,0 161 16,40-81-1,-40-40-15,40 80 16,-41-80-16,41 0 0,-40 0 16</inkml:trace>
  <inkml:trace contextRef="#ctx0" brushRef="#br0" timeOffset="44097.41">25119 18007 0,'0'-40'47,"80"40"-47,-40 0 16,1 0-16,-1 0 16,0 0-1,0 0-15,0 0 16,0 0-16,0 0 0,1 0 15,-1 0 1,0 0-16,0 0 31,-80 40 1,40 0-17,-40 0-15,40 0 16,-40 0-1,40 0-15,-41 0 0,41 0 0,-40 1 16,40-1-16,0 0 0,-40-40 16,40 40-16,0 0 0,0 0 0,0 0 0,0 0 15,0 0 1,40-40 0,-40-40-1</inkml:trace>
  <inkml:trace contextRef="#ctx0" brushRef="#br0" timeOffset="44317.38">25320 18448 0,'0'0'0,"-40"0"0,80 0 46,-40-40-46,80 40 0,-40 0 16,0 0-16,0 0 16,1-40-16,-1 40 0,0-40 0,0 40 0,0-41 15,0 41-15,0 0 0,0-40 16,1 40-16,-41-40 0</inkml:trace>
  <inkml:trace contextRef="#ctx0" brushRef="#br0" timeOffset="45227.32">21427 18408 0,'0'-40'46,"41"40"-30,-1-40 0,0 40-16,0 0 15,0 0-15,40 0 0,-40 0 0,1 0 0,-1 0 16,40 0-16,-40 0 16,0 0-16,0 0 0,1 0 0,-1 0 0,0 0 15,0 0-15,0 0 0</inkml:trace>
  <inkml:trace contextRef="#ctx0" brushRef="#br0" timeOffset="45407.38">21829 18568 0,'0'0'0,"0"40"16,40-40-1,0 0 1,161-40-1,-161 40-15,80-40 16,-80 40-16,41 0 0</inkml:trace>
</inkml:ink>
</file>

<file path=ppt/ink/ink6.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8-07T06:57:24.693"/>
    </inkml:context>
    <inkml:brush xml:id="br0">
      <inkml:brushProperty name="width" value="0.05292" units="cm"/>
      <inkml:brushProperty name="height" value="0.05292" units="cm"/>
      <inkml:brushProperty name="color" value="#FF0000"/>
    </inkml:brush>
  </inkml:definitions>
  <inkml:trace contextRef="#ctx0" brushRef="#br0">3250 1684 0,'-40'0'31,"40"40"47,0 0-62,0 0-16,0 0 0,0 0 16,40-40-16,-40 40 0,0 1 0,0-1 0,0 0 15,0 0-15,0 0 16,0 0-16,0 0 0,0 0 0,0 0 16,0 1-16,-40-1 15,40 0-15</inkml:trace>
  <inkml:trace contextRef="#ctx0" brushRef="#br0" timeOffset="969.94">4936 1684 0,'40'0'47,"-40"-40"-47,-40 40 62,-1 0-46,-39 0-16,40 0 15,0 0-15,0 0 16,40 40-16,-40-40 0,0 0 0,-1 0 16,1 0-1,40 40 95,0 0-79,0 0-16,0 0 1,0 0-16,0 0 16,0 1-16,0-1 31,0 0-31,40-40 31,1 0 0,-1 0-31,0 0 16,0 0-16,0 0 16,0 0-1,0 0-15,0 40 16,1-40 0,-41 40-1,0 0 1,-81-40-16,41 40 15,0-40 1,0 0-16,0 40 0,0-40 0,0 40 0,-1-40 16,1 0-16,0 41 0,0-41 0,0 0 15,0 40-15,0-40 0,0 0 16,-1 0-16,1 0 0,0 40 0,0-40 16</inkml:trace>
  <inkml:trace contextRef="#ctx0" brushRef="#br0" timeOffset="2109.87">6942 1764 0,'0'0'0,"0"-40"79,0 0-64,40 40-15,0-40 16,0 40-1,0 0-15,0 0 0,1-40 16,-1 40-16,0 0 0,0 0 16,0 0-16,0 40 15,-40 0 1,0 0 0,0 0-16,0 0 0,-40-40 0,40 40 15,-80 0-15,80 0 16,-40 1-16,80-41 62,0 0-46,0 0-16,0 0 16,0 0-1,-40 40-15,41-40 16,-41 40-16,40-40 15,-40 40-15,0 0 16,-81-40-16,81 40 0,-40-40 0,0 0 16,40 40-1,-40-40-15,0 0 0,0 0 0,0 40 0,-1-40 16,1 0 0,0 0-16</inkml:trace>
  <inkml:trace contextRef="#ctx0" brushRef="#br0" timeOffset="2519.84">8146 1724 0,'40'0'16,"-40"40"-16,40-40 16,0 40-1,40 0 1,-40 40 0,-120 1 15,-40-41-16,-41-40 1,41-40 0,120-41 15,0 41-15,0 0-1,40 40-15,80-40 16,-79 40-16,-1 0 15</inkml:trace>
  <inkml:trace contextRef="#ctx0" brushRef="#br0" timeOffset="3049.81">9951 1443 0,'0'40'15,"0"0"48,0 1-63,0-1 16,0 0-1,0 0-15,0 0 0,0 0 0,0 0 16,40 0-16,-40 0 15,0 0-15,0 1 0,0-1 0,0 0 16,0 0-16</inkml:trace>
  <inkml:trace contextRef="#ctx0" brushRef="#br0" timeOffset="3479.79">10714 1523 0,'0'0'0,"-40"41"0,-1-41 31,41 40 1,0 0-17,0 0 1,41 0-16,-41 0 0,40-40 15,-40 40-15,40 0 16,0 0-16,-40 0 0,40-40 16,-40 41-16,40-41 0,-40 40 15,0 0 1,-80-40-16,40 40 0,0-40 16,0 0-16,40 40 15,-41-40-15,1 0 0</inkml:trace>
  <inkml:trace contextRef="#ctx0" brushRef="#br0" timeOffset="3659.78">10794 1483 0,'0'0'16,"-40"-40"-1,160 40 1,81-40 15,-121 0-31</inkml:trace>
  <inkml:trace contextRef="#ctx0" brushRef="#br0" timeOffset="9899.42">3330 3529 0,'0'-40'109,"81"40"-78,-41-41-31,0 41 16,-40-40-16,40 40 15,-40-40-15,40 40 0,0 0 16,1 0-16,-41 40 31,0 0-15,0 1-16,0-1 16,0 0-16,0 0 0,-81 0 0,81 0 15,0 0-15,0 0 16,0 0-16,0 1 15,-40-41 1,120 0 15,-39 0-15,-1 0-16,0 0 16,0 0-16,-40 40 15,40-40-15,-40 40 31,0 0-31,0 0 16,-40-40-16,40 40 0,-40-40 16,0 40-16,40 0 15,-81-40-15,41 0 16,0 40-16,0-40 16,0 0-16,0 0 0,40-40 46,40 40-46</inkml:trace>
  <inkml:trace contextRef="#ctx0" brushRef="#br0" timeOffset="10309.46">4494 3609 0,'40'0'16,"0"0"-16,1 0 31,-1 0-15,0 0-16,0 80 16,-40-40-16,0 0 31,0 41-16,-40-41-15,-40 0 16,39 0-16,1-40 16,0 0-16,-40 0 31,40 0-31,0-40 0,40 0 16,0 0-1,0-1-15,40 1 31,0 40-31,0-40 0,0 0 0,81 0 16,-81 40-16</inkml:trace>
  <inkml:trace contextRef="#ctx0" brushRef="#br0" timeOffset="10939.42">7062 3168 0,'40'0'15,"0"0"-15,-40-40 16,-40 40 47,40 40-48,0 0-15,0 0 16,0 0-16,0 0 0,40 0 0,-40 0 15,0 0-15,0 1 0,41-1 0,-41 0 16,0 0 0,0 0-16,0 0 0</inkml:trace>
  <inkml:trace contextRef="#ctx0" brushRef="#br0" timeOffset="11719.3">8146 3128 0,'-81'-40'16,"41"40"62,0 0-62,0 0-1,0 0-15,0 0 16,0 40-16,0-40 16,40 40 124,0 0-124,0 0-16,0 0 0,0 0 16,0 0-1,0 0-15,0 0 0,0 1 16,0-1-1,40-40 1,0 0-16,0 0 16,0 0-1,0 0-15,0 0 0,0 0 16,1 0 0,-41 40-16,40-40 15,-40 40 1,0 0-16,-81 0 15,81 0-15,-40-40 0,40 40 16,-80-40-16,40 40 16,0-40-16,0 41 0,40-1 15,-40-40 1,-1 0-16,1 0 16</inkml:trace>
  <inkml:trace contextRef="#ctx0" brushRef="#br0" timeOffset="12519.33">9590 3248 0,'0'-40'47,"40"40"-31,0 0-16,1-40 15,-1 40-15,0 0 0,0 0 16,0 0 0,0 0-16,0 40 15,0-40 1,-40 40-16,0 0 16,0 0-1,0 0-15,-40-40 0,40 40 16,-40-40-16,40 40 15,0 1-15,-40-41 0,0 0 16,40 40-16,40-40 31,0 0-15,40 0 0,-39 0-16,-1 0 15,0 0-15,0 0 16,0 0-16,0 0 0,-40 40 15,0 0 1,0 0 0,0 0-1,-40-40-15,40 40 0,-40-40 16,0 40-16,0-40 0,0 40 0,-1-40 16,1 0-16,40 41 15,-40-41-15,0 0 0,0 40 0,0-40 31,0 0-31</inkml:trace>
  <inkml:trace contextRef="#ctx0" brushRef="#br0" timeOffset="12959.3">10834 3168 0,'40'40'15,"0"-40"1,1 40 0,-41 0-1,40-40-15,-40 40 0,0 0 31,0 0-31,0 0 16,-40-40-16,40 41 16,0-1-16,-41-40 15,41 40-15,-40-40 0,40 40 16,-40-40-16,0 0 16,0 0-16,0 0 15,0 0 1,40-40-16,-41 0 0,41 0 15,0-1-15,0 1 0,0 0 16,41 0-16,-41 0 16,40 40-16,-40-40 0,40 40 0,0 0 15,-40-40-15,40 40 16,0 0-16</inkml:trace>
  <inkml:trace contextRef="#ctx0" brushRef="#br0" timeOffset="14409.14">1043 1002 0,'40'0'15,"1"0"1,-41 40 15,0 0-31,40-40 16,-40 40-16,0 0 16,0 1-16,0-1 0,0 0 0,0 0 0,0 0 15,0 0-15,0 0 0,0 0 16,0 41-16,-40-41 0,40 0 0,0 0 0,0 0 15,0 0-15,-41 0 0,41 0 0</inkml:trace>
  <inkml:trace contextRef="#ctx0" brushRef="#br0" timeOffset="15189.17">1284 882 0,'-40'0'31,"0"0"-16,0 40 1,0-40-16,-1 0 16,41 40-16,-40-40 0,0 40 15,0 0 1,0-40-16,0 40 16,40 0-16,0 0 15,-40 1-15,40-1 0,0 0 16,-40-40-1,40 40-15,0 0 0,0 0 16,0 0-16,0 0 0,0 0 0,0 1 16,0-1-16,-41 0 15,41 0-15,0 0 0,0 0 16,0 0 0,0 0-16,0 0 0,41 0 15,-1-40 1,-40 41-16,40-41 0,0 0 0,0 0 0,0 0 15,0 40-15,0-40 0,1 0 0,-1 0 16,40 0-16,-40 0 16,0 0-16,0 0 0,0 0 0,1 0 0,-1 0 15,0 0-15,0-40 16,0 40-16,0-41 16,0 41-1,-40-40-15,40 40 0,1-40 0,-1 0 16,0 0-16,0 40 15,-40-40-15,40 0 0,-40 0 0,0 0 0,0 0 16,0-1-16,0 1 0,0 0 0,0 0 0,-40 40 16,40-40-16,-40 0 15,40 0-15,-40 40 0,40-40 0,-40 0 0,40-1 16,-41 41-16,41-40 0,0 0 16,0 0-16,-40 40 0,0-40 0,0 0 15,0 40 1,0-40-16,0 40 0,0 0 15,-1 0-15,1-40 0,0 40 16,0 0-16,0 0 0,0 0 16</inkml:trace>
  <inkml:trace contextRef="#ctx0" brushRef="#br0" timeOffset="116763.14">19501 561 0,'0'0'0,"0"-40"31,0 80 16,-40-40-47,40 40 15,0 0 1,0 0 0,0 0-1,0 0-15,0 1 16,0-1-16,0 0 16,0 0-16,0 0 0,0 0 15,0 0-15,0 0 31</inkml:trace>
  <inkml:trace contextRef="#ctx0" brushRef="#br0" timeOffset="117343.03">20224 441 0,'0'40'16,"-40"0"-1,40 0 1,-41-40-1,41 40-15,-40-40 0,0 40 0,0-40 16,0 40 0,0-40-16,0 0 0,40 40 0,-40-40 15,-1 0-15,1 0 16,0 40-16,0-40 16,0 0-16,40 41 15,-40-41-15,0 0 16,0 0-1,80 0 32,0 0-47,0 0 16,0 0 0,0 0-16,0 0 15,0 0 1,-40 40-1,41-40-15,-41 40 0,40-40 16,-40 40 0,0 0-16,40-40 0,-40 40 15,40-40 1,-40 40-16,40-40 0</inkml:trace>
  <inkml:trace contextRef="#ctx0" brushRef="#br0" timeOffset="117932.99">20866 922 0,'40'0'16,"0"0"-16,0 0 0,-40-40 15,40 40-15,0 0 16,-40-40-16,40 40 16,-40-40 15,0-1-31,0 1 15,0 0 1,0 0-16,0 0 16,-40 40-1,40-40-15,0 0 0,-80 40 47,80 40-16,0 0 1,0 0-1,0 0-31,0 0 16,0 0-1,0 1-15,0-1 0,0 0 16,40-40-16,-40 40 0,40 0 15,-40 0 1,40-40-16,1 0 16,-1 0-1</inkml:trace>
  <inkml:trace contextRef="#ctx0" brushRef="#br0" timeOffset="118373.04">21548 842 0,'0'40'16,"40"-40"-1,0 0-15,40-40 16,1 40 15,-41 0-15,-40-40-1,0-1-15,-40 41 32,-1 0-17,1 0-15,0 0 16,-40 0-1,80 81 17,40-41-17,40 0 1,41-40 15,-81 40-31</inkml:trace>
  <inkml:trace contextRef="#ctx0" brushRef="#br0" timeOffset="118743.02">22190 721 0,'0'40'31,"0"1"-16,0-1-15,0 0 0,40-40 16,-40 40 0,40-40-16,-40 40 0,0 0 15,40-40-15,-40 40 16,0 0-16,0-80 47,0 0-47,0 0 15,40 40-15,-40-40 0,41 0 16,-41 0-16,40 40 16,-40-40-16,0-1 0,40 41 15,0-40-15,0 40 0,-40-40 16,40 40-16,-40-40 16,40 40-16,0 0 15</inkml:trace>
  <inkml:trace contextRef="#ctx0" brushRef="#br0" timeOffset="119103">22872 842 0,'40'0'0,"-80"0"0,120 0 31,-40 0-31,1 0 16,-1-40-1,0 40 1,-40-41 0,-40 41-1,0 0 1,-1 0 0,-39 81-1,80-41 1,0 40-1,0-40 1,80 0 0,1 0 15,79-40-15,-120 0-16</inkml:trace>
  <inkml:trace contextRef="#ctx0" brushRef="#br0" timeOffset="119362.98">23634 561 0,'0'0'16,"-40"-40"-1,40 80 16,0 0-15,40 0 0,-40 0-16,41-40 0,-41 40 0,40 0 0,-40 1 15,40-41-15,-40 40 16,0 0-16,0 0 0,40 0 0,-40 0 16,0 0-1,40-40-15,-40 40 0</inkml:trace>
  <inkml:trace contextRef="#ctx0" brushRef="#br0" timeOffset="120092.86">24517 721 0,'-40'0'0,"80"0"47,0 0-31,0 0-16,1 0 15,-1 0-15,0 0 0,0 0 0,0 0 0,0 0 0,0-40 16,0 40-16,1 0 15,-1-40-15,0 40 0,0 0 16,0 0 0,-40 40 15,-40-40-15,40 40-16,-40 0 15,0-40-15,0 41 0,40-1 16,-41-40-16,1 40 0,40 0 0,-40-40 0,0 40 0,0 0 15,40 0-15,-40 0 16,0 0-16,0 0 0,40 1 0,-41-41 0,1 40 16,40 0-16,-40-40 15,40 40-15,40-40 32,0 0-17,-40-40-15,41 40 0,-1-40 0,0 40 16,0-40-16,0 40 15,0 0-15,0 0 0,0 0 0,1 0 16,-1 0-16,0-41 16,0 41-16,0 0 0,0 0 0,0 0 15,0 0 1,1 0-16,-1-40 0</inkml:trace>
  <inkml:trace contextRef="#ctx0" brushRef="#br0" timeOffset="120452.84">25681 761 0,'-40'0'16,"80"0"0,0 0-1,40 0-15,-80 41 0,40-41 16,-40 40-16,41-40 0,-41 40 15,40 0-15,-40 0 0,0 0 16,0 0 0,0 0-16,-40 0 0,40 0 15,-41-40-15,41 41 0,-80-41 16,40 0-16,0 0 0,40 40 0,-40-40 16,0 0-16,0 0 15,-1-40-15,41-1 0,-40 41 16,40-80-16,0 40 0,0 0 0,0 0 15,40 0 1,1 0-16,-1 40 16,0-40-1,0 40-15,0-40 0,0 40 0,0 0 16</inkml:trace>
  <inkml:trace contextRef="#ctx0" brushRef="#br0" timeOffset="120822.89">26483 802 0,'41'0'16,"-82"0"-16,162 0 31,-121 40-31,40-40 0,0 40 16,0 40-1,-40 0 1,-40-80 0,-120 80-1,79-80 17,1-40-17,40-40 1,40 40-1,0 0-15,40 40 16,0 0 0,81-40-1</inkml:trace>
  <inkml:trace contextRef="#ctx0" brushRef="#br0" timeOffset="121652.84">26925 802 0,'40'0'16,"-40"-41"-16,40 41 15,0 0 1,0 41 0,-40-1-16,40-40 0,-40 40 15,41-40-15,-41 40 16,0 0-1,0 0 1,0 0-16,0 0 16,0-80 31,0 0-32,0 0 16,40 40 48,0 0-48,0-40-16,-40 0-15,40 40 0,0 0 16,0 0 0,0 0-16,1 0 15,-1 0 1,-40 40 0,40-40-1,-40 40-15,0 0 16,0 0-16,0 0 0,0 0 15,-40-40 1,80 0 15,-40-40-15,0 0-16,40 40 0,-40-40 16,0 0-16,40 40 0,0-40 0,0 0 15,0 40-15,1 0 31,-1 0-31,0 0 32,-40 40-17,40-40-15,-40 40 16,0 0-16,0 0 0,0 0 16,0 0-1,0 0-15,0 1 0,0-1 16,40 0-1</inkml:trace>
  <inkml:trace contextRef="#ctx0" brushRef="#br0" timeOffset="121842.76">28129 842 0,'40'0'15,"-80"0"-15,80-40 16,-40 80-1,0 0-15,40 40 32,-40-40-32,0 0 0,40 40 31,-40-40-31,0 1 16</inkml:trace>
  <inkml:trace contextRef="#ctx0" brushRef="#br0" timeOffset="122032.77">28008 761 0,'0'-40'0,"0"80"0,0-120 15,0 40-15,40 0 16,0 0-1</inkml:trace>
  <inkml:trace contextRef="#ctx0" brushRef="#br0" timeOffset="122892.7">28610 641 0,'0'40'16,"40"-40"-1,0 121 1,-40-1 15,0-40-15,0-40-16,0 0 31,0-80-15,40 0-1,-40 0-15,41 40 0,-41-40 0,0 0 16,40 40-16,0 0 0,-40-40 16,40 0-16,0 40 0,0 0 31,-40 40-31,40-40 0,-40 40 16,41 40-1,-1-40-15,0 0 0,-40 0 16,40-40-16,-40 40 0,40-40 0,0 0 31,0-40-31,0 0 0,1 40 16,-41-40-16,40 40 15,-40-40-15,40 0 0,-40 0 0,40 0 16,-40 0 0,40 40-16,-40-41 0,0 1 15,-40 40 1,40 40-1,-40-40-15,40 41 0,-40-1 16,0 0 0,40 0-16,40-80 31,0 0-15,-40 0-1,40 80 16,-40 40-15,0-40-16,0 0 16,40 0-16,-40 0 0,0 0 15,0 0-15,0 1 0,40 39 0,-40-40 0,0 0 16,0 0-16,0 40 16,0-40-16,0 1 0,-40-1 0,40 0 0,-40 0 15,40 0-15,-40 0 0,40 0 0,-40-40 16,40 40-16,-40-40 15,-1 0-15,1 0 16,40-40 0,-40 40-16,40-40 0,-40 0 0,40 0 15,0 0-15,0 0 0,0 0 16,0-1-16,0 1 0,80 0 0,-80 0 16,40 0-16,1 40 15,-41-40-15,40 40 0,0-40 0,0 40 0,0 0 16,0 0-16,0 0 0,0 0 15,1 0-15,-1 0 0</inkml:trace>
  <inkml:trace contextRef="#ctx0" brushRef="#br0" timeOffset="125172.57">19782 1644 0,'-40'0'0,"80"0"93,0 0-77,1 0-16,-1 0 16,0 0-16,0 0 15,0 0-15,0 0 0,0 0 0,0 0 0,41 0 16,-41 0-16,0 0 16,40 0-16,-40 0 0,41 0 0,-41 0 0,40 0 15,-40 0-15,40 0 0,1 0 0,-1-40 0,-40 40 16,40 0-16,0 0 0,-39 0 15,-1 0-15,40 0 0,-40 0 0,0 0 0,0 0 16,41 0-16,-41 0 16,0 0-16,0 0 0,40 0 0,-40 0 0,0 0 15,41 0-15,-41 0 0,40 0 16,0 0-16,1 0 0,-41 0 0,40 0 0,0 0 16,-40 0-16,41 0 15,-1 0-15,-40 0 0,40 0 0,-40-40 0,1 40 16,-1 0-16,0 0 0,0-41 0,40 41 0,-40 0 15,0 0-15,1 0 0,-1 0 16,0 0-16,0 0 0,0 0 0,0 0 0,0 0 16,0 0-16,1 0 15,-1 0-15,0 0 0,40 0 0,-40 0 0,40-40 16,-39 40-16,39 0 0,-40 0 16,0 0-16,0 0 0,0 0 0,0 0 0,1-40 15,-1 40-15,0 0 0,0 0 0,0 0 0,0 0 16,0 0-16,0 0 15,1 0-15,-1 0 0,40 0 0,-40 0 0,0 0 16,0 0-16,41 0 0,-41 40 16,0-40-16,0 0 0,0 0 0,0 0 0,0 0 15,0 0-15,1 0 16,-1 0-16,0 0 0,0 0 0,0 0 0,0 0 16,0 0-16,0 0 15,1 0-15,39 0 0,0 0 0,-40 0 16,0 0-16,1 0 0,39 0 0,-40 0 0,0 40 15,0-40-15,0 0 16,0 0-16,1 0 0,-1 0 0,0 0 0,0 0 16,0 0-1,0 0-15,0 0 16,0 0 0,1 0-16,-1 0 0,0 41 0,40-41 0,-40 0 15,0 0-15,0 0 0,1 0 0,-1 0 0,0 0 16,0 0-16,0 0 15,0 0-15,0 0 32,0 0-32,1 0 15,-1 0-15,0 0 16,0 0-16,0 0 0,0 40 16,0-40-16,0 0 15,1 0-15,-1 0 16,-40 40-16,40-40 0,0 0 15,0 0-15,0 0 16,0 0-16,0 0 0,1 0 0,-1 0 16,0 0-16,0 0 15,0 0-15,0 0 0,0 0 16,0 0-16,41 0 16,-41 0-16,40 0 0,-40 0 0,0 0 15,0 0-15,1 40 0,-1-40 0,0 0 16,0 0-16,0 0 15,0 0-15,0 0 0,0 0 0,1 0 16,-1 0-16,0 0 16,0 0-16,0 0 0,0 0 31,0 0-31,0 0 0,1 0 16,-1 0-1,0 0-15,0 0 0,0 0 16,0 0-16,0 0 0,1 0 15,-41-40 17</inkml:trace>
  <inkml:trace contextRef="#ctx0" brushRef="#br0" timeOffset="125942.53">23033 2326 0,'0'40'63,"0"0"-47,0 0-16,0 0 0,0 0 15,0 0 1,0 0-16,0 0 0,0 0 0,0 1 0,0-1 15,0 0-15,0 0 16,0 0-16,0 0 0,0 0 16,0 0-1</inkml:trace>
  <inkml:trace contextRef="#ctx0" brushRef="#br0" timeOffset="126462.5">23634 2406 0,'0'0'15,"-40"0"1,0 0 0,0 40 15,-201 40-16,121-40 1,80 0 15,0-40-31,0 40 16,-1 0 0,1-40-1,80 0 16,1 0 1,-1 0-32,0 0 15,-40-40 1,40 40-16,0 0 0,0 40 16,0 1-16,0-1 15,1-40 1,-1 0-16,-40 40 0,40-40 0,0 0 0,-40 40 15,40-40-15,0 0 0,-40 40 16,40-40-16,0 0 0,-40 40 0,41-40 0,-1 0 16,0 0-1,0 0-15,0 0 0,0 0 0,0 0 16,0 0-16,1 0 16</inkml:trace>
  <inkml:trace contextRef="#ctx0" brushRef="#br0" timeOffset="126732.47">24317 2606 0,'0'0'0,"0"-40"31,40 40-16,0 0 1,0 0-16,0 0 16,0 0-16,0 0 15,0 0-15,1 0 0,-1 0 0,0 0 16,0 0-16,0 0 16,0 0-16,0 0 0,0 0 0</inkml:trace>
  <inkml:trace contextRef="#ctx0" brushRef="#br0" timeOffset="126962.53">24477 2927 0,'-40'40'15,"80"-40"1,0 0-1,0 0 1,0 0-16,1 0 0,-41-40 0,40 40 0,0 0 16,0-40-16,0 40 15,0 0-15,-40-40 0,40 40 0,0 0 16,1 0-16,-1 0 16,-40-40-16</inkml:trace>
  <inkml:trace contextRef="#ctx0" brushRef="#br0" timeOffset="127462.45">25480 2526 0,'0'0'0,"0"-40"16,0 0 15,81 0-16,-1 40-15,40 0 16,-80 0-16,41 40 31,-41 40-15,-40-40-16,0 40 16,-161 1-1,81-1 16,120-80 1,0 0-32,0 0 31,41 40-31,-41-40 16,80 80-1,-120 0 1,0-40-1,-40-40 1,-80 81 0,-161-81-1,40-81 1</inkml:trace>
  <inkml:trace contextRef="#ctx0" brushRef="#br0" timeOffset="134032.11">19381 3489 0,'0'40'219,"0"0"-204,0 0-15,0 0 0,0 0 16,0 0-16,40 0 0,-40 0 16,0 1-16,40-41 0,-40 40 0,0 0 0,0 0 15,0 0-15,0 0 0,0 0 0,0 0 16,40 0-1,-40 0-15</inkml:trace>
  <inkml:trace contextRef="#ctx0" brushRef="#br0" timeOffset="134652.07">19903 3649 0,'0'0'0,"0"-40"0,0 0 31,40 40-31,-40 40 47,-40-40-47,40 40 16,-40-40-16,40 40 15,0 0-15,-41-40 0,41 40 16,-40-40-16,0 40 16,0 1-16,0-41 0,40 40 15,-40-40-15,40 40 16,-40-40-16,0 0 0,40 40 16,-41-40 15,82 0 94,-1 0-110,0 0 1,0 0-16,0 0 16,0 0-16,0 40 15,0-40 1,-40 40-16,41-40 0,-41 40 16,40-40-16,-40 40 0,40 0 15,-40 0-15,40-40 16,-40 41-16,40-41 0,0 0 31</inkml:trace>
  <inkml:trace contextRef="#ctx0" brushRef="#br0" timeOffset="134932.05">20264 3970 0,'0'0'0,"0"-40"47,40 40-32,0 0 1,0 0-16,0 0 15,0 0-15,1 0 16,-1 0-16,0 0 16,0 0-16</inkml:trace>
  <inkml:trace contextRef="#ctx0" brushRef="#br0" timeOffset="135312.03">20826 3609 0,'0'40'94,"0"0"-94,0 0 16,0 0-1,0 0-15,0 1 0,0-1 16,0 0-16,0 0 16,0 0-16,0 0 0,0 0 15</inkml:trace>
  <inkml:trace contextRef="#ctx0" brushRef="#br0" timeOffset="135932">21267 3890 0,'80'-40'47,"-40"40"-31,0-41-16,1 41 15,-1 0 1,0 0-16,0-40 0,0 40 0,0 0 15,0 0-15,0 0 16,-40-40-16,41 40 0,-1 0 31</inkml:trace>
  <inkml:trace contextRef="#ctx0" brushRef="#br0" timeOffset="136181.98">21387 4090 0,'-40'40'15,"80"-80"-15,-40 80 47,0-80-31,40 40-16,1 0 0,-1-40 0,0 40 15,0 0-15,0 0 16,0-40-16,0 40 0,0 0 16,1 0-1</inkml:trace>
  <inkml:trace contextRef="#ctx0" brushRef="#br0" timeOffset="137021.89">22230 3729 0,'0'-40'47,"40"40"-31,-40-40-16,40 40 15,0 0 1,1 0 0,-1 0-16,0 0 15,0 0-15,0 0 16,-40 40 15,0 0-15,0 0-1,-40 0-15,40 1 16,-40-41-16,0 0 16,40 40-16,-40-40 15,40 40-15,40-40 78,0 0-62,0 0-16,0 40 16,0 0-1,-40 0 1,0 0-16,0 0 15,0 0 1,-40-40-16,40 40 16,-40-40-1,0 0 1,0 0-16,0 0 0,-1 0 16,1 0-1,0 0-15,0 0 31</inkml:trace>
  <inkml:trace contextRef="#ctx0" brushRef="#br0" timeOffset="137451.91">22912 4050 0,'-40'0'16,"0"0"-1,80 0 48,0 0-32,0 0-31,0-40 0,1 40 0,-1 0 16,0 0-16,0 0 0,0-40 0,0 40 15,0 0 1,0 0-1,-40 40 32</inkml:trace>
  <inkml:trace contextRef="#ctx0" brushRef="#br0" timeOffset="137841.81">23675 3769 0,'-41'0'31,"41"40"47,0 1-62,0-1-1,0 0-15,0 0 0,0 0 16,0 0-1,41 0-15,-41 0 0,0 0 16,0 0 0,40-40-16,-40 41 0,0-1 15,0 0 1</inkml:trace>
  <inkml:trace contextRef="#ctx0" brushRef="#br0" timeOffset="138271.86">23996 3930 0,'0'0'0,"-41"0"16,82 0 46,-1 0-46,0 0-16,0 0 15,0 0-15,0 0 0,0 0 0,0-40 16,1 40-16,-1 0 0,0 0 0,0 0 0,0 0 16,0-40-16,0 40 15,0 0 1</inkml:trace>
  <inkml:trace contextRef="#ctx0" brushRef="#br0" timeOffset="138571.77">24156 4251 0,'0'0'0,"-40"0"31,80 0 1,0 0-17,0 0 1,0 0-16,1 0 15,-1 0-15,0 0 0,0-41 16,0 41 0,-40-40-16,40 40 0,0 0 31</inkml:trace>
  <inkml:trace contextRef="#ctx0" brushRef="#br0" timeOffset="139751.69">24758 3769 0,'0'40'16,"40"-40"15,0-40-31,0 40 16,0 0-1,1 0 1,-1 0-16,0 0 15,0 0 1,-40 40-16,0 1 16,0-1-1,0 0-15,0 0 16,-40 0-16,40 0 16,-40 0-1,0 0-15,-1-40 31,41 40-31,-40-40 0,0 40 16,80-40 109,0 0-125,1 0 16,-1 0-16,0 0 15,0 0-15,0 0 16,0 0-16,0 0 16,-40 41-16,40-41 15,1 0-15,-1 40 0,0 0 16,0-40-1,0 0-15,0 0 0,-40 40 16,0-80 218,0 0-15,40 0-203</inkml:trace>
  <inkml:trace contextRef="#ctx0" brushRef="#br0" timeOffset="140941.64">26283 3930 0,'-40'0'0,"80"0"31,-40-40-31,40 40 16,0 0-16,0 0 31,0 0-31,-40 40 16,0 0-1,0 0-15,40 0 0,-40 0 16,0 0-16,0 0 0,0 0 31,41-80 0,-41-40-15,0 40 0,40 0-16,-40 0 0,0 0 15,40 40-15,-40-40 16,40 40-16,0 0 16,0 40-1,0-40 1,-40 40-16,40 0 0,-40 0 15,0 0-15,41-40 0,-41 40 16,0 0-16,40-40 16,-40 40-16</inkml:trace>
  <inkml:trace contextRef="#ctx0" brushRef="#br0" timeOffset="141251.68">27206 3850 0,'40'0'16,"0"0"0,-40 40-16,40 0 15,0 0 1,-40 0-16,0 0 0,40-40 16,-40 40-16,-40 0 15,0-40 1,40 40-16,-40-40 0,0 0 15,0 0-15,0-40 16,-1 40-16,41-40 0,-40 40 16,40-40-16,-40 0 15,40 0 1,40 40 15,-40-40-31,40 40 0,41 0 0</inkml:trace>
  <inkml:trace contextRef="#ctx0" brushRef="#br0" timeOffset="141541.66">27647 3970 0,'0'40'16,"0"-80"125</inkml:trace>
  <inkml:trace contextRef="#ctx0" brushRef="#br0" timeOffset="142251.62">28450 3890 0,'0'0'0,"40"0"16,0 0 0,0 40-1,-40 0 1,-80 40-1,40-80-15,-1 0 32,41-40-17,41 40-15,-41-40 0,40 40 16,-40-40-16,40 40 0,-40-40 0,40 40 0,-40-40 16,40 40-16,-40-41 0,0 1 0,40 40 0,-40-40 15,0 0 1,40 40-16,-40-40 0,0 0 0,0 0 15,0 0 1,0 0-16,0 80 47,0 0-47,0 0 16,0 0-16,0 0 15,0 0-15,0 0 0,0 0 0,0 41 0,0-41 16,0 0-16,40 0 15,-40 0-15,0 0 0,0 0 0,0 0 0,41 0 16,-41 1-16,0-1 0,0 0 16,0 0-16,0 0 0,0 0 15,0 0 1,0 0-16,-41 0 16,41 1-16,-40-41 15,0 0-15,0 0 16,0 0-16,0 0 31,40-41-31,0 1 0,0 0 16,0 0-16,0 0 15,0 0-15,40 0 0,-40 0 16,40 0-16,0-1 0,0 1 16,0 0-1,1 40-15,-1-40 0</inkml:trace>
  <inkml:trace contextRef="#ctx0" brushRef="#br0" timeOffset="142631.6">29493 4130 0,'-40'0'15,"40"-40"-15,80 40 16,-40-40-16,0 40 16,0 0-16,1-40 15,-1 0 1,0 40-16,-40-40 16,-40 40-1,40-40-15,-40 40 16,-1 0-1,-39 40 1,40 0-16,-40 40 16,80 0-16,0-40 31,80 0-15,-80 1-16,40-41 0,0 0 0,0 0 15,1 0-15,79-41 16</inkml:trace>
  <inkml:trace contextRef="#ctx0" brushRef="#br0" timeOffset="142881.58">30175 3609 0,'-40'-40'16,"0"40"-1,40 40 1,0 0 0,0 0-16,0 0 0,0 0 0,40 0 15,-40 1-15,0-1 16,40 0-16,-40 0 0,0 0 0,40 0 16,-40 0-16,0 0 0,0 0 0,0 0 15,40-40 1</inkml:trace>
  <inkml:trace contextRef="#ctx0" brushRef="#br0" timeOffset="143251.5">30456 4050 0,'0'-40'15,"40"40"-15,40-40 32,1 0-17,-41 0 1,-80 0 0,-41 40 15,41 0-31,0 40 15,0 40 1,0 40 15,40-80-31,80 0 16,40 0 15,-39-40-31</inkml:trace>
  <inkml:trace contextRef="#ctx0" brushRef="#br0" timeOffset="143821.53">31018 3729 0,'-40'0'16,"40"40"15,0 0-31,0 1 15,0-1-15,0 0 0,40 0 16,-40 0-16,0 0 0,0 0 0,0 0 16,0 0-1,0-80 17,0 0-17,40 40-15,-40-40 0,40 0 16,0 0-1,-40 0-15,40 40 0,-40-40 16,40 40-16,-40 40 31,40 0-15,-40 0-16,0 0 16,0 0-1,0 0 1,0-80 15,0 0-15,41 40-16,-41-40 0,40 0 15,0 40-15,-40-40 0,40 40 16,-40-40-16,40 40 31,-40 40-15,0 0-16,40 0 15,-40 0-15,0 0 16,0 0 0,0 0-16</inkml:trace>
  <inkml:trace contextRef="#ctx0" brushRef="#br0" timeOffset="144171.51">31660 4050 0,'0'0'16,"0"-80"-1,40 80 1,0-40 0,0 40-1,-40-40 1,-40 40-1,0 0 17,0 0-32,0 40 15,-1 0 1,1 40 0,40 0 15,121-40-16,-81-40 1,40 0 0,-40 0-16</inkml:trace>
  <inkml:trace contextRef="#ctx0" brushRef="#br0" timeOffset="144541.43">31981 3809 0,'0'0'16,"0"41"31,0-1-47,0 0 0,0 0 15,0 0-15,0 0 16,0 0-16,40-40 78,-40-40-78,40 0 0,-40 0 16,40 40-1,0 0-15,0-40 0,0 40 16,-40 40 0,0 0-16,41-40 15,-41 40-15,0 0 0,40 0 16,-40 0-1,0 0 1</inkml:trace>
  <inkml:trace contextRef="#ctx0" brushRef="#br0" timeOffset="144811.47">32783 3649 0,'0'0'0,"-80"-40"31,40 0-15,40 80-16,0 80 31,40 41-15,-40-121-16,0 80 15,40-80-15,-40 0 0,0 0 32,40 0-32</inkml:trace>
  <inkml:trace contextRef="#ctx0" brushRef="#br0" timeOffset="144971.46">32542 3930 0,'0'0'16,"41"0"-1,79 0 1,-80 0-16,161 0 0</inkml:trace>
  <inkml:trace contextRef="#ctx0" brushRef="#br0" timeOffset="145171.39">33225 3850 0,'0'-41'0,"-40"41"32,-1 41-32,1-1 15,0 0 1,40 0-16,0 0 0,0 0 0,0 0 16,0 0-16,40 0 0,-40 0 15,40 1 1,-40-1-16,-40-40 15,0 40 1,0-40-16,0 0 0,0 0 0,0 0 16,0 0-16</inkml:trace>
  <inkml:trace contextRef="#ctx0" brushRef="#br0" timeOffset="146551.37">19702 4972 0,'0'0'15,"0"41"48,0-1-63,0 0 16,0 0-16,0 0 15,0 0-15,0 0 0,0 0 16,0 0-1,0 1-15,40-41 32,0 0-32,-40-41 15,40 41-15,-40-40 0,41 0 16,-41 0 0,0 0-16,0 80 31,40 40-16,-40-40 1,40-40-16,0 0 0,-40 41 16,40-41-1,0-41 1,-40 1-16,0 0 16,40 40-16,-40-40 0,0 0 15,0 0-15,0 0 0,0 0 31,-40 40-31</inkml:trace>
  <inkml:trace contextRef="#ctx0" brushRef="#br0" timeOffset="146761.28">20424 4972 0,'40'0'0,"-40"41"62,0-1-46,0 0-16,0 0 0,0 0 0,0 0 0,0 0 16,0 0-16,0 0 15,0 1-15,0-1 0,0 0 16,41-40-16,-41 40 0</inkml:trace>
  <inkml:trace contextRef="#ctx0" brushRef="#br0" timeOffset="146931.27">20585 4812 0,'0'-40'16,"0"80"-16,0-120 0,0 40 0,-40 40 31</inkml:trace>
  <inkml:trace contextRef="#ctx0" brushRef="#br0" timeOffset="147211.25">20906 4692 0,'0'40'0,"0"0"47,0 0-31,0 0-16,0 0 0,0 0 0,0 0 15,0 1-15,0-1 16,0 0-16,0 0 0,0 0 16,0 0-16,0 0 15,0 0-15,80-40 16</inkml:trace>
  <inkml:trace contextRef="#ctx0" brushRef="#br0" timeOffset="147476.79">21227 4932 0,'-40'-40'0,"80"80"0,-80-120 16,40 40 0,40 40-1,-40 40 16,0 0-15,0 0-16,0 0 16,0 1-16,0-1 0,0 0 0,0 0 0,0 0 15,0 0-15,0 0 16,0 0-16,0 0 0,0 1 0,0-1 16,0 0-16</inkml:trace>
  <inkml:trace contextRef="#ctx0" brushRef="#br0" timeOffset="148216.75">21748 4772 0,'0'0'16,"41"0"-1,-41 40 17,0 80-17,0 41 1,0-121-16,0 80 16,0-80-16,40-40 62,-40-40-62,40 40 16,0-40-16,0 40 15,0 0-15,0 0 16,-40 40-16,0 0 16,0 0-1,0 1-15,0-1 0,-40-40 0,40 40 0,-40-40 16,0 40-1,0-40-15,0 0 0,0 0 32,40-40-32,0 0 0,0 0 15,0-1-15,40 41 16,-40-40-16,40 0 0,-40 0 0,40 40 0,0-40 16,0 40-16,0 0 0,-40-40 0,41 40 0,-1 0 15,0 0-15,0 0 16,0 0-16,0 0 0,0 0 15,0 0 1,1 0-16,-1 0 31,-40-40-31,0 0 0,-40 40 47,-1 0-31,41 40-16,-40-40 0,40 40 15,-40 0-15,40 0 16,0 0 0,0 0-16,40-40 0,-40 40 0,40-40 15,-40 41-15,41-41 16,-1 0-16,0 0 0,0 0 0,0 0 16,0 0-16</inkml:trace>
  <inkml:trace contextRef="#ctx0" brushRef="#br0" timeOffset="148496.73">22912 5133 0,'0'-40'16,"0"80"-16,0-120 15,0 40 1,0 80 15,0 0-15,0 0-16,0 0 0,40 0 15,-40 0-15,0 0 0,0 0 16,0 1-16,0-1 0,0 0 16</inkml:trace>
  <inkml:trace contextRef="#ctx0" brushRef="#br0" timeOffset="148676.76">22952 4932 0,'0'0'15,"0"-40"-15,0 0 16,0 0-16</inkml:trace>
  <inkml:trace contextRef="#ctx0" brushRef="#br0" timeOffset="149146.77">23354 5053 0,'0'0'0,"0"40"31,40-40-15,40 40 0,0 40-1,-80 0 16,0 1-15,-40-41 0,0-40-1,40-40 1,80-1 0,-40-119-1,81 40 1,-41 80 15,40 40-15,-120 120-1,0 40 1,-80 1 15,40-81-15</inkml:trace>
  <inkml:trace contextRef="#ctx0" brushRef="#br0" timeOffset="149676.66">24357 5013 0,'-40'0'31,"-1"0"0,41 40-15,0 0-16,0 0 16,0 0-1,41 0-15,-41 0 0,40-40 16,-40 40-16,0 0 0,0 1 0,0-1 16,0 0-1,0 0-15,-40-40 0,-1 40 16,1-40-1,0 40-15,0-40 0,0 0 16,0 0 0,40-80-16</inkml:trace>
  <inkml:trace contextRef="#ctx0" brushRef="#br0" timeOffset="150046.71">24878 5213 0,'-40'0'0,"80"0"0,-40-40 31,40 40-15,1-40-16,39-40 31,-80 40-31,0-1 31,-80 41-15,-41 41 0,41 39 15,0 40-15,80-40-1,80 1 1,0-41 15,0-40-31</inkml:trace>
  <inkml:trace contextRef="#ctx0" brushRef="#br0" timeOffset="150406.63">25280 4972 0,'-41'0'16,"82"0"0,-41 41-1,40-41 1,-40 40-16,40-40 0,-40 40 0,0 0 16,40-40-16,-40 40 0,0 0 0,0 0 15,0 0 1,0 0-16,-80-40 31,40-40-15,40 0-1,0 0-15,0 0 0,0 0 0,0 0 16,80 0-16,-80 0 0,40-1 0,-40 1 16,40 0-16,0 0 15,-40 0-15,40 40 16,1 0-16,-1 0 15,0 0-15,0 0 16</inkml:trace>
  <inkml:trace contextRef="#ctx0" brushRef="#br0" timeOffset="151476.55">26283 4812 0,'0'-40'78,"-40"40"-31,40-40-16,0 0 0,-40 40-31</inkml:trace>
  <inkml:trace contextRef="#ctx0" brushRef="#br0" timeOffset="152046.54">25962 4652 0,'0'-40'31,"0"80"32,-40-40-48,40 40-15,0 0 16,-40 0 0,40 0-16,0 0 0,-41 0 0,41 0 15,0 0-15,0 1 0,0-1 16,0 0-16,0 0 0,0 0 0,0 0 16,41 0-16,-41 0 15,40-40 1,0 0-16,0 0 15,0 0-15,0 0 16,0 0-16,-40-40 0,40 40 16,-40-40-16</inkml:trace>
  <inkml:trace contextRef="#ctx0" brushRef="#br0" timeOffset="152236.51">25681 5053 0,'-40'0'0,"0"0"0,80-40 31,0 40-15,40 0-16,-40 0 0,0-41 0,1 1 15</inkml:trace>
  <inkml:trace contextRef="#ctx0" brushRef="#br0" timeOffset="152646.48">26203 5093 0,'0'0'0,"40"-40"31,160-41-15,-79 41 0,-121 0 15,0 0-15,-40 40-1,-1 0 1,1 40 15,-80 81-15,80-41-1,40 0 1,80-80 15,40 40-15,-39-40-16</inkml:trace>
  <inkml:trace contextRef="#ctx0" brushRef="#br0" timeOffset="153146.53">26885 4892 0,'0'0'16,"-40"-40"-1,-1 40 1,1 0 15,0 80-15,0 41 0,0-41-1,80-80 16,80 40-15,-39-200 0,-41 39 15,0-39-15,-40 40-1,-40 79 1,40 82 46,-40-41-62,40 40 0,0 0 0,0 0 0,0 0 16,-40 0-16,40 0 0,0 0 16,0 0-16,0 0 0,0 1 15,0-1-15,0 0 0,0 0 0,40-40 0,-40 40 16,0 0-16,40 0 15,-40 0-15</inkml:trace>
  <inkml:trace contextRef="#ctx0" brushRef="#br0" timeOffset="154766.39">27687 4652 0,'40'80'63,"-40"-40"-47,0 0-16,0 40 15,0-40 1,-40-40-16,40 40 0,0 1 0,0-1 15,40 0 1,0-40 31,-40-40-47,41 40 0,-1 0 16,0 0-1,0 0-15,0 0 0,0 0 31,0 0-31,-40 40 0,40-40 16,-40 40-16,0 0 16,0 0-16,0 0 15,-40-40-15,0 0 16,0 0-16,0 0 0,0 0 16,0 0-16,0 0 0,-1-40 0,1 40 15,0-40-15,40 0 16,0 0-16,0 0 0,80 0 15</inkml:trace>
  <inkml:trace contextRef="#ctx0" brushRef="#br0" timeOffset="155126.35">28289 5053 0,'0'40'0,"40"-40"31,81 0-15,-41-40 0,-40 0 15,-80 40-15,-40-41-1,-1 41 1,1 121 15,40-41-15,80 0-1,40-80 1,41 0 15,-121-40-31</inkml:trace>
  <inkml:trace contextRef="#ctx0" brushRef="#br0" timeOffset="155426.34">28771 4812 0,'0'-40'15,"0"0"1,40 40 15,-40 40 16,0 0-47,0 0 0,0 0 16,0 0-16,0 0 15,0 1-15,0-1 0,0 0 16,0 0-16,0 0 15,0 0-15,0 0 16</inkml:trace>
  <inkml:trace contextRef="#ctx0" brushRef="#br0" timeOffset="156026.3">28771 5213 0,'0'-40'16,"0"0"15,40 40-31,0 0 0,0-40 16,0 40-16,0 0 0,0 0 0,1-40 16,-1 40-16,0 0 15,-40-40-15,40 40 16,-40-41-1,0 82 48,-40-41-47,40 40-16,0 0 0,0 0 15,0 0 1,40-40-1,0-40 17,-40 0-17,40 40-15,-40-40 16,0 80 31,40-40-32,-40 40-15,81-40 0,-41 0 32,0 0-17,-40-80-15,0 40 16,0-1-16,0 1 16,0 0-16,0 0 15,0 0 1</inkml:trace>
  <inkml:trace contextRef="#ctx0" brushRef="#br0" timeOffset="156406.34">29734 5053 0,'0'0'0,"40"0"32,40-40-17,0-41-15,-40 81 16,-40-80 0,0 40 15,-40 40-16,-40 40 1,0 40 15,40 1-15,40-41-16,0 0 16,40 0-1,80 0 16,-80-40-31</inkml:trace>
  <inkml:trace contextRef="#ctx0" brushRef="#br0" timeOffset="156766.26">30295 4972 0,'0'0'0,"-40"0"0,80 0 31,41 0-15,-1 0-1,80-40 1,-160 0-16,41 40 31,-122-40-15,41 40-1,-120 120 17,120-39-17,-1-1 1,82-40 0,79-40-1,-80 0 1,40 0-16</inkml:trace>
  <inkml:trace contextRef="#ctx0" brushRef="#br0" timeOffset="157216.24">30817 4892 0,'0'0'15,"0"40"32,0 0-31,40-40-16,-40 41 0,0-1 0,40 0 15,-40 0-15,0 0 16,0 0 0,0-80 46,40 0-62,1 0 16,-41 0-16,40 40 15,-40-40-15,40 40 0,-40-41 0,40 1 0,0 40 16,0 0 15,0 40-15,-40 1-1,40-1-15,1-40 16,-41 40-16,0 0 16,40-40-16,-40 40 0,40-40 15,-40 40-15,40-40 0,0 0 16,0 0-16,0 0 16,0 40-16,1-40 0</inkml:trace>
  <inkml:trace contextRef="#ctx0" brushRef="#br0" timeOffset="158646.2">19943 6136 0,'40'0'16,"0"0"15,0 0-15,0-41-1,0 41 17,-40 41-32,0-1 15,0 0-15,0 0 0,0 0 16,0 0-16,0 0 16,0 0-1,0-80 16,0 0-15,41 0 0,-41 0-16,40 40 0,0-40 0,-40 0 15,40 40-15,-40-40 0,40-1 0,0 1 16,0 40 0,-40-40-16,40 40 0,1 0 15,-1 0 1,-40 40-1,40 0 1,-40 1-16,40-1 16,-40 0-16,0 0 15,0 0-15,0 0 0,0 0 16,0 0-16,0 0 16,0 0-1,0 1-15,0-1 31</inkml:trace>
  <inkml:trace contextRef="#ctx0" brushRef="#br0" timeOffset="159016.11">20906 6376 0,'40'0'16,"0"0"-1,0 0 1,-40-40-16,40 40 0,-40-40 15,40 40 1,1-40-16,-41 0 16,0 0-1,0 0 1,-41 40 0,1 0-1,0 0-15,0 40 16,0-40-16,0 40 15,40 0-15,-40-40 0,0 0 0,40 40 16,-41 0 0,41 0-16,41 0 15,-1-40 1,0 40-16,0-40 16,0 0-16,0 40 0,0-40 0,0 0 15,1 0 1,-1 0-16,0-40 15</inkml:trace>
  <inkml:trace contextRef="#ctx0" brushRef="#br0" timeOffset="159236.17">21468 6176 0,'0'-40'31,"0"80"0,0 0-15,40-40-16,-40 40 16,40 0-16,-40 0 15,0 0-15,40-40 0,-40 40 32</inkml:trace>
  <inkml:trace contextRef="#ctx0" brushRef="#br0" timeOffset="159406.16">21668 6055 0,'-40'-40'15,"80"80"-15,-80-120 0,40 40 0,0 0 31</inkml:trace>
  <inkml:trace contextRef="#ctx0" brushRef="#br0" timeOffset="160036.05">21869 6176 0,'0'0'0,"40"0"16,-40-40 0,40 40-1,-80 40 17,40 0-17,0 0 1,40-40-1,-40-40 1,40 40-16,-40-40 16,0 0-16,40 40 0,-40-41 0,0 1 15,0 0 1,0 80 15,-40-40-31,40 40 16,0 1-16,0-1 0,0 0 15,0 0 1,0 0-16,0 0 0,0 0 0,0 0 16,0 0-16,0 0 0,0 1 15,0-1-15,0 0 0,0 0 0,0 0 16,0 0-16,0 0 0,0 0 0,0 0 0,0 1 16,0-1-1,-40 0-15,40 0 0,-40 0 0,0 0 16,0 0-16,0-40 15,-1 0 1,41-40 0,-40 40-16,40-40 0,0 0 15,0 0-15,0 0 0,0 0 16,40-1-16,-40 1 16,41 0-16,-1 0 0,0 0 0,0 40 15,-40-40-15,40 0 16,0 40-16,0-40 0,-40 0 0,41-1 0,-1 41 15,-40-40-15,40 0 0,-40 0 16,40 40-16,-40-40 0,0 0 0,40 0 0</inkml:trace>
  <inkml:trace contextRef="#ctx0" brushRef="#br0" timeOffset="160466.05">22350 5975 0,'0'0'15,"0"40"32,0 0-31,0 0 0,0 1-16,41-41 0,-41 40 0,0 0 0,0 0 15,40 0-15,-40 0 0,0 0 16,0 0-16,0-80 62,40 40-62,0-40 16,0 0-16,0 40 16,0 0-1,0 0 1,-40 40-1,41-40 1,-41 40 0,0 0-16,0 0 15,40-40-15,-40 40 16,40-40-16</inkml:trace>
  <inkml:trace contextRef="#ctx0" brushRef="#br0" timeOffset="160965.99">23193 5975 0,'0'0'0,"-40"0"16,0 0-16,40 40 47,0 0-32,0 0-15,40 1 0,-40-1 16,0 0-16,0 0 16,40 0-16,-40 0 0,0 0 15,0-80 32,40 40-31,-40-40-16,40 40 31,-40-40-31,40 40 16,1 0-1,-1 0-15,-40 40 16,40-40-16,-40 40 16,40-40-16,-40 40 15,0 0 1,-40 0-1,0-40-15,0 40 0,-1-40 16,1 41 0,0-41-1,40-41-15,0 1 16,0 0 0</inkml:trace>
  <inkml:trace contextRef="#ctx0" brushRef="#br0" timeOffset="161316.04">23996 6095 0,'0'0'0,"0"81"47,0-41-32,0 0-15,0 0 16,-41-40 0,1 40-16,0-40 15,0 0-15,0 0 32,40-40-32,-40 40 0,40-40 15,-40 40-15,40-40 16,0 0-16,0 0 31,40 40-31,0-41 16,0 41-16,0 0 15,0 0-15</inkml:trace>
  <inkml:trace contextRef="#ctx0" brushRef="#br0" timeOffset="161885.97">24116 6055 0,'0'40'93,"0"1"-77,0-1 0,0 0-1,0 0 1,0 0 0,40-40-1,0 40-15,0-40 31,0 0-31,-40-40 16,41 40 0,-41-40-16,40 40 0,-40-40 15,0 0-15,40 0 0,-40-1 16,0 82 93,0-1-109,0 0 0,0 0 16,0 0 0,40-40-1,0 40 1</inkml:trace>
  <inkml:trace contextRef="#ctx0" brushRef="#br0" timeOffset="162285.99">24638 6136 0,'0'0'0,"0"-41"31,0 1-16,40 40 1,0 0-16,0 40 31,0 41-15,-40-41-16,0 0 16,40 40-1,-80-40 16,0-40-31,40-40 32,0 0-17,80-40 1,-40 40-16,0 0 16,1-1-1,-1 41 1,0-40-1,-40 0-15</inkml:trace>
  <inkml:trace contextRef="#ctx0" brushRef="#br0" timeOffset="162685.89">25239 6015 0,'0'-40'16,"-40"40"46,40 40-62,-40 0 16,40 0-16,-40-40 15,40 41-15,0-1 16,0 0 0,40-40-1,0 40-15,0 0 32,-40 0-17,-40 0 16,0-40-15,0 40-16,0-40 16,0 0-16,0 0 0,0 0 0,-1 0 15</inkml:trace>
  <inkml:trace contextRef="#ctx0" brushRef="#br0" timeOffset="185802.6">7102 2727 0,'-40'0'31,"80"0"79,0 0-110,1 0 15,-1 0-15,0 0 0,0 0 0,0 0 16,0 0-16,0-41 0,1 41 15,-1 0-15,0 0 0,0-40 0,0 40 0,0 0 16,0 0-16,0 0 16,1 0-16,-1 0 0,0-40 0,0 40 0</inkml:trace>
  <inkml:trace contextRef="#ctx0" brushRef="#br0" timeOffset="186762.5">3451 3088 0,'40'0'110,"0"0"-95,0 0-15,0 0 32,1-41-32,-1 41 0,0 0 0,0-40 15,0 40-15,40-40 0,-40 40 0,1 0 0,39-40 16,-40 40-16,0 0 0,40 0 15</inkml:trace>
  <inkml:trace contextRef="#ctx0" brushRef="#br0" timeOffset="188522.4">19782 7780 0,'0'0'0,"-40"-40"32,40 0-17,121-41 1,39 41 0,-40 0 15,-39 0-16,-1 120 1,-80 41 15,0-81-31,-80 40 16,-1 40 0,1-40-1,80-39 16,40-41 1,0 0-32,1 0 31,39 0-31,-40 0 16,0 120-1,0-80 1,-160 40 15,-1-40-15,41 0-1,0-40-15,-40 0 32,79 0-17,41-80 1,41 80-16</inkml:trace>
  <inkml:trace contextRef="#ctx0" brushRef="#br0" timeOffset="188932.38">20826 7740 0,'-41'40'31,"41"0"-31,-40 0 0,0-40 16,0 80 0,40 0-1,80 1 16,1-41-15,-1-40 0,0-40-1,0-81 1,-80 81 0,-80-40-1,40 0 1,-40 80 15</inkml:trace>
  <inkml:trace contextRef="#ctx0" brushRef="#br0" timeOffset="189372.35">21548 7940 0,'0'0'16,"-40"0"-16,80 0 47,0 0-32,0 0-15,0 0 0,0 0 16,0 0 0,1 0-16,-1-40 0,0 40 0,0 0 15,0 0-15,0 0 16,0 0-1,-80 0 64,0 0-79</inkml:trace>
  <inkml:trace contextRef="#ctx0" brushRef="#br0" timeOffset="189912.32">22431 7499 0,'40'0'31,"-40"40"109,0 0-140,40-40 16,-40 40-16,0 1 16,0-1-16,0 0 0,0 0 15,0 0-15,0 0 16,0 0-16,0 0 0,0 0 0,0 0 16,0 1-16,0-1 0,0 0 15,0 0 1,40 0-16,-40 0 15</inkml:trace>
  <inkml:trace contextRef="#ctx0" brushRef="#br0" timeOffset="190637.57">23474 7459 0,'-40'-40'109,"0"40"-78,0 0-31,-1 0 16,1 40 0,0 0-1,40 0-15,0 0 16,0 0 0,0 1-1,0-1-15,0 0 16,0 0-16,0 0 31,40 0-31,0-40 16,1 0-1,-1 0-15,0 0 16,0 0-16,0 0 0,0 0 16,0 0-1,-40 40-15,0 0 16,0 0-1,0 0 1,-40-40-16,40 41 0,-40-41 0,0 0 16,40 40-16,-40-40 0,0 0 15,40 40-15,-40-40 0,-1 0 0,1 40 16,0-40 0,0 0-16,0 0 0,0 0 15,0-40-15,0 40 0,40-40 16,0 0-16</inkml:trace>
  <inkml:trace contextRef="#ctx0" brushRef="#br0" timeOffset="191137.61">23354 7419 0,'0'0'16,"0"-40"-16,80 40 63,-40 0-63,0 0 15,0 0-15,0 0 0,0 0 16,1 0-16,-1 0 15,0 0-15,0 0 0,0 0 0,0 0 16,-40-40-16,40 40 0,0 0 16,1 0-16,-1 0 15</inkml:trace>
  <inkml:trace contextRef="#ctx0" brushRef="#br0" timeOffset="192427.48">20023 8903 0,'0'0'0,"40"0"78,0 0-46,0 0-32,1 0 15,-1 0 1,0 0-1,0 0-15,0 0 0,0 0 16,0 0-16,0 0 16,1-40-16,-1 40 0,0 0 0,0 0 0,0 0 15,0 0-15,0 0 16,0 0-16,1 0 0,-1 0 0,40 0 0,-40 0 16,0-40-16,0 40 0,0 0 0,1 0 0,-1 0 15,0 0-15,0 0 0,0 0 16,0 0-16,40 0 0,-39 0 0,39 0 0,-40 0 15,40 0-15,-40 0 16,41 0-16,-41 0 0,40 0 0,-40 0 0,40 0 16,-39 0-16,-1 0 0,0 0 15,0 0-15,40 0 0,-40 0 0,0 0 0,1-41 16,-1 41-16,0 0 16,0 0-16,40 0 0,-40 0 0,0 0 0,1 0 15,-1 0-15,0 0 0,0 0 0,0 0 0,0 0 16,0 0-16,0 0 0,1 0 15,-1 0-15,0 0 0,0 0 0,0 0 0,0 0 16,0 0-16,0 0 16,1 0-16,-1 0 0,-40-40 0,40 40 15,0 0-15,0 0 16,0 0-16,0 0 0,0 0 0,1 0 16,-1 0-16,0 0 15,-40-40 1,40 40-16,0 0 15,0 0 1,-80 0 47,0 0-63,0 0 62,0 0-46</inkml:trace>
  <inkml:trace contextRef="#ctx0" brushRef="#br0" timeOffset="193137.49">21508 9424 0,'0'-40'47,"0"80"0,0 0-47,0 0 15,0 0 1,0 1-16,0-1 0,0 0 0,40-40 16,-40 40-16,0 0 0,0 0 15,0 0-15,0 0 0,0 0 16,0 1-16,0-1 16,0 0-16,0 0 31,40-40-16</inkml:trace>
  <inkml:trace contextRef="#ctx0" brushRef="#br0" timeOffset="193687.46">22150 9464 0,'0'0'0,"-40"0"47,0 0-32,40 40-15,-41-40 0,1 40 16,0 1-16,40-1 16,-40-40-16,0 40 0,0-40 0,0 40 15,-1-40-15,1 40 0,-40-40 0,40 0 16,0 40-16,0-40 15,0 0-15,-1 40 0,1-40 0,0 0 0,0 0 16,80-40 31,0 40-47,0-40 16,1 40-16,-1 0 0,0-40 0,0 40 15,0 0 1,0 0-16,0 0 0,0 0 15,1 0 1,-41 40-16,40-40 0,0 0 0,-40 40 0,40-40 16,-40 40-16,40-40 0,0 0 15,-40 40-15,40-40 0,-40 40 0,41-40 16,-41 41 0,40-41-16,0 0 15,0 0-15,0 0 0,0 0 16,0 0-1,0 0-15</inkml:trace>
  <inkml:trace contextRef="#ctx0" brushRef="#br0" timeOffset="194447.42">19542 8782 0,'40'41'0,"-80"-41"46,80 0 33,0 0-79,0 0 15,0 0-15,0-41 0,0 41 16,0 0-16,1 0 15,-1 0-15,0 0 0,0 0 16,0 0 0</inkml:trace>
  <inkml:trace contextRef="#ctx0" brushRef="#br0" timeOffset="194717.4">19501 9184 0,'-40'0'16,"80"0"-16,-80 40 16,0-40-16,80 0 15,41-40 16,79-1-15,41 1 0,-41 40 15,-120 0-31</inkml:trace>
  <inkml:trace contextRef="#ctx0" brushRef="#br0" timeOffset="195497.35">17776 8782 0,'0'41'16,"0"-82"-16,-40 82 31,0-41-16,0 0-15,-1 0 16,41 40 0,-40-40-16,0 40 0,0 0 0,0-40 15,0 0-15,40 40 0,-40 0 16,0 0-16,40 0 0,-41-40 0,41 40 16,0 1-16,81-1 15,-41-40 1,-40 40-16,40-40 0,0 0 0,0 0 15,0 0-15,0 0 16,1 0-16,-1 0 0,0 0 16,0-40-1,0 40-15,-40-40 16,0-1-16,40 41 16,-40-40-16,0 0 0,0 0 15,0 0-15,0 0 0,0 0 16,-40 0-1,40 0-15,-40-1 0,0 41 16,40-40 0,-40 40-1,0 0 1,40 40 15</inkml:trace>
  <inkml:trace contextRef="#ctx0" brushRef="#br0" timeOffset="195947.33">18338 8662 0,'0'40'93,"0"0"-77,0 0 0,0 1-16,0-1 0,0 0 0,0 0 15,0 0-15,0 0 0,0 0 0,0 0 0,0 0 16,0 1-16,0-1 15,0 0-15,-40 0 0,40 0 16,0 0-16</inkml:trace>
  <inkml:trace contextRef="#ctx0" brushRef="#br0" timeOffset="196327.3">18298 8903 0,'0'-40'16,"0"80"-16,-40-120 16,40 39-16,0 1 0,0 0 15,80-40 16,-40 80-31,-40-40 0,40 40 32,0 0-32,0 0 0,-40-40 15,40 40-15,1 0 16,-1 40-16,-40 0 16,0 0-16,0 0 0,-40 0 15,40 0 1,-41-40-16,41 41 0,-40-41 0,40 40 0,-40-40 15,0 40-15,0-40 0,0 40 16,40 0-16,-40-40 16,0 0-1,-1 0 1</inkml:trace>
  <inkml:trace contextRef="#ctx0" brushRef="#br0" timeOffset="197757.22">24959 8542 0,'-41'0'16,"41"40"-16,0-80 140,41 40-124,-41-40-16,40 40 15,40 0-15,0 0 0,0 0 16,-39 0 0,-1 0-16,0-40 0,40 40 0,-40 0 0,0 0 15,1 0-15,-1 0 0,0 0 16,0-40-16,0 40 0,0 0 0</inkml:trace>
  <inkml:trace contextRef="#ctx0" brushRef="#br0" timeOffset="198207.14">25079 8943 0,'0'40'16,"-40"-40"-1,80 0 32,0 0-31,0 0-1,0 0 1,0 0-16,1 0 16,-1 0-16,0-40 15,0 40-15,0 0 0,0 0 0,0-40 0,1 40 16,-1 0-16,0 0 16,40 0-16,-80-40 0,40 40 0,0 0 0,0-40 15,1 40 1,-82 0 31,41 40-16</inkml:trace>
  <inkml:trace contextRef="#ctx0" brushRef="#br0" timeOffset="199697.1">26724 7499 0,'-40'0'0,"40"-40"15,0 0 17,40 40-17,-40-40-15,40 40 0,-40-40 16,81 40-16,-41 0 16,0-40-16,0 40 0,0 0 15,0 0-15,0 0 16,0 0-1,-40 40-15,41-40 0,-41 40 16,0 0-16,0 0 0,-41 0 16,41 0-16,-40 0 0,40 0 0,-40 1 15,40-1-15,-40 0 16,0 0-16,40 0 0,-40 0 16,80-40 15,0 0-16,-40-40 1,40 40-16,0 0 0,0 0 0,1 0 16,-1 0-16,0 0 15,-40 40-15,40-40 0,-40 40 32,0 0-32,-40 0 15,40 0-15,-40-40 0,40 41 0,-81-41 0,41 40 16,40 0-16,-40-40 0,0 40 15,0-40-15,0 0 0,40 40 0,-40-40 0,0 0 16,-1-40 15,41 0-15,0 0-16</inkml:trace>
  <inkml:trace contextRef="#ctx0" brushRef="#br0" timeOffset="200197.08">27767 7499 0,'0'40'62,"0"0"-46,0 0-16,0 1 15,0-1 1,-40-40-16,40 40 16,81 0-16,-41-40 15,0 0 1,0 0-16,0 0 0,0 0 15,0 0 1,-40-40-16,40 40 0,-40-40 16,41 40-16,-41-40 15,0-1-15,0 1 16,0 0 0,-41 0-1,1 40-15,0 0 0,0-40 16,0 40-1,0 0 1,0 0 0,40 40-1</inkml:trace>
  <inkml:trace contextRef="#ctx0" brushRef="#br0" timeOffset="200506.99">28490 7619 0,'0'41'0,"40"-41"15,0 0 16,-40-41-31,40 41 0,0 0 16,0 0-16,0 0 16,1-40-16,-1 40 0,0 0 15,0 0 1,0 0-16,-40-40 47,-40 40-47</inkml:trace>
  <inkml:trace contextRef="#ctx0" brushRef="#br0" timeOffset="201076.95">29212 7138 0,'-40'0'32,"80"0"93,0 40-47,-40 0-78,0 0 31,40 1-31,-40-1 0,0 0 16,0 0-16,40 0 0,-40 0 0,0 0 15,41 0-15,-41 0 16,0 1-16,40-41 15,-40 40-15</inkml:trace>
  <inkml:trace contextRef="#ctx0" brushRef="#br0" timeOffset="201536.92">29894 7138 0,'0'40'62,"-40"-40"-62,40 40 16,0 0-1,0 1-15,0-1 0,40-40 16,0 40-16,-40 0 16,40 0-16,1-40 0,-1 40 15,0 0 1,0 0-16,-40 0 0,40-40 0,-40 41 16,0-1-16,0 0 15,-40-40-15,40 40 0,-40-40 16,-40 0-16,80 40 0,-41-40 15,1 0-15,0 0 0,0 0 16,0 0-16,40-40 0</inkml:trace>
  <inkml:trace contextRef="#ctx0" brushRef="#br0" timeOffset="201756.98">30255 7058 0,'0'0'0,"0"-40"32,40 0-17,41 40-15,79-40 16,-120 0-16,0 40 0,1 0 16,79 0-1,-120 40 1</inkml:trace>
  <inkml:trace contextRef="#ctx0" brushRef="#br0" timeOffset="202596.86">27286 8782 0,'-80'41'31,"40"-41"-31,40-81 63,40 81-16,0 0-32,0 0-15,0 0 16,40 0-16,-40 0 16,1 0-16,-1 0 15,0 0-15,0 0 0,0 0 0,40 0 16,-40 0-16,1-40 0,39 40 0,0-40 0,0 40 16,1-40-16,-1 40 0,0 0 15,0-40-15,1 40 0,-1 0 0,0 0 0,40-40 16,-39 40-16,-1 0 15,40 0-15,-39-40 0,39 40 0,-40 0 0,1 0 16,-1 0-16,0 0 16,0 0-16,-40 0 0,41 0 0,-41 0 0,0 0 0,0 0 15,0 0-15,0 0 16,0 0-16,1 0 0,-1 0 0,0 0 16,0 0-16,-80 0 62,-40 0-31,39 0-15,1 0-16,0 0 16</inkml:trace>
  <inkml:trace contextRef="#ctx0" brushRef="#br0" timeOffset="203236.82">28209 9344 0,'-40'40'16,"80"-80"-16,-120 80 16,80-80-16,40 0 15,0 0 1,120-40 0,-120 39-16,81 1 15,-81 40-15,0 0 0,40 0 31,1 40-15,-81 41 0,-41-1-1,-39 40 1,40-80 0,40 0-1,40-40 32,0 0-47,0 40 16,1-40-16,-1 0 15,0 41-15,0-41 16,0 0-16,0 0 16,-40 40-16,0 0 15,40-40-15,-40 40 16,0 0-16,-80 0 15,40 0-15,0 0 16,0-40 0,0 40-16,-1-40 0,1 41 15,0-41-15,0 40 16,0-40-16,0 0 0,0 0 0,0 0 0,-1 0 16,1 0-16,0 0 15,40-40-15</inkml:trace>
  <inkml:trace contextRef="#ctx0" brushRef="#br0" timeOffset="204566.74">30777 8261 0,'-40'0'31,"0"0"47,80 0-15,0 0-47,-40-40-16,40 40 0,0 0 0,-40-40 0,40 40 15,0 0-15,1 0 16,-1-40-16,0 40 0,0-40 15,0 40-15,0 0 16,-40 40 15</inkml:trace>
  <inkml:trace contextRef="#ctx0" brushRef="#br0" timeOffset="204926.79">30817 8462 0,'-80'40'15,"160"-80"-15,-200 80 16,200-40 15,-40 0-15,0-40-16,0 40 0,0 0 15,1 0-15,-1 0 16,0-40-16,0 40 0,0 0 0,0 0 16,0-41-16,0 41 0,1 0 15,-1 0-15,0 0 16,-80 0 15,0 0-15,-1 0-16</inkml:trace>
  <inkml:trace contextRef="#ctx0" brushRef="#br0" timeOffset="207076.59">32302 7700 0,'0'40'0,"40"-40"16,-40-40 31,-40 40 31,0 0-78,-1 0 16,1 0-16,0 0 15,40 40-15,-40-40 0,0 0 0,0 0 16,40 40-16,-40-40 16,40 40 109,0 0-110,40 0 1,-40 0-16,0 0 15,0 0 1,0 1-16,0-1 16,40-40-1,-40 40-15,40-40 0,0 0 16,0 0 0,0 0-1,1 0 1,-41-40-16,40 40 15,-40 40 1,40-40 0,-40 40 15,0 0-31,-40-40 16,40 40-16,-40 0 0,-1-40 15,41 40-15,-40-40 16,0 40-16,0-40 0,0 0 0,0 41 15,0-41 1,0 0-16,-1 0 16,1 0-1,0 0 1</inkml:trace>
  <inkml:trace contextRef="#ctx0" brushRef="#br0" timeOffset="-204421.13">3250 2967 0,'0'-40'0</inkml:trace>
  <inkml:trace contextRef="#ctx0" brushRef="#br0" timeOffset="-203311.28">7905 2486 0,'0'40'31</inkml:trace>
  <inkml:trace contextRef="#ctx0" brushRef="#br0" timeOffset="-199651.42">1685 5414 0,'0'0'0,"40"0"188,-40 40-188,0 0 15,0 0-15,0 0 16,0 0-16,0 0 0,0 0 0,0 0 15,0 1-15,0 39 16,0-40-16,0 0 0,0 0 0,0 0 0,0 0 16,0 0-16,0 1 0,0-1 15,0 0-15</inkml:trace>
  <inkml:trace contextRef="#ctx0" brushRef="#br0" timeOffset="-198601.48">2608 5454 0,'40'0'0,"-40"-40"203,40 40-172,-80 0 32,0 0-48,0 0-15,0 0 0,0 40 0,0-40 16,0 0 0,-1 0-16,1 40 0,0-40 0,0 40 15,0-40 1,120 0 78,-80 40-94,0 0 31,0 0-31,0 0 16,0 0-1,0 1-15,0-1 16,0 0-1,80-40-15,-80 40 16,41-40 15,-1 0-31,0 0 16,-40-40-16,40 40 16,0 0-16,0 0 15,0 0 1,0 0-16,-40 40 31,-40 0-15,0-40-16,40 40 0,-40-40 0,0 40 15,0-40-15,40 40 0,-40-40 16,0 40-16,-1-40 0,1 0 0,40 41 0,-40-41 16,0 0-16,0 0 15,40 40-15</inkml:trace>
  <inkml:trace contextRef="#ctx0" brushRef="#br0" timeOffset="-197701.53">3652 5374 0,'40'0'94,"0"0"-79,0-41-15,0 41 0,0 0 16,0 0-16,0 0 16,1 0-16,-1 0 0,0 41 15,-40-1 1,0 0-16,0 0 0,0 0 15,-40 0-15,0 0 16,40 0-16,-41-40 0,41 40 0,-40-40 16,40 40-16,-40 1 0,0-1 0,0 0 15,0-40 1,40 40-16,-40-40 0,40 40 16,-40-40-16,40-40 46,40 40-30,-40-40 0,40 40-16,0 0 15,-40 40-15,40-40 16,0 0 0,0 0-16,-40 40 0,40-40 0,1 0 15,-41 40-15,40-40 0,-40 40 16,40-40-16,-40 40 15,0 0 1</inkml:trace>
  <inkml:trace contextRef="#ctx0" brushRef="#br0" timeOffset="-197221.56">4534 5534 0,'0'0'32,"0"40"-1,-40-40-16,40 40-15,0 0 16,-40 0-16,40 0 0,-40 1 0,40-1 16,-40-40-16,40 40 0,0 0 15,0 0 1,0 0-16,40-40 16,0 0-1,40 0-15,-40 0 0,1-40 16,-1 0-1,0 40-15,-40-40 0,40 40 0,-40-40 16,0 0 0,40 40-16,-40-41 0,0 1 15,-40 40-15,40-40 16,-40 40-16,0 0 16,40-40-16,-40 40 0,-1 0 31,1 0-31,0 0 15,0 40 1</inkml:trace>
  <inkml:trace contextRef="#ctx0" brushRef="#br0" timeOffset="-196321.69">5939 5253 0,'0'0'0,"0"40"16,-40-40-16,-1 0 15,41-40 63,41 40-78,39 0 16,-40 0-16,0 0 16,-40 80-1,40-80-15,-40 41 0,0-1 16,0 0-16,0 0 15,40-40-15,-40 40 0,0 0 0,0 0 16,0 0 0,-80 0-16,40 0 0,0-40 15,40 41-15,-40-41 0,0 0 0,40 40 16,-41-40 0,41-40 15,0-1 0,81 41-15,-41 0-16,0 0 15,0 0 1,0 41-16,0-41 0,-40 40 0,40-40 16,1 0-16,-41 40 15,40-40-15,-40 40 0,40-40 16,-40 40-1,40-40-15,-40 40 16</inkml:trace>
  <inkml:trace contextRef="#ctx0" brushRef="#br0" timeOffset="-195531.74">7303 5093 0,'40'0'31,"-80"0"16,0 0-31,0 0-16,0 0 0,-1 0 15,1 0-15,0 0 16,0 0-16,0 0 0,40 40 15,-40-40-15,0 0 0,0 40 16,-1-40-16,1 40 0,0-40 16,40 40 77,40-40-93,-40 40 0,0 0 16,0 1-16,0-1 0,40 0 0,-40 0 16,41 0-1,-41 0-15,0 0 16,40-40 0,-40 40-16,40-40 15,0 0 1,0 0-1,0 0 1,0 0-16,0 0 0,1 0 16,-1 0-16,0 0 15,0 0 1,-40 40 0,0 0-1,0 1-15,0-1 16,-40 0-1,0-40-15,40 40 0,-40-40 0,-1 0 16,41 40-16,-40-40 0,0 0 0,0 0 16,0 0-1,0 0-15,0 0 16,0 0-16,-1-40 16</inkml:trace>
  <inkml:trace contextRef="#ctx0" brushRef="#br0" timeOffset="-193831.82">8627 5133 0,'0'-40'94,"40"40"-78,0 0-16,-40-40 0,41 40 0,-1 0 15,0 0-15,0-40 16,0 80 0,-40 40-1,0-40-15,0 0 16,0 0-16,0 0 0,0 0 15,0 1-15,-40-1 0,40 0 16,0 0-16,0 0 31,0-80 16,40 40-31,0 0-16,0 0 15,0 0-15,1 0 16,-1 0-16,-40 40 16,0 0-16,0 0 15,-40 0 1,-1 0-16,41 0 16,-40-40-16,0 0 0,0 41 15,0-41-15,0 0 0,40 40 0,-40-40 0,0 0 16,-1 0-1,1 0-15,40-40 16,0-1-16,40 41 0</inkml:trace>
  <inkml:trace contextRef="#ctx0" brushRef="#br0" timeOffset="-193431.86">9670 5013 0,'0'40'15,"-40"40"1,-40 0 0,40-40-1,40 121 1,0-81-1,80-40 1,0-40 0,-39 0-1,39-40-15,-40-80 32,-40 39-32,-40-39 31,0 40-16,-81 40 1,81 40 0,-40 40-16</inkml:trace>
  <inkml:trace contextRef="#ctx0" brushRef="#br0" timeOffset="-191489.43">3973 6617 0,'40'0'109,"0"0"-93,0 0-16,0 0 16,0 0-1,0 0-15,0 0 0,1 0 16,-41-40 0,40 40-16,0 0 0,0 0 0,0 0 15,0 0 1,0 0-16,0 0 0,1 0 15,-1 0-15,0-40 16,0 40-16,0 0 0,0 0 16,0 0-16,0 0 15,1 0 1,-1 0-16,0-41 16,0 41-16,0 0 15,0 0-15,0 0 16,0 0-1,-40-40-15,41 40 0,-1 0 0,0 0 16,0 0-16,0 0 0,0 0 16,0 0-16,0 0 15,1 0-15,-1 0 32,0 0-32,0 0 0,0 0 15,0 0-15,0 0 0,-40-40 16,40 40-16,1 0 0,-1 0 15,0 0-15,0 0 16,0 0-16,0 0 0,0 0 0,0 0 0,1 0 16,-1 0-16,0 0 0,0 0 0,0 0 15,0 0 1,0 0 0,0 0-1,1 0 1,-1 0-1,0 0-15,0 0 16,0 0-16,0 0 31,0 0-31,0 0 16,1 0 0,-1 0-16,0 0 31,0 0-31,-40-40 0,40 40 15,0 0 1,0 0 31,0 0-31,1 0-1,-1 0-15,0 0 31,-40-40 173,0 0-189,-40 40 110,0 0-109</inkml:trace>
  <inkml:trace contextRef="#ctx0" brushRef="#br0" timeOffset="-184911.09">7985 2486 0,'-40'0'31,"0"0"16</inkml:trace>
  <inkml:trace contextRef="#ctx0" brushRef="#br0" timeOffset="-183090.51">11155 2326 0,'-40'0'109,"0"0"94,40 40-109</inkml:trace>
  <inkml:trace contextRef="#ctx0" brushRef="#br0" timeOffset="-175109.17">15689 4812 0,'0'40'156,"0"0"-156,0 0 16,0 0-16,0 1 0,0-1 16,41 0-16,-41 0 15,0 0-15,0 0 0,0 0 0,40-40 16,-40 40-16,0 0 16,0 1-16,0-1 15</inkml:trace>
  <inkml:trace contextRef="#ctx0" brushRef="#br0" timeOffset="-174209.22">16733 4812 0,'-40'0'110,"-1"0"-95,1 0 1,0 0-16,0 0 0,0 0 16,0 0-1,0 0-15,0 0 16,40 40-16,-41-40 16,41 40 93,0 0-109,0 0 16,0 1-1,0-1-15,0 0 16,0 0-1,41-40 1,-1 0 15,0 0-15,0 0 0,0 0-1,0 0 1,-40 40-1,0 0-15,0 0 32,0 0-17,0 0 1,-80 1 15,40-41-31,40 40 0,-40-40 0,0 0 16,-1 40-16,1-40 0,0 0 15,0 40-15,0-40 16,0 0-16,0 0 0</inkml:trace>
  <inkml:trace contextRef="#ctx0" brushRef="#br0" timeOffset="-172459.33">13964 5093 0,'0'40'16,"-40"-40"155,40-40-77,40 0-78,0 40-1,0 0 1,-40-40-16,40 40 16,0 0-1,-40 40 1,0 0 0,0 0-1,0 0-15,41-40 0,-41 40 16,0 0-1,0 0-15,0 0 0,0 1 16,0-1 0,-41-40-16,41 40 0,-40 0 0,0-40 15,40 40-15,0 0 16,-40-40-16,0 40 0,0-40 16,40 40-16,-40-40 15,40-40 48,0 0-48,0 0 1,40 40 0,-40-40-1,40 40-15,0 0 31,0 40-31,0-40 16,0 40 0,1 0-16,-1-40 15,-40 40 1,40-40-16,-40 40 0,40-40 0,-40 40 16,40-40-16,-40 41 15,40-41 1</inkml:trace>
  <inkml:trace contextRef="#ctx0" brushRef="#br0" timeOffset="-172049.28">14726 5293 0,'0'0'16,"41"0"0,-1 0-16,0 0 31,0 0-31,-40 40 0,40 1 16,-40-1 15,0 0-31,-40 40 15,0-80-15,0 0 0,0 40 16,-1-40 0,-39 40-1,40-40 1,0-80 0,40-40-1,0 80-15,0-1 16,40 1-16,-40 0 15,40 40 1,0 40 0,-40 0-1</inkml:trace>
  <inkml:trace contextRef="#ctx0" brushRef="#br0" timeOffset="-171609.3">14405 5855 0,'0'40'16,"-40"-40"-16</inkml:trace>
  <inkml:trace contextRef="#ctx0" brushRef="#br0" timeOffset="-170259.46">11877 5173 0,'0'-40'109,"41"40"-93,-1 0-1,0 0 1,-40-40-16,40 40 0,0 0 16,0 0-16,0 40 15,0 0 1,-40 0-16,0 0 0,0 0 0,0 0 0,0 1 16,0-1-16,0 0 0,-40 0 0,40 0 0,0 0 15,-40 0-15,40 0 0,-40 0 16,0 0-16,40 1 0,-40-1 15,0 0 1,0-40-16,40 40 16,-41-40-16,1 0 15,40-40 17,0 0-17,40 40 16,1 0-31,-1 0 16,0 0 0,0 40-16,0-40 0,0 0 15,0 0 1,-40 40-16,40-40 0,-40 40 16,41-40-16</inkml:trace>
  <inkml:trace contextRef="#ctx0" brushRef="#br0" timeOffset="-169439.49">13041 5253 0,'40'0'16,"-80"0"-16,120-40 16,-80 0-16,-40 40 47,0 0-32,40 40 1,-40-40-16,0 0 0,0 0 15,0 0-15,-1 40 16,1-40-16,0 0 16,0 0-16,0 40 15,0-40 17,0 0-17,40 40 48,0 1-63,0-1 15,0 0 1,0 0-16,0 0 0,0 0 16,0 0-16,0 0 15,0 0 1,0 0-1,0 1 1,40-41 0,0 0-1,-40-41 17,40 41-32,0 0 0,0 0 15,0 0 1,1 0 15,-41 41-31,40-1 16,-40 0-1,0 0 1,40-40-16,-40 40 0,0 0 16,-80 0-1,39-40 1,41 40-16,-40-40 0,0 0 0,0 0 15,0 40-15,0-40 16,0 0-16,0 0 0,-1 0 0,1 41 16,0-41-16,0 0 15</inkml:trace>
  <inkml:trace contextRef="#ctx0" brushRef="#br0" timeOffset="-162479.85">12078 6697 0,'0'-40'110,"40"40"-1,0 0-93,0 0-1,1 0 1,-1 0-16,0 0 16,0 0-16,0 0 15,0 0 1,0 0-16,0 0 16,1 0-16,-1 0 15,0 0-15,0 0 16,0 0-1,0 0-15,0 0 16,0 0-16,1 0 0,-1 0 16,0 0-1,0 0-15,0 0 16,0 0-16,0 0 31,0 0-15,1 0-1,-1 0-15,0 0 16,0 0 0,-40-40-16,40 40 0,0 0 31,0 0-31,0 0 16,-40-40-1,41 40 1,-1 0-1,0 0 1,0 0 0,0 0-1,0 0 1,0 0-16,0 0 0,1 0 0,-1 0 16,0 0-16,0 0 15,0 0-15,0 0 0,-40-40 78,40 40-62,0 0 0,1 0-1,-1 0 1,0 0 46,0 0-46,0-41 93,0 41-93,0 0 0,0 0 15,1 0-31,-1 0 15,0 0 32,-40-40-31,40 40 0,-40 40 62,40-40-78,-80 0 93</inkml:trace>
  <inkml:trace contextRef="#ctx0" brushRef="#br0" timeOffset="-153850.36">1485 7539 0,'-40'0'250,"80"0"-219,-40-40-16,40 40 1,-40-40-16,0 0 31,0 0-31,40 40 0,-40-40 16,40 40-16,0 0 16,-40-40-1,40 40-15,-40-41 16,40 41-1,41 0 1,-41 0 0,-40 41 15,40-41-15,-40 40-16,0 0 31,0 0-31,0 0 15,0 0 1,0 0-16,0 0 16,0 0-1,0 1-15,-40-41 16,40 40-16,0 0 16,-40-40-16,40 40 15,-40-40-15,40 40 16,-41-40-16,41 40 15,-40-40 1,40 40 0,0-80 62,40 0-47,-40 0-15,81 40-16,-41 0 15,0-40-15,0 40 16,0 0 0,0 0-1,0 0-15,1 0 16,-41 40-16,40 0 15,-40 0 1,0 0 0,0 0-1,-40-40-15,40 40 16,0 0-16,0 1 16,-41-41-16,41 40 0,-40-40 0,40 40 0,-40-40 15,0 40 1,0-40-16,0 0 0,0 40 15,0-40-15,-1 40 16,1-40 0,0 0-1,0 0 1,40-40 0,0 0 30</inkml:trace>
  <inkml:trace contextRef="#ctx0" brushRef="#br0" timeOffset="-153270.45">2608 7499 0,'-40'0'109,"40"40"-109,-40 0 16,40 0-16,0 1 0,-40-41 16,40 40-16,0 0 15,40 0 1,0-40-1,0 0 1,0 0-16,0 0 0,1-40 16,-1 40-1,-40-40-15,40 40 0,0 0 16,-40-40 0,0-1-1,-80 1 1,40 0-1,-1 40-15,41-40 0,-40 40 16,0 0 0,0 0-16,0 0 31,0 40-15,0-40-16</inkml:trace>
  <inkml:trace contextRef="#ctx0" brushRef="#br0" timeOffset="-152180.51">8627 6938 0,'0'0'16,"40"-40"0,-40 80 15,-40-40 0,40 40 47,40 0-78,-40 0 16,40-40-16,-40 40 16,0 0-16,0 0 0,0 0 0,41 0 15,-41 1-15,0-1 16,0 0-16,0 0 0,0 0 0,0 0 0,0 0 15,-41-40-15,41 40 16,0 0-16,0 1 0,-40-1 0,40 0 31,40-40-31</inkml:trace>
  <inkml:trace contextRef="#ctx0" brushRef="#br0" timeOffset="-151350.51">9711 6777 0,'0'0'0,"40"0"31,-80 0 16,-1 0-47,1 0 16,0 0-16,0 0 15,0 0-15,40 40 16,-40-40-16,0 40 15,0-40-15,-1 0 16,41 41 0,-40-41-16,40 40 93,0 0-77,0 0 0,0 0-16,0 0 15,0 0-15,0 0 16,0 0-16,0 0 16,0 1-1,40-41-15,1 0 31,-1 0-15,0 0 0,0 0-1,0 0 1,0 40 0,-40 0 15,40-40-31,-40 40 15,0 0 1,0 0 0,-40-40-1,40 40-15,-40-40 0,40 40 0,0 0 16,-80-40-16,80 41 0,-40-41 0,0 40 0,-1 0 16,1-40-16,0 40 15,0-40-15,0 0 0,0 0 31,40-40-31</inkml:trace>
  <inkml:trace contextRef="#ctx0" brushRef="#br0" timeOffset="-146500.64">6019 7218 0,'40'0'78,"-40"-40"-46,0 0-1,40 40-31,-40-40 0,40 40 0,0 0 15,1-40 1,-1 40-16,0 0 0,0 0 16,0-40-1,0 40-15,-40 40 16,40 0 0,-40 0-16,0 0 15,0 0-15,0 0 0,0 1 16,0-1-1,-40 0-15,40 0 0,-40-40 0,40 40 16,-40 0-16,0 0 16,40 0-16,-40-40 0,40 40 0,-40-40 0,40 41 15,-41-1-15,1-40 16,40 40 0,-40-40-16,0 0 31,0 0-16,0 0 1,40-40 0,80 40 15,-40 0-31,-40-40 0,40 40 31,0 0-31,1 0 0,-1 0 16,0 0-1,0 0-15,-40 40 0,40-40 0,-40 40 16,40 0 0,-40 0-16,40-40 0,-40 40 0,40-40 15,-40 40-15,41-40 16,-41 40-16,-41-40 16,41 40-1</inkml:trace>
  <inkml:trace contextRef="#ctx0" brushRef="#br0" timeOffset="-146040.67">7022 7299 0,'-40'0'47,"0"0"-31,40 40 0,-40-40-16,40 40 0,-40 0 15,40 0 1,0 0-16,-41-40 0,41 40 15,41 0 1,-1-40 0,0 0-1,0 0-15,0 0 0,0 0 16,-40-40-16,40 40 0,-40-40 0,40 40 0,-40-40 16,41 40-16,-41-40 15,0 0-15,0 0 31,-41 40-31,1-40 0,0 40 16,0 0 0,0 0-16,0 0 31,40 40-31</inkml:trace>
  <inkml:trace contextRef="#ctx0" brushRef="#br0" timeOffset="-145790.68">6821 7780 0</inkml:trace>
  <inkml:trace contextRef="#ctx0" brushRef="#br0" timeOffset="-144820.74">4013 7379 0,'0'0'0,"40"0"31,0 0 16,-40-40-32,40 0-15,-40-1 16,40 41-16,0-40 0,0 40 0,1 0 16,-1 0-1,0 0-15,0 0 0,-40 40 16,40-40-16,-40 41 0,0-1 15,0 0-15,0 0 0,0 0 16,0 0-16,0 0 16,-40 0-16,40 0 0,-40 1 0,40-1 0,-40 0 15,0 0-15,-1 0 0,1 0 0,0 0 16,0-40-16,0 0 16,0 0-16,40-40 31,-40 40-31,40-40 15,0 0-15,0 0 16,40 40-16,0 0 31,0 0-31,0 0 16,0 40-16,0-40 0,1 40 16,-41 0-16,40-40 15,-40 40-15,40-40 0,-40 40 0,40-40 0,-40 40 16,40-40-16,-40 40 15,40 1-15,0-41 16,-40 40-16,40-40 16</inkml:trace>
  <inkml:trace contextRef="#ctx0" brushRef="#br0" timeOffset="-144000.79">5136 7178 0,'40'0'31,"-80"0"-31,80-40 16,-80 40 31,0 0-32,0 40-15,0-40 16,0 0 0,0 0-16,40 40 15,-41-40 1,41 40-16,0 1 125,0-1-110,0 0 1,0 0 0,0 0-16,0 0 15,0 0-15,0 0 16,0 0-16,0 1 16,0-1-16,0 0 15,41-40-15,-41 40 16,40-80 15,0 40-15,-40-40-1,40 40-15,0 0 16,0 0 0,-40 40-16,0 0 15,40 0 1,-40 0-16,0 0 15,0 0-15,0 0 32,-40 0-32,40 1 15,-80-41-15,40 0 0,40 40 0,-40-40 16,0 0-16,-1 0 16,1 0-16,0 0 0,0 0 0,0 40 0,0-40 15,0 0-15,-41 0 16,41 0-16</inkml:trace>
  <inkml:trace contextRef="#ctx0" brushRef="#br0" timeOffset="-138401.12">9510 8061 0</inkml:trace>
  <inkml:trace contextRef="#ctx0" brushRef="#br0" timeOffset="-137101.2">15449 6537 0,'0'40'0,"-40"-40"31,40-40 110,40 40-141,-40-41 0,40 41 15,0 0-15,0 0 0,0 0 16,0 0 0,0 0-1,1 0 1,-1 41-1,-40-1 1,0 0 0,0 0-16,0 0 31,-40 0-31,-1 0 16,1-40-1,40 40-15,-40-40 0,40 40 16,40-40 46,0 0-62,1 0 16,-1 0 0,0 0-16,0 0 15,0 0 1,0 0-16,-40 41 15,0-1 1,0 0-16,0 0 16,-40 0-16,0 0 15,0 0-15,0 0 16,0-40-16,-1 40 0,1-40 16,0 0-1,40 40-15,-40-40 0,0 0 0,40-40 31,0 0-31</inkml:trace>
  <inkml:trace contextRef="#ctx0" brushRef="#br0" timeOffset="-136601.23">16652 6537 0,'0'40'16,"41"-40"15,-1 0-15,-40 40-1,40-40-15,-40 40 0,0 0 32,0 0-32,40-40 0,-40 40 15,0 0 1,-80-40 0,80 40-16,-81-40 0,41 0 15,0 0-15,40 41 16,-40-41-16,0 0 0,0 0 0,0 0 15,0 0 1,40-41-16,0 1 16,0 0-16,40 40 0,-40-40 15,0 0-15,40 0 0,0 0 16,0 0-16,0 40 16,-40-40-1,40 40-15,0 0 31</inkml:trace>
  <inkml:trace contextRef="#ctx0" brushRef="#br0" timeOffset="-135601.29">8948 8181 0,'0'0'0,"40"0"0,0 0 15,1 0-15,-1 0 0</inkml:trace>
  <inkml:trace contextRef="#ctx0" brushRef="#br0" timeOffset="-135171.39">16131 7379 0</inkml:trace>
  <inkml:trace contextRef="#ctx0" brushRef="#br0" timeOffset="-133991.39">9028 7940 0,'0'0'0,"41"40"16,-82-40 31,1 0-32,0 0 1</inkml:trace>
  <inkml:trace contextRef="#ctx0" brushRef="#br0" timeOffset="-132601.47">11837 7018 0,'-40'0'15,"80"-40"63,0 0-62,1 40 0,-41-40-16,40 40 15,0 0 1,0 0-16,0-41 15,0 41-15,0 0 16,-40 41-16,0-1 16,0 0-16,0 0 0,0 0 15,0 0 1,0 0-16,0 0 0,0 0 16,0 0-16,-40 1 15,0-1-15,0 0 16,0 0-1,0 0-15,0-40 16,-1 0 0,41-40 15,41 0-15,-1 0-16,0 0 15,0 40 1,0 0-16,0 0 15,0 40 1,-40 0-16,40 0 16,1 0-16,-41 0 15,40-40-15,-40 40 16,40-40-16,-40 40 0,40-40 0,-40 40 16,40-40-1,-40 41-15,0-82 31</inkml:trace>
  <inkml:trace contextRef="#ctx0" brushRef="#br0" timeOffset="-132231.49">12600 7339 0,'40'0'0,"-80"0"0,80-40 31,-40 80 0,-40 0-15,40 0-16,-40-40 0,40 40 15,40-40 17,0 0-32,0 0 15,0 0-15,0 0 16,-40-40-16,40 40 15,-40-40-15,40 0 0,-40 0 16,0-1 0,0 1-16,-40 0 0,0 0 15,0 40-15,0 0 16,0 0 0,0 0-16,0 0 0,-1 0 15,41 40 1,41-40-1</inkml:trace>
  <inkml:trace contextRef="#ctx0" brushRef="#br0" timeOffset="-131961.51">13081 7379 0,'0'40'16,"-40"-40"0</inkml:trace>
  <inkml:trace contextRef="#ctx0" brushRef="#br0" timeOffset="-131171.63">13884 7018 0,'0'0'0,"40"-40"110,0 0-95,-40 0 1,40 40-16,0 0 0,0-41 15,0 1 1,1 40-16,-41 81 16,40-41-16,-40 0 15,0 0 1,0 0-16,0 0 0,0 0 0,0 0 16,0 0-16,-40-40 15,40 40-15,0 1 0,-41-41 0,41 40 0,-40-40 16,0 40-1,0-40-15,0 0 32,80 0 15,0 0-32,0 0 1,0 0-16,-40 40 15,41-40 1,-41 40-16,40-40 0,0 0 0,0 0 16,0 0-16,0 40 15</inkml:trace>
  <inkml:trace contextRef="#ctx0" brushRef="#br0" timeOffset="-130441.6">14726 6938 0,'0'0'15,"-40"0"1,80-40 15,1-1-31,-1 1 16,-80 40 31,-1 40-32,1-40-15,40 41 0,-40-41 0,0 40 16,0 0-1,0-40 1,40 40-16,0 0 94,0 0-63,40 0-31,-40 0 16,0 0-1,0 0 1,40-40 15,-40 41-31,40-41 0,0 0 16,0 0-1,1 0 1,-1 0 0,0 0-16,0 0 15,-40 40-15,40-40 16,-40 40 0,0 0-16,0 0 0,0 0 15,-40 0 1,40 0-16,-80-40 0,40 40 15,-1-40-15,1 41 16,0-41-16,0 0 0,40 40 0,-40-40 16,0 0-16,0 0 0,40-40 0</inkml:trace>
  <inkml:trace contextRef="#ctx0" brushRef="#br0" timeOffset="-79184.64">642 4852 0,'40'-40'47,"0"40"62,0 0-78,-40-40-31,41 40 0,-1-40 16,0 40 0,0 0-16,-40-40 0,40 40 15,0 0-15,0 0 31,-40 40-31,40-40 16,-40 40-16,0 0 16,0 0-16,41 0 0,-41 0 0,0 0 15,0 1 1,0-1-16,-41-40 31,1-40 0,40-1-15,0 1-16,-40 0 0,40 0 16,0 0-1,0 0 1,40 0 0,-40 0-16,40 40 15,1-40-15,-1 40 0,-40-40 16,40 40-16,0 0 0,-40-41 15,40 41-15,0 0 0,-40-40 16,40 40-16,0 0 16,-40 81-1</inkml:trace>
  <inkml:trace contextRef="#ctx0" brushRef="#br0" timeOffset="-78794.74">1485 4772 0,'40'-40'15,"0"40"1,0 0 0,0 0-16,0 0 15,-40 40-15,40-40 16,-40 40-1,0 0 17,0 0-32,-40-40 0,0 40 15,0-40 1,0 0-16,40-40 16,-40 40-16,0-40 15,0 40-15,40-40 16,80 40 31,-40 0-32,0 0-15</inkml:trace>
  <inkml:trace contextRef="#ctx0" brushRef="#br0" timeOffset="-78214.77">2167 4612 0,'40'0'31,"-40"40"0,40 0-15,-40 0-1,0 0-15,0 0 32,40-40-1,0 0-16,0 0-15,-40-40 16,0 0-16,41 0 16,-41 80 31,0 0-47,40-40 0,-40 40 0,0 0 15,40 0 1,0-40-16,0 0 31,0 0-31,0 0 16,-40-80-16,40 40 15,-40 0-15,0 0 0,0 0 32,0 0-32,0-1 31,-40 41-16,40 41-15,-40-1 16</inkml:trace>
  <inkml:trace contextRef="#ctx0" brushRef="#br0" timeOffset="-77214.83">3732 4812 0,'0'40'47,"40"-40"-47,0 0 16,0 0 0,40 0 30,-80-40-46,41 40 0,-41-40 16,0 0-16,40 40 0,-40-40 16,0 0-16,0 0 0,0-1 31,-40 1-31,40 0 0,0 0 16,0 0-16,-41 40 31,1 0-31,40 40 47,0 0-32,0 0-15,0 0 32,0 1-32,0-1 15,0 0-15,40-40 0,-40 40 16,41 0-16,-1-40 15,-40 40-15,40-40 0,0 0 16,0 0-16</inkml:trace>
  <inkml:trace contextRef="#ctx0" brushRef="#br0" timeOffset="-76784.78">4294 4732 0,'40'0'47,"0"0"-31,0-40-16,0 40 15,-40-40-15,40 40 0,-40-40 16,40 40-1,-40-41-15,-40 41 32,0 0-17,0 0 1,0 0-16,0 0 16,40 41 15,40-1 0,0-40-31,0 40 16,0-40-1,-40 40-15,0 0 16,40-40 0</inkml:trace>
  <inkml:trace contextRef="#ctx0" brushRef="#br0" timeOffset="-76184.82">4895 4451 0,'0'0'0,"0"40"0,0 0 63,41-40-63,-41 40 0,40-40 16,-40 41-16,40-1 0,-40 0 15,40 0 1,-40 0-16,40-40 0,-40 40 15,40-40 1,0 0 15,-40-40-31,0 0 16,40 40-16,-40-40 0,0 0 16,41 0-1,-41-1-15,0 1 16,40 40-16,0 0 15</inkml:trace>
  <inkml:trace contextRef="#ctx0" brushRef="#br0" timeOffset="-75804.84">5337 4692 0,'80'0'47,"-40"-40"-31,0 40 0,-40-40-16,40-1 15,1 41 16,-82 0 1,-39 0-17,40 0 1,40 41-16,-40-41 16,40 40-16,0 0 15,-40-40-15,80 0 31,0 0-15,0 0-16,-40 40 16,40-40-1</inkml:trace>
  <inkml:trace contextRef="#ctx0" brushRef="#br0" timeOffset="-75084.88">5939 4291 0,'80'0'0,"-80"40"94,0 0-94,0 0 16,40 0-16,-40 0 0,0 0 15,40 0-15,-40 1 16,0-1-16,0 0 0,40 0 15,-40 0-15</inkml:trace>
  <inkml:trace contextRef="#ctx0" brushRef="#br0" timeOffset="-74394.93">6581 4491 0,'-40'0'109,"-1"0"-93,1 40-1,40 0 1,0 1 0,0-1-1,40-40-15,-40 40 16,41-40-16,-41 40 16,40-40-16,-40 40 15,40 0 1,-40 0 15,-40-40-15,40 40-16,-40-40 0,-1 0 0,1 40 15,0-40-15,0 0 16,0 0-16,0 0 0,0 0 16,0 0-16</inkml:trace>
  <inkml:trace contextRef="#ctx0" brushRef="#br0" timeOffset="-72265.12">7865 4491 0,'0'-40'47,"40"40"-31,0 0-16,0-40 16,0 40-16,0 0 0,1 0 0,-1-40 15,0 40 1,0 0-16,0 0 0,0 0 15,0 0-15,0 0 16,-80 0 31,40 40-16,-40 0-31,40 0 16,-40-40-1,40 40-15,-40-40 0,40 40 0,-40-40 0,40 41 16,-40-41-16,40 40 0,-40-40 16,40 40-16,-41 0 0,1 0 15,40 0 1,40-40 31,1-40-32,-1 40 1,0 0-16,0-40 0,0 40 16,0 0-16,0 0 15,0 0-15,1 0 0,-1-40 0,0 40 0,0 0 16,0 0-16,0 0 0,0 0 0,0 0 16,1 0-1</inkml:trace>
  <inkml:trace contextRef="#ctx0" brushRef="#br0" timeOffset="-71885.07">9028 4371 0,'0'0'16,"81"0"15,-81-40-31,80 40 15,-40 0-15,0 0 16,-40 40-16,0 0 16,0 0-1,-80 80 1,0-39 15,40-41-31,-1-40 0,1 0 31,0-40-31,0 0 16,40-1 0,40-79-1,0 80 1,81 0 0,-81 0-16</inkml:trace>
  <inkml:trace contextRef="#ctx0" brushRef="#br0" timeOffset="-71555.16">9751 4371 0,'40'0'31,"-40"40"0,40 0-31,-40 0 16,0 0 0,-40 0-1,0-40 1,40 41 0,-40-41-16,-1 0 15,41-81 1,-40 41-16,40 0 15,0 0 1,0 0-16,81 40 0,-81-40 16,40 40-1</inkml:trace>
  <inkml:trace contextRef="#ctx0" brushRef="#br0" timeOffset="-70945.13">10192 4291 0,'40'0'16,"-40"-40"0,0 80-1,0 0 1,0 0-1,0 0 1,0 0-16,0 0 16,0 0-1,0-80 17,40 40-17,-40-40-15,40 0 0,1 0 16,-1 40-1,-40-40-15,40 40 16,0 0 0,-40 40-1,40-40-15,-40 40 16,0 0-16,0 0 16,0 0 15,40-80-16,-40 0 1,80 0-16,-80 0 0,41 0 16,-1 40-1,-40-40-15,40 40 0,-40 80 32,0-40-17,0 0 1,40-40-1,-40 40-15,40-40 16,0 0-16,0 0 16,1 0-16</inkml:trace>
  <inkml:trace contextRef="#ctx0" brushRef="#br0" timeOffset="-70725.14">11155 4251 0,'0'40'47,"0"0"-31,40-40-16,-40 40 0,0 0 16,0 0-1,40 0-15,-40 0 0,0 0 16</inkml:trace>
  <inkml:trace contextRef="#ctx0" brushRef="#br0" timeOffset="-70555.15">11115 4130 0,'0'0'16,"-40"-40"-16,40 0 15,0 0-15</inkml:trace>
  <inkml:trace contextRef="#ctx0" brushRef="#br0" timeOffset="-69665.28">11637 4090 0,'0'40'15,"0"0"17,40-40-32,-40 40 0,40-40 15,-40 41-15,0-1 16,0 0-16,40-40 0,-40 40 15,0-80 32,40 0-31,0 0-16,0 40 0,-40-41 16,41 41-16,-1 0 15,0 0 1,-40 41-1,40-41-15,0 40 0,0-40 32,0 0-17,-40-40 1,0-1 0,0 1-1,0 0 1,-40 40-1,40 40 32,0-80 16,0 0-48,0 80 48,40-40-63,-40 40 0,0 0 16,40 1-16,-40-1 0,0 0 15,0 0-15,0 0 16,0 0-16,0 0 0,0 0 15,0 0-15,-40-40 16,40 41-16,0-1 0,0 0 0,0 0 31,-80-40-31,40 0 32,0 0-17,40-40-15,-40 40 0,40-40 16,0 0-16,0-1 15,0 1-15,0 0 16,40 40-16,0 0 16,-40-40-16,40 40 0,0 0 15,-40-40-15,40 40 16,0 0-16</inkml:trace>
  <inkml:trace contextRef="#ctx0" brushRef="#br0" timeOffset="-69505.22">12720 4371 0,'-40'0'16,"0"0"0,0 0-1,0 0-15,40-40 0</inkml:trace>
  <inkml:trace contextRef="#ctx0" brushRef="#br0" timeOffset="-44326.71">602 3729 0,'40'0'172,"-40"-40"-172,40 40 16,-40-40 0,40 40-16,0 0 0,-40-40 0,41 40 15,-1 0-15,0 0 16,-40-40-16,40 40 0,0 0 0,0 40 31,0 40-31,-40-40 16,0 0-16,-80 0 0,80 1 15,0-1-15,-40-40 16,40 40-16,0 0 0,-40-40 16,0 0-1,40 40-15,-40-40 0,-1 0 31,41-40-15,41 40 31,-1 0-31,40 0-16,-40 0 15,0 0 1,0 0-16,0 0 15,1 0-15,-1 0 16,0 0-16</inkml:trace>
  <inkml:trace contextRef="#ctx0" brushRef="#br0" timeOffset="-43316.84">1284 3288 0,'0'0'0,"-40"0"15,0 0 1,0-40 0,-81 40-1,1-40 1,80 40 0,0 0-1,0 40 16,-1 40-15,1 0-16,0-40 16,-80 81-1,40-1 17,-1-80-32,81 0 15,-80 41 1,80-41-1,0 0 1,80 40 0,-80-40-1,40 0 1,1 40 0,39 1-1,-40-81 1,0 0-1,80 0 1,-39-41 15,39 1-15,-80 40 0,0-40-16,41 0 31,-1 0-16,-40 0 1,0 0-16,0-40 16,-40 40-1,0-1 1,80 1 15,-80 0-31,0 0 16,0-40-1,0 0 1,-40 80 0,40-81-1,0 1 17,-80 0-32,40 0 31,-40 40-16,40 80 1,40 0-16,0 0 16,-41 0-16</inkml:trace>
  <inkml:trace contextRef="#ctx0" brushRef="#br0" timeOffset="-41956.91">682 9504 0,'-40'0'15,"40"-40"1,40 0-16,-40 0 15,80-40 1,-39 40 0,39 0-1,-40 40 1,0 0-16,-40 40 16,0 0-16,40-40 15,-40 40-15,0 0 0,0 0 0,0 0 16,0 0-1,-40 0-15,40 1 0,-40-1 16,40 0-16,-40-40 0,80 0 63,0 0-48,0 0-15,0-40 0,0 40 16,1 0-16,-1 0 0,0 0 0,0 0 15,0 0 1,-40 40 0,0 0-16,0 0 0,0 0 15,0 0-15,-40 0 16,40 0-16,-40-40 0,40 41 0,-40-1 0,0-40 16,40 40-16,-41-40 15,1 40-15,0-40 0,40 40 0,-40-40 16,0 0-16,0 0 15,40-40-15,-40 40 0,40-40 16,0 0-16</inkml:trace>
  <inkml:trace contextRef="#ctx0" brushRef="#br0" timeOffset="-40946.91">1164 8742 0,'0'-40'16,"-40"40"-1,-41 0 1,41 0-1,0 0 1,0 40 0,-40 0-1,-1 41 17,1 39-17,0-40 1,40 0-1,40 1 1,0 79 0,0 41-1,0-41 1,40 0 15,-40-119-31,0 39 16,40 40-1,40-40 1,41 0 15,-41 1-15,-40-81 0,40 40-1,1-40 1,-41 0-1,40-40 1,-40 40 0,80-40-1,-120-1-15,81 1 16,-41 0 15,-40-40-31,80-40 31,-40-41-15,0 121-16,-40-80 31,0 0-15,-80 79 0,80-79-1,-40 40 1,0-121-1,-40 1 1,-1 120 0,41 40-1,-40-1 1,40 41 0,-81 0-1,81 0 16,0 0-31,40 81 16</inkml:trace>
  <inkml:trace contextRef="#ctx0" brushRef="#br0" timeOffset="-40207">2849 9023 0,'-40'0'15,"0"0"1,0 0-16,-1 0 15,1 0-15,40 40 16,-40-40-16,0 40 0,0 0 0,0 1 16,40-1-16,-40 0 0,40 0 15,-40 0-15,40 0 16,0 0-16,0 0 0,0 0 0,0 0 0,0 1 16,40-1-16,-40 0 0,40 0 15,-40 0-15,80-40 0,-80 40 0,40 0 0,0-40 16,0 40-16,1 0 15,-1-40-15,0 41 0,0-41 0,0 0 16,0 0-16,0 0 0</inkml:trace>
  <inkml:trace contextRef="#ctx0" brushRef="#br0" timeOffset="-39906.97">3250 9344 0,'40'-40'16,"-80"80"-16,120-120 0,-80 40 0,41 40 31,-1 0-31,40 80 16,-80 0-1,0 0 1,0 0-16,-80 41 31,40-121-31,-81-40 31,41-41-15,80 1-16,0-40 31,120 80-15,-80 40 0</inkml:trace>
  <inkml:trace contextRef="#ctx0" brushRef="#br0" timeOffset="-39606.99">3812 8903 0,'0'0'16,"0"-40"-1,0 80 16,0 0-15,0 40-16,80 81 31,-80 39-15,0-80 0,0 41-1,40-161 1,-40 40-16</inkml:trace>
  <inkml:trace contextRef="#ctx0" brushRef="#br0" timeOffset="-39137.02">4374 9184 0,'0'0'0,"-40"0"15,40 40 1,40 40 15,0 80-15,0-120 0,40 41-1,-40-41 1,1-80-1,-1-81 1,0-39 0,-40 120-1,0 0-15,0 0 16,40-1 0,-80 82-1,40-1 16,0 0-31,0 0 0,0 0 0,0 80 16,80 41 15,-80-41-15,40-80 0</inkml:trace>
  <inkml:trace contextRef="#ctx0" brushRef="#br0" timeOffset="-38587.05">5096 9224 0,'0'-40'16,"40"40"-16,0 0 47,-40 40-47,0 0 15,40 0-15,-40 0 0,0 0 16,0 0-16,0 0 0,0 0 0,0 0 16,0 1-16,0-1 15,0-80 17,0-1-32,0 1 0,41 0 15,-41 0 1,40 40-16,0-40 0,-40 0 15,40 40 1,0 40 0,-40 0-16,40 0 0,-40 0 31,40 0-31,-40-80 47,0 0-32,40 0-15,-40 0 0,41 40 16,-1-40-16,-40 0 0,40 40 31,-40 40-15,40-40-16,-40 40 16,0 0-16,0 0 0,0 0 15,0 0-15,0 1 16,0-1-16,0 0 15,0 0 1,40-40-16</inkml:trace>
  <inkml:trace contextRef="#ctx0" brushRef="#br0" timeOffset="-38147.07">5818 9344 0,'0'0'0,"40"-40"16,1 0 0,39 40-1,0 120 17,-40 0-17,-40-39 1,-40-41-1,40-80 17,0-1-32,40 41 0,-40-40 15,0 0-15,40 40 16,-40-40-16,40 0 0,-40 0 0,41 40 16,-1-40-16,0 0 15,0 40-15,0 40 31,-40 0-31,40 0 0,-40 0 16,0 0-16,0 0 0,0 0 16,0 1-1,0-1-15</inkml:trace>
  <inkml:trace contextRef="#ctx0" brushRef="#br0" timeOffset="-37387.12">7102 9143 0,'0'0'0,"0"41"31,0-1-15,0 0-16,0 0 16,40 40-1,41 80 1,-41-119 0,0-1-16,40-40 31,1-121-16,-81 1 1,0 160 15,0 0-15,40-40-16,-40 40 0,40-40 0,0 40 16,0-40-1,0 0-15,0 0 16,0 0-16,1-40 15,-1 40-15,-40-80 0,0 40 16,0 0-16,0 0 16,-40 0-1,40 0-15,-41 0 16</inkml:trace>
  <inkml:trace contextRef="#ctx0" brushRef="#br0" timeOffset="-37187.2">8266 9103 0,'0'0'31,"-40"0"0,40 40-31,0 41 0,0-41 16,-40-40-16,40 40 15,0 0-15,0 0 0,0 0 0,0 0 0,0 0 16,0 0-16,40-40 0,-40 41 0,0-1 16,0 0-16</inkml:trace>
  <inkml:trace contextRef="#ctx0" brushRef="#br0" timeOffset="-37017.22">8146 8782 0,'-40'0'15,"80"0"-15,-80-40 16,80 40 0,0 0-1</inkml:trace>
  <inkml:trace contextRef="#ctx0" brushRef="#br0" timeOffset="-36717.23">8988 8983 0,'-40'0'16,"0"0"-1,0 40 1,0-40-16,40 40 0,-40-40 15,40 40-15,0 0 0,0 1 16,0-1-16,0 0 0,0 0 0,40 0 16,0 0-16,0 0 0,-40 0 15,40-40-15,-40 40 16,0 0-16,40 1 0,-40-1 16,0 0-16,0 0 0,-80 0 15,40 0-15,0 0 16,0-40-16,0 0 15,-1 0-15,1 0 0,0-40 16</inkml:trace>
  <inkml:trace contextRef="#ctx0" brushRef="#br0" timeOffset="-36357.18">9149 9424 0,'40'0'0,"0"0"15,0 0 1,40 0 0,1-40-1,-41 40-15,0-40 16,-40 0-16,0 0 31,-40 40-31,0 0 31,0 0-31,-1 0 0,-39 80 16,40-40-16,0 0 0,40 0 31,0 0-31,0 0 0,0 1 0,40-1 32,121 0-17,119-80 1,-79 40-16</inkml:trace>
  <inkml:trace contextRef="#ctx0" brushRef="#br0" timeOffset="-35747.28">10714 9023 0,'40'0'32,"0"0"-17,0 0-15,0 0 0,0-40 16,1 40-16,-41-40 0,40 40 0,0 0 15,0 0 1,0 0-16,-80 0 78,40 40-78,-40-40 0,40 40 0,-40-40 16,40 40-16,-40-40 0,40 40 15,-41-40-15,41 40 0,0 1 0,-40-41 0,40 40 16,-40 0-16,40 0 0,-40-40 0,40 40 0,0 0 16,-40-40-16,40 40 15,0 0-15,-40-40 0,40 40 0,0 0 16,-40-40 0,80 0 46,0 0-62,40 0 0,-40-40 16,0 40-16,1 0 0,-1 0 15,0 0-15,0 0 16,0 0-16,0 0 0,0 0 0,0 0 16,1 0-16,-1 0 0,0 0 15,0 0-15,-40-40 16</inkml:trace>
  <inkml:trace contextRef="#ctx0" brushRef="#br0" timeOffset="-35387.24">11677 9063 0,'120'0'31,"-240"0"-31,280-40 0,-39 40 15,-81 0-15,40 0 16,-40 161 0,-80-121-1,-80 80 1,80-120-16,-41 40 31,1-40-31,40-40 16,0-40-1,40-41 1,40 81 15,0 40-15,40 0 0</inkml:trace>
  <inkml:trace contextRef="#ctx0" brushRef="#br0" timeOffset="-35087.29">12399 8943 0,'40'40'16,"-80"-80"-16,80 120 31,-40-40-31,0 0 31,0 0-31,0 1 0,0-1 31,0 0-31,-80-40 0,40 0 16,0 0 0,0-40-1,-1 0 1,41-1 0,0 1-16,0-40 15,81 80-15,-81-80 16,40 80-1,40-40 1</inkml:trace>
  <inkml:trace contextRef="#ctx0" brushRef="#br0" timeOffset="-34337.3">12800 8903 0,'0'40'15,"0"-80"-15,0 120 31,0-40-31,40 0 16,-40 0-16,0 0 16,0 1-1,0-1 1,-40-40-16,40-40 47,40 40-47,1-41 15,-41 1-15,40 40 0,0 0 16,-40-40 0,40 40-16,0 40 31,-40 0-31,0 1 0,0 39 16,0-40-1,0 0-15,0 0 31,0-80-15,0-40 0,40 80-16,-40-40 15,40 40-15,-40-40 0,40 40 0,-40-41 0,41 41 16,-41-40 0,40 40-16,0 40 31,-40 1-31,40-1 15,-40 0-15,0 0 16,40-40 0,-40 40-16,40 0 0,0 0 15,0-40-15,1 0 16,-1-40 15,-40 0-31,0-40 0,40 40 16,-40 0-16,40-1 15,-40 1-15,0 0 0,40 0 0,-40 0 16,40 0 0,-40 80 15,0 0-31,0 0 16,0 0-16,0 0 0,0 1 0,0-1 15,0 0 1,0 0-16,0 0 0,0 0 15</inkml:trace>
  <inkml:trace contextRef="#ctx0" brushRef="#br0" timeOffset="-34167.39">13442 8782 0,'0'-40'16,"40"0"15</inkml:trace>
  <inkml:trace contextRef="#ctx0" brushRef="#br0" timeOffset="-33367.44">14084 8702 0,'40'0'31,"-40"40"-31,41 0 16,-1 41-1,-40 119 16,40-120-15,-40-39-16,0-82 31,40 1-31,80-40 32,1 0-17,-41 160 1,-40-40-1,0 0 1,0 0 0,41-80-1,-41-40 1,0-120 15,-40 159-31,0 82 31,-40-41-15,40 40-16,-40-40 0,40 40 16,40-40 15,0 0-15,-40-40-16,0 0 0,40 40 15,-40-41-15,40 41 16,-40 41-16,0-1 15,40-40-15,-40 40 0,0 0 16,0 0-16,0 0 16,0 0-16,0 0 0,0 0 0,0 1 15,0-1-15,-40-40 0,40 40 16,0 0-16,-40 0 0,40 0 0,-40-40 0,0 40 16,40 0-16,-40-40 15,40 40-15,-40-40 0,40 40 0,-41-40 0,1 0 16,0 0-16,0 0 15,40-40-15,0 0 16,0 0-16,0 0 0,0 0 0,40 0 16,-40 0-1,40 0-15,-40 0 0,40 40 0,-40-41 0,0 1 16,41 40-16</inkml:trace>
  <inkml:trace contextRef="#ctx0" brushRef="#br0" timeOffset="-32557.45">10553 9103 0,'-40'0'16,"0"0"0,80 0 77,0 0-93,0 0 0,0-40 16,1 40-16,-1 0 16,0 0-16,0-40 0,0 40 0,40 0 0,-39 0 15,-1 0-15,0-40 0</inkml:trace>
  <inkml:trace contextRef="#ctx0" brushRef="#br0" timeOffset="-31507.47">1685 6296 0</inkml:trace>
  <inkml:trace contextRef="#ctx0" brushRef="#br0" timeOffset="-31097.49">1685 8261 0</inkml:trace>
  <inkml:trace contextRef="#ctx0" brushRef="#br0" timeOffset="-22528.08">1725 11389 0,'41'0'62,"-41"40"-30,0 1-1,0-1-31,0 0 0,0 0 15,0 0-15,0 0 0,0 0 0,0 0 16,0 0 0,0 0-16,0 1 0,0-1 15,80-40 17</inkml:trace>
  <inkml:trace contextRef="#ctx0" brushRef="#br0" timeOffset="-21598.06">2849 11149 0,'-40'0'62,"0"0"-31,0 0-15,40 40 0,-41-40-16,1 0 0,0 0 15,40 40-15,-40-40 0,0 40 16,0-40 15,40 40 125,0 0-156,0 0 32,0 0-32,0 1 15,0-1 1,0 0-16,0 0 15,40-40-15,0 0 32,0 0-32,-40-40 0,40 40 15,-40-40-15,40 40 16,1 0-16,-41-40 0,40 40 16,0 0-1,-40 40-15,0 0 16,0 0-16,0 0 0,0 0 31,0 0-31,0 0 0,-40 0 31,40 0-31,-40 1 0,-1-41 16,41 40 0,-40-40-16,0 0 0,0 0 15,0 0 1,0 0-16,0 0 0,0 0 15,-1 0-15</inkml:trace>
  <inkml:trace contextRef="#ctx0" brushRef="#br0" timeOffset="-20568.2">1525 12673 0,'0'0'0,"-40"40"16,0-40-1,40-40 17,40 40-32,-40-40 15,0-1-15,40 41 32,0 0-32,0 0 0,0 0 15,0 0-15,0 0 16,1 0-16,-1 0 0,0 41 15,-40-1-15,40-40 0,-40 40 16,0 0-16,0 0 16,0 0-16,0 0 0,0 0 15,-80 0-15,80 1 0,-40-41 16,40 40-16,-41-40 0,41 40 0,0 0 0,-40-40 16,40 40-1,-40-40-15,0 0 0,40 40 0,-40-40 16,40-40-1,0 0-15,0 0 16,40 40-16,-40-40 0,40 40 0,-40-40 16,40 40-16,0 0 15,1 0 1,-1 0-16,-40 40 16,40-40-16,-40 40 0,40 0 0,0-40 15,-40 40-15,40-40 16,-40 40-16,0 0 0,40-40 15,0 40-15,-40 0 16,41-40-16,-1 0 16</inkml:trace>
  <inkml:trace contextRef="#ctx0" brushRef="#br0" timeOffset="-20118.22">2688 12633 0,'-40'-41'16,"40"1"-16,0 80 47,-40-40-32,40 41-15,-40-41 0,40 40 0,0 0 16,-40-40-16,40 40 0,0 0 16,0 0-16,0 0 15,0 0 1,40-40-16,0 0 0,0 0 16,0 0-16,1 0 15,-41-40-15,40 40 0,0-40 0,0 0 16,0-40-16,-40 40 0,40 40 15,-40-40-15,0-1 16,-40 41 15,40-40-31,-40 40 0,0 0 16,0 0 0,0 0-16,-1 0 0,1 0 15,0 0 1,40 40-16,-40-40 0</inkml:trace>
  <inkml:trace contextRef="#ctx0" brushRef="#br0" timeOffset="-18888.29">1685 14076 0,'-40'0'0,"40"-40"78,40 40-78,0-40 31,1 40-31,-1 0 0,0 0 16,0 0-16,0 0 16,-40 40-16,40-40 0,0 40 0,-40 0 15,40-40-15,-40 41 16,0-1-16,0 0 0,0 0 0,0 0 15,-40-40-15,40 40 0,-40 0 0,40 0 0,-40 0 16,0-40-16,0 41 0,0-1 16,0-40-16,-1 0 0,1 0 31,40-40-31,0-1 16,0 1-1,40 40-15,-40-40 0,0 0 0,41 40 16,39 0-16,-40 0 15,0 0 1,40 40-16,-40 0 0,1 0 16,-1-40-16,-40 41 15,40-41-15,0 0 0,-40 40 0,40-40 16,-40 40 0</inkml:trace>
  <inkml:trace contextRef="#ctx0" brushRef="#br0" timeOffset="-18208.34">2889 13956 0,'0'-40'16,"0"0"-16,40 40 31,-80 0 47,0 0-62,40 80-16,-40-80 0,0 0 0,40 40 15,-40-40-15,40 40 0,-41-40 0,1 0 16,40 40-16,-40-40 16,0 0 15,80 0 16,-40 40-47,0 1 0,40-41 15,-40 40-15,0 0 16,0 0-16,40-40 16,-40 40-16,41 0 15,-1-40 17,0 0-17,0 0 1,-40-40-16,40 40 0,0 0 0,0 0 15,0 0-15,-40 40 16,0 0 0,41-40-16,-41 40 15,0 0 1,-41 1-16,1-1 0,0 0 16,0-40-1,0 0-15,40 40 0,-40-40 0,0 0 0,0 0 16,40 40-16,-41-40 0,1 0 0,0 0 15,0 0-15,0 0 16,0 0-16</inkml:trace>
  <inkml:trace contextRef="#ctx0" brushRef="#br0" timeOffset="-17028.4">1605 15721 0,'0'-40'78,"0"-1"-63,0 1 1,80 40-16,-80-40 16,40 40-1,1 0-15,-1 0 16,0 40 0,-40 0-16,0 1 0,0-1 15,40-40-15,-40 40 16,0 0-16,0 0 0,0 0 15,-40-40-15,40 40 0,-40 0 16,0-40 0,80-40 46,0 40-62,0-40 16,0 40-16,0-40 0,0 40 15,0 0 1,1 0-16,-41 40 0,40 0 16,-40 0-1,40 0-15,-40 1 0,0-1 16,0 0-16,0 0 0,0 0 16,-40 0-16,0 0 0,-41 0 15,41 0 1,0-40-16,0 0 0,0 40 0,0-40 15,0 0-15,-1 0 0,1 0 0,0 0 16,0-40 0,40 0-16,-40 40 0,40-40 15,40 0 1,40 40 0,-80-40-16,40 40 0</inkml:trace>
  <inkml:trace contextRef="#ctx0" brushRef="#br0" timeOffset="-16578.36">2729 15681 0,'40'0'31,"-80"0"-31,120-41 15,-40 41-15,0 0 32,-40 41-32,0-1 31,0 40-15,0 40-1,-40 1 1,0-81-1,-40-40 1,39 0 0,-39-81-1,40-79 17,40 0-17,40 119 1,40 41-1,-39 81 1</inkml:trace>
  <inkml:trace contextRef="#ctx0" brushRef="#br0" timeOffset="3644.04">4695 11189 0,'0'40'0,"-40"-40"266,40-40-219,0 0-31,0 0-1,40 40 1,-40-41-16,40 1 15,0 0 1,-40 0 0,40 40-16,-40-40 15,40 40-15,0 0 16,1 0 0,-1 0-1,-40 40 1,40-40-16,-40 40 15,40-40 1,0 0-16,-40 40 16,0 0-16,0 1 15,40-41-15,-40 40 0,0 0 16,0 0-16,0 0 16,0 0-1,-40 0-15,40 0 0,-40-40 16,40 40-16,-40-40 0,40 41 15,-40-1-15,40 0 0,-40-40 16,40 40 0,-41-40-16,41 40 0,-40-40 0,0 0 15,0 0 17,40-40-17,-40 40 1,40-40-1,0 0 1,40 40 15,0 0-15,0 0-16,0 0 16,1 0-1,-41 40-15,40-40 0,-40 40 16,40-40-1,0 0-15,-40 40 0,40 0 16,0 0 0,0-40-16,-40 40 0,40 0 15,-40 0-15,41-40 0,-41 41 32,40-41-32,-40 40 0,40-40 15</inkml:trace>
  <inkml:trace contextRef="#ctx0" brushRef="#br0" timeOffset="4164.01">5899 11269 0,'0'-40'0,"0"0"16,0 0 0,-41 80 30,41 40-30,-40-80-16,40 40 0,-40 0 0,40 0 16,0 0-1,0 1-15,0-1 16,0 0 0,40-40-1,0 0-15,1 0 16,-1 0-1,0-40-15,0 40 0,-40-40 0,40 40 16,-40-41-16,40 41 16,-40-40-16,0 0 0,40 40 0,-40-40 0,0 0 15,0 0-15,-40 0 16,0 0 0,0 40-16,0 0 15,40-40-15,-40 40 16,0 0-16,-1 0 31,41 40-31</inkml:trace>
  <inkml:trace contextRef="#ctx0" brushRef="#br0" timeOffset="5513.94">5136 15681 0,'0'-41'32,"-40"1"-17,40 0 1,0 0-1,40 40 1,-40-40-16,40 40 16,0 0-16,1-40 0,-1 40 15,0 0 1,0 0-16,0 40 0,0 0 16,-40 40-1,0-40-15,40 1 0,-40-1 0,0 0 16,0 0-16,-80 0 15,80 0-15,0 0 0,-40 0 0,40 0 0,-40 1 0,0-1 16,0 0 0,40 0-16,-41-40 0,1 0 15,0 0-15,0 0 0,0 0 32,0-40-32,80 40 46,0 0-30,0 0-16,40 40 16,-39 0-16,-1-40 0,0 0 0,-40 40 15,40-40-15,0 40 16,0-40-16,-40 40 0,40-40 0,0 0 16,1 40-16,-1-40 15,0 0 1</inkml:trace>
  <inkml:trace contextRef="#ctx0" brushRef="#br0" timeOffset="6243.89">6621 15600 0,'0'0'16,"0"-40"-1,0 0 17,-40 40-1,0 0-16,-1 0-15,1 0 16,0 0 0,0 0-16,40 40 0,-40-40 0,0 40 15,0-40-15,40 40 0,-40-40 0,-1 0 16,1 0-16,40 41 16,-40-41-16,80 0 93,-40 40-77,0 0 0,0 0-1,40-40-15,-40 40 0,41-40 0,-41 40 16,0 0-16,40 0 15,-40 0 17,40-40-32,0 0 15,0 0 17,0 0-32,0 0 0,0 0 15,1 0 1,-1 0-16,-40 41 31,0-1-31,0 0 16,-40 0-16,-1 0 0,41 0 15,-40-40-15,40 40 16,-40 0-16,0-40 0,0 0 0,0 40 0,0-40 0,0 40 16,-41-40-1,41 0-15,0 0 0</inkml:trace>
  <inkml:trace contextRef="#ctx0" brushRef="#br0" timeOffset="8443.76">22511 10948 0,'0'0'0,"0"-40"0,40 40 0,-40-40 15,0 0-15,40 0 16,-40 0 0,40 40-16,0 0 31,1 0-31,-1 0 15,0 0-15,0 0 16,0 80-16,0-40 16,-40 0-16,0 0 0,40 0 0,-40 40 15,0-39-15,0-1 16,0 0-16,-80 0 0,80 0 0,-40 0 0,40 0 16,-40 0-16,0 0 15,40 1-15,-40-41 0,-1 40 0,1-40 31,40-40-31,0-1 16,0 1 0,0 0-16,0 0 0,40 40 0,1-40 15,-1 40-15,0 0 16,0 0 0,0 0-16,0 0 0,0 40 0,0 0 15,1-40-15,-1 40 16,0-40-16,-40 40 0,40-40 0,-40 41 0,40-1 15,0-40-15,-40 40 16,40 0-16,-40 0 0,40-40 16</inkml:trace>
  <inkml:trace contextRef="#ctx0" brushRef="#br0" timeOffset="9113.74">23955 10788 0,'41'-40'15,"-82"80"-15,82-120 16,-1 80-1,-80 0 48,-41 0-47,41 0-16,0 40 15,0-40-15,0 0 0,0 0 16,0 0-1,-1 0-15,41 40 79,0 0-79,0 0 15,0 0-15,0 0 16,0 0-16,41-40 0,-41 40 0,0 0 15,40-40-15,-40 41 16,0-1-16,40 0 16,0-40-16,0 0 15,0 0 1,0 0-16,0 0 16,1 0-1,-1 0-15,-40 40 16,0 0-16,0 0 15,0 0-15,0 0 0,0 0 16,-40-40-16,40 41 16,-41-41-16,41 40 0,-40-40 0,0 40 0,0-40 15,0 40-15,0-40 0,0 0 16,0 0-16,40 40 0,-41-40 16,1 0-16</inkml:trace>
  <inkml:trace contextRef="#ctx0" brushRef="#br0" timeOffset="9403.74">24638 11349 0,'-41'0'0,"1"0"16,40-40-1,-40 0-15,80 40 32,41 0-17,-41 0-15,0-40 0,0 40 16,0 0-16,0 0 16,0 0-16,0 0 0,1-40 0,-1 40 15,-40-40-15,40 40 16,0 0-16,0-40 0,0-1 31</inkml:trace>
  <inkml:trace contextRef="#ctx0" brushRef="#br0" timeOffset="9833.72">25280 10748 0,'0'0'15,"0"-40"1,80-1 0,40 41-1,-80 121 17,1 39-17,-82-80 1,1 1-16,-40-1 31,40-80-15,40-40-1,0 0 1,40 40 0,0 0-1,0 80 1,0-40-1,41 40 17,-1 0-17,-40-80-15</inkml:trace>
  <inkml:trace contextRef="#ctx0" brushRef="#br0" timeOffset="10213.69">26283 10748 0,'0'0'16,"-40"0"0,-41 80-1,81 0 16,0-40-31,41 0 16,-1 0-16,0-40 16,80 0-1,-80-40-15,0-40 16,1 80 0,-41-120-1,-81 40 1,-79 39 15,39 41-15,41 81-1,40-81-15</inkml:trace>
  <inkml:trace contextRef="#ctx0" brushRef="#br0" timeOffset="10993.63">23193 12352 0,'-40'0'15,"80"0"-15,-160 0 32,160 0 77,0 0-109,0 0 0,0-40 16,0 40-16,0 0 0,1 0 15,-1 0-15,40 0 0,-40 0 0,40-40 0,1 40 16,-1 0-16,-40-40 15,40 40-15,0 0 0,1-41 0,-1 41 0,0 0 16,0 0-16,1 0 0,-1-40 16,0 40-16,41 0 0,-41 0 0,0-40 0,0 40 15,1 0-15,-1-40 0,0 40 0,0 0 0,1 0 16,-41-40-16,40 40 16,-40 0-16,40 0 0,-39 0 0,39 0 0,-40 0 15,0 0-15,0 0 0,0 0 16,0 0-16,1-40 0,-1 40 15,0 0-15,0 0 16,0 0-16,0 0 16,0 0-16,-40-40 0,40 40 15,-80 0 1,0 0 0,0 0-1,0 0-15,0 0 0</inkml:trace>
  <inkml:trace contextRef="#ctx0" brushRef="#br0" timeOffset="11383.59">24597 12592 0,'0'0'0,"-40"0"31,40 81 0,0-41-31,0 80 32,40 41-17,41 79 1,-41-79 0</inkml:trace>
  <inkml:trace contextRef="#ctx0" brushRef="#br0" timeOffset="11833.63">25239 12592 0,'0'0'0,"-40"0"31,0 0-15,-40 81 0,-81 39-1,41-40 17,40 0-17,40-80 1,0-80 15,40 120 16,40-40-47,0 40 16,0-40-1,40 41-15,-40-1 0,0-40 16,1 0-16,-41 40 15,40 0-15,0-40 0,0 40 0,0-40 0,0 40 16,0 0-16,0-40 16,1 0-16,-1 40 0,0-40 15,0 0-15,0 0 0,-40-40 0,40 40 16</inkml:trace>
  <inkml:trace contextRef="#ctx0" brushRef="#br0" timeOffset="12393.6">26483 11630 0,'0'0'15,"0"-40"17,81 40-17,79-40 1,-39 0 0,-41 40 15,-40 0-31</inkml:trace>
  <inkml:trace contextRef="#ctx0" brushRef="#br0" timeOffset="12613.58">26764 11911 0,'0'0'0,"-40"40"31,0-40-31,120 0 32,-40 0-32,161-40 15,0-41 17,-81 41-32</inkml:trace>
  <inkml:trace contextRef="#ctx0" brushRef="#br0" timeOffset="13763.47">28690 10587 0,'-40'0'219,"0"0"-188,0 0-16,0 0 1,0 0 0,40 40-16,-40-40 0,-1 40 15,1-40-15,40 41 0,-40-41 16,40 40-16,0 0 16,40 0-1,0 0 1,1 0-16,-1-40 15,-40 40-15,40-40 16,-40 40-16,40-40 0,-40 40 0,0 0 16,0 1-16,0-1 0,0 0 15,0 0 1,-40-40-16,40 40 0,-40-40 0,0 40 16,-1-40-16,1 0 15,0 0-15,0 0 0,0 0 0,0 0 16,0 0-1,40-40-15</inkml:trace>
  <inkml:trace contextRef="#ctx0" brushRef="#br0" timeOffset="13983.43">28610 10587 0,'80'0'31,"-40"0"-15,1-40-16,-1 40 0,0 0 0,0-40 16,0 40-16,0 0 0,0 0 0,1-40 15,-1 0-15,0 40 16</inkml:trace>
  <inkml:trace contextRef="#ctx0" brushRef="#br0" timeOffset="14323.41">28369 11750 0,'-80'40'31,"160"-80"-31,-200 80 16,160-40 15,-40 40-31,80-40 0,-40 0 16,1 0-16,-1 0 15,0-40-15,0 40 0,0-40 0,0 40 16,0 0-16,0-40 15,1 40-15,-1 0 0,0 0 0,0 0 16,0 0-16,-40-40 0,40 40 16,0 0-16,1 0 0,-1 0 15</inkml:trace>
  <inkml:trace contextRef="#ctx0" brushRef="#br0" timeOffset="14973.44">28530 12191 0,'-40'41'16,"80"-82"-16,-120 82 0,39-41 15,82 0 16,-1-41-31,0 41 0,0 0 16,0 0 0,0 0-16,-40-40 15,40 40-15,0 0 0,1 0 16,-1 0-16,0 0 16,0 0-16,0 0 15,-40 40 1,0 1-1,0-1-15,-40-40 16,40 40-16,-40 0 0,0-40 16,0 0-16,-1 0 31,41 80-31,41-120 31,-1 40 0,0 0-31,0 0 16,0 0-16,0 0 16,-40 40-16,40-40 0,1 0 15,-41 40-15,0 0 16,0 0 0,0 0-16,0 1 15,-41-1-15,41 0 0,-40-40 16,40 40-16,-40 0 0,0 0 0,0-40 15,40 40-15,-40-40 16,0 0-16,-1 0 0,1 0 16,0 0-16,0 0 0,0 0 15,40-40-15,-40 40 0,40-40 16,-40 0-16,0 40 0,40-40 0,-41 40 0,41-40 16,-40 40-16</inkml:trace>
  <inkml:trace contextRef="#ctx0" brushRef="#br0" timeOffset="15743.34">29894 11269 0,'0'0'0,"-40"0"0,40-40 63,40 40-32,0-40-15,0 40-16,1 0 0,-1 0 0,0 0 15,0 0-15,0-40 16,40 40-16,-40 0 0,1 0 0,-1-40 0,0 40 16,0 0-16,0 0 15,0 0-15</inkml:trace>
  <inkml:trace contextRef="#ctx0" brushRef="#br0" timeOffset="15953.34">29854 11630 0,'0'0'16,"0"40"-16,-40-40 15,80 0 1,40 0 0,-40 0-16,1 0 0,-1 0 0,40 0 0,-40 0 15,0 0-15,0-40 0,41 40 16,-41-40-16</inkml:trace>
  <inkml:trace contextRef="#ctx0" brushRef="#br0" timeOffset="19123.2">31138 10948 0,'-40'0'31,"40"40"172,0 0-203,0 0 0,0 1 16,0-1-16,0 0 0,0 0 0,0 0 16,-40 0-16,40 0 15,0 0-15,0 0 0,0 1 0,0-1 16,0 0-16,0 0 16,0 0-16,40-40 15,-40 40 1</inkml:trace>
  <inkml:trace contextRef="#ctx0" brushRef="#br0" timeOffset="19623.17">31339 11389 0,'40'0'15,"0"40"79,-120-40-78,80 41 15,0-82 0,40 41-31,0 0 16,-80 0 46,40 41-62</inkml:trace>
  <inkml:trace contextRef="#ctx0" brushRef="#br0" timeOffset="20263.13">32021 10868 0,'0'-40'31,"0"0"0,-40 40 16,0 40-31,-1-40-1,1 0-15,0 40 0,0-40 16,40 40-16,-40 0 15,40 0-15,-40 0 0,40 0 16,0 1-16,0-1 0,0 0 0,0 0 16,0 0-1,0 0-15,0 0 0,40-40 16,-40 40-16,40-40 16,0 0-16,-40 40 0,40-40 31,0 0-31,1 0 0,-1 0 31,-40-40-15,0 0-16,-40 40 31,-41 0-31,41 0 16,0 0-16,0 0 15,0 40-15,0-40 0,0 0 16</inkml:trace>
  <inkml:trace contextRef="#ctx0" brushRef="#br0" timeOffset="23022.97">32262 11229 0,'0'40'0,"0"-80"94,0 0-79,-41 40-15,82 0 47,-1 0-31,0 0-16,0 0 31,-40 40-31,40-40 0,0 0 16,0 0-1,0 0 1,1 0-16,-1 0 0,0 0 31,0-40-15,-40 0-1</inkml:trace>
  <inkml:trace contextRef="#ctx0" brushRef="#br0" timeOffset="23462.94">32302 11068 0,'0'0'15,"0"-40"-15,-40 40 16,40-40-16,40 40 141,0 0-141,0 0 15,-40-40-15,40 40 0,0 0 16,0 0-1,0 0 1,1 0 0,-41 40-16,40-40 0</inkml:trace>
  <inkml:trace contextRef="#ctx0" brushRef="#br0" timeOffset="24062.91">32623 10828 0,'0'-40'47,"40"40"-32,0 0 17,0 0-32,0 0 31,0 0-31,1 0 16,-41 40-16,40-40 15,0 0-15,0 0 16,-40 40-1,0 0 1,0 0-16,0 0 0,-40-40 16,40 40-16,0 0 15,-40-40-15,40 41 0,0-1 16,0 0 0,40-40 15,0 0-31,0 0 15,0 0 1,-40-40-16,40 40 0,0 0 0,1-40 16,-1 40-16,0 0 0,0 0 15,0 0 1,0 0 0,-80 0 77</inkml:trace>
  <inkml:trace contextRef="#ctx0" brushRef="#br0" timeOffset="35222.24">4815 12673 0,'40'0'16,"-80"0"15,0 0 63,80 0-16,0 0-62,0-40-1,1 40-15,-1-41 0,0 41 16,-40-40-16,40 40 0,0 0 0,0-40 16,0 40-16,0 0 15,1 0 1,-41 40 0,0 0-16,0 1 0,0-1 15,0 0-15,0 0 16,-41-40-16,41 40 0,0 0 0,-40 0 0,40 0 15,0 0-15,-40-40 0,40 41 0,-40-41 32,40 40-32,-40-40 62,40-40-62,40-1 78,0 1-62,0 40 0,0 0-16,1 0 15,-1 0 1,0 0-16,0 0 0,0 0 15,0 0-15,0 0 16,0 0 0,1 0-16,-1 0 15,0 0 1,0 0-16</inkml:trace>
  <inkml:trace contextRef="#ctx0" brushRef="#br0" timeOffset="35832.13">5858 12512 0,'0'0'15,"0"-40"1,0 0 0,81 40-1,-41 0 1,40 0 0,0 0-1,-40 40 16,-120 40-15,80-40-16,0 1 0,-80-1 31,80 0-31,-40-40 0,40 40 16,-40-40 0,40 40-1,80-40 1,-40 0-1,0 0-15,81-40 32,39-40-17,-120 80-15,40 0 16,1-40 15,-81 80 47,-40 0-78</inkml:trace>
  <inkml:trace contextRef="#ctx0" brushRef="#br0" timeOffset="37452.04">5457 13314 0,'40'0'15,"-40"40"48,-40 1-32</inkml:trace>
  <inkml:trace contextRef="#ctx0" brushRef="#br0" timeOffset="38422.05">5136 13916 0,'0'40'32,"40"-40"61,-40-40-93,40 40 16,1-40-16,-1 0 16,0 0-16,0 0 15,0 40-15,0-41 0,0 41 16,0 0 0,1 0-16,-1 41 0,-40-1 15,40-40 1,-40 80-16,0-40 0,0 0 0,0 0 0,0 0 15,0 0-15,0 0 0,0 1 0,-40-1 0,40 0 16,-40 0-16,40 0 16,-41 0-16,1 0 0,0-40 15,40 40 1,-40-40-16,40-40 16,0 0-1,0 0-15,0 0 0,0 0 16,40 40 31,0 0-47,0 40 15,1-40-15,-1 0 16,-40 40-16,40-40 16,0 40-16,0-40 0,0 0 15,-40 40-15,40-40 0,0 0 16,1 0-16,-41 40 15,40-40-15,0 0 16</inkml:trace>
  <inkml:trace contextRef="#ctx0" brushRef="#br0" timeOffset="38891.95">6420 13756 0,'0'40'31,"-40"-40"-31,40 40 16,-40 0-16,0 0 0,0 0 15,40 0-15,-40-40 16,40 40-16,-41-40 0,41 40 0,0 0 16,-40-40-16,0 0 15,40 41-15,40-41 31,0 0-15,1 0-16,-1 0 16,0 0-16,0 0 15,0 0-15,0 0 0,0 0 0,0 0 16,1 0 0,-1 0-16,0 0 0,0-41 0,0 41 15,0 0 1,0 0-16</inkml:trace>
  <inkml:trace contextRef="#ctx0" brushRef="#br0" timeOffset="39161.96">6500 13996 0,'0'0'16,"-40"0"0,40 40 31,0 0-32,0 0-15,0 1 16,0-1-16,0 0 0,0 0 0,40 0 0,-40 0 15,0 0-15,0 40 0,0-39 0,0 39 16</inkml:trace>
  <inkml:trace contextRef="#ctx0" brushRef="#br0" timeOffset="41091.9">8467 10988 0,'0'-40'31,"0"0"0,40 40-31,0 0 0,-40-40 0,40 40 0,0 0 16,0-40-16,0 40 15,-40-40-15,41 40 16,-1 0 0,-40 40-1,40-40-15,-40 40 0,0 0 0,0 0 16,0 0-16,40 0 0,-40 0 16,0 1-16,0-1 0,0 0 0,0 0 0,0 0 15,0 0 1,0 0-16,-40 0 0,40 0 0,-40-40 15,40 41-15,-40-41 0,40 40 0,-41-40 16,1-40 15,40-1-15,0 1-16,0 0 16,40 0-1,1 40-15,-1 0 16,0 0-16,0 0 0,0 40 15,0-40 1,0 40-16,0-40 0,-40 40 0,41-40 16,-1 0-16,0 0 15,-40 41-15,40-41 0,0 40 0,0 0 32</inkml:trace>
  <inkml:trace contextRef="#ctx0" brushRef="#br0" timeOffset="41851.81">9991 10828 0,'-40'0'0,"0"0"31,0 0 1,0 0-17,0 0 1,0 0-16,0 0 0,-1 0 15,1 0 17,40 40-32,-40-40 15,40 40 1,40 0 93,-40 0-109,40 0 16,-40 0 0,0 1-1,0-1 1,81-40 31,-41 0-32,0 0-15,0 0 16,0 0-16,-40 40 0,40-40 16,-40 40-16,40-40 15,1 40-15,-1-40 16,0 0-16,-40 40 0,0 0 15,0 0 1,-40-40-16,40 40 0,-40-40 0,-41 41 16,41-41-1,0 0-15,0 0 0,0 0 0,0 0 16,0 0 0</inkml:trace>
  <inkml:trace contextRef="#ctx0" brushRef="#br0" timeOffset="43011.71">9028 15640 0,'0'-40'16,"0"0"0,0 0-16,41 40 0,-41-40 15,40 40-15,0 0 16,0 0 0,0 0-1,0 0-15,0 0 16,-40 40-16,40-40 0,-40 40 0,0 0 15,0 0-15,0 1 16,0-1-16,0 0 0,-40-40 0,40 40 0,-40-40 16,40 40-16,-40 0 15,0 0-15,0-40 0,0 0 16,40 40-16,-40-40 16,-1 0-16,1 0 31,40-40-31,40 0 31,1 40-31,-1 0 16,0 0-16,0 0 0,0 0 15,0 0 1,-40 40-16,40-40 0,0 0 0,-40 40 0,41-40 16,-1 0-16,0 40 15,0-40-15,-40 41 0,40-41 16</inkml:trace>
  <inkml:trace contextRef="#ctx0" brushRef="#br0" timeOffset="43341.76">9871 15640 0,'0'0'16,"-40"81"-1,-40-1 1,120 0 0,40-80 15,40-40-15,-39-40-1,-81-41 1,-81 121-16,1-80 31,40 40-31,0 40 0,0 0 16,0-40-1</inkml:trace>
  <inkml:trace contextRef="#ctx0" brushRef="#br0" timeOffset="45261.65">20946 12232 0,'40'0'0,"-40"-41"15,-40 41 1,0 0-16,0 41 0,0-1 15,-1 40 1,41-40-16,0 0 16,0 0-16,0 0 15,0 0-15,41-40 0,-41 40 0,40-40 16,0 0 0,-40 41-16,40-41 0,0 0 0,0 0 15,0 0-15,0 0 0,1 0 16,-1-41-16,0 41 0,-40-40 0,40 40 0,0-40 15,0 0-15,-40 0 16,0 0-16,-40 40 16,40-40-16,-40 40 0,0 0 15,40-40-15,-40 40 0,0 0 16,-1 0-16,1-40 0,0 40 16,80 0 15</inkml:trace>
  <inkml:trace contextRef="#ctx0" brushRef="#br0" timeOffset="45701.62">21668 12071 0,'40'120'47,"-80"-240"-47,40 401 15,0-241-15,0 0 0,40 40 32,41 0-17,-81-39 1,0-82 31,-41 1-47,41 0 0,0 0 15,0 0-15,0 0 16,0 0-16,0 0 0,0 0 0,0 0 16,41-1-16,-41 1 15,40 40-15,0-40 0,0 40 32,0 0-32,-40 40 31,0 0-16,-80-40-15,80 41 0,-40-1 0,0 0 16,-1-40-16,41 40 16,0 0-16,-40-40 0,40 40 15</inkml:trace>
  <inkml:trace contextRef="#ctx0" brushRef="#br0" timeOffset="45881.61">22310 12352 0,'40'0'16,"-80"0"-16,121-40 31,-81 0-31,40 40 0,80-40 32,0-1-17,-79 41 1</inkml:trace>
  <inkml:trace contextRef="#ctx0" brushRef="#br0" timeOffset="46041.6">22551 12592 0,'-80'41'32,"160"-82"-32,-120 82 15,120-41-15,-40 0 16,201-81-1,-121 1 1</inkml:trace>
  <inkml:trace contextRef="#ctx0" brushRef="#br0" timeOffset="47161.53">9510 15921 0,'40'0'31</inkml:trace>
  <inkml:trace contextRef="#ctx0" brushRef="#br0" timeOffset="48601.45">8788 14277 0,'-40'0'16,"40"-40"15,0 0-31,40 40 0,-40-40 16,40-1-16,0 41 0,-40-40 15,40 40-15,-40-40 16,40 40-16,0 0 0,0 0 16,1 0-1,-1 0-15,-40 40 16,40-40 0,-40 40-16,0 1 0,0-1 0,0 0 0,0 0 15,0 0-15,-80 0 0,80 0 0,-41 0 16,41 0-16,0 1 15,-40-1-15,0-40 0,40 40 16,-40-40 0,0 0-16,0 0 31,40-40-15,40 0-1,0 40 1,0 0-16,0 0 0,0-41 15,1 41 1,-1 0-16,0 0 0,0 0 0,0 0 16,0 0-16,0 0 0,0 0 15,1 0-15,-1 41 0,0-1 16,0-40 0</inkml:trace>
  <inkml:trace contextRef="#ctx0" brushRef="#br0" timeOffset="49051.35">9550 14076 0,'0'-40'16,"40"40"-1,0 0 1,0 0-16,1 0 0,-1 0 15,0 40 1,-40 0-16,0 1 16,0-1-1,0 0-15,0 0 0,-40-40 0,40 40 16,0 0-16,-40 0 16,-1 0-16,41 0 15,41-40 32,-1-40-47,0 40 16,0 0-16,0 0 0,0 0 0,0 0 15,0 0-15,1 0 16,-41-40-16,40 40 0,0 0 0,0-40 0,0 40 16,0 0-1,0 0 16,0 0-15,-40-40-16</inkml:trace>
  <inkml:trace contextRef="#ctx0" brushRef="#br0" timeOffset="49371.33">9510 14598 0,'0'40'16,"40"-40"31,-40-40-47,40 40 0,-40-40 15</inkml:trace>
  <inkml:trace contextRef="#ctx0" brushRef="#br0" timeOffset="50511.31">8988 12633 0,'-40'0'31,"0"0"0,80-41 32,-40 1-48,0 0 1,40 40 0,0 0-16,1 0 15,-1 0-15,0 0 16,0 0-1,-40 80-15,40-80 0,-40 41 32,0-1-17,0 0-15,0 0 16,0 0-16,0 0 16,-40 0-16,40 0 15,-40 0-15,40 1 0,-40-41 0,40 40 16,0 0-16,-40 0 0,-1-40 15,41 40-15,-40-40 16,40-40 15,0 0-31,0 0 0,0 0 16,40-1 0,1 41-16,-41-40 0,40 40 15,0 0 1,0 0-1,0 0 1,0 0-16,0 0 16,0 0-16,1 0 0,-1 0 15,0 40 1,0 1-16,0-1 16,0-40-1,-40 40-15,40-40 0,0 0 16,1 0-16</inkml:trace>
  <inkml:trace contextRef="#ctx0" brushRef="#br0" timeOffset="50851.31">9991 12472 0,'-40'0'32,"0"40"-17,40 0-15,-40 0 16,40 1-16,-40-1 16,80-40 15,40-40-16,-40 40-15,1 0 0,-1 0 16,40-41-16,-40 41 0,0 0 0,0 0 0,0-40 16,41 40-16,-41 0 15,0-40-15,0 40 0,0 0 0,0 0 0,0 0 16,-40-40-16,41 40 0,-1 0 16</inkml:trace>
  <inkml:trace contextRef="#ctx0" brushRef="#br0" timeOffset="51101.3">10312 12352 0,'-80'0'16,"80"40"-16,-40-40 15,40 40 1,0 0-16,0 0 15,40 121 1,40 79 15,1-39-15</inkml:trace>
  <inkml:trace contextRef="#ctx0" brushRef="#br0" timeOffset="56350.99">11677 10627 0,'0'40'32,"0"1"-1,-40-41 0,80 0 79,-40-41-95,40 1-15,0 40 16,0-40-1,0 40-15,0 0 16,-40-40-16,41 40 16,-1 0-16,0 0 15,0 0 1,0 0-16,-40 40 16,0 0-1,0 0-15,0 1 16,0-1-16,-40 0 0,40 0 15,-40 0 1,0 0-16,0 0 0,40 0 16,-41-40-1,82 0 32,-41-40-31,40 40-1,0 0-15,0 0 0,0 0 32,0 0-32,-40 40 0,0 0 15,40-40-15,-40 40 16,0 1 0,0-1-1,-40-40-15,40 40 16,-40-40-16,0 40 0,-40-40 15,80 40-15,-40-40 0,-1 0 16,1 40-16,0-40 0,0 0 0,0 0 31,80 0 1,-40-40-32</inkml:trace>
  <inkml:trace contextRef="#ctx0" brushRef="#br0" timeOffset="56860.96">12881 10667 0,'0'0'31,"-41"0"-15,1 0 0,40 41-1,-80 119 16,0-120-31,40 80 32,160-39-17,-80-81-15,40 0 16,1-41 0,39-79-1,-40 40 1,-120-40 15,-40-1-15,-40 81-1,39 40 1,41 0 0,40 80-16</inkml:trace>
  <inkml:trace contextRef="#ctx0" brushRef="#br0" timeOffset="57750.9">11998 15320 0,'0'0'0,"0"-40"15,0 120 63,0-40-78,0 0 0,0 0 0,0 0 16,0 0-16,0 0 16,0 0-16,0 1 0,0-1 0,0 0 15,0 0-15,0 0 16,0 0-16,0 0 31</inkml:trace>
  <inkml:trace contextRef="#ctx0" brushRef="#br0" timeOffset="58450.82">13041 15159 0,'0'0'15,"-40"0"1,0 0 0,0 0 15,0 0-31,-1 0 15,1 0 1,0 0-16,40 40 0,-40-40 0,0 0 16,0 40-1,0-40-15,40 41 78,40-41-62,-40 40-16,0 0 16,0 0-16,0 0 15,0 0-15,0 0 16,40-40-16,-40 40 0,40-40 16,-40 40-16,40-40 31,0 0-31,0 0 0,1 0 15,-1 0 1,-40-40-16,40 40 0,0 0 16,-40 40-1,40-40-15,-40 40 0,40-40 16,-40 41 0,0-1-16,0 0 0,0 0 15,-40-40-15,40 40 0,-40-40 0,40 40 0,-40 0 16,-40-40-1,80 40-15,-41-40 0,1 40 0,0-40 16,0 0-16,0 41 16,0-41-16,0 0 0,40-41 15,-40 41-15,40-40 16</inkml:trace>
  <inkml:trace contextRef="#ctx0" brushRef="#br0" timeOffset="60230.68">12439 15841 0,'0'0'0,"0"-40"47</inkml:trace>
  <inkml:trace contextRef="#ctx0" brushRef="#br0" timeOffset="61190.65">11797 14116 0,'-40'0'31,"40"-40"-15,0 0 0,0 0-16,40 40 0,-40-40 0,40 0 15,0 40-15,-40-40 0,41 40 16,-1 0-1,0 0-15,0 0 16,0 40 0,-40 0-16,40 0 15,-40 0 1,0 0-16,0 0 0,0 1 16,-40-1-16,40 0 0,-80 0 0,80 0 15,-40-40-15,40 40 0,0 0 16,-40-40-16,-1 0 0,1 0 31,80 0 16,1-40-31,-1 40-16,0 0 15,0 0-15,0 40 16,0-40-16,0 40 15,0-40-15,-40 40 0,41-40 16,-1 0 0,-40 41-16,40-41 15</inkml:trace>
  <inkml:trace contextRef="#ctx0" brushRef="#br0" timeOffset="61540.68">12640 14076 0,'0'0'31,"0"40"-31,-80 41 32,80-1-17,80-80-15,-40 0 31,80-40-15,-39-40 0,-81 39 15,-41-39-15,1 80-16,-40 0 15,0 0-15,40 0 16,40 40 15</inkml:trace>
  <inkml:trace contextRef="#ctx0" brushRef="#br0" timeOffset="61790.67">12640 14317 0,'-40'0'16,"80"0"-16,-120 0 0,80 40 0</inkml:trace>
  <inkml:trace contextRef="#ctx0" brushRef="#br0" timeOffset="62600.54">11918 12392 0,'0'0'0,"-41"0"31,41-40-15,0 0-16,0 0 15,41 40 1,-1 0-16,0 0 31,0 0-31,0 40 0,0-40 16,0 40-1,-40 0-15,0 0 16,0 0-16,-40 0 16,40 0-16,-40 0 0,40 1 0,-80-1 0,40 0 15,40 0-15,-40 0 0,-1 0 0,41 0 0,-40 0 16,0 0-1,40 1-15,-40-41 0,40-41 32,0 1-32,40 40 0,-40-40 15,40 0 1,-40 0-16,40 40 0,-40-40 0,41 0 0,-1 40 16,0 0-1,-40 40 1,40-40-16,-40 40 0,0 0 0,40-40 0,-40 40 15,40 0-15,0 0 16,-40 1-16,40-41 0,-40 40 0,0 0 0,41-40 16,-41 40-16,40-40 15,0 0-15,0 0 0,0 0 16,0-40 0,0 0-16</inkml:trace>
  <inkml:trace contextRef="#ctx0" brushRef="#br0" timeOffset="63260.5">12961 12352 0,'0'0'0,"0"-40"0,40 40 0,-80 0 47,0 0-32,0 0-15,40 40 16,-41-40-16,41 40 0,-40-40 16,0 0-16,0 0 0,0 0 15,40 40-15,-40-40 0,0 0 16,0 0-1,-1 0 1,41 40 31,0 0-31,0 0-1,0 0 1,0 1-16,0-1 31,41-40-31,-1 40 16,0-40-1,0 0 1,40-40 0,-40 40-16,0 0 0,1 0 15,-1 0-15,0 0 0,0 0 16,-40 40-16,40-40 15,-40 40-15,40 0 0,-40 0 0,0 0 16,0 0 0,0 0-16,-40 1 0,0-1 15,-40 0 1,40 0-16,-1-40 0,1 40 0,0-40 16,0 40-16,0-40 0,0 0 0,0 0 15,0 0-15,-1 0 16,41-40-16,-40 40 0,0-40 0</inkml:trace>
  <inkml:trace contextRef="#ctx0" brushRef="#br0" timeOffset="64950.48">14526 10627 0,'0'0'0,"-40"0"32,40-40 14,40 40-46,0 0 16,-40-40 0,40 0-16,0 40 15,0 0 1,-40 80-16,0-40 16,0 0-16,0 1 0,0-1 15,-40 0 1,40 0-16,-40 0 0,40 0 0,-40 0 0,0-40 15,40 40-15,-40 0 0,-1-40 16,41 40-16,0-80 31,0 0-31,0 0 16,0 0 0,0 0-16,41 40 0,-1 0 15,0 40-15,0 0 16,-40 0-1,40 40-15,0-80 0,-40 41 0,40-41 16,-40 40-16,41-40 0,-41 40 16,40-40-16,-40 40 0,40-40 0,0 40 31</inkml:trace>
  <inkml:trace contextRef="#ctx0" brushRef="#br0" timeOffset="65390.45">15529 10667 0,'0'0'0,"0"-40"15,-40 40 1,0 0-1,0 0 17,-41 40-17,1-40 1,40 0 0,40 41-16,0-1 31,0 0-31,40-40 15,-40 40-15,120 40 16,-79-80-16,-41 40 0,80 0 31,-40 81-15,-80-1 0,-81-80-1,81-40-15,0-40 16</inkml:trace>
  <inkml:trace contextRef="#ctx0" brushRef="#br0" timeOffset="65550.44">15449 10387 0,'160'-40'47,"-320"80"-47,400-80 15,-199 40-15,39 0 16</inkml:trace>
  <inkml:trace contextRef="#ctx0" brushRef="#br0" timeOffset="66880.33">14606 15721 0,'0'-40'47,"40"40"-31,-40-41-16,40 41 15,0 0-15,1 0 16,-41 81-16,40-81 15,-40 40-15,0 0 0,0 0 16,0 0-16,0 0 16,-40-40-16,40 40 0,-41-40 0,41 40 0,-40-40 15,40 41-15,-40-41 0,0 40 16,0-40-16,40-40 31,0-1-15,0 1-16,0 0 0,0 0 15,40 40-15,0 0 16,0 0-16,0 0 16,-40 40-16,41-40 15,-41 40-15,40 0 0,-40 1 0,40-41 0,0 40 16,0-40-16,-40 40 16,40-40-16,-40 40 0,40-40 0,-40 40 0,40-40 15,1 0 1</inkml:trace>
  <inkml:trace contextRef="#ctx0" brushRef="#br0" timeOffset="67180.29">15489 15721 0,'40'0'15,"-80"0"-15,120 0 16,-80 80-1,40 0 1,-40-40 15,-120 0-15,40-80 0,39-120-1,41 120 16,41 0-15</inkml:trace>
  <inkml:trace contextRef="#ctx0" brushRef="#br0" timeOffset="68630.2">14365 14317 0,'0'-40'0,"0"0"31,0 0-31,40 40 62,0-40-46,1 40-16,-1 0 16,0 0-1,0 0 1,0 40-1,-40 0-15,40-40 16,-40 80-16,0-40 16,0 0-16,-80-40 0,80 40 0,0 0 0,-40-40 15,40 41-15,-40-1 16,0-40-16,40 40 0,-41-40 16,1 0-16,40 40 15,81-80 32,-41 0-47,0 40 16,0 0-1,0 0-15,0 0 0,0 0 16,1 0-16,-1 40 16,0-40-1,0 0 1</inkml:trace>
  <inkml:trace contextRef="#ctx0" brushRef="#br0" timeOffset="68940.24">15128 14237 0,'0'-40'31,"0"80"-31,0-40 16,80 40-1,-40 0 1,-40 40 0,-80 41-1,40-81 1,40 0 0,40-40-1,120-80 1,-79 39-1,-41 41-15,40-40 0,-40 40 0,40-80 32,-40 40-32</inkml:trace>
  <inkml:trace contextRef="#ctx0" brushRef="#br0" timeOffset="69580.13">14205 12592 0,'0'-40'31,"0"0"-31,40 0 16,0 0-16,40 40 16,-40 0-1,0 0-15,1 0 0,-1 0 16,0 40-1,-40 0-15,0 0 16,0 0-16,0 1 0,0-1 16,-80 0-16,80 0 0,-41 40 0,41-40 0,-80 0 15,80 0-15,-40-40 16,40 41-16,0-1 0,-40-40 0,40-40 16,40-41-1,0 41 1,0-40-16,0 80 0,1-40 15,39 40 1,-40 0-16,0 0 0,0 0 0,0 0 16,1 40-16,-1-40 0,0 40 15,0-40-15,0 0 0</inkml:trace>
  <inkml:trace contextRef="#ctx0" brushRef="#br0" timeOffset="69890.18">15248 12232 0,'0'0'31,"0"40"-31,-40 0 0,0 40 16,-40 40-1,39-40 1,1 1-1,80-81 1,41 0 0,119-81-1,-119 41 1,-41 40-16,40-40 0,-80 0 0,80 0 31,-40 0-31</inkml:trace>
  <inkml:trace contextRef="#ctx0" brushRef="#br0" timeOffset="70070.17">15409 12272 0,'-41'0'16,"82"0"-16,-202 160 47,241-120-47,-40 0 0,41 81 31,-41-41-31,-40 120 31,0-119-31,0-41 0</inkml:trace>
  <inkml:trace contextRef="#ctx0" brushRef="#br0" timeOffset="71340.1">16492 10587 0,'0'0'0,"40"0"31,0 0 0,-40-40-31,40 40 16,-40-40-16,40 40 0,1 0 15,-41-40-15,40 40 0,0 0 0,0 0 16,0 40-16,0-40 16,-40 40-16,40-40 15,-40 40-15,0 0 0,0 0 16,0 1-16,-40-1 0,0 0 15,40 0-15,-40 0 0,0 0 16,0 0 0,0-40-16,-1 0 15,1-40 1,40 0-16,-40 40 0,40-40 16,40 40 15,-40 40-31,40 0 0,1 40 15,-1-80-15,-40 40 0,40 0 16,0-40-16,0 41 0,0-41 0,0 40 16,0-40-16,1 0 15,-1 0-15,0 0 16,0 0-16,0-40 0,0 40 0</inkml:trace>
  <inkml:trace contextRef="#ctx0" brushRef="#br0" timeOffset="71650.08">17415 10547 0,'-40'161'47,"0"-161"-47,40 40 0,0 0 16,40 40-1,0-40 1,160-40-1,-79-80 1,-121-40 15,-40 79-31,-81-39 16,81 80-16,-40 0 31,40 0-31,40 40 16,0 0-1,0 1-15</inkml:trace>
  <inkml:trace contextRef="#ctx0" brushRef="#br0" timeOffset="72440.03">16773 15360 0,'0'-40'0,"0"0"31,80-1 1,-40 41-17,0 0-15,0 0 16,1 0-16,-1 0 0,0 0 0,0 0 16,0 41-16,0-1 0,-40 0 15,0 0-15,0 0 16,0 0-16,-80 0 0,80 0 0,-40 0 0,0-40 15,0 40-15,-1 1 0,1-1 16,0-40-16,40 40 0,-40-40 0,0 0 0,40 40 16,-40-40-16,40-40 15,0 0 1,0 0-16,40 40 0,-40-41 16,80 41-1,0 0-15,-39 41 16,-1-41-16,0 40 15,0 0-15,0-40 0,0 40 0,0 0 16,0-40-16,1 0 16,-1 0-16,0 0 15</inkml:trace>
  <inkml:trace contextRef="#ctx0" brushRef="#br0" timeOffset="72779.94">17977 15039 0,'0'0'0,"-41"40"15,1-40-15,-40 40 16,40-40-16,40 40 31,-40-40-31,40 40 0,-40 0 0,0 41 31,40-1-15,0-40 0,80 40-1,-40-80-15,-40 40 0,40-40 16,0 40-16,-40 0 0,40 1 16,-40-1-16,0 40 15,-120 0 1,0-80-1</inkml:trace>
  <inkml:trace contextRef="#ctx0" brushRef="#br0" timeOffset="72929.93">17776 15239 0,'241'-80'31,"-201"40"-31,40 0 16,-40 0-16</inkml:trace>
  <inkml:trace contextRef="#ctx0" brushRef="#br0" timeOffset="73829.87">16652 12472 0,'0'0'0,"0"-40"15,-40 40 1,40-40-16,-40 40 16,120 0 15,-39 0 0,-1 0-31,0 0 0,0 40 31,0 0-31,-40 0 0,0 0 0,0 0 16,0 1-16,0-1 0,-40-40 16,40 40-16,-40 0 0,0-40 15,40 40-15,-40 0 0,-1-40 0,41 40 16,0-80 31,41 0-32,-41 0 1,40 40-16,-40-40 0,40 40 16,0 0-1,0 0 1,0 40-16,0-40 0,0 0 15,1 40-15,-1-40 0,0 0 16,-40 40-16,40-40 0,0 0 0,0 40 16,0 0-1,0-40 1</inkml:trace>
  <inkml:trace contextRef="#ctx0" brushRef="#br0" timeOffset="74149.93">17254 12552 0,'-40'-40'16,"80"80"-16,0-120 0,1 40 16,39 40-1,80 0 1,-160 80-16,40-40 15,-40 41-15,0 39 16,-80 80 15,40-119-31,0-41 16,241-120 15,39-41-15,-159 81-1</inkml:trace>
  <inkml:trace contextRef="#ctx0" brushRef="#br0" timeOffset="75109.88">16773 14157 0,'-40'0'16,"40"-41"-1,0 1 1,0 0-16,160-40 31,-120 80-31,81 120 31,-121 1-15,-161 39 0,161-120-16,-80 0 15,40 0-15,0-40 16,0 0 0,40-120 15,40 80-31,80 0 31,41 40-15,-81 80-1,-40 0 1,40-40 0,-40 1-16</inkml:trace>
  <inkml:trace contextRef="#ctx0" brushRef="#br0" timeOffset="76099.78">17696 13956 0,'0'0'0,"40"0"16,-80 0 62,40 40-78,-40-40 0,40 40 0,-41-40 0,1 40 16,0 0-16,40 1 0,-40-41 15,0 40-15,0 0 0,0 0 0,0 0 16,40 0 0,40-80 15,0 40-15,0-40-16,0 40 15,0 0 1,0 0-16,0 0 0,1 0 15,-1 0-15,0 0 0,0 0 16,0 0-16,0 0 0,0 0 0,0 0 16,1 0-1,-1 0-15</inkml:trace>
  <inkml:trace contextRef="#ctx0" brushRef="#br0" timeOffset="76329.74">17896 14076 0,'-80'0'47,"160"0"-47,-200 40 0,120 1 0,0 39 15,-40 0 1,40-40-1,0 121 1,0-81 15</inkml:trace>
  <inkml:trace contextRef="#ctx0" brushRef="#br0" timeOffset="77489.68">18940 10347 0,'0'40'78,"0"0"-78,0 0 16,0 0-16,0 0 16,0 0-16,0 0 0,0 0 15,0 1-15,0-1 16,0 0-16,0 0 0,0 0 0,0 0 16,0 0-16,0 0 0</inkml:trace>
  <inkml:trace contextRef="#ctx0" brushRef="#br0" timeOffset="77809.67">19461 10387 0,'0'40'31,"-40"-40"-31,40 40 16,0 0 0,0 0-16,0 0 15,40-40 1,-40 40-16,40-40 0,-40 40 0,41-40 0,-1 0 16,-40 41-16,40-1 0,0-40 0,-40 40 15,0 0-15,0 0 0,40 0 16,-40 0-16,0 0 0,-80 0 15,80 0-15,-40-40 16,40 41-16,-40-41 0,-1 0 0,1 0 0,0 0 16,0 0-16,0 0 0,0 0 15</inkml:trace>
  <inkml:trace contextRef="#ctx0" brushRef="#br0" timeOffset="77989.63">19461 10347 0,'241'-201'32,"-482"402"-32,522-402 15,-201 161 1,-39 40-16,-1 0 0,40 0 16,-40 0-16</inkml:trace>
  <inkml:trace contextRef="#ctx0" brushRef="#br0" timeOffset="79159.57">19381 15360 0,'0'0'0,"-40"0"0,40-40 32,0 0-17,40 40-15,0-41 0,0 41 16,0 0-16,1 0 0,-41-40 15,40 40-15,0 0 0,-40 81 32,0-41-32,0 0 0,-40 0 15,40 0-15,-40 0 0,40 0 0,-41 0 0,1 0 16,40 0 0,0 1-16,-40-41 0,40 40 31,80-40-16,-39 40 1,-1-40-16,0 40 16,-40 0-1,0 0-15,0 0 16,-40 0-16,0 0 0,-1 1 16,1-41-16,0 40 15,0-40-15,0 0 0,0 40 0,0-40 16,0 0-1,-1 0-15,41-40 16</inkml:trace>
  <inkml:trace contextRef="#ctx0" brushRef="#br0" timeOffset="79469.61">19983 15560 0,'40'40'31,"-80"-80"-31,120 80 0,-80 0 0,0 1 0,40 39 31,-40 0-15,-40 0 0,-40-80-1,0-40 16,40-40-15,80-40 0,40 39 15,-40 1-31</inkml:trace>
  <inkml:trace contextRef="#ctx0" brushRef="#br0" timeOffset="81049.47">18859 12552 0,'0'-40'31,"-40"40"-15,0 0 46,0 0 1,80 0-1,0 0-46,-40-40-16,81 40 0,-81-40 0,0 0 15,80 40-15,-40-40 16,0 40 0,0 0-16,0 0 0,-40 40 15,40 0-15,-40 0 16,0 0-16,0 0 0,0 0 15,0 1-15,0-1 16,-40 0-16,0 0 0,0 0 16,0 0-1,0-40-15,0 0 16,40-40-16,-40 0 31,40 0-31,0 0 16,40 40 31,0 0-32,0 0-15,0 0 0,-40 40 16,40-40-16,0 40 0,0 0 16,1 0-16,-1 0 15,-40 0 1,40-40-16,0 40 0</inkml:trace>
  <inkml:trace contextRef="#ctx0" brushRef="#br0" timeOffset="81429.42">19702 12472 0,'0'40'32,"0"-80"-32,-40 80 15,0-40-15,40 40 0,-40 0 16,40 1 0,0-1 15,120-40-16,0-81 1,-39 1 15,-81 0-15,-40 0 0,-81 80-1,41 0 16,40 80-15,0-80-16</inkml:trace>
  <inkml:trace contextRef="#ctx0" brushRef="#br0" timeOffset="82339.37">18819 14157 0,'0'0'0,"0"-41"16,0 1 0,0 0-1,0 0-15,40 40 16,1 0-16,-1 0 16,0 0-16,0 0 15,0 40-15,0 0 0,-40 0 0,0 1 16,0-1-1,0 0-15,0 0 0,-40 0 0,40 0 0,-40 0 16,40 0-16,-80 0 0,40 1 16,-1-41-16,41 40 0,-40-40 0,0 0 15,0 0-15,40-40 16,0-1 0,0 1-16,0 0 0,40 40 15,-40-40-15,40 40 0,-40-40 16,40 40-16,1 0 0,-1 0 0,0 40 15,0 0 1,0-40-16,0 40 0,-40 0 0,40-40 0,0 41 16,1-1-16,-1-40 15,-40 40-15,40-40 16,0 0-16</inkml:trace>
  <inkml:trace contextRef="#ctx0" brushRef="#br0" timeOffset="82609.36">19702 13956 0,'-80'0'0,"160"0"0,-200 361 78,120-321-78,40-40 0,40 120 31,-80 1-15,0-81-1,-40 0-15,-121-40 16,81-40 0</inkml:trace>
  <inkml:trace contextRef="#ctx0" brushRef="#br0" timeOffset="82759.34">19622 14036 0,'160'-160'47,"-160"120"-47,-160 240 0,360-400 0,-39 120 32</inkml:trace>
  <inkml:trace contextRef="#ctx0" brushRef="#br0" timeOffset="86049.15">2006 17806 0,'0'40'16,"-40"-40"15,0 0-15,0 0-1,80 0 17,0 0-17,0 0 1,0 0-16,1 0 15,-1 0-15,0 0 16,0 0-16,0 0 0,0 0 0,0 0 0,41 0 16,-41 0-16,0-40 15,40 40-15,-40 0 0,0 0 0,0 0 0,41 0 16,-41-40-16,0 40 0,0 0 0,0 0 0,0 0 16,41 0-16,-41 0 0,0 0 15,0 0-15,0 0 0,0 0 0,0 0 0,0 0 16,1 0-1,-1 0-15,0 0 0,-40 40 0,40-40 0,0 40 16,0-40-16,0 0 0,1 0 16,-1 40-16,0-40 0,0 40 0,40-40 0,-40 0 15,0 41-15,41-41 0,-1 0 0,-40 0 0,40 0 16,1 0-16,-1 0 16,0 0-16,0 0 0,1 0 0,-1 0 0,0-41 15,0 41-15,1 0 0,-1-40 16,0 40-16,0 0 0,-40 0 0,41 0 0,-41 0 15,40 0-15,-40 0 16,0 0-16,41 40 0,-41-40 0,40 0 0,-40 0 16,0 41-16,0-41 0,41 40 15,-41-40-15,40 0 0,0 0 0,-40 0 0,41 0 16,-1 0-16,0 0 0,0 0 0,-40 0 0,41 0 16,-1 0-16,0 0 15,0 0-15,1 0 0,-1 0 0,0 0 0,-40 0 16,41-40-16,-41 40 0,0 0 15,0 0-15,40 0 0,-40 0 0,1 0 0,-1 0 16,0 40 0,40-40-16,-40 0 0,0 0 0,0 40 0,1-40 15,39 0-15,-40 0 0,0 0 0,0 0 0,40 40 16,-39-40-16,39 0 0,0 0 16,0 0-16,1 40 0,-1-40 0,0 0 0,0 0 15,1 40-15,-1-40 16,0 0-16,-40 0 0,40 40 0,1-40 0,-1 0 15,0 0-15,0 0 0,1 40 16,-1-40-16,0 0 0,0 0 0,41 0 0,-41 0 16,0 0-16,41 0 15,-41 0-15,40-40 0,-39 40 0,39 0 0,-40-40 16,0 40-16,41 0 0,-41 0 0,0 0 0,-39 0 16,39 0-16,-40 0 0,40 0 15,-40 0-15,0 0 0,1 0 0,-1 0 0,0 0 16,0 0-1,0 0-15,0 40 0,0-40 0,0 0 0,1 0 16,-1 0-16,0 0 0,0 40 16,0-40-16,0 0 0,40 0 0,-39 40 0,39-40 15,-40 0-15,40 0 0,-40 0 0,41 41 0,-41-41 16,40 0-16,-40 0 16,40 0-16,-40 0 0,41 0 0,-41 0 0,40 0 15,0 0-15,-40 0 0,41 0 16,-41 0-16,40 0 0,0-41 0,1 41 0,-1-40 15,0 40-15,40 0 16,-39-40-16,39 40 0,0 0 0,1 0 0,-1-40 16,1 40-16,-1-40 0,40 40 15,-39 0-15,-1 0 0,1 0 0,-1 0 0,-40-40 16,41 40-16,-1 0 0,-40 0 0,1 0 0,-1 0 16,0 0-16,0 0 15,-40 0-15,41 0 0,-41 0 0,0 0 0,40 0 16,-40 0-16,0 0 0,1 0 15,-1 0-15,0 0 0,0 0 0,0 0 0,0 0 16,0 0 0,41 0-16,-41 0 0,0 0 0,40-40 0,-40 40 15,0 0-15,41 0 0,-41 0 0,40 0 0,-40 0 16,40 0-16,1 0 0,-1-40 16,0 40-16,0-40 0,41 40 0,-41-41 0,0 41 15,41-40-15,-41 40 16,0 0-16,40-40 0,-39 40 0,-1-40 0,40 40 15,-39 0-15,-1-40 0,0 40 16,41 0-16,-41-40 0,-40 40 0,40 0 0,0 0 16,-39 0-16,39 0 15,-40 0-15,0 0 0,0 0 0,0 0 0,41 0 16,-41 0-16,0 40 0,0-40 0,0 0 16,0 0-16,-40 40 0,40-40 15,0 0-15,1 0 16,-1 0-1,0 0-15,0 0 16,-40-40-16,40 40 16,0 0-16,0 0 15,0 0-15,1 0 16,-1 0 0,-40-40-16,40 40 15,-40-40 1,40 40-16,-40-40 0,0 0 31,40 40-31,-40-40 0,0-1 0,0 1 16,-80 0-1,80 0-15,0 0 16,0 0-16,-40 40 0,40-40 16,0 0-1,0 0-15,0-1 125,0 82-78,-40-41-31,40 40-16</inkml:trace>
  <inkml:trace contextRef="#ctx0" brushRef="#br0" timeOffset="87719.05">2087 17886 0,'40'0'46,"-80"0"17,-1 0-47,1 0-16,0 0 0,0 0 15,0 0-15,0 0 0,0 0 16,0 0-16,-1 0 78,1 40-62,0-40 15,0 0-16,80 0 48,0-40-47,0 40-16,-40-40 15,0 0 1,0 0 15,-40 0-15,40 0-1,0 0-15,0 0 16,0 0-16,0-1 0,0 1 16,0 0-1,40 40-15,-40-40 16,0 80 46,41-40-62,-41 40 0,0 0 16</inkml:trace>
  <inkml:trace contextRef="#ctx0" brushRef="#br0" timeOffset="171314.12">13603 802 0,'-40'40'0,"0"-40"31,40 40-31,-41-40 0,1 0 16,0 0 15,40 40-31,0 0 16,0 0 0,-40-40-16,40 40 0,0 0 0,0 0 0,0 0 15,0 1-15,0-1 16,0 0-16,0 0 0,40-40 15,0 40 1,0-40-16,1 0 0,-41 40 16,40-40-16,0 0 15,-40 40 1,0 0 0,-40-40-16,40 40 15,-40 1-15,-1-41 0,41 40 0,-40 0 0,0 0 16,0-40-16,0 40 0,0 0 15,0-40-15,40 40 0,0-80 32,40 40-32,-40-40 15,40 40-15</inkml:trace>
  <inkml:trace contextRef="#ctx0" brushRef="#br0" timeOffset="171544.15">13884 1042 0,'0'0'31,"0"40"-31,0 0 16,0 81 15,0-1-15,0-40-1,40-80-15,-40 80 16,0-39-16</inkml:trace>
  <inkml:trace contextRef="#ctx0" brushRef="#br0" timeOffset="171724.06">14004 882 0,'0'-40'16,"0"80"-16,-40-80 15</inkml:trace>
  <inkml:trace contextRef="#ctx0" brushRef="#br0" timeOffset="172134.05">14285 1082 0,'0'0'32,"40"0"-17,121-80 1,-41 40 15,-40 40-31,-40 0 16,-40 40-1,0 0 1,-40 0-16,-40 81 31,-40 39-15,79-120-1,41 0-15,-80 0 16,80 0-16,40-40 31,-40-40-31,40 40 16,1-40-16,-1 40 16,0 0-16,0-40 0,0 40 15,-40-40-15,40 40 0,0-40 16</inkml:trace>
  <inkml:trace contextRef="#ctx0" brushRef="#br0" timeOffset="172484.09">14927 1323 0,'80'-80'47,"-80"40"-47,81 40 0,-81-41 15,40 41-15,0-40 0,40 0 16,-40 40-16,0-40 16,-40 0-1,-40 40 1,-40 0 0,0 40-1,-41 40 1,41 1 15,80-41-31,0 0 0,80 0 31,1-40-31,-41 40 16,0-40-16,40 0 0,-40 0 0,0 40 16</inkml:trace>
  <inkml:trace contextRef="#ctx0" brushRef="#br0" timeOffset="173034.06">13844 2366 0,'-41'0'15,"41"-40"-15,0-1 16,0 1-1,41 40 1,-1 0 0,0-40-16,0 40 0,0 40 15,0-40-15,-40 40 0,0 1 16,0 39-16,0-40 16,0 0-16,0 0 0,-40-40 0,40 40 0,-40 0 15,40 0-15,-80-40 16,80 40-16,-40-40 0,40 41 0,0-122 31,0 41-31,40 40 16,-40-40-1,40 40-15,0 0 16,0 0-16,0 0 16,0 40-16,0-40 15,1 0-15,-1 0 0,0 40 16,0-40-1,-40 40-15,40-40 0,0 0 0</inkml:trace>
  <inkml:trace contextRef="#ctx0" brushRef="#br0" timeOffset="173263.99">14405 2326 0,'0'40'31,"0"-80"-31,40 80 0,-40 0 16,121 0-1,-121 0-15,120-40 16,-80 40-16,1-40 0,-1 0 31,0 0-15</inkml:trace>
  <inkml:trace contextRef="#ctx0" brushRef="#br0" timeOffset="173484.03">14847 2205 0,'-121'0'31,"81"0"-31,40 40 15,-40-40-15,0 81 16,40-41-16,0 0 0,-40 40 31,40-40-31,-40 80 16,0-80-16,40 1 0,0-1 0,0 0 16</inkml:trace>
  <inkml:trace contextRef="#ctx0" brushRef="#br0" timeOffset="174003.92">15047 2245 0,'0'-80'16,"0"40"0,41 40-1,-1 0-15,0 0 16,80 40 15,-80 0-15,-40 0-16,0 0 15,0 1-15,-40-1 16,-40 40 0,40-80-1,40 40-15,40-40 32,0 0-17,0 0 1,0 0-16,-40 40 15,40-40-15,-40 40 16,0 0-16,0 0 0,0 0 16,-40 1-1,-40-1-15,40 0 16,0-40-16,0 0 16,0 0-1,40-40-15,0 0 16</inkml:trace>
  <inkml:trace contextRef="#ctx0" brushRef="#br0" timeOffset="174283.98">15649 2165 0,'0'40'32,"0"0"-17,40-40-15,-40 40 0,41-40 16,-41 41-16,40-41 0,-40 40 0,40-40 0,-40 40 16,40-40-16,-40 40 15,0 0-15,40-40 0,-40 40 0,40-40 0,-40 40 16,40-40-16,0 40 15,1-40 1</inkml:trace>
  <inkml:trace contextRef="#ctx0" brushRef="#br0" timeOffset="174573.91">15970 2205 0,'-40'0'15,"80"0"-15,-80-40 16,40 80 15,0 0-31,0 0 16,-40 1-1,40-1-15,-40 0 0,40 0 0,-40 0 0,40 0 16,-40 0-16,0 0 16,40 0-16,-41 0 0,41 1 15</inkml:trace>
  <inkml:trace contextRef="#ctx0" brushRef="#br0" timeOffset="175123.86">16492 1924 0,'0'-40'31,"-40"80"1,0-40-17,40 41-15,-40-41 16,40 40-16,0 0 0,-41-40 0,41 40 16,0 0-16,0 0 15,0 0 1,41-40-16,-41 40 0,80-40 15,-80 40-15,40-40 0,0 41 16,-40-1 0,0 0-16,0 0 15,0 0-15,-40-40 0,0 40 16,0-40 0,40 40-16,-40-40 0,-1 0 0,1 0 15,40-40 1</inkml:trace>
  <inkml:trace contextRef="#ctx0" brushRef="#br0" timeOffset="175413.88">16492 1965 0,'120'-81'47,"-240"162"-47,280-162 0,-79 1 15,-41 80-15,40-40 32,-40 40-32,40-40 15,-39 40-15,-82 0 32,1 40-17,0-40 1,0 0-1</inkml:trace>
  <inkml:trace contextRef="#ctx0" brushRef="#br0" timeOffset="176203.8">17415 2085 0,'-40'0'0,"0"0"32,80 0-1,0 0-16,40 0 1,-40 0-16,0 0 0,0-40 16,1 40-16,-1 0 0,0-40 15,0 40 1</inkml:trace>
  <inkml:trace contextRef="#ctx0" brushRef="#br0" timeOffset="176403.78">17535 2406 0,'0'0'31,"40"0"-31,0 0 16,-40-40-16,161-41 15,-81 81 1,-40 0-1</inkml:trace>
  <inkml:trace contextRef="#ctx0" brushRef="#br0" timeOffset="178063.68">17896 1965 0,'40'0'0,"-40"-41"16,41 41 0,-41-40-1,40 40 1,0-40-16,0 40 31,0 0-31,0 0 16,0 40-1,1 0 1,-1-40-16,-40 41 16,0-1-1,0 0-15,0 0 16,-40 0-1,40 0-15,-41-40 16,41 40-16,-40-40 16,40 40-16,40-40 47,1 0-32,-1 0 1,0 0-16,0 0 31,0 0-31,-40 40 0,40-40 16,-40 81-16,0-41 15,-40-40 1,40 40-16,-40 0 0,0-40 16,40 40-16,-40-40 15,0 0-15,40 40 0,-41-40 0,1 0 0,0 0 16,0 0-1,0 0-15,0 0 0,0-40 16,40 0 15,0 0-31</inkml:trace>
  <inkml:trace contextRef="#ctx0" brushRef="#br0" timeOffset="178503.66">18819 1965 0,'-40'0'15,"0"0"1,40 40-1,-40-40 1,0 120 0,40-80-1,0 40 1,40-40 0,0-40-1,40 0 1,1-80 15,-41 80-31,-40-40 16,0 0-1,-121 0 1,1 40 15,-41 0-31</inkml:trace>
  <inkml:trace contextRef="#ctx0" brushRef="#br0" timeOffset="188103.09">22350 16242 0,'0'0'0,"-40"0"78,40 40-78,-40 0 16,40 0 0,-40 0-16,0 1 0,40-1 0,-40 0 15,0-40-15,40 40 0,-40 0 16,-1 0-16,41 0 0,-40 0 0,0 0 15,40 1-15,-40-1 16,40 0-16,40-40 47,-40-40-47,40 40 0,0-40 16,1 40-1,-1 0-15,0 0 0,-40-41 0,40 1 0,40 40 16,-40 0-16,0 0 0,1 0 15,-1 0-15,0 0 0,0 0 0,0 0 16,0 0-16,0 0 0,0 0 0,1 0 16,-41 40-16,40-40 15,0 0-15,0 0 16,0 0 0,0 0-16</inkml:trace>
  <inkml:trace contextRef="#ctx0" brushRef="#br0" timeOffset="188433.14">22471 16322 0,'0'0'0,"0"40"47,0 0-31,0 1-16,0-1 0,0 0 0,0 0 15,0 0-15,0 40 0,0-40 16,0 0-16,0 1 0,0 39 0,0-40 0,0 0 15,0 0-15,0 0 16,0 0-16,0 0 0,40-40 0,-40 40 16</inkml:trace>
  <inkml:trace contextRef="#ctx0" brushRef="#br0" timeOffset="188863.12">23273 16322 0,'0'0'0,"40"0"63,1 40-48,-1-40-15,0 40 16,0-40-16,-40 41 15,40-1-15,0 0 0,-40 0 0,40 0 16,-40 0-16,40-40 0,-40 40 0,41 0 0,-41 0 16,40 1-16,0-1 0,0 0 15,0-40-15,0 40 0,0-40 16,0 0 0</inkml:trace>
  <inkml:trace contextRef="#ctx0" brushRef="#br0" timeOffset="189223.03">23955 16202 0,'0'0'16,"-40"0"-16,40 40 47,0 0-16,0 0-31,0 0 0,-40-40 15,40 40-15,-40 1 0,40-1 16,-40 0-16,0 0 0,0 0 0,0 0 0,-1 0 16,41 0-16,-40 0 0,40 1 0,0-1 0,-40 0 15,40 0-15,0 0 16,-40 0-16,40 0 0,0 0 16</inkml:trace>
  <inkml:trace contextRef="#ctx0" brushRef="#br0" timeOffset="189943">24357 16162 0,'-40'0'16,"80"0"93,40 0-93,-40 0-16,0 0 0,0 0 0,0 0 15,1-40-15,-1 40 16,0 0-16,0-40 0,40 40 0,-40 0 16,0 0-16,1 0 0,-1 0 15,0 0-15,-80 0 47,0 40-31,40 0-16,-41 0 15,41 0-15,-40-40 0,40 40 16,0 0-16,-40 0 16,40 0-16,-40 1 0,40-1 0,0 0 15,0 0-15,-40-40 0,40 40 16,0 0-16,0 0 0,0 0 0,0 0 15,0 1-15,0-1 16,0 0-16,40 0 16,0-40-1</inkml:trace>
  <inkml:trace contextRef="#ctx0" brushRef="#br0" timeOffset="190202.96">24517 16683 0,'-40'0'0,"80"0"0,-80-40 31,80 40-16,0 0 1,-40-40-16,40 40 0,1 0 0,-1 0 16,0-40-16,0 40 0,0 0 15,0 0 1</inkml:trace>
  <inkml:trace contextRef="#ctx0" brushRef="#br0" timeOffset="190622.96">25520 16242 0,'0'0'0,"-40"0"31,80 40 0,1-40-31,-1 0 0,-40 80 16,80-80-16,-40 40 0,0 1 0,-40-1 0,80-40 16,-39 40-16,-1-40 15,0 40-15,-40 0 0,40-40 0,0 40 0,0-40 16,0 0-16,0 0 0,-40 40 16,41-40-16,-1 0 0,0 0 0,0 0 31</inkml:trace>
  <inkml:trace contextRef="#ctx0" brushRef="#br0" timeOffset="190882.92">26203 16202 0,'-41'0'15,"1"0"-15,0 40 16,0-40 0,40 40-16,0 0 15,0 0-15,0 0 0,-40 1 0,40-1 16,0 0 0,-40 0-16,40 0 0,0 0 0,-40 0 0,40 0 15,-40 0-15,40 1 16,-41-41-16</inkml:trace>
  <inkml:trace contextRef="#ctx0" brushRef="#br0" timeOffset="191702.88">27125 15881 0,'-40'0'47,"0"0"-47,0 0 31,40 40-31,-40-40 0,0 0 16,0 80-16,0-39 15,40-1-15,-41 0 0,41 0 0,-40 0 16,40 0-16,0 0 0,0 0 16,40-40-1,1 40-15,-1-40 0,-40 40 16,80-40-16,-40 0 16,0 0-16,0 41 0,-40-1 15,40-40-15,-40 40 16,41-40-16,-41 40 15,-41-40 1,1 0-16,40 40 0,-80-40 16,40 0-16,0 0 0,0 0 15,0 0 1</inkml:trace>
  <inkml:trace contextRef="#ctx0" brushRef="#br0" timeOffset="192042.93">27005 15881 0,'40'0'15,"-80"0"-15,281-80 16,-201 80-16,161-80 31,-121 40-31,80 40 16,-79 0 15</inkml:trace>
  <inkml:trace contextRef="#ctx0" brushRef="#br0" timeOffset="192692.89">28169 16242 0,'-40'0'31,"-1"0"-31,41 40 16,41-80 15,-1 40-15,0 0-16,0-40 0,0 40 0,0 0 0,0 0 15,41-40-15,-41 40 0,0 0 16,0 0-16,40-40 0,-40 40 0,0 0 0,1 0 16,-1 0-16,0-40 0,0 40 15</inkml:trace>
  <inkml:trace contextRef="#ctx0" brushRef="#br0" timeOffset="192882.84">28369 16523 0,'161'40'47,"-322"-80"-47,362 80 0,0-120 16,-121 80-16,-40-40 0,40 40 15,41-41 1</inkml:trace>
  <inkml:trace contextRef="#ctx0" brushRef="#br0" timeOffset="193592.79">22631 17445 0,'0'40'16,"40"-40"0,1 0-1,-1 0-15,-40 40 0,40-40 0,0 0 0,0 0 16,0 0-16</inkml:trace>
  <inkml:trace contextRef="#ctx0" brushRef="#br0" timeOffset="193832.82">26564 16964 0,'-40'0'15,"80"0"-15</inkml:trace>
  <inkml:trace contextRef="#ctx0" brushRef="#br0" timeOffset="194462.78">29814 15560 0,'40'0'16,"-40"80"62,0-39-78,40-1 0,-40 0 15,0 40-15,40-40 16,-40 0-16,0 0 0,0 41 0,40-41 0,-40 0 16,41 0-16,-41 0 0,0 0 0,40 0 0,-40 0 15,40 0-15,-40 0 16,0 1-16,40-41 0,0 0 0</inkml:trace>
  <inkml:trace contextRef="#ctx0" brushRef="#br0" timeOffset="194822.69">30897 15681 0,'0'0'0,"-40"0"15,-80 80 1,-41 40-1,121-80 1,0 0-16,-80 41 16,120-41-1,40-40 17,40 0-32,-40 0 15,0 0-15,0 0 0,1 0 0,-1 0 16,0 0-1,0 0-15,0 0 0,0 0 0,0 0 16,0 0-16,1 0 0,-1 0 0,0 0 0,0 0 16,0 0-16,0 0 15,0 0-15,0 0 0</inkml:trace>
  <inkml:trace contextRef="#ctx0" brushRef="#br0" timeOffset="195122.67">30817 15841 0,'0'0'0,"-40"0"31,40 40 0,0 0-15,0 0-16,0 0 0,0 1 16,0-1-16,0 0 15,0 0-15,0 0 0,0 0 0,0 0 0,0 0 16,0 0 0,40-40-16,-40 40 0,40-40 15,0 0 1</inkml:trace>
  <inkml:trace contextRef="#ctx0" brushRef="#br0" timeOffset="195462.72">31419 15761 0,'40'0'16,"-80"0"-16,120 0 15,-80 40-15,40-40 16,0 120 0,1-80-1,-41 81 1,-81-81 0,41 0-16,-40-40 15,40 0-15,0-40 16,0-81-1,40 81-15,0 0 16,0 0-16,40 0 16,80 0 15</inkml:trace>
  <inkml:trace contextRef="#ctx0" brushRef="#br0" timeOffset="196362.67">31900 15400 0,'0'0'15,"0"40"1,0 0-1,0 40 1,0-40-16,0 121 16,0-121-16,0 0 0,0 80 31,0-80-31,0 1 0,0-1 0,41 40 31,-1-80-15,0-40-1,0 40 1,0-40-16,0 40 16,-40 40-16,0 0 15,-40 0 1,-40 0 0,40-40-16,-121 40 15,121-40-15,40-40 16,40-40-1,0 40 1,81 0 0,79-81 15,-119 81-31,-41 40 0,40-80 31,-80 40-31,40 0 16,-40 0-1,0 80 1,0 0 0,0 0-1,0 40 1,0-40-16,40 0 16,0 1-16,0-41 0,1 0 15,79 0 1,0-121-1,-120 81 1,41 40-16,-1-120 16,-40 80-16,0 0 0,40-41 31,-40 41-31,0-40 0,0 40 0,-40-40 31,0 40-15,-1 40-1,41 80-15,-40 40 16,40-80-16,0 0 0,0 81 16,0-81-16,0 40 15,0-40-15,0 80 16,40-39 0</inkml:trace>
  <inkml:trace contextRef="#ctx0" brushRef="#br0" timeOffset="196532.66">32904 15841 0,'160'-40'47,"-320"80"-47,360-80 0,-160 40 0,1-40 16,39 40-1,0-80-15</inkml:trace>
  <inkml:trace contextRef="#ctx0" brushRef="#br0" timeOffset="196702.61">32502 15440 0,'-160'40'15,"320"-80"-15,-320 40 32,200 0-32,40 0 0,-40 0 15</inkml:trace>
  <inkml:trace contextRef="#ctx0" brushRef="#br0" timeOffset="199132.51">19501 2005 0,'-40'0'78,"0"0"-78,40 40 15,-40-40 1,40 40-16,-40-40 0,40 40 16,-40-40-1,40 40-15,0 0 16,0 0-1,0 0-15,0 1 16,80-41-16,-80 40 0,0 0 16,0 0-1,40-40 32,-40-40-31,40 40-16,-40-40 0,40 40 15,1 0-15,-1 0 16,0 0 0,0 0-16,-40 40 0,40 0 15,-40 0-15,0 0 16,0 0-16,-40 0 16,0-40-1,40 40-15,-80-40 0,39 0 0,1 40 16,0-40-1,0 0-15,40-40 16,0 0-16,0 0 16,40 0-1,0 40-15,0 0 0,1 0 16,-1 0-16,0-40 16,0 40-16,0 0 15,0 0 1,0 0-16,-40-40 0,40 40 15,1 0-15,-41-40 0,0 0 16,40 40-16,-40-40 16,0-1 15,0 82 16,0-1-32,0 0-15,40-40 16,0 40-16,0-40 16,0 0-16,0 0 15,0 0-15,-40-40 16,41 40 0,-41-40-16,40 40 0,-40-40 15,0-1 1,0 1-16,0 0 15,0 0-15,0 0 16,0 0 0,-40 40-16,40-40 15,-41 40 17,41 40-1,0 0-16,0 0-15,0 0 16,0 0-16,0 0 0,0 1 16,0-1-16,0 0 15,0 0-15,41-40 0,-41 40 0,0 0 0,40-40 16,-40 40-16,40-40 0,-40 40 16,40-40-16,-40 40 0,40-40 0,-40 40 15,40-40 1</inkml:trace>
  <inkml:trace contextRef="#ctx0" brushRef="#br0" timeOffset="199332.44">20143 2326 0,'161'0'31,"-121"0"-31,0-41 16,0 41-16,0-40 31</inkml:trace>
  <inkml:trace contextRef="#ctx0" brushRef="#br0" timeOffset="199482.45">19863 2245 0,'-41'-40'31,"82"80"-31</inkml:trace>
</inkml:ink>
</file>

<file path=ppt/ink/ink7.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8-11T05:40:29.804"/>
    </inkml:context>
    <inkml:brush xml:id="br0">
      <inkml:brushProperty name="width" value="0.05292" units="cm"/>
      <inkml:brushProperty name="height" value="0.05292" units="cm"/>
      <inkml:brushProperty name="color" value="#FF0000"/>
    </inkml:brush>
  </inkml:definitions>
  <inkml:trace contextRef="#ctx0" brushRef="#br0">2448 842 0,'40'0'16,"0"0"-16,-80 0 94,0 0-94,0 0 15,-1 0 1,1 0-16,0 0 0,0 0 0,0 40 16,0-40-16,0 0 0,0 0 0,40 40 15,-41-40-15,41 40 0,-40-40 16,40 40-16,0 0 0,0 0 16,0 0-16,0 0 15,0 1-15,40-41 0,-40 40 0,0 0 0,41 0 16,-41 0-16,40-40 0,-40 40 15,40 0-15,0-40 0,-40 40 0,40-40 0,0 40 16,0 1-16,0-41 16,1 40-1,-41 0 17,40-40-32,-40 40 0,0 0 15,0 0 1,-81 0-16,41 0 0,0 0 15,0 0 1,0-40-16,0 41 0,0-41 0,0 40 0,-1-40 16,1 0-16,0 0 0,0 0 15,0 0 1,0 0-16,40-40 0,-40 40 0,40-41 0,-40 1 16,40 0-16,0 0 15,0 0-15</inkml:trace>
  <inkml:trace contextRef="#ctx0" brushRef="#br0" timeOffset="549.96">2929 1323 0,'0'0'0,"-80"-40"16,0 40-1,-1 80 16,81 80-15,0 1 0,121-121-1,-81-40 1,0 0-16,40-80 16,-80 40-16,0 0 0,0-81 31,0 81-31,0-80 15,-40 80-15,40 0 16,0 80 0,0 0-1,0 0 1,0 0-16,0 0 0,0 0 16,0 0-16,0 0 15,40-40-15,-40 41 0,40-1 0,1 0 16,-1-40-1,-40 40-15,40-40 0,0 0 16,0 0-16</inkml:trace>
  <inkml:trace contextRef="#ctx0" brushRef="#br0" timeOffset="1139.93">3451 1323 0,'0'0'0,"0"-40"16,40 40 15,0 0-15,0 40-16,0 0 0,1 0 16,-41 0-16,0 0 15,0 0-15,0 1 0,0-1 16,0 0-1,0-80 17,0 0-17,0-1-15,0 1 16,40 40-16,-40-40 16,40 40-16,0 0 31,-40 40-31,40-40 0,-40 40 15,0 1-15,0-1 16,40-80 31,-40-41-31,40 81-16,-40-40 0,40 40 15,-40-40-15,41 40 0,-1-40 16,0 40-1,0 0-15,-40 40 16,40 0 0,-40 0-16,0 0 15,0 1-15,0-1 0,0 0 0,0 0 16,0 0 0,0 0-16,0 0 0,0 0 0,0 0 15</inkml:trace>
  <inkml:trace contextRef="#ctx0" brushRef="#br0" timeOffset="1619.82">4695 1443 0,'-40'0'15,"0"40"1,-1-40-1,41 40-15,0 41 16,41-81-16,-41 40 0,0 40 31,0 0-31,0 40 32,-41-39-17,41-121 1,0-1-1,0-159 1,0 160-16,41-80 16,-1 39-16,0-159 15,0 119 1,40 1 0,-40 80-16,0 40 15,1 40 1,-41 0-1,0 80-15,-121 161 16,41-201 0,-121 121-1,41-161 17,160-160-32</inkml:trace>
  <inkml:trace contextRef="#ctx0" brushRef="#br0" timeOffset="1899.88">5337 962 0,'-40'0'16,"80"0"-16,-120-40 15,39 40-15,41 40 16,0 0 0,0 0-1,0 0-15,0 0 0,0 0 0,0 1 16,-40-1-16,40 0 16,0 0-16,0 0 0,0 0 0,0 0 0,0 0 15,0 0-15,-40 1 16,40-1-16,0 0 0</inkml:trace>
  <inkml:trace contextRef="#ctx0" brushRef="#br0" timeOffset="2119.8">5698 1443 0,'-40'0'0,"40"40"32,0 0-17,0 1 1,0-1-16,0 0 16</inkml:trace>
  <inkml:trace contextRef="#ctx0" brushRef="#br0" timeOffset="2259.82">5778 1122 0,'0'0'0,"0"-40"0,0 0 0,-40 40 0,40-40 16</inkml:trace>
  <inkml:trace contextRef="#ctx0" brushRef="#br0" timeOffset="3099.81">5899 1363 0,'0'0'0,"0"40"31,0 0-31,40-40 16,-40 40-16,40-40 15,-40 40 1,40-40 15,-40-40-31,40 40 16,0-40-16,0 40 15,0 0 1,1 0-16,-41 40 0,40-40 16,0 40-16,0-40 15,0 41-15,0-41 16,0 0 0,0 0-16,1 0 15,-41-41-15,40 41 16,-40-40-16,40 40 0,0-80 15,-40 40-15,0 0 16,-40 40 0,40 40-1,-40 0 1,40 0-16,-40 0 16,40 0-1,0-80 16,40 0-31,-40 0 0,0 0 16,40 40-16,-40-40 0,0 0 0,40 40 16,0 40 15,-40 0-15,0 0-16,0 0 0,0 0 0,0 41 0,0-41 0,0 0 15,0 40-15,0-40 16,0 0-16,0 40 0,0-40 0,0 41 0,0-41 15,0 0-15,0 40 16,0-40-16,0 0 0,-40 0 0,40 1 0,-40-1 0,40 0 16,-40-40-16,0 40 0,-1 0 15,1-40-15,40 40 16,-40-40-16,0 0 0,0 0 0,40-40 16,-40 40-16,40-80 15,-40 40-15,40 0 0,0-1 0,0 1 16,0 0-16,0 0 0,0 0 15,40 0-15,-40 0 0,40 0 0,0 0 16,0-1-16,0 41 0,0-40 0,1 0 16,-1 40-16,0-40 15,0 40-15,0 0 0,0 0 16,0 0-16</inkml:trace>
  <inkml:trace contextRef="#ctx0" brushRef="#br0" timeOffset="3629.7">7464 1604 0,'0'40'15,"40"-40"1,0 0 0,0 0-16,0 0 0,-40-40 0,40 40 15,0 0-15,0 0 0,1 0 16,-1-40-16,0 40 0,0 0 0,0 0 15,0-41 1,0 41-16,-40-40 0,40 40 16,-40-40-16,-40 40 31,0 0-31,0-40 31,0 40-31,40 40 47,80-40-47,-80 40 0,40 0 0,-40 1 16,40-41-16,-40 40 15,0 0-15,0 0 0,0 0 16,0 0-16,-80 0 16,80 0-16,-80-40 0,40 40 0,0 0 0,0-40 15,-1 41-15,1-41 16</inkml:trace>
  <inkml:trace contextRef="#ctx0" brushRef="#br0" timeOffset="4449.65">2207 2446 0,'0'-40'0,"-40"40"0,40-40 32,0 80 61,40-40-77,40 0-16,-40 0 16,41 0-16,-41 0 15,0 0-15,40-40 0,-40 40 0,40 0 0,1 0 16,-41 0-16,40 0 15,0-40-15,1 40 0,-1 0 0,40 0 0,-40 0 16,41-41-16,-41 41 0,41 0 0,39 0 0,-40 0 16,1 0-16,-1 0 0,-40-40 15,41 40-15,-1 0 0,-40 0 0,1 0 0,-41 0 16,40 0-16,-40 0 16,0 0-16,0 40 0,1-40 0,-1 0 15,-40 41-15,40-41 16,0 0-16,0 0 15,0 0-15,0 0 16,0 0 0,-40-41-1</inkml:trace>
  <inkml:trace contextRef="#ctx0" brushRef="#br0" timeOffset="5639.66">9871 1203 0,'-40'-41'0,"80"82"0,-120-82 32,40 41-32,40 41 0,-40-1 15,-1 120 1,41-80-1,0-40 1,41-40 0,119-40-1,-40-80 1,-79-40 15,-41 79-15,0 41-1,0 80 1,-41 41 15,41 79-15,0 41 0,0 39 15,0-79-16,0-1 1,-80 0 0,-40-79 15,-1-81-15,81-81-1,0-79 16,40 0-15,121 79 0,39 1-1,1 40 17,-41 0-17</inkml:trace>
  <inkml:trace contextRef="#ctx0" brushRef="#br0" timeOffset="5999.64">10593 1764 0,'-40'0'31,"80"0"-31,81-40 16,120-40-1,-81-41 1,-120 41 15,-80 0-15,-120 80 0,39 120 15,41 41-16,80-1 1,80-80 0,81-40 15,-41-80-15,-40 0-16</inkml:trace>
  <inkml:trace contextRef="#ctx0" brushRef="#br0" timeOffset="6229.55">11637 962 0,'-40'0'32,"80"0"-32,-80-40 15,40 80 1,40-40-1,-40 80-15,0-40 0,40 0 0,-40 0 0,0 1 16,0-1-16,0 0 0,0 40 16,0-40-16,0 0 0,0 0 0,0 0 0,0 1 15,0-1 1,0 0-16</inkml:trace>
  <inkml:trace contextRef="#ctx0" brushRef="#br0" timeOffset="6729.53">11757 1483 0,'0'0'16,"40"0"0,161-80 15,80 0-16,-121 0 1,-160 40 0,0-1 15,-40 41-15,40-40 30,0 0-30,0 0-16,0 0 16,0 0-1,0 80 48,0 0-63,0 0 15,0 0-15,0 0 0,0 41 0,-40-41 0,40 0 16,0 0-16,0 0 0,-40 40 16,40-40-16,0 1 0,0-1 0,-40 0 0,40 0 15,0 0-15,0 0 16,0 0-16</inkml:trace>
  <inkml:trace contextRef="#ctx0" brushRef="#br0" timeOffset="7049.5">12399 1644 0,'0'0'16,"0"-40"0,161 0 15,39-1-16,-120 1 1,-80 0 0,0 80 31,0 0-32,0 1-15,0-1 16,-40 0-16,40 0 15,0 0-15,0 0 16,40-40-16</inkml:trace>
  <inkml:trace contextRef="#ctx0" brushRef="#br0" timeOffset="7199.56">13001 1203 0,'0'0'0,"-40"-41"0,40 1 16,0 0-16,-40 0 0</inkml:trace>
  <inkml:trace contextRef="#ctx0" brushRef="#br0" timeOffset="8049.44">13282 1403 0,'-40'40'15,"80"-80"-15,-40 80 32,0 0-17,40-40-15,-40 40 0,40 1 16,-40-1-16,0 0 15,0 0-15,-40-40 0,40 40 16,40-80 15,0-40-31,40 40 16,-80-1-16,41 1 0,-1 40 16,-40-40-1,40 40-15,0 0 0,-40 40 31,40-40-31,-40 40 0,40 1 0,0-1 16,0-40-16,1 40 0,-1-40 0,0 0 16,0 0-16,0 0 15,0 0-15,0 0 0,0-40 0,1 0 16,-1 40-16,-40-41 0,40 41 16,-40-40-16,0 0 0,0 0 15,0 0 1,0 0-16,-40 40 15,0 0-15,40 40 32,-41-40-32,82 0 47,-1 0-32,-40-40-15,40 40 31,0 40-15,-40 0-16,0 0 16,0 0-16,0 0 0,0 1 15,0-1-15,0 0 0,0 0 0,40-40 0,-40 40 16,0 0-16,40 0 16,-40 40-16,0-40 0,0 1 0,0-1 0,0 0 15,0 0-15,0 40 0,-40-40 16,40 0-16,-40 0 0,40 1 0,-80-1 0,80 0 15,-40 0-15,-1 0 0,1 0 0,0-40 16,0 0 0,0 0-16,0 0 0,40-40 15,0 0-15,-40 40 16,40-80-16,0 40 0,0-1 0,0 1 0,80 0 16,-80 0-16,40-40 15,0 40-15,-40 0 0,40 0 0,0-1 0,-40 1 16,41 40-16,-1-40 0,0 40 15,0-40-15,0 40 16,0 0-16,0 0 0</inkml:trace>
  <inkml:trace contextRef="#ctx0" brushRef="#br0" timeOffset="8459.42">15449 1283 0,'0'40'31,"-40"-40"-15,40 40-16,-41-40 0,41 40 0,0 0 16,0 0-1,0 0-15,0 1 16,0-1 0,0 0-16,0 0 0,0 0 15,41-40-15,-41 40 0,0 0 16,0 0-16,-81-40 15,41 0-15,0 0 16,0 0-16,0 0 16,0 0-16,0-40 0,-1 40 0,1 0 15,40-40-15,0 0 0,0 0 16</inkml:trace>
  <inkml:trace contextRef="#ctx0" brushRef="#br0" timeOffset="8759.47">15730 1323 0,'0'0'0,"0"40"0,-41 0 32,41 0-32,-40 0 0,40 0 15,0 121 1,0-81 15,0-40-31</inkml:trace>
  <inkml:trace contextRef="#ctx0" brushRef="#br0" timeOffset="8939.46">15730 1243 0,'0'0'16,"-41"-40"-16,1-1 0,40 1 0,0 0 15,0-40 1,40 80 0</inkml:trace>
  <inkml:trace contextRef="#ctx0" brushRef="#br0" timeOffset="9539.42">16171 1443 0,'0'0'16,"-40"0"-1,40 40 17,0 0-17,0 1 1,0-1-16,40-40 15,-40-40 1,40 40 0,40-121-1,-40 81 1,-40 80 15,0 0-15,-40 81-1,0 39 1,0 41 15,0-1-15,-40-39 0,-1-121 15,41-80-16,40-41 1,0-79 0,81-1 15,-41 41-15,40 80-1,0 0 1,81 0-1,-81 40-15</inkml:trace>
  <inkml:trace contextRef="#ctx0" brushRef="#br0" timeOffset="9929.33">16652 1363 0,'0'0'0,"0"40"31,41-40-15,-1 80-1,-40 41 1,0-1 15,0-160 16,40-40-47,-40 40 16,40 40-16,-40-41 0,80 1 15,-40 0-15,0 40 0,-40-40 16,0 80 15,41 0-15,-41 0-16,40 1 0,-40-1 15,40 0-15,-40 0 0,40-40 0,-40 40 16,40-40-16,0 0 16,-40 40-16</inkml:trace>
  <inkml:trace contextRef="#ctx0" brushRef="#br0" timeOffset="10519.29">17736 1443 0,'-40'-40'16,"0"40"-16,-1 0 16,-39 40-1,40 81 17,40-41-17,40-80 1,40-40-1,-39 0-15,39-41 32,-40 41-17,0 40 1,-40 40 15,40 41-15,0-81-1,41 0 1,-1-121 15,0-39-15,41-41 0,-81 41 15,0 160-16,-120 40 1,-1 160 0,-39 81 15,40 0-15,80-81-1</inkml:trace>
  <inkml:trace contextRef="#ctx0" brushRef="#br0" timeOffset="11449.23">19622 1403 0,'0'0'15,"-40"0"64,0 0-64,-1 0-15,41 40 16,-40-40-16,0 40 0,0 0 15,40 1-15,0-1 16,0 0-16,40-40 16,0 0-1,0 0-15,1 0 0,-41-40 16,40 40-16,-40-40 0,40 40 16,-40-41-16,0 1 0,40 40 0,-40-40 0,0 0 15,0 0 1,0 0-16,0 80 15,0 0 1,0 0 0,0 0-16,0 0 0,0 1 0,0-1 15,0 0 1,0 0-16,80-40 16,-40 0-1,0 0-15,1-40 0,-1-40 16,0 39-1,-40 1-15,0 0 0,40 0 0,-40 0 0,40 0 16,-40-40-16,0 40 0,0-1 0,40-39 0,-40 40 16,0 0-16,0 0 0,40 40 15,-40-40-15,0 0 0,0 80 47,0 40-47,-40-40 16,40 0-16,0 0 0,0 41 0,-40-41 0,40 0 15,0 40-15,0-40 0,0 0 0,0 0 0,0 41 16,0-41 0,0 0-16,0 0 0,0 0 0,40-40 15</inkml:trace>
  <inkml:trace contextRef="#ctx0" brushRef="#br0" timeOffset="11609.27">19903 1323 0,'-81'0'16,"162"0"-16,-162-40 0,202 0 15,-81 40-15,40 0 0,81-40 32,-41 40-32</inkml:trace>
  <inkml:trace contextRef="#ctx0" brushRef="#br0" timeOffset="12769.15">21468 1082 0,'-41'40'93,"1"-40"-93,0 81 0,0-41 16,0 0 0,40 0-16,0 0 0,0 0 15,0 0 1,40 0-16,0-40 0,0 40 15,0-40-15,41 0 0,-41 41 0,0-41 0,0 0 16,0 0-16,-40 40 16,0 0-16,-40 0 15,0 0-15,-40-40 16,40 40-16,-41 0 0,41 0 0,-40-40 0,40 40 16,-40-40-16,39 40 0,1-40 15,0 0-15,0 0 0,40-40 16,0 0-1</inkml:trace>
  <inkml:trace contextRef="#ctx0" brushRef="#br0" timeOffset="13129.21">21949 1483 0,'-40'0'32,"40"40"-32,40 1 31,-40-1-31,40-40 16,-40 40-1,0 0-15,0 0 0,-40-40 16,-40 0-16,80 40 15,-40-40-15,0 0 0,-1 0 16,1 0-16,40-40 16,0 0-1,0 0-15,40 40 0,-40-40 0,41 0 16,-1 40-16,-40-41 16,40 41-16,0 0 0,-40-40 15,40 40 1</inkml:trace>
  <inkml:trace contextRef="#ctx0" brushRef="#br0" timeOffset="13649.18">22471 1403 0,'0'0'0,"40"-40"0,-40 80 47,0 40-31,0-40-16,0 1 15,0-1-15,0 0 0,0 0 16,0 0 0,40-40 15,-40-40-31,40 0 15,0 0-15,0 40 16,1 0 0,-41 40-1,0 0 1,0 0-16,40-40 47,-40-40-32,40 40-15,0-40 0,0 40 0,0-40 0,-40 0 16,40 40-16,0-41 0,1 41 0,-41-40 0,40 40 16,0 0-1,0 0-15,-40 40 32,40-40-32,-40 41 0,0-1 0,0 0 15,0 0 1,0 0-16,0 0 15</inkml:trace>
  <inkml:trace contextRef="#ctx0" brushRef="#br0" timeOffset="13949.16">23434 1684 0,'40'0'0,"-80"0"0,120-40 16,-40 0-1,40-41 1,-39 1 0,-82 40-1,-119 40 17,120 40-32,-40 81 31,80-1-16,160-40 1,41-40 0,-161-40-16</inkml:trace>
  <inkml:trace contextRef="#ctx0" brushRef="#br0" timeOffset="14379.13">24678 1283 0,'-40'0'47,"-1"0"-31,1 0-16,40 40 0,-40 0 16,0 0-16,40 0 15,0 0-15,-40-40 0,40 40 0,0 1 16,0-1-16,0 0 15,40-40 1,-40 40-16,40-40 0,-40 40 0,0 0 31,-40-40-31,-40 0 16,40 40 0,0-40-16,-1 0 0,1 0 0,0 0 15,0 0-15,0 0 16</inkml:trace>
  <inkml:trace contextRef="#ctx0" brushRef="#br0" timeOffset="14929.1">25039 1483 0,'0'0'0,"0"40"31,0 1-15,0-1 0,0 0-16,0 0 0,0 0 0,0 0 15,-40 0-15,40 0 16,0 0-16,0 0 0,-40-40 0,40 41 0,0-1 15,-41-40-15,41 40 0,0 0 0,-40-40 16,0 40-16,0-40 16,0 0-16,40-40 31,0 0-31,0 0 16,0 0-16,40 40 0,-40-41 15,0 1-15,40 0 0,-40 0 0,40 0 0,-40 0 16,40 0-16,1-40 0,-41 40 0,40-1 0,0 1 15,0 0-15,-40 0 16,40 0-16,0 0 0,0 0 0,-40 0 16,40 40-16,1 0 15,-41 40 17,0 0-32,0 0 15,0 0-15,0 0 0,-81 0 16,81 0-16,-40-40 0,0 41 0,0-1 0,0 0 15,0-40-15,0 0 0,40 40 0,-41-40 16</inkml:trace>
  <inkml:trace contextRef="#ctx0" brushRef="#br0" timeOffset="15279.04">25480 1684 0,'0'-40'16,"40"40"-16,-40-40 15,41 40-15,-1-40 0,0-1 0,0 41 16,0 0-16,0-40 16,-40 0-1,-40 40 1,0 0-1,-40 0-15,40 0 16,-1 0-16,1 40 16,0-40-16,0 40 0,40 1 15,-40-41-15,40 40 16,0 0-16,-40 0 0,40 0 16,80 0-16,-40 0 15,0 0-15,0-40 16,1 0-16,-1 0 0,0 0 0,0 0 15</inkml:trace>
  <inkml:trace contextRef="#ctx0" brushRef="#br0" timeOffset="15528.99">26122 1443 0,'0'-40'16,"-40"40"-16,40 40 47,-40-40-47,40 40 0,0 0 0,0 1 15,0-1-15,0 0 16,0 0-16,0 0 0,0 0 16,40-40-1,-40 40-15,40-40 16,0 0-16</inkml:trace>
  <inkml:trace contextRef="#ctx0" brushRef="#br0" timeOffset="15769.05">26323 1042 0,'-40'0'16</inkml:trace>
  <inkml:trace contextRef="#ctx0" brushRef="#br0" timeOffset="17548.94">25681 1564 0,'40'0'0,"-40"-41"31,-40 41 63,-40 0-94,40 41 15,-1-41 1,1 40 0,40 0-1,0 0-15,-40-40 16,40 40-16,-40 0 0,40 0 16,0 0-1,0 0-15,0 0 16,40-40 15</inkml:trace>
  <inkml:trace contextRef="#ctx0" brushRef="#br0" timeOffset="18488.89">26804 1443 0,'41'-40'0,"-1"40"16,-40-40-16,-40 80 47,40 0-32,-41 0-15,1 0 16,40 1-16,0-1 0,-40 0 0,40 0 15,-40 0-15,40 0 0,-40 0 0,40 0 16,0 0-16,0 0 16,0 1-16,0-1 0,0 0 0,-40-40 0,40 40 15,0 0-15,0 0 16,0 0-16</inkml:trace>
  <inkml:trace contextRef="#ctx0" brushRef="#br0" timeOffset="18668.8">26644 2045 0,'0'-40'0,"0"0"16,0-1 0,40 41-16,40-40 15,-40 0 1,1 40-16,-1 0 0,0-40 0,0 40 15,0 0-15,0 0 0,-40-40 16</inkml:trace>
  <inkml:trace contextRef="#ctx0" brushRef="#br0" timeOffset="18898.82">27286 1564 0,'0'-41'0,"-40"41"15,40 41 32,0-1-31,0 0-16,0 0 16,-40 0-16,40 0 0,-40 0 0,40 0 15,-41 0-15,41 0 0,0 1 16,0-1-16,0 0 0</inkml:trace>
  <inkml:trace contextRef="#ctx0" brushRef="#br0" timeOffset="19088.85">27446 1082 0,'-40'-40'16,"80"80"-16,-120-120 0,40 40 16,40 0-16,40 40 31</inkml:trace>
  <inkml:trace contextRef="#ctx0" brushRef="#br0" timeOffset="19428.83">27727 1403 0,'-40'0'31,"40"40"1,-40-40-32,40 40 0,0 0 0,-40 1 0,40-1 15,0 0-15,0 0 16,0 0-16,0 0 0,0 0 0,0 0 15,40 0-15,0-40 16,0 0-16,0 40 16,1-40-16</inkml:trace>
  <inkml:trace contextRef="#ctx0" brushRef="#br0" timeOffset="19888.74">28650 1523 0,'0'0'0,"0"-40"0,-40 40 0,40-40 31,0 80 0,40 41-15,-40-41 0,0 0-16,0 0 0,0 0 0,40 0 0,-40 0 15,0 0 1</inkml:trace>
  <inkml:trace contextRef="#ctx0" brushRef="#br0" timeOffset="20068.72">28771 1042 0,'0'0'0,"0"-40"0,0 0 15,0 0-15,0 0 16,40 40 0,0 0-1</inkml:trace>
  <inkml:trace contextRef="#ctx0" brushRef="#br0" timeOffset="20448.77">29212 1323 0,'0'40'16,"0"-80"-16,0 120 16,0-40-16,0 0 31,0 0-31,0 1 0,0-1 0,-40 0 16,0 40-1,40-40-15,-40 0 16,80-80-1,0 0 1,40-80 0,-40 120-16,81-121 15,-81 121-15,-40-40 32,40 40-32,-40 80 15,0 1-15,0-41 16,0 0-16,0 80 15,0-80-15,0 0 32,40-40-32,40 0 0</inkml:trace>
  <inkml:trace contextRef="#ctx0" brushRef="#br0" timeOffset="20668.76">29854 1122 0,'0'0'16,"0"-40"-16,0 0 0,0 0 31,0 120-15,0 121 0,0-121-16,-80 121 31,80-161-31,-40 0 0,40 80 15,0-80-15,40 80 16,0-120-16</inkml:trace>
  <inkml:trace contextRef="#ctx0" brushRef="#br0" timeOffset="21098.73">29734 1684 0,'-40'0'15,"40"-40"1,120 40 15,-80 0-31,0 0 0,0 0 16,0 0-16,41 0 16,39 0 15,0-80-16,-39 39 1,-81 1 0,0 0-1,-40 40 1,-41 0 15,41 40-31,0 41 16,0-81-16,40 40 0,0 40 15,0 0 1,120 0 0,41-40-1,-41-80 1</inkml:trace>
  <inkml:trace contextRef="#ctx0" brushRef="#br0" timeOffset="21388.67">30697 1443 0,'0'40'63,"40"41"-63,-40-41 0,0 0 16,40-40-16,-40 40 0,0 0 15,0 0-15,0 0 0,0 0 16,-40-40-16,40 40 0,-40-40 15,0 0 1,-1-40-16,41 0 16,0-40-1,41 40-15,-41 0 0,80 40 0,-80-40 16,40 0-16,0 40 16,0-41-16,0 1 0,0 40 0,1 0 15,-1 0 1,0 0-16</inkml:trace>
  <inkml:trace contextRef="#ctx0" brushRef="#br0" timeOffset="21718.62">31299 1483 0,'0'0'0,"-41"0"16,41 81 15,0-41-15,0 0-16,41 0 15,-41 0-15,40 0 0,-40 0 0,0 0 16,0 0 0,0-80 15,0 0-16,40 40-15,-40-40 0,0 0 0,40 40 0,-40-40 16,40 0-16,0 0 0,0 0 16,0-1-16,1 41 0,-41-40 15</inkml:trace>
  <inkml:trace contextRef="#ctx0" brushRef="#br0" timeOffset="21998.67">31620 1724 0,'0'40'31,"0"-80"-31,40 80 0,40-40 16,-40-40-1,0 40-15,40-120 32,-80 80-32,0-41 15,-40 41 1,-120 40-1,80 121 1,39 39 0,82-80 15,79 0-15,-40-80-1,-40 0-15,41 0 0</inkml:trace>
  <inkml:trace contextRef="#ctx0" brushRef="#br0" timeOffset="22248.66">32262 1243 0,'0'-40'16,"0"80"-16,0-40 31,0 40-16,0 0-15,-41 201 32,1-121-32,0-80 0,0 160 31,40-159-31,-40-1 0,40 0 0,0 0 16</inkml:trace>
  <inkml:trace contextRef="#ctx0" brushRef="#br0" timeOffset="22518.58">32783 1684 0,'-80'-40'32,"160"80"-32,-200-80 15,80 40-15,40 40 16,-40 80-1,40-80-15,0 81 32,40-81-32,-40 0 0,0 80 31,-81-40-15,-199-80-1,159-40-15</inkml:trace>
  <inkml:trace contextRef="#ctx0" brushRef="#br0" timeOffset="24798.51">2528 3769 0,'0'-40'16,"40"40"-1,-40-40 1,0 80 47,0 0-63,0 0 0,0 1 15,0-1-15,0 0 16,-40 0-16,40 0 0,0 0 0,0 0 15,0 0-15,-40 0 0,40 0 0,0 1 16,0-1-16,0 0 16,0 0-16,0 40 0,0-40 0,0 0 0,0 0 15,0 1-15,0-1 16,0 40-16,0-40 0,0 0 0,0 0 0,0 40 16,-40-40-16,40 1 0,0-1 15,-40 40-15,40-40 0,0 0 0,0 0 0,0 40 16,0-39-16,0-1 0,0 0 0,0 40 0,-41-40 15,41 0-15,0 0 16,0 0-16,0 41 0,0-41 0,-40 0 0,40 0 16,0 0-16,0 0 0,0 40 15,0-40-15,0 1 0,0-1 0,0 0 0,0 40 16,0-40-16,0 0 16,0 0-16,0 0 0,0 41 0,0-41 0,0 0 15,0 0-15,0 0 0,0 40 16,0-40-16,0 0 0,0 1 0,0-1 0,0 40 15,0-40-15,0 0 0,0 40 0,0-40 0,0 0 16,0 1-16,0 39 16,40-40-16,-40 0 0,0 40 0,0-40 0,0 0 15,41 41-15,-41-41 0,0 0 16,0 0-16,40 40 0,-40-40 0,0 0 0,0 41 16,0-41-16,0 0 15,0 40-15,0-40 0,0 0 0,0 40 0,0-39 16,0-1-16,0 0 0,0 40 0,0-40 0,0 0 15,-40 0-15,40 0 0,0 0 16,0 1-16,0 39 0,0-40 0,0 0 0,0 0 16,0 40-16,0-40 15,0 41-15,0-41 0,0 40 0,0-40 0,0 40 16,0-40-16,0 41 0,0-41 16,40 40-16,-40-40 0,0 40 0,0-40 0,0 0 15,0 41-15,0-41 16,0 0-16,0 40 0,0-40 0,40 0 0,-40 40 15,0-39-15,0-1 0,0 0 0,0 0 0,0 0 16,0 0-16,0 0 0,0 0 16,0 0-16,40 1 0,-40-1 15,40 0-15,-40 0 16,40 0-16,-40 0 0,0 0 16,40 0-16,-40 0 0,0 0 15,0 41-15,0-41 0,0 0 0,0 0 0,0 0 16,0 40-16,0-40 0,0 1 0,-40-1 0,40 40 15,0-40-15,-40 0 16,40 0-16,0 0 0,0 0 0,0 0 16,0 1-16,0-1 0,0 0 15,0 0-15,0 0 0,0 0 16,0 0-16,0 0 16,40 0-16,-40 1 0,0-1 0,40 0 0,-40 0 15,0 0-15,0 0 0,0 0 0,0 0 0,0 0 16,0 0-16,0 1 0,0-1 15,0 0-15,0 0 0,0 0 0,0 0 0,0 0 16,0 0 0,0 0-16,0 1 0,0-1 0,0 0 15,0 0-15,0 0 0,0 0 16,0 0-16,0 0 0,0 0 0,0 0 0,0 41 16,0-41-16,-40 40 15,40-40-15,0 40 0,0-40 0,0 41 0,0-41 16,0 40-16,0-40 0,0 40 0,0-40 0,0 0 15,0 41-15,40-41 0,-40 0 16,0 0-16,40 0 0,-40 0 0,0 0 0,0 0 16,41 1-16,-41-1 15,0 0-15,0 0 0,40 0 0,-40 0 0,0 0 16,0 40-16,40-40 0,-40 1 16,0-1-16,0 40 0,0-40 0,0 0 0,0 0 15,0 0-15,0 0 16,0 1-16,0-1 0,0 0 0,0 0 0,0 0 15,0 0-15,0 0 0,0 0 0,-40 0 16,40 0-16,0 1 0,0-1 16,0 0-16,0 40 0,0-40 0,-40 40 0,40 1 15,0-1-15,0 0 16,0 0-16,0 0 0,-41 41 0,41-41 0,0 0 16,0 0-16,0 1 0,0-41 15,0 40-15,0-40 0,0 40 0,0-40 0,0 0 16,41 0-16,-41 1 0,40-41 15,0 0 1</inkml:trace>
  <inkml:trace contextRef="#ctx0" brushRef="#br0" timeOffset="26728.39">2568 7098 0,'0'0'0,"-40"0"15,0 0-15,0 0 16,0 0 46,40-40-30,-41 40-32,1 0 31,0 0-15,0 40-1,0-40-15,0 0 16,80 0 46,0 40-62,0-40 16,0 0 0,0 0-16,1 0 0,-1 0 0,0 0 15,0 0-15,0 40 0,0-40 0,40 0 0,-39 0 16,-1 0-16,0 0 0,-40 40 15,40-40-15,0 0 0,0 0 0,0 0 16,0 0 0,1 0-16,-1 0 0,0 0 0,0 0 15,40 0-15,-40 0 0,41 0 16,-41 0-16,40 0 0,0 0 0,1 0 0,-41 0 16,40 0-16,0 0 15,0-40-15,1 40 0,-1 0 0,0 0 0,0 0 16,1-40-16,-41 40 0,40 0 0,-40 0 0,0 0 15,0 0-15,41 0 0,-41 0 16,0 0-16,40 0 0,-40 0 0,41 0 0,-41 0 16,40 0-16,0 0 15,0 40-15,-39-40 0,39 0 0,0 0 0,0 0 16,-40 0-16,41 0 0,-1 0 16,-40 0-16,40 0 0,1 0 0,-41-40 0,40 40 15,-40 0-15,0 0 0,0 0 0,41 0 0,-41 0 16,0 0-16,0-40 15,0 40-15,0 0 0,0 0 0,0 0 0,1 0 16,-1 0-16,0 0 0,0 40 16,40-40-16,-40 0 0,0 40 0,1-40 0,39 0 15,-40 0-15,0 0 16,0 0-16,0 40 0,41-40 0,-41 0 0,0 0 16,0 0-16,0 0 0,0 0 15,0 0-15,1 0 0,-1 0 0,0 0 0,0 0 16,0 0-16,0 0 0,0 0 0,41 0 15,-41 0-15,0 0 16,0 0-16,0 0 0,0 0 0,40 0 0,-39 0 16,-1 0-16,0 0 0,0 0 15,0 0-15,40 0 0,-40 0 0,41 0 0,-41 40 16,0-40-16,40 0 16,-40 0-16,0 0 0,41 0 0,-41 0 0,0 0 15,40 0-15,-40 0 0,41 0 0,-1 0 0,-40 0 16,40 0-16,-40 0 0,41 0 15,-41 0-15,40 0 0,-40 0 0,0 0 0,0 0 16,0 0-16,41 0 16,-41 0-16,0 0 0,40 0 0,-40 0 0,0 0 15,1 0-15,39 0 0,-40 0 16,40 0-16,-40 0 0,41 41 0,-41-41 0,40 0 16,0 0-16,0 0 15,1 0-15,-1 0 0,0 40 0,-40-40 0,41 0 16,-1 0-16,0 0 0,-40 0 0,41 0 0,-41 0 15,40 0-15,-40 0 0,0 0 16,40 0-16,-39 40 0,39-40 0,0 0 0,-40 0 16,40 0-16,1 0 15,-41 0-15,40 0 0,0 0 0,-40 0 0,41 0 16,-41 0-16,40 40 0,0-40 16,-40 0-16,41 0 0,-1 40 0,0-40 0,0 0 15,41 0-15,-41 40 0,0-40 0,1 0 0,-1 0 16,40 0-16,-80 0 15,41 0-15,-1 0 0,0 0 0,-40 40 0,0-40 16,41 0-16,-41 0 0,0 0 16,0 0-16,0 0 0,0 0 0,0 0 15,0 0 1,1 0-16,-41-40 16</inkml:trace>
  <inkml:trace contextRef="#ctx0" brushRef="#br0" timeOffset="30828.09">2327 7138 0,'40'0'219,"-40"-40"-203,41 0-1,-41 0 1,40 40-16,-40-40 16,0 0-16,40 0 0,-40-1 15,40 1 1,0 0 0,-40 0-16,40 40 15,-40-40-15,40 40 0,-40-40 0,40 0 0,1 0 16,-41 0-16,40-1 0,0 1 15,-40 0-15,40 40 16,-40-40-16,40 40 0,-40-40 0,40 40 0,-40-40 16,40 40-16,-40-40 0,40 40 15,-40-40-15,41 40 0,-41-40 0,40 40 16,0-40 0,0 40-16,-40-41 0,40 41 0,-40-40 15,40 40-15,-40-40 0,40 40 0,0 0 0,-40-40 16,41 40-16,-1-40 15,0 40-15,-40-40 0,40 40 0,0 0 32,-40-40-32,40 40 0,0 0 0,-40-40 15,41 40-15,-1-40 16,0 40-16,0 0 16,0-41-1,0 41-15,0 0 0,0 0 16,1 0-16,-1 0 31,0 0-31,0 0 0,0 0 16,0 0-16,0 0 15,0 0-15,1 41 0,-1-41 0,0 0 16,0 0-16,0 0 16,0 0-16,-40 40 0,40-40 31,0 0-16,-40 40-15,41-40 0,-1 0 16,0 40 0,0-40-16,-40 40 0,40-40 0,0 0 15,-40 40-15,40-40 16,-40 40-16,40-40 0,-40 40 0,41-40 16,-41 40-16,40-40 0,-40 41 15,40-41-15,-40 40 0,40-40 0,-40 40 16,40-40-16,-40 40 0,40 0 31,-40 0-31,40-40 0,-40 40 16,0 0-16,40-40 15,-40 40-15,41 0 0,-41 1 16,40-41-16,-40 40 16,40 0-16,0 0 0,-40 0 15,40-40-15,-40 40 0,40-40 16,-40 40-16,40 0 15,-40 0-15,40-40 16,-40 41-16,0-1 16,41-40-16,-41 40 0,40 0 15,-40 0-15,0 0 16,40-40-16,-40 40 0,0 0 0,40-40 16,-40 40-16,0 0 15,40-40-15,-40 41 0,40-41 0,-40 40 0,40 0 16,-40 0-16,40-40 0,-40 40 0,0 0 15,41-40-15,-41 40 16,40-40-16,-40 40 0,0 0 0,40-40 16,-40 41-1,40-1-15,-40 0 0,0 0 16,0 0 0,40-40-16,-40 40 0,0 0 0,40 0 15,-40 0-15,40-40 16,-40 40-16,0 1 15,40-41-15,1 40 16,-1-40 0,-40 40-16,40-40 0,-40 40 15,40-40 1,-40 40-16,40-40 0,-40 40 16,40-40-1,-40 40-15,40-40 0,-40 40 16,40-40-16,1 40 0,-1-40 15,-40 41 1,40-41-16,0 0 0,-40 40 0,40-40 16,0 0-16,-40 40 15,40-40-15,0 0 16,1 0 0,-1 0-1,0 0-15,-40 40 0,40-40 0,0 0 16,0 0-16,0 40 15,0-40-15,1 0 0,-1 0 32,0 40-32,0-40 15,0 0 1,0 0 0,0 0-1,1 0-15,-1 0 0,0 0 16,0 0-16,0 0 0,0 0 15,0 0-15,0 0 16,1 0-16,-1 0 0,0 0 16,0 0-1,0 0-15,0 0 0,0 0 16,0 0-16,-40-40 16,41 40-16,-1 0 0,0 0 0,0 0 0,0 0 15,0-40-15,0 40 0,0 0 16,1 0-16,-1-40 15,0 40-15,0 0 16,-40-40-16,40 40 0,0 0 16,-40-40-16,40 40 0,0 0 15,1-41-15,-1 41 16,0-40-16,0 40 16,0-40-16,0 40 15,-40-40-15,40 40 16,-40-40-16,40 40 0,1-40 15,-41 0 1,40 40-16,0-40 0,0 0 16,-40-1-1,40 41-15,-40-40 16,40 40 0,-40-40-16,40 0 0,-40 0 15,40 40-15,-40-40 0,41 40 0,-41-40 16,40 0-16,-40 0 15,40 40-15,-40-40 0,0-1 16,40 41-16,-40-40 16,40 40-16,-40-40 15,0 0 1,40 40-16,-40-40 0,0 0 0,40 40 16,-40-40-16,40 40 15,-40-40-15,0 0 0,41 40 0,-41-41 0,40 41 16,-40-40-16,40 0 0,-40 0 15,40 40-15,-40-40 16,0 0-16,40 40 16,-40-40-1,0 0-15,40 40 0,-40-40 16,0 0-16,40-1 16,-40 1-16,40 0 0,1 0 15,-41 0 1,40 40-1,-40-40-15,0 0 0,40 40 16,-40-40-16,40 40 16,-40-40-16,40-1 0,-40 1 15,40 40-15,-40-40 16,0 0-16,40 40 16,-40-40 15,40 40-31,1 0 15,-41-40 1,40 40-16,0-40 0,0 40 16,0-40-1,0 40-15,-40-40 0,40 40 16,0 0 0,-40-40-16,41 40 15,-1-41-15,0 41 16,-40-40-16,40 40 0,0-40 15,0 40-15,-40-40 16,40 40 0,-40-40-16,41 40 0,-41-40 31,40 40-31,0 0 31,-40-40-15,40 40 31,0 0-16,0 0-15,0 40-16,0-40 15,1 0-15,-41 40 0,40-40 0,0 0 31,0 0-31,0 0 32,0 0-1,0 0-31,-40 40 16,40-40-1,1 0 1,-41 40-16,40-40 0,-40 40 15,40-40 1,0 40-16,0-40 31,-40 41 1,40-41-32,-40 40 15,40-40-15,-40 40 16,40-40-16,-40 40 15,41-40-15,-41 40 0,40-40 16,0 40 0,0-40-1,-40 40-15,40-40 16,-40 40 0,40-40-1,-40 40-15,40-40 0,-40 40 16,40-40-16,1 41 0,-1-1 15,0 0 1,-40 0 0,40-40-16,-40 40 15,40-40-15,-40 40 16,40-40 0,-40 40-16,40-40 0,-40 40 15,40-40-15,-40 40 0,41 1 16,-41-1-1,40-40-15,-40 40 0,40 0 16,-40 0 0,40-40-16,-40 40 0,0 0 0,40-40 15,-40 40 1,40-40-16,-40 40 0,40 0 0,0 1 16,-40-1-1,41-40-15,-1 40 16,0-40-1,0 0 17</inkml:trace>
  <inkml:trace contextRef="#ctx0" brushRef="#br0" timeOffset="35237.81">2648 11630 0,'0'40'172,"40"-40"-140,1 40-17,-1-40 1,0 0-16,0 0 15,0 0-15,0 0 0,0 0 16,0 40 0,1-40-16,-1 0 0,0 0 0,0 0 15,0 0-15,0 0 0,0 0 16,0 0-16,1 0 0,-1 0 0,0 0 0,0 0 16,0 0-16,0 0 15,0 0-15,1 0 0,-1 0 0,0 0 16,0 0-16,0 0 0,0 0 0,0 0 15,0 0-15,1 0 16,-1 0-16,0 0 0,0 0 0,0 40 0,0-40 16,40 0-16,-39 0 15,39 0-15,-40 0 0,40 0 0,0 0 0,-39 0 16,39 0-16,-40 0 0,40 0 16,-40-40-16,41 40 0,-41 0 0,0 0 0,0 0 15,0 0-15,0 0 0,0 0 0,0 0 16,1 0-1,-1-40-15,0 40 0,0 0 16,0 0-16,0 0 0,0 0 16,0 0-16,1 0 0,-1 0 0,0 0 0,0 0 15,0 40-15,0-40 16,0 0-16,0 0 0,-40 40 0,41-40 16,-1 0-16,0 0 15,0 0-15,0 0 16,0 0-16,0 0 15,0 0-15,1 0 0,-1 0 16,40 0-16,-40 0 0,40-40 0,1 40 0,-1 0 16,40 0-16,-40 0 0,41 0 15,-41 0-15,0 0 0,41 0 0,-41 0 0,0 0 16,1 0-16,-1 40 16,0-40-16,0 0 0,-40 0 0,41 0 0,-41 40 15,0-40-15,0 0 0,0 0 0,0 0 0,0 0 16,1 0-16,-1 0 15,0 0-15,0 0 0,40 0 0,-40 0 0,0 0 16,41 0-16,-1 0 16,-40 0-16,40 0 0,1 0 0,-41 0 0,40 41 15,-40-41-15,40 0 0,-40 0 16,41 0-16,-41 0 0,0 0 0,0 0 0,40 0 16,-40 0-16,1 0 15,39 0-15,-40 0 0,0 0 0,40 0 0,-40 0 16,41 0-16,-41 0 0,40 0 0,0 0 0,-40 0 15,41 0-15,-1 0 16,-40 0-16,40 0 0,-40 0 0,41 0 0,-41 0 0,0 0 16,40 0-16,-40 0 15,0 0-15,1 0 0,-1 40 0,0-40 0,0 0 16,0 0-16,0 0 0,0 0 16,1 0-16,-1 0 0,0 40 0,0-40 0,40 0 15,-40 0-15,0 0 0,41 0 0,-41 0 0,0 0 16,40 0-16,-40 0 15,41 0-15,-41 40 0,0-40 0,0 0 0,0 0 16,0 0-16,0 0 16,0 0-16,1 0 0,-1 0 0,0 0 0,0 0 0,0 0 15,0-40-15,0 40 16,0 0-16,1-40 0,-1 40 0,0 0 16,0 0-16,0 0 15,0 0-15,0 0 0,0 0 16,1 0-16,-1 0 0,0 0 15,0 0-15,0 0 16,0 0-16,0 0 0,0 0 0,1 0 16,-1 0-16,0 0 0,0 0 15,0 0-15,0 40 0,40-40 0,-39 0 16,-1 0-16,0 0 0,0 0 16,0 0-16,0 0 0,0 0 0,0 0 15,1 0-15,-1 0 0,0 0 0,0 0 16,0 0-1,0 0-15,0 0 0,0 0 16,1 0-16,-1 0 16,0 0-16,0 0 0,0 0 15,0 0 1,0 0-16,0 0 0,1 0 16,-1 0-16,0 0 0,0 0 0,0 0 15,0 0 1,0 0-16,0 0 0,1 0 31,-1 0-31,0 0 31,0 0 47,-40 40-78,40-40 16,0 0-16,0 0 16,-80-40 15,0 40-15,40-40-16</inkml:trace>
  <inkml:trace contextRef="#ctx0" brushRef="#br0" timeOffset="35767.79">14205 11630 0,'0'0'0,"40"0"63,0 0-48,0 0 1,0 0-16,0 0 0,0 0 15,-40 40 1,41-40-16,-41 40 0,40-40 16,-40 40-1,40-40-15,-40 40 0,0 0 16,40-40-16,-40 41 16,40-1-16,-40 0 15,40-40-15,-40 40 31,-40-40 1,0 40-32,0-40 15,0 40-15,0 0 16,-1 0-16,1-40 16,40 40-16,-40-40 0,0 41 0,40-1 15</inkml:trace>
  <inkml:trace contextRef="#ctx0" brushRef="#br0" timeOffset="36798.08">14004 7178 0,'-40'0'0,"40"-40"31,40 80 110,0 0-141,0 0 15,0-40-15,1 41 0,-1-41 16,-40 40-16,40-40 15,-40 40-15,40-40 0,-40 40 16,40-40 0,-40 40-16,0 0 31,0 0-31,0 0 16,0 0-16,0 1 15,-40-41-15,40 40 0,-40 0 0,40 0 0,-40-40 16,40 40-16,-81 0 0,81 0 0,-40-40 15,40 40-15,-40-40 16,40 40-16</inkml:trace>
  <inkml:trace contextRef="#ctx0" brushRef="#br0" timeOffset="38098.01">2488 3729 0,'0'0'0,"-40"0"110,40 40-110,0 0 15,-40-40-15,-1 41 0,1-1 0,0-40 16,40 40-16,-40-40 16,40 40-16,-40 0 0,40 0 15,-40-40-15,40-40 31,40 0-15,-40 0 0,40 0-16,-40 0 0,40 40 0,-40-41 15,40 1-15,0 0 16,1 0-16,-1 0 16,0 40-1,-40-40-15,40 40 16,-40 40 15,40-40-15,0 80-1,0-40-15,0 0 16,1 1-16,-1-1 0,0 0 16</inkml:trace>
  <inkml:trace contextRef="#ctx0" brushRef="#br0" timeOffset="154399.32">20224 5173 0,'40'0'204,"0"0"-189,0 0-15,0 0 16,0 0-16,0 0 0,1 0 15,-1 0-15,0 0 0,0 0 0,0 0 16,0 0-16,0 0 16,0 0-16,1 0 0,-1 0 0,0 0 15,0 0-15,0 0 16,0 0-16,0 0 16,0 0-1,1 0-15,-1 0 16,0 0-16,0 0 0,0 0 15,0 0-15,0 0 0,0 0 16,-40-40-16,41 40 31,-1 0 94,0 0-109,0 0-16,0 0 16,0 0-1,0 0-15,0 0 16,1 0-1,-1 0 1,-80 0 93</inkml:trace>
  <inkml:trace contextRef="#ctx0" brushRef="#br0" timeOffset="155134.88">21387 4932 0,'0'0'0,"-40"0"0,40-40 78,40 40 94,41 0-172,-41 0 15,-40 40-15,40-40 0,0 0 16,0 40-16,0 1 0,0-41 15,0 40-15,1-40 16,-1 40-16,0-40 16,-40 40-16,40-40 15,-40 40 48,0 0-32,-40-40-31,0 40 0,0-40 16,40 40-16,-41-40 15,1 40-15,0-40 0,40 41 0,-40-1 16,0-40-16,0 40 0,0 0 16,0-40-16,-1 40 15,1 0-15</inkml:trace>
  <inkml:trace contextRef="#ctx0" brushRef="#br0" timeOffset="156421.83">22752 4732 0,'40'0'16,"-40"-40"31,-40 40-32,0 0 1,-1 0-16,1 0 0,0 0 16,0 40-16,0-40 0,0 0 15,0 40 1,0-40-16,-1 40 15,1-40-15,0 40 16,0 0-16,0-40 0,40 40 0,-40-40 16,40 40-16,0 1 15,-40-41-15,40 40 0,-40-40 0,40 40 16,0 0-16,0 0 0,0 0 16,0 0-1,0 0-15,0 0 31,40-40-31,-40 41 0,40-1 16,-40 0 0,40-40-16,0 0 0,-40 40 15,40-40 1,-40 40-16,40-40 0,0 0 16,-40 40-16,41-40 0,-1 0 15,0 0 1,0 0-16,0 0 15,-40 40-15,40-40 16,0 0-16,0 0 16,1 0-1,-1 0-15,0 0 0,0 0 16,0-40-16,0 40 16,0 0-1,0-40 1,1 0-1,-1 0-15,0 0 32,0 40-32,-40-40 0,0-1 15,40 41 1,-40-40-16,40 40 16,-40-40-16,0 0 0,0 0 31,0 0-31,0 0 15,0 0 1,0 0 0,0-1-1,0 1-15,0 0 16,-40 40-16,40-40 16,-40 40-1,40-40-15,-40 40 16,0 0-1,0 0 1,-1-40 0,1 40-1,40-40 1,-40 40-16,0 0 0,0 0 16,0 0-16,0 0 15,40-40 1,-40 40-16,40 40 31</inkml:trace>
  <inkml:trace contextRef="#ctx0" brushRef="#br0" timeOffset="156941.87">22350 5013 0,'0'-41'16,"0"82"109,41-41-110,-41 40-15,40-40 0,-40 40 0,40-40 16,-40 40-16,40-40 0,-40 40 16,40-40-16,-40 40 0,40-40 0,0 0 0,-40 40 15,40-40-15,-40 40 16,41-40-16,-1 40 0,0-40 16,0 41-16,0-41 15,-40 40 1,40-40-16,0 0 31,-40 40-31</inkml:trace>
  <inkml:trace contextRef="#ctx0" brushRef="#br0" timeOffset="157321.85">22992 4972 0,'-40'0'0,"40"-40"0,-40 40 46,0 0 1,40 40-31,-40-40-16,40 41 16,-40-41-16,40 80 0,-40-80 15,40 40-15,-40 0 0,40 0 0,-41-40 0,41 40 16,-40 0-16,0 0 15,0 1-15,40-1 0,-40 0 0,0 0 0,0 0 16,40 0-16,-40 0 0,-1 0 16,41 0-16,-40 0 15</inkml:trace>
  <inkml:trace contextRef="#ctx0" brushRef="#br0" timeOffset="158711.69">18137 5253 0,'0'-40'32,"0"0"-32,0 0 31,40 40-31,-40-40 16,40 40-16,1 0 0,-1 0 15,0-40 1,0 40-16,0 0 0,0 0 15,0 40 1,-40 0-16,40 40 0,-40-40 16,0 0-1,0 0-15,0 1 0,0-1 0,-40 0 0,40 0 16,-80 0-16,80 0 0,-40-40 0,0 40 0,40 0 16,-40 0-16,0 0 15,-1-40-15,41 41 0,0-82 47,41 1-47,-1 0 16,-40 0-16,40 0 0,0 0 15,0 0-15,0 40 16,-40-40-16,40 0 0,0 0 0,1-1 0,-1 1 16,0 0-16,0 0 0,0 40 0,0-40 15,0 40-15,-40-40 0,40 40 16,-40-40-16,41 0 0,-41 0 31,-41 80 78,1 0-109,0 0 0,0 0 16,0 0 0,0 0-16,40 0 0,-40-40 0,0 40 15,40 1-15,-41-1 16,1 0-16,40 0 0,-40 0 0,40 0 16,0 0-16,0 0 15,40-40 1,0 0-16,-40 40 0,41-40 15,-1 0-15,0 0 16,0 0-16,0 0 0,0 0 16,-40-40-1,40 40-15,0-40 16</inkml:trace>
  <inkml:trace contextRef="#ctx0" brushRef="#br0" timeOffset="159171.74">19341 4812 0,'-40'40'63,"0"0"-48,40 0-15,-40-40 16,40 40-16,-41 1 0,41-1 15,-40 0-15,40 0 0,0 0 0,-40 0 16,40 0 0,-40 0-16,40 0 0,0 1 0,0-1 15,0 0 1,0 0-16,0 0 0,0 0 16,40-40-16,-40 40 0,40-40 0,41 0 15,-41 0 1,0 0-16,0 0 0,-40-40 15,40 40-15,0-40 16,0 40-16,-40-40 0</inkml:trace>
  <inkml:trace contextRef="#ctx0" brushRef="#br0" timeOffset="159551.71">19582 4972 0,'0'0'0,"0"-40"31,0 80 16,0 1-32,0-1 1,0 0-16,-40 0 0,40 0 16,-41 0-1,41 0-15,-40 0 0,40 0 16,0 1-16,-40-1 0,40 0 16,0 0-1,0 0-15,0 0 16,40-40-1,0 0-15,1 0 16,-41-40-16,40 40 16</inkml:trace>
  <inkml:trace contextRef="#ctx0" brushRef="#br0" timeOffset="159791.65">19221 5454 0,'0'0'16,"0"-40"-1,40 0 1,40-1 0,-40 41-16,0-40 15,0 40-15,41 0 16,-41-40-1,80 0-15</inkml:trace>
  <inkml:trace contextRef="#ctx0" brushRef="#br0" timeOffset="160071.68">19903 4932 0,'0'-40'16,"40"80"15,0 0-31,-40 1 31,0 119-15,0-40-1,-161 81 1,81-121 0,40-40-16</inkml:trace>
  <inkml:trace contextRef="#ctx0" brushRef="#br0" timeOffset="161541.52">120 5173 0,'0'-40'16,"0"0"15,41 40-15,-41-40-16,40 40 0,0 0 16,0 0-1,0 40 1,0-40-16,-40 80 15,0-40-15,0 0 16,0 0-16,0 0 0,0 1 16,-40-1-16,40 0 0,-40 0 15,40 0-15,-40-40 0,40 40 0,-40 0 0,40 0 16,-40-40-16,40-40 31,80 40-31,-80-40 0,40 0 16,0 0-16,0 0 15,-40 0-15,40 0 0,0-41 0,1 41 0,-1 0 16,0 0-16,-40 0 16,40 0-16,0 0 0,-40 0 0,40 40 0,-40-41 15,0 1-15,40 40 0,-40-40 0,0 0 16,-40 40 0,0 0 15,40 40-31,-40-40 0,0 40 15,0 0 1,40 1-16,0-1 0,-40 0 0,40 0 16,0 0-1,0 0-15,0 0 0,0 0 0,0 0 16,40 1-16,-40-1 16,40-40-16,0 0 15,-40 40-15,40-40 0,0 0 0,0 0 16,0 0-1,1-40-15,-1 0 16</inkml:trace>
  <inkml:trace contextRef="#ctx0" brushRef="#br0" timeOffset="161831.58">1043 4812 0,'0'0'15,"-40"0"-15,0 0 16,0 0 15,40 40-15,0 0-16,-40 0 0,40 0 16,0 1-16,0-1 15,0 0-15,-40 0 0,40 0 0,0 0 0,0 0 16,0 0-16,0 0 15,0 1-15,0-1 0,0 0 0,40 0 16,0 0 0,0-40-16,0 0 15,0-40-15</inkml:trace>
  <inkml:trace contextRef="#ctx0" brushRef="#br0" timeOffset="162111.49">1244 4932 0,'-40'-40'16,"80"80"-16,-80-120 16,40 120 15,0 0-16,0 41-15,0-41 0,0 0 16,0 0-16,0 0 16,0 0-16,0 0 0,-40 0 0,40 0 15,0 1-15,0-1 0,0 0 16,0 0 0,40-40-16</inkml:trace>
  <inkml:trace contextRef="#ctx0" brushRef="#br0" timeOffset="162311.47">1204 5253 0,'-40'0'16,"40"-40"-16,0 0 16,40 40-16,0-40 15,0 40-15,0-40 0,0 40 0,0-40 16,1 40-1,-1-40-15,0 40 32,-40-41-32</inkml:trace>
  <inkml:trace contextRef="#ctx0" brushRef="#br0" timeOffset="162521.46">1525 4852 0,'-40'0'0,"80"0"47,0 0-32,-40 40-15,40-40 0,-40 40 16,0 0-16,0 1 0,0-1 0,0 0 16,0 0-16,0 0 0,0 40 15,-80-40-15,80 41 0,0-41 0,-40 0 0,0 0 16,-1 40-16,1-40 15</inkml:trace>
  <inkml:trace contextRef="#ctx0" brushRef="#br0" timeOffset="164891.32">22712 5654 0,'-41'0'0,"41"-40"31,41 40 0,-41 40 47,0 0-78,0 0 16,0 1 15,0-1 1,0 0-17,0 0-15,0 0 16,0 0-16,-41 0 0,41 0 15,-40 0 1,40 1-16,-40-1 0,40 0 16,0 0-16,-40-40 0,40 40 15,-40 0-15,40 0 0,0 0 16,0 0-16,0 0 16,0 1-1,0-1-15,0 0 0,0 0 16,0 0-16,0 0 15,0 0-15,0 0 0,0 0 16,0 1 0,0-1-16,0 0 0,-40-40 78,40-40-78</inkml:trace>
  <inkml:trace contextRef="#ctx0" brushRef="#br0" timeOffset="165561.28">22712 5895 0,'0'0'16,"0"-40"-1,-41 40 17,41 40-17,-40-40 1,40 40-16,-40 0 0,0 0 16,0 0-1,0 0-15,40 1 0,-40-41 16,40 40-1,-40-40-15,40-40 47,40 40-47,-40-41 0,40 1 16,-40 0-16,40 0 16,0 40-16,-40-40 0,0 0 0,40 40 0,0-40 15,-40 0 1,40 40-16,1-40 15,-1-1 1,-40 82 31,40-41-47,-40 40 0,0 0 16,40-40-16,-40 40 15,0 0-15,40-40 0,-40 40 0,40-40 16,-40 40-1,40-40-15,-40 40 0,40-40 0,1 0 16,-41 40-16</inkml:trace>
  <inkml:trace contextRef="#ctx0" brushRef="#br0" timeOffset="166631.25">21628 7579 0,'40'0'31,"-40"-40"-15,0 80 15,0 41-15,0-41-16,-40 0 0,40 0 0,0 0 0,-40 0 15,40 0-15,0 0 0,0 0 0,0 41 0,0-41 16,0 0 0,0 0-16,0 0 0,0 0 0,0 0 15,-80-40 1</inkml:trace>
  <inkml:trace contextRef="#ctx0" brushRef="#br0" timeOffset="166991.19">21227 7780 0,'0'0'16,"0"-40"-1,40 0 1,40 0 15,81 40-15,39-41-1,-39 1 1,-81 40 0</inkml:trace>
  <inkml:trace contextRef="#ctx0" brushRef="#br0" timeOffset="167281.18">21347 8341 0,'-40'0'15,"80"0"-15,-120 40 0,120-40 47,0 0-31,0 0-16,0 0 0,-40-40 0,41 40 16,-1 0-1,0-40-15,0 40 0,0 0 16,0-40-16,0 40 15,0-40-15</inkml:trace>
  <inkml:trace contextRef="#ctx0" brushRef="#br0" timeOffset="167951.16">21989 7940 0,'0'0'0,"0"-40"31,40 40-15,1 161-1,-1-41 1,-40-40 15,40-40-15,-40-80 15,0 0-15,40 0-1,40-80 1,-40 79 0,41 41-1,-41 41 1,-40 39-1,0 0 1,-81 0 15,81-40-15,0-80 0,81-80-1,39 0 16,-40 79-15,-40 41 0,1 41-1,-41 39 17,0 40-17,-41 0 1,41-39 15,0-41-15,41-80-1</inkml:trace>
  <inkml:trace contextRef="#ctx0" brushRef="#br0" timeOffset="168341.11">23233 8181 0,'-40'0'16,"80"0"-16,-120 0 0,80-40 16,0 80 30,0 0-14,0 0-17,0 0 1,0 0 0,0 0-1,0 1-15,0-1 16,0 0-16,0 0 15,0 0-15,0 0 0,0 0 0,0 0 16,0 0 0</inkml:trace>
  <inkml:trace contextRef="#ctx0" brushRef="#br0" timeOffset="168661.09">23193 8381 0,'-40'-40'15,"80"80"-15,-80-120 0,0 0 16,40 40-16,80 0 16,-40 0-1,0 40 16,-40 40-15,40-40-16,-40 40 16,41-40-16,-41 40 0,0 0 15,0 0-15,-41-40 16,41 40 0,-40-40-16,0 40 0,0-40 15,0 0-15,40 41 0,-40-41 16,40-41 15</inkml:trace>
  <inkml:trace contextRef="#ctx0" brushRef="#br0" timeOffset="169431.12">23594 8181 0,'0'-40'16,"-40"40"0,40 40 31,0 0-47,-40-40 0,40 40 0,0 0 15,0 0 1,0 0-16,0 1 15,40-41-15,-40 40 16,40-40-16,0 0 0,1 0 31,-41-40-31,40 40 0,-40-41 16,40 1-16,-40 0 0,40 0 16,-40 0-1,40 0-15,-40 0 16,0 80 31,0 0-32,-40-40-15,40 40 0,0 0 0,0 0 16,0 0 0,0 1-1,40-41-15,0 0 16,0 0-16,0 0 0,1 0 15,-1-41 1,0 41-16,-40-40 0,40 40 0,-40-40 0,40 0 16,-40 0-16,40 0 15,-40 0-15,0 0 0,40 0 0,-40-1 16,0 1-16,0 0 0,0 0 16,0 0-1,0 0-15,-40 0 16,40 80 46,-40 0-62,40 0 0,0 0 16,0 0-16,0 0 16,-40 1-16,40-1 0,0 0 0,-40 0 15,40 0-15,0 0 16,0 0-16,-40 0 0,40 0 0,0 1 15,0-1-15,0 0 16,40 0-16,0-40 16</inkml:trace>
  <inkml:trace contextRef="#ctx0" brushRef="#br0" timeOffset="169841.05">24838 8221 0,'0'-40'16,"0"0"-16,-40 40 46,0 40-30,40 0-16,-40-40 16,40 40-16,0 0 15,-40-40-15,40 40 0,0 0 16,0 1-16,40-41 0,0 40 16,0 0-1,0 0-15,-40 0 16,0 0-1,0 0-15,-40-40 16,0 0 0,0 40-16,0-40 0,0 0 0,-1 0 15,1 0-15</inkml:trace>
  <inkml:trace contextRef="#ctx0" brushRef="#br0" timeOffset="170181.05">25079 8381 0,'0'-40'15,"40"40"1,40 0-16,-80-40 0,40 40 16,1 0-16,-1 0 15,0-40 1,-120 40 15,39 0-15,1 0-1,0 0-15,0 40 0,0 0 16,0 0 0,40 1-16,-40-41 0,40 40 15,80-40 1,-40 40-16,0-40 0,0 0 15,0 0-15,1 0 16,-1 0-16,0 0 0,0 0 0,0 0 16</inkml:trace>
  <inkml:trace contextRef="#ctx0" brushRef="#br0" timeOffset="170591.05">26604 7740 0,'-40'0'31,"0"-40"-31,-1 40 16,41 40 15,0 0-31,0 80 31,0 41-31,0 39 31,0-120-31,41 41 32,-1-41-17</inkml:trace>
  <inkml:trace contextRef="#ctx0" brushRef="#br0" timeOffset="171481">26403 8221 0,'-80'0'31,"160"0"-31,-160-40 0,40 40 16,40-40-16,40 40 0,0 0 16,80-40-1,41 40 16,-121 0-15,40-40 0,-40 40-1,1 0 17,39 0-17,40 40 1,1 80 15,-121-40-15,-41-40-1,-39 0 1,0-40 15,40-80-31,120-40 31,-40 40-31,81-1 32,-1 41-17,0 40 1,-39 40 0,79 1-1,-120-41-15,0 0 16,-80 0-1,40-41 1,-40 41-16,0 0 31,0 0-31,0 0 16,40 41-16,-40-41 0,40 40 16,0 0-1,-41-40-15,41 40 0,0 0 0,0 0 16,41 0-1,-1-40 1,0 0 0,-40-80-16,40 80 0,-40-40 15,40 0-15,-40 0 0,0 0 16,40 40-16,-40-41 16,40 41 15,-40 41-31,40-1 15,-40 0-15,41 0 16,-1 0-16,0 0 31,0-40-31,0 0 0,0 0 16,0 0-16,0 0 0</inkml:trace>
  <inkml:trace contextRef="#ctx0" brushRef="#br0" timeOffset="171710.93">28450 7980 0,'-41'0'0,"82"0"0,-82-40 15,1 40-15,0 0 16,40 40 0,0 0-1,-40 1 1,40 119-1,40-80 1,0-40 15</inkml:trace>
  <inkml:trace contextRef="#ctx0" brushRef="#br0" timeOffset="171870.98">28329 7780 0,'0'0'0,"-40"-80"15,40 40-15,0-1 32,80 41-32</inkml:trace>
  <inkml:trace contextRef="#ctx0" brushRef="#br0" timeOffset="172300.9">28771 7860 0,'0'0'16,"0"80"-1,0 0 16,0 41-15,-41-81 0,41 40-1,41-120 17,-1 40-32,40-40 15,81-80 1,-121 79-1,0 41-15,0 0 16,-40 41 0,0 39-1,40 40 1,40 0 15,1-39-15,-41-81-1,0 0-15,-40-81 16</inkml:trace>
  <inkml:trace contextRef="#ctx0" brushRef="#br0" timeOffset="179630.51">23554 10146 0,'40'0'16,"-80"0"78,0 0-79,0 0 1,0 0-16,0 0 0,0 0 0,-1 0 16,1 0-16,0 0 0,-40 0 0,40 0 0,0 0 15,-41 0-15,41 0 0,0 0 16,-40 40-16,40-40 0,-40 0 0,39 0 0,1 0 16,-40 40-16,40-40 15,0 0-15,0 0 0,0 0 0,-1 40 0,1-40 16,0 0-16,0 0 0,0 0 15,0 0-15,0 0 0,0 0 0,-1 0 0,1 40 16,0-40 0,0 0-16,0 0 0,0 0 15,80 0 32,0 0-31,0 0-16,0 0 0,0 41 0,41-41 0,-41 0 15,0 0-15,40 0 0,-40 0 16,41 40-16,-41-40 0,0 0 0,40 40 0,-40-40 16,0 40-16,0-40 0,1 0 0,-1 0 0,0 40 15,0-40-15,0 0 16,0 0-16,0 40 0,0-40 0,1 0 16,-1 0-16,-40 40 0,40-40 15,0 0-15,-40 40 16,-40-40-1,40 40-15,-40-40 16,-41 0-16,81 41 16,-40-41-16,0 0 0,0 0 0,0 40 0,0-40 15,0 40-15,0-40 0,-1 40 0,1-40 0,0 0 16,0 40-16,0-40 16,0 0-16,0 40 0,0-40 0,-1 40 0,1-40 15,0 0-15,0 40 0,0-40 16,0 40-16,0-40 0,0 40 0,-1 1 15,1-41 1,0 40-16,0 0 0,0-40 0,0 40 16,40 0-16,-40-40 0,-1 40 0,41 0 0,-40-40 15,0 40-15,0 0 16,0-40-16,40 41 0,40-41 62,0 0-46,0 0-16,0 0 16,1 0-16,-1 0 0,0 0 0,0 0 15,0 0-15,0 0 0,0 0 0,41 0 16,-41 0-16,0 0 0,40 0 16,-40 40-16,41-40 0,-1 0 0,0 0 0,0 0 15,1 40-15,-1-40 16,40 0-16,-40 0 0,1 0 0,-1 0 0,0 40 15,0-40-15,41 0 0,-41 0 16,-40 0-16,40 0 0,1 0 0,-41 0 0,40 0 16,-40 0-16,0 0 0,0 0 0,1 0 15,-82 0 95,1 0-95,0 0 1,0 0 0,0 0 15</inkml:trace>
  <inkml:trace contextRef="#ctx0" brushRef="#br0" timeOffset="183700.19">21909 11951 0,'40'0'1250,"0"-40"-1250,0 40 16,1 0 15,-1 40-15,-40 0 0,0 0-16,0 0 0,0 0 0,0 0 15,0 0 1,-40 1-16,40-1 0,-41-40 0,41 40 15,-40-40-15,40 40 16,0-80 15,40 40-31,-40-40 16,41 40-16,-41-81 0,40 81 0,0-40 0,-40 0 16,40 40-16,0-40 0,-40 0 15,40 40-15,-40-40 0,40 40 0,-40-40 16,40 40-16,1 0 15,-41-40 1,40 40-16,-40 80 16,0-40-1,40-40-15,-40 40 0,0 0 16,0 0 0,0 0-16,0 1 0,0-1 15,0 0-15,0 0 16,0 0-1,0 0 1,40-40 0,0 0-16,0 0 15</inkml:trace>
  <inkml:trace contextRef="#ctx0" brushRef="#br0" timeOffset="183930.2">22752 12232 0,'-40'0'31,"40"-41"-31,0 1 16,40 40 0,120-40-1,-39 0 1,-41 40 15,-40 40-31,0-40 0</inkml:trace>
  <inkml:trace contextRef="#ctx0" brushRef="#br0" timeOffset="184150.24">22952 12392 0,'0'0'0,"-40"40"16,40-80 15,40 40-15,81-40 0,-41 40 15,40 0-16</inkml:trace>
  <inkml:trace contextRef="#ctx0" brushRef="#br0" timeOffset="184380.17">23755 12352 0,'0'0'15,"-40"-40"1,80 40 0,0 0-1,40 0 1,-40 0-16,0 0 16,1 0-16,-1 0 15</inkml:trace>
  <inkml:trace contextRef="#ctx0" brushRef="#br0" timeOffset="184960.12">24357 12312 0,'-40'0'0,"80"0"31,0 0-15,0 0-16,-40 40 16,40-40-1,0 40-15,0-40 16,0 0 0,1 0-16,-41-40 0,40 40 0,0 0 15,-40-40-15,40 40 0,0 0 16,0-40-16,-40 0 31,0-1-31,-40 41 16,0 0-1,0 0 1,0 0-16,0 0 0,-1 0 16,1 0-1,40 41-15,-40-41 0,0 40 0,0 0 16,0-40-16,40 40 0,-40-40 15,40 40-15,-40-40 0,40 40 0,-41-40 0,1 40 16,0-40 15,40-40 1,0 0-32,40 0 31,0 0-31,1 40 15,-1-40 1,0 40-16,0 0 16,0 0-1</inkml:trace>
  <inkml:trace contextRef="#ctx0" brushRef="#br0" timeOffset="185990.06">23033 9745 0,'40'0'31,"0"0"-31,0 0 16,0 0-16,0 0 0,0 0 16,0 0-16,1 0 15,-1 0-15,0-40 32,-40 0-32,0 0 15,0 0 1,-40-1-16,0 1 0,40 0 15,-41 40 1,1 0-16,40-40 0,-40 40 16,0 0-1,0 40 1,0-40-16,0 0 0,40 40 0,-40-40 0,40 40 16,-41-40-16,1 41 15,40-1-15,-40-40 0,0 40 0,40 0 0,-40-40 16,40 40-16,-40 0 0,0 0 15,0 0-15,-1 0 16,1-40-16,40 41 0,0-82 47,0 1-47,0 0 16,0 0-16,0 0 0,0 0 15,0 0-15,0 0 16,0 0-16,40-1 15,1 41-15,-1 0 16,-40-40-16,40 40 0,0 0 16,0 0-16,0 0 0,-40 40 0,40-40 0,0 41 15,1-41-15,-41 40 16,40-40-16,0 40 0,0 0 0,-40 0 0,40-40 16,0 0-16,0 40 0</inkml:trace>
  <inkml:trace contextRef="#ctx0" brushRef="#br0" timeOffset="186820.08">24798 10748 0,'0'0'0,"0"-40"16,-40 40 15,0 0-15,0 0-1,0 0-15,-1 0 16,1 0-16,40 40 15,-40-40-15,0 0 0,0 80 0,0-40 16,40 0-16,0 0 16,0 0-16,0 0 15,0 0-15,40-40 0,-40 41 0,40-41 0,-40 40 16,40-40-16,0 40 16,0-40-16,1 0 0,-1 0 0,0 0 15,0 0-15,0 0 0,0-40 16,-40 0-16,40-1 0,-40 1 0,0 0 15,0 0 1,0-40-16,0 40 0,0 0 0,-40 0 0,40 0 16,-40-1-16,40 1 0,-40 0 0,40 0 0,-40 0 15,40 0-15,-40 0 0,40 0 16,-40 0-16,40-1 0,0 1 0,0 0 16,0 0-1,40 40-15,-40-40 0,40 40 0,0 0 16,0 0-16,0 0 15,0 0-15,0 40 0,1-40 16,-41 40-16,40-40 0,-40 40 0,40 0 16,-40 1-1</inkml:trace>
  <inkml:trace contextRef="#ctx0" brushRef="#br0" timeOffset="187359.97">25761 10186 0,'0'0'0,"0"40"125,0 0-110,-40 0-15,40 1 16,-40-1-16,0 0 0,40 0 0,0 0 16,-40 0-16,40 0 15,0 0-15,0 0 0,0 1 0,-40-1 0,40 0 16,0 0-16,0 0 15,0 0-15,40 0 0,-40 0 0,40 0 0,-40 0 16,40-40-16,-40 41 0,40-1 0,0-40 0,0 0 16,-40 40-16,40-40 15,1 0-15,-1 0 0,0 0 0,0 0 16,0-40 0,0 40-16,-40-40 0</inkml:trace>
  <inkml:trace contextRef="#ctx0" brushRef="#br0" timeOffset="187649.95">26443 10306 0,'-40'0'16,"80"0"-16,-120-40 15,80 0-15,0 80 31,0 0-15,0 41-16,0-41 0,0 0 16,-40 0-16,40 0 15,0 0-15,0 0 0,0 0 0,0 1 0,0-1 16,0 0-16,0 0 16,0 0-16,0 0 0,0 0 0,0 0 0,0 0 15,40-40-15,-40 40 0,40-40 16,-40 41-16,40-41 0,0 0 0,1 0 15</inkml:trace>
  <inkml:trace contextRef="#ctx0" brushRef="#br0" timeOffset="187870.01">26283 10708 0,'0'0'15,"-40"0"1,40-41-16,80 41 31,-80-40-31,201 40 16,-161 0-16,0 0 0,40 0 16,-40 0-16,0 0 15</inkml:trace>
  <inkml:trace contextRef="#ctx0" brushRef="#br0" timeOffset="188130">26925 10788 0,'0'0'0,"-40"0"0,40-40 31,0 0-15,80 40-16,40 0 31,41 0-15,-81 0 0,-40 0-16</inkml:trace>
  <inkml:trace contextRef="#ctx0" brushRef="#br0" timeOffset="188689.92">27848 10467 0,'0'0'16,"40"0"31,0 0-47,0 40 15,-40 0 1,40 0-16,-40 40 15,40-80-15,-40 41 16,0-1-16,0 0 0,0 0 16,-40 0-16,40-80 47,40 40-47,-40-40 15,40 40-15,1-80 0,-1 80 0,-40-41 0,40 1 16,0 0-16,0 40 15,0-40-15,0 0 0,0 40 0,1-40 0,-1 40 16,0-40-16,0 40 0,-40-40 0,40 40 16,0 0-16,0 0 15,-40 40 1,40-40-16,-40 40 16,0 0-16,0 0 0,0 0 0,0 0 15,0 0-15,0 1 16,0-1-16,-40 0 0,40 0 0,0 0 15,0 0-15,0 0 16,0 0-16,0 0 0,40-40 16,-40 40-16,41-40 0</inkml:trace>
  <inkml:trace contextRef="#ctx0" brushRef="#br0" timeOffset="189039.94">29252 10467 0,'-40'-40'15,"80"40"1,0 0 0,0 0-16,1 0 0,39 0 0,-40 0 15,0 0-15,0 0 16,40-40-16,-39 40 0,-1 0 0,0 0 0,0 0 16,0-40-16,0 40 0,0 0 15,0 0-15,1 0 0,-1 0 0,0-41 0,0 41 16,0 0-1,0 0-15,0 0 16</inkml:trace>
  <inkml:trace contextRef="#ctx0" brushRef="#br0" timeOffset="189309.86">29694 10507 0,'-41'0'15,"82"0"-15,-122 0 16,121 0 15,-40 40-15,0 0-16,0 0 0,0 0 16,0 1-16,0-1 15,0 0-15,0 0 0,0 0 0,0 40 16,0-40-16,0 0 0,0 0 15,0 1-15,0-1 0,0 0 0,0 0 16</inkml:trace>
  <inkml:trace contextRef="#ctx0" brushRef="#br0" timeOffset="189719.9">30336 10908 0,'-41'0'16,"82"0"-16,-122 0 16,41 0-16,0 0 15,0 0-15,0 40 31,0 0-15,40 0-16,0 0 0,0 1 0,40-1 31,40 80-15,40 0 0,-120-80 15,-40 1-16,-120-41 1,-41 40 0,161-40-1,0-40 1</inkml:trace>
  <inkml:trace contextRef="#ctx0" brushRef="#br0" timeOffset="190129.81">30817 10266 0,'0'40'31,"40"-40"-15,0 41-1,0-41-15,-40 40 0,41-40 0,-1 40 16,-40 0-16,0 0 0,40 0 0,-40 0 16,0 0-16,40 0 0,-40 1 15,0-1-15,0 40 0,0-40 0,-40 40 0,40-40 16,-80 40-16,39-39 16,1 39-16,-40-40 0,40 40 0,-40-40 0,-1 0 15,1 0-15,40 1 0</inkml:trace>
  <inkml:trace contextRef="#ctx0" brushRef="#br0" timeOffset="191249.74">20505 10627 0,'40'0'16,"40"0"0,0 0-16,-40 0 0,0 0 15,41 0-15,-41 0 0,40-40 16,-40 40-16,40 0 0,-39-40 0,39 40 0,-40 0 16,0 0-16,0 0 15,0 0-15,0 0 0</inkml:trace>
  <inkml:trace contextRef="#ctx0" brushRef="#br0" timeOffset="191479.8">20665 11028 0,'-40'40'16,"80"-80"-16,-40 80 31,120-40-15,-39 0-16,119 0 31,-160 0-31,81-40 16</inkml:trace>
  <inkml:trace contextRef="#ctx0" brushRef="#br0" timeOffset="192339.75">18177 10547 0,'0'0'15,"-80"0"1,0 0 15,40 0-31,-1 0 0,-79 40 31,120 0-31,-40-40 0,-40 81 16,80-41-16,-81 80 16,81-80-16,0 0 0,0 40 15,0-40-15,41 1 16,39-41-16,40 40 16,-40-40-1,-39 0-15,79-81 16,-120 41-16,40 40 0,0-120 15,-40 80-15,0 0 0,0 0 16,-40-241 0,-40 40 15,40 201-31,40 0 0,0-80 31,40 120-31,-40-40 0,120 0 16,-39 40-1,119-40 1,-79 80 0,-81 0-1,0-40-15</inkml:trace>
  <inkml:trace contextRef="#ctx0" brushRef="#br0" timeOffset="192619.73">18378 10868 0,'0'0'15,"0"-40"1,40 0-1,80 40 1,1-80 15,79 80-15,-39-41 0,-121 41-16</inkml:trace>
  <inkml:trace contextRef="#ctx0" brushRef="#br0" timeOffset="192859.64">18699 10908 0,'-40'0'16,"0"0"-1,40-40-15,0 80 31,0 0-15,0 0-16,0 0 0,0 0 16,0 1-16,0-1 15,0 0-15,-40-40 0,40 40 0,0 0 0,0 0 16,0 0 0,-41-40-16</inkml:trace>
  <inkml:trace contextRef="#ctx0" brushRef="#br0" timeOffset="193189.7">18980 11149 0,'-40'0'15,"80"0"-15,-80-40 16,40 80 15,0 0-31,0 0 31,0 0-31,0 0 16,40-40 0,-40 40-16,0 0 0,0 0 15,0 1 1,-40-41-16,0 0 0,40 40 15,-41-40-15,1 0 16,0 0 0,40-40-16,0-1 0</inkml:trace>
  <inkml:trace contextRef="#ctx0" brushRef="#br0" timeOffset="193619.67">19582 10186 0,'0'-40'31,"-40"40"-15,-1 0 0,41 40-16,-80 0 15,80 0-15,-40-40 0,0 81 31,40-41-31,-40 80 16,40-80-16,-40 0 0,40 0 16,40 41-1,40-1 1,40-40 0,-79-40-16</inkml:trace>
  <inkml:trace contextRef="#ctx0" brushRef="#br0" timeOffset="193889.65">19943 10106 0,'0'0'16,"-40"-40"-16,0 40 16,40-40-1,0 120 16,0 0-31,-41-80 0,1 161 16,40-121-16,-40 0 0,40 40 31,-40 0-31,80 0 32,40-39-17,-39-41-15</inkml:trace>
  <inkml:trace contextRef="#ctx0" brushRef="#br0" timeOffset="194089.61">19662 10507 0,'-40'0'16,"40"-40"-16,-40 40 0,40-40 15,40 0 16,160 40-15,-79-40-16,79-1 31,-159 41-31</inkml:trace>
  <inkml:trace contextRef="#ctx0" brushRef="#br0" timeOffset="194289.56">20264 10146 0,'40'40'47,"0"0"-32,0 0-15,-40 0 0,0 1 0,0-1 16,0 0-16,0 0 0,0 0 15,-40 0-15,0 40 0,0-40 0,0 1 0,-41 39 16</inkml:trace>
  <inkml:trace contextRef="#ctx0" brushRef="#br0" timeOffset="-202049.09">2488 10627 0,'40'0'47,"-40"-40"46,0 0-77,0 80 171,0 0-171,0 0 0,0 1-1,0-1 1,0 0 0,0 0-16,0 0 15,0 0-15,0 0 31,-40-40-31,40 40 16,0 0 0,0 0-16,0 1 31,0-1-15,0 0-1,0 0 1,0 0 15,40-40-15,-40 40-16,40-40 15,-40 40 95,0 0-95,0 0 1,0 1 0,-40-41-1,40 40-15,0 0 31,0 0-15,0 0 15,0 0 1,0 0-17,0 0-15,-40-40 31,40 40-31,0-80 110,0 0-79,40 40-31,-40-40 16,0 0-1,40 40-15,-40-40 0,0 0 47,0 0-31,0 0-1,0-1-15,0 1 16,0 0 0,0 0-16,0 0 15,0 0 1,0 0 0,0 0-16,0 0 15,0-1 1,0 1-16,0 0 15,0 0 1,0 0-16,0 0 0,0 0 16,0 0-1,0 0 1,0 0 0,0-1 30,0 1-14,0 80 93,0 1-78,0-1-47,0 0 15,40 0-15,-40 0 0,0 0 16,0 0-1,0 0-15,0 0 0,0 0 16,0 1 0,0-1-16,0 0 15,0 0-15,0 0 16,0 0-16,0 0 16,0 0-16,0 0 31,0 1-31,0-1 15,0 0 1,-40-40 0,40 40-1,0 0 17,0 0-32,0 0 46,0 0 1,0 0-15,0 0-17,-40-40 16,40-40 110,0 0-125,0 0-1</inkml:trace>
  <inkml:trace contextRef="#ctx0" brushRef="#br0" timeOffset="-200459.26">29974 7780 0,'-40'0'31,"0"0"-15,40 40 0,-40-40-1,40 40-15,0 0 16,0 0-16,0 0 16,0 0-16,40-40 31,-40 41-31,40-41 0,41 0 15,-81 40-15,40-40 0,0 0 16,0 0-16,0 0 0,0 0 0,0-40 16,0 40-16,1-41 15,-1 41-15,0-40 0,40 0 0,-40 40 0,0-40 16,0 0-16,1 40 0,-1-40 16,0 40-16,40-40 0,-40 40 0,0 0 0,0 0 15,1-40-15,-1 40 0,0 0 0,0 0 16,0 0-16,0 0 15,0 0-15,0 0 0,1 0 16,-1 0 0,0 0-16,-40 40 15,0 0 32,-40-40-47,0 0 16,-1-40 15</inkml:trace>
  <inkml:trace contextRef="#ctx0" brushRef="#br0" timeOffset="-199199.33">23273 5053 0,'0'40'0,"40"-40"15,-80 0 48,40 40-32,81-40 47,-41 0-78,40 0 16,-40 0-16,40 0 0,-40 0 15,41 0-15,-1 0 0,0 0 0,0 0 0,-39 0 16,79-40-16,-40 40 16,0 0-16,1 0 0,-1 0 0,40 0 0,-39-40 0,-1 40 15,0 0-15,0 0 0,1 0 0,-41 0 0,40-40 16,0 40-16,-40 0 15,41 0-15,-41 0 0,40 0 0,-40 0 0,0 0 16,0 0-16,1 0 16,-1 0-16,0 0 0,0 0 0,-80 0 78,40-41-63</inkml:trace>
  <inkml:trace contextRef="#ctx0" brushRef="#br0" timeOffset="-198819.32">25360 4732 0,'-40'0'16,"80"0"31,0 0-31,0 0-16,0 0 0,0 0 0,1 0 15,-1 0-15,0 0 16,0 0-16,0 0 0,0 40 0,0-40 15,0 0 1,1 40-16,-41 0 0,40-40 16,-40 40-1,0 0-15,0 0 16,-40 1 0,-1-1-16,1 0 0,0 0 15,0 0-15,0-40 16,40 40-16,-40-40 0,40 40 15,-40-40-15</inkml:trace>
  <inkml:trace contextRef="#ctx0" brushRef="#br0" timeOffset="-197869.34">26243 4531 0,'0'-40'15,"0"80"-15,-40-80 0,-1 40 0,41-40 31,0 0-31,41 40 16,119-40 0,1 120 15,-81 0-31,-80 1 16,-80 79-1,-81 0 1,41-79 15,80-41-15,80-80-1,0-41-15,120-39 32,121-80-17,-80-1 1,-81 121-1,-120 40 1,0 0 0,-40 40 15,40 40-31,-80 40 16,-41 40 15,81-80-31,0 0 15,0 41 1,0-1-16,40 0 31,160-40-15,1 0 0,-81-40-1,-40-40-15</inkml:trace>
  <inkml:trace contextRef="#ctx0" brushRef="#br0" timeOffset="-197519.43">27366 4772 0,'-40'0'15,"0"0"16,0 40-15,0-40-16,40 40 16,0 0-1,-40 0-15,40 0 0,-41-40 0,41 41 16,0-1-16,0 0 16,0 0-16,0 0 0,41 0 15,-41 0-15,40-40 0,-40 40 16,40-40-16,-40 40 15,-40-40 17,-41 0-32,41 0 15,0 0 1,0-40-16,0 40 0,0 0 0,0-40 0,0 40 16</inkml:trace>
  <inkml:trace contextRef="#ctx0" brushRef="#br0" timeOffset="-197159.46">28088 4331 0,'-40'0'16,"40"40"15,-40 0-15,0 0-16,0 0 0,0 0 15,0 0-15,40 1 16,-40-1-16,40 0 0,0 0 0,0 0 0,0 0 15,0 0-15,0 0 16,0 0-16,0 0 0,40-40 0,-40 41 0,0-1 16,40-40-16,0 40 15,0-40-15,0 0 0,0 0 16</inkml:trace>
  <inkml:trace contextRef="#ctx0" brushRef="#br0" timeOffset="-196919.47">28490 4371 0,'-40'0'31,"40"40"-15,0 0-16,0 0 0,0 0 0,0 0 15,-41-40-15,41 41 0,0-1 16,0 0-16,0 0 0,-40 0 0,40 0 0,0 0 15,0 0 1,0 0-16,0 0 0,40-40 16,1-40-1</inkml:trace>
  <inkml:trace contextRef="#ctx0" brushRef="#br0" timeOffset="-196709.41">28169 4732 0,'-40'0'16,"80"0"-16,80 0 31,-80-40-31,0 40 0,41 0 0,199-40 16,-199 40-1,-1-40 1,-40-1-16</inkml:trace>
  <inkml:trace contextRef="#ctx0" brushRef="#br0" timeOffset="-196519.5">29011 4371 0,'0'40'15,"41"-40"1,-41 40-16,40-40 15,-40 40-15,40-40 0,-40 40 0,40 0 0,-40 1 16,0-1-16,0 0 16,0 0-16,0 0 0,-40 0 15,40 0-15,-80-40 16,39 40-16,1 0 0,0-40 0,-40 40 0,40 1 16,0-1-16</inkml:trace>
  <inkml:trace contextRef="#ctx0" brushRef="#br0" timeOffset="-195829.46">26684 5614 0,'0'0'15,"-120"0"1,80 0 0,-121 40-1,41 81 1,80-41 0,40-40-1,80 80 1,-40-120-1,120 121 1,-119-81 15,-82 0-15,-199 0 0,79-40-1,41-80 16</inkml:trace>
  <inkml:trace contextRef="#ctx0" brushRef="#br0" timeOffset="-195369.49">27246 6015 0,'0'0'16,"-40"0"-16,-41-40 16,81 0-16,-160 40 15,80 40 1,40 80 15,80-79-31,0-1 16,0 0-1,80-80 17,-39-121-17,-81 81 1,0 0 0,0 160 15,0 0-16,40 41 1,80-1 15,0-80-15,-39-40 0,-41-40-16</inkml:trace>
  <inkml:trace contextRef="#ctx0" brushRef="#br0" timeOffset="-194819.6">27727 5815 0,'0'0'0,"-40"0"15,40 40 17,40-40-32,-40 40 15,40-40-15,-40 80 16,41-80-16,-41 40 0,40-40 0,-40 40 0,0 0 15,0 1 1,0-1-16,0 0 16,0-80 15,0 0-15,40 40-16,-40-41 0,40 41 0,-40-40 15,40 40-15,0-40 0,0 0 0,0 40 16,1 0-1,-1 0 1,-40 40-16,0 0 16,0 0-16,0 1 0,0-1 15,-40 0 1,-1-40 0,41-40-1,81 40 1,-81-40-16,0-1 0,0 1 0,80 40 15,-80-40-15,40 40 16,-40-40-16,40 40 0,-40 40 47,0 40-47,40-80 16,-40 41-16,0-1 15,0 0-15,0 0 0,0 0 16,40-40-1,-40 40-15,41-40 16,-1 0 0</inkml:trace>
  <inkml:trace contextRef="#ctx0" brushRef="#br0" timeOffset="-194609.54">28771 5895 0,'0'40'31,"0"0"-31,0 0 16,0 0-16,0 0 15,0 1-15,0-1 0,0 0 0,0 0 16,0 0-16,0 0 0,0 0 0,0 0 16,0 0-16,0 0 15,0 1-15</inkml:trace>
  <inkml:trace contextRef="#ctx0" brushRef="#br0" timeOffset="-194369.55">28971 6095 0,'-40'-40'0,"80"80"0,-160-160 16,80 80-16,40 0 31,120 0-16,-80 120 1,-80 40 15,-161 41-15,41-121 0,160-80-1</inkml:trace>
  <inkml:trace contextRef="#ctx0" brushRef="#br0" timeOffset="-194149.56">29292 5614 0,'-40'0'16,"40"40"-16,0 0 15,0 41 1,0 79 15,0 41-15,0-81-1,-40-80 1</inkml:trace>
  <inkml:trace contextRef="#ctx0" brushRef="#br0" timeOffset="-193809.58">29573 6095 0,'-40'0'16,"80"0"-16,40-40 16,-39 40-16,39 0 31,-40 0-31,-40-40 15,0 0 1,-40 0 15,-81 40-15,41 160 0,80-119-1,0-1-15,161 40 31,-41-40-15,-40-40 0,-40 0-16</inkml:trace>
  <inkml:trace contextRef="#ctx0" brushRef="#br0" timeOffset="-193409.61">30255 6015 0,'-40'0'0,"80"0"0,-120 0 31,40 0-31,0 0 0,0 40 16,0 0-1,-1 1-15,41 39 16,81-80 15,39-40-15,-80-81-1,0-79 17,-40 39-17,0 121 1,0 80 15,-40 0-15,40 41-16,-40-1 15,40 161 1,0-81 15,80-80-31</inkml:trace>
  <inkml:trace contextRef="#ctx0" brushRef="#br0" timeOffset="-193009.63">31299 5654 0,'-41'0'16,"82"0"-16,-122 0 15,41 0-15,0 40 16,0 121 15,40-41-15,80 41-1,-80-81 1,0-40 0,-40-40-1,-80-40 1,80 0 0</inkml:trace>
  <inkml:trace contextRef="#ctx0" brushRef="#br0" timeOffset="-192767.77">31459 5975 0,'0'0'0,"40"0"16,-40 80-1,0 1 16,0 39-15,0-40 0,0-40-1,0 0 1</inkml:trace>
  <inkml:trace contextRef="#ctx0" brushRef="#br0" timeOffset="-192610.49">31539 5855 0,'-40'0'0,"80"0"0,-120-40 16,80 0-16,-40 40 15,120 0 1</inkml:trace>
  <inkml:trace contextRef="#ctx0" brushRef="#br0" timeOffset="-192039.04">32101 6095 0,'0'0'0,"-80"0"16,0-40-1,-1 40 1,41 0-16,0 40 16,40 1-16,0-1 15,40 0 1,0-40 0,0-40-1,41-41 1,-81 41-1,0 0 1,0 80 15,0 0-31,0 1 16,0-1-16,0 0 0,0 0 16,0 0-16,0 0 0,0 0 15,0 0-15,0 0 0,0 0 0,0 1 16,0-1-16,0 0 0,-40 0 0,40 0 15,0 0-15,-81-40 16,81 40-16,-40-40 0,0 0 16,0 0-16,0 0 15,0 0 1,40-40-16,0 0 16,-40 40-16,40-40 0,0 0 15,0 0-15,0 0 0,0-1 16,40 1-16,-40 0 15,40 40-15,0-40 0,0 40 16,0 0-16,0 0 16,0-40-16,1 40 15,-1 0-15,0-40 16</inkml:trace>
  <inkml:trace contextRef="#ctx0" brushRef="#br0" timeOffset="-191631.77">32262 6176 0,'0'-40'16,"0"80"-16,0-121 15,40 81 1,-40 41 15,40-41-31,-40 80 16,40 0-1,-40 0 1,0-40 0,0-80 15,40 40-31,-40-40 0,40 40 16,-40-40-16,40 40 0,-40-40 0,40 0 15,1 0-15,-1 40 0,-40-40 16,40 40-16,-40 40 31,0 0-31,0 0 16,0 0-16,0 0 15,40-40-15,-40 40 0,0 0 16,0 0-16</inkml:trace>
  <inkml:trace contextRef="#ctx0" brushRef="#br0" timeOffset="-191087.03">33144 6095 0,'0'0'0,"-40"0"16,-40 0 0,40 0-16,0 41 15,40-1-15,-40 0 16,40 0-1,40 0 1,0-40 0,0-40-1,40-40 1,-40 80 0,-40-40-16,0 80 31,0 0-16,0 0-15,0 0 16,41-40-16,-41 40 0,40-40 16,0 0-1,0 0-15,-40-40 16,40 40-16,-40-40 0,40 0 16,-40 0-16,0 0 0,0-1 15,0 1-15,0 0 0,0 0 0,0 0 16,0 0-16,0 0 0,0 0 15,0 0-15,0-1 16,-40 41 0,40 41-1,-40-41-15,40 40 0,0 0 16,-40 0-16,40 0 0,0 40 16,-40-40-16,40 0 0,0 41 0,0-41 15,-40 0-15,40 40 0,0-40 0,0 0 16,0 0-16,-41 0 0,41 41 0,0-41 15,0 0-15,-40-40 0,40 40 0</inkml:trace>
  <inkml:trace contextRef="#ctx0" brushRef="#br0" timeOffset="-189979.77">16693 3689 0,'-41'0'0,"41"40"31,0 0-15,0 0-1,0 1-15,41-1 16,-41 0-16,0 0 0,40 0 16,-40 0-16,0 0 15,0 0-15</inkml:trace>
  <inkml:trace contextRef="#ctx0" brushRef="#br0" timeOffset="-189745.31">16452 3809 0,'0'-40'0,"40"0"16,0 0 0,40 0-16,1 0 15,-1 40 1,-40 40 0,-40 0-1</inkml:trace>
  <inkml:trace contextRef="#ctx0" brushRef="#br0" timeOffset="-189555.16">16452 4251 0,'-40'0'16,"80"0"-16,-40 0 31,40 0-16,0 0-15,0 0 16,0 0-16,0 0 0,1 0 16,-1-41-16,0 41 0</inkml:trace>
  <inkml:trace contextRef="#ctx0" brushRef="#br0" timeOffset="-189318.92">17214 3609 0,'-40'0'16,"80"0"-16,-160-40 15,120 80 1,40-40 0,-40 40-16,0 0 0,40 0 15,-40 0-15,0 0 0,0 1 0,0-1 16,0 0-16,0 0 0,0 40 0,-40-40 15,40 0-15,-40 0 0,40 0 0,0 1 16,-40-1-16,40 0 0,0 0 16</inkml:trace>
  <inkml:trace contextRef="#ctx0" brushRef="#br0" timeOffset="-188853.83">17696 3930 0,'0'0'15,"-40"0"-15,40 40 16,0 0 0,0 0-16,0 120 15,0-39 1,0-1-1,-41-120 1,41-40 15,0-40-31,0 0 16,81-81 0,-41 1-1,40 39 1,0 121-1,-40 0 1,41 81 0,-81-1-1,-81 0 1,41-40-16,-80 0 16,80 0-1,0-40-15,-41 0 0,41 40 16</inkml:trace>
  <inkml:trace contextRef="#ctx0" brushRef="#br0" timeOffset="-188309.7">18940 3529 0,'-81'0'0,"162"0"0,-242 80 15,121-40 1,40 40-16,0-40 0,0 41 16,40-41-16,-40 0 15,40 40-15,41 40 16,-41-80-1,-80-40 1,-41 0 0,-39-80-1,120 40 1,160-40 0,-39 80-1,-81-40-15,80 40 16,-80 0-16,1 0 15,-1-40-15,40 0 16,-80-1 0,0 1-1,0 0 1,0 80 15,-40-40-31,40 161 16,0-41-1,-40 0 1,40-80 0</inkml:trace>
  <inkml:trace contextRef="#ctx0" brushRef="#br0" timeOffset="-188167.44">19461 3569 0,'-40'-40'0,"80"80"0,-120-80 0</inkml:trace>
  <inkml:trace contextRef="#ctx0" brushRef="#br0" timeOffset="-187191.82">19822 3769 0,'-40'0'0,"0"-40"15,0 40 17,40 40-32,0 0 15,0 1-15,0-1 16,40 0-16,0 0 15,0-40 1,1-40 0,-41 0-1,40 0-15,-40-1 16,0 1-16,0 0 16,0 80-1,0 0 1,0 1-16,0-1 0,0 0 15,0 0-15,0 0 0,0 0 0,0 0 16,0 0-16,-40 0 0,40 0 16,-41 1-16,41-1 15,-40-40-15,0 40 0,0-40 16,40-40 0,0 0-1,40-41-15,0 41 16,-40 0-16,81 0 0,-41 0 0,0 40 15,-40-40-15,40 0 0,0 0 16,0 40-16,-40-40 0,40 40 16,-40-41-16,40 41 0,1 0 15,-41-40-15,40 121 32,-40-41-32,0 0 15,0 0-15,0 0 16,0 0-16,0 0 15,0-80 17,40 40-32,-40-40 0,40 40 15,-40-40-15,40 40 0,-40-40 0,40 40 16,0 0-16,0 0 16,1 0-16,-1 0 15,0 0 1,0 0-16,0 0 15,0-40 1,-40 0-16,0-1 16,0 1-1,-40 40 1,40 40 0,0 1 15,0-122-16,40 81 1,-40-40-16,0 0 0,0 0 16,40 0-16,-40 0 0,40 0 15,-40 0-15,0 80 32,0 40-17,0-40-15,0 0 0,0 0 16,0 0-16,0 0 0,0 1 15,0-1-15,0 0 0,0 0 0,0 0 16,0 0-16,0 0 0</inkml:trace>
  <inkml:trace contextRef="#ctx0" brushRef="#br0" timeOffset="-185550.83">2648 10627 0,'-40'0'32,"40"40"46,-40-40-78,0 41 15,0-41 1,0 40-16,40 0 16,-40-40-16,-1 40 0,1 0 15,40-80 32,0 0-31,40 40-1,-40-40-15,41 0 16,-1 40 0,0 0-16,-40-41 0,40 41 15,0 0 48,0 0-63,0 0 15,-40 41-15,40-41 0,1 0 16,-1 0 0,0 40-16,0-40 15</inkml:trace>
  <inkml:trace contextRef="#ctx0" brushRef="#br0" timeOffset="-183899.91">3611 10788 0,'0'-40'31,"0"0"125,41 40-124,-41-41-17,0 82 454,0-1-453,0 0-16,-41 0 0,41 0 15,0 0-15,0 0 16,0 0 0,0 0 155,0 0-155,0 1 0,0-1-16,0 0 15,0 0-15,0 0 0,0 0 16,0 0-16,0 0 0,0 0 0,0 1 16,41-1-16,-41 0 0,0 0 15,0 0-15,0 0 16,0 0-16,0 0 15,0 0 1,-41-40 0,41 40-16,0 1 0,0-1 15,0 0 1,0 0 46,41-40-30,-41-40-1</inkml:trace>
  <inkml:trace contextRef="#ctx0" brushRef="#br0" timeOffset="-183302.85">3692 10667 0,'0'41'93,"-40"-41"-93,-1 40 16,41 0-16,-40-40 16,40 40-16,-40 0 0,0-40 15,0 40-15,0-40 16,40 40-16,-40-40 0,40-40 47,0 0-47,40 40 0,-40-40 15,0 0-15,80 0 0,-80 0 16,40 40-16,-40-41 0,40 41 0,0 0 16,-40-40-16,41 40 0,-1-40 15,-40 80 32,0 0-31,80 1-1,-80-1-15,0 0 16,80-40-16,-80 40 0,40 0 0,-40 0 16,40 0-16,-40 0 15</inkml:trace>
  <inkml:trace contextRef="#ctx0" brushRef="#br0" timeOffset="-182415.1">5297 10627 0,'0'-40'94,"-40"40"-63,-1 0 16,41 40-47,0 0 16,0 1-16,-40-1 15,40 0-15,0 0 16,0 40-16,0-40 0,0 0 0,0 0 16,0 0-16,0 41 0,0-41 0,0 0 15,0 40-15,-40-40 0,40 40 16,0-39-16,0-1 0,0 0 0,0 0 16,0 0-16,0 0 0,0 0 15,40-40 1,-40 40 15,0-80 0,0 0-15</inkml:trace>
  <inkml:trace contextRef="#ctx0" brushRef="#br0" timeOffset="-181875.11">5176 10627 0,'0'0'0,"-40"0"16,40-40 0,0 80 15,-40-40-15,40 40-16,-40 1 15,40-1-15,-40-40 0,40 40 16,-40-40-16,40 40 15,0-80 17,0 0-17,0 0-15,0-1 16,40 41-16,-40-40 16,40 40-16,0 0 15,-40-40-15,40 40 0,0 0 16,0 0-16,1 0 15,-1 0-15,0 0 16,0 40-16,0 0 16,-40 1-1,40-1 1,-40 0-16,0 0 0,40 0 0,0 0 16,-40 0-16,0 0 15,41-40-15,-41 40 0</inkml:trace>
  <inkml:trace contextRef="#ctx0" brushRef="#br0" timeOffset="-180903.79">6741 10507 0,'0'40'15,"40"-40"-15,-80 0 94,40 40-16,0 0-62,0 0-16,0 1 16,0-1-16,0 0 15,0 0-15,0 0 0,0 0 0,0 0 16,0 0-16,0 0 0,0 0 0,0 1 15,0-1-15,0 0 0,0 0 0,0 0 16,0 0-16,0 0 0,0 0 16,0 0-16,0 1 0,0-1 15,0 0-15,0 0 16,0 0-16,0 0 0,0 0 16,0 0-16,0 0 15,40-40-15,-40 40 63,0-80-48,0-40 1</inkml:trace>
  <inkml:trace contextRef="#ctx0" brushRef="#br0" timeOffset="-180395.96">6741 10507 0,'0'40'15,"0"-80"-15,-40 80 0,0-40 32,40 40-17,-40-40-15,40 40 16,-40-40-16,0 0 0,-1 81 16,1-41-16,40 0 0,-40-40 15,40 40-15,0 0 0,-40-40 16,120-40 15,-40 0-31,1 40 0,-41-80 16,40 80-16,0-41 0,0 1 0,0 0 15,0 40-15,-40-40 16,40 0-16,0 40 0,1-40 16,-1 40-16,-40-40 15,40 40-15,0 0 31,-40 80-31,40-80 16,-40 80-16,40-40 0,-40 0 16,40 1-16,-40-1 0,40-40 15,-40 40-15,41 0 0,-1-40 0,-40 40 16,40 0-16,0 0 0</inkml:trace>
  <inkml:trace contextRef="#ctx0" brushRef="#br0" timeOffset="-179543.79">8025 10627 0,'40'0'15,"-80"0"79,40 40 0,0 1-78,0-1-16,0 0 15,0 0-15,0 0 0,0 0 0,0 0 16,0 0-16,40 0 0,-40 0 15,0 1-15,0-1 0,0 0 0,0 40 16,0-40-16,0 0 0,0 0 0,0 0 16,0 1-16,0-1 0,0 0 0,0 0 15,0 0-15,0 0 0,0 0 16,0 0-16,0 0 16,41 0-16,-41 1 15,40-41-15,-40 40 0,0 0 16,0-80 46</inkml:trace>
  <inkml:trace contextRef="#ctx0" brushRef="#br0" timeOffset="-179046.66">7905 10667 0,'0'0'0,"-40"0"16,40 41 15,-40-41-31,40 40 0,0 0 16,-40-40-16,40 40 0,-41-40 16,41 40-16,-40-40 0,40 40 0,-40-40 15,40 40 1,0-80-1,0 0 1,40 40-16,-40-80 0,0 40 16,81 40-16,-81-40 0,0-1 15,40 41-15,0 0 0,-40-40 16,40 40-16,0 0 16,0 0-16,0 0 15,0 0-15,1 0 16,-41 40-1,40-40-15,0 41 0,0-1 16,-40 0-16,40-40 0,0 40 16,0 0-16,-40 0 0,40-40 15,-40 40-15,41 0 0</inkml:trace>
  <inkml:trace contextRef="#ctx0" brushRef="#br0" timeOffset="-178235.11">9670 10507 0,'0'-40'31,"0"80"79,0 0-110,0 0 15,0 0 1,0 0-16,0 1 0,0-1 16,0 0-16,0 0 0,0 0 15,0 0-15,0 0 0,0 0 0,0 0 16,0 41-16,0-41 0,0 0 0,0 0 15,41 0-15,-41 40 0,0-40 0,0 0 16,0 1-16,0-1 0,40-40 0,-40 40 16,0 0-16,0 0 15,0 0 1,40-40 31</inkml:trace>
  <inkml:trace contextRef="#ctx0" brushRef="#br0" timeOffset="-177703.21">9510 10547 0,'0'0'0,"0"40"78,0 0-62,-40-40-16,40 40 0,-40-40 0,40 41 15,-40-41-15,40 40 0,-41-40 0,41 40 16,41-80 15,-1 40-15,-40-40-16,40 40 15,-40-41-15,40 41 0,-40-40 0,40 0 16,0 0-16,-40 0 0,40 40 16,-40-40-16,40 40 0,-40-40 0,41 40 15,-41-40-15,40 40 0,0 0 16,0 0 0,-40 40-16,40-40 15,-40 40-15,40-40 0,-40 40 0,40 0 16,-40 0-1,40 0-15,-40 0 16</inkml:trace>
  <inkml:trace contextRef="#ctx0" brushRef="#br0" timeOffset="-176863">11195 10708 0,'0'-41'16,"0"1"15,0 80 16,0 1-47,0-1 15,0 0-15,0 0 0,0 0 16,0 0-16,0 0 0,0 0 16,0 0-16,0 0 0,40 1 0,-40-1 15,0 40-15,0-40 0,0 0 0,0 0 16,0 0-16,0 0 0,0 1 0,0-1 15,0 0-15,0 0 0,0 0 0,0 0 16,0 0-16,0 0 16,0 0-16,0 0 15,0 1-15,0-1 16,-40 0-16,80-40 47,-40-40-47</inkml:trace>
  <inkml:trace contextRef="#ctx0" brushRef="#br0" timeOffset="-176318.49">11195 10627 0,'0'40'16,"-40"-40"15,0 0-15,0 41-16,0-41 15,0 0-15,0 40 0,-1-40 16,41 40-16,-40-40 0,40 40 0,0 0 16,-40-40-16,40 40 15,40-40 1,-40-40-1,40 40-15,-40-40 0,41 40 0,-1-40 16,0 40-16,0-40 0,0 40 0,-40-40 16,40 40-16,0-41 0,0 41 0,-40-40 15,41 40-15,-1 0 16,-40 40 15,40-40-31,-40 41 0,40-1 16,-40 0-16,40 0 0,-40 0 15,0 0-15,40 0 0,0-40 0,-40 40 16,40 0-16,1 0 0,-1-40 16</inkml:trace>
  <inkml:trace contextRef="#ctx0" brushRef="#br0" timeOffset="-175679.79">12680 10667 0,'-40'0'62,"40"41"-31,0-1-31,0 0 16,-40 0-16,40 0 0,0 0 16,0 0-16,0 0 0,0 0 0,0 0 15,0 41-15,0-41 0,0 0 0,0 40 16,0-40-16,0 0 0,0 0 0,0 41 16,0-41-16,0 0 0,0 0 0,0 0 15,0 0-15,0 0 0,0 0 16,0 0-16,0 1 15,0-1-15,0 0 16</inkml:trace>
  <inkml:trace contextRef="#ctx0" brushRef="#br0" timeOffset="-175131.83">12720 10627 0,'-40'0'0,"0"0"16,0 0 15,40 40-15,-40 1-1,40-1-15,-41-40 16,1 40-16,0 0 15,40 0-15,0 0 16,0-120 15,40 80-31,-40-40 16,0 0-16,40 40 0,-40-40 16,41-1-16,-1 1 15,-40 0-15,40 40 0,0-40 16,0 40-16,-40-40 0,40 40 31,0 0-15,-40 40-16,40-40 0,-40 40 0,41 0 15,-41 0-15,40 1 0,0-1 16,0 0-16,-40 0 0,40 0 16,-40 0-16,40 0 0,-40 0 0</inkml:trace>
  <inkml:trace contextRef="#ctx0" brushRef="#br0" timeOffset="-173566.83">13844 10667 0,'-41'0'31,"41"-40"-31,0 80 32,0 1 61,41-41-93,-41 40 0,0 0 0,0 0 16,0 0-16,0 0 0,40 0 0,-40 40 16,0-40-16,0 41 0,0-41 0,0 0 15,0 40-15,0-40 0,0 40 0,0-39 16,0-1-16,40 0 0,-40 0 0,0 40 16,0-40-16,0 0 0,0 0 15,0 0-15,0 1 0,0-1 16,0 0-16,40-40 31,-40-40-15</inkml:trace>
  <inkml:trace contextRef="#ctx0" brushRef="#br0" timeOffset="-173145.72">13844 10748 0,'0'0'0,"0"-40"16,-41 40 15,41 40-31,0 0 16,-40 40-1,0-40-15,0 40 16,0-40-16,40 0 16,40-40 15,-40-40-31,40 0 16,81-120-1,-41 80 1,-40 40-1,0 80 1,0 40 0,40 40-1,-80-80-15,81 81 16,-81-81-16,40 40 16</inkml:trace>
  <inkml:trace contextRef="#ctx0" brushRef="#br0" timeOffset="-171795.5">2247 12352 0,'0'0'0,"-40"0"31,0 0-15,0 0-16,0 0 16,40 40-1,0 0 1,0 0-16,0 0 16,0 0-16,0 0 15,0 1-15,0-1 16,40-40-16,0 0 15,-40 40-15,40-40 0,0 0 16,0 0-16,0-40 0,0 40 16,-40-40-16,41-1 15,-41 1 1,0 0-16,-81 0 16,81 0-16,-40 40 15,40-40-15,-40 40 16,40-40-16,-40 40 15,0 0-15,0 0 32</inkml:trace>
  <inkml:trace contextRef="#ctx0" brushRef="#br0" timeOffset="-171219.79">3491 12352 0,'0'0'0,"0"40"0,-40-40 0,0 0 31,120 0 32,-40 0-48,0 0-15,0 0 16,1 0-16,-1 0 0,0 0 16,0-40-16,0 40 15,0 0-15,0 0 16</inkml:trace>
  <inkml:trace contextRef="#ctx0" brushRef="#br0" timeOffset="-170983.97">3692 12432 0,'-40'0'15,"80"0"-15,-80 40 63,40 0-32,-41-40-31,41 40 0,0 0 0,-40 1 16,40-1-16,0 0 15</inkml:trace>
  <inkml:trace contextRef="#ctx0" brushRef="#br0" timeOffset="-170623.39">4013 12633 0,'0'0'0,"-40"0"31,-1 0-15,41 40 15,0 0-31,0 0 16,0 0-1,0 0 1,41-40-16,-41 40 15,40-40-15,-40 40 16,40-40-16,-80 0 31,40 40-31,-40-40 16,-1 0-16,1 0 16,0 0-16,0 0 0,0 0 15,40-40-15</inkml:trace>
  <inkml:trace contextRef="#ctx0" brushRef="#br0" timeOffset="-169862.87">4976 12432 0,'-40'0'0,"40"-40"31,0 0-15,40 40-16,0-40 16,0 40-16,0 0 15,0 40 1,-40 0-1,0 0-15,0 0 16,0 0-16,0 0 16,0 0-16,-40-40 15,40 41-15,-40-1 0,0-40 16,0 0-16,0 0 16,-1 0-16,1 0 15,0 0 1,40-40-1,40 40 1,0 0 0,1 0-16,-41 40 0,40-40 15,-40 40-15,0 0 0,40-40 16,0 40 0,-40 0-16,40-40 0,0 0 15</inkml:trace>
  <inkml:trace contextRef="#ctx0" brushRef="#br0" timeOffset="-169658.9">5337 12552 0,'0'-40'0,"0"0"31,40 40-31,0 0 16,0 0-16,0-40 16,0 40-16,1 0 15,-41 40 1</inkml:trace>
  <inkml:trace contextRef="#ctx0" brushRef="#br0" timeOffset="-169454.85">5457 12512 0,'-40'0'16,"80"0"-16,-80 40 16,40 0-1,0 1 1,0-1 0,0 0-16,0 0 0,0 0 15,0 0-15,0 0 16,0 0-16</inkml:trace>
  <inkml:trace contextRef="#ctx0" brushRef="#br0" timeOffset="-169142.4">5698 12753 0,'0'0'15,"0"-40"1,-40 40 0,40 40-1,-40-40-15,40 40 16,-40-40-16,40 40 0,0 0 16,0 0-16,80-40 15,-80 40-15,0 1 16,40-1-1,-40 0 1,0 0 0,-40-40-1,0 0-15,0 0 0,-1 0 16,1 0-16,0 0 16</inkml:trace>
  <inkml:trace contextRef="#ctx0" brushRef="#br0" timeOffset="-168515.11">6420 12472 0,'0'0'0,"-40"0"15,80 0 32,-40-40-31,40 40-16,0 0 16,1 0-16,-1 0 0,0 0 15,0 0-15,0 40 16,-40 0-16,0 0 15,0 0 1,-40-40-16,40 41 0,-40-41 16,0 0-16,40 40 0,0 0 31,0 0 0,40-40-31,0 40 16,-40 0-1,-40 0 1,0-40 0,0 0-16,-1 0 0,41 40 0,-40-40 15,0 0-15,0 0 16,0 0-16,40-40 16</inkml:trace>
  <inkml:trace contextRef="#ctx0" brushRef="#br0" timeOffset="-168288.11">6942 12552 0,'-40'0'16,"40"-40"-1,40 40 1,0 0-1,40 0 1,-40 0-16,0 0 16,1 0-1,-1 0-15</inkml:trace>
  <inkml:trace contextRef="#ctx0" brushRef="#br0" timeOffset="-168086.88">7062 12512 0,'-80'40'16,"160"-80"-16,-160 161 31,80-81-31,0 0 16,0 40 0,0 40-1,0-39 1,-40-41-16,40 0 15</inkml:trace>
  <inkml:trace contextRef="#ctx0" brushRef="#br0" timeOffset="-167655.42">7343 12833 0,'0'-40'15,"0"80"-15,-40-80 16,0 40 0,40 40 46,-40-40 1,40 40-63,0 0 0,0 0 15,0 1 1,40-1-16,-40 0 16,40 0-1,-40 0 1,0 0-1,-40-40 1,0 0-16,0 0 16,-1 0-16,1 0 0,0 0 15,0-40-15,40 0 16,0 0-16</inkml:trace>
  <inkml:trace contextRef="#ctx0" brushRef="#br0" timeOffset="-167099.81">8146 12432 0,'-40'0'32,"-1"0"-17,1 0-15,40 40 0,-40-40 16,0 40-16,0-40 15,40 40-15,0 0 0,0 1 16,40-41 0,0 0-1,40 0 1,-39 0-16,-1 0 16,0 0-16,0 0 15,0 0-15,0 0 0,0 0 16</inkml:trace>
  <inkml:trace contextRef="#ctx0" brushRef="#br0" timeOffset="-166866.91">8306 12512 0,'-80'-40'31,"40"40"-31,40 40 31,0 0-31,0 0 16,0 1-16,0-1 15,0 0-15,0 0 0,0 0 16,0 0-16,0 0 16,0 0-16,0 0 15</inkml:trace>
  <inkml:trace contextRef="#ctx0" brushRef="#br0" timeOffset="-166666.67">8427 12552 0,'0'0'0,"-41"-40"15,82 40 16,-41-40-31,120 40 16,0 0 0,-39 40-1</inkml:trace>
  <inkml:trace contextRef="#ctx0" brushRef="#br0" timeOffset="-166465.73">8587 12472 0,'-80'40'32,"160"-80"-32,-200 80 0,120 0 15,0 0-15,0 41 16,0 39 0,0 0-1,0-39 1</inkml:trace>
  <inkml:trace contextRef="#ctx0" brushRef="#br0" timeOffset="-166198.75">8828 12793 0,'0'0'0,"-40"0"16,0 0-1,-1 40 1,41 0-16,0 40 16,0 1-1,41-1 1,-41 0 0,0-40-1,-41-40 16,1 0-31,-40-40 16</inkml:trace>
  <inkml:trace contextRef="#ctx0" brushRef="#br0" timeOffset="-165746.96">9510 12552 0,'0'0'0,"-80"40"16,80 1 15,40-1-16,-40 0-15,80 40 16,-80 0 0,0-40-1,-80 0 1,0-40 0,80-40-1</inkml:trace>
  <inkml:trace contextRef="#ctx0" brushRef="#br0" timeOffset="-165608.8">9550 12592 0,'-40'-80'31,"80"160"-31,40-160 16,-40 80-16,41 0 15,-41 0 1</inkml:trace>
  <inkml:trace contextRef="#ctx0" brushRef="#br0" timeOffset="-165382.94">10032 12512 0,'-41'0'0,"82"0"0,-122 0 16,121 0-1,1 0 1,-1 0-16,0 0 0,0 0 16,0 0-16,0 0 0,0 0 15,0 0-15,1 0 0,-1 0 16,-40-40 0</inkml:trace>
  <inkml:trace contextRef="#ctx0" brushRef="#br0" timeOffset="-165187.79">10232 12512 0,'-40'40'31,"80"-80"-31,-120 80 0,80 0 16,0 1 0,0 79-1,0-40 1,-40 0-1,0 1 1</inkml:trace>
  <inkml:trace contextRef="#ctx0" brushRef="#br0" timeOffset="-164915.87">10553 12833 0,'-40'0'16,"80"0"-16,-120-40 16,40 40-1,0 40-15,0 0 16,40 40 0,0 1-1,80-1 1,-40 0-1,-80-80 17,0 0-32,0-40 15,-1 40-15</inkml:trace>
  <inkml:trace contextRef="#ctx0" brushRef="#br0" timeOffset="-164371.05">10914 12512 0,'0'0'0,"-40"0"16,40-40-1,0 80 1,-40 0 0,0-40-1,0 40-15,0 41 16,40-41-16,0 0 0,0 0 16,0 120-1,80-79 1,0-81-1,-40 0 1,-40-40 0,-80-1-1,0-39 1,40 80-16,-41 0 16</inkml:trace>
  <inkml:trace contextRef="#ctx0" brushRef="#br0" timeOffset="-164129.73">11075 12673 0,'0'-40'0,"0"80"0,40-80 15,0 40 1,40 0 0,-39 0-16,79 0 15,-80 0-15,40 0 16,1 0 0</inkml:trace>
  <inkml:trace contextRef="#ctx0" brushRef="#br0" timeOffset="-163942.95">11476 12592 0,'-120'41'31,"240"-82"-31,-280 202 32,160-121-32,0 0 15,0 0-15,0 40 16,0-39-16,0-1 0,0 0 15,0 40 1</inkml:trace>
  <inkml:trace contextRef="#ctx0" brushRef="#br0" timeOffset="-163587.78">11637 12953 0,'-40'0'16,"40"41"-16,-41-41 31,41 40-15,0 0-1,0 0 1,0 0-16,0 0 16,0 0-16,0 0 15,0 0-15,41-40 0,-41 40 32,0 1-17,-41-41 1,-39 0-16,40 0 15,0 0-15,0-41 0</inkml:trace>
  <inkml:trace contextRef="#ctx0" brushRef="#br0" timeOffset="-163207.8">12720 12953 0,'-40'0'16,"0"0"-16,80 0 31,0 0-15,0 0-16,0 0 0,0 0 15,1 0 1,-1 0-16</inkml:trace>
  <inkml:trace contextRef="#ctx0" brushRef="#br0" timeOffset="-163037.74">13362 13034 0,'-40'0'15,"80"0"-15,-160 0 16,200 0 0,-40 0-1,0 0-15,0 0 16,0-40-16</inkml:trace>
  <inkml:trace contextRef="#ctx0" brushRef="#br0" timeOffset="-162867.81">13964 12994 0,'0'-81'31,"40"81"-15,0 0-1</inkml:trace>
  <inkml:trace contextRef="#ctx0" brushRef="#br0" timeOffset="-162727.81">14285 12913 0,'-40'0'16,"80"0"-16,-120 0 31</inkml:trace>
  <inkml:trace contextRef="#ctx0" brushRef="#br0" timeOffset="-161617.82">15168 12713 0,'0'40'16,"40"-40"-16,0 0 31,0 0 47,0 0-78,0 0 0,-40 40 16,41-40-16,-1 40 0,0-40 0,0 40 0,0-40 15,0 40-15,0-40 0,0 0 16,-40 40-16,41-40 0,-1 0 0,0 0 31,-40-40-31,0 0 16,0 0-16,0 0 16,-40 40-16,40-40 0,0 0 0,-40 40 15,40-40-15,-41 40 16,41-40-16,-40 40 0,0 0 15,0 0-15,0 0 16,40 80-16,-40-80 16,0 0-16,40 80 0,-40-80 0,40 40 15,0 0-15,-41-40 16,41 40-16,-40 0 0,0-40 0,40 41 0,-40-41 16,0 40-16,0-40 15,0 0-15,0 0 0,-1-40 16,1-1-16,40 1 15,0 0 1,0 0-16,0 0 16,40 40-16,-40-40 15,41 40-15,-1 0 0,0 0 16,0 0-16,0 0 16,-40 40-16,40-40 0,0 0 0,-40 40 0,40-40 15,-40 40-15,41-40 0,-1 0 16</inkml:trace>
  <inkml:trace contextRef="#ctx0" brushRef="#br0" timeOffset="-150468.49">2929 16362 0,'-40'40'0,"0"-40"0,0 41 16,0-41 109,0 0-125,-1 0 31,41 40-31,-40-40 16,0 0-1,40 40 1,-40-40-16,40 40 94,-40-40-79,80 0 95,0 0-95,0 0-15,0 0 16,1 0-16,-1 0 0,0 0 15,0 0 1,0 40-16,0-40 16,0 0-16,0 0 15,1 0-15,-1 0 0,0 0 16,0 0-16,0 0 16,0 0-16,0 0 0,0 0 0,1 0 0,-1 0 15,0 0-15,0 0 0,0 0 0,0 0 16,0 40-16,1-40 0,-1 0 15,0 0-15,0 0 0,0 40 16,0-40 0,0 0-16,0 0 0,1 0 0,-1 0 0,0 0 15,0 0-15,40 0 0,-40 0 16,0 0-16,41 0 0,-41 40 0,0-40 0,40 0 16,-40 40-16,0-40 15,1 0-15,-1 0 0,40 0 0,0 0 16,-40 41-16,0-41 0,1 0 0,-1 0 15,0 0-15,0 0 0,0 0 16,40 0-16,-40 0 0,1 0 0,-1 0 0,0 0 16,40 0-16,-40 0 15,0 0-15,41 0 0,-41 0 0,40 0 0,-40 0 16,0 0-16,40 0 0,-39 0 16,39 0-16,-40 0 0,0 0 0,40 0 0,1 0 15,-41 0-15,40 0 0,-40 40 0,40-40 0,1 0 16,-41 0-16,40 0 15,-40 40-15,40-40 0,-40 0 0,41 0 0,-41 0 16,0 40-16,40-40 0,-40 0 16,41 0-16,-41 0 0,40 0 0,0 0 0,-40 0 15,41 0-15,-1 0 16,0 0-16,0 40 0,1-40 0,-1 0 0,0 0 16,0 0-16,1 0 0,-1 0 15,-40 0-15,40 0 0,1 40 0,-41-40 0,40 0 16,-40 0-16,0 0 0,0 0 0,0 0 0,1 0 15,-1 0-15,0 0 16,0 0-16,0 0 0,0 0 0,0 0 0,0 0 16,41 0-16,-41 0 0,40 0 15,-40 0-15,40 0 0,-39 0 0,39 0 0,-40 0 16,0 0-16,0 0 16,0 0-16,0 0 0,1 0 0,-1 0 0,0 0 15,0 0-15,0 0 0,0 0 0,0 0 0,41 0 16,-41 0-16,0 0 0,0 0 15,0 0-15,0 0 0,40 40 0,-39-40 0,-1 0 16,0 0-16,0 0 16,0 0-16,0 0 0,0 0 0,0 0 15,1 40-15,-1-40 16,0 0-16,0 0 0,0 0 16,0 0-16,0 0 15,1 0-15,39 0 0,-40 0 0,0 0 0,40 0 16,-40 0-16,1 0 0,-1 0 0,0 0 15,0 0-15,0 0 16,0 0-16,0 0 0,0 0 16,1 0-1,-1 0-15,0 0 0,40 0 0,-40 0 0,40 0 16,-39 0-16,-1 0 0,40 0 16,-40 0-16,0 0 0,40 0 0,-39 0 0,-1 0 15,0 0-15,0 0 0,0 0 16,0 0-1,0 0-15,0 0 0,1 0 0,-1 0 16,0 0-16,0 0 0,0 0 16,0 0-16,40 0 0,-39 0 0,-1 0 0,0 0 15,0 0-15,0 0 16,0 0-16,0 0 0,0 0 0,1 0 0,-1 0 16,40 0-16,-40 0 0,0 0 15,0 0-15,0 0 0,1 0 0,-1 0 0,0 0 16,0-40-16,0 40 0,0 0 0,0-40 15,0 40 1,1 0-16,-1 0 16,0 0-1,0 0-15,-40-40 0,40 40 0,0 0 16,0 0 0,0 0-16,1 0 0,-1 0 0,0 0 15,0 0-15,0 0 0,0 0 0,0 0 0,0 0 16,1 0-16,-1 0 15,0 0-15,0 0 0,0 0 16,0 0-16,0 0 16,1 0-16,-1-40 0,0 40 0,0-40 0,0 40 15,0 0-15,40 0 0,-39 0 16,-1 0-16,0-40 0,0 40 0,0 0 0,0 0 16,-80 0 15,0 0-31,0-40 15</inkml:trace>
  <inkml:trace contextRef="#ctx0" brushRef="#br0" timeOffset="-150218.57">14807 16643 0,'0'-40'31,"40"40"-15,0 0 0,0 40-16,0-40 0,0 40 0,0-40 0,1 40 15,-1-40-15,0 40 16,0-40-16,0 41 0,0-1 0,-40 0 16,0 0-1,-40 0-15,0-40 0,0 40 16,0-40-16,-41 0 0,41 0 0,0 40 0,0-40 15,-40 0-15</inkml:trace>
  <inkml:trace contextRef="#ctx0" brushRef="#br0" timeOffset="-148548.61">2969 16603 0,'-40'0'31,"40"-40"-31,-40 40 16,0 0 46,0 0-31,0 0-31,80 0 94,-40-40-94,0 0 16,40 40-16,-40 40 47,-80-40-47,80 40 15,-40-40-15,-1 40 16,41-80 15,41 0-15,-1 40-1,-40-40-15,40 40 0,-40-40 0,40 40 16,-40 40 31,0 0-47,-40-40 16,40 40-16,-40-40 15,0 0-15,-1 0 16,1 0-1,0-40 1,40 0 0,0 0-1,40 40 1,-40 40 15,0 0-31,0 0 31,0-80 1,40 40-32,-40-40 15,41 40-15,-41-40 16,0-1-16,40 41 0,-40 41 31,-40-41-31,40 40 16,-41-40-16,41 40 0,-40-40 0,0 40 0,0-40 15,0 0 1,40 40-16,-40-40 0,40 40 0,40-80 31,0 40-15,-40-40-16,40 40 16,0-40-16,0 40 0,1 0 15,-82 0 32</inkml:trace>
  <inkml:trace contextRef="#ctx0" brushRef="#br0" timeOffset="-146538.73">3812 15480 0,'0'-40'172,"0"0"-16,-40 40-140,40-40 31,0 80 46,0 0-93,0 0 16,-40-40 0,40 40-1,0 0-15,0 0 16,0 0 15,0 1-31,0-1 16,0 0-1,0 0-15,0 0 16,0 0 0,0 0-16,0 0 15,0 0-15,0 1 16,-40-41-16,40 40 15,0 0-15,0 0 16,0 0-16,0 0 16,0 0-1,0 0 1,0 0 15,0 0-15,0 1-16,0-1 31,0 0-31,0 0 16,0 0 15,0 0-15,0 0-1,0 0-15,0 0 16,0-80 31,0 0-47,0 0 15,0 0 1</inkml:trace>
  <inkml:trace contextRef="#ctx0" brushRef="#br0" timeOffset="-145958.84">3932 15560 0,'0'-40'16,"-40"40"62,0 0-62,40 40-16,-40-40 0,40 40 0,-40-40 15,40 40-15,-40 1 16,40-1-16,-40-40 0,40 40 16,0-80 31,0 0-47,0-1 15,0 1-15,0 0 0,40 40 16,-40-40-16,40 0 15,-40 0-15,40 40 63,0 40-63,0 0 16,0-40-16,1 40 15,-1 0-15,0-40 0,-40 40 0,40 1 16,0-1-16,-40 0 0,40 0 15,0 0-15</inkml:trace>
  <inkml:trace contextRef="#ctx0" brushRef="#br0" timeOffset="-144588.84">5096 16763 0,'-40'0'15,"0"0"63,40 41-46,-40-41-17,0 0 1,-1 0-1,1 0-15,40-41 63,40 41-63,1 0 16,-1 0-16,-40 41 31,0-1-16,-40 0 1,-1-40 0,41-40-1,0 0 17,41 40-32,-41-41 0,40 1 0,-40 80 46,0 1-46,-40-41 16,40 40-16,-41-40 16,41 40-16,-40-40 15,40-40 17,40 40-32,-40-40 0,41 40 15,-41-41-15,40 41 16,-40 41 15,-40-41-15,-1 40-1,1-40-15,40-40 47,81 40-16</inkml:trace>
  <inkml:trace contextRef="#ctx0" brushRef="#br0" timeOffset="-143028.94">6300 17004 0,'0'-40'31,"40"40"-31,-40-40 15,40 40 79,-80 0 125,40-40-203,-40 40 109,0 40 46,40 0-171,0 0 16,-40-40-16,40 40 0,0 0 0,0 0 16,0 0-1,-41 1-15,41-1 0,0 0 16,0 0-16,0 0 16,0 0-16,0 0 15,0 0-15,0 0 31,0 1-31,0-1 16,0 0 0,0 0-1,-40 0 1,40 0 0,-40-40-16,40 40 15,0 0 1,0 0-16,0 0 15,0 1 1,0-1 0,0 0 31,0 0-32,-40-40-15,0 40 16,40-80 31,40 40-32</inkml:trace>
  <inkml:trace contextRef="#ctx0" brushRef="#br0" timeOffset="-142488.97">5738 18087 0,'-40'0'15,"80"0"64,0 0-48,-40 40-16,0 0 1,40-40-16,-40 40 0,0 0 31,40-40-31,1 0 16,-41 40 0,40-40-16,0 0 31,-40-40-16,40 0-15,0 0 0,0 0 16,0 40 0,-40-40-16,40 40 0,1 0 0,-41-40 0,40 40 15,0 0 1</inkml:trace>
  <inkml:trace contextRef="#ctx0" brushRef="#br0" timeOffset="-142019">7544 16924 0,'-40'0'31,"40"40"-31,-40-40 16</inkml:trace>
  <inkml:trace contextRef="#ctx0" brushRef="#br0" timeOffset="-141329.04">7504 17004 0,'-40'40'31,"80"-80"-31,-80 120 78,-1-80-62,1 40 0,40-80 31,0 0-32,0 0 32,40 40-47,-40 40 47,-40-40-16,80 0 0,-40-40-31,41 40 16,-41 40 31,0 0-47,-41-40 16,41 40-16,-40-40 0,40-40 46,40 0-30,-40 0-16,41 40 16,-41-40-16,40 40 15,-40 40 17,-40 0-32,-1-40 0,1 40 15,0-40-15,0 0 31</inkml:trace>
  <inkml:trace contextRef="#ctx0" brushRef="#br0" timeOffset="-137779.33">8467 17004 0,'-40'0'141,"40"40"-110,-41-40-15,82 0 62,-1 0-62,0 0-16,-80 0 109,80 0 79,-40-40-188,40 40 0,-40-40 15,40 40 1,-40 40 31,-40-40-32,0 0-15,40 40 16,-40-40 0,40-40 30,40 40-46,0 0 32,0 0-1,-40 40 0,-40-40-15,40-40 46,0 0 141,0 0-187,0 0 0,0 0-1,0 0-15,0-1 16,0 1-16,0 0 16,0 0-16,0 0 0,0 0 15,0 0-15,0 0 0,0 0 0,0-1 16,40 1-16,-40 0 15,0 0-15,0 0 0,0 0 16,0 0-16,40 40 16,-40-40-16,0 0 0,0 0 15,0-1-15,0 1 16,0 0 0,0 0-16,0 0 46,40 40-14,-40-40-32,0 0 15,0 0 32,0 0-16,0-1 32,-40 41 93,0 41-125,0-1-31,0-40 16,40 40 0,-40-40-16,40 40 0,-40-40 15,-1 0 1,41 40-16,41-80 47,-1 0-32,0 0 1,0 40-16,-40-40 0,40 40 0,0-41 0,0 1 16,0 40-16,-40-40 0,41 40 15,-1-40-15,0 0 0,-40 80 63,0 0-48,0 0-15,40 0 0,0 1 16,0-1 0,0 0-16,0 0 15,-40 0-15,41-40 0,-1 40 16,0 0-16,0-40 0</inkml:trace>
  <inkml:trace contextRef="#ctx0" brushRef="#br0" timeOffset="-128589.81">9751 16884 0,'0'40'16,"-40"-40"0,40 40 93,0 0-78,-41-40 47,1 0-62,40 40-16,-40-40 16,40 40-16,40-40 93,0 0-93,-40-40 110,0 80-32,0-80-31,41 0-32,-41 0-15,40 40 0,-40 40 47,0 0-31,0 0-1</inkml:trace>
  <inkml:trace contextRef="#ctx0" brushRef="#br0" timeOffset="-127199.89">11035 17124 0,'0'0'0,"0"-40"31,0 0 157,0 80 15,0 0-187,-40 0-16,40 1 0,0-1 15,0 0-15,0 0 16,-40-40-16,40 40 0,0 0 0,0 0 15,0 0-15,0 0 16,0 1-16,40-41 0,-40 40 31,0 0-31,40-40 16,-40 40-16,0 0 16,0 0-1,0 0 16,0 0-15,0 0 0,0 0-16,0 1 15,-40-1 1,40 0 0,0 0 15,0 0 0,0 0 0,0 0-15,-40-40-16,40 40 31,0 0 16,-41-40-47,41 41 16,-40-41-1,40-41 63,40 1-62,-40 0-16</inkml:trace>
  <inkml:trace contextRef="#ctx0" brushRef="#br0" timeOffset="-126679.92">10633 18127 0,'0'40'62,"0"0"-46,41-40 0,-41 40-1,40-40-15,-40 40 0,40 1 16,-40-1 0,40-40-1,0 0 16,0-40 1,0 40-32,-40-41 0,41 41 15,-1-40 1,0 40-16,0-40 0,0 40 16,-80 0 77</inkml:trace>
  <inkml:trace contextRef="#ctx0" brushRef="#br0" timeOffset="-124620.05">2889 16443 0,'0'-41'16,"40"41"47,-40-40-48</inkml:trace>
  <inkml:trace contextRef="#ctx0" brushRef="#br0" timeOffset="-124230.07">3371 15921 0,'0'-40'16,"40"40"-16,-40-40 16</inkml:trace>
  <inkml:trace contextRef="#ctx0" brushRef="#br0" timeOffset="-124070.09">3491 15841 0,'0'-40'31</inkml:trace>
  <inkml:trace contextRef="#ctx0" brushRef="#br0" timeOffset="-123930.12">3531 15801 0</inkml:trace>
  <inkml:trace contextRef="#ctx0" brushRef="#br0" timeOffset="-123520.11">2769 16563 0,'0'-40'94,"40"40"-94,-40-40 0,40 0 16</inkml:trace>
  <inkml:trace contextRef="#ctx0" brushRef="#br0" timeOffset="-123350.12">2849 16402 0,'0'-40'31,"0"0"0,0 0-31,40 40 0,0-40 16,-40 0-1</inkml:trace>
  <inkml:trace contextRef="#ctx0" brushRef="#br0" timeOffset="-123080.14">3090 16122 0,'0'0'15,"40"-40"1,-40 0-16,0-1 15,40-39 1,40 40 15,-40 0-15,0 40 0</inkml:trace>
  <inkml:trace contextRef="#ctx0" brushRef="#br0" timeOffset="-122930.22">3451 15721 0,'0'0'16,"0"-40"31</inkml:trace>
  <inkml:trace contextRef="#ctx0" brushRef="#br0" timeOffset="-122740.21">3611 15560 0,'0'0'0,"41"-40"15,-41 0 1,40-40 0</inkml:trace>
  <inkml:trace contextRef="#ctx0" brushRef="#br0" timeOffset="-122540.23">3772 15440 0,'40'0'0,"-80"0"0,120 0 31,-80-40-15,80 40-1,-39 0 1,-1 0 0</inkml:trace>
  <inkml:trace contextRef="#ctx0" brushRef="#br0" timeOffset="-122350.18">4253 15480 0,'41'0'31,"-82"0"-31,122 0 16,-81-40-1,40 80 32,0-40-47,0 0 16</inkml:trace>
  <inkml:trace contextRef="#ctx0" brushRef="#br0" timeOffset="-122180.19">4534 15681 0,'0'0'15,"0"40"1,40-40-16,1 0 15,-1 0 1,0 0 15</inkml:trace>
  <inkml:trace contextRef="#ctx0" brushRef="#br0" timeOffset="-122000.2">4775 15921 0,'0'40'0,"0"-200"0,0 280 32,40-80-17,0-40 17</inkml:trace>
  <inkml:trace contextRef="#ctx0" brushRef="#br0" timeOffset="-121800.29">4855 16122 0,'0'0'16,"40"0"15,1 0-15,-1 0-1,0 40 17</inkml:trace>
  <inkml:trace contextRef="#ctx0" brushRef="#br0" timeOffset="-121680.24">5016 16202 0,'-80'80'47,"160"-160"-47,-160 200 47,120-120-47,0 0 16</inkml:trace>
  <inkml:trace contextRef="#ctx0" brushRef="#br0" timeOffset="-121360.24">5016 16483 0,'0'40'32,"0"0"-17,40-40 17,-40 40-17,40-40 1,-40 40 15,0 0-15,0 0-1</inkml:trace>
  <inkml:trace contextRef="#ctx0" brushRef="#br0" timeOffset="-121210.25">5136 16964 0,'0'0'16</inkml:trace>
  <inkml:trace contextRef="#ctx0" brushRef="#br0" timeOffset="-121020.26">5016 17285 0,'0'40'16,"0"0"15</inkml:trace>
  <inkml:trace contextRef="#ctx0" brushRef="#br0" timeOffset="-120810.35">5056 17686 0,'0'40'15,"0"0"16,40-40 1</inkml:trace>
  <inkml:trace contextRef="#ctx0" brushRef="#br0" timeOffset="-119730.34">5176 17967 0,'0'0'15,"40"0"1,-40 40 0,0 0-1,0 0 32,41-40-47,-1 0 16,0 0-1,-40 40-15,40-40 0,0 0 0,0 0 32,-40 40-32,0 0 47,0 0-16,40-40 0,0 40-15,1-40-1,-1 0 1,-40 41 93,40-41-109,0 0 0,0 0 16,0 0 0,0 0 62,-40 40-63,40-40-15,1 0 16,-1 0 62,0 0-62,0 0-1,0 0 1,0 0 31,-40-40-47,40 40 15,-40-41 1,40 41-16,1 0 31,-41-40-31,40 40 0,0-40 16,0 40 15,0 0-31,0 0 16,0 0-16,0 0 15,1 0 1,-41-40 0,40 40-1,-40-40 1,40 40 0,-40-40-16,40 40 0,0-40 15,0 0 1</inkml:trace>
  <inkml:trace contextRef="#ctx0" brushRef="#br0" timeOffset="-119240.42">7263 17566 0,'0'-41'0,"40"41"0,-40-40 15,0 0 1,40 40 0,-40-40-1</inkml:trace>
  <inkml:trace contextRef="#ctx0" brushRef="#br0" timeOffset="-119040.38">7423 17285 0,'41'-80'31,"-1"39"-31,-40 1 31,0 0 16</inkml:trace>
  <inkml:trace contextRef="#ctx0" brushRef="#br0" timeOffset="-118860.39">7624 16924 0,'120'-120'47,"-240"240"-47,240-281 0,-120 121 0,0 0 0</inkml:trace>
  <inkml:trace contextRef="#ctx0" brushRef="#br0" timeOffset="-118650.4">7905 16563 0,'0'-40'16,"0"0"15,0 0-15,0-1-16</inkml:trace>
  <inkml:trace contextRef="#ctx0" brushRef="#br0" timeOffset="-117980.44">7985 16362 0,'0'-40'31,"0"80"-31,0-160 47,40 120-47,-40-40 0,0 0 32,40 40-32,-40-40 62,0 0-46,41 40-16,-41-40 15,0-1 1,0 1 15,40 40-15,-40-40-1,40 40 17,-40-40-32,0 0 15,40 40 1,0 0 0,0 0 30,0 0-30,0 0 15,-40-40-15,41 40 0,-41-40-1,40 40 1,0 0-1,-40-40-15,40 40 16,-40-40 0,40 40-1</inkml:trace>
  <inkml:trace contextRef="#ctx0" brushRef="#br0" timeOffset="-117540.53">9109 15721 0,'40'0'15,"0"0"17,-40 40-17</inkml:trace>
  <inkml:trace contextRef="#ctx0" brushRef="#br0" timeOffset="-117260.49">9349 15881 0,'41'40'0,"-1"-40"47,-40 40-32,0 0 17,-40 1-17</inkml:trace>
  <inkml:trace contextRef="#ctx0" brushRef="#br0" timeOffset="-117110.5">9470 16082 0</inkml:trace>
  <inkml:trace contextRef="#ctx0" brushRef="#br0" timeOffset="-116780.51">9670 16162 0,'0'40'47,"0"0"-47,0 0 15,0 0 17,0 0-32,-40-40 0,40 40 15,-40 1 1</inkml:trace>
  <inkml:trace contextRef="#ctx0" brushRef="#br0" timeOffset="-116570.55">9550 16643 0,'0'0'0,"0"40"47,0 0-47,40-40 16,-40 40-1,0 1 17</inkml:trace>
  <inkml:trace contextRef="#ctx0" brushRef="#br0" timeOffset="-116380.54">9711 17004 0,'0'0'0,"0"40"78,0 0-78,0 0 31</inkml:trace>
  <inkml:trace contextRef="#ctx0" brushRef="#br0" timeOffset="-115320.61">9670 17285 0,'0'40'31,"0"-80"-31,0 120 16,0-40 15,0 0-31,0 0 15,41-40 1,-41 40 0,40 1-1,0-41-15,-40 40 16,40-40-16,-40 40 0,0 0 31,40-40-31,-40 40 16,40-40-1,-40 40 1,40-40 0,-40 40-16,0 0 15,0 0 1,40-40 0,-40 40-16,41-40 0,-1 41 15,-40-1 1,40-40-16,-40 40 0,0 0 15,40-40 48,-40 40-32,40-40-31,-40 40 16,40-40-16,-40 40 15,40-40-15,-40 40 32,81-40 15,-81 40-47,40-40 31,-40 41-16,40-41 17,0 0-17,-40 40-15,40-40 16,-40 40 0,40 0-1,0-40 1,0 0-1,1 0 1,-1 0-16,0 0 16,0 0-16,0 0 15,0 0-15,0 0 32,1 0-1,-1 0-16,0 0 1,0 0-16,0 0 16,0 0-1,0 0-15,0 0 16,1 0 0,-41-40-1,40 40-15,0 0 16,0 0 15</inkml:trace>
  <inkml:trace contextRef="#ctx0" brushRef="#br0" timeOffset="-115210.66">11597 18368 0,'40'0'31</inkml:trace>
  <inkml:trace contextRef="#ctx0" brushRef="#br0" timeOffset="-115060.62">11958 18328 0,'-361'40'0,"842"-121"31,-601 122-31,240-122 16,-80 81-16,0 0 15,0-40 1,1 40-16</inkml:trace>
  <inkml:trace contextRef="#ctx0" brushRef="#br0" timeOffset="-114910.63">13523 18047 0,'0'0'0,"40"-121"31,0 81-31</inkml:trace>
  <inkml:trace contextRef="#ctx0" brushRef="#br0" timeOffset="-109960.92">2688 14397 0,'0'-40'16,"-40"80"109,0-40-109,40 40-16,-40-40 0,0 40 0,0 1 15,0-1 1,0-40-16,40 40 0,-41-40 15,41 40 1,41-80 31,-1 0-47,0 0 16,0 40-1,-40-41-15,40 41 0,-40-40 0,40 40 0,-40-40 16,40 40-16,-40-40 15,40 40-15,-40-40 16,41 40 0,-1 0-1,-40 40-15,40-40 0,-40 40 16,40-40 0,-40 40-16,40 0 0,0-40 15,-40 41 1,40-41-16,0 0 31</inkml:trace>
  <inkml:trace contextRef="#ctx0" brushRef="#br0" timeOffset="-108780.99">522 14437 0,'0'-40'15,"40"40"1,0 0 0,0 0 15,-40 40-16,0 0 1,0 1-16,0-1 0,0 0 16,-40 0-16,40 0 0,0 0 0,-40-40 15,40 40-15,-40 0 16,40 0-16,-40 0 0,40 1 0,-41-41 0,41 40 16,-40-40-16,40 40 15,-40-40-15,40-40 16,80 0-1,-80-1-15,41 1 0,-41 0 0,40 40 16,0-40-16,0 0 0,-40 0 16,40 0-16,0 0 0,0 40 0,0-40 0,-40 0 15,41 40-15,-1-41 0,0 1 0,0 0 16,0 40-16,-40-40 16,40 40-16,-40-40 0,-40 40 78,0 0-78,40 40 0,-40-40 0,40 40 15,-40-40-15,40 40 16,-40-40-16,40 40 0,-41-40 16,41 41-16,-40-1 15,40 0-15,0 0 16,-40 0-16,40 0 15,0 0-15,0 0 0,0 0 16,0 0-16,0 1 16,40-41-16,-40 40 0,40-40 0,1 0 15,-1 0-15,0 0 16</inkml:trace>
  <inkml:trace contextRef="#ctx0" brushRef="#br0" timeOffset="-108441.07">1124 14798 0,'0'-40'15,"-41"40"1,41 40 15,0 0-31,-40 41 31,0-81-31,40 80 16,0-40-16,0 0 16,0 0-16,40 0 15,-40 0-15,0 0 32,-40-40-32,40 41 15,-40-41 1,-40 0-16,40 0 31,0 0-31,40-41 0</inkml:trace>
  <inkml:trace contextRef="#ctx0" brushRef="#br0" timeOffset="-108011.11">1525 14357 0,'0'40'63,"0"0"-47,-40-40-1,40 40-15,-40 1 0,-1-1 16,1 0-1,40 0-15,-40-40 0,40 40 0,-40-40 16,40 40-16,0 0 0,0 0 16,0 0-16,40 0 15,0 1-15,0-41 0,1 40 16,-1-40 0</inkml:trace>
  <inkml:trace contextRef="#ctx0" brushRef="#br0" timeOffset="-107731.13">1766 14397 0,'0'0'0,"-41"0"31,41 40 0,0 0-31,0 1 16,-40 39 0,-40 40-1,40 0 17,40-80-32,0 1 0,40-41 31,0 0-31</inkml:trace>
  <inkml:trace contextRef="#ctx0" brushRef="#br0" timeOffset="-107541.13">1525 14798 0,'0'-40'16,"40"40"-1,-40-40-15,40 40 0,0-40 0,0 40 16,0 0-16,1-40 0,-1 40 16,0 0-16,-40-40 0,40 40 0,0 0 15,0 0-15</inkml:trace>
  <inkml:trace contextRef="#ctx0" brushRef="#br0" timeOffset="-107321.11">2006 14437 0,'40'0'16,"-80"0"-16,80 40 15,-40 1-15,41-41 16,-41 80 15,0-40-31,0 80 16,-81-80-16,41 0 0,0 0 15,0 1-15,0-1 0</inkml:trace>
  <inkml:trace contextRef="#ctx0" brushRef="#br0" timeOffset="-105891.23">2207 8903 0,'0'40'15,"0"0"48,0 0-47,40-40 62,-40-40-78,0 0 15,40 40-15,-40-40 16,-40 80 31,0 0-32,40 0-15,-40-40 16,0 40-16,0 0 0,40 0 16,-41-40-16,1 41 0,40-1 0,-40-40 0,0 40 15,0 0 1,40 0-16,-40-40 0,80 0 31,-40-40-31,40 40 0,-40-40 0,80 0 16,-40 0-16,1 40 15,-1-41-15,0 1 0,-40 0 0,40 40 0,0-40 16,0 0-16,-40 0 0,40 40 16,-40-40-16,40 40 0,-40-40 0,41 40 15,-41-40-15,40 40 16,0 0 15,-40 40-15,40 0-16,-40 0 15,40-40-15,-40 40 16,40-40-16,0 40 0,0-40 16,1 0-16,-1 0 0,0 0 15,0 0 1,0 0-16,-40 40 16</inkml:trace>
  <inkml:trace contextRef="#ctx0" brushRef="#br0" timeOffset="-105011.3">803 8742 0,'-41'0'0,"1"-40"32,0 40-32,0 0 15,40 80-15,-40-80 0,40 41 16,0-1-16,-40 0 16,40 0-16,0 0 0,0 0 15,0 0-15,0 0 16,0 0-16,0 1 0,40-41 0,-40 40 15,40 0-15,0-40 16,40 40-16,-39-40 0,-1 0 16,0-40-16,-40 0 15,0 0 1,0-1-16,40 1 0,-40 0 0,0 0 16,0 0-16,0 0 0,0 0 15,0 0-15,0 0 0,-40-1 0,40 1 0,0-40 16,0 40-16,-40 0 15,40 0-15,0 0 0,0 0 0,0 0 16,0-1-16,0 1 16,40 40-16,0 0 15,0 0-15,-40 40 16,40-40 0,-40 41-16</inkml:trace>
  <inkml:trace contextRef="#ctx0" brushRef="#br0" timeOffset="-104731.24">1043 9023 0,'40'-40'0,"-40"0"32,41 40-32,-1 0 0,0-40 0,40 0 15,-40 0 1,0 40 0,-40-41-1</inkml:trace>
  <inkml:trace contextRef="#ctx0" brushRef="#br0" timeOffset="-104541.25">1284 8863 0,'0'40'15,"0"-80"-15,-40 240 47,40-160-47,0 0 0,0 1 16,0 79-1,0-40 17,0-40-32</inkml:trace>
  <inkml:trace contextRef="#ctx0" brushRef="#br0" timeOffset="-104261.27">1525 9103 0,'-40'-40'16,"80"80"-16,-120-80 0,80 80 15,0 0 1,0 1 0,0-1-1,0 0 1,40-40-1,-40 40-15,0 0 16,-40 0 0,-1-40-1,-39 0 1,40 0-16</inkml:trace>
  <inkml:trace contextRef="#ctx0" brushRef="#br0" timeOffset="-103861.29">1645 8341 0,'0'-40'16,"-40"40"15,0 0-16,40 40-15,0 0 16,0 1-16,0-1 0,0 0 16,-40 0-16,40 0 0,0 0 0,0 0 15,0 0 1,0 0-16,0 0 0,0 1 0,0-1 16,0 0-1,40-40-15,0 0 0,0 0 16</inkml:trace>
  <inkml:trace contextRef="#ctx0" brushRef="#br0" timeOffset="-103611.31">1966 8301 0,'-40'0'16,"80"0"-16,-120 0 15,80 40-15,0 0 16,0 1 0,0-1-16,0 80 31,0 0-15,40-80-1</inkml:trace>
  <inkml:trace contextRef="#ctx0" brushRef="#br0" timeOffset="-103471.39">1846 8542 0,'0'0'16,"40"-40"15,0 40-31,0-40 0,0 40 0,0-40 15,1 40-15,-41-41 0</inkml:trace>
  <inkml:trace contextRef="#ctx0" brushRef="#br0" timeOffset="-103281.36">2167 8261 0,'0'-40'16,"0"80"-16,40-80 15,-40 120 1,40 41 0,-80 119-1,-40-79-15</inkml:trace>
  <inkml:trace contextRef="#ctx0" brushRef="#br0" timeOffset="-11966.8">18338 13154 0,'0'40'16,"40"-40"15,0-40-15,0 40-16,-80 0 62,0 0-62,0 0 16,0 40-16,0-40 16,40 40-16,-41-40 15,41 40-15,-40-40 0,40 40 0,-40-40 16,40 40-16,0 1 15,0-1-15,0 0 16,0 0-16,0 0 16,40-40-16,-40 40 15,40-40-15,1 0 16,-1 40-16,0-40 16,0 0-16,0 40 0,0-40 15,-40 40 1,40-40-16,-40 41 15,0-1 1,-40-40-16,40 40 0,-40-40 0,0 40 16,0-40-16,0 0 0,0 0 0,40 40 15,-41-40-15,1 0 16,0 0-16,0 40 0,0-40 0,0 0 16,0 0-1,-1 0 1,41-80-1,0 40-15</inkml:trace>
  <inkml:trace contextRef="#ctx0" brushRef="#br0" timeOffset="-11396.91">18779 13555 0,'0'-40'32,"-40"80"30,0 0-62,0 0 16,0 0-1,40 0-15,0 1 16,0-1 0,40-40-16,0 0 15,0 0 1,0 0-16,0 0 0,0-40 0,1 40 15,-41-41 1,0 1-16,0 0 0,0 0 16,0 0-16,0 0 15,-41 40 1,41 40 15,41 0-15,-1-40-1,-40 40-15,0 0 16,40 0-16,0-40 0,-40 41 0,40-41 16,-40 40-16,40-40 0,0 0 15,-40 40-15,40-40 0,1 0 32</inkml:trace>
  <inkml:trace contextRef="#ctx0" brushRef="#br0" timeOffset="-10836.87">19301 13435 0,'40'0'16,"-80"0"-16,80-40 0,0 40 16,0 40-1,0 0 1,-40 0-16,40 0 15,-40 0-15,41 0 0,-41 0 16,0 0-16,0 1 16,0-82 31,0 1-47,40 40 0,-40-40 0,40 0 15,-40 0 1,40 40-16,0-40 0,0 0 0,0 40 15,0 0 1,-40 40-16,0 0 16,41-40-16,-41 40 0,0 0 0,0 0 15,0 0 1,0-80 15,40 40-15,-40-40-16,0 0 15,40 40-15,-40-40 0,40 40 0,-40-40 16,40 40-16,0-40 0,0 40 16,-40 40-1,40-40-15,-40 40 0,0 0 16,0 0 0,0 0-16,0 0 0,0 1 15,0-1 1,0 0-16,41-40 31</inkml:trace>
  <inkml:trace contextRef="#ctx0" brushRef="#br0" timeOffset="-10346.98">20625 13515 0,'-40'0'15,"40"40"-15,0 0 16,0 0 0,-40 81-1,0 39 17,40-120-32,-41-40 0,41 40 31,0 0-31,0-80 31,0 0-15,0 0-16,0 0 0,0 0 15,0 0-15,0 0 16,41-1-16,-41 1 0,0 0 0,40 0 16,-40 0-16,40 0 15,0 0-15,-40 0 0,40 40 0,-40-40 16,40 40-16,0 0 15,0 0-15,-40 40 16,41 0-16,-41 0 16,0 0-1,-81 0-15,41 0 0,40 0 0,-40-40 16,0 40-16,0-40 16,0 41-16,0-41 0,-1 40 0,1-40 15,0 0 1,40-40-16,0-1 15</inkml:trace>
  <inkml:trace contextRef="#ctx0" brushRef="#br0" timeOffset="-10096.99">20986 13234 0,'0'0'0,"0"40"31,0 0-15,40-40-1,-40 40-15,0 1 0,0-1 0,0 0 16,40-40-16,-40 40 0,0 0 16,0 0-16,0 0 0,-40-40 0,40 40 15,0 0-15,-40-40 16,40 41-16,0-1 15</inkml:trace>
  <inkml:trace contextRef="#ctx0" brushRef="#br0" timeOffset="-9876.96">21267 13395 0,'0'0'0,"0"40"31,0 0-15,0 0-16,0 0 16,0 0-16,40-40 15,-40 40-15,0 0 16,0 0 0,-40-40-16,40 41 0</inkml:trace>
  <inkml:trace contextRef="#ctx0" brushRef="#br0" timeOffset="-9696.94">21387 13154 0,'0'0'0,"40"-40"16,1 0-1,-1 40-15</inkml:trace>
  <inkml:trace contextRef="#ctx0" brushRef="#br0" timeOffset="-9166.97">21869 13475 0,'0'0'16,"40"0"0,-40 80-1,0-40 17,0 0-32,0 0 0,0 0 0,0 41 31,-40-41-16,40-80-15,40 0 16,0-41 0,0 1-1,41 0 1,-41 80-16,0 0 16,0 40-1,-40 0 1,0 121-1,-40-41 1,40-80 15,40-40-31</inkml:trace>
  <inkml:trace contextRef="#ctx0" brushRef="#br0" timeOffset="-8667.07">22631 13555 0,'-120'-40'47,"120"80"-47,-40-40 0,40 40 0,0 0 15,0 0 1,40-40 0,0-40-1,-40 0 1,0 0-1,0 0-15,0 0 0,40 40 32,-40 40-17,0 0-15,0 0 0,0 0 0,0 0 16,0 0-16,0 1 16,0 39-16,0-40 0,0 0 0,0 0 15,0 0-15,0 0 0,-40 0 16,40 0-16,0 1 0,-40-1 0,40 0 0,-40 0 15,40 0-15,-40 0 16,0 0-16,-1 0 0,41 0 16,-40-40-16,0 0 15,0 0 1,40-40-16,-40 0 16,40 0-1,0 0-15,0 0 0,0 0 16,40 0-16,-40 0 0,40-1 15,0 1-15,0 0 0,1 0 16,-1 40-16,-40-40 0,40 40 16,0 0-1,-40-40-15,40 40 0,0 0 0</inkml:trace>
  <inkml:trace contextRef="#ctx0" brushRef="#br0" timeOffset="-8027.11">23514 13435 0,'0'-40'16,"-40"40"47,40 40-63,0 0 15,-40 0-15,40 0 16,0 0-16,0 0 0,0 0 0,0 0 0,-40 1 15,40-1-15,0 40 0,0-40 0,0 0 16,0 0-16,40 0 0,-40 0 16,40-40-16,-40 40 0,40-40 0,0 0 15,0 0 1,0 0-16</inkml:trace>
  <inkml:trace contextRef="#ctx0" brushRef="#br0" timeOffset="-7507.07">23313 13715 0,'0'0'0,"-40"0"15,40-40-15,81 40 32,-41 0-32,160 0 31,-79-40-16,-81 0 1,-40 0 0,0 0-1,0 0 1,-40 40 0,40 80 15,0 0-16,0-40-15,0 0 0,40-40 16,-40 41-16,0-1 0,40-40 0,-40 40 16,0-80 31,40 40-47,-40-40 0,40 40 15,-40-41-15,40 41 16,0-40-16,1 40 15,-1 40 1,-40 1-16,0-1 16,0 0-16,40-40 0,-40 40 15,0 0 1,40-40 0</inkml:trace>
  <inkml:trace contextRef="#ctx0" brushRef="#br0" timeOffset="-7167.09">24276 13715 0,'0'-40'16,"0"80"-16,41-80 16,-1 40-16,40-40 15,-40 40 1,40-40-1,-80 0-15,0 0 16,-40 40 0,0 0-1,-40 40 1,40 0 0,0 0-1,40 0-15,-41 41 16,41-41-16,41 0 15,39 0 1,80 0 0,1-40-1</inkml:trace>
  <inkml:trace contextRef="#ctx0" brushRef="#br0" timeOffset="-6847.18">25119 13515 0,'-40'-40'32,"80"80"-32,40-80 31,-80 80-31,81 0 16,-41 0-16,-40 0 15,0 0-15,-40 41 16,-81-41-1,1-40 1,40 0 15,80-81-31,0 41 16,120-40 0,40 40 15,-119 0-31</inkml:trace>
  <inkml:trace contextRef="#ctx0" brushRef="#br0" timeOffset="-6577.18">25400 13515 0,'40'0'0,"-80"0"16,241 40 15,-161-40-31,-40 40 16,40-40-1,-40 40-15,0 0 0,0 0 16,-40-40 15,40-40-15,0 0-16,0 0 16,40 0-16,0 0 15,0 0 1,0 40-16,0 0 0,-40-40 0,41 40 15,-1 0-15,0 0 0,0 0 16</inkml:trace>
  <inkml:trace contextRef="#ctx0" brushRef="#br0" timeOffset="-6167.15">26564 13515 0,'0'0'0,"-40"-40"0,-1 40 16,1-40 0,0 40-1,40 40-15,-80 40 32,80-40-32,-40 0 0,40 40 15,-40-80-15,40 41 16,80-1-16,-40-40 15,0 0-15,40-121 32,-39 81-32,-1-80 15,-40 80-15,0 0 0,0 0 16,0 80 15,0 0-31,0 40 16,0-40-16,0 80 15,0-79-15,0-1 0,40 0 16,0 0 0,0-40-1</inkml:trace>
  <inkml:trace contextRef="#ctx0" brushRef="#br0" timeOffset="-5707.25">26925 13354 0,'80'81'47,"-160"-162"-47,160 202 15,-40-121-15,-40 40 16,0 0-16,0 40 16,0-40-16,0-80 46,40 0-46,0 0 16,1 40-16,-1-40 16,0 40-16,0 0 15,-40 40 1,0 0 0,0 0-16,0 0 15,-40 0 1,40-80-1,40 40-15,-40-40 16,80 40-16,-80-40 16,40 0-16,0 40 0,1-40 0,-1 40 0,0 0 15,-40-40-15,40 40 0,0 0 16,0 0-16,0 40 0,-40 0 16,0 40-1,0-40-15,0 0 0,0 1 16,-40-1-16,40 0 15,-40 0-15,40 0 0,-40 0 0,40 0 16</inkml:trace>
  <inkml:trace contextRef="#ctx0" brushRef="#br0" timeOffset="-4587.32">18057 14237 0,'40'0'47,"40"0"-31,-40 0-1,1 0-15,-1 0 0,0 0 0,0 0 16,0 0-16,0 0 0,40 0 15,-39 0-15,39 0 0,-40 0 0,40 0 0,-40 0 16,41 0-16,-1 0 0,-40 0 0,0 0 0,40 0 16,-40 0-16,41 0 15,-41 0-15,0 0 0,0 0 0,0 0 0,0 0 16,0 0-16,1 0 0,-1 0 16,0 0-16,0 0 0,40-40 0,-40 40 0,41 0 15,-41 0-15,40 0 16,0 0-16,-40 0 0,41 0 0,-41 0 0,40 0 15,-40 0-15,40 0 0</inkml:trace>
  <inkml:trace contextRef="#ctx0" brushRef="#br0" timeOffset="-3987.36">20665 14197 0,'40'0'31,"0"0"-16,0 0-15,1 0 0,-1 0 16,0 0-16,0 0 0,0 0 16,0 0-16,0 0 0,0 0 0,1 0 0,-1 0 15,0 0-15,0 0 16,40 0-16,0 0 0,1 0 0,-41 0 0,80 0 16,-40 0-16,1 0 0,-41 0 15,40 0-15,0 0 0,-39 0 0,39 0 0,-40 0 16,0 0-16</inkml:trace>
  <inkml:trace contextRef="#ctx0" brushRef="#br0" timeOffset="-3067.34">23715 14317 0,'40'0'32,"0"0"-1,0 0-31,0 0 0,-40 40 15,40-40-15,0 0 0,1 0 0,-1 0 16,40 0-16,-40 0 16,0 0-16,0 0 0,0 0 0,1 0 0,-1-40 15,0 40-15,0 0 16,0 0-16,0 0 0,0 0 0,0 0 0,1 0 16,-1 0-16,0 0 0,0 0 15,0 0-15,0 0 0,0 0 0,0 0 0,41 0 16,-41 0-16,0 0 15,40 0-15,0 0 0,-39 0 0,39 0 0,-40 0 16,0 0-16,0 0 0,41 0 0,-41 0 0,0 0 16,-40 40-16,40-40 0,0 0 15,0 0-15,0 0 16,0 0 0,1-40-16,-1 40 0,0 0 0,40 0 0,-40 0 15,40 0-15,-39 0 0,39 0 16,-40 0-16,0 0 0,0 0 0,0 0 0,0 0 15,1 0-15,-1 0 0,0 0 16,0 0 0,-40-40-16,40 40 0,0 0 15,0 0 1,0 0-16,1 0 0,-1 0 0,0 0 0,0 40 16,0-40-16,0 0 15,0 0-15,0 0 0,1 40 16,-1-40-16,0 0 15,0 0-15,0 0 16,0 0-16,0-40 0,0 40 16,1 0-1,-1 0-15,0 0 0,0 0 0,0 0 0,0 0 16,0 40-16,0-40 0,1 0 16,-1 0-16,0 0 31,0 0-16,0 0-15,0 0 16</inkml:trace>
  <inkml:trace contextRef="#ctx0" brushRef="#br0" timeOffset="-457.57">19903 14919 0,'0'40'0,"40"-40"16,-80 0 202,40 40-171,-40-40-47,40 40 0,0 0 16,0 0-16,-41 0 0,41 0 15,0 0-15,0 1 0,0-1 16,-40 0-16,40 0 0,0 0 16,0 0-1,0 0 1,0 0 0,40-40 15,-40 40-31,41-40 0,-1 0 0,0 0 15,0 0-15,0 0 0,0-40 16,-40 0 0,40 40-1,-40-40 1,40 0 0,-40 80 124,0 0-124,0 0-1,41-40-15,-41 40 16,40-40-16,-40 40 16,40-40-16,-40 41 15,40-41-15,0 0 16,0 0-16,0 0 16,0 0-1,-40-41-15,41 41 0,-1-40 0,0 0 16,-40 0-1,40 40-15,-40-40 0,0 0 0,0 0 16,0 0-16,0 0 16,0 0-1,-40-1 1,40 1 0,0 0-1,0 0 1,-40 40 15,0 0 16,-1 0-16,1 0-15</inkml:trace>
  <inkml:trace contextRef="#ctx0" brushRef="#br0" timeOffset="292.38">21026 15640 0,'40'0'47,"-40"-40"-47,-40 40 62,0 0-46,0 0-16,0 0 31,40 40-31,-40-40 16,40 41-1,0-1 1,0 0-16,40-40 31,-40 40-31,40-40 0,0 0 16,0 40 0,-40 0 30,0 0-14,-40-40-32,40 40 0,-40-40 15,0 0 1,40 40-16,-40-40 0,0 0 0,-1 0 16,41 41-16,-40-41 15,0 0 1,40-41-1,0 1 1,0 0-16</inkml:trace>
  <inkml:trace contextRef="#ctx0" brushRef="#br0" timeOffset="2622.28">22029 14999 0,'0'40'125,"41"-40"-110,-1 40-15,0-40 0,0 40 0,0-40 16,0 0-16,0 0 0,0 40 16,1-40-16,-1 0 0,0 0 0,0 0 0,0 0 15,0 0-15,0 40 16,0-40-16,1 0 0,-1 0 0,0 0 31,-80 0-15,0 0 15,40 40-31,-41-40 0,1 0 31,0 0 1,0 0-32,0 41 15,0-1 1,40 0-16,-40-40 0,40 40 0,-40-40 15,40 40-15,-41-40 0,1 40 16,0-40-16,40 40 16,-40-40-16,0 0 0,40 40 0,-40-40 0,40 40 15,-40-40-15,40-40 78,0 80 16</inkml:trace>
  <inkml:trace contextRef="#ctx0" brushRef="#br0" timeOffset="3122.24">22952 15520 0,'-40'0'0,"0"0"63,40 40-48,-40-40 1,0 0-16,40 40 0,-40-40 0,40 40 0,-40-40 15,-1 41-15,1-1 0,40 0 16,-40-40 0,40 40-16,-40-40 0,0 40 0,40 0 15,-40-40-15,40 40 16,-40-40-16,80-40 141,0 0-126</inkml:trace>
  <inkml:trace contextRef="#ctx0" brushRef="#br0" timeOffset="3972.17">23835 15119 0,'-40'0'15,"80"0"32,0 0-31,0 0 0,0 0-16,1 0 31,-41 40-31,40-40 0,-40 80 15,40-80-15,-40 41 0,0-1 0,0 0 16,0 0-16,0 0 16,-40-40-16,40 40 0,-40 0 0,-41 0 15,41-40-15,0 40 16,0-40-16,0 0 0,0 0 16,0 0-16,-1 0 15,41-40-15,0 0 16,0 0-1,41 40 1,-41-40-16,40 40 0,0 0 16,0 0-1,0 40-15,-40 0 16,40-40 0,-40 40-16,40 0 0,-40 0 15,40-40-15,-40 41 0,41-1 16,-41 0-16,0 0 0,40-40 15,-40 40-15,0 0 0,40-40 16,0 0 0,-40 40-16,40-40 0,0 0 15,0 0-15,0-40 16,1 40-16</inkml:trace>
  <inkml:trace contextRef="#ctx0" brushRef="#br0" timeOffset="4652.13">24597 15360 0,'0'-40'16,"0"0"-1,0 80 32,0 0-31,0 0-16,0 0 0,-40 0 16,40 0-1,0 0-15,0 0 0,0 0 16,40 1-16,1-41 15,-1 0 1,0 0-16,0 0 0,0 0 16,0-41-1,0 41-15,-40-40 0,40 40 16,-40-40-16,0 0 16,0 0-16,0 0 15,0 80 16,0 0-31,0 0 16,0 0 0,0 0-16,0 1 15,41-41-15,-1 0 16,0 0-16,0 0 16,0 0-1,-40-41-15,40 41 0,0 0 16,-40-80-16,40 40 0,-40 0 15,41 0-15,-41 0 16,0 0-16,0 0 0,0 0 0,0-1 16,-41 1-1,41 0-15,-40 40 0,40-40 16,-40 40 46</inkml:trace>
  <inkml:trace contextRef="#ctx0" brushRef="#br0" timeOffset="5592.09">25480 15520 0,'0'0'16,"40"0"-1,-40 40 32,0 0-31,0 0-16,0 1 16,0-1-1,0 0-15,0 0 0,-40-40 16,40 40-16,40-80 31,1 0-15,-1 0-1,0 0-15,0-1 0,0 41 16,0-40-16,0 40 16,0-40-16,1 40 0,-1 0 31,-40 40-16,0 0-15,0 1 16,0-1 0,0 0-16,0 0 15,40-80 32,0 40-47,-40-40 16,40 40-16,-40-40 0,40 40 0,0 0 15,0 0 1,1 0 0,-41 40-1,0 0 17,0 0-17,40-40-15,-40 40 16,40-40-1,0 0 1,0 0 0,0 0 15,-40-40-31,-40 40 78,0 0-47,0 0-31,0 0 16</inkml:trace>
  <inkml:trace contextRef="#ctx0" brushRef="#br0" timeOffset="7421.96">28570 15239 0,'-40'0'16,"0"0"31,0 0-32,-1 0-15,1 0 16,0 0-16,0 41 0,0-41 15,0 0-15,40 40 0,-40-40 16,0 0-16,-1 0 16,1 40-16,0-40 15,0 0-15,0 0 16,0 0-16,0 0 0,0 0 16,-1 0-1,1-40-15,0 40 0,0 0 16,0 0-16,40-40 0,-40 40 15,0 0-15,0 0 16,-1 0-16,1 0 0,0 0 16,0 0-1,0 0-15,0 0 0,0 0 16,0 0-16,-1 0 16,1 0-16,0 0 15,0 0 1,0 0-16,0 0 15,0 0-15,0 0 16,-1 0 0,1 0-16,0 0 31,0 0-15,0 0-1,0 0 1,0 0 15,0 0-31,-1 0 16,1 0-1,80 0 48,1-41-48</inkml:trace>
  <inkml:trace contextRef="#ctx0" brushRef="#br0" timeOffset="7991.96">26845 15039 0,'0'0'0,"-41"0"15,1 0 1,0 0 0,40 40-16,-40-40 31,40 40-31,-40-40 15,0 0-15,0 40 0,0-40 16,-1 0 0,1 0-16,40 40 0,-40-40 15,0 0 1,40 40 15,0 1-15,40-41-16,0 40 31,0-40-31,-40 40 0,41-40 0,-41 40 16,40-40-1,-40 40-15,40-40 0,-40 40 0,40 0 16,0 0 0,-40 0-16,40-40 0,0 40 15,0-40-15,-40 41 16,41-41-16,-41-41 47,0 1-16,0 0 0</inkml:trace>
  <inkml:trace contextRef="#ctx0" brushRef="#br0" timeOffset="9421.92">29573 14718 0,'40'0'16,"-40"40"15,0 0-16,0 0-15,0 0 16,-40 1-16,0-1 16,40 0-16,0 0 0,0 0 15,0 0-15,0 0 16,0 0-16,40-40 31,-40-40-31,0 0 16,0 0-16,0 0 0,40 40 0,-40-80 15,0 40-15,40-1 0,-40 1 16,0 0-16,0 0 0,0 0 0,41 0 0,-41-40 16,40 40-1,-40 0-15,40-1 0,-40 1 16,40 40-16,0 40 31,-40 1-15,40-1-16,-40 0 0,0 0 0,0 0 15,0 0-15,0 0 0,0 0 0,0 0 16,0 0-16,0 1 16,0-1-16,0-80 31,40 40-15,-40-41-16,40 41 0,-40-80 15,41 40-15,-1 40 0,-40-40 0,40 0 0,-40 0 16,40 0-16,-40 0 0,40 0 0,0-1 15,-40 1 1,40 40-16,-40 40 31,0 1-31,0-1 0,0 0 16,0 0-16,0 0 16,0 0-16,0 0 0,0 0 0,0 0 0,0 0 15,0 1-15,0-1 16,0 0-16,0 0 0,0 0 15</inkml:trace>
  <inkml:trace contextRef="#ctx0" brushRef="#br0" timeOffset="9761.89">30897 14638 0,'-200'-40'31,"400"80"-31,-440-80 16,199 120-16,1-40 16,0 40-1,80-40 17,41-40-17,-41-120 1,-40 40-1,0 120 17,0 0-32,0 0 15,0 0-15,0 0 16,0 0-16,40-40 0,-40 41 0,40-41 0,-40 40 16,40-40-16,-40 40 0,40-40 15,0 0-15,0 0 16</inkml:trace>
  <inkml:trace contextRef="#ctx0" brushRef="#br0" timeOffset="9971.84">31178 14598 0,'-40'40'47,"40"40"-31,40-40-16,161 161 15,-81-121 17,-80-40-17</inkml:trace>
  <inkml:trace contextRef="#ctx0" brushRef="#br0" timeOffset="10131.83">31539 14718 0,'-80'0'15,"160"0"-15,-441 160 47,361-119-47,-80 39 32,80-40-32,-40 40 0,0-80 0,40 40 0</inkml:trace>
  <inkml:trace contextRef="#ctx0" brushRef="#br0" timeOffset="10611.8">31981 14598 0,'0'0'0,"0"-40"63,-40 80-32,40 0-31,0 0 0,0 0 16,0 0-16,0 0 0,0 0 0,0 0 15,0 41-15,0-41 0,0 0 16,40 0-16,-40 0 0,0 0 0,0 0 0,0 0 16,0 1-16,0-1 15,0 0-15,0 0 0,-81-40 0,81 40 16,-40-40-16,40 40 0,-40-40 16,0 0-16</inkml:trace>
  <inkml:trace contextRef="#ctx0" brushRef="#br0" timeOffset="11721.7">31780 15199 0,'80'-120'16,"-160"240"-16,200-280 15,1 120 1,-1-40-1,-80 39 1,0-39 0,-40 40 15,0 0-15,0 0-1,0 0 1,-40 40-16,0 0 15,80 0 17,0 40-17,41-40 1,-41 0-16,0 0 0,0 0 0,0 40 0,0-40 16,0 0-1,-40 40-15,0 0 0,0 0 16,-40-40-16,40 40 0,-40 1 0,0-1 15,0 0 1,40 0-16,0 0 16,40-40-1,0 0 1,0-40-16,0 0 16,1 0-16,-1 0 15,-40-1 1,40 1-16,-40 0 0,40 0 0,-40 0 15,0 0-15,40 40 0,-40-40 16,-40 80 15,40 0-15,-40 0-16,40 0 16,0 0-16,0 0 15,40 1-15,40-41 16,-80 40-16,40-40 0,1 0 15,-1 0 1,0-40-16,0-1 0,0 41 0,-40-40 16,40 40-16,-40-40 0,40 0 15,0 0-15,-40 0 0,41 0 16,-41 0 0,-81 40-16,41 0 15,0 40 1,0 40-16,0-40 0,40 0 15,0 0-15,0 0 0,0 1 16,40-41 0,0 0-16,0 0 0,-40-41 15,80 41-15,-80-40 0,41 40 16,-41-80-16,40 80 0,-40-40 0,0 0 0,0 0 16,40 40-1,-40-40-15,0 80 16,-40-40-1,40 40-15,0 0 0,-40 0 16,40 0-16,-41-40 0,41 40 0,-40 0 0,40 1 16,0-1-16,-40 0 15,40 0-15,-40-40 0,40 40 0,0 0 16,40-40 15,-40-40-31,40 40 16,-40-40-16,40 40 0,-40-80 0,41 80 0,-1-40 15,0-1-15,0 41 0,-40-40 0,40 40 16,-40 40 31,0 1-47,0-1 0</inkml:trace>
  <inkml:trace contextRef="#ctx0" brushRef="#br0" timeOffset="13601.59">29694 15681 0,'0'40'63,"0"0"-63,0 40 15,0-40 1,0 0-16,0 0 0,-41 0 0,41 1 16,0-1-1,0 0-15,0 0 16</inkml:trace>
  <inkml:trace contextRef="#ctx0" brushRef="#br0" timeOffset="13781.61">29814 15560 0,'0'0'0,"-40"0"15,0 0-15,40-40 0,0 0 31</inkml:trace>
  <inkml:trace contextRef="#ctx0" brushRef="#br0" timeOffset="14151.56">29854 15560 0,'40'40'31,"-80"-80"-31,80 120 0,-40-39 0,0-1 32,0 0-32,80 0 31,-80 0-31,41-40 31,-1-40-15,0 0-1,0 40 1,0 0 0,-40 80-1,0 0 17,0-40-32,0 0 15,40-40 1</inkml:trace>
  <inkml:trace contextRef="#ctx0" brushRef="#br0" timeOffset="14391.55">30697 15640 0,'-40'0'16,"80"0"-16,-121 0 0,41-40 15,40 80 1,0 1 0,0-1-16,0 0 15,0 0-15,0 0 0,0 0 16,0 0-16,0 0 16,0 0-16,0 1 15</inkml:trace>
  <inkml:trace contextRef="#ctx0" brushRef="#br0" timeOffset="14581.55">30496 15681 0,'0'-41'0,"0"82"0,0-122 16,120 41-1,1 40 1,-81 0 0</inkml:trace>
  <inkml:trace contextRef="#ctx0" brushRef="#br0" timeOffset="14771.56">30416 16001 0,'160'81'63,"-120"-81"-63,1-40 0,39 40 16,40-41-1,-40-39 1</inkml:trace>
  <inkml:trace contextRef="#ctx0" brushRef="#br0" timeOffset="15011.52">31178 15600 0,'-40'0'15,"80"40"-15,-40-80 31,-40 80-31,40 1 32,-40 119-17,-40 0 1,40-79 15,40-41-31</inkml:trace>
  <inkml:trace contextRef="#ctx0" brushRef="#br0" timeOffset="15241.56">31459 15881 0,'-80'0'15,"160"0"-15,-200 0 16,120 40-1,0 40-15,0-39 16,40-1 0,0 120-1,-40-80 1</inkml:trace>
  <inkml:trace contextRef="#ctx0" brushRef="#br0" timeOffset="15471.49">31539 16082 0,'0'-241'47,"0"482"-47,40-482 0,-40 201 0,41 40 15,39 0 16,-40 120-15,-160-80 0,-41 41-1,81-81-15,-41 40 16</inkml:trace>
  <inkml:trace contextRef="#ctx0" brushRef="#br0" timeOffset="24119.69">18298 15480 0,'0'40'32,"40"-40"14,0 0 1,0 0-47,0 0 16,0 0 0,0 0-16,1 0 0,-1 0 15,0 0-15,0 0 16,0 0-16,0 0 0,0 0 15,0 0 1,1 0-16,-41 40 0,40-40 16,0 0-16,0 0 15,0 0-15,0 0 16,0 0-16,-40-40 31,40 40-31</inkml:trace>
  <inkml:trace contextRef="#ctx0" brushRef="#br0" timeOffset="24489.63">18900 15400 0,'0'-40'0,"0"80"47,40-40-47,-40 40 16,0 0-16,0 0 15,40-40 1,-40 40-1,0 0 1,0 0-16,0 1 16,-40-1-16,0-40 15,40 40-15,-41-40 0,1 40 16,0-40 0,0 0-16</inkml:trace>
  <inkml:trace contextRef="#ctx0" brushRef="#br0" timeOffset="25629.6">15810 14959 0,'0'-40'46,"0"-1"-46,40 1 16,-40 0-16,-40 80 47,40 0-47,-80-40 0,80 41 16,-41-41-16,1 0 15,0 40-15,0 0 0,0-40 16,40 40-16,-40-40 15,40 40-15,-40-40 0,40 40 0,0 0 16,0 0 0,40-40-16,-40 40 0,40-40 0,40 0 15,-40 0-15,0 0 0,1 0 16,-1 41 0,0-41-16,-40 40 0,40-40 15,-40 40-15,0 0 16,0 0-16,-40-40 0,40 40 15,-40-40-15,40 40 16,-40-40-16,-1 40 0,1-40 0,0 40 16,0-40-1,0 0-15,0 0 0,0 0 16,0 0-16,40-40 16,-41 40-1</inkml:trace>
  <inkml:trace contextRef="#ctx0" brushRef="#br0" timeOffset="26139.57">16211 15199 0,'-40'0'31,"40"40"-15,-40-40-16,0 41 16,40-1-16,0 0 15,-40-40-15,40 40 0,40-40 31,0 0-15,-40-40-16,40 40 16,0 0-16,-40-40 0,0 0 15,40 40-15,-40-41 0,0 1 0,0 0 32,-40 80-1,40 0-16,0 1 1,0-1-16,0 0 16,0 0-16,40 0 15,0 0 1,0-40-16,1 0 31,-1-40-15</inkml:trace>
  <inkml:trace contextRef="#ctx0" brushRef="#br0" timeOffset="26689.54">16492 15079 0,'0'-40'63,"0"80"-63,0-40 15,0 40-15,0 80 16,0 1 15,0-41-15,0-40-16,0-80 31,40 40-31,-40-40 0,40 0 16,-40 0-16,40 0 15,-40-1-15,40 41 0,-40-40 0,41 40 0,-1 0 16,-40-40-16,0 80 16,0 41-1,0-41-15,0 0 0,0 0 16,0 0 0,0 0-16,0 0 15,0-80 1,0-40-16,40 40 15,-40 0 1,40 0-16,-40-1 0,40 1 0,0 40 0,-40-40 16,40 0-16,-40 0 15,40 40-15,-40 80 16,0-40-16,0 41 31,0-41-31,0 0 0,0 0 16,0 0-16,0 0 15,41-40 17,-1 0-32</inkml:trace>
  <inkml:trace contextRef="#ctx0" brushRef="#br0" timeOffset="27239.51">17174 15199 0,'0'0'16,"40"-40"-1,0 40 1,-40 40 15,0 0-15,0 1-1,0-1 1,40-40-16,-40 40 16,0 0-16,0 0 15,0 40 1,-40-80 0,40-40 15,0 0-16,0 0 1,40 0-16,-40 0 0,0 0 0,41 40 0,-41-41 16,0 1-16,0 0 0,40 0 15,-40 0-15,0 0 0,40 40 16,-40-40-16,0 0 0,40 40 0,0 0 31,-40 40-15,0 0-1,0 0-15,0 0 0,-40-40 16,40 40-16,-40 0 16,0 0-16,40 1 0,-40-41 0,40 40 15,-41-40-15,41 40 0,-40-40 0,40-40 32,0 0-32</inkml:trace>
  <inkml:trace contextRef="#ctx0" brushRef="#br0" timeOffset="27569.44">17696 14798 0,'0'0'16,"0"-40"0,40 40-1,-40 80 1,0 41 0,0-41-1,-40 40 1,0 1 15,40-81-31,-41 0 0,41 0 0</inkml:trace>
  <inkml:trace contextRef="#ctx0" brushRef="#br0" timeOffset="27819.47">17776 14999 0,'0'0'0,"0"-40"15,40 40 1,-40 80 0,0-40-1,0 40 1,-40 41 15,40-81-31,-40-40 16</inkml:trace>
  <inkml:trace contextRef="#ctx0" brushRef="#br0" timeOffset="28059.46">17856 14838 0,'0'0'0,"-40"0"0,40-40 15,0 0 1,40 40 15</inkml:trace>
  <inkml:trace contextRef="#ctx0" brushRef="#br0" timeOffset="29299.4">18097 14878 0,'0'41'31,"0"-1"-15,0 0-16,0 0 0,0 0 15,0 0 1,-40-40-16,40 40 0,0 0 0,-40-40 0,40 40 15,0 1 1,-40-41-16,40-41 31,80 1-31,-80 0 0,40 40 16,-40-40-16,0 0 0,40 40 0,-40-40 16,40 40-16,-40 40 31,0 0-16,40-40-15,-40 40 0,0 0 16,41-40 15,-1 0-31,-40-40 0,40 40 16,0 0 0,-40-40-16,40 40 0,-40-40 62,0 0-46,0 0-1,-40 40-15,40-40 16,-40 40 0,40 40-1,-40-40-15,40 40 16,0 0-1,40-40 1,0 0 0,-40-40-16,40 40 0,-40-40 15,40 0-15,-40 0 16,0 80 31,0 0-47,0 0 0,0 0 15,0 0-15,0 0 16,0 0-16,-40-40 0,40 40 0,0 1 0,0-1 16,0 0-16,-40 0 15,40 0-15,0 0 0,0 0 0,-40-40 0,40 40 16,-40 0-16,0 0 0,-1 1 16,1-41-1,40-81-15,0 41 16,81 0-1,-81 0-15,40 40 0,-40-40 0,40 0 0,0 0 16,0 0-16,0 0 16,0 40-16,0-41 0,-80 122 47</inkml:trace>
  <inkml:trace contextRef="#ctx0" brushRef="#br0" timeOffset="29799.35">16452 16162 0,'-40'160'79,"80"-320"-64,-80 360-15,80-200 0,-80 121 47,0-121-31,40-81-1,0-119 1,40 160 0,-40 0-16,40 0 0,40 0 0,0-1 31,1 1-16,-41 40 1,0 121 15,-120-81-31,80 0 0,-41 0 16,1 0-16,-80 40 16,80-80-1,40 40-15,-40-40 16,40-40-1,40 40-15,0-80 32,40 80-17,0 0 1,-80 40-16,81 40 16,-81-40-16,40 1 31,40-1-16,-40-40-15</inkml:trace>
  <inkml:trace contextRef="#ctx0" brushRef="#br0" timeOffset="30319.29">17094 16202 0,'0'0'0,"-161"40"62,121 0-46,40 0-1,40-40 17,-40-40-32,40 40 15,1 0 1,-1 0-1,0 0 1,-40 40-16,40-40 0,0 0 16,-40 40-1,40-40-15,0 0 16,0 0-16,-40-40 0,41 0 16,-41 0-1,40 40-15,-40-40 0,0 0 0,0 0 16,40 40-16,-40-40 0,0 0 15,0-1-15,0 1 0,0 0 16,0 0 0,-40 40-16,40-40 0,-40 40 15,-1 40 1,41 0 0,0 0-16,0 0 15,0 1 1,0-1-16,0 0 0,0 0 0,0 0 15,0 0-15,0 0 16,0 0-16,0 0 16,41-40-1</inkml:trace>
  <inkml:trace contextRef="#ctx0" brushRef="#br0" timeOffset="30739.3">17335 16242 0,'40'-40'32,"-80"80"-32,120-80 15,-40 40-15,0 0 0,40-40 16,-40 40 0,41-40-1,-41 40 1,-40-40-1,-40 40 17,0 0-17,-1 0-15,-39 80 16,80-40 15,0 0-31,40-40 16,0 0-16,1 0 0,-1 0 15,0 0-15,0 0 32,0 0-32,0 0 15,0 0 17</inkml:trace>
  <inkml:trace contextRef="#ctx0" brushRef="#br0" timeOffset="32279.2">20745 16443 0,'-40'0'125,"0"0"-110,0 0 17,40 40-17,-40 0-15,40 0 16,0 0-16,-40 0 15,40 0-15,0 0 0,0 0 0,0 1 0,0-1 16,0 0-16,0 0 16,0 0-16,0 0 0,0 0 0,0 0 0,-40 0 15,40 0-15,0 1 0,0-1 0,-41 0 16,41 0-16,0 0 16,0 0-1,41-40 1</inkml:trace>
  <inkml:trace contextRef="#ctx0" brushRef="#br0" timeOffset="32549.12">20384 17245 0,'-40'0'16,"40"-40"0,0-1-1,40 41 1,0 0 0,-40-40-16,40 40 0,1 0 0,-1 0 15,0-40-15,0 40 16,0 0-16,0 0 0,0-40 0,0 40 15,1 0-15,-1 0 16,-40-40-16,40 40 0</inkml:trace>
  <inkml:trace contextRef="#ctx0" brushRef="#br0" timeOffset="33009.09">21187 17044 0,'-40'0'31,"-1"0"-16,1 40 1,0 0 0,0 0-16,40 1 15,0-1 1,-40-40-16,40 40 0,0 0 16,0 0-1,40 0-15,0-40 16,-40 40-16,40-40 15,0 0-15,-40 40 32,-40 0-17,-40 1-15,40-41 0,0 40 16,0-40-16,0 0 16,-1 0-16,41-40 15</inkml:trace>
  <inkml:trace contextRef="#ctx0" brushRef="#br0" timeOffset="34069.06">22270 16643 0,'0'0'0,"0"40"16,-40-40-1,0 40 1,80-40 31,0 0-32,0 0-15,0 0 0,1 0 0,-1 0 16,0 0-16,0 0 16,0 0-16,0 0 0,0 0 15,0 0 1,1 0-16,-1 40 15,0-40 1,-40 41-16,-40-41 47,0 0-16,-1 0 0,1 0-15,40 40-16,-40-40 16,0 0-16,40 40 0,-40-40 0,40 40 15,-40-40-15,0 0 0,40 40 0,-40-40 0,40 40 16,-41 0-16,1 0 16,0 0-16,40 0 15,-40-40-15,40 41 16,-40-41-16,40 40 0,-40-40 15,0 0 1,40 40-16,-40-40 16</inkml:trace>
  <inkml:trace contextRef="#ctx0" brushRef="#br0" timeOffset="34519.07">22912 17084 0,'-40'0'93,"0"0"-93,40 40 0,0 0 16,-40-40-16,0 41 16,0-41-16,40 40 0,-41-40 0,1 40 15,0 0-15,0 0 16,0-40 0,40 40-16,-40-40 0,40 40 0</inkml:trace>
  <inkml:trace contextRef="#ctx0" brushRef="#br0" timeOffset="35288.97">23474 16603 0,'0'-40'15,"80"40"-15,-40 0 32,0 0-32,1 0 0,-1 0 0,0 0 31,0 40-16,-40 0 1,0 0-16,-80 121 16,80-121-16,-81 0 0,1 80 15,40-120-15,-40 80 16,40-80 15,40-40-31,0 0 16,40 40-16,-40-40 15,40 0-15,0 40 0,0 0 16,0 0 0,0 0-16,-40 40 15,41-40-15,-1 80 16,-40-40-16,0 0 16,40-40-16,-40 41 0,0-1 0,0 0 15,0 0-15,40 0 16,0-40-1,0 0-15,0 0 16</inkml:trace>
  <inkml:trace contextRef="#ctx0" brushRef="#br0" timeOffset="35718.95">24477 16683 0,'0'-40'16,"0"80"-16,0-120 31,-40 80-31,0 0 15,0 0 1,40 40 0,0 0-16,0 40 15,0-39-15,0-1 0,-40 40 16,40-40-16,0 40 31,0-40-31,0 0 0,0 0 0,0 1 16,0-1-16,-41 40 15,1-40-15,40 0 0,-40-40 32,40 40-32,0 0 15</inkml:trace>
  <inkml:trace contextRef="#ctx0" brushRef="#br0" timeOffset="35968.93">24156 17245 0,'40'-40'31,"0"-1"-31,0 41 31,41-40-15,-41 40 0,0-40-1,0 40-15</inkml:trace>
  <inkml:trace contextRef="#ctx0" brushRef="#br0" timeOffset="36808.93">24718 17164 0,'40'0'31,"0"0"-15,0 0 0,0 0-1,-40 41 1,0-1-16,0 0 16,0 0-16,0 0 15,-40 0 1,0 0-16,40-80 47,40 40-47,-40-40 0,40 40 15,-40-40-15,40 40 16,-40-40-16,41 40 0,-41-40 16,40 40 15,-40 40-16,40 0-15,-40 0 32,0 0-32,0 0 15,0-80 17,40 40-17,0-40-15,0 0 16,-40 0-16,40 40 0,-40-40 0,40 40 15,-40-40-15,41 40 16,-1 0-16,-40 40 47,0 0-47,0 0 31,0 0-31,0 0 31,40-40-31,0 0 32,0 0-32,-40-40 0,0 0 15,40 40-15,-40-40 32,-40 40 14</inkml:trace>
  <inkml:trace contextRef="#ctx0" brushRef="#br0" timeOffset="100195.13">26283 16603 0,'0'0'0,"-40"0"0,40 40 78,0 0-78,-40 0 15,-1 0-15,41 1 16,-40-1-16,40 0 16,-40-40-16,40 40 15</inkml:trace>
  <inkml:trace contextRef="#ctx0" brushRef="#br0" timeOffset="100425.12">26203 17205 0,'-41'80'47,"82"-160"-47,-82 200 16,41-80-16,-40 0 16,-80 40-1,40-40 1,-41 1-1,81-41-15</inkml:trace>
  <inkml:trace contextRef="#ctx0" brushRef="#br0" timeOffset="100945.09">27647 16443 0,'0'40'16,"0"0"46,0 0-46,0 0-16,0 0 0,0 0 15,0 0 1,0 0-16,0 1 0,0-1 0,0 0 16,0 0-1</inkml:trace>
  <inkml:trace contextRef="#ctx0" brushRef="#br0" timeOffset="101295.07">27326 17164 0,'0'-40'31,"40"40"-31,0-40 15,0 40 1,1 0-16,-1 0 0,0 0 16,-40 40-1,40-40-15,0 40 16,0-40-16,0 0 0,0 0 16,1 0-16,-1 0 0,40 0 15,-40 0-15,0 0 0,0-40 0,0 40 0,1 0 16,-1-40-16,0 40 15,0 0-15,-40-40 0</inkml:trace>
  <inkml:trace contextRef="#ctx0" brushRef="#br0" timeOffset="101695.04">27527 17405 0,'40'0'32,"0"0"-17,0 0 1,0 0 0,0 0-16,0 0 15,-40 40-15,41-40 16,-1 0-16,0 0 0,0 0 15,0 0 1,0 0-16,0 0 0,-40-40 16,40 40-1</inkml:trace>
  <inkml:trace contextRef="#ctx0" brushRef="#br0" timeOffset="102005.02">27687 17485 0,'0'0'15,"40"0"17,-40 40 14,0 1-30,0-1-16,0 0 16,0 0-1,0 0-15,-40-40 0,40 40 0,-40-40 0,40 40 16,0 0-16,0 0 16</inkml:trace>
  <inkml:trace contextRef="#ctx0" brushRef="#br0" timeOffset="102484.99">28249 17726 0,'-40'0'31,"0"0"-15,0 0-1,-1 0 16,41 40-31,0 0 16,0 0 31,41-40-31,-41 40-16,40-40 15,-40 40 1,-40 1 15,-41-41-31,41 0 16,0 0-16,40 40 15,-40-40-15,0 0 0,0 0 16,0 0-16,40-40 16</inkml:trace>
  <inkml:trace contextRef="#ctx0" brushRef="#br0" timeOffset="103324.89">28771 16844 0,'0'0'0,"0"40"16,40-40 62,0 0-63,-40 40-15,40-40 0,0 0 16,0 0-16,0 0 16,1 40-16,-1-40 0,0 0 15,0 0-15,0 0 16,-40 40-16,40 0 16,-40 0 15,-40-40 16,0 0-32,0 0 1,0 0-16,40 40 16,-40-40-16,-1 40 15,1 1-15,0-1 16,0 0-1,0-40-15,40 40 16,-40-40-16,40 40 16,-40-40-16,40 40 0</inkml:trace>
  <inkml:trace contextRef="#ctx0" brushRef="#br0" timeOffset="103644.86">29373 17245 0,'-41'0'15,"1"0"-15,40 40 31,-40 0-15,-40 40 0,80 0 15,-40-40-15,0 1-1,40-1 1</inkml:trace>
  <inkml:trace contextRef="#ctx0" brushRef="#br0" timeOffset="104264.81">29734 16844 0,'40'0'16,"0"-40"-16,0 40 16,0 0-1,0 0-15,0 0 16,1 40-1,-41 0-15,0 40 16,-41-80-16,41 40 16,-40 0-16,0 0 0,0 0 15,0 0-15,40 1 0,-40-41 16,40 40 0,0-80 15,0-1-31,40 41 15,0 0 1,0 41 15,-40-1-31,0 0 0,40-40 16,-40 40-16,0 0 0,0 0 0,40 0 16,1-40-1,-1 0 1</inkml:trace>
  <inkml:trace contextRef="#ctx0" brushRef="#br0" timeOffset="104624.81">30616 16723 0,'-80'0'16,"40"0"0,40 40-16,-40-40 15,40 41-15,0-1 0,0 0 16,0 0-16,0 0 15,0 0-15,0 0 0,0 0 0,0 0 16,0 0-16,0 1 16,0-1-16,0 0 0,0 0 15,0 0-15,0 0 0,0 0 16,-40-40 0,0 0-16,40 40 0</inkml:trace>
  <inkml:trace contextRef="#ctx0" brushRef="#br0" timeOffset="104834.79">30376 17285 0,'160'-80'62,"-320"160"-62,360-160 16,-160 80 0</inkml:trace>
  <inkml:trace contextRef="#ctx0" brushRef="#br0" timeOffset="105324.82">30697 17164 0,'40'0'31,"-80"0"-31,200 161 63,-200-121-48,40 0-15,-40-40 16,40-40 15,80 40-15,-40 0-16,-40-40 0,40 40 15,-40-40-15,41 40 0,-1 0 0,0 0 32,-40 40-17,0 0 1,-40 0-16,40 0 31,0-80-15,40 0-1,0 40-15,-40-40 16,40 40-16,0 0 0,0 0 16,-40 40-1,40 0-15,-40 0 16,0 0-1,0 0-15,0 1 16</inkml:trace>
  <inkml:trace contextRef="#ctx0" brushRef="#br0" timeOffset="106734.74">20424 18127 0,'40'0'31,"1"0"-15,-1 0 0,0 40-16,0-40 15,0 0 1,0 0-16,0 0 0,0 0 15,1 0-15,-1 0 16,0 0-16,0 0 0,0 0 16,0 0-1,0 0-15,0 0 16</inkml:trace>
  <inkml:trace contextRef="#ctx0" brushRef="#br0" timeOffset="107024.72">20826 18207 0,'0'0'15,"0"40"32,0 0-31,0 1-1,0-1-15,0 0 0,0 0 16,0 0-16,-41 0 16,41 0-1,0 0-15</inkml:trace>
  <inkml:trace contextRef="#ctx0" brushRef="#br0" timeOffset="107454.69">21427 18368 0,'-40'40'31,"0"-40"0,0 40-31,0 0 0,40 0 32,0 0-17,40-40-15,-40 40 16,0 0 0,40-40-16,-80 0 46,0 40-30,0-40-16,0 0 0,0 0 16,-1 0-16,1 0 15</inkml:trace>
  <inkml:trace contextRef="#ctx0" brushRef="#br0" timeOffset="108164.58">22832 18087 0,'-40'0'16,"0"0"46,40 40-62,0 0 0,-40-40 16,-1 40 0,1-40-16,0 40 0,40 0 15,-40-40-15,0 0 0,0 0 16,40 41-16,-40-41 0,0 40 15,-1-40 1,82 0 15,-1 0-15,0 0-16,0 0 16,0 0-1,0 0-15,0 0 16,0 0-16,-40 40 15,41-40-15,-1 40 0,0-40 0,0 0 16,0 40 0,0-40-16,0 0 15,0 0-15,1-40 32,-82 40-1,1 0-31,0 0 15,0 0-15</inkml:trace>
  <inkml:trace contextRef="#ctx0" brushRef="#br0" timeOffset="108604.56">22551 18608 0,'-40'0'16,"0"0"0,40 40-1,40-40 1,0 0 15,0 0-15,0 0-1,0 0-15,1 0 16,-1 40 0,0-40-16,0 0 0,0 0 15,0 0-15,0 0 0,0 0 16</inkml:trace>
  <inkml:trace contextRef="#ctx0" brushRef="#br0" timeOffset="109444.57">23875 17967 0,'0'40'16,"-40"-40"-16,40 40 281,0 0-265,0 0-16,0 0 15,0 0-15,0 0 16,0 0-1,0 1 1</inkml:trace>
  <inkml:trace contextRef="#ctx0" brushRef="#br0" timeOffset="110034.46">24477 18007 0,'-40'0'62,"40"40"32,-40 0-78,40 0-16,-40-40 0,40 40 15,-40-40-15,40 40 16,0 0-16,-41-40 0,41 40 0,0 1 0,-40-41 16,40 40-16,0 0 0,0 0 15,-40-40-15,40 40 0,0 0 0,0 0 16,-40-40-16,40 40 0,0 0 16,0 0-1</inkml:trace>
  <inkml:trace contextRef="#ctx0" brushRef="#br0" timeOffset="110564.43">24758 18448 0,'40'0'31,"0"0"-31,0 0 16,0 0 0,1 0-16,-41 40 15,0 0-15,0 0 16,-41-40 0,41 40-16,-40 0 0,0-40 15,40 40 1,-40-40-16,0 0 0,0 41 0,0-41 31,80 0 0,0 0-31,0 0 16,0 0-16,0 0 16,0 0-1,1 0-15,-41 40 0,40 0 16,-40 0-1,40-40-15,-40 40 16</inkml:trace>
  <inkml:trace contextRef="#ctx0" brushRef="#br0" timeOffset="110954.48">25561 18328 0,'-41'0'0,"1"0"15,40 40 1,-40 0-16,40 0 16,0 0-1,0 0-15,0 0 0,0 0 16,0 0-16,0 0 16,0 1-16,0-1 0,40-40 0,-40 40 15,0 0-15,0 0 16,0 0-16,0 0 31</inkml:trace>
  <inkml:trace contextRef="#ctx0" brushRef="#br0" timeOffset="111204.42">25360 18849 0,'0'-40'15,"0"80"-15,40-80 32,-40 0-17,80 0 1,1 40 15,-41 0-15,0 0-1</inkml:trace>
  <inkml:trace contextRef="#ctx0" brushRef="#br0" timeOffset="111774.43">25922 18688 0,'0'-40'47,"0"80"-31,0 1 0,0-1-16,0 0 15,0 0 1,0 0-16,0-80 62,0 0-62,40 40 0,-40-40 0,40 40 16,0-40-16,0-1 16,0 41-1,-40 41 1,0-1-1,0 0-15,0 0 16,0 0-16,-40-40 16,40 40-16,0-120 31,80 80-15,-80-40-16,41 40 0,-41-40 0,80 40 15,-80-40-15,40 40 16,0 0-16,-40 40 31,0 0-15,0 0-1,0 0 1,40-40-16,0 0 0,-40 40 16,40-40-16,1 0 15,-1 0-15,-40-40 16,40 40-16,-40-40 15</inkml:trace>
</inkml:ink>
</file>

<file path=ppt/ink/ink8.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8-11T05:50:59.020"/>
    </inkml:context>
    <inkml:brush xml:id="br0">
      <inkml:brushProperty name="width" value="0.05292" units="cm"/>
      <inkml:brushProperty name="height" value="0.05292" units="cm"/>
      <inkml:brushProperty name="color" value="#FF0000"/>
    </inkml:brush>
  </inkml:definitions>
  <inkml:trace contextRef="#ctx0" brushRef="#br0">5297 1443 0,'40'0'47,"-40"-40"-47,40 40 0,-40 40 156,0 0-140,0 0 0,0 1 15,40-41-16,-40 40 1,0 0 0,0 0-16,0 0 15,0 0 1,0 0-16,40-40 16,-40 40-16,0 0 15,0 0 1,40-40-1,-40 41-15,0-1 16,40 0-16,-40 0 16,0 0-16,0 0 0,0 0 15,0 0-15,0 0 0,0 1 0,0-1 16,0 0-16,0 0 16,-40 0-16,40 0 0,0 0 0,0 0 15,0 0-15,0 0 16,0 1-16,0-1 0,0 0 0,-40-40 0,40 40 15,0 0-15,0 0 16,0 0-16,0 0 0,0 0 0,0 1 0,0-1 16,0 40-16,0-40 0,0 0 0,0 0 0,0 0 15,0 0-15,0 41 0,0-41 16,0 0-16,0 0 0,0 0 0,0 40 0,0-40 16,0 0-16,0 1 15,0-1-15,0 0 0,0 40 0,0-40 0,0 0 16,40 0-16,-40 0 0,0 0 15,0 1-15,0-1 0,0 0 0,0 0 0,40 0 16,-40 0-16,0 0 16,0 0-16,0 0 0,0 1 0,41-1 0,-41 0 15,0 0-15,0 40 0,0-40 0,40 0 0,-40 40 16,0-39-16,0-1 0,40 40 16,-40-40-16,0 40 0,0-40 0,40 41 0,-40-41 15,0 40-15,0-40 16,0 40-16,0-40 0,40 0 0,-40 41 0,0-41 15,0 0-15,0 40 0,0-40 16,0 0-16,0 40 0,0-39 0,0-1 0,40 40 16,-40-40-16,0 40 0,0-40 0,0 40 0,40-39 15,-40-1-15,0 40 16,0-40-16,40 40 0,-40 0 0,0-39 0,0 39 16,0-40-16,41 40 0,-41-40 15,0 40-15,0 1 0,0-41 0,40 40 0,-40 0 16,0-40-16,0 40 15,40 1-15,-40-41 0,0 40 0,0-40 0,40 40 16,-40 0-16,0 1 0,0-41 16,0 40-16,0 0 0,40-40 0,-40 41 0,0-1 15,0 0-15,0 0 0,0 0 0,0 1 0,40-1 16,-40 0-16,0 0 16,0 41-16,0-41 0,0 40 0,0-40 0,40 0 15,-40 41-15,0-41 0,40 0 16,-40 0-16,0 1 0,41-1 0,-41-40 0,40 40 15,-40 0-15,40 1 16,-40-1-16,0 0 0,40-40 0,0 80 0,-40-39 16,0-1-16,40 0 0,-40 40 0,40-39 0,0 39 15,-40-40-15,0 40 0,41 1 16,-1-41-16,-40 40 0,40 1 0,-40-41 0,0 40 16,40 0-16,-40 1 15,40-1-15,-40 0 0,40 1 0,-40-1 0,40 0 16,-40 1-16,40-41 0,-40 40 15,41 0-15,-41 1 0,0-41 0,40 40 0,-40-39 16,0-1-16,0 0 16,0 0-16,40 0 0,-40-40 0,0 41 0,0-41 15,0 0-15,0 0 0,-40-80 16</inkml:trace>
  <inkml:trace contextRef="#ctx0" brushRef="#br0" timeOffset="1409.85">5698 4050 0,'-80'0'78,"80"40"-78,-40-40 31,80 0 16,0 0-47,-40-40 0,40 40 16,0 0-16,0 0 15,0 0-15,0 0 0,1 0 0,-1 0 16,0 0-16,0 0 15,0 0-15,0 0 0,0 0 0,0 0 0,1 0 16,39 0-16,-40 0 16,0 0-16,40 0 0,1 0 0,-1 0 0,0 0 15,0 0-15,1 0 0,-1 0 0,0 0 0,0 0 16,1 0-16,-41-40 0,40 40 16,0 0-16,-40 0 0,41 0 0,-1 0 0,-40 0 15,40 0-15,1 0 16,-1 0-16,0 0 0,0 0 0,41 0 0,-1-40 15,0 40-15,1 0 0,-1 0 16,1 0-16,-1 0 0,0-40 0,-39 40 0,39 0 16,-40 0-16,41 0 0,-41 0 0,0 0 0,0 0 15,-40 0-15,41 0 16,-1 0-16,0 0 0,-40 0 0,41 0 0,-1 0 16,-40 0-16,80 0 0,-39 0 15,-1 0-15,40 0 0,-40 0 0,41 0 0,-1 0 16,1 0-16,-1 0 15,0 0-15,-39 0 0,39 0 0,-40 0 0,1 0 16,39 0-16,-40 0 0,0 40 16,-39-40-16,39 0 0,0 0 0,-40 0 0,40 0 15,-39 0-15,39 0 0,0 0 0,-40 0 0,40 0 16,41 0-16,-41 0 16,0 0-16,41 0 0,-1 0 0,-40 0 0,41 0 15,-1 0-15,0 0 0,1 0 16,-1 0-16,1 0 0,-1 0 0,-40 0 0,41 0 15,-41 0-15,40 0 16,-40-40-16,1 40 0,-1 0 0,0 0 0,1 0 16,-1 0-16,0 0 0,40 0 0,-39 0 0,-1 0 15,0 0-15,0 0 0,1 0 16,-41 0-16,40 0 0,-40 0 0,0-40 0,0 40 16</inkml:trace>
  <inkml:trace contextRef="#ctx0" brushRef="#br0" timeOffset="4119.75">5738 4130 0,'-40'0'16,"0"0"-16,0 0 16,40 40-1,-40-40-15,-1 0 110,1 0-95,40-40 16,0 0-15,0 0-16,0 0 16,40 40-16,-40-40 0,41 40 15,-41-40-15,0 0 16,0 0-16,40-1 0,-40 1 16,40 40-1,-40-40-15,40 0 0,-40 0 16,40 0-16,-40 0 15,40 0-15,0 0 0,-40-1 16,40 1 0,-40 0-16,41 0 0,-41 0 0,40 0 15,-40 0-15,0 0 0,40 40 0,-40-40 16,40 0-16,0 40 0,-40-41 16,40 1-16,0 0 0,0 0 15,1 0 1,-1 40-16,0 0 0,-40-40 0,40 40 15,0 0-15,0 0 0,0-40 16,0 40-16,1 0 0,-1-40 0,0 40 0,0 0 16,0 0-16,0 0 0,0-40 0,0 40 15,1 0 1,-1 0-16,0 0 0,0 0 16,0 0-16,0 0 15,0 0-15,0 40 0,1-40 16,-1 0-16,0 0 15,0 0-15,0 40 0,0-40 0,0 0 16,-40 40-16,41-40 16,-1 0-16,0 40 0,0-40 15,0 0-15,-40 40 0,40-40 0,0 0 16,-40 40-16,40-40 16,-40 40-16,41-40 0,-1 40 0,0 1 15,-40-1-15,40-40 16,-40 40-16,40-40 0,-40 40 0,40-40 0,-40 40 15,40-40 1,-40 40-16,40 0 0,-40 0 16,0 0-16,41-40 0,-41 40 0,40 1 15,-40-1-15,40-40 16,0 40-16,-40 0 0,40-40 0,-40 40 0,40 0 16,-40 0-1,40 0-15,-40 0 0,40 1 0,-40-1 16,41 0-16,-41 0 15,0 0-15,0 0 0,40 0 16,-40 0 0,40 0-16,-40 0 0,40-40 0,-40 41 15,40-1-15,0 0 0,0 0 0,0 0 16,-40 0-16,41-40 16,-41 40-16,40 0 0,-40 0 0,40 1 15,-40-1 1,40 0-16,0 0 0,0 0 15,-40 0-15,40 0 16,0 0-16,1 0 0,-41 0 16,40-40-16,-40 41 0,40-1 0,0-40 0,-40 40 15,40-40-15,-40 40 16,40-40-16,0 0 0,-40 40 16,40-40-16,1 0 15,-41 40-15,40-40 0,0 0 16,0 0-16,0 0 15,0 0-15,0 0 0,0 40 0,1-40 16,-1 0-16,0 0 0,0 0 16,0 0-1,0-40-15,-40 0 16,40 40 0,0-40-16,1 40 0,-1-40 0,0 40 0,0-40 15,0 40-15,0 0 0,0-40 16,0 40-16,-40-41 0,41 41 0,-1-40 15,0 0 1,0 0-16,0 0 16,0 0-16,0 0 0,0 40 15,1-40-15,-1 0 0,0 0 16,0-1-16,0 41 0,-40-40 0,40 0 16,0 40-16,-40-40 15,41 0-15,-41 0 0,40 0 16,-40 0-16,40 0 15,-40-1-15,40 1 0,0 0 16,0 0-16,-40 0 16,40 40-16,-40-40 0,40 0 0,1 0 15,-41 0-15,40 40 0,-40-40 0,40-1 0,-40 1 16,40 0-16,0 0 16,-40 0-16,40 0 0,-40 0 0,40 0 15,0 40-15,-40-40 16,41-1-16,-1 1 0,-40 0 0,40 0 0,0 40 15,-40-40-15,40 40 0,0-40 16,-40 0-16,40 40 0,-40-40 0,40 40 16,-40-40-16,41 40 0,-41-40 0,40 40 15,0 0-15,-40-41 16,40 41-16,0-40 0,0 40 0,0-40 0,0 40 16,1 0-16,-1-40 0,0 40 15,0 0-15,0-40 16,0 40-1,0 0 1,0 0-16,1-40 16,-1 40-16,0 0 0,0 0 0,0 0 0,40 0 15,-40 0-15,1 0 0,-1 0 0,0 0 0,0 0 16,0 0 0,0 0-16,0 0 0,0 0 15,1 0-15,-1 0 16,0 0-16,0 0 0,0 0 15,0 0 1,0 0-16,0 80 0,1-40 16,-1 0-1,-40 0-15,0 1 16,40-1-16,-40 0 16,40-40-16,-40 40 15,0 0-15,40-40 0,-40 40 0,40-40 0,-40 40 16,40 0-16,0 0 15,-40 0-15,41-40 0,-41 41 0,40-41 0,-40 40 16,40 0 0,-40 0-16,40-40 0,-40 40 0,40 0 15,-40 0-15,40-40 0,-40 40 16,40-40-16,-40 40 0,40 1 16,1-1-16,-1 0 0,0 0 15,0 0 1,0-40-16,-40 40 0,40-40 15,0 40-15,0-40 16,1 40-16,-1-40 0,0 0 16,-40 40-16,40-40 0,-40 40 15</inkml:trace>
  <inkml:trace contextRef="#ctx0" brushRef="#br0" timeOffset="5609.66">5738 9705 0,'40'0'31,"0"0"-31,0 0 31,1 40 32,-1-40-32,0 0-31,0 0 16,0 0-16,0 0 0,0 0 0,0 0 15,1 0 1,-1 0-16,0 0 0,40 0 0,-40 0 0,40 0 15,-39 0-15,39 0 0,-40 0 16,40 0-16,-40 0 0,41 0 0,-1 0 0,0 0 16,0 0-16,1 0 0,39-40 0,-40 40 0,41 0 15,-1 0-15,-40 0 16,41 0-16,-41 0 0,40 0 0,-39 0 0,39 0 16,-40 0-16,41 40 0,-41-40 15,40 0-15,-40 0 0,41 40 0,-1-40 0,-40 0 16,41 0-16,-1 0 15,-40 0-15,41 0 0,-1 0 0,-40 0 0,41 0 16,-1 40-16,1-40 0,-1 0 16,-40 0-16,41 0 0,-1 0 0,-40 0 0,41 0 15,-41 0-15,0 0 0,0 0 0,1 0 0,-1 0 16,0 0-16,0 0 16,1 0-16,-1 0 0,0 0 0,0 0 0,1 0 15,-1 0-15,40 0 0,-39 0 16,-1 0-16,40 0 0,-40 0 0,1 0 0,39 0 15,-40-40-15,41 40 16,-41 0-16,0 0 0,41 0 0,-41 0 0,0 0 16,0 0-16,1 0 0,-1 0 0,0 0 0,0 0 15,1 0-15,-41 0 0,40 0 16,-40 0-16,40 0 0,1 40 0,-41-40 0,40 0 16,-40 0-16,40 0 15,-40 0-15,41 40 0,-1-40 0,-40 0 0,40 0 16,1 0-16,-1 0 0,-40 0 15,40 0-15,1 0 0,-1 40 0,0-40 0,0 0 16,-40 0-16,41 0 16,-1 0-16,0 0 0,0 0 0,-39 0 0,39 0 15,0 0-15,0 0 0,-40 0 0,41 0 0,-41 0 16,40 0-16,0 0 0,-40 0 16,41 0-16,-41 0 0,40 0 0,-40 0 0,0 0 15,0 0-15,1 0 16,-1 0-16,0 0 0,0 0 0,0 0 0,0 0 15,0 0-15,0 0 16,1 0-16,-1 0 16,-40-40-1</inkml:trace>
  <inkml:trace contextRef="#ctx0" brushRef="#br0" timeOffset="5909.57">16251 9585 0,'-40'0'32,"80"40"-1,0 0-31,0 0 0,1-40 15,-1 40-15,0-40 16,0 40-16,0 0 0,0-40 0,0 40 0,0-40 16,-40 40-16,41-40 0,-41 41 0,0-1 15,-41-40 1,-39 0-16,0 0 0,40 40 16,-40-40-16,-1 0 15,41 0-15,-40 0 0</inkml:trace>
  <inkml:trace contextRef="#ctx0" brushRef="#br0" timeOffset="7369.55">6019 9825 0,'0'40'0,"-40"-40"94,40-40-79,40 40 32,0 0-15,0 0-32,0 0 31,-80 0 0,40-40 0,0 0-15,0 0-16,40 40 16,0 0 15,1 0-16,-41 40-15,0 0 32,-81-40-32,41 0 15,0 40 1,40-120 0,0 40 15,40 40-31,0 0 15,-40-40 1,40 40-16,-40 40 16,0 0-1,-40-40-15,0 0 16,40 40-16,-40-40 0,0 0 16,0 0-16,0 0 15,40-40 1,0 0-1,0 0-15,40 40 16,0-40 0,0 40-16,0 40 15,-40 0-15,0 0 16,0 0 0,0 0-16,-40-40 0,40 40 15,-40-40-15,0 0 16,40-40-1,0 0 1,0 0-16,0 0 16,0 0-16,0 0 0,40 40 15,0 0 1</inkml:trace>
  <inkml:trace contextRef="#ctx0" brushRef="#br0" timeOffset="33097.93">7223 8502 0,'0'40'109,"-40"-40"-78,40 40-15,40-40 62,0 0-47,-40-40-31,40 40 32,-40 40-1,0 0-31,-40-40 15,0 0 1,40-40 0,0 0 15,0 0-15,40 40-16,-40-40 15,0 80 16,-40 0-15,40-80 62,0 0-47,0 80 32,0 0-32,0 0-31,0 0 16,0 0-1,0 0-15,0 0 16,0 0-16,0 1 16,0-1-1,0 0-15,0 0 16,0 0-16,0 0 16,0 0-16,0 0 0,40-40 15,-40 40-15,0 1 16,0-1-16,0 0 15,0 0-15,0 0 16,0 0 0,0 0-16,0 0 15,0 0 1,0 0 0,0 1-1,0-1-15,0 0 16,0 0 15,0 0-15,0 0-1,0 0-15,40-80 63,-40 0-48,0 0-15,0 0 0,0 0 0,0 0 16,40-1-16,-40 1 16,0 0-16</inkml:trace>
  <inkml:trace contextRef="#ctx0" brushRef="#br0" timeOffset="33747.93">7303 8502 0,'0'40'0,"-40"-40"15,0 0 32,40 40-31,-40 0 0,-1-40-1,41 40-15,-40-40 0,40 40 16,-40-40-16,0 0 0,40 40 15,-40-40 1,40-40 15,40 40-31,-40-40 16,40 40-16,0-40 0,0 40 16,1 0-1,-41-40-15,40 40 0,0 0 16,-40 40 15,40-40-31,-40 40 16,0 0-1,0 0-15,0 0 0,40-40 16,-40 41-16</inkml:trace>
  <inkml:trace contextRef="#ctx0" brushRef="#br0" timeOffset="35077.83">8467 9745 0,'0'0'0,"-40"0"0,-1 0 203,41 40-188,0-80 32,41 40-31,-1 0 0,0 0-1,-40 40 1,-40-40-1,0 0 1,-1 0 0,41-40 15,41 40-15,-41-40-16,40 40 0,0 0 31,-40 40-16,-40 0 17,0-40-32,-1 0 31,41-40-15,41 40-1,-41 40 48,-41-40-63,1 0 15,40-40 17,0 0-32,40 40 15,-40-40 1,41 40-16,-1 0 0,0 0 15,0 40-15</inkml:trace>
  <inkml:trace contextRef="#ctx0" brushRef="#br0" timeOffset="36487.76">9470 9825 0,'40'0'62,"-40"40"173,0 0-220,0 1 1,0-1 0,0 0-1,0 0-15,0 0 32,0 0-32,0 0 0,0 0 15,0 0 1,-40 0-16,40 1 15,0-1-15,0 0 32,0 0-32,0 0 15,0 0 1,0 0-16,0 0 16,0 0-1,0 1 1,0-1 15,0 0-31,0 0 31,0 0-31,0 0 16,0 0 0,0 0-1,-40 0 1,40 0-1,0 1 17,0-1 30,0 0-31,-40-40-15,40 40 0</inkml:trace>
  <inkml:trace contextRef="#ctx0" brushRef="#br0" timeOffset="36927.78">9149 11028 0,'0'0'0,"-40"0"15,80 0 16,0 0-15,-40 40-16,40-40 16,0 0-1,-40 41-15,0-1 16,40-40-16,-40 40 16,40-40-16,-40 40 15,0 0 1,41-40-1,-41-40 1,0 0 0,40 40-16,-40-40 15,0 0 1,0-1-16,40 41 0,-40-40 0,0 0 16,40 40-16,-40-40 15,40 0 1</inkml:trace>
  <inkml:trace contextRef="#ctx0" brushRef="#br0" timeOffset="37947.72">10593 9785 0,'0'40'15,"40"-40"32,-40 40 0,-40-40 125,0 0-156,0 0-1,40-40 16,0 80 32,0 0-32,0-80 16,0 0-31,40 40-16,0 0 15,-40 40 17,-40-40-17,0 0-15,0 0 16,0 0-16</inkml:trace>
  <inkml:trace contextRef="#ctx0" brushRef="#br0" timeOffset="39617.55">11958 9745 0,'0'0'0,"0"40"172,0-80-110,-40 0-15,40 0-31,0 0 0,0 0-1,0-1 1,0 1-1,0 0 1,0 0-16,0 0 16,0 0-16,0 0 15,-41 0-15,41 0 16,0 0-16,0-1 0,0 1 16,0 0-1,0 0-15,0 0 16,0 0-16,0 0 15,0 0 1,0 0-16,0-1 0,0 1 16,0 0-1,41 0 1,-41 0 0,0 0 15,0 0-31,0 0 15,0 0-15,0 0 32,0-1-32,0 1 15,0 0 63,0 0-31,0 80 0,-41-40-31,41 40-16,-40 0 15,0-40 17,40 41-32,-40-41 0,0 0 15,40 40-15,-40-40 16,0 40-16,80-40 62,-40-40-46,40 40-16,-40-40 16,40-1-16,0 1 15,-40 0-15,40 40 0,-40-40 16,40 40 0,-40-40-16,41 40 15,-1 40 16,-40 0-31,40 0 16,-40 0 0,40 1-16,-40-1 15,40 0-15,-40 0 16</inkml:trace>
  <inkml:trace contextRef="#ctx0" brushRef="#br0" timeOffset="40487.49">10754 9785 0,'-40'0'0,"0"0"156,40 40-140,40-40 46,0 0-46,-80 0 31,0 0-32,-1 0-15,1 0 0,0 0 0,0 0 16,40-40-1,40 40 1,0 0 0,0 0-1,1 0-15,-1 0 0</inkml:trace>
  <inkml:trace contextRef="#ctx0" brushRef="#br0" timeOffset="42557.36">13081 9825 0,'0'40'16,"-40"-40"-16,80 0 453,0 0-141,0 0-296,-40-40 109,0 0-110,41 40-15,-41 40 79,-41-40-64,1 0-15,0 0 0,40-40 63,0 0-63,40 40 0,0 0 15,1 0 1,-41 40 0,0 0-1,-41-40-15,41 40 16,-40-40-16,0 40 0,40-80 31,0 0-15,40 40-1,-40-40-15,40 40 0,-40-40 16,41 40 0,-41 40-1,0 0 1</inkml:trace>
  <inkml:trace contextRef="#ctx0" brushRef="#br0" timeOffset="43817.36">14325 9905 0,'0'-40'47,"-40"40"15,40 40 47,0 1-93,0-1-16,40-40 16,-40 40-1,0 0-15,0 0 16,0 0 0,0 0-1,0 0-15,40-40 16,-40 40-1,0 0-15,0 1 16,0-1-16,0 0 16,0 0-16,-40 0 15,40 0 1,0 0 0,0 0-1,0 0-15,0 1 16,0-1 15,0 0-31,-40 0 16,40 0-1,0 0-15,0 0 16,-40-40 0,40 40-16,0 0 0,0 0 15,0 1 1,0-1-1,0 0 1,0 0 0,0 0-1,-40 0 1,40 0-16,0 0 31,0 0-15,0 1 15,0-1 0,0-80 47,0-1-78</inkml:trace>
  <inkml:trace contextRef="#ctx0" brushRef="#br0" timeOffset="44347.27">13924 11229 0,'0'0'31,"40"0"1,0 0-17,-40 80-15,40-80 0,-40 40 16,0 0-1,40-40-15,-40 40 0,0 1 32,40-41-32,-40 40 0,41-40 47,-41-40-32,40 40 1,-40-41-16,40 41 15,0-40 1,0 0 0,-40 0-1,40 40-15,0 0 63,-40-40-48,-40 40 17,0 0-32</inkml:trace>
  <inkml:trace contextRef="#ctx0" brushRef="#br0" timeOffset="47817.05">6179 9665 0,'-40'0'125,"0"0"-110,0 0 1,40-40 0,40 40 46,-40-40-62,40 40 0,-40-41 16,0 1-1,40 40-15</inkml:trace>
  <inkml:trace contextRef="#ctx0" brushRef="#br0" timeOffset="47997.04">6220 9424 0,'0'-40'16,"0"0"-1,40 0 1,0 0-16,-40 0 15,40 40-15,-40-40 16,40 40-16,-40-41 16,40 41-1</inkml:trace>
  <inkml:trace contextRef="#ctx0" brushRef="#br0" timeOffset="48477.08">6862 8622 0,'0'40'47,"40"-40"-31</inkml:trace>
  <inkml:trace contextRef="#ctx0" brushRef="#br0" timeOffset="48647.07">7062 8622 0,'0'-40'15,"40"40"17,0 0-32,1-40 31,-41 80-15</inkml:trace>
  <inkml:trace contextRef="#ctx0" brushRef="#br0" timeOffset="48847.06">7383 8542 0,'40'0'47,"-40"40"-32,41-40 17</inkml:trace>
  <inkml:trace contextRef="#ctx0" brushRef="#br0" timeOffset="49027.05">7584 8742 0,'-40'40'0,"80"-40"47,0 0-31,-40 41-1</inkml:trace>
  <inkml:trace contextRef="#ctx0" brushRef="#br0" timeOffset="49166.98">7664 9143 0,'40'0'15</inkml:trace>
  <inkml:trace contextRef="#ctx0" brushRef="#br0" timeOffset="49297.03">7785 9224 0</inkml:trace>
  <inkml:trace contextRef="#ctx0" brushRef="#br0" timeOffset="49667.01">8186 9504 0,'0'40'16</inkml:trace>
  <inkml:trace contextRef="#ctx0" brushRef="#br0" timeOffset="49826.94">8386 9665 0,'-40'0'16,"40"40"15,0 0-16</inkml:trace>
  <inkml:trace contextRef="#ctx0" brushRef="#br0" timeOffset="50046.99">8467 10066 0,'0'0'0,"-40"0"16,-1 40-1,41 0 17,0 0-17</inkml:trace>
  <inkml:trace contextRef="#ctx0" brushRef="#br0" timeOffset="50216.9">8386 10306 0,'0'41'31,"41"-41"-31,-1 40 31</inkml:trace>
  <inkml:trace contextRef="#ctx0" brushRef="#br0" timeOffset="50996.86">8627 10587 0,'0'0'15,"0"40"17,40 0-17,-40 1 17,40-41-1,-40 40-31,41 0 0,-1 0 15,0-40 1,-40 40-16,40-40 0,-40 40 16,40-40-1,-40 40 17,40-40-1,0 40 0,-40 0-15,40-40-16,1 0 31,-41 40-31,40 1 16,-40-1-1,40-40 1,-40 40-1,40-40-15,0 40 16,0-40 0,0 40-1,0-40-15,1 0 16,-1 0 15,-40 40 32,40-40-16,-40-40-47,40 40 46,0 0-30,0 0 0,0 0-1,0-40-15,1 40 16</inkml:trace>
  <inkml:trace contextRef="#ctx0" brushRef="#br0" timeOffset="51076.89">9831 11149 0,'0'-40'16,"40"40"15</inkml:trace>
  <inkml:trace contextRef="#ctx0" brushRef="#br0" timeOffset="51416.83">9991 11068 0,'41'-40'16,"-82"80"-16,122-80 0,-41 0 16,0 0-16,-40 0 15,0 0 1,0 0-1,40 0 1,-40 0-16,40 0 16,-40-1-1,0 1 17,0 0-32,0 0 15,40 0 1,0 40 15,-40-40-15,0 0 15,0 0-31,0 0 16,41 40-16,-41-41 0,40 41 15,0 0-15,0-40 16,0 40-16,0 0 0</inkml:trace>
  <inkml:trace contextRef="#ctx0" brushRef="#br0" timeOffset="51766.89">10674 10186 0,'0'-40'0,"0"0"0,0 0 16,0 0 0,0 0-1,40 40 1,-40-40-1,0-1 17,40 1-32,-40 0 15,0 0 1,0 0 0,-40 40 15,0 0-16,40-40 1,40 40-16,0-40 31,-40-40-15,40-1 0</inkml:trace>
  <inkml:trace contextRef="#ctx0" brushRef="#br0" timeOffset="52706.83">11235 8422 0,'0'-41'16,"41"41"0,-1 0-1,0 0 17,0 0-17,-40-40 16,40 40-31,0 0 32,0 0 15,0 0-32,1 0 1,-1 0-16,0 0 15,0 0 1,0 0 15,0 0-31,0 0 16,0 0 0,1 0-16,-1 0 15,0 0 63,0 0-62,0 0 0,-40 40-16,40-40 62,0 0-62</inkml:trace>
  <inkml:trace contextRef="#ctx0" brushRef="#br0" timeOffset="52836.75">12239 8381 0,'0'41'0,"40"-41"31,0 0 16</inkml:trace>
  <inkml:trace contextRef="#ctx0" brushRef="#br0" timeOffset="53266.8">12640 8863 0,'0'40'15,"0"0"1,0 0 0,0 0-1,0 0 32,40-40-31,-40 40-16,40 0 15,0 1 1,0-41 0</inkml:trace>
  <inkml:trace contextRef="#ctx0" brushRef="#br0" timeOffset="54826.7">13202 10948 0,'0'0'0,"0"40"0,0 0 16,40-40-16,-40 40 0,0 1 15,40-41-15,-40 40 0,40-40 16,0 0 15,-40 40-31,40-40 16,-40 40-1,40-40-15,-40 40 0,40-40 16,-40 40 0,41-40-16,-41 40 0,40 0 15,0-40 1,-40 40 0,40-40-16,0 0 15,0 0 1,0 0-16,-40 41 0,40-41 31,1 0-15,-1 0 15,-40 40-15,40-40-16,-40 40 15,40-40-15,0 0 31,0 0 1,0 0-32,0 0 31,1 0-15,-1 0 15,0 0 0,0 0 0,0 0-31,0 0 16,0 0 0,0 0-1,1 0 1,-1-40-1</inkml:trace>
  <inkml:trace contextRef="#ctx0" brushRef="#br0" timeOffset="55236.6">15248 11189 0,'0'-40'0,"0"0"15,0-1 17</inkml:trace>
  <inkml:trace contextRef="#ctx0" brushRef="#br0" timeOffset="55486.59">15609 10627 0,'40'-40'16,"-80"80"-16,120-120 15</inkml:trace>
  <inkml:trace contextRef="#ctx0" brushRef="#br0" timeOffset="55716.59">15970 10106 0,'0'0'16,"0"-40"-16,40 0 31,-40 0-16,0 0 1,41 40-16,-41-41 16</inkml:trace>
  <inkml:trace contextRef="#ctx0" brushRef="#br0" timeOffset="55906.64">16171 9745 0,'0'-40'16,"0"0"15,0 0 16</inkml:trace>
  <inkml:trace contextRef="#ctx0" brushRef="#br0" timeOffset="79235.16">19100 8863 0,'0'40'47,"0"0"-16,-40-40-15,40 40-16,-40-40 0,40 40 0,0 0 15,0 0-15,0 0 16,0 1-16,0-1 0,0 40 0,0-40 0,0 0 15,0 40-15,0-40 16,0 0-16,0 41 0,-40-41 0,40 0 0,0 0 16,-40 40-16,40-40 15,0 0-15,0 1 0</inkml:trace>
  <inkml:trace contextRef="#ctx0" brushRef="#br0" timeOffset="79585.14">18940 9103 0,'0'-40'16,"0"80"-16,0-120 0,40 40 0,-40 0 0,40-80 31,0 120-31,40-81 15,-40 81-15,1-40 0,-1 40 16,0 0 0,0 40-1,-40 0-15,0 81 16,0-81-16,-40 0 0,40 40 16,-80-80-16,39 121 15,1-121-15,0 0 0,40 40 16,-40 0-1</inkml:trace>
  <inkml:trace contextRef="#ctx0" brushRef="#br0" timeOffset="79935.12">19381 9384 0,'-40'0'31,"80"0"-31,40 0 16,81 0-1,-121 0-15,40-40 16,-40 40-16,81-80 16,-121 0-1,0 39 1,-40 41-1,-1 0-15,-79 41 32,80-1-32,0-40 0,40 80 0,-80-40 15,80 0-15,-41 40 16,41-40-16,0 0 0,41 1 16,-1-1-16,120 0 31,-120-40-31,0 0 0,81 0 0</inkml:trace>
  <inkml:trace contextRef="#ctx0" brushRef="#br0" timeOffset="80275.18">20143 9184 0,'0'0'15,"0"40"1,81-40-1,39 80 1,-80-40-16,81 40 16,-81-80-16,-40 40 0,0 40 15,-40 1 17,40-41-32,-41-40 0,1 0 15,40-40 1,0 0-1,0-41 1,0 41-16,81-40 16,-41 40-16,0 0 0,80 0 15,-80 0-15,0 0 16,1 40-16,-1-41 16</inkml:trace>
  <inkml:trace contextRef="#ctx0" brushRef="#br0" timeOffset="80545.09">21187 9063 0,'-40'0'31,"-1"0"-31,41 40 15,0 0 1,0 41-16,0 39 31,0-80-31,0 120 16,0-119-16,0-1 0,0 80 16,0-80-16,0 80 15,0-79-15</inkml:trace>
  <inkml:trace contextRef="#ctx0" brushRef="#br0" timeOffset="80995.06">21066 9665 0,'0'0'0,"0"-40"15,40 0 1,201-1 15,-201 1-31,41 40 16,-81-40-16,40 40 15,-40-40 32,40 40-31,0-40-16,0 40 15,0-40-15,-40 0 16,40 0-16,0 0 16,-40 0-16,-40 40 47,0 0-47,40 40 0,-40-40 0,0 0 15,0 40 1,0 0-16,40 0 0,-40-40 0,40 40 0,-41 0 15,1 0-15,40 0 16,0 0-16,0 1 0,81-1 16,-41-40-1,40 0 1</inkml:trace>
  <inkml:trace contextRef="#ctx0" brushRef="#br0" timeOffset="81215.12">22150 9264 0,'0'0'0,"-80"0"15,39 0-15,1 0 0,0 40 32,40 0-32,0 0 0,0 0 0,0 0 15,0 0 1,40 81-1,0-121 1,-40 40-16,121-40 0</inkml:trace>
  <inkml:trace contextRef="#ctx0" brushRef="#br0" timeOffset="81885">22671 8863 0,'0'-40'0,"-40"40"16,40 40 15,0 40-15,0-40-16,0 0 15,0 0-15,0 0 0,0 41 0,0-41 0,0 0 16,0 0-16,0 0 16,0 0-16,0 0 0,-40 0 0,40 0 0,0 0 15,0 1-15,0-1 0,0 0 0,0 0 16</inkml:trace>
  <inkml:trace contextRef="#ctx0" brushRef="#br0" timeOffset="82084.99">22511 9424 0,'-40'0'0,"40"-40"0,-40 40 16,120-80-1,40 40 1,41 40-1,-1 0 1</inkml:trace>
  <inkml:trace contextRef="#ctx0" brushRef="#br0" timeOffset="82544.96">23875 8983 0,'-40'0'0,"0"-40"16,0 40 0,0 0-1,0 0-15,-1 0 16,1 0-16,40 80 16,-40-40-16,40 0 0,0 0 0,0 1 15,0-1 1,40 0-16,-40 0 0,81 0 0,-81 0 15,40-40-15,-40 40 16,40 0-16,0-40 0,-40 40 0,40-40 0,-40 40 16,0 1-16,-40-1 15,0-40 1,0 0-16,0 0 0,-1 0 0,1 40 16,0-40-16,0 0 15,0 0-15,0 0 0,40-40 16</inkml:trace>
  <inkml:trace contextRef="#ctx0" brushRef="#br0" timeOffset="83004.94">24437 9184 0,'-40'-41'16,"80"82"-16,-120-82 0,40 41 0,-41 0 16,1 81 15,40 39-15,40-40-1,40-40 1,0-40-1,0-80 17,0 40-32,-40 0 15,0 0-15,0-40 16,0 39-16,0 82 16,0-1 15,0 40-31,41 40 31,-41-80-31,40-40 0,0 121 16,0-121 15,0 0-31</inkml:trace>
  <inkml:trace contextRef="#ctx0" brushRef="#br0" timeOffset="83524.9">24597 9264 0,'-40'0'0,"40"-40"15,40 40 17,-40 40-32,41 0 0,-41 0 15,40-40-15,-40 40 16,0 0-16,0 0 0,0 0 15,-40-40 1,40 40-16,0-80 16,0 0-1,40 40-15,-40-40 16,40 0-16,0 0 0,0 0 0,0 40 16,-40-40-16,40 40 0,0 0 15,-40 40 16,41-40-31,-41 40 0,0 0 16,0 0 0,0 0-16,-41-40 0,41-40 31,41 40-15,-41-40-16,40 0 0,-40 0 0,40 40 15,-40-40 1,40 40-16,0 0 0,0 0 31,-40 40-31,0 0 0,0 0 16,0 0-16,-40-40 15,40 40-15,0 0 16,-40-40-16,40 40 0,0 1 0,0-1 31</inkml:trace>
  <inkml:trace contextRef="#ctx0" brushRef="#br0" timeOffset="83924.88">25480 9384 0,'0'40'78,"0"0"-78,0 0 16,0 0-16,0 1 16,0-1-16,0 0 0,-40 0 0,40 0 15,0 0-15,0 0 0,0 0 16,0 0-16,0 1 0</inkml:trace>
  <inkml:trace contextRef="#ctx0" brushRef="#br0" timeOffset="84194.94">25561 9344 0,'0'-40'15,"0"80"-15,0-120 0,0 40 0,40 0 0,0-1 32,0 1-32,40 40 15,-40 121 1,-80 39 0,-80-80-1,-41 41 1,121-121-16,0 40 31</inkml:trace>
  <inkml:trace contextRef="#ctx0" brushRef="#br0" timeOffset="84434.85">26162 8983 0,'-40'-40'0,"80"80"0,-120-80 32,80 80-17,0 0-15,0 0 0,0 0 0,0 0 16,40 1-16,-40-1 16,0 40-16,0-40 0,0 0 0,0 0 0,0 0 15,0 0-15,0 0 0,-40-40 16,40 41-16,0-1 0,0 0 0,0 0 15</inkml:trace>
  <inkml:trace contextRef="#ctx0" brushRef="#br0" timeOffset="84644.87">26443 9224 0,'-40'0'15,"80"40"17,-40 0-17,0 0-15,0 0 0,0 0 0,0 0 16,0 0-16,-40 0 16,40 1-16,-40-1 0</inkml:trace>
  <inkml:trace contextRef="#ctx0" brushRef="#br0" timeOffset="84824.85">26644 8943 0,'-40'-40'16,"80"80"-16,-80-120 0,0-1 15</inkml:trace>
  <inkml:trace contextRef="#ctx0" brushRef="#br0" timeOffset="85644.78">26925 9184 0,'0'0'0,"0"40"32,-40 0-17,40 0-15,-40 0 16,40 0 0,40-80 30,0 0-46,0 40 0,0 0 16,-40-40 0,40 40-16,0 0 0,-40 40 15,0 0-15,40 0 0,-40 0 16,0 0 0,41-40-16,-41 40 0,40-40 0,0 0 15,0 0 1,0 0-16,-40-40 0,40 40 0,-40-40 15,40 0-15,-40 0 16,0 0-16,0 0 0,0 0 16,-40 40-1,0 40 1,0 0-16,40 0 16,-40-40-16,40 40 15,0 0-15,0-80 31,0 0-15,40 40-16,-40-40 16,40 40-16,-40-40 15,40 40-15,-40 40 32,0 0-32,0 0 0,0 0 15,0 0-15,0 0 0,0 0 16,0 1-16,-80-1 0,80 0 0,0 0 0,0 0 15,0 0-15,0 0 16,-40 40-16,40-39 0,-40-1 0,40 0 0,0 0 16,-40 0-16,-1 0 0,1 0 0,40 0 15,-40-40-15,40 40 16,-40-40-16,0 0 16,0 0-1,40-40-15,0 0 16,-40 40-16,40-40 15,0 0-15,0 0 0,0 0 16,0 0-16,40 0 16,0-1-16,0 41 0,0-40 0,0 40 15,-40-40-15,40 40 0,1 0 0,-1 0 0,0-40 16,0 40-16,0 0 16,0-40-16,0 40 0</inkml:trace>
  <inkml:trace contextRef="#ctx0" brushRef="#br0" timeOffset="86144.78">28851 8983 0,'-40'0'16,"80"-40"46,0 40-62,-40-40 0,40 40 0,0 0 16,0 0-16,1 0 16,-1 0-16,0 0 0,0 0 0,0 0 0,0 0 15,0 0-15,0 0 0,1 0 0,-1 0 16,0 0 0</inkml:trace>
  <inkml:trace contextRef="#ctx0" brushRef="#br0" timeOffset="86364.75">29132 8943 0,'-80'0'15,"160"0"-15,-201 0 16,121 80 0,41-40-1,-1 40 1,0 121-1,-40-41 17,-80-39-32,39-81 15</inkml:trace>
  <inkml:trace contextRef="#ctx0" brushRef="#br0" timeOffset="86654.73">29694 9424 0,'-41'-40'16,"82"80"-16,-122-80 0,41 0 31,0 40-31,0 0 0,40 40 16,-40 120-1,40-39 16,40-41-15,-80 0 0,0-40-1,-41-80 17,81 0-32</inkml:trace>
  <inkml:trace contextRef="#ctx0" brushRef="#br0" timeOffset="86874.78">30135 9304 0,'0'0'15,"0"-40"-15,0 0 16,0 0-16,40 40 15,80 0 17,1 0-17,-1 0-15</inkml:trace>
  <inkml:trace contextRef="#ctx0" brushRef="#br0" timeOffset="87074.77">30215 9504 0,'0'0'0,"40"0"31,0-40-15,161 40-1,-161 0 1,0-40-1,0 0-15</inkml:trace>
  <inkml:trace contextRef="#ctx0" brushRef="#br0" timeOffset="87314.75">31178 8742 0,'-40'-40'16,"80"80"-16,-80-120 16,0 80-16,40 40 15,0 121 1,0 79 15,40-39-15,-40-41-1</inkml:trace>
  <inkml:trace contextRef="#ctx0" brushRef="#br0" timeOffset="87554.69">30937 9745 0,'-40'0'16,"80"0"-16,-80-40 0,0 40 15,40-40-15,40 0 16,41 40-16,39-40 16,81-1 15,-41 41-15,-80 0-1</inkml:trace>
  <inkml:trace contextRef="#ctx0" brushRef="#br0" timeOffset="87984.64">31058 9865 0,'0'0'15,"-40"40"-15,0-40 16,80 0 15,0 0-31,0 0 0,0 0 16,0 0-16,-40 41 0,40-1 31,-40 0-31,0 0 16,-40 0-16,0 0 15,-40 0-15,40 0 0,0-40 16,40 40-16,-41-40 15,41 40-15,-40-40 0,40-40 32,0 0-32,0 0 15,40 40-15,-40-40 0,41 40 16,-1 0 0,0 0-16,0 0 0,0 40 15,0 0 1,0-40-16,-40 40 0,40-40 0,1 0 15,-41 40-15,40-40 16,-40 41-16,40-41 0,0 40 0,0-40 16,0 40-16,0-40 0</inkml:trace>
  <inkml:trace contextRef="#ctx0" brushRef="#br0" timeOffset="88234.67">31981 9785 0,'-81'-40'16,"162"80"-16,-202-80 15,81 80-15,40 0 16,-40 40 0,40 41-1,0 79 1,0-39 15,0-41-15,0-40-16</inkml:trace>
  <inkml:trace contextRef="#ctx0" brushRef="#br0" timeOffset="88404.62">31700 10467 0,'0'0'0,"0"-40"0,-40 40 0,40-40 16,0 0-16,80-1 16,-40 41-16,-40-40 0,40 40 15,0 0-15,0 0 0,1 0 0,-1-40 16,0 40 0,0 0-16</inkml:trace>
  <inkml:trace contextRef="#ctx0" brushRef="#br0" timeOffset="88864.58">32221 10226 0,'-40'0'31,"40"40"-15,0 0-1,0 1-15,0-1 16,0 0-1,0 0 17,40-80-17,1 40-15,-41-40 0,40 0 16,0 40 0,0 0-1,-40 40-15,0 0 16,0 0-16,0 0 15,0 0-15,-40-40 16,40 40-16,0-80 31,40 40-31,0-40 16,0 40-16,-40-40 0,40 40 16,0 0-1,1 0 1,-41 40-1,0 0-15,40 0 16,-40 0 0,0 0-16,40-40 0,-40 41 15,40-41-15</inkml:trace>
  <inkml:trace contextRef="#ctx0" brushRef="#br0" timeOffset="90864.47">6982 14237 0,'0'-40'32,"0"80"77,0 0-93,0 0-16,0 0 15,0 0-15,0 0 16,0 0-16,0 1 0,-40-1 0,40 0 16,0 0-1,0 0-15,-40 0 0,40 0 0,0 0 0,0 0 16,0 0-16,0 1 0,-40-1 15,40 0-15,0 0 0,0 0 0,0 0 16,0 0-16,0 0 16,0 0-16,0 1 0,0-1 0,0 0 15,0 0-15,0 0 0,0 0 16,0 0-16,0 0 0,0 0 16,0 0-16,0 1 0,0-1 0,0 0 0,0 0 15,0 0-15,0 0 16,0 0-16,0 0 0,0 0 0,0 1 15,0-1-15,0 0 0,0 0 16,0 0-16,0 0 0,0 0 0,0 0 0,0 0 16,-41 0-16,41 1 0,0-1 0,0 0 0,0 0 15,-40 0 1,40 0-16,0 0 0,0 0 16,0 0-16,0 1 15,0-1-15,0 0 16,0 0-16,0 0 15,-40-40-15,40 40 0,0 0 0,-40 0 0,40 0 16,-40 0-16,40-80 31</inkml:trace>
  <inkml:trace contextRef="#ctx0" brushRef="#br0" timeOffset="92604.42">6862 13675 0,'0'40'0,"-41"-40"47,82 0 93,-1 0-140,0 41 16,0-41-16,0 0 0,0 0 0,0 0 16,0 0-16,1 0 0,-1 0 0,0 0 0,0 0 15,0 0-15,0 0 16,0 40-16,1-40 0,-1 0 0,0 0 0,0 0 16,0 40-16,0-40 0,0 0 15,41 0-15,-41 40 0,0-40 0,0 0 0,0 0 16,0 0-16,40 0 15,-39 0-15,39 0 0,-40 0 0,40 0 0,0 0 16,1 0-16,-1 40 0,-40-40 0,40 0 0,1 0 16,-1 0-16,0 0 0,0 0 15,1 0-15,-1 0 0,0 0 0,0 0 0,41 0 16,-41 0-16,0 0 16,41 0-16,-41 40 0,0-40 0,40 0 0,-39 0 15,-1 0-15,40 0 0,-39 0 16,-41 40-16,40-40 0,0 0 0,-40 0 0,41 0 15,-41 0-15,0 40 16,0-40-16,0 0 0,0 0 0,0 0 0,1 0 16,39 0-16,-40 40 0,40-40 0,-40 0 0,41 0 15,-41 0-15,40 40 0,0-40 16,-40 0-16,41 0 0,-1 0 0,-40 0 0,40 0 16,-40 41-16,0-41 15,1 0-15,39 0 0,-40 0 0,0 0 0,0 0 16,0 0-16,41 0 0,-41 40 15,0-40-15,0 0 0,0 0 0,40 0 0,-40 0 16,1 0-16,-1 0 0,40 0 0,-40 0 0,40 0 16,-40 0-16,41 0 15,-41 0-15,40 0 0,-40 0 0,40 0 0,-39 0 16,39 0-16,-40 0 0,0 0 16,40 0-16,-40 0 0,41 0 0,-41 0 0,0 0 15,40 0-15,-40 0 16,0 0-16,41 0 0,-41 0 0,0 40 0,0-40 15,0 0-15,0 0 0,0 0 16,1 0-16,-1 0 0,0 0 0,0 0 16,0 0-16,0 40 0,0-40 0,0 0 0,1 0 15,-1 0-15,0 0 16,40 0-16,-40 0 0,41 0 0,-41 0 0,40 0 16,-40 40-16,40-40 0,-40 0 15,41 0-15,-41 0 0,0 0 0,0 0 0,0 0 16,40 0-16,-39 0 15,-1 0-15,0 0 0,0 0 0,0 0 0,0 0 16,0 0-16,41 0 0,-41 0 16,0 0-16,40 0 0,-40 0 0,40 0 0,-39 0 15,-1 40-15,40-40 0,-40 0 0,0 0 0,0 0 16,41 0-16,-41 0 16,0 0-16,0 40 0,40-40 0,-40 0 0,0 0 15,1 0-15,-1 0 0,0 0 16,0 0-16,40 0 0,-40 0 0,0 40 0,1-40 15,-1 0-15,0 0 16,0 0-16,0 0 16,0 0-1,0 0 1,0 0-16,1 0 16,-1 0-1,0 0-15,0 0 16</inkml:trace>
  <inkml:trace contextRef="#ctx0" brushRef="#br0" timeOffset="92984.35">16893 14116 0,'0'0'16,"-40"0"-16,0 0 15,80 41 17,0-41-32,-40 40 15,40-40-15,0 40 0,1-40 0,-1 40 0,0-40 16,40 40-16,-40-40 16,0 40-16,0-40 0,1 40 0,-1-40 0,0 40 15,0-40-15,0 40 0,0 1 16,0-41-16,-40 40 0,0 0 31,-40-40-31,-40 0 0,40 0 0,0 0 16,0 0-16,-41 40 0,41-40 0,0 0 0,0 0 15,-40 0-15,40 0 0</inkml:trace>
  <inkml:trace contextRef="#ctx0" brushRef="#br0" timeOffset="95164.28">7062 13836 0,'0'-40'16,"-40"40"-1,0 0 16,0 0-31,0 0 110,40-40-63,40 40 187,-120 0-140,80-41-79,0 1 17,40 40-17,0 0 1,0 40 0,-40 1-1,0-1 1,-40-40-16,40 40 15,-40-40-15,0 0 16,40 40-16,-41-40 16,41-40-1,0 0 1,0 0-16,41 40 0,-41-41 16,40 41-16,-40-40 0,40 40 15,0 0-15,-40-40 0,40 40 16,-40 40 15,0 0-31,-40-40 16,40 41-16,-40-41 15,0 0-15,0 0 32,40-41-1,40 41-31,-40-40 0,40 40 15,0 0 1,0 0-16,-40 40 31,0 1-15,-40-41-16,0 40 16,0-40-1,40-40 16,0-1-31,40 1 16,0 40-16,-40-40 0,0 80 63</inkml:trace>
  <inkml:trace contextRef="#ctx0" brushRef="#br0" timeOffset="97184.16">8507 13796 0,'0'40'0,"-40"-40"171,0 0-61,40 40 218,0-80-156,0 0-172,40 40 31,-40 40-15,0 0-16,0 0 31,0 0-31,-40-40 16,-1 0-16,1 0 15,40-40 1,40 0-1,-40 0-15,41 40 16,-41-40-16,40 40 0,0 0 0,-40-40 16,40 40-16,0 0 15,-40 40-15,0 0 16,0 0 0,0 0-16,-80-40 0,80 40 15,-40-40-15,40 40 16,-40-40-1,40-40 1,0 0 0,40 40-16,0-40 15,0 40-15,0 0 16,-40 40 15,-40 0-15,0-40-1,40 40-15,-40-40 0,0 0 0,-1 0 16,41-40 0,0 0-1,41 0-15,-1 40 16,-40-40 0,40 40-16,0 0 0,-40 40 31,0 0-16</inkml:trace>
  <inkml:trace contextRef="#ctx0" brushRef="#br0" timeOffset="99303.98">5497 4050 0,'0'0'0,"-40"0"16,40 40 140,0 0-141,-40-40-15,40 40 16,0-80 31,0 0-31,40 40-16,-40-40 0,40 40 0,0 0 15,-40-40-15,41 40 16,-41 40 15,0 0-31,0 0 16,-41-40-16,41 40 0,0-80 62,0 0-62,0 0 16,0 0-1,41 40-15,-41 40 32,0 0-17,-41-40 1,41 40 0,-40-40 15,40-40-31,-40 40 0,40-40 15,40 80 48,-80-40-32,80-40 16,0 40-16,-40-40-31,41 40 16,-1 40 0,-40 0-1,0 0 1,-40 0-1,-1-40 1,41 40-16,-40-40 16,0 0-16,40-40 31,0 0-15,40 0-16,0 0 15,41 40-15,-41 0 16,-40-40-1,40 40-15</inkml:trace>
  <inkml:trace contextRef="#ctx0" brushRef="#br0" timeOffset="100633.88">8306 4010 0,'-40'0'0,"0"0"15,40-40 32,40 40 16,0 0-48,0 0-15,-40 40 16,0 0-1,-40-40 1,40 40-16,-40-40 16,40-40 15,40 40-15,0-40-16,0 40 15,1-40 1,-41 80 15,0 0-15,-41 0-1,1-40 1,40 40-16,-40-40 0,40-40 31,80 40-31,-80-40 0,0 0 16,41 40-1,-1 0-15,-40-40 0,40 40 16,-40 80 0,0-40-1,-40-40-15,40 40 0,-40-40 16,-1 0 0,41 40-16,-40-40 0,0 40 0,40-80 31,40 40-31,-40-40 15,40 40-15,-40-40 16,81 40-16,-81-40 0,40 40 0,-40-40 0,40 40 16,-40 40 15,-40 0-31,0 0 0,40 0 16,-81 0-1,41-40 1,40-40-1,0 0-15,0 0 16,40 0-16,-40 0 0,41 40 16,-1-40-1,0 40-15,0 0 32</inkml:trace>
  <inkml:trace contextRef="#ctx0" brushRef="#br0" timeOffset="101973.87">11195 3930 0,'40'0'15,"-40"-40"1,41 40 0,-41-40-1,0-1 16,0 82 16,0-1-47,0 0 16,-41-40 0,41 40 124,41-40-124,-41 40-1,-41-40 17,1 0-1,40-40-31,0 0 16,40 0-1,1 40 1,-1 40 15,-40 0-15,0-80 62,0 0-63,40 40 1,-40 40 0,0 0-1,0 0 1,-40-40 0,40-40 15,0 0-31,0 0 15,0 0 1,40 40-16,-40 40 16</inkml:trace>
  <inkml:trace contextRef="#ctx0" brushRef="#br0" timeOffset="103823.76">10633 13956 0,'-40'0'0,"0"0"78,0 0-63,40 40 142,-40-40-157,40 40 15,-40-40 1,0 0-16,40-40 31,40 40-31,0 0 16,-40-40-16,40 40 15,0 0-15,0 0 16,-40 40 15,-40-40-31,40 40 16,-40-40-16,0 0 15,0 0-15,40-40 32,80 40-17,-80-40-15,40 40 16,0 0 0,-40 40-16,0 0 31,0 0-31,-40-40 15,40 40-15,-40-40 0,0 0 0,0 0 16,0 0 0,120-80 15,-40 80-31,0 0 0,-40-40 16,40 40-16,0 0 0,1 0 15,-1 0-15,-40 40 31</inkml:trace>
  <inkml:trace contextRef="#ctx0" brushRef="#br0" timeOffset="104953.7">12760 14157 0,'0'40'94,"0"0"-78,-40-40-16,0 40 15,40 0-15,-40-40 0,0 0 0,0 0 16,-1 0-16,1 0 16,40-40-1,81 40-15,-81-40 0,40 40 16,0 0-16,0-40 16,0 0-16,0 40 31,-40 40-16,-40 0 1,0 0 0,0-40-1,40-40 1,0 0 15,40 40-31,-40 40 31,0 0-15,0 0-16,-40-40 16,0 0-16,0 0 15,-1 0-15,41-40 16,0 0 0,41 40-16,-41-40 15,80 40-15,-40 0 0,0 0 16,0 0-16,0 0 0,0 0 0,1 0 15,-41 40-15</inkml:trace>
  <inkml:trace contextRef="#ctx0" brushRef="#br0" timeOffset="123046.36">19501 13074 0,'0'-40'0,"0"80"63,0 0-47,-40-40-16,40 40 0,0 0 0,-40-40 15,40 40-15,-40 40 0,40-40 16,-40 1-16,40-1 0,0 0 0,-40 40 0,40-40 15,0 0-15,-40 0 16,40 0-16,0 1 0,0-1 16,40-40-1,0 0-15,40-40 16,-40 40-16,-40-41 16,40 41-16,1-40 0,-1 0 0,0 0 0,0 0 15,-40 0-15,40 0 0,0 0 0,-40 0 0,40-1 16,-40 1-16,40 0 15,-40 0-15,0 0 0,0 0 0,41 40 16,-41-40 0,0 80 62,0 0-78,0 0 15,0 0-15,0 0 16,0 0-16,0 1 0,0-1 0,0 0 16,0 0-16,0 0 15,0 0-15,0 0 0,0 0 16,0 0-16,0 1 16,0-1-16,40-40 0,0 40 15,0-40 1</inkml:trace>
  <inkml:trace contextRef="#ctx0" brushRef="#br0" timeOffset="123456.32">20224 13354 0,'0'-40'16,"0"80"-16,0-120 0,0 40 0,40 40 15,40 40 1,-40 40 15,0 81-15,-40-81 0,-40-80-1,40-40 1,80-120-1,-39 119 1,39 41 0,-40 41 15,-40 39-31,0 0 16,0 0-16,-40-40 15,40 81 1,80-41 15,0-80-31</inkml:trace>
  <inkml:trace contextRef="#ctx0" brushRef="#br0" timeOffset="123952.33">21508 13314 0,'0'-40'16,"0"80"-16,0-120 16,-40 80 15,40 40-31,-41-40 16,41 40-16,-40-40 0,40 40 0,-40-40 0,0 41 15,0-41-15,40 40 0,-40 0 16,0-40-16,40 40 0,0 0 15,0 0 1,40-40-16,0 0 16,40 0-16,-80-40 0,40 40 0,0-40 15,1-40-15,-1 40 16,-40-1-16,0 1 0,40 0 0,-40 0 16,0 0-16,0 0 15,0-40-15,0 40 0,0 0 0,0-1 0,0 1 16,0 0-16,0 0 0,-40 40 0,40-40 0,0 0 15,0 80 32,0 0-47,0 0 0,0 0 0,0 0 16,0 1-16,0-1 0,0 0 16,0 40-16,0-40 0,0 0 0,40 40 0,-40-40 15,0 1-15,40-1 0,-40 40 0,0-40 0,0 0 16,0 0-16,0 0 15,0 0-15,0 1 0,0-1 0,-40 0 16</inkml:trace>
  <inkml:trace contextRef="#ctx0" brushRef="#br0" timeOffset="124482.32">22230 13675 0,'0'0'0,"40"0"31,40 0-15,41-40-1,-41-40 1,-80 0 15,-40 0-15,-80 39-1,39 82 17,81 119-17,40-40 1,121 1-1,-41-81 17</inkml:trace>
  <inkml:trace contextRef="#ctx0" brushRef="#br0" timeOffset="124802.3">22872 13314 0,'40'40'32,"0"1"-17,41 79 1,-41 0 0,-121-40-1,41-39 16,40-162-15,81 1 0,39 0 15,0 79-15,-80 1-1</inkml:trace>
  <inkml:trace contextRef="#ctx0" brushRef="#br0" timeOffset="125302.26">24317 13314 0,'0'0'0,"0"-40"16,0 0-1,-41 40-15,41-40 0,-40 40 0,-40 0 16,40 0 0,0 0-16,0 40 0,0 0 15,-1 0-15,41 0 0,0 1 16,0-1-16,0 0 15,41 0-15,-41 0 0,40 0 0,-40 0 16,40 0-16,-40 0 16,0 1-16,40-41 0,-40 40 0,0 0 15,0 0-15,0 0 16,-40-40-16,40 40 16,-40-40-16,-41 0 15,41 0-15,0 0 0,0 0 0,0-40 16,0 40-16,40-40 0</inkml:trace>
  <inkml:trace contextRef="#ctx0" brushRef="#br0" timeOffset="125702.23">24718 13395 0,'0'-41'31,"0"82"-31,-80-82 16,39 82 0,41-1-16,-40 0 0,40 0 15,0 0 1,0 0-16,40-40 16,1 0-1,-1-40 1,0 0-16,-40 0 15,0 0 1,0 0-16,0-1 16,0 82 15,0 39-15,0-40-16,0 0 0,0 0 15,0 0-15,80 0 0,-80 0 16,40-40-16,-40 41 0,0-1 15,40-40-15</inkml:trace>
  <inkml:trace contextRef="#ctx0" brushRef="#br0" timeOffset="126227.74">25159 13435 0,'-40'-40'31,"80"80"-31,0-121 16,0 81-16,1 41 15,-1-1 1,0 120 0,-40-40-1,0-79 1,0-82-1,0 1 1,40 40 0,0-160-1,40 120 1,-39 40 0,-41 80-1,40 0 1,-40 0-1,0-39 1,40-82 0,80-39-1,-40 0 1,-39 40 0,-41 80-1,40 0 1,-40 0-16,0 0 31,0 0-31,0 1 0,0-1 31,0 0-31</inkml:trace>
  <inkml:trace contextRef="#ctx0" brushRef="#br0" timeOffset="126477.73">26323 13515 0,'-40'0'0,"80"0"0,-120-40 31,80 80-31,40 40 16,0 81-1,-40-121-15,40 160 16,-40-160-16,0 0 0,-40 81 31,0-121-31,40 40 0,0 0 0</inkml:trace>
  <inkml:trace contextRef="#ctx0" brushRef="#br0" timeOffset="126727.66">26363 13836 0,'0'-121'16,"0"242"-16,0-442 15,40 281-15,0 0 32,0 0-32,1 40 15,-1 0-15,0 40 16,0-40-16,-40 120 31,0-80-31,0 0 0,0 0 0,-120 41 16,-41-41 15,121 0-31,0-40 0,0 0 31,40-80-31</inkml:trace>
  <inkml:trace contextRef="#ctx0" brushRef="#br0" timeOffset="126977.7">26845 13074 0,'40'-80'16,"-80"160"-16,120-160 31,-80 120-31,0 80 31,40 161-15,-40-161-16,0-80 0,-40 121 31,40-121-31,-40 0 0,40 0 16,0 0-16</inkml:trace>
  <inkml:trace contextRef="#ctx0" brushRef="#br0" timeOffset="127197.68">27246 13354 0,'0'0'16,"0"41"15,40-1-15,-40 0-16,0 0 0,0 120 31,0-120-31,0 1 0,-40-41 0,-40 120 16</inkml:trace>
  <inkml:trace contextRef="#ctx0" brushRef="#br0" timeOffset="127357.68">27406 13034 0,'0'-40'16,"0"80"-16,-40-121 0,0 81 0,40-40 15,0 0 1,40 40 0,-40 40-16</inkml:trace>
  <inkml:trace contextRef="#ctx0" brushRef="#br0" timeOffset="128087.63">27567 13234 0,'-40'0'16,"40"40"0,0 0-1,0 0-15,40-40 0,-40 41 0,40-41 16,-40 40 0,0 0-16,40-120 31,0 80-31,0-41 15,0 1-15,1 40 0,-1 0 16,0 40 0,-40 41-16,0-41 15,0 0-15,0 0 16,0 0-16,0 0 0,0 0 16,40-40-1,0 0-15,0-40 16,0 40-16,-40-80 0,40 80 15,-40-40-15,0 0 0,41 40 16,-41-40-16,0 0 0,40 40 0,-40-41 0,0 1 16,0 80-1,0 1 1,-40-41-16,40 80 16,0-40-16,-41-40 0,41 40 0,0 0 15,41-80 16,-1 0-31,0 0 16,-40 80 15,0 40-15,0-40-16,0 0 0,0 0 16,-40 1-16,40-1 0,0 0 15,0 0-15,-40 0 0,40 0 0,0 0 0,0 0 16,0 40-16,0-39 0,0-1 0,-41 0 0,41 0 15,0 0-15,-40 0 16,0 0-16,40 0 0,-40-40 0,40 40 0,-40-40 16,0 41-16,0-82 15,40 1 1,0-40 0,-40 80-16,40-40 0,0 0 0,0 0 15,0 0-15,40 0 0,-40-1 16,40 41-16,-40-40 0,40 40 15,0-40-15,0 40 0,0 0 16,0 0-16,-40-40 16,41 40-16</inkml:trace>
  <inkml:trace contextRef="#ctx0" brushRef="#br0" timeOffset="128547.55">29493 13114 0,'-40'0'0,"0"0"0,0 40 31,120-40-15,0 0-1,201-80 1,-80 40 15,-161 0-15,-40 80 31</inkml:trace>
  <inkml:trace contextRef="#ctx0" brushRef="#br0" timeOffset="128797.59">29854 13114 0,'-40'0'16,"80"0"-16,-120 0 31,80 40-31,0 0 16,0 0-16,0 40 31,0 81-15,0-1-1,0-39 17,0-41-17</inkml:trace>
  <inkml:trace contextRef="#ctx0" brushRef="#br0" timeOffset="129087.57">30376 13475 0,'0'0'15,"-81"-40"-15,41 40 16,-80 40 15,80 0-31,40 0 0,0 0 16,0 0-16,0 0 15,0 0-15,40 41 16,-40-41 0,40 0-1,-40 0 1,-120-40-1,39-80 1</inkml:trace>
  <inkml:trace contextRef="#ctx0" brushRef="#br0" timeOffset="129747.53">30897 13074 0,'40'0'109,"-40"40"-109,41-40 16,-1 40-16,0 0 0,40-40 15,-40 40-15,0-40 0,0 40 0,1-40 0,-1 40 16,0-40-16,0 40 16,0 1-16,0-41 0,0 0 15,-40 40 17,-40-40-32,-40 0 15,40 0-15,0 40 16,0-40-16,-1 0 0,41 40 0,-40-40 15,0 40-15,0 0 16,40 0-16,-40-40 0,40 40 0,-40-40 0,40 40 16,-40 1-1,0-1-15,-1-40 0,41 40 16</inkml:trace>
  <inkml:trace contextRef="#ctx0" brushRef="#br0" timeOffset="130117.44">32101 12592 0,'-40'0'16,"80"0"-16,-80-40 16,40 80-1,40-40-15,-40 81 16,40-81-16,-40 40 0,0 0 15,0 0-15,0 40 0,0-40 0,0 41 0,0-41 16,0 0-16,-40 40 16,40-40-16,0 0 0,0 0 0,-40 40 0,40-39 15,0-1-15,-40 0 0,40 0 16</inkml:trace>
  <inkml:trace contextRef="#ctx0" brushRef="#br0" timeOffset="130367.43">31820 13635 0,'0'0'16,"40"0"-1,0 0-15,81 0 31,-81 0-31,161 0 16,-161 0-16,0 0 0,80 0 16,-40 0-16</inkml:trace>
  <inkml:trace contextRef="#ctx0" brushRef="#br0" timeOffset="130847.47">31981 14116 0,'0'-40'15,"40"40"17,0 0-32,0 40 31,-40 41-15,-80 39-1,-41-40 1,81-80 15,40-40-15,40 40-1,1 0 1,-1 0-16,0 0 16,0 0-16,-40 40 0,80 0 15,-80 0-15,40 1 16,-40-1-16,0 0 15,0 0 1,40-40 0</inkml:trace>
  <inkml:trace contextRef="#ctx0" brushRef="#br0" timeOffset="131097.37">32783 13996 0,'0'0'16,"-40"0"-16,0 0 16,40 40 15,-40-40-31,40 80 16,0-39-16,-40-1 0,40 0 0,0 0 15,0 0-15,0 0 0,0 0 0,0 0 0,0 0 16,-40 1-16,40-1 15,0 0-15,-41 0 0,41 0 16,-40-40-16,40 40 16,-40-40-16,40 40 0</inkml:trace>
  <inkml:trace contextRef="#ctx0" brushRef="#br0" timeOffset="131277.44">32422 14718 0,'0'-40'31,"0"0"-31,40-40 16,40 80-1,-39 0-15,79-40 16,-80-1-16,0 41 0,0-40 16</inkml:trace>
  <inkml:trace contextRef="#ctx0" brushRef="#br0" timeOffset="131717.36">32944 14357 0,'40'0'16,"-40"-40"-16,40 40 31,-40 40-15,40 0 0,-40 40-1,0 41 1,0-81-16,-40-40 0,40 40 31,40-80-31,0 40 16,0-40-1,81 40 1,-81 0 0,-40 40-1,-40 40 16,40-40-15,40-40 0,40-40 15,-80 0-31,40 40 0,0 0 31,-40 40-31,41 0 16,-41 0-16,0 0 0,0 0 0,0 41 31,-121-41-31</inkml:trace>
  <inkml:trace contextRef="#ctx0" brushRef="#br0" timeOffset="133647.24">6821 16844 0,'-40'-40'46,"0"40"-46,40-41 0,-40 41 32,0 0-1,40 41-15,-40-41-1,80 40 63,-40 0-78,0 0 0,0 0 16,0 0-16,0 0 16,0 0-16,0 0 0,0 41 0,0-41 15,0 0-15,0 0 0,0 0 0,0 40 0,-40-40 16,40 0-16,-40 41 0,40-41 15,0 0-15,0 40 0,-40-40 0,-1 0 0,41 0 16,-40 0-16,40 1 16,0-1-16,-40 0 0,40 0 0,0 0 0,0 0 15,-40 0 1,40 0-16</inkml:trace>
  <inkml:trace contextRef="#ctx0" brushRef="#br0" timeOffset="135117.21">6902 17365 0,'0'0'15,"-40"0"1,40 40 0,-41-40-16,1 40 15,0-40 1,40-40 62,-40 40-62,80 0 15,0 0-15,0 0-1,1 0-15,-1 0 16,0 0-16,0 0 0,0 0 15,0 0-15,0 0 16,0 0-16,1 0 0,-1 0 0,0 0 16,0 0-1,0 0-15,0 0 0,0 40 16,1-40-16,-1 0 0,0 40 16,40-40-16,-40 0 0,0 40 0,0-40 15,41 0-15,-41 0 0,40 0 0,-40 0 0,40 0 16,-39 0-16,39 0 15,0 0-15,0-40 0,1 40 0,-1 0 0,40 0 16,-40-40-16,1 40 0,39 0 16,-40 0-16,1 0 0,-1 0 0,0 0 0,-40 0 15,40 0-15,-39 0 16,39 0-16,-40 0 0,0 0 0,40 0 0,-40 0 16,1 0-16,39 0 0,0 0 15,0 0-15,-40 0 0,41 0 0,-1 0 0,0 0 16,0 0-16,1 0 0,39 0 0,-40 0 0,1 0 15,39 0-15,-40 0 16,1 0-16,-1 0 0,-40 0 0,40 0 0,0 0 16,-39 0-16,-1 0 0,40 0 15,-40 0-15,40 0 0,-40 0 0,1 0 0,39 0 16,-40 0-16,40 0 16,-40 0-16,41 0 0,-1 0 0,-40 0 0,40 0 15,0 0-15,1 0 0,-41 0 0,40 0 0,-40 0 16,40 0-16,-39 0 0,-1 0 15,0 0-15,40 0 0,-40 0 0,0 0 0,41 0 16,-41 0-16,40 0 16,-40 0-16,40 0 0,1 0 0,-41 0 0,40 0 15,0 0-15,-40 0 0,41 0 16,-1 0-16,-40 0 0,40 0 0,-40 0 0,41 0 16,-41 0-16,40 0 15,-40 0-15,0 0 0,0 0 0,0 0 0,1 0 16,-1 0-16,0 0 0,0 0 0,0 0 0,0 0 15,0 0-15,0 0 0,1 0 16,-1 0-16,0 0 0,40 0 0,-40 0 0,0 40 16,1-40-16,39 0 15,-40 0-15,40 0 0,-40 0 0,0 0 0,1 40 16,39-40-16,-40 0 0,0 0 16,0 0-16,0 0 0,0 0 0,1 41 0,-1-41 15,0 0-15,0 0 0,0 0 0,0 0 16,0 0-1,0 0-15,1 0 0,-1 0 16,0 0-16,0 0 0,40 0 16,-40 40-16,0-40 0,41 0 0,-41 0 0,40 0 15,-40 0-15,0 0 16,41 0-16,-41 40 0,0-40 0,0 0 0,0 0 16,0 0-16,0 0 15,0 0-15,1 0 0,-1 0 16,0 0-16,0 0 0,0 0 0,0-40 15,0 40-15,0 0 16,41 0-16,-41 0 0,40 0 0,-40 0 0,0 0 16,0 0-16,41 0 0,-41 0 15,0 0-15,0 0 0,0 0 0,0 0 16,0 0 0,-40-40-16,41 40 0,-1 0 0,0 0 15,0 0-15,0 0 0,40 0 0,-40 0 16,1 0-16,39 0 0,-40 0 15,0 0-15,0 0 0,0 0 0,1 0 16,-41 40-16,0-80 47</inkml:trace>
  <inkml:trace contextRef="#ctx0" brushRef="#br0" timeOffset="135407.19">18017 17285 0,'0'0'0,"-40"-40"16,40 0 0,40 40-1,0 40-15,40 80 31,-40-120-31,81 120 16,-81-120-16,0 40 0,0 1 16,-40-1-1,-40-40 1,-241 40 15,201-40-31</inkml:trace>
  <inkml:trace contextRef="#ctx0" brushRef="#br0" timeOffset="137257.01">6701 17405 0,'-40'0'16,"40"-40"-16,-40 40 15,0 0-15,80 0 63,0 0-48,0 0 17,-80 0-1,40 40-16,-40-40-15,0 0 0,0 0 32,40-40-17,0 0 1,40 40-16,-40-40 0,40 40 16,0 0-1,-40 40 16,0 0-15,0 0-16,0 0 0,-40-40 16,0 0-1,40-40 1,0 0 0,0 0-16,0 0 15,0 80 16,40-40-15,-40 40-16,0 0 16,-40-40 15,40 40-31,0-80 31,40 40-15,-40-40-16,40 40 0,0 0 31,0 0-31,-40 40 31,-40-40-15,40 40 0,-40-40-16,0 0 15,40-40-15,0 0 16,0 0-1,0 0-15,40 40 16,-40 40 15,0 0-31,0 0 16,0 0-16,-40-40 0,40 40 16,-40-40-1,40 40-15,0-80 31,40 0-15,-40 0-16,40 40 0,-40-40 0,40 40 16,0 0-1,-40-40-15,40 40 0,0 0 16</inkml:trace>
  <inkml:trace contextRef="#ctx0" brushRef="#br0" timeOffset="138556.93">7303 17325 0,'0'-40'47,"0"80"-16,0 0-15,0 0-16,0 0 31,0-80 47,0 0-62,0 0-1,0 0 1,40 40 0,-40-40-16,0 0 0,40-1 15,-40 1 1,40 0-16,-40 0 0,0 0 16,0 0-16,0 0 15,0 0-15,41 40 16,-41-40-16,0 0 0,0-1 15,40 1 1,-40 0 0,0 0-1,0 0 17,0 0-17,0 0 1,0 80 171,-40-40-187,40 40 16,-41-40 0,41 40-16,-40-40 0,0 0 15,0 0 16,80-40 16,-40 0-31,40 40-16,-40-40 0,40 40 0,-40-40 0,41 40 16,-1-40-16,0 40 0,-40-41 15,40 41 1,-40 41 15,0-1-15,0 0-1,0 0 1,0 0 0,40 0-16,0-40 15,-40 40-15,40-40 0,-40 40 0,40-40 16,1 0-1</inkml:trace>
  <inkml:trace contextRef="#ctx0" brushRef="#br0" timeOffset="140076.84">8146 17525 0,'-40'0'47,"40"41"-16,-41-41-31,41 40 0,0-80 141,0-1-125,0 1-1,0 0-15,41 40 0,-41-40 0,0 0 16,0 0-16,0 0 0,0 0 15,40 0-15,-40-1 16,40 1-16,-40 0 0,0 0 16,0 0-1,40 0-15,-40 0 16,0 0 0,0 0-16,0 0 0,0-1 0,0 1 15,0 0-15,0 0 0,0 0 16,40 40-1,-40-40-15,0 0 47,0 0-31,0 0 0,0-1-1,0 1-15,0 0 16,40 40-16,-40-40 78,0 0-47,0 0 94,40 40-125,-40-40 47,0 80 16,-40-40-48,40 40 1,-40-40-16,0 0 31,40 40-31,-40-40 16,0 0-16,40 40 15,-40-40 1,80 0 31,-40-40-47,40 40 0,-40-40 0,40 40 0,0-40 15,0 40-15,-40-40 0,40 40 16,0-40-16,1 0 0,-1 40 16,-40-40-1,0 120 1,0-40 0,0 0-16,0 0 0,0 0 15,0 0-15,0 0 0,40-40 0,-40 40 16,40-40-1,-40 41-15,40-41 0,-40 40 0,40-40 0</inkml:trace>
  <inkml:trace contextRef="#ctx0" brushRef="#br0" timeOffset="141256.8">9028 17525 0,'0'-40'0,"0"0"16,-40 40 0,0 0 31,40 40-47,0-80 78,0 0-63,0 0 1,40 40-16,-40-40 0,40 0 16,-40 0-16,0 0 15,41 40-15,-41-41 0,0 1 16,0 0-16,40 40 0,-40-40 0,0 0 15,0 0 1,0 0-16,0 0 31,0 0 1,0 0-32,0-1 15,0 1 1,0 0-1,0 0 17,0 120 30,0-40-46,0 1-16,-40-41 31,-1 0 0,1-41-31,0 41 16,0 0 0,0 0-1,80 0 48,0 0-48,0 0 1,-40-40-16,40 40 0,1 0 0,-1-40 16,0 0-16,-40 80 78,40 0-78,-40 0 15,0 1-15,0-1 16,40 0-16,-40 0 16</inkml:trace>
  <inkml:trace contextRef="#ctx0" brushRef="#br0" timeOffset="142006.79">10032 17726 0,'0'0'0,"0"-40"0,0 0 15,0 0 1,0 0 0,-41 40 30,41 40-30,0 0 0,-40-40-1,40 40-15,-40-40 0,40 40 16,0-120 15,0 40-31,0 0 16,0-1-1,40 41-15,-40-40 0,40 40 16,-40 40 15,-40-40-15,40 41-16,-40-41 0,40 40 16,0-80 30,0-1-30</inkml:trace>
  <inkml:trace contextRef="#ctx0" brushRef="#br0" timeOffset="142956.68">11035 17365 0,'-40'0'62,"0"0"-62,40 40 16,-41 0 31,41 0-31,-40 0 15,40 1-31,0-1 15,0 0 1,0 0-16,0 0 16,0 0-1,0 0-15,0 0 16,-40-40 0,40 40-16,0 0 15,0 1 1,0-1 62,-40-40-78,0-40 78</inkml:trace>
  <inkml:trace contextRef="#ctx0" brushRef="#br0" timeOffset="143306.72">10633 17967 0,'-40'0'16,"40"-41"-16,40 41 47,-40 41-47,41-41 0,-41 40 15,0 0 1,40-40-16,-40 40 15,40-40 1,0 0 15,-40-40-31,40 0 0,0 40 32,-40-40-32,40 40 15,1 0 1,-1 0-1</inkml:trace>
  <inkml:trace contextRef="#ctx0" brushRef="#br0" timeOffset="144196.59">11677 17606 0,'0'0'0,"0"-40"15,0-1 16,0 1 1,0 0-1,40 40-31,-40 40 109,0 0-93,0 1 0,0-1-16,0 0 15,0 0-15,0 0 0,0 0 0,0 0 16,0 0-16,0 0 15,0 0-15,-40 1 16,40-1 0,0 0-16,0 0 15,0 0 1,0 0-16,0 0 16,-40-40-16,40 40 0,0 0 15,0 1 1,0-1-16,0 0 0,-40 0 15,40 0 1,0 0-16,-41-40 16,41 40-1,0 0-15,0 0 32,0 0-17,-40-40-15,40 41 16,0-1 15,0 0-15,-40-40-16,40 40 15,0 0 1,0-80 15,40 0-15,-40 0-16,0 0 15,0-1 1</inkml:trace>
  <inkml:trace contextRef="#ctx0" brushRef="#br0" timeOffset="144556.57">11276 18688 0,'0'0'16,"0"-40"-16,40 40 47,-40 40-47,0 1 0,0-1 16,0 0-1,40-40 1,0 0 15,0 0-15,-40-40-1,40 40-15,-40-40 0,40 40 16,-40-41 0,40 41-16,-40-40 0,41 40 0,-41-40 15,0 0-15,40 40 0,-40-40 16</inkml:trace>
  <inkml:trace contextRef="#ctx0" brushRef="#br0" timeOffset="145316.52">12600 17525 0,'0'-40'0,"0"0"141,0 80-94,0 0-47,0 1 15,0-1-15,0 0 16,0 0-16,0 0 0,0 0 15,-40 0 1,40 0-16,0 0 0,0 0 16,-41 1-16,41-1 15,0 0-15,0 0 16,0 0 0,0 0-1,0 0 1,0 0-1</inkml:trace>
  <inkml:trace contextRef="#ctx0" brushRef="#br0" timeOffset="145686.57">12399 18207 0,'0'-40'0,"-40"40"31,40-40-31,-40 40 31,40 40-31,0 0 32,40 0-17,0 41 1,0-41-1,-40-80 32,40-1-31,-40 1-16,40 40 0,-40-40 16,41 40-1,-41-40-15</inkml:trace>
  <inkml:trace contextRef="#ctx0" brushRef="#br0" timeOffset="146956.43">13482 17606 0,'-40'0'32,"40"40"77,-40-40-93,0-40 15,40 0-31,0-1 15,40 1 1,0 40 15,-40 40 1,0 1-32,-40-41 15,40-41 48,40 41-63,-40 41 47,-40-1-16,40-80 31,0-1-30,40 41-17,-40 41 48,-40-41-63,40 40 15,-40-40-15,40 40 16,-40-40 0,40-40-1,0 0 1,0-1-16,40 41 0,-40-40 0,40 40 15,-40-40 1,40 40 0,-40 40 31,0 0-47,-40-40 0,40-40 31,0 0-16,40 0 1,-40 0 0,40 40-16,-40 40 31,0 0-31,0 0 16,0 0-16,-40-40 0,0 0 31,40 41-31,0-82 31</inkml:trace>
  <inkml:trace contextRef="#ctx0" brushRef="#br0" timeOffset="150296.3">20585 16362 0,'-40'0'0,"0"0"16,-1 0-1,1 0-15,0-40 0,0 40 16,0 0-16,0 40 16,40 41-16,-40-81 15,40 40-15,-40 0 0,40 0 0,-41 40 0,1-40 16,40 0-16,-40 41 15,40-41-15,0 0 0,0 40 0,-40-40 0,40 0 16,0 0-16,0 0 16,80-40-16,-40 0 0,1 0 15,-1-40 1,0 40-16,0-40 0,0 40 0,0-40 0,0 0 16,0 0-16,1 40 0,-1-40 0,-40 0 0,40 0 15,-40-1-15,40 1 0,-40 0 16,40 0-16,-40 0 0,0 0 0,0 0 0,0 0 15,0 0-15,0-1 16,0 1-16,0 0 0,0 0 0,-40 40 16,0 0-1,0 0-15,0 0 0,-1 0 16,1 40-16,0-40 0,0 0 16,40 40-1,0 0-15,0 1 0,0-1 16</inkml:trace>
  <inkml:trace contextRef="#ctx0" brushRef="#br0" timeOffset="150706.27">21347 16322 0,'0'0'16,"0"40"15,40-40-31,-40 40 16,40 1-16,1-1 0,-41 0 0,0 0 16,0 0-16,40-40 0,-40 40 15,0 0-15,0 0 0,40-40 0,-40 40 0,0 1 16,0-1-1,40-40-15,-40-40 32,0-1-32,0 1 15,0 0-15,40 0 16,-40 0-16,40 0 0,-40 0 0,40 0 16,0 0-16,-40-1 0,41 41 0,-1-40 15,-40 0-15,40 40 16,0 0-16,0 0 15,0 0 1,-40 40-16</inkml:trace>
  <inkml:trace contextRef="#ctx0" brushRef="#br0" timeOffset="151056.25">22310 16763 0,'0'0'0,"0"-40"16,0 0 0,40 0-16,-40 0 0,41 0 15,-1 40-15,-40-40 16,40 40-16,-40-40 0,0 0 16,0-1-1,-40 41-15,0 0 16,-1 0-16,1 81 0,0-81 15,0 0-15,0 0 0,40 40 16,-40 0-16,0-40 0,40 40 0,-40 0 0,40 0 16,0 0-1,0 0-15,0 1 0,40-1 0,0 0 16,0-40-16,0 40 16,0-40-16,0 0 0,0 0 15,1 0-15,-1 0 16,0-40-1</inkml:trace>
  <inkml:trace contextRef="#ctx0" brushRef="#br0" timeOffset="151396.23">22631 16483 0,'40'-40'16,"-40"-1"-16,41 41 15,-1 0 1,-40 41-16,40-41 0,-40 40 15,40-40 1,-40 40-16,40 0 0,-40 0 16,0 0-16,0 0 15,0 0-15,0 0 0,-40 1 16,40-1-16,-40-40 16,40-40 15,0-1-31,0-39 15,40 40-15,-40 0 0,40 0 16,0 0 0,0 40-16,0-40 0,1 0 0,-1 40 15,-40-41-15,40 41 0,0 0 16</inkml:trace>
  <inkml:trace contextRef="#ctx0" brushRef="#br0" timeOffset="151826.21">24317 16242 0,'-41'0'15,"1"0"-15,0 0 16,-80 0 0,80 120 15,0-39-31,40 39 31,0-40-31,80 40 31,-80-79-31,0-1 16,-80-40 0,-81 40-1,81-40 16,40-40-31</inkml:trace>
  <inkml:trace contextRef="#ctx0" brushRef="#br0" timeOffset="152356.18">24959 16402 0,'-41'0'0,"82"0"0,-122 0 0,-39 0 31,80 0-31,0 0 16,-81 81-1,81-41 1,40 0 0,0 0-1,80 40 1,1-40 0,-1-40-1,-40-80 1,0-40 15,-40 80-15,0 0-1,0 80 1,0 0 15,40 40-31,41 80 31,-81-39-15,0-81 0,0 0-16</inkml:trace>
  <inkml:trace contextRef="#ctx0" brushRef="#br0" timeOffset="152936.14">25280 16563 0,'0'-40'0,"0"80"0,0-120 31,40 80-15,-40 40-16,40 0 16,-40 0-16,0 0 15,0 0-15,0 0 0,0 0 0,0 1 16,-40-41-16,40 40 15,0 0-15,0 0 16,40-80 0,0 0-1,-40 0 1,0-1-16,40 1 0,0 40 0,-40-40 16,40 40-16,-40-40 0,41 40 0,-1 0 15,0 0 1,0 0-16,-40 40 31,0 0-31,0 0 0,0 1 0,-40-1 16,40 0-16,-40 0 15,0 0-15,40-80 47,40 40-47,-40-40 0,40 0 0,0 0 16,0-1-16,0 41 0,-40-40 15,40 0-15,0 0 0,1 40 32,-41 40-17,0 0 1,0 0-16,0 1 16,0-1-16,0 0 0,0 0 15,0 0 1,0 0-16</inkml:trace>
  <inkml:trace contextRef="#ctx0" brushRef="#br0" timeOffset="153176.13">26283 16643 0,'0'0'0,"-40"0"16,40 0 0,40 241 15,-40-81-15,0 1-1,0-81 1</inkml:trace>
  <inkml:trace contextRef="#ctx0" brushRef="#br0" timeOffset="153456.11">26403 16804 0,'0'-121'16,"0"242"-16,40-402 15,41 281-15,-81-40 16,120 40 0,-80 0-1,40 80 1,-120 40 0,-80-80-1,-41 81 1,81-81 15</inkml:trace>
  <inkml:trace contextRef="#ctx0" brushRef="#br0" timeOffset="153726.09">27085 16242 0,'0'0'16,"0"-40"0,0 80 15,0 120-15,0 41-1,-40 0 1,40-81 15,0-80-31</inkml:trace>
  <inkml:trace contextRef="#ctx0" brushRef="#br0" timeOffset="153926.08">27406 16523 0,'0'0'0,"-40"0"32,40 40-17,0 120 1,0-79 0,-80 79-1,80-40 1</inkml:trace>
  <inkml:trace contextRef="#ctx0" brushRef="#br0" timeOffset="154096.07">27647 16242 0,'0'-40'16,"0"80"-16,0-120 15</inkml:trace>
  <inkml:trace contextRef="#ctx0" brushRef="#br0" timeOffset="154915.96">27888 16523 0,'-40'40'16,"40"0"-1,0 0-15,0 0 16,0 0-16,0 0 0,0 1 16,-40-41-1,40-41 16,40 41-31,-40-40 0,40 40 0,-40-40 0,80 40 16,-80-40-16,40 40 16,0 0-16,0 40 31,-40 0-31,0 41 0,0-41 16,0 0-16,41-40 0,-41 40 15,40-40 1,0 0-16,0 0 0,0 0 15,-40-40-15,40 40 16,-40-40-16,40 0 0,-40-1 0,0 1 16,0 0-16,40 0 15,-40 0-15,0 0 0,-40 40 32,0 0-17,40 40-15,0 0 0,0 0 31,0-80-15,80 40 0,-80-40-16,41 0 0,-1 40 31,-40 40-15,40-40-16,-40 40 15,0 0-15,0 0 0,0 0 16,0 1-16,0-1 0,-80 0 0,80 0 0,0 0 15,0 40-15,-81-40 16,81 0-16,-40 41 0,0-41 0,40 0 0,-40 0 16,0 0-16,0 40 0,0-40 15,40 0-15,-41 1 0,1-1 0,0 0 16,40 0-16,0 0 0,-40-40 0,40 40 31,-40-40-31,40-40 16,0 0-1,-40 0-15,40 0 0,0 0 0,0-1 16,0 1-16,80 0 16,-80 0-16,40 0 0,-40 0 0,40 0 15,0 0-15,1 40 0,-41-40 16,40 40-16,0-41 0,0 41 0,-40-40 16,40 40-16,0 0 0,0 0 31</inkml:trace>
  <inkml:trace contextRef="#ctx0" brushRef="#br0" timeOffset="156285.94">29292 16282 0,'-40'0'16,"40"-40"15,40 40 16,41 0-32,-41 0 1,0 0-16,40 0 0,-40 0 0,0 0 16,0-40-16,1 40 0,-1 0 15,0-40-15,0 40 0,0 0 0,0-40 16,0 40-16,0 0 0,1 0 16</inkml:trace>
  <inkml:trace contextRef="#ctx0" brushRef="#br0" timeOffset="156525.92">29694 16242 0,'-41'0'0,"82"0"0,-82 80 62,41-40-46,-40 0-16,40 1 0,0-1 0,0 0 16,-40 0-1,40 0-15,0 0 0,0 0 16,0 0-16,0 0 0,0 1 0,0-1 16,0 0-1,40-40-15</inkml:trace>
  <inkml:trace contextRef="#ctx0" brushRef="#br0" timeOffset="156875.91">30175 16643 0,'0'-40'16,"0"80"-16,-80-120 15,40 80-15,0 0 16,-41 80 15,81 0-31,0-40 0,0 81 16,40-41-16,-40 0 31,41 0-15,-41-40-16,0 1 15,-41-41 1,-39 0 0,0-41-1,0-39 1</inkml:trace>
  <inkml:trace contextRef="#ctx0" brushRef="#br0" timeOffset="157515.86">31138 16122 0,'-40'0'15,"0"0"1,80 0 46,-80 0-15,0 0-31,0 0-16,40 40 0,-41-40 16,41 40-16,-40-40 15,0 40-15,40 0 0,-40 0 0,0-40 0,0 40 16,0 0-16,0 1 15,40-1-15,0 0 16,40-40 0,0 0-1,0 0-15,0 0 16,0 0 0,0 0-16,0 0 15,1 40 1,-41 0-16,40-40 0,0 40 15,0 0-15,0-40 16,0 40-16,0-40 0,0 0 0,1 40 16,-1-40-1,0 0-15,0 0 16,-40-40 0</inkml:trace>
  <inkml:trace contextRef="#ctx0" brushRef="#br0" timeOffset="158135.77">32302 15600 0,'0'40'62,"0"1"-62,0-1 0,0 0 0,0 0 16,0 0-16,0 0 16,0 0-16,0 0 0,0 0 0,0 1 0,0-1 15,0 0-15,0 0 16,0 0-16,0 0 0,0 0 0,0 0 16,0 0-16</inkml:trace>
  <inkml:trace contextRef="#ctx0" brushRef="#br0" timeOffset="158395.81">31900 16643 0,'0'0'16,"-40"0"-16,80 0 31,-40-40-16,41 40-15,-1 0 0,0 0 0,0 0 0,0 0 16,0-40 0,40 40-16,-39 0 0,-1 0 0,0 0 0,0 0 15,0 0-15,0 0 0,0-40 16,0 40-16,1 0 0,-1-40 0,0 40 16,0 0-16,-40-40 0</inkml:trace>
  <inkml:trace contextRef="#ctx0" brushRef="#br0" timeOffset="158845.79">32021 16844 0,'0'40'15,"0"-80"-15,-40 80 16,120-40-1,-40 0-15,0 0 16,0 0-16,41 0 16,-81 40-16,0 0 0,0 40 31,0 0-31,-161 81 16,41-41 15,39-80-16,81-80 1,41 0 15,-1 40-31,40-40 16,0 120 15,-80-40-31,80 40 16,-39-39-16,-1-41 15,-40 40 1,40-40-16</inkml:trace>
  <inkml:trace contextRef="#ctx0" brushRef="#br0" timeOffset="159145.77">32783 16804 0,'0'0'0,"-40"0"16,40-41-1,0 82 1,0-1-16,0 120 31,-80 41-15,40-161-1,40 0-15,0 120 16,0-120-16,0 41 16,0-41-1,-81 40 1</inkml:trace>
  <inkml:trace contextRef="#ctx0" brushRef="#br0" timeOffset="159325.76">32542 17606 0,'-40'-40'16,"40"-1"-16,81 1 16,-41 40-1,0 0-15,80-40 16,-80 40-16,-40-40 15</inkml:trace>
  <inkml:trace contextRef="#ctx0" brushRef="#br0" timeOffset="159805.69">32864 17405 0,'40'0'31,"0"0"-16,0 0-15,0 40 16,-40 0 0,0 0-1,0 1-15,0-1 0,-40 0 0,40 0 16,-40-40-16,40 40 0,0 0 16,40-80 30,0 40-46,-40-40 0,40 40 0,-40-40 16,40 40-16,0-40 0,1 40 16,-1 0-16,-40 40 31,0 0-15,0 0-16,-40-40 0,40 40 15,40-40 32,0-40-47,0 40 0,0 0 16,0 0-1,0 0 1,-40 40-16,0 0 0,0 0 31,0 0-31,0 0 0,0 1 31</inkml:trace>
</inkml:ink>
</file>

<file path=ppt/ink/ink9.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8-11T05:54:04.234"/>
    </inkml:context>
    <inkml:brush xml:id="br0">
      <inkml:brushProperty name="width" value="0.05292" units="cm"/>
      <inkml:brushProperty name="height" value="0.05292" units="cm"/>
      <inkml:brushProperty name="color" value="#FF0000"/>
    </inkml:brush>
  </inkml:definitions>
  <inkml:trace contextRef="#ctx0" brushRef="#br0">4655 1283 0,'-40'0'15,"-1"-40"-15,41 0 31,0 80 16,0 0-31,0 0 0,-40-40-16,40 40 0,0 0 0,-40-40 0,40 40 15,0 0-15,0 0 16,0 1-16,-40-41 0,40 40 0,0 0 0,0 0 15,0 0 1,0 0-16,0 0 0,0 0 0,0 0 16,0 0-16,0 1 0,0-1 0,0 0 15,0 0-15,0 0 0,0 0 16,0 0-16,0 0 0,0 0 0,0 1 16,0-1-1,0 0-15,0 0 0,40 0 0,-40 0 16,0 0-16,0 0 15,0 0-15,0 0 0,0 1 16,0-1-16,0 0 0,40 0 16,-40 0-1,0 0-15,0 0 0,0 0 0,0 0 16,0 1-16,0-1 16,0 0-16,0 0 0,0 0 15,0 0-15,0 0 16,0 0-16,0 0 0,0 0 0,0 1 15,0-1-15,0 0 16,0 0-16,0 0 0,0 0 0,0 0 0,0 0 16,0 0-16,0 1 0,0-1 0,0 0 15,0 0-15,0 0 16,0 0-16,0 0 0,0 0 0,0 0 16,40-40-16,-40 40 0,0 1 15,0-1-15,41 0 0,-41 0 0,40 0 16,-40 0-16,0 0 15,0 0-15,0 0 0,0 1 0,0-1 0,0 0 16,0 0-16,0 0 0,0 0 0,0 0 16,0 40-16,0-40 0,0 1 15,0-1-15,0 40 0,0-40 0,0 40 0,0 0 16,0-39-16,0 39 16,0 0-16,0-40 0,0 40 0,0-40 0,0 41 15,0-1-15,0-40 0,0 40 16,0 0-16,0-40 0,0 41 0,0-1 0,0 0 15,0 0-15,0-40 16,0 41-16,0-1 0,0 40 0,0-40 0,-40 1 16,40 39-16,0-40 0,-41 40 0,41-39 0,0 39 15,0-40-15,0 40 0,0-39 16,0-1-16,0 0 0,0 0 0,0 0 0,41 1 16,-41-41-16,0 0 15,40 40-15,-40-40 0,40 0 0,-40 0 0,0 1 16,0-1-16,40 0 0,-40 40 15,0-40-15,0 40 0,40 0 0,-40 41 0,0-41 16,0 40-16,0 1 0,0-1 0,0 40 0,0-39 16,40-1-16,-40 0 15,40 1-15,-40-1 0,40-40 0,1 40 0,-41-39 16,40-1-16,0 40 0,-40-40 16,40 1-16,-40 39 0,0 0 0,0 1 0,40-1 15,-40 40-15,0 1 16,0-41-16,0 40 0,0 1 0,0 39 0,0-39 15,0-1-15,0 1 0,0-1 16,0 1-16,0 39 0,0-80 0,40 41 0,-40-41 16</inkml:trace>
  <inkml:trace contextRef="#ctx0" brushRef="#br0" timeOffset="1399.89">4534 3930 0,'-40'0'0,"0"0"31,0 0-15,40 40 46,0 0-62,0 0 31,40-40-15,0 0-16,0 0 16,0 0-16,1 0 15,-1 0-15,40 0 0,-40-40 0,40 40 0,1 0 16,-41-40-16,40 40 0,0 0 15,0-40-15,41 40 0,-41 0 0,0 0 0,1-40 16,-1 40-16,0 0 0,0 0 0,1-40 0,-1 40 16,0 0-16,0 0 15,41 0-15,-41 0 0,0-41 0,0 41 0,41 0 16,-41 0-16,0 0 0,41 0 16,-41 0-16,40 0 0,-39 0 0,39 0 0,0 0 15,-39 0-15,39 0 16,0 41-16,-39-41 0,39 0 0,0 0 0,1 0 15,-1 0-15,-40 0 0,41 0 16,-1 0-16,1 0 0,-1 0 0,-40-41 0,41 41 16,-41 0-16,0 0 0,0 0 0,41 0 0,-41 0 15,0-40-15,0 40 16,1 0-16,-41 0 0,40 0 0,0 0 0,1 0 16,-1-40-16,-40 40 0,40 0 15,0 0-15,1 0 0,-1 0 0,0 0 0,0 0 16,1 0-16,-1 0 15,0 0-15,41 0 0,-41 0 0,0 0 0,0 0 16,1 0-16,-41 0 0,40 0 0,0 0 0,1 0 16,-1 0-16,0 0 0,0 0 15,-40 0-15,41 0 0,-1 0 0,0 0 0,0 0 16,1 0-16,-41-40 16,40 40-16,0 0 0,1 0 0,-41 0 0,40 0 15,0 0-15,0 0 0,-39 0 16,39 0-16,-40 0 0,40 0 0,-40 0 0,41 0 15,-41 0-15,40 0 16,-40 0-16,40 0 0,1 0 0,-1 0 0,0 0 16,0 0-16,41 0 0,-41 0 0,0 0 0,41 0 15,-41 0-15,0 0 0,0 0 16,1 0-16,-1 0 0,-40 0 0,40 0 0,-40 40 16,41-40-16,-41 0 15,40 0-15,-40 0 0,40 40 0,1-40 0,-41 0 16,40 0-16,0 0 0,-40 0 15,41 0-15,-41 0 0,0 0 0,0 0 0,0 0 16,0 0-16,0 0 0,1-40 0,-41 0 31,0 0-31</inkml:trace>
  <inkml:trace contextRef="#ctx0" brushRef="#br0" timeOffset="2209.92">4253 4010 0,'41'0'15,"-41"-40"32,40 40-15,0 0-1</inkml:trace>
  <inkml:trace contextRef="#ctx0" brushRef="#br0" timeOffset="6079.69">4414 4050 0,'0'0'0,"-40"0"31,80 0 110,-40-40-126,40 40 1,-40-40-16,40 40 0,-40-40 16,0 0-1,40 40-15,-40-40 16,0-1-16,40 41 0,-40-40 16,0 0-1,41 40-15,-41-40 0,0 0 0,40 0 16,-40 0-1,0 0-15,40 40 0,-40-40 0,0-1 16,0 1-16,0 0 0,40 40 0,-40-40 16,0 0-1,40 40-15,-40-40 0,0 0 0,40 40 16,-40-40-16,40 0 16,0 0-16,1-1 15,-41 1-15,40 40 0,-40-40 16,40 0-16,0 0 0,-40 0 15,40 40-15,-40-40 16,40 40-16,-40-40 0,40 40 16,-40-40-16,40 40 15,1 0 1,-41-41-16,40 41 0,0-40 0,0 40 16,0-40-1,0 40 1,-40-40-16,40 40 15,-40-40-15,40 40 0,1 0 16,-41-40-16,40 40 0,0 0 16,0-40-1,0 40 1,0 0 15,0 0-15,-40-40-16,40 40 15,1 0 1,-1 0-16,0 0 16,0 0-16,0 0 0,0 0 15,0 0 1,0 0-16,-40 40 0,41-40 16,-1 0-16,0 0 15,0 0-15,0 0 0,0 0 16,-40 40-1,40-40-15,0 0 0,1 0 16,-1 0-16,0 0 16,0 0-1,0 0-15,-40 40 16,40-40-16,-40 40 16,40-40-16,0 40 0,1-40 15,-1 40-15,0-40 16,0 40-16,0-40 15,-40 41 1,0-1-16,40-40 16,-40 40-16,0 0 15,40-40-15,-40 40 16,40-40-16,-40 40 0,41 0 31,-41 0-31,0 0 0,40 1 16,-40-1-16,0 0 15,40 0-15,-40 0 16,0 0-16,0 0 16,40-40-1,-40 40-15,0 0 0,40 0 16,-40 1-16,0-1 16,40-40-16,-40 40 0,0 0 15,40 0-15,-40 0 16,41 0-16,-41 0 15,0 0 1,40 1-16,-40-1 16,40-40-16,-40 40 0,40 0 15,-40 0 1,40 0-16,-40 0 16,40-40-1,-40 40-15,0 0 0,40-40 16,-40 40-16,40-40 15,-40 41-15,41-41 0,-41 40 0,40 0 16,0 0-16,-40 0 16,40-40-16,-40 40 15,40-40-15,-40 40 0,40-40 16,0 40 0,0 0-1,1-40 1,-41 41-16,40-41 0,-40 40 15,40-40-15,-40 40 16,40-40-16,0 40 0,0 0 16,0-40-16,0 40 15,1-40 1,-1 0-16,-40 40 0,40-40 16,-40 40-1,40-40-15,-40 40 0,40 0 16,-40 1-16,40-41 15,0 40-15,0 0 16,1-40-16,-1 40 16,0-40-1,-40 40-15,40-40 0,0 0 16,-40 40 0,40-40-16,0 40 15,0-40 1,1 40-16,-1-40 15,0 0 1,0 0 0,0 0 15,-40 40-31,40-40 0,0 0 31,0 0-31,1 0 31,-1 0-31,0-40 16,0 40-16,0 0 16,0 0-1,-40-40-15,40 40 16,-40-40 0,40 40-16,1-40 31,-1 0-31,0 40 15,-40-40 1,40 40-16,-40-40 0,40 40 16,-40-40-16,40 40 15,-40-41-15,40 41 16,-40-40-16,0 0 16,40 40-16,-40-40 15,41 40-15,-41-40 16,40 40-1,0-40 1,-40 0 0,40 40-16,-40-40 15,40 40-15,-40-40 32,40 40-32,-40-40 15,0-1 1,0 1-1,40 40 1,-40-40-16,40 40 31,-40-40-15,41 40 0,-41-40-16,40 0 15,0 0 32,-40 0-47,40 40 16,-40-40-16,0-1 15,40 41-15,-40-40 0,0 0 16,40 40 0,-40-40-16,40 40 0,-40-40 15,0 0 1,40 40-16,-40-40 0,0 0 15,41 0 1,-41 0-16,40-1 0,-40 1 16,40 0-16,-40 0 15,40 40-15,-40-40 16,0 0-16,40 40 0,-40-40 16,0 0-1,40 40-15,-40-40 0,40-1 16,-40 1-1,41 40-15,-41-40 0,40 0 0,-40 0 16,40 40-16,-40-40 0,0 0 16,40 40-1,-40-40-15,0 0 0,40 40 16,0-40-16,-40-1 16,40 41-16,-40-40 0,40 40 0,-40-40 15,41 40 1,-41-40-16,40 40 15,-40-40 1,40 40 0,-40-40-16,40 40 0,0 0 31,-40-40-31,40 40 16,-40-40-16,40 40 15,-40-40-15,40 40 31,-40-41-15,41 41-16,-1-40 16,0 40-16,0 0 15,-40-40-15,40 40 0,0 0 0,0-40 16,0 40 0,-40-40-1,41 40 1,-1 0-16,0-40 15,0 40 1,0 0-16,0 0 0,0-40 0,0 40 16,1 0-16,-1 0 15,0 0 1,0 0 15,0 0-15,-40 40-1,40-40 1,-40 40 0,40-40-1,0 0-15,-40 40 16,41-40 0,-1 0-16,0 0 15,-40 40 1,40-40-16,0 0 0,0 0 15,-40 40 1,40-40-16,-40 40 16,40-40-1,-40 41 1,41-41-16,-1 0 16,-40 40-16,40-40 15,-40 40 1,40-40-1,0 40 1,0-40 0,-40 40-1,40-40-15,0 40 0,1 0 32,-41 0-32,0 0 31,40-40-31,-40 41 31,0-1-31,40-40 16,-40 40-16,40-40 15,-40 40-15,0 0 16,40-40-16,-40 40 31,0 0 16,0 0-31,0 0-1,40 0 1,-40 1 0,40-41-16,-40 40 15,40-40 1,-40 40-1,0 0 17,0 0-1,0 0-15,41-40-1,-1 0 1</inkml:trace>
  <inkml:trace contextRef="#ctx0" brushRef="#br0" timeOffset="8469.54">21748 4251 0,'0'-41'15,"-40"41"17,0 0-17,80 0 110,0 0-109,1 0 0,-1 0-16,0 0 0,0 0 15,0 0-15,0 0 0,0 0 16,41 0-16,-41 0 0,0 0 0,0 0 0,0 0 15,0 0-15,0 0 0,41 0 0,-41 0 0,0 0 16,0 41-16,0-41 16,0 0-16,0 0 0,1 0 0,39 0 0,-40 0 15,0 0-15,0 0 0,40 0 16,-39 0-16,-1 0 0,40 0 0,-40 0 0,0 0 16,40 0-16,-39 0 15,-1 0-15,40 0 0,-40 0 0,0 0 0,40 0 16,-39 0-16,-1 0 0,0 0 15,0 0-15,0 0 0,0 0 0,0 0 0,0 0 16,1 0-16,-1 0 0,0-41 0,40 41 0,-40 0 16,0 0-16,41 0 15,-41 0-15,0 0 0,40 0 0,-40 0 0,40 0 16,-39 0-16,39 0 0,-40 0 16,40 0-16,-40 0 0,41 0 0,-41 41 0,0-41 15,40 0-15,-40 0 16,0 0-16,0 40 0,41-40 0,-41 0 0,40 0 15,-40 0-15,0 0 0,1 0 0,39 0 16,-40 0-16,40 0 0,0 0 16,1 0-16,-1 0 0,40 0 0,-39 0 0,-1 0 15,0 0-15,0 0 16,1 0-16,-1 0 0,0 0 0,0 0 0,-40 0 16,41 0-16,-41 40 0,40-40 15,-40 0-15,0 0 0,0 0 0,41 0 0,-41 0 16,0 0-16,40 0 15,-40 0-15,41 0 0,-41 0 0,0 0 0,40 0 16,-40 0-16,40 0 0,-39 0 0,-1 0 0,40 0 16,-40 0-16,40 0 0,-40 0 15,1 0-15,-1 0 0,0 0 0,40 40 0,-40-40 16,0 0-16,0 0 16,1 0-16,39 0 0,-40 0 0,40 0 0,-40 0 15,0 0-15,41 0 0,-41 0 16,40 0-16,-40 0 0,0 0 0,41 0 0,-41 0 15,40 0-15,-40 0 0,0 0 0,41 0 0,-41 0 16,0 0-16,0 0 16,0 0-16,40 0 0,-40 0 0,1 0 0,-1 0 15,0 0-15,0-40 0,0 40 16,40 0-16,-40 0 0,1 0 0,-1 0 0,40 0 16,-40 0-16,0 0 15,0 0-15,0 0 0,41 0 0,-41 0 0,0 0 16,40 0-16,-40 0 0,0 0 15,41 0-15,-41 0 0,0 0 0,0 0 0,0 0 16,0 0-16,0 0 0,1 0 0,-1 0 16,0 0-1,0 0-15,0 0 0,-80 0 63,0 0-63,0-40 0,0 40 15,40-40-15</inkml:trace>
  <inkml:trace contextRef="#ctx0" brushRef="#br0" timeOffset="9889.46">26323 641 0,'-40'0'0,"0"0"16,40 40 15,-40-40 16,40 40-31,-41-40-16,41 40 15,0 1-15,0-1 16,-40 0 0,40 0-16,0 0 15,0 0-15,0 0 16,0 0-16,0 0 0,0 0 0,0 1 15,0-1-15,0 0 0,0 0 0,0 0 0,0 0 16,0 0-16,0 0 16,0 0-16,0 1 0,0-1 0,0 0 15,0 0-15,0 0 0,0 0 16,0 0-16,40 0 0,-40 0 0,0 0 0,41 1 16,-41-1-1,0 0-15,0 0 0,0 0 0,0 0 0,0 0 16,0 0-16,0 0 0,0 1 15,0-1-15,0 0 0,0 0 16,0 0-16,0 0 0,0 0 16,0 0-1,0 0-15,0 0 0,0 1 0,0-1 16,0 0-16,40 0 16,-40 0-16,0 0 0,40 0 15,-40 0 1,0 0-16,40 1 0,-40-1 0,0 0 15,0 0-15,0 0 0,0 0 0,0 0 16,0 0-16,0 0 0,0 0 16,0 1-16,0-1 0,0 0 0,0 0 15,0 0 1,0 0-16,0 0 0,0 0 16,0 0-16,0 1 15,0-1-15,0 0 0,0 0 16,0 0-1,0 0-15,0 0 0,0 0 16,0 0-16,0 0 16,0 1-16,0-1 15,0 0-15,0 0 16,-40 0 0,40 0-1,0 0 1,0 0-1,-40-40 1,40 40 0,0 1-16,0-1 31,0 0 0,0-80 16,40 40-47,-40-40 0,0-1 16,0 1-1</inkml:trace>
  <inkml:trace contextRef="#ctx0" brushRef="#br0" timeOffset="11109.38">26323 2125 0,'0'0'16,"0"-40"-1,-40 40 1,40-40-1,-40 0 1,0 40 78,-1 0-79,41 40-15,-40-40 16,0 40 0,40 0 15,-40-40-31,40 40 31,-40-40-31,40 40 0,-40-40 0,40 40 16,-40 0-16,40 1 15,-40-41-15,40 40 0,-41 0 0,1 0 16,0 0-16,40 0 0,-40 0 16,0 0-16,40 0 15,-40 0-15,40 1 0,-40-41 0,40 40 16,-40 0-16,-1 0 16,41 0-16,-40 0 0,0 0 15,40 0-15,-40 0 0,40 1 16,-40-1-16,40 0 0,-40 0 0,40 0 0,-40 0 15,-1 0-15,41 0 0,-40 0 0,40 0 16,-40 1 0,40-1-16,-40-40 0,40 40 15,-40 0 1,40 0-16,-40-40 0,40 40 0,-40-40 16,40 40-1,-40-40-15,40 40 0,-41-40 0,41 40 16,-40-40-16,40 41 0,-40-1 15,0 0-15,40 0 16,-40-40-16,40 40 16,-40-40-1,40 40-15,-40 0 16,0 0 0,40 0-1,-41-40-15,41 40 31,-40-40-15,40 41 47,-40-41-48,40 40-15,0 0 31</inkml:trace>
  <inkml:trace contextRef="#ctx0" brushRef="#br0" timeOffset="12559.3">26403 2085 0,'-40'0'16,"0"0"-16,0 0 31,0 0-31,0 0 31,-1 40-15,41-80-1,0 80 110,41-40-125,-1 40 16,0 0 0,0-40-16,-40 40 0,40 0 15,0-40 1,-40 41-16,40-41 0,-40 40 0,40-40 0,-40 40 16,41 0-1,-1 0-15,0 0 0,-40 0 16,40 0-16,0 0 15,-40 0-15,40-40 0,-40 41 16,40-1-16,0 0 0,-40 0 0,41-40 16,-41 40-16,0 0 15,40 0-15,0 0 0,-40 0 0,40-40 16,-40 41-16,0-1 0,40-40 16,-40 40-16,40 0 0,-40 0 15,40 0 1,-40 0-16,40 0 0,-40 0 15,41 0-15,-1 1 16,-40-1 0,40-40-16,-40 40 0,40-40 31,-40 40-31,0 0 16,0 0-1,40-40-15,-40 40 16,40-40-1,-40 40-15,0 0 0,40 1 16,-40-1 0,0 0-1,40-40 1,-40 40 0,0 0-16,0 0 15,41-40-15,-41 40 16,40 0-16,0 0 15,-40 0-15,40-40 0,-40 41 32,40-41-17,-40 40 1,0 0 15,40 0-31,0-40 31,-40 40-31,0 0 47,40-40-47,1 0 16,-41 40 0,40-40-16,-40 40 15,40-40 1,-80 0 62,40-40-62,-40 40-16,-1 0 15,1-40-15</inkml:trace>
  <inkml:trace contextRef="#ctx0" brushRef="#br0" timeOffset="16169.08">23113 5053 0,'40'0'140,"0"0"-124,0 0-16,0 0 0,0 0 15,1 0-15,-1 0 16,0 0-16,40 0 0,-40 0 0,0 0 16,0 0-16,1 0 15,-1 0-15,0-40 0,0 40 16</inkml:trace>
  <inkml:trace contextRef="#ctx0" brushRef="#br0" timeOffset="16798.97">24076 4892 0,'-40'-40'0,"40"0"0,-40 40 31,40 40 16,-41-40-47,41 40 0,0 0 16,0 0-1,0 1-15,0-1 0,-40 0 0,40 0 0,0 0 16,0 0-16,0 0 0,0 0 16,0 0-16,0 1 0,0-1 0,40-40 0,-40 40 15,41 0 1,-1-40-16,0 0 15,0-40-15,0-40 0,0 39 16,0 1-16,-40 0 0,40 0 16,-40 0-16,0 0 0,0 0 0,41 0 0,-41 0 15,0-1 1,0 82 15,0-1-31,0 0 16,40 0-1,-40 0-15,0 0 0,40-40 16,-40 40-16,40-40 0,-40 40 0,40-40 0,0 40 16,0-40-1,0 0-15,1 0 0,-1 0 16,-40-40 0,40 0-16,-40 0 0,0 0 15,0 0-15,0 0 16,0 0-16,0 0 0,0-1 0,0 1 15,-40 0-15,40 0 0,-40 40 16,40-40-16</inkml:trace>
  <inkml:trace contextRef="#ctx0" brushRef="#br0" timeOffset="17429">24959 5053 0,'40'0'16,"-40"40"31,40 0-32,-40 0 1,0 0-16,0 0 0,40 0 0,-40 0 16,0 1-16,0-1 15,0 0-15,0 0 0,0 0 0,-40-40 16,40 40-16,-40 0 0,40-80 47,40 0-32,-40 0-15,40 0 0,0 40 16,0-40 0,-40 0-16,40 40 15,-40 40 1,0 0-16,40-40 15,-40 40-15,0 0 0,41-40 63,-1-40-63,0 0 16,0 0-1,0 40-15,0 0 16,-40 40-1,0 0 1,40-40-16,-40 40 0,0 0 0,41 0 16,-41 0-1,0 0-15,0 0 0,0 1 16,0-1 0</inkml:trace>
  <inkml:trace contextRef="#ctx0" brushRef="#br0" timeOffset="18368.95">27406 5013 0,'0'-41'15,"0"82"48,0-1-48,0 0 1,0 0-16,0 0 0,0 0 0,0 0 16,0 0-16,0 0 15,0 1-15,0-1 16,40-40-16,1 40 0,-1-40 15,0 0 1,-40-40-16,40 40 0,-40-40 16,40-1-16,-40 1 15,0 0-15,0 0 0,0 80 47,0 0-31,0 0-16,0 1 15,40-41 1,0 0 0,-40-41-16,40 41 15,-40-40-15,41 40 0,-41-40 16,0 0-16,0 0 0,0 0 0,40 40 16,-40-40-16,0 0 15,0 0-15,0-1 0,0 82 47,-81-41-47,81 40 0</inkml:trace>
  <inkml:trace contextRef="#ctx0" brushRef="#br0" timeOffset="19068.84">28008 5374 0,'-40'0'15,"80"0"16,-40 40 16,0 0-31,40 0 0,-40 0-16,0 0 15,0 0 1,0-80 31,40 40-47,1 0 15,-41-40-15,40 40 0,-40-40 16,40 0-16,0 40 0,-40-40 0,40 40 16,0 0-1,-40 40 1,0 0-16,0 0 15,0 0-15,0 0 16,0 0 0,0-80 31,0 0-47,40 40 15,-40-40-15,40 40 16,1 0-16,-41-40 0,40 40 15,-40 40 1,0 0 0,40-40-16,-40 40 0,0 0 15,40 0 1,-40 0-16</inkml:trace>
  <inkml:trace contextRef="#ctx0" brushRef="#br0" timeOffset="22298.64">4615 1403 0,'0'40'16,"-41"-40"-1,1 0 1,40 40 0,-40 0 15,0-40 0,40 41-15,-40-41-16,40 40 15,0-80 32,40 40-31,-40-41-16,40 41 0,-40-40 0,0 0 0,40 0 16,-40 0-1,0 0-15,40 40 0,-40-40 0,0 0 0,0 0 16,0-1-16,41 1 0,-41 0 15,0 0 1,0 0 31,0 0-47,0 0 16,0 0-16,40 40 15,-40-40-15,0 0 16,40 40-16,-40-41 0,0 1 0,0 0 15,40 0-15,-40 0 32,-40 80 77,40 0-78,-40-40 1,40 40-1,-40-40-31,-1 40 0,1 1 15,0-1-15,0 0 16,0 0 0,0 0-16,0-40 0,40 40 0,-40-40 0,-1 40 15,1 0-15,40 0 16,-40-40-16,0 40 0,40 1 0,-40-41 16,80-41 15,40 1-31,-40 0 0,1 0 15,-41 0-15,40 40 0,0-40 16,0 0-16,0 0 0,0 40 0,-40-40 16,40 40-16,-40-40 15,40 40-15,1-41 0,-1 41 32,-40-40-32,40 40 31,0 0-16,-40 40-15,40 1 0,0-1 16,0 0 0,-40 0-16,40-40 0,-40 40 0,41 0 15,-1-40-15,-40 40 16,0 0-16</inkml:trace>
  <inkml:trace contextRef="#ctx0" brushRef="#br0" timeOffset="23288.65">1445 1684 0,'-41'0'16,"41"-40"-1,-40 40-15,40-40 0,0 0 16,0-1-16,0 1 15,40 40-15,-40-40 0,41 40 16,-41-40-16,40 40 0,-40-40 0,80 40 16,-40 0-16,0 0 15,0 0-15,0 0 0,-40 40 0,41-40 16,-41 40-16,0 0 16,0 0-16,40 1 0,-40-1 0,0 40 0,0-40 15,0 0-15,0 0 0,0 0 16,0 0-16,0 0 0,-40 1 0,-1-1 15,41 0-15,-40-40 0,0 40 16,40-120 15,40 40-31,-40-1 16,40 1-16,1-40 0,-1 40 0,0 0 0,0 0 16,0-40-16,0 40 0,0-1 15,0 1-15,1 0 0,-41 0 0,40 0 16,0 0-16,0 0 0,-40 0 0,40 40 0,-40-40 0,0-1 15,40 1 1,-40 0-16,0 0 0,0 0 16,-40 40 15,40 40-31,-40-40 16,40 40-16,-40 0 0,0 0 0,40 1 0,-40-1 15,-1 40-15,41-40 16,-40 0-16,40 0 0,0 40 0,0-39 0,0-1 15,0 0-15,0 0 0,0 0 0,40 0 16,-40 0-16,41-40 0,-41 40 16,40-40-16,0 0 0,-40 40 0,40-40 15,0 0 1,0 0-16</inkml:trace>
  <inkml:trace contextRef="#ctx0" brushRef="#br0" timeOffset="23768.62">2809 922 0,'0'-40'0,"0"0"31,-40 40-31,0 0 16,40 40 0,-41-40-1,41 40-15,0 0 0,-40 0 0,40 0 16,0 0-16,0 0 0,-40 0 16,40 1-16,0 39 0,0-40 0,0 0 0,0 0 15,0 0-15,0 0 16,0 0-16,40 1 0,-40-1 0,0 0 0,40-40 15,-40 40-15,41 0 0,-1-40 0,-40 40 16,40-40-16,-40 40 16,40-40-16</inkml:trace>
  <inkml:trace contextRef="#ctx0" brushRef="#br0" timeOffset="24048.55">3090 922 0,'0'0'15,"0"40"17,0 0-32,0 80 31,0 1-31,0-41 15,-40 120 1,40-119 0,40-41 15,40-40-31</inkml:trace>
  <inkml:trace contextRef="#ctx0" brushRef="#br0" timeOffset="24248.54">3009 1363 0,'-40'0'16,"40"-40"-16,0 0 16,40 0-1,1 40-15,119-121 16,-120 121-16,0-40 15,0 0-15,1 40 0</inkml:trace>
  <inkml:trace contextRef="#ctx0" brushRef="#br0" timeOffset="24438.51">3411 962 0,'40'0'31,"0"0"-31,-40 80 16,40-40-16,0 0 15,-40 0-15,0 41 0,0-41 0,0 40 0,0 0 16,0 0-16,-40 1 16,40-41-16,-80 40 0,80 0 0,-40-40 0,0 40 15</inkml:trace>
  <inkml:trace contextRef="#ctx0" brushRef="#br0" timeOffset="50346.96">26845 802 0,'-41'0'15,"82"0"63,-41 40-78,40-40 0,0 40 16,0 0 0,0-40-16,-40 40 0,0 0 15,40-40-15,-40 40 16,40 0-16,0 0 0,1 0 16,-1-40-16,-40 41 0,40-41 0,-40 40 0,40-40 15,0 0-15,-40 40 0,40-40 16,0 0-16,0 0 15</inkml:trace>
  <inkml:trace contextRef="#ctx0" brushRef="#br0" timeOffset="50726.95">27286 681 0,'0'40'15,"0"0"16,0 1-15,0-1-16,-40-40 16,40 40-16,-40 0 15,40 0-15,-40-40 0,-1 40 0,1 0 16,0 0-16,40 0 0,-40-40 0,0 40 0,0 1 16,0-1-16,40 0 0,-40 0 15,-1 0-15,1-40 0,40 40 0,-40 0 0,0 0 16,0-40-1,40 40-15</inkml:trace>
  <inkml:trace contextRef="#ctx0" brushRef="#br0" timeOffset="51266.91">27888 681 0,'0'-40'0,"-40"40"62,40 40-46,-40-40-1,-1 40-15,1 0 16,40 1-16,-40-41 0,40 40 0,-40 0 16,40 0-16,0 0 15,0 0-15,0 0 0,0 0 16,0 0-16,0 0 15,0 1-15,40-1 0,0 0 16,0-40-16,1 40 16,-1-40-16,0 0 0,0 0 15</inkml:trace>
  <inkml:trace contextRef="#ctx0" brushRef="#br0" timeOffset="51806.87">28249 1082 0,'40'0'31,"0"0"-31,-40-40 0,40 0 16,-40 0-1,0 0 17,0 0-17,0 0 1,0 0 0,0 80 30,0 0-30,0 0-16,0 0 16,0 0-1,40-40-15,-40 40 0,0 0 0,0 0 0,0 0 16,0 1-16,0-1 0,0 0 0,0 0 16,0 0-16,0 0 15,0 0-15,0 0 0,0 0 16,-40-40-1,40 41-15,-40-1 0,40 0 16,-40-40-16,0 0 16,0 0-1,0 0 1,0-40-16,40 0 16,-41 40-16,41-41 0,0 1 0,0 0 0</inkml:trace>
  <inkml:trace contextRef="#ctx0" brushRef="#br0" timeOffset="52056.93">28329 681 0,'0'0'16,"-40"0"-16</inkml:trace>
  <inkml:trace contextRef="#ctx0" brushRef="#br0" timeOffset="52666.89">28851 761 0,'0'0'0,"0"41"0,0-1 31,-40-40-15,40 40-16,0 0 15,0 0 1,0 0-16,-40-40 0,40 40 0,0 0 31,0 0-31,80-40 0,-40 0 31,0 0-31,-40-40 16,40 40-16,-40-40 16,0 0-1,0 0-15,0 80 47,0 0-31,40 0-16,1-40 15,-41 40-15,40-40 16,0 0-16,0 0 0,0 0 16,-40-40-16,40 40 0,-40-40 0,40 0 15,-40 0 1,40 40-16,-40-40 0,0 0 15,0 0 1,-40 40-16,0-40 16,0 40-1,0 0-15,0 0 0,40 40 16</inkml:trace>
  <inkml:trace contextRef="#ctx0" brushRef="#br0" timeOffset="53176.8">29533 601 0,'0'40'0,"80"-40"16,-40 0-1,1 40 1,-41 0-16,40-40 15,0 0-15,-40 40 0,0 1 16,40-1-16,-40 0 0,0 0 16,0 0-1,0 0-15,-40 0 0,40 40 0,-40-40 0,40 1 16,-81-1-16,41 0 0,0 0 0,0 0 0,0 0 16</inkml:trace>
  <inkml:trace contextRef="#ctx0" brushRef="#br0" timeOffset="99664.01">17174 2927 0,'-40'0'16,"40"-40"0,-80 40-16,40 0 15,-1-40-15,1 40 0,0 0 16,0 0-16,0 0 0,80 0 62,40 0-62,-40 40 0,1-40 16,-1 40-16,0-40 0,40 0 16,-40 40-16,0-40 0,0 40 0,41-40 0,-41 40 15,40-40-15,-40 41 16,40-41-16,1 40 0,-1-40 0,0 0 0,0 40 15,1-40-15,-1 0 0,0 0 0,-40 0 0,41 0 16,-1 0-16,0 0 0,0 0 16,1 0-16,-41-40 0,40 40 0,-40 0 0,0 0 15,0 0-15,-40-40 16,41 40-16,-1-41 0</inkml:trace>
  <inkml:trace contextRef="#ctx0" brushRef="#br0" timeOffset="100213.96">18538 2686 0,'0'0'0,"0"41"0,81-41 79,-81 40-79,40-40 0,-40 40 0,40-40 15,0 0-15,0 40 16,40-40-16,-39 0 0,39 0 0,-80 40 15,40-40-15,0 40 0,0-40 0,-40 40 0,40-40 16,-40 40-16,40 0 0,-40 1 16,41-1-16,-41 0 0,0 0 15,-81 0 1,41 0-16,0-40 0,0 40 0,0-40 16,0 40-16,0-40 0,40 40 15,-41-40-15,1 40 0,0-40 16</inkml:trace>
  <inkml:trace contextRef="#ctx0" brushRef="#br0" timeOffset="101523.96">20384 802 0,'-40'0'16,"40"-41"15,0 82-16,0-1 1,0 40-16,-40-40 16,40 0-16,-40 0 15,40 0-15,0 0 0,0 41 0,-40-41 0,40 0 16,0 0-16,0 0 16,0 0-16,0 0 0,0 0 0,0 0 0,0 1 15,0-1-15,0-80 31,0-41-15,0 41-16,0 0 16,0-40-16,0 40 0,0-40 0,0 39 0,0-39 15,0 40-15,0-40 0,0 40 16,0 0-16,0 0 0,0 0 0,0-1 0,40 1 16,-40 0-16,0 0 15,0 0-15,0 0 0,40 40 0,-40-40 16,40 40-16,-40-40 0,40 40 0,0 0 0,0-40 15,1 40-15,-1 0 16,0 0-16,0 0 0,0 0 16,-40 40-16,40-40 15,-40 40-15</inkml:trace>
  <inkml:trace contextRef="#ctx0" brushRef="#br0" timeOffset="101733.9">19983 1323 0,'0'0'15,"-40"0"-15,0 0 16,120-40 0,-40 0-1,0 40-15,0 0 0,41 0 0,-41-40 0,0-1 16,0 1-16,0 40 0,0-40 0,0 40 15,-40-40-15,40 40 16</inkml:trace>
  <inkml:trace contextRef="#ctx0" brushRef="#br0" timeOffset="102023.93">20585 962 0,'40'0'31,"0"0"-16,0 0-15,0 0 0,0 40 16,-40 0 0,41-40-16,-41 40 0,0 0 0,0 0 0,0 1 15,0-1-15,0 0 16,-41-40-16,41 40 0,-40 0 0,40 0 31,0-120-15,40 40-16,-40 0 0,41 0 15,-1-1-15,-40 1 16,40 0-16,0 0 0,0 0 0,0 0 16,0 40-16,-40-40 15,40 40-15,1 0 0</inkml:trace>
  <inkml:trace contextRef="#ctx0" brushRef="#br0" timeOffset="102333.91">21227 1042 0,'0'40'16,"40"-40"-16,40-40 16,81-80 15,-41 120-15,-120-40-1,-120 40 1,39 0-1,-39 120 1,80-80 0,40 80-1,0-79 1,120-1 0,121-40-1,-161 0-15</inkml:trace>
  <inkml:trace contextRef="#ctx0" brushRef="#br0" timeOffset="102803.85">22110 962 0,'-81'-40'15,"162"80"-15,-242-80 16,121 40-16,40 40 31,-40 40-15,40 40-1,40-120 1,-40-40 0,40-80-1,40 40 17,-80 40-17,0 80 1,0 80-1,-40 81 1,40-121 0,-40 0-16,40 121 31,-40-81-15,40-80-1,0-80 1,40 40-16,-40-40 0,0 0 15,80 0 1,-80 0-16,41-1 0,-1 1 0,0 0 16,0 0-16,0 0 15,0 0-15,0 40 16,-40-40-16,0 0 16</inkml:trace>
  <inkml:trace contextRef="#ctx0" brushRef="#br0" timeOffset="104233.79">23233 802 0,'-40'0'110,"0"0"-95,0 0-15,0 0 32,0 40-32,-1 0 15,1 0 1,40 0-16,-40-40 0,40 40 0,0 0 0,0 0 16,0 0-1,0 0-15,0 1 0,0-1 0,40-40 16,0 0-16,1 0 15,-1-40-15,0-1 16,0 1-16,-40 0 0,0 0 0,40 0 16,-40 0-16,40 0 15,-40 0-15,40 0 0,-40-41 0,0 41 0,0 0 16,0 0-16,40 0 0,-40 0 16,0 0-16,0 0 0,0 0 0,0-1 31,-40 41-31,0 0 31,40 41-15,0-1-16,0 0 0,-40 0 15,40 0 1,-40 0-16,40 0 0,0 0 0,0 0 0,0 1 16,0-1-16,0 0 0,0 0 15,0 0-15,40 0 0,-40 0 0,40 0 16,-40 0-16,40-40 0,0 40 15,1-40 1</inkml:trace>
  <inkml:trace contextRef="#ctx0" brushRef="#br0" timeOffset="104583.77">23554 681 0,'40'0'32,"0"40"-32,1 41 31,-1-1-31,-40 0 31,-81 0-15,1-40-1,0-80 1,40-80 15,40 80-31,40-40 32,40 39-17,-40 1 1</inkml:trace>
  <inkml:trace contextRef="#ctx0" brushRef="#br0" timeOffset="105093.69">23835 681 0,'0'0'0,"0"40"31,0 0-15,40 1-16,-40-1 0,0 0 15,0 0 1,0 0-16,0 0 16,0 0-1,40-40 1,-40-40 0,40 40-16,-40-40 0,41 40 0,-41-40 15,40 40-15,-40-40 0,40 40 16,-40-40-16,40 40 0,-40 40 31,0 0-15,0 0-1,0 0-15,0 0 16,0-80 15,0 0-15,40 0-16,0 0 15,0 40 1,-40-40-16,40 40 31,-40 40-31,0 0 0,0 0 16,41-40-16,-41 40 16,0 0-16,0 0 15,40-40 1,-40 40-16,40-40 0,0 0 15,-40-40-15</inkml:trace>
  <inkml:trace contextRef="#ctx0" brushRef="#br0" timeOffset="105633.71">24638 761 0,'0'0'15,"0"-40"-15,-41 80 31,41 1-15,-40-1-16,40 0 16,0 0-1,0-80 32,0 0-31,40 40-16,-40-40 0,41-1 0,-41 82 31,0-1-15,0 0-16,0 0 15,0 0 1,0 0-16,40-40 31,-40 40-31,40-40 0,-40-80 16,40 80-16,0 0 0,-40-80 0,40 80 15,-40-40-15,40 40 0,-40-40 16,0-1-16,40 41 0,-40-40 0,0 0 16,-40 40 15,40 40-15,0 0-1,0 1 1,0-1-16,0 0 0,0 0 15,0 0-15,0 0 16</inkml:trace>
  <inkml:trace contextRef="#ctx0" brushRef="#br0" timeOffset="105793.7">24918 481 0,'0'-40'15,"0"-1"-15,0 1 32</inkml:trace>
  <inkml:trace contextRef="#ctx0" brushRef="#br0" timeOffset="106143.6">24999 601 0,'0'0'0,"0"40"16,40-40 0,-40 40-1,0 0 1,0 0-1,40-40 17,0 0-17,0 0-15,0-40 32,0 40-32,1 0 31,-41 121-16,0-41 1,0-40 0,-81 40-16</inkml:trace>
  <inkml:trace contextRef="#ctx0" brushRef="#br0" timeOffset="109393.49">4815 9224 0,'0'0'0,"0"40"16,-40-40-16,0 0 15,0 0 1,40 40 31,40-40 31,0 0-47,0 0-31,0 0 31,0 0-15,-40 40 0,41-40-16,-1 0 0,0 0 15,-40 40-15,40-40 16,0 0-16,0 0 0,0 0 15,0 0-15,1 0 0,-1 0 16,0 0-16,0 0 0,0 0 16,0 0-16,0 0 0,0 0 0,1 0 15,-1 0-15,0 0 16,0 0-16,0 0 0,0 0 16,0 0-1,0 0-15,1 0 0,-1 0 16,0 0-16,0 0 0,0 0 0,0 0 0,0 0 15,0 0-15,1 0 16,-1 0-16,40 40 0,-40-40 0,0 0 16,0 0-16,0 0 0,1 0 15,39 0-15,-40 0 0,0 0 0,0 0 0,0 0 16,0 0-16,1 0 16,39 0-16,-40 0 0,0 0 0,0 0 15,0 0-15,0 0 0,1 0 16,-1 0-16,0 0 0,0 0 0,0 0 0,0 0 15,0 0-15,1 0 0,-1 0 0,0 0 0,0 0 16,0 0 0,0 0-16,0 0 0,0 0 0,1 0 15,-1 0-15,0 0 16,0 0-16,0 0 0,0 0 0,0 0 16,0 0-1,1 0-15,-1 0 0,0 0 0,0 0 0,0 0 16,0 0-16,0 0 0,0 0 0,1 0 0,-1 0 15,0 0-15,0 0 0,0 0 16,0 0-16,0 0 0,0 0 0,1 0 16,-1 0-1,0 0-15,0 0 0,0 0 0,0 0 0,0 0 16,0 0-16,41 0 0,-41 0 16,0 0-16,0 0 0,0 0 0,0 0 0,0 0 15,1 0-15,-41 40 16,40-40-16,0 0 0,0 0 0,0 0 15,0 0-15,0 0 0,0 0 0,1 0 0,-1 40 16,0-40-16,0 0 0,0 0 16,40 0-16,-40 0 0,1 0 0,39 0 0,-40 0 15,40 0-15,-40 0 16,0 0-16,41 0 0,-41 0 0,0 0 0,40 0 16,-40 0-16,0 40 0,41-40 15,-41 0-15,0 0 0,0 0 0,0 0 0,0 0 16,1 0-16,-1 0 0,0 0 0,0 0 15,0 0-15,0 0 16,0 0-16,0 0 0,1 0 0,-1 0 0,40-40 16,-40 40-16,0 0 0,0 0 15,0 0-15,1-40 0,-1 40 0,0 0 0,0 0 16,0 0-16,0 0 16,0 0-16,0 0 0,1 0 15,-1 0-15,-40-40 0,40 40 16,0 0-16,0 0 0,0 0 15,0 0-15,0 0 0,1 0 0,-1 0 16,0 0 0,0-40-16,0 40 0,0 0 15,0 0 1,-40-40-16,40 40 0,1 0 31,-41-40-31,40 40 16,0 0-16,0 0 31,0 0-31,0 0 31,0 0-31,0 0 16,1 0 0,-1 0-16,0 0 0,-40-40 15,40 40 1,0 0-16,0-40 15,0 40 1,0 0 0,1 0-16,-1 0 15,0 0 1,0 0-16,0 0 0,0 0 16,0 0-16,0 0 15,1 40-15,-1-40 16,0 0-16,0 0 0,0-40 15,0 40 1,0 0-16,-40-40 0,40 40 0,1 0 0,-1 0 16,0 0-16,0 0 0,0 0 15,0 0-15,0 0 0,0 0 0,1 0 16,-1 0 0,0 0-16,0 0 15,0-41 1,0 41-16,0 0 15,0 0-15,1 0 0,-1 0 16,0 0-16,0 0 16,0-40-16,0 40 0,0 0 0,1 0 15</inkml:trace>
  <inkml:trace contextRef="#ctx0" brushRef="#br0" timeOffset="110833.4">4735 8181 0,'-40'0'63,"80"-40"-1,-40 0-62,0 0 16,0 80 109,0 0-125,0 0 15,0 0-15,0 0 0,0 0 16,-40-40-16,40 40 0,0 0 16,0 1-16,0-1 0,0 0 0,0 0 15,0 0-15,0 0 16,0 0-16,0 0 0,0 0 0,0 0 16,0 1-16,0-1 15,0 0-15,0 0 0,0 0 0,0 0 16,0 0-16,0 0 0,0 0 0,0 1 15,0-1 1,0 0-16,40 0 0,-40 0 16,0 0-1,40-40 17,-40-40-1</inkml:trace>
  <inkml:trace contextRef="#ctx0" brushRef="#br0" timeOffset="111293.37">4735 8221 0,'0'-40'15,"0"80"-15,-40-80 0,0 40 16,40 40 0,0 0-16,-40 0 15,-1 40 16,-39 1-15,40-81 0,40-40-1,0-1 1,0 1 0,40-40-1,81 0 1,-1 80-1,-40 0 1,-40 40 0,0 0-16,41 40 15,-81-40-15,40 1 0,0-1 32,0 0-32</inkml:trace>
  <inkml:trace contextRef="#ctx0" brushRef="#br0" timeOffset="111923.33">6019 8221 0,'0'0'16,"-40"-40"0,0 40 62,40 40 0,0 0-63,0 0 1,0 0-16,0 0 0,0 1 16,0-1-16,0 0 15,0 0-15,40 0 0,-40 0 0,0 0 16,0 0 0,0 0-16,40 0 0,-40 1 0,0-1 15,0 0-15,0 0 0,0 0 0,0 0 16,0 0-16,0 0 15,0 0-15,0 1 16,0-1 0,0 0-16</inkml:trace>
  <inkml:trace contextRef="#ctx0" brushRef="#br0" timeOffset="112453.23">5979 8181 0,'0'0'15,"-40"0"-15,40 40 16,-40-40-16,40 40 31,0 0-31,0 0 16,0 0-1,-41 1 1,1-1-16,0-40 16,40-40 31,-40 40-47,40-41 0,0 1 15,40 0-15,-40 0 16,80 0-16,-80 0 15,41 0-15,-1 40 16,-40-40-16,40 40 16,0 0-16,0 0 0,-40 40 15,40-40-15,0 40 16,-40 0-16,40-40 0,-40 40 16,41-40-16,-1 0 15,-40 40-15,40-40 0,-40 40 16,40-40-16</inkml:trace>
  <inkml:trace contextRef="#ctx0" brushRef="#br0" timeOffset="113153.26">7423 8261 0,'-40'0'32,"40"-40"-32,0 80 109,0 0-109,0 0 16,0 0-1,0 1-15,0-1 0,0 0 16,0 0-16,0 0 0,0 0 15,0 0-15,0 0 16,0 0-16,0 0 0,40 1 0,-40-1 16,0 0-16,0 0 15,0 0-15,0 0 0,0 0 16,0 0-16,0 0 16,0 1-16,0-1 15,0 0 1,0 0 15,0 0-15,0 0-16</inkml:trace>
  <inkml:trace contextRef="#ctx0" brushRef="#br0" timeOffset="113643.23">7464 8261 0,'0'0'16,"-41"0"-1,1 0-15,40 40 16,-40-40-16,40 40 0,-40 0 16,-40 41-1,-1-41 1,81-80 15,41 40-31,-41-40 16,0-1-1,40 1-15,0 0 0,0 0 16,0 40 0,0-40-16,0 40 15,-40 40-15,41 0 16,-41 0-1,40-40-15,-40 40 0,0 1 0,40-41 16,-40 40-16,40 0 16,0 0-16,0-40 0,0 40 15,0-40-15</inkml:trace>
  <inkml:trace contextRef="#ctx0" brushRef="#br0" timeOffset="114153.2">8748 8341 0,'-41'0'16,"1"0"-16,40-40 31,0 80 31,0 0-62,0 1 16,0-1-16,0 0 0,0 0 16,40 0-16,-40 0 15,41-40-15,-41 40 0,0 0 0,0 0 0,0 0 16,40 1-16,-40-1 0,0 0 16,0 0-16,0 0 0,0 0 0,0 0 15,0 0-15,-40 0 0,40 1 0,0-1 16,0 0-1,-41-40-15,41 40 0,0 0 0,0 0 16,0 0-16,0 0 16,41-40-1,-1-40 1</inkml:trace>
  <inkml:trace contextRef="#ctx0" brushRef="#br0" timeOffset="114673.17">8627 8341 0,'-40'0'32,"80"0"-32,-120 0 0,40 0 15,0 40 1,0 1 0,-1-1-1,41-80 48,41-1-48,-1 1-15,0 0 16,0 40-16,0-40 0,0 0 16,0 40-16,0 0 0,1 0 15,-1 0 1,0 40-1,-40 0 1,0 0-16,40-40 16,-40 40-16,0 1 0,40-1 0,-40 0 15,0 0-15,40-40 16,-40 40-16,40 0 0,0 0 16</inkml:trace>
  <inkml:trace contextRef="#ctx0" brushRef="#br0" timeOffset="115243.13">10152 8301 0,'0'-40'16,"0"80"-16,0-120 15,-40 80 32,40 40-15,40-40-17,-40 40-15,0 0 0,0 0 16,0 1-1,0-1-15,0 0 0,0 0 0,0 0 0,0 0 16,0 0-16,0 0 0,0 0 16,0 0-16,0 1 0,0-1 0,0 0 0,0 0 15,0 0-15,0 0 16,0 0-16,0 0 0,0 0 0,0 1 0,0-1 16,0 0-16,-40 0 15,40 0-15,0 0 16,40-40-16,0 0 31</inkml:trace>
  <inkml:trace contextRef="#ctx0" brushRef="#br0" timeOffset="115743.03">10112 8301 0,'0'0'0,"-40"0"0,40-40 15,0 80 32,0 0-47,-40-40 0,40 40 16,-41-40-16,41 41 0,-40-1 16,0-40-16,40 40 0,-40-40 0,40 40 0,-40-40 15,40 40-15,-40-40 0,40-40 31,40 40-31,-40-40 16,40 40-16,-40-40 0,40 0 16,0 40-16,0-41 0,1 1 0,-1 40 0,-40-40 15,40 0-15,0 40 16,0 0-16,-40-40 0,40 40 0,0 0 31,-40 40-31,40-40 0,1 40 16,-41 0-16,40 0 0,-40 1 15,40-41-15,-40 40 16,40-40-16,-40 40 0,40 0 0</inkml:trace>
  <inkml:trace contextRef="#ctx0" brushRef="#br0" timeOffset="116203">11235 8221 0,'0'0'16,"-40"0"-16,0 0 15,40 40 48,40-40-63,-40 40 16,0 0-16,0 0 0,0 1 15,0-1-15,40 0 0,-40 0 0,0 0 0,0 0 16,0 0-16,0 0 15,0 0-15,0 0 0,0 1 0,0-1 0,0 0 16,0 0-16,0 0 0,0 0 16,0 0-16,0 0 0,0 0 0,0 1 15,0-1 1,0 0-16,41-80 31</inkml:trace>
  <inkml:trace contextRef="#ctx0" brushRef="#br0" timeOffset="116653.01">11155 8141 0,'-40'0'15,"40"40"-15,-40 0 16,40 0-16,-40 0 16,40 0-1,-40 0-15,0 1 0,40-1 16,-41-40-16,41 40 0,-40-40 0,40 40 15,0-80 32,40 40-47,-40-40 0,41 0 0,-1-1 16,-40 1-16,40 40 16,0-40-16,0 0 0,0 40 15,0 0-15,-40-40 0,40 40 0,1 0 0,-1 0 16,0 0-1,0 0-15,0 0 0,0 0 0,0 40 16,0-40-16,-40 40 16,41-40-16,-41 40 0,0 0 15,0 1-15,0-1 16</inkml:trace>
  <inkml:trace contextRef="#ctx0" brushRef="#br0" timeOffset="117142.96">12600 8301 0,'-40'0'0,"40"-40"31,0 80 16,0 0-47,0 0 16,0 1-1,0-1-15,0 0 0,0 0 0,0 0 16,0 0-16,0 0 0,0 0 16,0 0-16,0 0 0,0 1 0,40-1 0,-40 0 15,0 0-15,0 0 0,40 0 0,-40 0 0,0 0 16,0 0-16,40 1 15,-40-1-15,0 0 0,0 0 16,0 0 0,-40-40-16</inkml:trace>
  <inkml:trace contextRef="#ctx0" brushRef="#br0" timeOffset="117612.92">12479 8381 0,'0'-40'0,"0"80"0,0-120 31,0 40-31,-40 40 32,40 40-32,-40 0 0,40 0 15,0 1 1,-40-41-16,40 40 0,0 0 0,0 0 31,0-80 0,0 0-31,0 0 16,40 40-16,-40-41 0,40 1 16,-40 0-16,40 40 15,-40-40-15,40 40 0,1 0 0,-41-40 0,40 40 16,0 0 0,0 0-16,0 0 15,0 40-15,0 0 16,0-40-1,-40 40-15,41 0 0,-41 1 16</inkml:trace>
  <inkml:trace contextRef="#ctx0" brushRef="#br0" timeOffset="118112.91">13683 8301 0,'0'0'0,"0"-40"78,0 80-62,-40-40-1,40 40-15,0 0 0,0 1 16,0-1-16,0 0 0,40 0 15,-40 0-15,0 0 16,0 0-16,0 0 0,40-40 0,-40 40 0,0 0 16,40 1-16,-40-1 15,0 0-15,0 0 0,0 0 0,0 0 0,0 0 16,0 0-16,0 0 16,-40 1-16,40-1 0,0 0 0,-40-40 15,40 40-15,0 0 16,40-40-1</inkml:trace>
  <inkml:trace contextRef="#ctx0" brushRef="#br0" timeOffset="118462.87">13523 8341 0,'0'0'31,"0"-40"-15,-41 40 0,41 40-1,-40 81 1,40-81-16,0 0 15,0 0-15,40-40 32,1-40-32,-1 40 0,0-40 15,0 40-15,-40-40 0,40 40 16,0 0-16,0-40 0,0 40 0,1 0 16,-41 80-1,0-40 1</inkml:trace>
  <inkml:trace contextRef="#ctx0" brushRef="#br0" timeOffset="119512.85">4414 6617 0,'0'-40'31,"0"80"32,0 0 15,-80 0-62,40 0-16,-1 0 15,1 0-15,0-40 0,40 40 0,0 1 16,-40-41-16,40 40 16,40-40-1,0 0 1,-40-40-16,81 40 0,-81-81 15,40 81-15,0-40 0,0 0 0,-40 0 0,40 40 16,0-40-16,0 0 16,0 0-16,1 40 0,-41-40 0,40 40 15,-40-41-15,40 41 0,0 0 16,0 0-16,0 0 16,0 0-1,-40 41-15,40-41 0,1 0 0,-41 40 0,40-40 16,0 40-16,0-40 0,0 40 0,0 0 15,0-40-15,0 40 0,1-40 16,-41 40-16,40-40 0,0 0 0,-40 40 0,40-40 16,-40 40-1</inkml:trace>
  <inkml:trace contextRef="#ctx0" brushRef="#br0" timeOffset="120382.76">2006 6537 0,'0'-41'0,"-40"1"16,0 40-1,0-40 1,0 40 0,0 0-16,40 40 15,-40-40-15,40 81 0,-41-81 0,41 40 16,0 0-1,0 0-15,0 0 0,41-40 16,-41 40-16,0 0 0,40-40 16,-40 40-16,40-40 0,0 40 0,0-40 31,0 0-31,0 0 0,0-40 16,1 40-16,-41-40 0,40 40 0,-40-40 15,0 0-15,40 0 16,-40 0-16,0 0 0,0 0 0,0-1 15,0 1-15,-40 0 16,40 0-16,-40 0 0,-1 0 0,41 0 16,-40 40-16,40-40 0,-40 0 15,40 0-15,-40-1 0,40 1 16,0 0 0,0 0-16,40 40 15,0 0 1,0 0-16,1 0 15,-1 0-15,0 40 0,0 0 16,0-40-16,-40 40 16,40-40-16,-40 41 0</inkml:trace>
  <inkml:trace contextRef="#ctx0" brushRef="#br0" timeOffset="120642.81">2448 6697 0,'40'-40'16,"0"0"-16,40 40 15,-40-40-15,0 40 0,1-40 0,-1 40 16,0-41-16,0 41 15,0-40-15,0 40 0,0 0 16,-40-40-16,40 40 0,1 0 16</inkml:trace>
  <inkml:trace contextRef="#ctx0" brushRef="#br0" timeOffset="120872.8">2889 6577 0,'0'0'0,"-40"0"15,0 0 1,0 0 15,80 0 1,-40 40-32,0 0 0,40 0 15,-40 0-15,0 0 0,40 0 16,-40 0-16,0 1 15,0-1-15,0 0 0,40 0 0,0-40 32</inkml:trace>
  <inkml:trace contextRef="#ctx0" brushRef="#br0" timeOffset="121232.77">3290 6737 0,'0'0'16,"-40"-40"-1,0 40 17,0 80-17,0-40 1,80-40-1,0 40-15,40 1 32,1-1-17,-41-40 1,-161 80 0,81-40-1,0 0-15,-80-40 16,120 40-16,-40-40 0</inkml:trace>
  <inkml:trace contextRef="#ctx0" brushRef="#br0" timeOffset="121582.68">3571 6015 0,'-40'0'0,"80"0"0,-120 0 0,40 0 31,40 40 0,0 0-31,0 1 0,0-1 16,0 0-1,0 0-15,0 0 0,0 0 0,0 0 0,0 0 16,40 0-16,0 0 16,-40 1-16,40-41 0,-40 40 15,40-40-15</inkml:trace>
  <inkml:trace contextRef="#ctx0" brushRef="#br0" timeOffset="121792.7">3772 6095 0,'-40'0'15,"40"41"16,0-1-15,40-40-16,-40 40 0,40-40 0,-40 40 0,40 0 16,-40 0-16,40-40 15,-40 40-15,0 0 0,0 0 16,40-40-16</inkml:trace>
  <inkml:trace contextRef="#ctx0" brushRef="#br0" timeOffset="121962.66">3692 6256 0,'0'-40'16,"0"0"0,240 0-1,-79-1 1</inkml:trace>
  <inkml:trace contextRef="#ctx0" brushRef="#br0" timeOffset="122132.68">4133 6015 0,'40'40'31,"0"0"-31,0 1 0,-40-1 16,41 0-16,-1 0 15,-40 40-15,40-80 0,-40 40 0,0 0 16,0 0-16,0 41 0,-80-41 16,80 0-16,-41 0 0</inkml:trace>
  <inkml:trace contextRef="#ctx0" brushRef="#br0" timeOffset="125552.52">17615 6296 0,'41'0'47,"-82"0"15,41-40-46,-40 40-1,0 0-15,0 0 16,0 0-16,0 40 16,0-40-16,0 40 15,40 0 1,-41-40-16,41 40 0,0 0 15,0 0-15,0 1 16,0-1-16,0 0 0,0 0 0,41-40 16,-41 40-16,40 0 15,-40 0-15,40-40 16,0 0-16,0 0 16,0 0-16,0 0 0,0 0 15,-40-40-15,41 40 0,-41-40 16,40 0-1,-40 0-15,40 40 0,-40-40 0,0 0 16,0-1-16,40 1 16,-40 0-16,0 0 0,0 0 0,0 0 15,0 0-15,0 0 16,0 0-16,0 0 0,0-1 0,0 1 0,0 0 16,0 0-16,0 0 0,0 0 15,0 0-15,0 0 16,0 0-1,40 40 1,0 0-16,0 0 16,0 0-16,1 0 15,-1 40-15,-40 0 16,40-40 0,-40 40-16,0 0 0</inkml:trace>
  <inkml:trace contextRef="#ctx0" brushRef="#br0" timeOffset="125932.44">17977 6617 0,'0'0'0,"0"-40"16,0 0 15,40 40-31,-40-41 0,40 41 31,0 0-31,0 0 16,0 0-16,0 0 0,1-40 16,-1 40-16,0 0 0,0 0 0,0 0 15,0 0-15,0 0 16,0 0-16,1 0 0,-1 0 16</inkml:trace>
  <inkml:trace contextRef="#ctx0" brushRef="#br0" timeOffset="126192.48">18217 6617 0,'0'0'16,"0"-40"0,81 0-1,-81-1 16,-40 162-15,40-81-16,-81 80 16,41-80-16,40 0 0,0 41 31,0 39-15,40-80-16</inkml:trace>
  <inkml:trace contextRef="#ctx0" brushRef="#br0" timeOffset="126572.45">18659 6777 0,'0'0'15,"0"-40"-15,0 0 16,-40 40-1,40 40 17,-81 0-17,1 81 1,80-1 0,0-80-1,80 80 1,-39-80-1,-41 0-15,0 1 16,-41-41 0,-79 0-1,80 0 1,-80-121 0,120 81-1</inkml:trace>
  <inkml:trace contextRef="#ctx0" brushRef="#br0" timeOffset="127072.42">19140 5895 0,'-40'0'32,"0"0"-17,40 40 17,-40 0-32,0 121 31,-40-1-16,80 40 1,0-39 15,40-81-31,0-40 16,40-40 0,-40 0-16</inkml:trace>
  <inkml:trace contextRef="#ctx0" brushRef="#br0" timeOffset="128052.31">19421 6176 0,'0'-40'16,"-40"40"31,40 40-47,0 0 31,0 0-31,0 0 0,0 0 15,0 0-15,0 0 16,0 0-16,0 0 31,40-40-31,0 0 0,0 0 16,1 0 0,-41-40-16,40 40 0,-40-40 15,0 0 1,0 0-1,0 80 17,0 0-32,0 0 31,40-40-31,0 0 16,0 0-16,0 0 0,-40-40 15,40 0 1,-40 0-16,0 0 15,0 0 1,0 0-16,0 0 0,-40 40 16,0 0 15</inkml:trace>
  <inkml:trace contextRef="#ctx0" brushRef="#br0" timeOffset="128502.26">20063 5975 0,'-40'0'32,"80"0"30,-40 40-62,40 40 16,-40-39-1,0-1-15,0 0 16,0 0-16,0 0 0,0 0 16,0 0-16,0 0 0,0 0 0,-40 0 0,40 1 15,0-1-15,-40 0 16,-40 0-16,80 0 0,-40-40 0,0 40 15,-1 0-15,1-40 16,0 40-16,0-40 0,0 40 0,0-40 16,0 0-16</inkml:trace>
  <inkml:trace contextRef="#ctx0" brushRef="#br0" timeOffset="129142.24">20304 6376 0,'0'0'0,"-40"0"16,80 0 31,0-40-32,0 40-15,0 0 0,0-40 16,1 40-1,-1 0-15,0 0 0,0 0 16,0 0-16,0 0 16,0 0-16,0 0 0,-40 40 15,41-40-15</inkml:trace>
  <inkml:trace contextRef="#ctx0" brushRef="#br0" timeOffset="129382.22">20424 6617 0,'-40'0'0,"80"0"0,-120 0 32,120 0-17,0 0-15,0 0 0,1 0 16,-1 0-16,0 0 15,0 0-15,0 0 0,0 0 0,0 0 16,0 0-16,1 0 0,-1 0 16,-40-40-16,40 40 0</inkml:trace>
  <inkml:trace contextRef="#ctx0" brushRef="#br0" timeOffset="129912.18">21187 6095 0,'0'-40'31,"40"40"-31,0 0 16,40 0 0,-40 40 15,0 41-15,-40 39-1,0-40 1,-120-40 15,80-40-31,40 40 16,0-80-1,0 0 17,0 0-17,0 80 1,40 40-1,40 41 17,41-41-17,-81-80 1</inkml:trace>
  <inkml:trace contextRef="#ctx0" brushRef="#br0" timeOffset="130422.15">21909 6216 0,'0'0'16,"-40"0"0,40 80-1,-40-40 1,40 0-1,-40 80 1,-1-39 0,41-41 15,0-80-15,41 0-1,-1-121 1,40 1 15,0 120-15,-40 0-1,-40 80 32,0 0-47,41 0 16,-41 0-16,0 0 15,0 0-15,0 0 0,0 0 16,0 0-16,0 1 16,0-1-16,0 0 15,40-40 1,0 0 0</inkml:trace>
  <inkml:trace contextRef="#ctx0" brushRef="#br0" timeOffset="130672.21">21789 6136 0,'0'0'15,"0"-41"1,200 41 0,1 0 15,-121 0-31</inkml:trace>
  <inkml:trace contextRef="#ctx0" brushRef="#br0" timeOffset="131132.18">21147 7098 0,'0'0'31,"40"0"0,0 0-31,80 0 31,41-40-15,-1 40 0,41 0-1,-41 0 16,-39 0-15,-81 0 0,0 0-16</inkml:trace>
  <inkml:trace contextRef="#ctx0" brushRef="#br0" timeOffset="131512.16">21427 7539 0,'0'0'32,"41"0"-17,-1-40 1,120 40 0,81-40 15,-80 40-16,-41 0 1</inkml:trace>
  <inkml:trace contextRef="#ctx0" brushRef="#br0" timeOffset="131732.14">21909 7459 0,'0'0'15,"-40"0"-15,40 40 0,-40-40 0,0 0 32,40 40-32,-41 0 15,41 0 1,0 1-16,-40-1 0,40 0 16,0 0-16,-40 0 15,40 0 1,0 0-1</inkml:trace>
  <inkml:trace contextRef="#ctx0" brushRef="#br0" timeOffset="132042.05">22029 7780 0,'0'0'0</inkml:trace>
  <inkml:trace contextRef="#ctx0" brushRef="#br0" timeOffset="132312.04">22029 7780 0,'-40'0'62,"0"0"-46,0 0 0,40 40-16,0 0 0,0 0 15,0 0 1,0 0-16,40 0 15,-40 1 1,0-1-16,-40-40 31,0 40-31,0-40 0,0 0 16,-1 0-16,1 0 0,40-40 0,-40 0 16,40-1-1</inkml:trace>
  <inkml:trace contextRef="#ctx0" brushRef="#br0" timeOffset="133411.99">23915 6376 0,'-40'0'0,"0"0"16,0 0-1,-80-40 17,-41 40-17,-40 0 1,81 40 0,-40-40 15,79 40-16,41 0 1,161 41 15,39-41-15,1 0 0,-81-40-1,-40 40 16,-80 0-15,-81 40 0,1 0 15,0 1-15,39-41-1,122-40 1,-1 0-1,0 0 1,0 40-16,0-40 0,0 0 16,0 0-16,0 0 15,1 0-15,-1 0 0,40 0 0,-40 0 16,0 0-16,0 0 0,41 0 0,-41 0 0,0 0 16,0 0-16,0 0 0,0-40 15,0 40-15,0 0 0,1-40 0,-1 40 0,0 0 16,0 0-1,0 0-15,0 0 16,-80 0 15,0 0-15,0 0-16</inkml:trace>
  <inkml:trace contextRef="#ctx0" brushRef="#br0" timeOffset="133681.96">23233 7218 0,'0'0'16,"-40"40"-16,0-40 15,40 41 16,0-1-31,40 0 16,-40 0 0,0 0-16,0 0 0,0 0 0,0 0 15,-40 0-15,40 1 16,-40-1-16,40 0 16,0 0-16</inkml:trace>
  <inkml:trace contextRef="#ctx0" brushRef="#br0" timeOffset="134092">23554 7379 0,'0'0'0,"40"0"0,-40-40 16,-40 40-1,0 40 16,40 0-31,-120 0 32,-1 40-17,1-80 1,80 0 0,0 0 15,120 0 0,-40 40-31,80 41 31,-39-41-15,39 0 0,-40-40-1</inkml:trace>
  <inkml:trace contextRef="#ctx0" brushRef="#br0" timeOffset="134311.93">23835 7619 0,'-40'-40'15,"80"80"-15,-80-120 0,40 40 16,40 40-1,0 0 1,40 0 0,1 40-1,39-40 1,-80 0 0</inkml:trace>
  <inkml:trace contextRef="#ctx0" brushRef="#br0" timeOffset="134501.96">23915 7780 0,'-40'0'16,"80"0"0,0 0-1,1 0 1,-1 0-16,0 0 0,0 0 0,0 0 15,0 0 1,-40 40-16,40-40 0</inkml:trace>
  <inkml:trace contextRef="#ctx0" brushRef="#br0" timeOffset="134751.97">24597 7619 0,'0'0'16,"0"-40"0,41 40-1,39 0 1,0 0-1,-40 40 1,0-40-16,0 0 0</inkml:trace>
  <inkml:trace contextRef="#ctx0" brushRef="#br0" timeOffset="135141.94">24999 7619 0,'40'0'0,"0"0"31,0 0-31,0 0 16,0-40-16,0 40 16,-40-40-16,41 40 0,-41-40 15,0 0 1,0 0-16,0 0 16,-41 40-16,1 0 15,0 0 1,0 0-16,40 40 0,-40-40 15,0 0 1,40 40-16,-40 0 0,0 0 0,40 0 0,-41-40 16,41 40-16,-40 1 0,0-1 15,40 0-15,-40 0 0,0-40 16,40 40-16,-40-40 0,0 0 16,40-40-1,-40 40-15,40-40 16,0 0-1,0 0-15,80-1 0,-40 41 16,-40-40 0,40 40-16,0 0 0</inkml:trace>
  <inkml:trace contextRef="#ctx0" brushRef="#br0" timeOffset="135941.89">22752 5975 0,'40'0'0,"40"40"0,-40-40 16,0 0-1,0 0-15,1 0 0,-1 0 0,0 0 16,0 0-16,0 0 15,-40-40-15,40 40 0,-40-40 0,40 40 16,-40-40 0,0 0-16,-40 0 31,0 40-31,0 0 16,0 0-16,0 0 0,0 0 31,-1 0-31,1 0 15,0 0-15,40 40 0,-40-40 16,0 40-16,0 0 0,0 0 16,0-40-16,40 40 15,-41-40-15,41 40 0,-40-40 0,40 40 16,-40-40-16,0 0 16,40-40-1,-40 40 1,40-40-1,0 0-15,0 0 16,40 40-16,0-40 16,0 0-16,0 40 0,1 0 15,-1 0 1,0 0-16,0 0 0,0 40 0,0 0 16,0 0-16,0 0 15</inkml:trace>
  <inkml:trace contextRef="#ctx0" brushRef="#br0" timeOffset="136671.79">24678 6577 0,'0'0'0,"-40"0"16,40-40 0,-41 40-1,1 0 1,0 0-16,0 40 16,0 0-16,0 0 0,40 0 15,0 0-15,0 0 16,40-40-16,0 40 15,0-40 1,40 0-16,-39 0 16,-1 0-16,0 0 15,0-40-15,-40-40 16,0 40-16,0 0 16,-40 0-16,40 0 15,0-1-15,-40 1 0,0 0 0,-1 0 16,41 0-1,41 40 17,-1 0-32,0 0 15,0 0-15,0 0 16,0 0-16,0 0 0,-40 40 0,40-40 0,1 0 16</inkml:trace>
  <inkml:trace contextRef="#ctx0" brushRef="#br0" timeOffset="137021.83">25440 6296 0,'0'-40'0,"-40"40"16,0 0 0,0 0-16,0 0 0,40 40 31,-41-40-31,41 40 16,-40 0-16,0 0 0,40 0 15,0 0-15,-40 1 16,40-1-16,0 0 0,0 0 0,0 0 15,0 0 1,40-40-16,-40 40 0,40-40 0,0 0 16,1 40-16,-1-40 15,0 0-15</inkml:trace>
  <inkml:trace contextRef="#ctx0" brushRef="#br0" timeOffset="137481.8">25601 6416 0,'0'0'0,"-40"-40"15,40 80 17,0 0-32,0 0 15,0 1 1,0-1-16,40 0 0,0-40 15,-40 40-15,40-40 16,0 0-16,0-40 31,0 0-31,-40 0 16,40-1-16,-40 82 31,0-1-15,0 0-1,0 0-15,0 0 0,41-40 0,-41 40 16,40-40-16,0 0 16,0 0-16,0 0 15,-40-40 1,0-40-16,40 80 0,-40-40 0,0 0 16,0-1-16,0 1 0,0 0 15,0 0-15,-40 40 0,40-40 16,-40 40-16,40 40 31</inkml:trace>
  <inkml:trace contextRef="#ctx0" brushRef="#br0" timeOffset="137841.78">26443 6577 0,'40'0'46,"-40"-40"-46,41 40 16,-1 0-16,0 0 0,0 0 0,0 0 0,0 0 16,0 0-16,0 0 15,1 0-15,-1 0 0,0 0 0</inkml:trace>
  <inkml:trace contextRef="#ctx0" brushRef="#br0" timeOffset="138141.76">27366 6296 0,'0'0'16,"-40"0"-16,40 40 31,0 0-31,0 0 0,0 0 16,40-40-16,-40 40 0,0 1 15,0-1-15,0 0 0,40-40 0,-40 40 0,40 0 16,-40 0 0,41 0-16</inkml:trace>
  <inkml:trace contextRef="#ctx0" brushRef="#br0" timeOffset="138521.74">27727 6336 0,'-40'0'15,"80"0"-15,-120 0 16,80 40 0,-40 0-1,0-40-15,-121 80 31,121-80-31,0 0 32,80 0-1,-40 41 0,40-41-31,-40 40 16,40-40-16,41 40 0,-41-40 15,0 40 1,0-40-16,0 40 0,0-40 16,-40 40-1</inkml:trace>
  <inkml:trace contextRef="#ctx0" brushRef="#br0" timeOffset="138991.71">27968 6496 0,'-40'-40'31,"0"40"-31,0 0 16,40 40-1,0 81 1,80-81 15,-40-40-15,0 0-1,-40-40-15,40 40 16,-40-40-16,0 80 47,40 0-32,1-40 1,-1 0-16,0 0 16,0 0-16,0-40 31,-40 0-31,0 0 16,0-1-16,0 1 0,-40 40 15,40-40-15,-40 40 16,40-40-16,-40 40 0</inkml:trace>
  <inkml:trace contextRef="#ctx0" brushRef="#br0" timeOffset="139421.68">28730 6657 0,'-40'0'31,"40"40"-16,-80-40 1,80 40 0,-80-40-1,80 120 1,80-39 15,0-1-15,-80-40-1,-40-40 17,-40 0-32,-81-40 31,121 40-31</inkml:trace>
  <inkml:trace contextRef="#ctx0" brushRef="#br0" timeOffset="139701.67">29052 6537 0,'0'40'0,"40"-40"32,0 40-17,0-40-15,0 40 16,0 0-16,-40 0 0,0 0 0,0 0 16,-40 41-16,40-41 0,-80 40 0,0-40 0,39 40 15,-39-40-15,-40 40 16</inkml:trace>
  <inkml:trace contextRef="#ctx0" brushRef="#br0" timeOffset="163480.24">24276 7660 0,'-40'0'15,"80"0"32,1 0-31,-41 40 93,40-40-62,0 0-47,0 0 16,0 0-1,-80 0 32,0 0-31,0 0 0,0 0-1,-1 40-15,1-40 16,80 0 31,1-40-32,-1 40-15,0 0 16,-80 40 31,0-40-16</inkml:trace>
  <inkml:trace contextRef="#ctx0" brushRef="#br0" timeOffset="166580.05">19060 10788 0,'40'0'16,"-40"-40"-1,-40 40-15,40-40 16,0 80 187,40-40-109,0 0-79,0 0-15,1 0 0,-1 0 16,0 0-16,0 0 0,0 0 0,0 0 16,0 0-16,41 0 0,-41 0 15,0 0-15,0 0 0,40 0 0,-40 0 0,41 0 16,-41 0-16,40 0 16,-40 0-16,40 40 0,-40-40 0,1 0 0,39 0 15,-40 0-15,0 0 0,0 0 16,0 0-16,0 0 0,1 0 0,-1 0 0,40 0 15,-40 0-15,0 0 16,0 0-16,41 0 0,-41 0 0,40 0 0,-40 0 16,40 0-16,1 0 0,-1 0 0,40 0 0,-40 0 15,41 0-15,-41 0 0,40 0 16,1 0-16,-1 0 0,1 40 0,-1-40 0,0 0 16,1 40-16,-1-40 15,1 0-15,-1 0 0,0 0 0,-39 0 0,39 0 16,-40 0-16,41 0 0,-41 0 15,0 0-15,40 0 0,-39 0 0,39 0 0,-40 0 16,41 0-16,-41 0 0,40 0 0,-39 0 0,39 0 16,0 0-16,-39 0 15,39 0-15,0 0 0,1 0 0,-1 0 0,-40 0 16,41 0-16,-41 0 0,40 40 16,-39-40-16,-1 0 0,0 0 0,-40 40 0,41-40 15,-1 0-15,-40 0 16,0 0-16,0 0 0,40 0 0,-39 0 0,-1 0 15,40 0-15,-40 0 0,40 0 16,1 0-16,-1 0 0,0 0 0,0 0 0,1 0 16,-1 0-16,40 0 0,-40 0 0,41 0 0,-41 0 15,0 0-15,1 0 16,-1 0-16,0 0 0,0 0 0,-40 0 0,1 0 16,39 0-16,-40 0 0,0 0 15,0 0-15,0 0 0,41 0 0,-41 0 0,0 0 16,40 0-16,-40 0 15,40 0-15,1 0 0,-41 0 0,40 0 0,0 0 16,1 0-16,-41 0 0,40 0 0,0 0 0,-40 0 16,41 0-16,-41 0 0,40 0 15,-40 0-15,0 0 0,0 0 0,41 0 0,-41 0 16,0 0-16,0-40 16,0 40-16,0 0 0,0 0 0,1 0 0,39-40 15,-40 40-15,0 0 0,0 0 16,0 0-16,41 0 0,-41 0 0,40 0 0,-40 0 15,40 0-15,-40 0 16,41 0-16,-41 0 0,40 40 0,-40-40 0,0 0 16,0 0-16,41 0 0,-41 0 0,0 0 0,0 0 15,0 0-15,0 0 0,0 0 16,1 0-16,-1 0 0,0 0 0,0 0 0,0 0 16,0 0-16,40 0 15,-39 0-15,-1 0 0,40 0 0,-40 0 0,40 0 16,-40 40-16,1-40 0,-1 0 15,0 0-15,40 0 0,-40 0 0,0 0 0,0 0 16,1 0-16,-1 0 0,0 0 0,0 0 16,0 0-16,0-40 15,0 40-15,41 0 0,-41 0 0,0 0 0,0 0 16,0 0-16,0 0 0,40 0 16,-39 0-16,-1 0 0,0 0 0,0 0 0,0 0 15,0 0 1,0 0 31,-40-40-32,41 40-15,-1 0 16,-40-40 0</inkml:trace>
  <inkml:trace contextRef="#ctx0" brushRef="#br0" timeOffset="167869.92">26203 8221 0,'0'40'109,"0"0"-109,0 0 16,0 0-16,0 1 16,0-1-1,0 0-15,0 0 16,0 0-16,0 0 16,0 0-16,0 0 0,0 0 0,0 0 15,0 1 1,0-1-16,0 0 0,0 0 0,0 40 0,0-40 15,0 0-15,0 41 0,0-41 16,0 0-16,0 0 0,-41 0 0,41 0 0,0 0 16,0 0-16,-40 0 0,40 0 0,-40 1 0,40-1 15,0 0 1,-40 0-16,40 0 0,0 0 0,0 0 16,0 0-16,0 0 15,80 1-15,-80-1 0,0 0 0,0 0 16,40 0-1,-40 0-15,41 0 0,-41 0 16,0 0-16,0 0 0,0 1 16,0-1-1,-41-40-15,41 40 16,0 0 0,0 0-16,0 0 15,0 0 1,0 0-16,-40-40 15,40 40-15,0 1 16,0-1 0,0 0-16,0 0 15,0 0 63</inkml:trace>
  <inkml:trace contextRef="#ctx0" brushRef="#br0" timeOffset="169119.86">26082 9304 0,'-40'0'156,"40"40"-156,0 0 0,-40-40 0,0 0 16,0 40-16,40 0 0,-40-40 0,-1 40 15,1-40-15,40 40 16,-40-40-16,40 41 0,0-1 16,-40-40-1,40-40 16,40-1-31,-40 1 0,40 0 16,0 0-16,1 0 0,-41 0 16,40 40-16,0-40 15,0 40-15,-40-40 16,40 40-16,0-40 16,0 0 15,-40 80 47,40-40-78,-40 40 0,0 0 16,41-40-16,-1 0 0,-40 40 15,40-40-15,-40 40 0,40 0 0,0-40 0,0 40 16,0 0-1,0 0-15,1-40 0,-41 41 0,40-1 0,0-40 16,-40 40-16,40-40 0,0 40 0</inkml:trace>
  <inkml:trace contextRef="#ctx0" brushRef="#br0" timeOffset="170639.81">29172 9344 0,'-40'0'47,"40"40"187</inkml:trace>
  <inkml:trace contextRef="#ctx0" brushRef="#br0" timeOffset="171629.75">29774 9304 0,'0'-40'31,"-40"40"0,40 40 63,0 0-78,0 0-16,0 0 0,0 0 15,0 0 1,0 0-16,0 1 0,0-1 0,0 0 15,0 0 1,0 0-16,0 0 0,0 0 0,0 0 16,0 0-16,0 1 15,0-1-15,0 0 16,0 0-16,0 0 16,0 0-1,0 0-15,0 0 0,0 0 16,0 0-16,0 1 15,-40-1-15,40 0 0,0 0 0,-41-40 16,41 40-16,0 0 0,0 0 0,0 0 16,0 0-1,0 1 1,0-1 0,0 0-1,0 0 1,0 0-16,0 0 15,0 0 1,0 0 31,0-80 31,41 40-78,-41-40 16,40 0-16</inkml:trace>
  <inkml:trace contextRef="#ctx0" brushRef="#br0" timeOffset="172229.67">29814 9424 0,'0'0'0,"-40"0"0,40-40 16,0 0 0,-40 80 30,0 0-46,-1 0 16,1 0-16,0-40 16,40 40-16,-40-40 0,40 41 0,-40-41 15,40 40 1,40-80 15,0-1-15,-40 1-16,40 0 15,0 0-15,1 0 0,-41 0 0,40 40 16,-40-40-16,0 0 0,40 40 0,-40 40 63,40 0-63,-40 0 0,0 0 0,40 0 15,-40 0-15,40 0 0,-40 1 16,40-1-16,0 0 0,-40 0 0,41 0 0,-1 0 15,-40 0-15,40 0 16,-40 0-16</inkml:trace>
  <inkml:trace contextRef="#ctx0" brushRef="#br0" timeOffset="173429.64">32221 9424 0,'0'-40'0,"0"0"16,0 80 234,41-40-235,-41 40 17,40-40-1,-40 40-31,40-40 15,-40-40 142,0 0-142,0 0-15,0 0 0,40 40 16,-40-40-16,40 40 0,0 0 16</inkml:trace>
  <inkml:trace contextRef="#ctx0" brushRef="#br0" timeOffset="174119.6">33064 9264 0,'0'-40'32,"0"0"-17,-40 40 32,40-41-31,-40 41-16,40 41 78,0-1-63,0 40-15,-40-40 0,40 0 16,0 0-16,0 0 0,0 0 0,-40 0 0,40 1 16,0-1-16,0 0 15,-40 0-15,40 0 0,0 0 0,-41 0 0,41 0 16,0 0-16,0 1 0,0-1 16,-40 0-16,40 0 0,0 0 0,0 0 15,0 0-15,0 0 16,-40-40-16,40 40 0,0 0 0,0 1 0,0-1 15,0 0-15,0 0 0,0 0 0,0 0 16,40 0-16,-40 0 16,0 0-16,0 1 31,-40-41-31,40 40 16,0 0 30</inkml:trace>
  <inkml:trace contextRef="#ctx0" brushRef="#br0" timeOffset="174589.57">33024 9023 0,'-120'80'31,"240"-160"-31,-321 241 16,161-121-16,0 80 16,0-40-1,0 40 1,0-120 0,40-40-1,80-80 1,40 40-1,-39-40 1,-1 120 0,40 120 15,1 40-15,-41 81-1,-80-161 1</inkml:trace>
  <inkml:trace contextRef="#ctx0" brushRef="#br0" timeOffset="175839.5">22912 9103 0,'40'0'16,"0"0"-16,-40-40 16,0 0 15,0 0-16,0 80 17,0 0-1,0 0-15,0 0-1,0 1-15,0-1 16,0 0-16,0 0 15,0 0-15,0 0 0,0 0 16,0 0-16,0 40 0,0-39 0,0-1 0,0 0 16,0 40-16,0-40 15,0 0-15,41 0 0,-41 0 0,0 1 16,0 39-16,0-40 16,0 40-16,40-80 0,-40 80 0,0-40 15,0 0-15,0 1 0,0-1 16,0 0-16,0 0 0,0 0 0,-40 0 15,40 0-15,0 0 0,0 0 0,0 1 16,0-1 0,0 0-16,40-40 31,0 0-31,-40-40 47,0 0-32</inkml:trace>
  <inkml:trace contextRef="#ctx0" brushRef="#br0" timeOffset="176439.46">22912 9384 0,'0'0'31,"0"-40"-31,-40 0 16,40 0 0,-40 40-16,-40 40 31,-41 160-16,-39-79 1,80-1 0,120-120 15,200-241-15,1 1-1,-80 79 16,-161 201-15,0 41 0,40-1-1,0-40-15,161 201 16,-161-241-16,0 40 16,120 80-16</inkml:trace>
  <inkml:trace contextRef="#ctx0" brushRef="#br0" timeOffset="177379.33">20184 9224 0,'0'-40'31,"-41"40"-15,41-41-1,0 1 1,0 0-1,-40 40 1,0 0 0,40 40-1,-40 0 1,40 1 0,0-1-16,0 0 0,0 0 15,0 0-15,0 0 16,0 0-16,0 0 0,0 40 0,40-39 0,-40-1 15,0 0-15,0 40 0,0-40 0,0 40 0,0-40 16,0 1-16,0 39 16,0-40-16,0 40 0,0-40 0,0 0 0,0 40 15,0-39-15,0-1 0,0 0 16,0 0-16,0 0 0,0 40 0,0-40 16,0 0-16,-40 1 15,40-1-15,0 0 0,0 0 0,0 0 16,0 0-16,0 0 15,0 0-15,40-40 16,-40-40-16,0 0 16</inkml:trace>
  <inkml:trace contextRef="#ctx0" brushRef="#br0" timeOffset="177849.38">20184 9103 0,'-41'0'16,"1"81"-1,-40-41 1,40 0-16,0 0 0,0-40 0,-41 120 31,-79 0-15,40-39 0,39-81 15,121-161-16,-40 121-15,241-80 16,40 40 0,-40 40 15,-201 40-31,0 80 0,80 40 31,-79-80-31,-1 0 0,-40 0 0,40 81 16,-40-81-16,40 40 0</inkml:trace>
  <inkml:trace contextRef="#ctx0" brushRef="#br0" timeOffset="178809.25">26243 11510 0,'-40'0'15,"-1"0"1,1-40-1,0 40 1,40 40 0,-40 0-1,40 0 1,-40 80 0,40 0-1,40-39 16,0-81-31,121 0 16,-41-40 15,-80-41-15,-40 41 0,0-40-1,-80 40 1,80 0-16,-120 0 15,79 40-15,-39 0 32,40 0-32,-40 80 15,40-40-15,40 0 16</inkml:trace>
  <inkml:trace contextRef="#ctx0" brushRef="#br0" timeOffset="179899.2">29092 11630 0,'-40'0'15,"40"-40"-15,-41 40 16,41 40 15,0 0-15,0 0-16,0 0 0,0 0 16,0 0-16,41-40 15,-41 41-15,40-41 0,-40 40 0,40-40 0,0 40 16,0-40-1,0 0-15,0 0 0,0 0 0,1 0 16,-1 0-16,0-40 16,-40 0-16,40-1 15,-40 1-15,0 0 16,0 80 31,0 0-32,0 1-15,40-41 16,0 0 0,0 0-1,-40-41 1,40 41-16,-40-40 16,0 0-16,0 0 15,0 0-15,0 0 0,-40 40 16,40-40-16,-40 0 15,40 80 32,40-40-47</inkml:trace>
  <inkml:trace contextRef="#ctx0" brushRef="#br0" timeOffset="180249.23">30055 11871 0,'0'-41'16,"-40"41"15,40-40-31,-41 40 0,1 0 16,0 0-1,0 40-15,40 1 16,-40-41-1,40 40-15,0 0 0,0 0 16,0 0-16,0 0 16,40 0-16,-40 0 15,40-40-15,0 40 0,0-40 32,-40 41-32,-80-41 15,40 0 1,0 0-16,0 40 0,0-40 15,0 0-15,-1 0 16,1 0 0</inkml:trace>
  <inkml:trace contextRef="#ctx0" brushRef="#br0" timeOffset="181039.19">32061 11429 0,'0'0'16,"0"-40"-1,0 0-15,40 0 16,80 40 0,-79 0-16,79 0 15,-80 0-15,0 0 0,0 40 16,-40 0-16,0 81 31,-40-81-31,0 0 0,-40 40 16,80-40-16,-121 80 15,81-120-15,0 41 0,0-41 16,0-41 15,40 1-31,80-80 32,0 120-17,-39 0 1,39 80-1,-80-40-15,40 81 16,0-81-16,-40 0 16,40 0-1,0-40-15</inkml:trace>
  <inkml:trace contextRef="#ctx0" brushRef="#br0" timeOffset="181519.16">32904 11510 0,'-40'0'31,"80"0"-31,-121 40 16,41-40-16,40 80 16,0 0 15,40 0-16,41-40 1,-81 1 0,40-41-16,0 0 15,0-41-15,-40 1 16,0 0-16,40 0 31,-40 80 0,0 0-15,0 0-16,40-40 16,-40 41-1,40-41-15,1 0 16,-1 0-16,-40-41 0,40 1 16,-40 0-16,40 0 0,-40 0 15,0 0 1,0 0-16,0 0 0,-40 0 15,40 0-15,-40 40 0,0-41 0,-1 41 16,1 0 0,40 41-1</inkml:trace>
  <inkml:trace contextRef="#ctx0" brushRef="#br0" timeOffset="181859.07">33465 11710 0,'0'0'16,"-40"0"15,40 40-15,-120 40-1,120 41 1,0-81-16,40 40 16,-40-40-1,40-40-15,-40 40 16,0 0-16,-40-40 31,0 0-31,-161 0 31,1 0-31</inkml:trace>
  <inkml:trace contextRef="#ctx0" brushRef="#br0" timeOffset="182369.11">33305 11149 0,'-40'0'0,"0"0"16,40-40-1,40 40 16,0 0-15,0 0-16</inkml:trace>
  <inkml:trace contextRef="#ctx0" brushRef="#br0" timeOffset="182559.02">33586 11189 0,'0'0'0,"0"-40"32,40 40-32,0 0 0,-40-40 0,40 40 15,0 0-15,0 0 16,1 0-16,-1-41 0,80 1 31</inkml:trace>
  <inkml:trace contextRef="#ctx0" brushRef="#br0" timeOffset="184229">22310 11470 0,'-40'0'15,"-40"0"-15,40 40 16,0-40 0,0 40-16,80-40 47,0 0-32,-40 40 32,0-80 78,0 0-109,40 40 93,0 0-93,0 0-16,0 0 15,0 0-15,1-40 0,-1 40 16,0 0-16,0 0 16,0 0-16,-40-41 0,40 41 0,0 0 15,0 0 1,1 0-1</inkml:trace>
  <inkml:trace contextRef="#ctx0" brushRef="#br0" timeOffset="184758.89">22952 11269 0,'0'0'0,"-40"0"16,0 0-1,40-40-15,-40 40 16,40 40-16,-40 0 31,40 0-31,0 0 0,0 0 0,0 41 32,80 39-17,40-80 1,1-40-1,-1-120 17,-80-41-17,0 121 1,-40 80 15,0 81-15,0-41-1,41-40 1,79-80 15,-40-80-15,-40 79 0,-40 1-16,40-80 15,-40 80-15,0 0 0,-80 0 16,40 40-16,0 0 15,0 0-15,-40 80 16,39 0 0</inkml:trace>
  <inkml:trace contextRef="#ctx0" brushRef="#br0" timeOffset="185068.94">24036 11550 0,'-40'0'47,"-1"40"-15,1-40-32,40 40 0,-40-40 0,40 40 15,-40 0-15,40 0 16,-40-40-16,40 40 0,0 0 15,-40-40-15,40 41 0,0-1 0,0 0 16,0 0 0,-40-40-16,0 40 15,-1-40 1,1 0-16,0 0 0,40 40 0,-40-40 16,0 0-16,0 0 0,0 0 15,0 0-15</inkml:trace>
  <inkml:trace contextRef="#ctx0" brushRef="#br0" timeOffset="185798.83">18699 11871 0,'-120'40'16,"240"-80"-16,-281 80 0,81-40 15,120 0 79,0 0-78,1 0-16,39 0 0,-40 0 0,0 0 0,0-40 15,40 40-15,-39 0 0,39 0 16,-40 0-16,0 0 0,0-41 0,0 41 0,0-40 16,1 0-16</inkml:trace>
  <inkml:trace contextRef="#ctx0" brushRef="#br0" timeOffset="186168.88">19261 11750 0,'-40'0'31,"80"0"-31,0 0 16,0-40 0,40 80 15,-40 81-16,-40-81-15,0 0 0,0 0 0,-120 40 32,-81 0-17,161-40 1,0-40-16,0 0 0,80-40 31,0 40-31,0-40 16,41 0-16,-1 40 31,-40 0-31,40 80 16,-40-40-1,0 1-15,1-1 0,-1-40 32,0 0-32</inkml:trace>
  <inkml:trace contextRef="#ctx0" brushRef="#br0" timeOffset="186678.85">20023 11750 0,'-120'0'16,"240"0"-16,-280 0 15,119 0-15,41 40 16,0 81 15,41-1-15,-1-40-1,40-80 17,40-80-17,-80 0 1,1 0-1,-41 120 17,-41 40-17,41 40 1,81-120 15,-41-80-15,40-80-1,-80-1 1,0 81 15,-40 80-15,40 40 0</inkml:trace>
  <inkml:trace contextRef="#ctx0" brushRef="#br0" timeOffset="186988.83">20826 11951 0,'0'0'0,"0"-40"0,-81 40 16,41 0-16,0 40 31,0 0-31,0 0 15,40 0 1,0 0-16,0 0 31,0 0-31,40-40 0,-40 41 16,0-1 0,-80 0-1,-41-40 1,41 40-1,40-40-15,-80 0 0</inkml:trace>
  <inkml:trace contextRef="#ctx0" brushRef="#br0" timeOffset="187608.72">17615 11269 0,'41'0'31,"-41"-40"-31,0 0 16,-41 0-1,1 40-15,0-40 16,0 40-16,0 0 0,0 40 31</inkml:trace>
  <inkml:trace contextRef="#ctx0" brushRef="#br0" timeOffset="187768.78">17214 11229 0,'-80'0'15,"160"0"-15,-200 0 0,80 0 0,-81 0 16,81-40 0,40 0-1</inkml:trace>
  <inkml:trace contextRef="#ctx0" brushRef="#br0" timeOffset="187958.7">16652 11229 0,'-80'0'32,"40"0"-32,40-40 15,0 0-15</inkml:trace>
  <inkml:trace contextRef="#ctx0" brushRef="#br0" timeOffset="188608.66">15288 11429 0,'40'0'47,"-40"-40"-47,40 40 16,1 0-16,-1 0 0,0 0 16,0 0-1,0 0-15,0 0 0,0 0 16,0 0-16,1 0 0,-1 0 0,0 0 0,0 0 15,0 0-15,0 0 16</inkml:trace>
  <inkml:trace contextRef="#ctx0" brushRef="#br0" timeOffset="189118.65">16773 11189 0,'0'0'0,"40"0"31,0 0-15,121 0-1,-121 0-15,80 0 16,-80 0-16,0-40 31,-40 0-31,-40-81 16,0 81-1,-40 0-15,-41 40 16,81 0-16,0 0 0,-40 40 31,40 0-31,-40 40 16,80-39-16,-41-1 0,1 40 16,-40 40 15,0 1-16,-41-81 1,81-40-16,-40-40 16,80-1-16,0-79 31,161-40-15,-121 120-16,120-1 15,-120 41-15,0-40 0,1 40 16,119 40-1,-80 41 1</inkml:trace>
  <inkml:trace contextRef="#ctx0" brushRef="#br0" timeOffset="197178.14">5216 13555 0,'41'0'47,"-41"-40"-47,0 0 16,-41 40-16,1 0 15,40 40 157,0 0-156,0 0-16,0 0 0,0 0 0,0 0 16,0 1-16,-40-1 0,40 0 15,0 0-15,-40-40 0,40 40 0,0 0 0,0 0 16,0 0-16,0 0 0,-40 0 0,40 1 15,0-1-15,0 0 16,0 0-16,0 0 0,0 0 16,0 0-16,0 0 0,0 0 15,0 1-15,0-1 0,0 0 0,0 0 16,40 0 0,-40 0-16,0 0 0,0 0 0,0 0 15,0 0-15,0 1 0,0-1 0,0 0 16,0 0-16,0 0 0,0 0 15,0 0-15,0 0 16,0 0 0,-40 1-16,40-1 15,0 0-15,0 0 16,-40-40-16,40 40 0,0 0 0,0 0 0,0 0 16,-40 0-16,40 0 15,0 1-15,-40-1 0,40 0 16,0 0-16,0 0 15,0 0 1,0 0 15,0-80 1</inkml:trace>
  <inkml:trace contextRef="#ctx0" brushRef="#br0" timeOffset="198418.07">5056 15079 0,'-40'0'31,"80"0"110,-40 40-141,40-40 0,0 0 16,0 0-1,0 0-15,1 0 0,-1 0 0,0 0 16,0 40-16,0-40 0,0 0 16,0 0-16,41 0 0,-41 0 0,0 0 0,40 0 15,-40 0-15,40 0 0,1 0 0,-41 0 0,40 0 16,-40 0-16,40 0 15,1 0-15,-41 0 0,40 0 0,-40 0 0,40 0 16,-39-40-16,39 40 0,-40 0 16,40 0-16,-40 0 0,41 0 0,-41 0 0,40 0 15,-40 0-15,40 0 16,1 0-16,-1 0 0,-40 0 0,40 0 0,1 0 16,-1 0-16,-40 0 0,40 0 15,-40 40-15,41-40 0,-41 0 0,0 0 0,0 0 16,40 0-16,-40 0 0,0 0 0,41 0 0,-41 0 15,0 0-15,40 0 16,-40 0-16,41 0 0,-1 0 0,-40 0 0,40 0 16,0 0-16,-39 0 0,39 0 15,0 0-15,0 0 0,1 0 0,-1 0 0,0 0 16,0 0-16,1 0 16,-1 40-16,0-40 0,0 0 0,1 0 0,-1 0 15,0 40-15,-40-40 0,40 0 0,1 0 0,-41 0 16,40 0-16,-40 0 0,40 0 15,-39 0-15,39 0 0,-40 0 0,0 0 0,40 0 16,-40 0-16,41 0 16,-41 0-16,40 0 0,-40 0 0,41 0 0,-41 0 15,40 0-15,-40 0 0,40 0 16,-40 0-16,41 0 0,-41 0 0,0 0 0,40 0 16,-40 0-16,41 0 15,-41 0-15,0 0 0,40 0 0,-40 0 0,0 0 16,41 0-16,-41 0 0,40 0 0,-40 0 0,40 0 15,-40 0-15,41 41 0,-41-41 16,40 0-16,-40 0 0,40 0 0,1 40 0,-41-40 16,40 0-16,-40 0 15,40 0-15,-39 0 0,39 0 0,-40 0 0,40 40 16,-40-40-16,41 0 0,-41 0 16,40 0-16,-40 0 0,40 0 0,1 0 0,-41 0 15,40 0-15,0 0 0,-40 40 0,41-40 0,-41 0 16,0 0-16,0 0 15,0 0-15,0 0 0,0 0 0,0 40 0,1-40 16,-1 0 0,0 0-16,0 0 15,0 0 1,0 0-16,0 0 16,0 0-16,1 0 15,-1 0-15,0 0 0,0 40 16,0-40-16,0 0 0,0 0 15,1 0 1,-1 0-16,0 0 0,0 0 16,0 0-16,0 0 15,0 0-15,0 0 0,-40-40 16,41 40-16,-41-40 16</inkml:trace>
  <inkml:trace contextRef="#ctx0" brushRef="#br0" timeOffset="198808.07">14445 15079 0,'0'0'16,"-40"0"-16,-40-40 15,40 40-15,40-40 0,-40 40 16,0 0 15,0 40-15,40 80-1,80-40 17,40 41-17,41-41 1,-81-40-1,-40-40-15,-40 40 32,-80 40-17,-201-40 1,-120 1 0</inkml:trace>
  <inkml:trace contextRef="#ctx0" brushRef="#br0" timeOffset="200777.93">5176 15119 0,'0'-40'47,"0"80"16,-40-40-63,40 40 15,-40-40-15,40 40 31,-40-40-31,0 0 141,40-40-110,0 0-15,40 40-16,0 0 31,-40 40-15,0 0-1,-40-40 1,40-40 31,40 40-31,0 0-1,0 0 1,-40 40-1,-80-40 1,80 40-16,-40-40 16,0 0-16,0 0 31,40-40-15,40 40 30,-40 40 1,-40-40-47,-41 0 16,81 41-16,0-82 31,41 41-15,-41-40-16,40 40 0,-40-40 0,40 40 15,0 0 1,0 0-16,-80 0 78,40 40-78,-40-40 16,0 0-1,80 0 32,-40-40-31,40 0-16</inkml:trace>
  <inkml:trace contextRef="#ctx0" brushRef="#br0" timeOffset="202137.87">6099 13956 0,'0'0'0,"40"0"31,0 0-15,-80 40 15,40 0-15,-40-80 46,40 0-31,0 0-15,40 40 0,-40 40 15,0 0-16,-40-40 17,40-40 15,0 0-32,0 80 16,0 0-15,0 0-16,0-80 63,40 40-48,-40-40-15,0 0 31,0 80 1,0 0-17,40-40 1,-40 40-16,0 0 0,0 0 16,0 1-16,0-1 15,0 0-15,0 0 0,0 0 16,0 0-16,0 0 0,-40-40 0,40 40 15,0 0 1,0 1-16,0-1 0,0 0 16,0 0-1,0 0 1,0 0 0,40-40-16,-40 40 15,0 0-15,0 0 16,0 0-1,0 1-15,0-1 16,-40-40 0,0 40-16,40 0 15,0 0 1,0 0 15,0 0 0</inkml:trace>
  <inkml:trace contextRef="#ctx0" brushRef="#br0" timeOffset="203007.87">7263 15239 0,'0'41'15,"0"-82"16,40 41-31,-40-40 32,-40 40 108,40 40-30,0-80-48,0 0-46,40 40-1,0 0 1,-40 40 15,0 0-15,-40-40 0,40-40-1,0 0 1,0 0-1,0 0 17</inkml:trace>
  <inkml:trace contextRef="#ctx0" brushRef="#br0" timeOffset="203677.82">6099 13876 0,'-40'0'0,"40"40"16,0 0-1,0 0 32,-40-40-47,40 40 0,-40-40 16,40 40-16,0 0 15,-40-40-15,80-40 63,-40 0-63,40 40 16,-40-40-16,40 40 0,0 0 0,-40-40 15,40 40-15,0 0 16,1 0 15,-1 0-31,0 0 0,-40 40 16,40-40-16,0 0 15,-40 40-15,40-40 0,-40 40 0,0 0 16,0 1 0</inkml:trace>
  <inkml:trace contextRef="#ctx0" brushRef="#br0" timeOffset="205417.72">8346 15320 0,'0'40'219,"0"0"-219,0 0 31,0 0-31,0 0 0,0 0 0,-40-40 16,40 40-16,-40 0 0,0 1 0,0-1 15,40 0 1,0 0-16,0 0 15,0 0 1,0 0-16,0 0 31,0 0-31,0 1 16,0-1-16,0 0 16,-40 0-16,40 0 15,-40-40-15,40 40 31,0 0-31,0 0 32,0 0-1,0 0-15,0 1-16,0-1 31,0-80 47</inkml:trace>
  <inkml:trace contextRef="#ctx0" brushRef="#br0" timeOffset="205707.65">7945 16443 0,'-40'0'0,"40"40"47,40-40-32,0 0 1,0 0-16,0 0 31,1 0 16,-41-40-47,0-1 16,40 41-16,-40-40 0,0 0 0,40 40 15,-40-40-15,40 40 0,-40-40 16</inkml:trace>
  <inkml:trace contextRef="#ctx0" brushRef="#br0" timeOffset="206777.57">9510 15199 0,'0'40'188,"0"1"-173,0-1-15,0 0 31,0 0-31,0 0 32,40-40 30,-40-40-46,0 0 171,0 0-62,0 0-109,40 40 0</inkml:trace>
  <inkml:trace contextRef="#ctx0" brushRef="#br0" timeOffset="208037.57">10553 15199 0,'40'0'15,"0"0"1,1 40-16,-41 1 31,-41-41 47,41-41 16,0 1-94,-40 0 16,40 0-16,0 0 15,0 0-15,0 0 16,0 0-16,0 0 0,0-1 15,40 1 1,-40 0-16,0 0 0,41 40 0,-41-40 16,0 0-16,40 0 15,-40 0-15,0 0 16,40 0-16,-40-1 16,0 1-16,0 0 0,0 0 15,40 40-15,-40-40 0,0 0 16,0 0 15,0 0-15,0 0 15,0-1-15,0 1 15,0 0-16,40 40-15,-40-40 16,0 0-16,-40 40 141,40 40-141,-40-40 15,40 40-15,-40-40 16,0 0-16,40 40 0,-41-40 0,41 40 16,-40-40-16,0 0 0,40 41 0,-40-41 15,0 0-15,40 40 16,-40-40-16,80 0 31,0 0-15,-40-40-16,40 40 15,0-41-15,0 41 0,1-40 0,-1 0 0,0 0 16,0 40-16,0-40 16,0 40-16,0-40 0,1 0 0,-1 40 15,-40-40 1,40 40-16,-40 40 15,40-40-15,-40 40 16,40 0 0,-40 0-16,0 0 0,40 0 0,-40 0 15,40 1-15,-40-1 16,0 0-16,0 0 0</inkml:trace>
  <inkml:trace contextRef="#ctx0" brushRef="#br0" timeOffset="209497.48">5176 12552 0,'-40'40'62,"40"1"-46,-40-41-16,40 40 16,-40-40-16,40 40 0,-40 0 15,0 0 1,0 0-16,-1 0 0,1-40 16,40 40-16,0-80 31,40 40-16,-40-40-15,41 0 16,-41 0-16,40 40 0,-40-40 16,0 0-16,40 40 15,0 0 17,0 0-32,0 0 15,0 0-15,0 0 0,1 0 0,-1 0 16,0 0-16,0 0 15,0 0-15,-40 40 32</inkml:trace>
  <inkml:trace contextRef="#ctx0" brushRef="#br0" timeOffset="211737.34">241 11630 0,'-40'0'0,"40"-40"16,0 0 0,40 0-16,-40 0 15,40 40 1,0-41-1,0 41-15,0 0 16,0-40-16,1 40 16,-1 0-16,0 0 15,-40 40-15,40-40 16,-40 41-16,0-1 0,0 0 0,0 0 0,0 0 16,0 0-16,0 0 0,0 0 0,0 0 0,0 0 15,0 1-15,0-1 0,-40 0 16,40 0-16,0 0 0,0 0 0,0 0 15,-40-40-15,40 40 16,-40-40-16,40 40 0,-41-40 0,1 41 16,40-82 15,0 1-15,40 0-16,-40 0 0,41 40 0,-41-40 15,40 0-15,-40 0 0,40 0 0,-40 0 0,40 40 16,0-41-16,0 1 0,-40 0 15,40 0-15,0 40 0,-40-40 0,41 0 0,-41 0 16,40 40-16,-40-40 16,40 0-16,-40 0 0,0-1 0,40 41 15,-40-40-15,0 0 16,0 80 31,-40 0-32,0-40 1,40 41-16,-40-1 0,40 0 0,-41 0 16,1 0-1,40 0-15,-40 0 0,40 0 0,0 0 0,0 0 16,0 1-16,0-1 16,0 0-16,40 0 15,0 0-15,1-40 31,-1 0-31,0 0 0,0-40 16</inkml:trace>
  <inkml:trace contextRef="#ctx0" brushRef="#br0" timeOffset="212067.25">1204 11269 0,'0'-40'16,"0"80"31,-40-40-32,40 40-15,-40 40 0,40-40 16,0 1-16,-41-1 15,41 0-15,0 0 0,0 0 0,0 0 16,0 0-16,0 0 16,0 0-16,41 0 0,-41 1 15,40-41-15,0 40 16,0-40-16,0 0 16,0 0-16,-40-40 15</inkml:trace>
  <inkml:trace contextRef="#ctx0" brushRef="#br0" timeOffset="212317.31">1525 11349 0,'0'-40'15,"0"80"16,0 0-31,0 0 0,0 1 16,0-1-16,-40 0 16,40 0-16,0 0 0,0 0 0,0 0 15,0 0-15,0 0 16,0 0-16,0 1 16,40-41-16,-40 40 0</inkml:trace>
  <inkml:trace contextRef="#ctx0" brushRef="#br0" timeOffset="212537.3">1404 11670 0,'0'0'0,"-40"-40"31,80 40-31,-40-40 0,161 0 32,-161 0-32,80 40 15,-40-40 1</inkml:trace>
  <inkml:trace contextRef="#ctx0" brushRef="#br0" timeOffset="212827.28">1725 11229 0,'-40'-40'16,"80"40"15,-40 40-31,81 0 0,-81 0 16,40 0-1,-40 0-15,40 0 0,-40 1 16,0-1-16,0 0 0,0 0 16,0 0-16,0 0 0,-40 0 0,40 0 15,-40 0-15,40 0 16,-40-40-16,40 41 0,-41-1 0,1 0 16,0-40-16,0 0 31</inkml:trace>
  <inkml:trace contextRef="#ctx0" brushRef="#br0" timeOffset="213357.25">2408 11670 0,'40'0'109,"0"0"-93,-40 40-16,0 0 0,0 0 15,-40-40 1,0 0-1,-1 0-15,41-40 32,0 0-32,41 0 15,-1 40 1</inkml:trace>
  <inkml:trace contextRef="#ctx0" brushRef="#br0" timeOffset="213867.22">2889 11309 0,'-40'0'0,"40"40"15,-40-40 1,0 80 15,0-39-31,40-1 0,-41 40 31,41 0-31,41-80 16,-1 40 0,40-40-1,-40-40 1,0-40-1,-40 40-15,0 0 16,-40-121 0,0 121-16,-40-80 31,80 40-31,0 39 0,0 1 16,40 40-1,-40-40-15,80 40 16,-40 0-16,-40-40 0,80 40 31,-39 0-31,-1 0 0</inkml:trace>
  <inkml:trace contextRef="#ctx0" brushRef="#br0" timeOffset="214117.14">3050 11389 0,'40'-40'31,"-40"0"-15,40 40-16,0 0 0,0 0 0,0-40 15,0 40 1,0 0-1</inkml:trace>
  <inkml:trace contextRef="#ctx0" brushRef="#br0" timeOffset="214327.19">3290 11309 0,'-40'0'15,"80"0"-15,-80 40 0,40 0 31,0 0-15,0 1 0,0-1-16,0 0 0,0 0 0,0 0 15,-40 0-15,0 0 16,40 0-16,0 0 0,0 0 16,0 1-16</inkml:trace>
  <inkml:trace contextRef="#ctx0" brushRef="#br0" timeOffset="-214679.57">3531 11429 0,'-40'0'78,"40"41"-47,0-1-15,0 0 0,0 0-16,0 0 15,0 0-15,0 0 16,0 0-1,0 0 1,0 0 0,-40-40-1,0 41 1,0-41-16,-1 0 0,1 0 16,40-41-16</inkml:trace>
  <inkml:trace contextRef="#ctx0" brushRef="#br0" timeOffset="-214259.6">3732 10828 0,'0'0'15,"0"40"32,0 0-16,0 0-31,0 0 0,0 0 0,-40 0 16,40 1-16,0-1 0,0 0 0,0 0 0,0 0 16,0 0-16,0 0 15,0 0-15,0 0 0,0 1 0,0-1 31</inkml:trace>
  <inkml:trace contextRef="#ctx0" brushRef="#br0" timeOffset="-214009.61">3892 11028 0,'0'0'0,"0"-40"31,-40 40-31,40 40 31,40 81-15,-40-41-16,0-40 0,0 80 31,0-80-31,0 1 0,-40-41 0,40 40 31</inkml:trace>
  <inkml:trace contextRef="#ctx0" brushRef="#br0" timeOffset="-213829.62">3772 11309 0,'40'0'16,"40"-40"15,1 0-31,-81 0 0,80 0 31,-40 40-31,0 0 0,-40-40 16,40-1-16</inkml:trace>
  <inkml:trace contextRef="#ctx0" brushRef="#br0" timeOffset="-213619.68">4253 10868 0,'41'0'47,"-41"40"-31,0 40-16,0-40 0,0 0 15,0 1-15,0-1 0,-41 0 16,41 40-16,-40-40 0,40 0 0,-40 0 0,40 0 15,-80 1-15,80-1 16,-40 0-16,40 0 0,-40-40 0,0 40 0</inkml:trace>
  <inkml:trace contextRef="#ctx0" brushRef="#br0" timeOffset="-213199.66">3330 11349 0,'0'-40'16,"41"40"0,-1 0-16,-40-40 15,40 40-15,0 0 16,0 0-16</inkml:trace>
  <inkml:trace contextRef="#ctx0" brushRef="#br0" timeOffset="-207120.1">14445 13555 0,'-40'0'31,"0"0"79,80 0 93,-40 40-187,40-40-16,1 0 0,-1 0 15,0 0-15,0 0 16,0 0-16,0 0 0,0 0 15,1 0-15,-1 0 16,0 0-16,0 0 0,0 0 0,0 0 16,0 0-16,0 0 15,1 0-15,-1 0 0,0 0 0,0 0 0,0 0 16,0 0-16,0 0 0,0 0 0,1 40 0,-1-40 16,0 0-1,0 0-15,0 0 0,0 0 16,0 0-16,0 0 15,1 0-15,-1 0 16,0 0-16,0 0 16,0 0-16,0 0 0,0 0 15,0 0-15,1 0 16,-1 0-16,0 0 0,0 0 31,0 0-15,0 0-1,0 0 1,-40 40 0,40-40-16,1 0 31,-1 0-31,0 0 16,0 0-16,0 0 15,0 0-15,0 0 0,0 0 16,1 0-1,-1 0-15,0 0 0,0 0 16,0 0 0,0 0-16</inkml:trace>
  <inkml:trace contextRef="#ctx0" brushRef="#br0" timeOffset="-206700.05">16452 13435 0,'0'0'16,"40"40"46,40-40-62,-40 40 16,0-40-1,1 0-15,-1 40 0,0-40 0,0 0 0,0 0 16,-40 40-16,40-40 0,0 0 0,-40 40 0,40-40 16,1 0-16,-41 40 15,40-40-15,0 0 0,-40 40 0,0 1 31,0-1-31,0 0 0,-40 0 16,-41 0 0,41 0-16,0-40 0,0 0 0,0 40 15,0-40-15,0 0 16,0 40-16,-1-40 0,-39 0 0,40 0 0,0 0 16</inkml:trace>
  <inkml:trace contextRef="#ctx0" brushRef="#br0" timeOffset="-206180.08">14245 13074 0,'0'0'15,"0"40"16,-40 0-15,40 0-16,-40 0 0,40 0 16,-41-40-16,41 40 15,-40 0-15,0 1 0,0-1 16,0-40-16,40 40 0,-40-40 0,0 40 0,0-40 16,-1 0-1,1 0-15,40 40 0,40-40 47,-40 40-31,41-40-16,-41 40 0,40-40 0,0 40 0,0-40 15,0 40-15,40-40 16,-40 41-16,41-41 0,-1 0 0,-40 0 0,40 40 16,1-40-16,-41 0 0,40 40 0,-40-40 0,0 0 15,0 40-15</inkml:trace>
  <inkml:trace contextRef="#ctx0" brushRef="#br0" timeOffset="-204200.26">17696 13234 0,'40'0'0,"0"0"219,0 0-219,-40 40 16,40 0-16,0-40 15,-40 40-15,40 1 0,1-1 0,-41 0 0,40-40 16,0 80-16,0-40 0,-40 0 0,40 0 16,0 0-16,-40 1 0,40-1 15,-40 0-15,41-40 0,-41 40 0,40 0 0,0 0 16,0 0-1,0 0-15,0-40 16,-40 40-16,40-40 16,-80-40 15</inkml:trace>
  <inkml:trace contextRef="#ctx0" brushRef="#br0" timeOffset="-203800.22">18458 13234 0,'0'-40'16,"0"80"-16,-40-80 16,0 40-1,40 40 17,0 0-32,-40 0 15,40 0 1,-40 1-16,40-1 0,-40 0 0,40 0 15,-41-40-15,41 40 0,-40 0 16,40 0-16,-40 0 0,0 0 16,40 1-16,-40-1 0,40 0 15,-40-40-15,40 40 0,0 0 0,-40-40 0,40 40 16,-41-40-16,41 40 0,-40 0 0,0-40 16,40 40-1</inkml:trace>
  <inkml:trace contextRef="#ctx0" brushRef="#br0" timeOffset="-203160.26">18859 13796 0,'0'0'0,"-40"0"31,0 0-16,0 0 1,40 40-16,-40-40 16,40 40-16,0 0 15,-40-40-15,40 40 0,0 0 16,0 0-16,0 0 16,40 0-1,0 1 1,0-41-1,-40 40-15,0 0 16,0 0 0,-40-40-16,0 40 15,0-40-15,0 0 16,0 40-16,-1-40 16,1 0-16,0 0 0,0 0 0,0 0 15,40-40 1,-40 40-16</inkml:trace>
  <inkml:trace contextRef="#ctx0" brushRef="#br0" timeOffset="-202460.3">19381 13194 0,'-40'0'31,"0"0"32,40 40 77,-40-40-140,40 40 16</inkml:trace>
  <inkml:trace contextRef="#ctx0" brushRef="#br0" timeOffset="-201620.36">19020 13354 0,'-40'0'0,"0"0"47,40 41-32,-40-1-15,40 0 16,0 0-16,-41-40 0,41 40 0,-40 0 15,0 0-15,40 0 0,0 0 16,-40 1-16,40-1 0,0 0 0,-40 0 16,40 0-16,0 0 0,0 0 15,0 0-15,0 0 0,0 0 0,0 1 16,40-1-16,-40 0 0,40-40 0,-40 40 16,40 0-1,-40 0-15,0 0 0,40 0 16,-40 0-1,41-40 1,-41 41-16,0-1 31,40-40-31,-40-40 78,0-1-62,0 1 0</inkml:trace>
  <inkml:trace contextRef="#ctx0" brushRef="#br0" timeOffset="-201080.39">19221 13836 0,'0'0'16,"0"40"-1,80-40 1,0-40 15,-80 0-31,40-41 16,-40 41-16,40-40 16,-40 40-1,-40 40 16,40 40-15,0 80 0,-40 41-1,40-1 17,0-39-17,-40-1 1,-80-40 15,39-40-15,41-40-1,0 0-15,0-120 16</inkml:trace>
  <inkml:trace contextRef="#ctx0" brushRef="#br0" timeOffset="-200900.4">19461 13395 0,'0'0'16,"-40"-41"-1,40 1 1</inkml:trace>
  <inkml:trace contextRef="#ctx0" brushRef="#br0" timeOffset="-200380.43">19782 13555 0,'40'0'0,"-40"40"47,0 0-47,0 0 0,-40 0 15,40 1 1,0-1-16,0 0 0,0 0 15,0 0-15,40-40 16,1 0 0,-1 0-1,0-40-15,0 0 16,-40 0-16,40 40 0,-40-40 16,0 80 30,40 0-30,0-40 0,0 0-16,1 0 15,-41-40-15,0 0 16,0-1 0,0 1-16,0 0 0,0 0 15,0 0-15,-41 0 16,1 0-16,0 40 15,0 0 1,0 0-16</inkml:trace>
  <inkml:trace contextRef="#ctx0" brushRef="#br0" timeOffset="-200010.52">20464 13354 0,'-40'0'16,"40"-40"-16,40 40 31,1 0-31,-1 40 16,0 1-1,0-1-15,0 0 0,-40 0 16,0 0-16,0 0 0,0 0 0,0 0 0,0 0 16,0 1-16,-40-1 15,40 0-15,-40 0 0,0 0 0,0 0 16,-1-40-16,1 40 15,0 0-15,0-40 0,0 0 16</inkml:trace>
  <inkml:trace contextRef="#ctx0" brushRef="#br0" timeOffset="-198510.58">21468 13234 0,'0'0'0,"-41"0"16,41 40 15,0 40-16,0-39 1,0-1-16,0 0 0,0 0 0,0 0 0,-40 0 16,40 0-16,0 0 15,0 0-15,0 1 0,0-1 16,-40 0-16,40 0 16,40-40-1,0 0 1,1 0-1,-1-40-15,0 0 0,0 40 16,-40-40-16,40-1 0,0 1 16,0 40-16,0-40 0,-40 0 0,41 0 0,-1 0 15,0 0-15,0 0 0,0 40 0,-40-40 16,40 40 0,-40-41-16,40 41 0,1-40 31,-82 0 31,1 40-46,0 0-16,0 0 16,0 0-16,0 0 15,0 0-15,-1 0 0,1 0 0,0 0 16,0 0-16,0 40 15,0-40-15,0 0 0,0 40 0,-41-40 0,41 0 16,0 0-16,0 0 16,0 41-16,0-41 0,0 0 15,40 40-15,40-40 63,0 0-48,0 0 1,0 0-16,-40 40 0,40-40 16,0 0-1,0 0 1,1 40-16,-1-40 16,0 0-1,-40 40-15,40-40 0,0 0 16,0 40-1,0-40-15,0 40 0,1-40 0,-1 0 16,0 0-16,0 0 16,0 40-16,0-40 15,0 0-15,-40 40 32,41-40-32,-1 0 31,0 0-16,-40-40 64,-40 40-64,40-40-15,-40 40 16,-1-40-1,1 40-15,40-40 0,-40 40 0,0 0 16,0 0-16,40-40 16,-40 40-16,0-40 0,-1 40 15,41-40-15,-40 40 0,40-40 0,-40 40 0,0-41 16,0 41-16,40-40 0,-40 40 16,0-40-16,0 40 0,-1-40 0,1 40 15,0 0 1,40-40-16,-40 40 0,40-40 47,0 80 46,40-40-93,0 40 0</inkml:trace>
  <inkml:trace contextRef="#ctx0" brushRef="#br0" timeOffset="-197730.66">23073 13354 0,'0'0'0,"-40"0"47,-1-40-16,1 40-31,0 0 0,0 0 16,0 0-16,0 40 16,40 1-16,-40-41 0,40 40 0,-40 0 15,40 0-15,0 0 0,0 0 16,40 0 0,0-40-16,0 0 15,0 0 1,0 0-16,0 0 0,-40-40 0,40 40 15,1-40 1,-41 0-16,0 0 0,0 0 16,0 0-16,0-1 0,0 1 15,0 0-15,0 0 0,-41 0 0,41 0 0,0 0 16,-40 40-16,40-40 0,0 0 0,-40 40 0,40-40 16,0-1-1,0 1-15,40 40 16,0-40-16,1 0 15,-1 40-15,0 0 0,0 0 16,0 0 0,0 0-16,0 0 0,0 0 15</inkml:trace>
  <inkml:trace contextRef="#ctx0" brushRef="#br0" timeOffset="-197460.6">23313 13475 0,'0'0'16,"121"-40"15,39 0-15,1 40-1,-41-41 17,-80 41-17</inkml:trace>
  <inkml:trace contextRef="#ctx0" brushRef="#br0" timeOffset="-197240.69">23755 13395 0,'-80'80'31,"160"-160"-31,-160 200 16,39-120-1,41 80 1,-40 0 0,40 1-1,-80 39 16,80-80-15</inkml:trace>
  <inkml:trace contextRef="#ctx0" brushRef="#br0" timeOffset="-196920.63">23996 13715 0,'0'-40'16,"-41"0"-16,1 40 31,40 40-15,0 0-16,0 1 31,0 39-15,0 0-1,0-40 17,-40-40-17,-40 0 1,0 0 0,40-80-1</inkml:trace>
  <inkml:trace contextRef="#ctx0" brushRef="#br0" timeOffset="-196550.73">24718 13074 0,'-40'0'16,"0"0"0,40 40 30,-41 0-46,41 0 16,0 0-16,-40 0 0,40 0 0,0 0 16,0 1-16,0-1 15,0 0-15,-40-40 0,40 40 0,0 0 0,0 0 16,0 0-16,0 0 0,0 0 0,0 1 16,40-41-1,-40 40-15,40-40 0</inkml:trace>
  <inkml:trace contextRef="#ctx0" brushRef="#br0" timeOffset="-196080.69">24918 13354 0,'0'0'0,"-40"0"0,0 0 31,40 41 0,0-1-31,40 0 16,-40 0-16,0 0 15,40-40-15,-40 40 0,0 0 0,41-40 16,-1 0-16,0-40 31,-40 0-31,40 40 0,-40-40 16,40 0-16,-40 0 15,0 80 32,40 0-47,-40 0 16,40-40-16,0 0 16,1 0-16,-1 0 15,-40-40 1,40 40-16,-40-40 0,0 0 0,0 0 15,0-1-15,0 1 16,0 0-16,-40 40 0,40-40 0,-40 0 0,-1 0 16,1 40-1,40-40-15</inkml:trace>
  <inkml:trace contextRef="#ctx0" brushRef="#br0" timeOffset="-195780.78">25922 13074 0,'0'0'15,"-40"40"1,40 80 15,80 81-15,-40 39 0,-321 1-1,-120-121 1</inkml:trace>
  <inkml:trace contextRef="#ctx0" brushRef="#br0" timeOffset="-193350.9">18458 17766 0,'0'40'16,"40"-40"15,0 0-15,-40-40-16,41 40 0,-1 0 0,-40-40 15,40 40-15,0 0 16,0 0 15,0 0-15,0 0-1,0 0 1,1 0-16,-1 0 0,0 0 0,0 0 16,0 0-16,0 0 0,0 0 0,0 0 0,41 0 15,-41 0-15,0 0 0,40 0 16,-40 0-16,41 0 0,-1 0 0,-40 0 0,40 0 16,0 0-16,1 0 15,-41 0-15,40 0 0,0 0 0,1 0 0,-1 0 16,0 0-16,0 0 0,1 0 15,-1 0-15,-40 0 0,40 0 0,0 0 0,1 40 16,-41-40-16,40 0 16,0 0-16,1 0 0,39 0 0,-40 0 0,0 0 15,41 0-15,-1 0 0,1 0 0,-41 0 0,40 0 16,1 0-16,-1 0 0,-40 0 16,1 0-16,-1 0 0,0 0 0,0 0 0,-40 0 15,41 0-15,-41 0 16,0 0-16,0 0 0,0 0 0,0 0 15,41 0-15,-41 0 0,0 0 16,40 0-16,0 0 0,-40 0 0,41 0 0,-1 0 16,0 0-16,0 0 0,1 0 0,-1 0 0,0 0 15,-40 0-15,41 0 16,-1 0-16,-40-40 0,40 40 0,-40 0 0,41 0 16,-41 0-16,0 0 0,0 0 15,40 0-15,-40-40 0,0 40 0,1 0 0,39 0 16,-40 0-16,0 0 15,40 0-15,-40-40 0,41 40 0,-41 0 0,40 0 16,-40 0-16,40 0 0,-39 0 16,-1 0-16,40 0 0,-40 0 0,0 0 0,0 0 15,1 0-15,-1 0 0,40 0 0,-40 0 0,0 0 16,0 0-16,41 0 16,-41 0-16,0-40 0,40 40 0,-40 0 0,0-40 15,41 40-15,-41 0 0,40 0 16,-40-41-16,40 41 0,-40-40 0,41 40 0,-1 0 15,0 0-15,-40 0 16,41 0-16,-1 0 0,-40 0 0,40 0 0,-40 0 16,41 0-16,-1 0 0,-40 0 0,40 0 0,-40 0 15,41 0-15,-41 0 0,40 0 16,-40 0-16,40-40 0,-40 40 0,41 0 0,-41 0 16,40 0-16,0 0 15,-40 0-15,41 0 0,-41 0 0,0 0 0,40 0 16,-40 0-16,0 0 0,41 0 15,-41 0-15,0 0 0,40 0 0,-40 0 0,41 0 16,-41 0-16,40 0 16,0 40-16,1-40 0,-41 0 0,40 0 0,0 0 15,0 0-15,-39 0 0,39 0 0,0 0 0,-40 0 16,40 0-16,-39 0 0,-1 0 16,0 0-16,0 0 0,0 0 0,0 0 0,0 0 15,0 0-15,1 0 16,-1 0-16,0-40 0,0 40 0,0 0 0,40 0 15,-40 0-15,1 0 0,-1 0 16,40 0-16,-40 0 0,40 0 0,-40 0 0,41 0 16,-41 0-16,0 0 0,40 0 0,-40 40 0,41-40 15,-41 0-15,40 0 16,-40 0-16,0 0 0,0 0 0,41 0 0,-41 0 16,0 0-16,0-40 0,0 40 15,0 0-15,40 0 0,-39-40 0,-1 40 0,40 0 16,-40 0-16,40 0 15,-40 0-15,1 0 0,39 0 0,-40 0 0,40 0 16,-40 40-16,0-40 0,41 0 16,-41 0-16,40 0 0,-40 40 0,0-40 0,41 0 15,-41 0-15,40 0 0,0 0 0,-40 0 0,41 40 16,-1-40-16,0 0 16,0 0-16,1 0 0,-1 41 0,-40-41 0,40 0 15,1 0-15,-41 40 0,40-40 16,-40 0-16,0 0 0,40 0 0,-39 0 0,-1 0 15,120 0 1,-160-40-16,40-1 16,-40 1-16,0 0 15</inkml:trace>
  <inkml:trace contextRef="#ctx0" brushRef="#br0" timeOffset="-191700.95">26162 14919 0,'0'40'141,"0"0"-141,0 0 15,0 0 1,0 0-16,0 0 0,0 0 0,0 0 15,0 1-15,0-1 16,41 0-16,-41 0 0,0 0 16,0 0-16,0 0 0,0 0 15,0 0-15,0 0 16,40-40-16,-40 41 0,0-1 0,0 0 16,40-40-16,-40 40 15,0 0-15,0 0 0,40-40 0,-40 40 16,0 0-16,0 0 15,0 1-15,0-1 16,0 0 0,0 0-1,0 0-15,0 0 16,0 0-16,0 0 16,0 0-1,0 0 1,0 1-1,0-1-15,0 0 16,0 0 0,0 0-16,0 0 15,0 0 1,0 0 0,0 0-1,0 1-15,0-1 16,0 0-1,0 0-15,0 0 16,0 0 0,40-40-16,-40 40 15,0 0 1,0 0 0,0 0 15,0 1-31,0-1 31,-40-40-31,40 40 0,0 0 16,0 0-1,0 0 1,0 0-16,-40-40 31,40 40-31,0 0 31,0 1 1</inkml:trace>
  <inkml:trace contextRef="#ctx0" brushRef="#br0" timeOffset="-190081.08">26203 15079 0,'0'-40'109,"0"0"-93,0 0-16,0 0 15,0-1-15,0 1 0,0 0 0,0 0 16,0 0-16,0 0 16,-41 40-16,41-40 0,0 0 15,-40 40 17,40-40-32,0 0 31,0-1-31,0 1 0,0 0 15,0 0-15,0 0 16,40 0-16,-40 0 0,0 0 16,41 40-16,-41-40 0,40-1 31,-40 1-31,-40 40 219,40 40-219,0 1 15,-81-41-15,81 40 0,-40 0 16,0-40-16,0 40 0,0 0 0,0 0 0,0-40 16,40 40-16,-41 0 15,1-40-15,40 40 0,-40-40 0,80 0 47,-40-40-47,40 40 16,-40-40-16,41 40 0,-1-40 0,0 40 0,0-40 15,0 0-15,0 40 0,-40-40 0,40 40 0,-40-40 16,40 40-16,-40-40 0,41 40 16,-41-41-16,40 41 31,-40 41 0,40-41-31,-40 40 0,40-40 16,-40 40-16,40 0 0,0 0 0,0-40 0,0 40 15,1-40-15,-41 40 16,40 0-16,0-40 0,0 40 0</inkml:trace>
  <inkml:trace contextRef="#ctx0" brushRef="#br0" timeOffset="-138330.74">26162 15681 0,'0'-41'204,"41"41"-204,-1-40 15,-40 0 1,40 40-1,-40-40-15,0 120 47,-40-80-47,40 40 0,-40-40 16,-1 0-16,41 41 0,-40-1 16,0-40-1,40 40-15,-40-40 0,0 40 31,0 0-15,0-40 0,40 40-16,-40 0 15,-1 0-15,1 0 16,0 1-16,0-1 16,0 0-16,0 0 0,0 0 15,0 0-15,-1 0 16,1 0-16,0 0 0,0 0 15,0 1-15,0-1 0,0 0 16,-1 0-16,1-40 0,0 40 0,0 0 16,0-40-16,40 40 0,-40 0 15,0 0-15,40 1 16,-40-41-16,40 40 0,0 0 16,0 0-16,-41 0 15,41 0-15,-40 0 16,40 0-16,-40 0 0,0 0 15,0 1-15,40-1 0,-40 0 16,0 0-16,40 0 0,-40 0 16,-1 0-16,41 0 0,-40-40 15,40 40-15,-40-40 16,40 41 0,0-1-1,-40-40-15,40 40 16,-40-40-1,40 40-15,-40-40 16,40 40-16,-40 0 31,40 0 1,-40-40-1,40 40-16,-41-40-15,1 0 16,0 0 0,40-40-1,0 0 1,0 0-16,0 0 0,40 40 0</inkml:trace>
  <inkml:trace contextRef="#ctx0" brushRef="#br0" timeOffset="-136942.22">26323 15801 0,'0'-40'31,"-40"40"-31,40-40 15,-40 40 1,0 0 0,80 0 31,0 0-32,-40-40-15,40 40 78,-40 40-78,0 0 16,40-40-16,-40 40 0,40-40 16,-40 40-16,40 0 0,0 0 15,-40 0-15,41 0 16,-41 1-1,0-1-15,40-40 0,-40 40 16,40-40-16,-40 40 16,40-40-16,-40 40 0,40-40 15,0 0-15,-40 40 16,40-40-16,-40 40 0,40-40 16,-40 40-16,0 0 0,41 0 15,-41 1-15,0-1 16,0 0-1,0 0-15,40-40 16,0 0 0,-40 40-16,40-40 0,-40 40 15,40-40-15,0 40 0,0-40 16,-40 40-16,40-40 16,-40 40-1,41-40-15,-41 41 31,40-41-15,-40 40 0,0 0-16,40 0 15,-40 0 1,40-40-16,-40 40 16,40-40-1,0 0 1,-40 40-1,0 0 17,0 0-17,0 0 1,40-40-16,-40 41 16,0-1-1,40-40-15,-40 40 16,41-40 15,-1 40-15,0-40-16,-40 40 15,40-40 1,-40 40-16,40-40 16,-40 40-1,0 0-15,0 0 16,40-40-16,-40 41 15,40-1 1,-40 0 0,-40-40 15,40-40-31,-40 40 16</inkml:trace>
  <inkml:trace contextRef="#ctx0" brushRef="#br0" timeOffset="-136182.5">26162 18047 0,'-40'0'0,"40"-40"32,-40 40 30,0 40-46,0 0-16,0 0 15,0 0-15,40 0 16,-40 0-16,40 0 16,40 1-1,0-41-15,40 0 16,-40 0-16,0 0 0,0 0 16,1-41-16,-1 41 0,0-40 0,0 40 15,-40-40-15,40 40 0,-40-40 0,40 40 16,-40-40-16,0 0 0,0 0 15,-40 40 1,0-40-16,-40 40 16,40 0-16,-1 0 15,1 0-15,0 0 16,40 40-16,-40-40 16,40 40-16</inkml:trace>
  <inkml:trace contextRef="#ctx0" brushRef="#br0" timeOffset="-135350.44">27286 18047 0,'-40'0'47,"40"40"-32,0 0 1,0 0 0,0 0-1,0 0-15,40-40 16,-40 40-16,40-40 15,0 0 1,0 0-16,-40-40 16,40 0-1,-40 0-15,0 80 63,41-40-48,-41 40 1,40-40 0,0 0-16,0 0 15,-40-40-15,40 0 16,-40 0-16,0 0 16,0 0-1,0 0-15,-40 40 16,0 0 15,40 40-15,0 0-1</inkml:trace>
  <inkml:trace contextRef="#ctx0" brushRef="#br0" timeOffset="-134810.25">27848 18167 0,'0'0'15,"0"-40"1,40 40 0,0 0-1,-40 40 1,0 0-1,0 40 1,0-39 0,0-1-16,0 0 15,40-80 17,0 40-17,-40-40-15,40 40 0,-40-41 0,40 41 16,1 0-1,-1 0 32,-40 41-31,40-41 15,0 0-15,-40-41-16,40 41 0,0 0 15,0 0 1,-40 41 0,0-1-16,0 0 15,0 0-15,0 0 16,-40-40-16,40 40 16,-40-40-16,0 0 0,40 40 15</inkml:trace>
  <inkml:trace contextRef="#ctx0" brushRef="#br0" timeOffset="-133959.05">23675 18488 0,'-41'0'0,"1"0"16,0 0-16,0 0 16,0 0-16,0 0 15,80 0 63,0 0-62,0 0-16,0 0 0,0 0 0,1 0 16,-1 0-16,0 0 0,0 0 0,0-40 15,0 40-15,0 0 16</inkml:trace>
  <inkml:trace contextRef="#ctx0" brushRef="#br0" timeOffset="-133474.96">24036 18287 0,'0'-40'0,"0"80"0,-40-80 16,40 80 15,0 1-31,0-1 16,0 0-1,40 0-15,-40 0 16,40-40 0,0 0-16,-40-40 15,40 40-15,-40-40 0,40 40 16,-40-40-16,40 40 0,-40-40 0,0-1 16,40 41-16,-40-40 15,0 80 16,0 1-15,0-1-16,0 0 16,41-40-16,-1 0 15,0 0 1,0 0 0,0 0-16,-40-40 0,40 0 15,0 40 1,-40-41-16,0 1 0,0 0 15,0 0 1,-40 40-16</inkml:trace>
  <inkml:trace contextRef="#ctx0" brushRef="#br0" timeOffset="-133173.66">24838 18328 0,'-40'0'0,"80"0"0,-120 0 15,0 0-15,80 40 16,-40 0-16,-1 0 16,82 0-1,39 0 1,0-40-1,-80 40 1,0 0 0,-80 0-1,-41 0 1,1-40 15</inkml:trace>
  <inkml:trace contextRef="#ctx0" brushRef="#br0" timeOffset="-131910.12">30215 17365 0,'0'80'109,"0"-40"-93,0 0-16,0 1 15,0-1-15,0 0 0,0 0 16,0 0 0,0-80 15,0 0-16,0 0-15,0 0 16,0-1-16,0 1 0,0 0 16,40 40-1,-40 40 1,0 0 0,0 1-16,0-1 15,0 0 1,0 0-16</inkml:trace>
  <inkml:trace contextRef="#ctx0" brushRef="#br0" timeOffset="-131241.99">30015 18167 0,'0'-40'0,"0"80"63,0 0-48,0 0 1,0 0-16,0 1 16,40-1-1,0-40-15,-40 40 16,40-40-16,0 0 0,0 0 15,-40-80-15,40 80 16,0 0-16,-40-41 0,41 41 16,-41-40-16,0 0 15,-41 40 17,41 40-32,0 0 15,0 1-15,0-1 16,41-40-1,-1 0-15,0 0 16,0 0-16,0 0 16,0-40-16,0 40 0,0-41 15,-40 1 1,41 0-16,-41 0 16,0 0-16,0 0 15,-41 40-15,1 0 16,0 0-1,0 0 17</inkml:trace>
  <inkml:trace contextRef="#ctx0" brushRef="#br0" timeOffset="-130970.03">31058 18127 0,'0'0'16,"-80"0"0,39 40-1,1-40 1,0 40-16,0 40 16,40-39-1,80-1 1,1 0-1,-81 0 1,-81-40 0,81 40-16,-120-40 15,80 0-15,0 0 0</inkml:trace>
  <inkml:trace contextRef="#ctx0" brushRef="#br0" timeOffset="-128850.99">28690 17485 0,'0'40'16,"0"-80"93,0 0-93,40 40-16,-40-40 0,41 40 15,-41-40 1,0 0 0,40 40-1,-40-40-15,40 40 16,-40-40-16,40 0 0,0-1 15,-40 1-15,40 0 16,0 0-16,-40 0 16,41 40-16,-41-40 0,0 0 15,40 40-15,-40-40 16,40 0 0,-40 0-16,40 40 0,-40-41 15,0 1-15,40 0 0,-40 0 0,40 0 16,0 0-16,-40 0 0,40 40 15,-40-40-15,41 0 0,-1-1 16,-40 1-16,40 40 16,-40-40-16,0 0 15,40 0-15,-40 0 16,40 0-16,-40 0 0,0 0 16,40 0-16,-40-1 15,0 1-15,40 0 0,-40 0 16,40 0-16,-40 0 15,41 0-15,-41 0 16,40 40-16,-40-40 0,0-1 0,40 41 16,-40-40-16,0 0 0,0 0 15,40 40-15,-40-40 0,0 0 16,0 0 62,40 40-62,-40-40-1,0 0 79,80 80 109,-40-40-203,-40 40 16,41-40-16,-1 40 0,0 0 0,0 0 15,-40 0-15,40 0 0,0 0 16,0 1-16,-40-1 0,40 0 16,-40 0-16,41 0 0,-41 0 0,0 0 15,40-40-15,-40 40 0,40 0 0,-40 1 16,40-1-16,-40 0 0,40-40 0,0 40 16,0-40-16,0 40 0,1-40 0,-1 40 15,0-40-15,0 40 0,0-40 0,0 0 16,0 40-16,0-40 0,1 40 15,-1-40-15,-40 40 0,40-40 0,-40 41 16,40-1-16,0-40 0,-40 40 16,0 0-16,40 0 15,-40 0-15,40 0 0,-40 0 16,40 0-16,-40 1 16,41-1-16,-41 0 0,40-40 15,-40 40-15,40 0 0,0-40 16,-40 40-16,40-40 15,0 40 1,0-40 0,0 0-16,-40 40 15,41-40-15,-41 40 0,40-40 16,-40 40-16,40 1 16,-40-1 15,0 0-16,40-40 1,-40 40-16,40-40 47,-40 40-31,40-40-16,-80 0 78</inkml:trace>
  <inkml:trace contextRef="#ctx0" brushRef="#br0" timeOffset="-127610.53">21628 17606 0,'0'40'157,"0"0"-157,-40 0 15,40 0-15,0 0 16,0 0-1,40-40 17,-40 40-17</inkml:trace>
  <inkml:trace contextRef="#ctx0" brushRef="#br0" timeOffset="-127046.71">20705 18528 0,'-40'0'0,"0"0"16,80 0 30,0 0-30,0 0 15,0 0-31,1 0 16,-1 0 0,0 0-16,0 0 15,0 0-15,-40-40 16</inkml:trace>
  <inkml:trace contextRef="#ctx0" brushRef="#br0" timeOffset="-126579">21187 18448 0,'-40'40'0,"80"-80"0,-161 80 31,81-40-31,40 40 16,40-40-1,0 40 1,1-40 0,-41 40-16,40-40 0,0 0 15,0 0-15,0 0 16,-40-40-16,40 40 16,-40-40-16,40 40 15,-40 40 48,0 0-32,40-40-31,1 0 16,-1 0-16,0 0 15,-40-40-15,40 40 0,0-40 16,0 0-16,-40 0 15,0 0-15,0 0 16,-40 40-16,40-40 16,-40 40-16</inkml:trace>
  <inkml:trace contextRef="#ctx0" brushRef="#br0" timeOffset="-126280.94">22029 18528 0,'-40'0'0,"0"0"16,0 0-1,0 0 1,40 40-1,0 40 1,40 1 15,-40-41-31,0 0 32,-40-40-32,-40 0 15,-41-40 1</inkml:trace>
  <inkml:trace contextRef="#ctx0" brushRef="#br0" timeOffset="-123931.08">19822 17766 0,'0'40'47,"41"-40"-16,-41-40 79,40 40-110,0 0 0,-40-40 15,40 40-15,-40-40 16,40 40-16,-40-40 0,40 40 0,-40-40 15,40 40-15,-40-40 0,40 40 16,-40-41-16,41 41 16,-1-40-16,0 0 31,0 40-31,-40-40 0,40 40 0,-40-40 16,40 40-16,0-40 0,-40 0 15,40 0-15,1 0 0,-1-1 31,-40 1-31,0 0 0,40 40 16,-40-40-16,40 0 16,-40 0-16,40 40 0,-40-40 0,0 0 15,40 40-15,-40-40 0,40 40 0,-40-40 0,40-1 16,-40 1 0,0 0-16,41 40 15,-41-40 1,40 40-1,-40-40 1,40 40-16,-40-40 0,40 40 16,-40-40-16,40 40 0,-40-40 15,40 40-15,-40-40 16,40-1-16,-40 1 16,0 0-1,40 40-15,-40-40 0,0 0 0,0 0 16,41 0-16,-41 0 15,40 40-15,0 0 16,-40-40 0,0 0-1,40 40-15,-40-41 16,0 1 0,40 0-1,-40 0 1,40 40-1,-40-40-15,40 0 63,-40 0-63,40 40 16,-40-40-1,-40 40 32,40 40-31,0 0 93,40-40-93,1 0-16,-41 40 15,0 0-15,40-40 16,-40 40-16,0 0 16,40-40-16,-40 40 15,40-40-15,-40 41 0,40-41 16,0 40-16,0 0 15,0-40-15,1 40 16,-1-40 0,-40 40-16,40-40 0,-40 40 0,40-40 15,-40 40-15,40 0 0,-40 0 0,40-40 16,-40 40-16,0 1 0,40-41 16,-40 40-16,41 0 0,-41 0 15,40-40 1,-40 40-16,40-40 0,-40 40 15,40 0-15,-40 0 16,40-40-16,-40 40 0,0 1 16,40-41-16,-40 40 0,40 0 15,0 0 1,1-40-16,-41 40 16,40-40-16,0 0 15,-40 40-15,40-40 16,-40 40-1,40-40-15,-40 40 16,0 0 0,40-40-16,-40 40 0,40 1 15,-40-1 1,40-40 0,-40 40-16,0 0 15,41-40 1,-41 40-16,40-40 15,-40 40 1,40-40-16,-40 40 16,40-40-16,-40 40 15,40-40 17,-40 40-32,0 1 31,40-41-16,-40 40-15,40 0 32,0-40-1,-40 40-15,0 0 46,0 0-46,41-40 15,-1 0-15,-40 40-1,40-40-15,0 0 31,0 0 16,-120 0-15,80-40-32,-40 40 0,0 0 15</inkml:trace>
  <inkml:trace contextRef="#ctx0" brushRef="#br0" timeOffset="-122201.18">27446 13515 0,'0'40'0,"41"-40"47,-1 0-32,-40 40 48,40-40-48,-40 80-15,40-80 0,-40 40 16,40 1-16,-40-1 0,40 0 0,0 0 0,-40 0 16,40 0-16,1-40 15,-1 40-15,0 0 0,0-40 0,-40 40 0,40-40 16,0 40-16,0-40 0,0 0 15,1 41-15,-1-41 0,0 40 0,0-40 16,0 0 0,0 0-1</inkml:trace>
  <inkml:trace contextRef="#ctx0" brushRef="#br0" timeOffset="-121851.2">28450 13715 0,'0'0'16,"0"-40"-1,0 0 16,-41 40-15,1 0 0,0 40-1,-40 41 1,-81 119 0,41-40 15,40-39-16,0-1 1,39-40 0,1-80-16</inkml:trace>
  <inkml:trace contextRef="#ctx0" brushRef="#br0" timeOffset="-121371.29">28971 13956 0,'-40'0'16,"0"0"0,0 0 15,0 40-31,0-40 16,40 40-16,-41-40 0,41 40 15,-40-40-15,40 40 0,-40-40 0,40 41 16,0-1-1,40-40-15,-40 40 0,40-40 16,41 40-16,-41-40 16,-40 40-16,40-40 0,0 0 15,-40 40-15,0 0 16,-40 0 0,0-40-1,-40 0 1,39 0-16,1 40 0,0-40 0,0 0 15,0 0-15,0 0 16,0 0-16,0 0 0,40 41 0,-41-41 0</inkml:trace>
  <inkml:trace contextRef="#ctx0" brushRef="#br0" timeOffset="-120981.32">29613 13435 0,'-40'40'31,"0"-40"-31,0 0 0,40 40 47,-40-40-47,40 40 16,0 0-16,-40 0 0,40 0 15,0 0-15,-40-40 0,40 41 0,0-1 0,0 0 16,0 0-16,0 0 15,0 0-15,40 0 0,0 0 0,0 0 16,0-40 0,0 0-16,0 0 0,0 0 0</inkml:trace>
  <inkml:trace contextRef="#ctx0" brushRef="#br0" timeOffset="-120541.34">29854 13796 0,'0'0'0,"0"40"16,40-40-1,0 0 1,41-80 15,-81 39-31,40 1 31,-40 0-15,0 80 15,-40-40-31,40 40 0,0 1 16,0-1-16,0 0 16,0 0-16,0 0 0,0 0 15,0 0 1,-41 0-16,41 0 0,0 0 15,0 1-15,0-1 16,0 0-16,-40-40 0,40 40 16,-40-40-16,0 40 0,0-40 31,0 0-15,0 0-1,0 0-15,-1-40 0,1 40 16</inkml:trace>
  <inkml:trace contextRef="#ctx0" brushRef="#br0" timeOffset="-120321.29">30015 13515 0,'0'-40'16,"40"40"15</inkml:trace>
  <inkml:trace contextRef="#ctx0" brushRef="#br0" timeOffset="-119821.32">30456 13715 0,'-40'0'0,"0"0"15,120 0 16,-80 41-15,0-1-16,0 0 0,0 0 16,0 0-16,0 0 0,0 0 15,80-40 1,-40 40-16,0-40 16,1 0-1,-41-40-15,40 40 0,0-40 0,0 40 16,-40-40-16,40 0 15,-40 0-15,0 80 47,0 0-47,0 0 16,40-40 0,0 0-16,0 0 15,1 0 1,-41-40-16,40 0 15,-40 0 1,0 0-16,0 0 0,0-1 16,-40 41-16,40-40 0,0 0 0,-41 40 0,41-40 15,-40 40-15,0-40 16</inkml:trace>
  <inkml:trace contextRef="#ctx0" brushRef="#br0" timeOffset="-119471.34">31499 13555 0,'40'0'16,"0"0"-1,-40 40-15,41-40 0,-1 40 0,0 0 16,0 0-16,-40 1 15,0-1-15,0 0 0,0 40 0,-40-40 16,0 0-16,-41 0 0,41 0 16,-40 0-16,0 41 0,0-41 0,-1 0 0,-39 0 15,40 0-15,-41 40 0,1-40 0</inkml:trace>
</inkml:ink>
</file>

<file path=ppt/ink/ink10.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8-11T05:59:43.738"/>
    </inkml:context>
    <inkml:brush xml:id="br0">
      <inkml:brushProperty name="width" value="0.05292" units="cm"/>
      <inkml:brushProperty name="height" value="0.05292" units="cm"/>
      <inkml:brushProperty name="color" value="#FF0000"/>
    </inkml:brush>
  </inkml:definitions>
  <inkml:trace contextRef="#ctx0" brushRef="#br0">3571 4170 0,'0'0'0,"0"40"63,0-80-63,40 40 109,1 0-109,-1 0 16,0 0 0,0 0-16,0 0 0,0 0 15,40 0 1,-39 0-16,-1-40 0,0 40 0,0 0 0,0 0 15,40 0-15,-40 0 0,1 0 0,-1 0 0,40 0 16,-40 0-16,0 0 0,0 0 16,0 0-16,1 0 0,39 0 0,-40 0 0,0 0 15,0 0-15,0 0 16,0 0-16,1 0 0,-1 0 0,40 0 0,-40 0 16,0 0-16,0 0 0,41 0 15,-41-40-15,40 40 0,-40 0 0,40 0 0,-40 0 16,41 0-16,-41 0 0,0 0 0,40 0 0,-40 0 15,0 0-15,1 0 16,-1 0-16,0 0 0,0 0 0,0 0 0,0 0 16,40 0-16,-39 0 0,-1 0 15,40 0-15,0 0 0,-40-40 0,41 40 0,-1 0 16,-40 0-16,40-40 16,0 40-16,1 0 0,-41 0 0,40 0 0,-40 0 15,0 0-15,41 0 0,-41 0 16,0 0-16,0 0 0,40 0 0,-40 0 0,1 0 15,-1 0-15,0 0 0,40 0 0,-40 0 0,0 0 16,0 0-16,1 0 16,-1 0-16,0 0 0,40 0 0,-40 0 0,40 0 15,1-40-15,-1 40 0,0 0 16,0 0-16,1 0 0,-1 0 0,-40 0 0,40-40 16,1 40-16,-1 0 15,0 0-15,-40 0 0,40 0 0,1-40 0,-41 40 16,40 0-16,0 0 0,-40 0 0,1 0 0,39 0 15,-40 0-15,40 0 0,-40 0 16,41 0-16,-1-40 0,-40 40 0,40 0 0,0 0 16,1 0-16,-41 0 15,40 0-15,0 0 0,1 0 0,-1 0 0,0 0 16,0 0-16,1 0 0,-1 0 16,0 0-16,0 0 0,1 0 0,-1 0 0,0 0 15,0 0-15,1 0 16,-1 0-16,-40 0 0,40 0 0,1-41 0,-1 41 15,-40 0-15,40 0 0,0 0 0,1 0 0,-1 0 16,-40 0-16,40 0 0,1-40 16,-41 40-16,40 0 0,-40 0 0,40 0 0,-40 0 15,41 0-15,-41 0 16,40 0-16,0 0 0,-40 0 0,41 0 0,-41 0 16,40 0-16,0 0 0,-40 0 15,41 0-15,-1 0 0,0 0 0,0 0 0,-39 0 16,39 0-16,0 0 0,0 0 0,-40-40 0,41 40 15,-41 0-15,0 0 16,40 0-16,-40 0 0,0 0 0,1 0 0,39 0 16,-40 0-16,40 0 0,-40 0 15,41 0-15,-41 0 0,0 0 0,40 0 0,-40 0 16,41 0-16,-41-40 16,40 40-16,-40 0 0,40 0 0,-80 40 0,121-80 15,-81 40-15,40 0 0,-40 0 16,40 0-16,-39 0 0,39 0 0,-40 0 0,40 0 15,-40 0-15,41 0 0,-41 0 0,40 0 0,-40 0 16,40 0-16,1 0 16,-1 0-16,-40 0 0,40 0 0,0 0 0,-39 0 15,39 0-15,0 0 0,0 0 16,-40 0-16,41 0 0,-1 0 0,0 0 0,-40 0 16,41 0-16,-1 0 15,-40 0-15,40 0 0,-40 0 0,41-40 0,-41 40 16,0 0-16,0 0 0,40 0 0,-40-40 15,0 40-15,1 0 0,-1-40 16,0 0-16</inkml:trace>
  <inkml:trace contextRef="#ctx0" brushRef="#br0" timeOffset="1509.91">9630 761 0,'-40'0'0,"80"0"62,-40 41-62,0-1 16,0 0 15,0 0 0,40 0-31,-40 0 16,41 0-16,-41 0 0,0 0 16,0 0-1,40 1-15,-40-1 0,0 0 0,0 0 16,0 0-16,0 0 0,0 0 0,0 0 0,0 0 15,-40 1-15,40-1 0,0 0 16,-41 0-16,41 0 0,0 0 16,0 0-16,0 0 15,0 0-15,0 0 0,0 1 16,0-1-16,0 0 16,41-40-16,-41 40 0,0 0 0,0 0 15,0 0 1,40-40-16,-40 40 0,0 0 0,0 1 15,0-1-15,0 0 0,0 0 0,0 0 16,0 0-16,0 0 16,0 0-16,0 0 0,0 0 15,0 1 1,0-1-16,0 0 0,0 0 16,0 0-16,0 0 15,0 0-15,0 0 0,0 0 16,0 1-16,0-1 31,0 0-31,0 0 16,0 0-1,0 0-15,0 0 0,0 0 16,0 0 0,0 0-16,0 1 0,0-1 15,0 0 1,0 0-16,-40-40 15,80 0 1,-40 40 0,0 0-1,0 0 1,0 0-16,0 0 16,0 1-1,40-41-15,-40 40 47,-40 0-31,0 0-1</inkml:trace>
  <inkml:trace contextRef="#ctx0" brushRef="#br0" timeOffset="2529.77">9711 1924 0,'-41'0'15,"41"41"48,0-1 30,-40-40-93,40 40 16,0 0 0,-40-40-16,40 40 0,-40-40 0,40 40 15,-40 0-15,0 0 16,40 0-16,-40 1 0,0-1 0,-1-40 16,41 40-16,-40 0 0,40 0 15,-40 0-15,40 0 0,-40-40 0,40 40 0,-40 0 16,40 0-16,-40 1 0,40-1 0,-40 0 15,40 0 1,-40 0-16,-1 0 0,41 0 0,-40 0 16,40 0-16,-40 1 0,40-1 15,-40 0-15,40 0 0,-40 0 0,0 0 0,40 0 16,-40 0-16,40 0 16,-40 0-16,-1-40 0,41 41 0,-40-1 0,40 0 15,0 0-15,-40-40 0,40 40 16,0 0-16,-40-40 0,40 40 0,0 0 15,-40 0-15,40 1 16,-40-41 0,40 40-16,0 0 0,-40-40 0,40 40 15,-40 0-15,40 0 16,-41-40-16,41 40 0,-40-40 16,40 40-16,-40-40 15,40 40-15,-40-40 47,40-40-16,0 0-31,0 0 0,80 0 16,-80 0-16,40 0 0</inkml:trace>
  <inkml:trace contextRef="#ctx0" brushRef="#br0" timeOffset="3589.78">9590 2085 0,'0'40'31,"0"-80"-15,0 0 15,0 80 32,40-40-48,-40 40 1,81-40-16,-81 40 0,0 0 0,0 0 0,40-40 15,0 40-15,0 1 0,0-1 16,0-40-16,0 40 16,0 0-16,1 0 0,-1 0 15,0-40 1,0 40-16,0 0 0,-40 0 0,40 0 16,-40 1-1,40-41-15,-40 40 0,40 0 0,-40 0 16,41-40-16,-41 40 0,40 0 15,0 0 1,-40 0-16,40-40 0,-40 40 0,40-40 0,-40 41 16,40-41-16,-40 40 0,40 0 15,0 0-15,1 0 0,-1 0 16,-40 0 0,40-40-16,0 40 0,-40 0 15,40-40 1,-40 40-16,40 1 0,-40-1 15,40-40-15,1 40 16,-41 0 0,40-40-16,-40 40 0,40-40 0,-40 40 15,0-40-15,40 40 0,-40 0 16,40-40-16,-40 40 16,40-40-1,-40 41 1,-40-41 124</inkml:trace>
  <inkml:trace contextRef="#ctx0" brushRef="#br0" timeOffset="5829.58">11998 3809 0,'0'0'0,"-40"41"16,40-1 15,0 0 16,0-80 78,40 40-125,-40-40 16,40 40-16,-40-41 0,40 41 15,-40-40-15,40 40 16,-40-40-16,40 0 0,0 0 16,1 0-1,-41 0-15,40 40 0,0-40 0,0 0 16,0-1 0,0 1-1,0 0-15,-40 0 16,40 40-16,1-40 15,-41 0-15,40 40 0,-40-40 0,40 0 16,-40 0 0,40 0-16,-40-1 0,40 41 0,-40-40 15,40 0-15,0 0 16,0 0-16,1 40 0,-1-40 16,0 40-16,0 0 15,-80 0-15,120-40 16,-120 40-16,80 0 0,-40-40 15,40 40-15,-40-40 16,40 40-16,0-41 16,1 1-1,-1 40-15,0-40 0,0 40 16,0-40-16,0 0 16,-40 0-1,0 0 1,40 40-16,-40-40 15,40 0-15,1 0 16,-41-1 0,40 41-16,0-40 15,0 40 1,-40-40-16,40 40 16,-40-40-1,40 40 1,-40-40-16,0 0 47,40 40-32,0-40 32,1 40-31,-41-40-1,40 40 32,-40-40-47,40 40 16,-40-41 0,40 41-1,-40-40 1,-40 40 140,80 0-156,-40 40 0,0-80 16,0 80 31,40 1-32,-40-1 1,40 0-16,-40 0 15,40-40-15,-40 40 16,40 0-16,-40 0 0,0 0 16,0 0-16,41-40 15,-41 41-15,0-1 0,40 0 16,-40 0 0,0 0-16,40 0 0,-40 0 15,40-40-15,-40 40 0,40 0 16,0 0-1,0 1 1,0-1 0,1-40-16,-41 40 0,40-40 0,0 40 15,0 0 1,0-40-16,-40 40 0,40 0 16,-40 0-1,40-40-15,-40 40 0,41 1 16,-1-1-16,0 0 15,0 0 1,0 0-16,0 0 31,0 0-31,0-40 16,-40 40-16,41-40 16,-41 40-16,40-40 15,-40 40-15,40 1 16,0-1-1,0 0 17,0 0-32,0 0 31,0-40-31,-40 40 0,41-40 16,-1 40-1,0-40-15,0 40 16,0-40 15,-80 0 47,0 0-78,0 0 16</inkml:trace>
  <inkml:trace contextRef="#ctx0" brushRef="#br0" timeOffset="8409.49">7102 3970 0,'40'40'47,"1"-40"-16,-1 0-31,0 0 16,-80 0 46,0 0-30,-1 0-17,1 0 1,0-40-1,0 40-15,40-40 16,-40 0 0,0 0-16,40-1 0,-40 1 15,40 0-15,-40 40 0,40-40 16,-41 40-16,41-40 0,0 0 0,-40 40 0,40-40 16,-40 40-16,40-40 15,0 0-15,-40-1 0,40 1 16,-40 0-16,40 0 0,0 0 0,-40 0 15,40 0-15,0 0 16,0 0-16,0 0 0,0-1 0,-40 41 16,40-40-16,0 0 15,0 0 1,-40 40 0,40-40-16,-41 40 15,41-40-15,-40 40 16,40-40-16,-40 0 15,40 0 1,-40 40 0,40-41-16,0 1 15,0 0 1,-40 40 0,40-40-16,0 0 15,-40 40-15,40-40 16,0 0-16,-40 0 15,40 0 1,0 0-16,0-1 16,-40 41-16,40-40 15,0 0-15,-41 0 16,41 0 0,0 0 30,0 0-14,-40 40-1,40-40-15,-40 0 15,40 80 31,0 0 16,0 0-62,-40-40-16,0 0 16,40 40-16,-40-40 0,0 40 0,0-40 15,40 40 1,-41-40-16,41 40 0,-40 0 16,0-40-1,40 41-15,-40-41 16,40 40-16,-40 0 0,0 0 31,40 0-31,-40 0 0,40 0 16,-40 0-16,40 0 15,-41 0-15,41 1 16,-40-41-16,40 40 16,0 0-16,-40 0 0,0 0 15,40 0 1,-40 0-1,40 0-15,-40-40 0,40 40 0,-40 1 32,40-1-32,-40-40 0,40 40 15,-41-40-15,1 40 16,40 0-16,-40-40 16,0 40-1,0 0-15,0 0 16,0-40-16,40 40 0,-40-40 15,40 40-15,-41-40 0,1 41 16,0-41-16,40 40 0,-40-40 16,40 40-1,-40-40-15,40 40 0,0 0 16,-40-40-16,40 40 16,-40 0-1,40 0 1,0 0-1,-40-40-15,40 41 16,-41-41 0,41 40-16,-40-40 15,40 40 1,-40-40-16,40 40 31,-40-40-31,40 40 16,-40-40-16,40 40 0,-40-40 15,40 40-15,-40-40 16,40 40-16,-40-40 0,-1 40 16,1-40-1,40 40-15,-40-40 0,40 41 16,-40-41 0,0 0 30,40 40-46,-40-40 0,0 0 16,0 40 0</inkml:trace>
  <inkml:trace contextRef="#ctx0" brushRef="#br0" timeOffset="10539.29">4294 9424 0,'0'40'0,"-41"-40"0,1 0 15,0 0 1,0 0 0,40 40 31,40-40-1,0 0-30,0 0 0,1 0-16,-1 0 0,0 0 0,0 0 15,40 0-15,-40 0 16,0 0-16,1 0 0,39-40 0,-40 40 0,40 0 16,-40 0-16,0 0 0,41-40 15,-41 40-15,0 0 0,0 0 0,0 0 0,0 0 16,0 0-16,1 0 0,-1 0 0,0 0 0,0 0 15,0 0-15,0 0 16,0 0-16,0 0 0,41 0 0,-1 0 0,-40 0 16,40 0-16,41 0 0,-41-40 15,0 40-15,41 0 0,-41 0 0,40 0 0,-40 0 16,41-40-16,-41 40 16,0 0-16,1 0 0,-1 0 0,0 0 0,-40 0 15,40 0-15,-39 0 0,-1 0 0,40 0 0,-40 0 16,0 0-16,0 0 0,1 0 15,-1 0-15,0 0 0,40 0 0,-40 0 0,0 0 16,0 0-16,41 0 16,-41 0-16,40 0 0,-40 0 0,40 0 0,-39 0 15,39 0-15,0 0 0,-40 0 16,40 0-16,1 0 0,-1 40 0,-40-40 0,40 0 16,1 0-16,-1 0 15,-40 0-15,40 40 0,0-40 0,1 0 0,-41 0 16,40 0-16,0 0 0,1 0 0,-41 0 0,40 0 15,0 0-15,41 0 0,-41 0 16,0 0-16,0 0 0,1 0 0,-1 0 0,0 0 16,0 0-16,-40 0 15,41 40-15,-1-40 0,-40 0 0,40 0 0,1 0 16,-41 0-16,40 0 0,0 0 16,-40 0-16,41 40 0,-1-40 0,-40 0 0,40 0 15,1 0-15,-41 0 0,40 0 0,0 0 0,-40 0 16,41 0-16,-1 0 15,0 0-15,0 0 0,1 0 0,-1 0 0,0 0 16,0 0-16,-40 0 0,41 0 16,-1 0-16,-40 0 0,40 0 0,1 0 0,-1 0 15,0 0-15,-40 0 16,40 0-16,1 0 0,-1 0 0,0 0 0,-40 0 16,41 0-16,-1 0 0,-40 0 15,40 0-15,0 0 0,-39 0 0,39 0 0,0 0 16,0 0-16,1 0 0,-41 0 0,40 0 0,0 0 15,0 0-15,1 0 16,-41 0-16,40 40 0,0-40 0,-40 0 0,1 0 16,-1 41-16,0-41 0,0 0 15,0 0-15,40 0 0,-39 0 0,-1 0 0,0 0 16,40 0-16,-40 0 16,40 0-16,-39 0 0,-1 0 0,40 0 0,-40 0 15,0 0-15,0 0 0,0 0 0,1 0 0,-1 0 16,40 0-16,-40 0 15,0 0-15,0 0 0,0 0 0,1 0 0,-1 0 16,0 0 0,0 0-16,0 0 0,0 0 0,0 0 15,0 0-15,1 0 16,-1 0-16,0 0 0,0 0 16,0 0-1,0 0-15,0 0 0,0 0 16,1 0-16,-1 0 0,0 40 15,0-40-15,0 0 16,0 0-16,-80 0 31,-40 0-15,40-40-16,-41 40 0,41-41 16,-40 1-16</inkml:trace>
  <inkml:trace contextRef="#ctx0" brushRef="#br0" timeOffset="12249.26">9711 6456 0,'40'0'47,"-40"40"-31,40-40-1,0 0 17,-120 0 124,80 41-141,0-1 110,0 0-109,0 0-16,0 0 16,0 0-16,0 0 0,0 0 15,0 0-15,0 1 16,0-1-16,0 0 0,0 0 0,0 0 16,0 0-16,0 0 0,0 0 15,0 0-15,0 0 0,40 1 0,-40-1 16,0 0-16,0 0 0,40 0 0,-40 0 0,0 0 15,0 0 1,0 0-16,0 1 0,0-1 0,0 0 0,0 0 16,40-40-16,-40 40 0,0 0 15,0 0-15,0 0 0,0 0 16,0 0 0,0 1-16,0-1 0,0 0 15,0 0-15,0 0 16,0 0-16,0 0 15,0 0-15,-40-40 0,40 40 16,0 1-16,-40-41 16,40 40-16,0 0 0,0 0 15,-40-40-15,40 40 16,0 0-16,0 0 16,0 0-1,0 0-15,0 0 16,0 1-16,0-1 15,0 0 1,0 0-16,0 0 0,0 0 16,0 0-1,0 0-15,0 0 0,0 1 32,0-1-17,0 0-15,-40-40 16,40 40-1,-41-40-15,41 40 16,0 0-16,-40-40 16,40 40-16,0 0 15,0-80 32</inkml:trace>
  <inkml:trace contextRef="#ctx0" brushRef="#br0" timeOffset="13519.11">9751 7539 0,'40'-40'0,"0"0"78,0 40-62,-80 0 30,0 0-14,0 0-1,40 40-31,-40 0 0,40 0 16,-41-40-16,41 40 0,-40 1 0,0-41 0,40 40 15,-40-40-15,0 40 16,40 0-16,-40-40 0,0 40 0,0 0 15,-1 0-15,1 0 16,0 0-16,0 0 0,0 1 16,0-1-1,0-40-15,40 40 0,-40 0 0,-1-40 16,41 40-16,-40-40 0,40 40 16,-40 0-16,40 0 0,-40-40 0,40 40 0,-40 1 15,40-1-15,-40-40 0,40 40 0,-40 0 0,0 0 16,40 0-1,-41-40-15,41 40 0,-40-40 16,40 40 0,-40-40-16,0 0 0,40 40 15,-40-40 1,0 0-16,40 40 0,-40-40 0,0 41 16,40-1-16,-41-40 0,41 40 15,-40 0-15,40 0 16,-40 0-16,40 0 15,-40-40 1,40 40-16,0 0 0,0 1 16,-40-41-1,40 40-15,-40-40 0,40 40 16,-40 0 0,40 0-16,-40-40 31,40 40-16,-41-40 1,41 40 15,-40 0 32,0-40-63,40 40 15,0-80 17,40 0-17,-40 0-15,0 0 0</inkml:trace>
  <inkml:trace contextRef="#ctx0" brushRef="#br0" timeOffset="16848.99">9871 7660 0,'40'-41'15,"-40"1"1,-40 40 62,80 0-15,0 0-48,-40 40-15,40-40 0,-40 41 16,41-41-16,-41 40 15,40-40-15,-40 40 0,40-40 0,0 40 0,-40 0 16,40-40-16,-40 40 0,40 0 16,-40 0-16,40-40 0,-40 40 0,40 0 15,1 1 1,-1-1-16,-40 0 0,40-40 0,-40 40 16,40-40-16,-40 40 0,40 0 0,-40 0 15,0 0 1,40-40-16,-40 40 0,0 1 15,40-41-15,-40 40 16,40-40-16,-40 40 0,41-40 0,-41 40 0,40-40 16,-40 40-16,40-40 0,-40 40 15,40-40-15,-40 40 0,0 0 16,40-40 0,-40 40-16,0 0 15,40-40-15,-40 41 0,0-1 16,40-40-16,-40 40 15,41 0-15,-41 0 0,40 0 16,-40 0 0,40-40-16,-40 40 0,40-40 0,-40 40 15,40-40-15,-40 41 16,40-1 0,-40 0-1,40 0 1,-40 0-16,40 0 15,-40 0-15,41-40 16,-41 40-16,40-40 0,-40 40 16,40-40-1,-40 40-15,40-40 32,-40 41-17,40-1 16,-40 0 1,0-80 93,0 0-110,0-1 17,40 41-32,-40-40 0,40 40 0,-40-40 15,40 40-15,-40-40 0,0 0 0,41 40 16,-41-40-16,0 0 15,0 0 1,40 40 0,-40-40-16,40 40 15,-40-40 1,40 40-16,-40-41 16,40 41-16,-40-40 0,40 40 15,-40-40-15,40 0 16,-40 0-1,40 40-15,-40-40 16,0 0-16,41 40 16,-41-40-1,40 40-15,-40-40 16,40-1 0,0 1-16,0 40 15,0 0-15,-40-40 16,40 40-1,0 0-15,-40-40 16,41 0 0,-1 0-1,0 40 1,-40-40-16,40 40 16,-40-40-16,40 40 0,-40-40 15,0 0 1,40 40-16,0-41 0,0 41 31,-40-40-31,41 40 16,-41-40 15,40 40-15,0-40-16,-40 0 15,40 40-15,0-40 0,0 40 16,-40-40-16,40 40 15,0 0-15,1 0 47,-41-40-31,40 40-16,-40-40 16,40 40-16,-40-41 15,40 41-15,0-40 16,-40 0 15,0 0-15,40 40-16,-40-40 15,40 40 1,-40-40 0,0 0 62,0 80 281,40-40-359,1 0 31,-41 40-31,0 0 16,40-40-16,-40 40 16,40-40-16,-40 40 0,40-40 15,0 0-15,-40 40 0,40-40 31,-40 41-31,0-1 16,0 0 0,40-40-16,-40 40 31,40-40-31,-40 40 16,41 0-1,-41 0 1,40-40-16,-40 40 0,40-40 15,-40 40-15,40-40 16,0 41-16,0-41 16,-40 40-1,40-40-15,0 40 0,1-40 32,-41 40-32,40 0 0,-40 0 15,40-40 1,-40 40-16,0 0 15,40-40 1,-40 40 0,0 0-1,40-40-15,-80 0 16,80 0-16,-40 41 16,-40-41-16,80 0 15,-40 40 1,40-40-16,-40 40 15,40-40-15,-40 40 16,40-40-16,-40 40 0,41 0 16,-41 0-1,40-40-15,-40 40 0,40-40 16,-40 40-16,40 1 16,-40-1-1,40-40 1,-40 40-1,40 0 1,-40 0 0,40 0-1,-40 0 17,40-40-32,-40 40 31,41-40-31,-41 40 15,40-40 1,-40 40-16,40-40 0,-40 41 31</inkml:trace>
  <inkml:trace contextRef="#ctx0" brushRef="#br0" timeOffset="19648.82">7865 9625 0,'40'-40'31,"0"-1"-15,0 41-1,-40-40-15,40 40 78,0 0-46,-80 0 46,40-40-78,-40 40 0,0-40 31,0 40-15,40-40-1,-40 40 1,40-40-16,-40 40 15,40-40-15,-40 0 16,-1 0-16,41 0 16,-40-1-1,40 1-15,0 0 16,-40 40-16,40-40 0,0 0 16,-40 0-16,40 0 15,-40 40-15,40-40 0,-40 0 31,40-1-31,-40 41 16,40-40-16,0 0 16,-40 40-16,40-40 0,0 0 15,-41 0 1,41 0-16,0 0 16,-40 40-16,40-40 0,0 0 15,-40 40 1,40-41-16,0 1 15,-40 0 1,40 0-16,0 0 0,-40 40 16,40-40-16,0 0 15,-40 40-15,40-40 0,0 0 32,-40 40-1,40-41-31,0 1 31,-41 40-31,41-40 16,-40 40-1,40-40-15,0 0 16,-40 0-16,40 40 0,0-40 16,40 40-16,-80 0 15,80 0 32,-80 0-47,80 0 31,-80 0-15,0 0 46,40-40-62,-40 40 63,40-40-63,-40 40 16,40-40 15,0-1 0,0 1-31,0 0 16,0 0-1,-40 40 188,40 40-187,-40-40-16,-1 0 0,41 40 16,-40-40-1,40 40-15,-40-40 0,40 41 16,-40-41-16,0 0 16,0 40-16,0-40 0,0 40 15,-1 0-15,1-40 16,40 40-16,-40-40 15,40 40-15,-40-40 0,40 40 0,-40-40 0,40 40 16,-40-40-16,40 40 0,-40-40 16,40 40-16,-40 1 0,40-1 0,-41-40 15,41 40-15,-40-40 16,40 40-16,-40-40 0,40 40 0,-40-40 0,40 40 16,-40-40-16,40 40 0,-40 0 15,0-40-15,40 40 16,-40-40-16,40 41 0,-41-41 15,41 40 1,-40-40-16,40 40 0,-40-40 16,40 40-16,-40 0 15,40 0-15,-40-40 16,40 40 0,-40-40-16,40 40 0,-40-40 15,40 40-15,-40-40 16,40 40-16,-41-40 15,41 41-15,-40-1 0,0 0 32,40 0-32,-40-40 0,40 40 15,-40-40-15,40 40 0,-40-40 16,0 40-16,0 0 16,-1 0-16,1 1 15,0-1 1,40 0-16,-40-40 15,40 40 1,-40-40-16,40 40 0,-40 0 31,0 0-15,0 0 0,-1 0-16,1-40 15,40 40-15,0 1 31,-40-41-31,80 0 63</inkml:trace>
  <inkml:trace contextRef="#ctx0" brushRef="#br0" timeOffset="21188.72">4494 15119 0,'0'0'0,"0"40"16,-40-40-1,40-40 17,0 80 46,40-40-78,0 0 0,0 0 15,1 40 1,39-40-16,-40 0 0,0 0 0,40 0 0,-40 0 16,41 0-16,-1 0 0,-40 0 0,40 0 0,1 0 15,-1 0-15,0 40 0,0-40 16,1 0-16,-1 0 0,0 0 0,0 0 0,41 0 15,-41 0-15,0 0 16,0 0-16,1 0 0,39 0 0,0 0 0,-39 0 16,39 0-16,0 0 0,-39 0 15,39 0-15,0 0 0,1 0 0,-41 0 0,41 0 16,-1 0-16,-40 0 16,41 0-16,-1 0 0,0 0 0,1 0 0,-41 0 15,40 0-15,1 0 0,-1 0 0,0 0 0,1 0 16,-1 0-16,1 0 0,-41 0 15,40 0-15,1 0 0,-41 0 0,40 0 0,1 0 16,-1 0-16,-40 0 16,0 0-16,41 0 0,-1 0 0,-40 0 0,41 0 15,-1 0-15,-40 0 0,41 0 16,-1 0-16,1 0 0,-41 0 0,40 0 0,1 41 16,-41-41-16,0 0 0,41 0 0,-41 0 0,0 0 15,0 0-15,1 0 16,-1 0-16,0 0 0,0 0 0,-40 0 0,41 0 15,-1 0-15,0 0 0,0 0 16,41-41-16,-41 41 0,0 0 0,1 0 16,-1 0-16,40 0 0,-40 0 15,1 0-15,-1 0 0,0 0 0,0 0 0,1 0 16,-1 41-16,0-41 0,0 0 16,1 40-16,-1-40 0,0 0 0,0 0 0,1 0 15,-1 0-15,0 0 0,-40 40 0,41-40 0,-1 0 16,-40 0-16,40 0 15,-40 0-15,41 0 0,-41 0 0,40 0 0,-40 0 16,40 40-16,1-40 0,-41 0 16,40 0-16,0 0 0,-40 0 0,41 0 0,-41 0 15,40 0-15,-40 0 16,0 0-16,0 0 0,1 0 0,-41-40 16,0 0-16,-41 40 15,41-40-15</inkml:trace>
  <inkml:trace contextRef="#ctx0" brushRef="#br0" timeOffset="22528.57">9470 12232 0,'40'0'16,"0"0"-16,0 0 0,0 0 15,-40 40 48,0 0-48,0 40 1,0-40-16,0 0 16,40 0-16,-40 0 0,0 0 0,0 1 15,0-1 1,41-40-16,-41 40 0,0 0 0,0 0 15,0 0-15,0 0 16,0 0-16,0 0 0,0 1 16,0-1-16,0 0 15,0 0-15,0 0 0,0 0 0,0 0 16,0 0-16,0 0 0,0 0 16,0 1-16,0-1 15,0 0-15,0 0 0,0 0 0,0 0 16,0 0-1,0 0-15,0 0 16,0 1 0,0-1-16,0 0 0,0 0 15,0 0-15,0 0 16,0 0-16,0 0 0,0 0 16,0 0-16,0 1 0,0-1 15,0 0 1,0 0-16,0 0 0,0 0 15,0 0 1,0 0 0,0 0-1,0 1-15,0-1 0,0 0 16,0 0 0,0 0-16,0 0 15,0 0-15,0 0 16,0 0-1,0 0-15,0 1 16,0-1 0,0 0-16,-41 0 15,41 0 1,0 0-16,0 0 16,0 0 15,-80-40-16,160 0-15,-120 40 16,80-80-16,-40 80 0,0-80 31,0-40-15,0 40-16</inkml:trace>
  <inkml:trace contextRef="#ctx0" brushRef="#br0" timeOffset="23668.58">9670 13715 0,'0'-40'16,"-40"40"124,0 0-109,40 40-31,-40-40 0,0 41 16,40-1 0,-40-40-16,40 40 0,-40 0 0,0 0 15,-1 0 1,1 0-16,0-40 0,40 40 0,-40 0 16,0 0-16,0-40 0,40 41 0,-40-41 0,0 40 15,-1 0-15,1 0 16,0 0-16,0 0 0,0 0 15,0 0 1,0-40-16,0 40 0,-1-40 0,1 41 16,0-1-1,0-40-15,0 40 0,0-40 0,40 40 16,-40-40-16,0 40 16,-1-40-1,41 40-15,-40-40 0,0 40 0,0 0 16,0 0-1,0-40-15,40 40 0,-40-40 0,0 41 16,-1-1 0,41 0-16,-40-40 15,40 40 1,-40-40-16,40 40 16,-40-40-16,40 40 15,-40-40-15,40 40 16,-40-40-16,40 40 15,-40-40 1,40 40-16,-40 1 16,-1-41-1,41 40 1,0 0 62,-40-40-62,80-40 15,1 0-15,-1-1-16</inkml:trace>
  <inkml:trace contextRef="#ctx0" brushRef="#br0" timeOffset="24738.48">9630 13715 0,'0'0'0,"-40"0"0,40-40 63,0 0-16,40 40-16,0 0-16,1 40-15,-1-40 16,0 40-16,0-40 0,-40 41 0,40-41 0,0 40 16,0-40-16,0 0 15,1 40-15,-1-40 0,-40 40 0,40 0 0,0-40 0,-40 40 16,40-40-16,-40 40 0,0 0 0,40-40 16,-40 40-16,0 0 15,40-40-15,-40 41 0,40-41 0,1 40 16,-1-40-16,0 40 15,0-40-15,0 0 0,0 40 0,0-40 0,0 40 16,1-40-16,-1 40 0,0 0 16,0-40-16,0 40 0,0 0 15,0-40-15,1 41 16,-1-41-16,-40 40 0,40-40 0,0 0 0,0 40 16,0-40-16,0 40 0,0-40 0,1 40 0,-1 0 15,0-40-15,0 40 16,-40 0-16,40-40 0,0 40 0,0 0 15,0 1 1,1-1-16,-1-40 0,-40 40 16,40-40-16,-40 40 15,40-40-15,0 40 0,-40 0 16,40-40-16,-40 40 0,40-40 0,-40 40 0,40-40 16,1 40-1,-1-40-15,-40 41 0,40-41 0,0 40 31,-40 0 16,0-80 0,0 0-31,0-1-16,0 1 15,-40 40-15,40-40 0,-40 0 16,0 0-16,-1 0 0,1 0 0</inkml:trace>
  <inkml:trace contextRef="#ctx0" brushRef="#br0" timeOffset="26818.32">10674 15119 0,'0'0'15,"-41"0"-15,41 40 16,-40-40-16,0 0 78,40 40-78,0 0 31,0 1-15,0-82 109,40 41-94,-40-40-31,40 40 0,-40-40 16,41 40-16,-41-40 0,40 40 0,0-40 16,0 0-1,0 0-15,0 0 0,0 40 16,-40-40-16,41-1 15,-1 41-15,-40-40 0,40 40 16,-40-40-16,40 40 16,-40-40-16,40 0 15,-40 0 1,40 40-16,-40-40 0,40 0 16,0 40-16,-40-40 0,41 40 15,-41-40-15,40 40 0,0 0 16,-40-41-16,40 41 0,0 0 31,0-40-31,0 40 0,-40-40 16,40 40-16,1 0 0,-41-40 15,40 40-15,0-40 0,0 40 0,-40-40 16,40 40-16,0 0 0,-40-40 0,40 40 31,-40-40-31,0 0 16,40 40-16,1-41 15,-41 1-15,40 40 16,0-40 0,0 0-16,0 40 15,-40-40-15,40 40 16,-40-40-16,40 40 16,0-40-16,1 40 15,-41-40 1,40 40-16,0-40 0,-40 0 15,40 40 1,-40-41 0,40 41 15,-40-40-15,0 0 30,40 40 17,-40-40-63,40 40 0,0 0 47,1 0 187,-1 0-218,0 40-16,0 0 31,-40 0-31,40-40 0,-40 41 31,40-41-31,-40 40 0,40-40 0,-40 40 0,40 0 16,-40 0-16,41 0 16,-41 0-1,40 0-15,-40 0 16,40-40-16,-40 40 15,40-40-15,-40 41 0,40-1 16,-40 0 0,40-40-16,-40 40 0,40-40 15,-40 40 1,40 0-16,-40 0 16,41-40-16,-41 40 0,40-40 0,-40 40 0,40-40 15,0 41-15,0-1 16,-40 0-16,40-40 0,0 40 31,0 0-31,-40 0 16,41-40-16,-41 40 0,40 0 15,0 0-15,-40 0 0,40-40 16,-40 41-16,40-41 0,-40 40 0,40-40 16,-40 40-16,40 0 15,-40 0-15,40 0 16,-40 0-1,41-40-15,-41 40 0,40-40 16,-40 40-16,40-40 16,-40 41-16,40-1 15,-40 0 1,40-40-16,0 40 31,0-40 0,-40 40-31,-40-80 94</inkml:trace>
  <inkml:trace contextRef="#ctx0" brushRef="#br0" timeOffset="29408.16">8868 15320 0,'-40'0'140,"40"-40"-124,-40 40-16,0 0 31,40-41-31,-41 1 0,41 0 16,-40 0-16,40 0 15,-40 40-15,40-40 0,0 0 16,-40 40-16,40-40 16,-40 40-16,40-40 0,-40 40 15,40-41-15,-40 1 16,40 0 0,-40 40-16,40-40 0,-41 40 0,41-40 15,-40 40-15,40-40 16,-40 40-16,40-40 15,-40 40 1,40-40 0,-40 40-1,0-40 1,40 0 0,-40 40-16,40-41 15,-40 41-15,40-40 0,-41 40 16,41-40-1,-40 0 1,0 0 0,0 40-16,40-40 0,-40 40 0,40-40 15,-40 40 1,0 0-16,40-40 16,-40 40-16,40-40 15,-41 40 1,1-41-16,0 1 31,40 40-31,80 0 16,-160 0-16,80-40 15,-40 40-15,0 0 16,40-40-16,-40 40 0,40-40 16,40 40-1,-120-40-15,120 40 0,-80-40 0,0 40 16,40-40-1,80 0-15,-160 80 0,39-80 0,41 0 63,-40 40-47,40-41-1,0 82-15,0-82 16,-40 1 15,80 40 0,-80 0-31,40-40 47,-40 40-16,40-40-15,40 40 31,-80 0-47,80 0 31,-80 0-31,0 0 78,40 40-78,0 0 16,-40-40-16,40 40 0,-40-40 0,-1 41 16,1-41-1,40 40-15,-40-40 0,0 0 0,40 40 16,-40-40-16,0 0 15,40 40-15,-40-40 0,0 0 0,40 40 16,-41-40-16,1 40 16,0-40-16,40 40 15,-40-40-15,0 0 16,40 40-16,-40-40 0,40 40 0,-40-40 16,40 40-16,-40-40 0,-1 41 15,1-41 1,40 40-16,-40-40 0,40 40 0,-40-40 15,0 40-15,0-40 16,0 0-16,40 40 0,-40-40 16,-1 0-1,41 40-15,-40-40 16,0 0 0,40 40-16,-40-40 15,40 40-15,-40-40 0,0 0 0,40 40 16,-40-40-16,0 41 15,40-1-15,-41-40 16,41 40 0,-40-40-16,0 0 15,0 0 1,0 40-16,0-40 16,0 40-16,0-40 15,40 40-15,-41-40 16,41 40-16,-40-40 0,40 40 15,-40 0 1,0-40 0,40 40-1,0-80-15,-40 80 0,40 1 16,-40-41-16,40 40 16,-40 0-1,40 0-15,-40 0 16,40 0-1,-41-40-15,1 40 0,0-40 32,40 40-32,-40-40 15,0 0 1,40 40-16,-40-40 16,0 0-16,40 41 15,-40-41 1,-1 0-16,1 0 15,0 40 1,0-40-16,0 40 31,0-40-31,0 40 16,0-40-16,-1 40 16,1-40-1,0 0 16,80 0 32,-40-40-63,40 0 0</inkml:trace>
  <inkml:trace contextRef="#ctx0" brushRef="#br0" timeOffset="30578.11">9470 12352 0,'-40'0'16,"120"0"-16,-80-40 15,-40 40 48,0 0-16,40 40-32,-40 0-15,40 0 16,-41-40 0,41 40-16,-40 0 15,40 0 1,-40-40-1,40 40-15,0-80 32,0 0-17,0 0 1,40 40-16,-40-40 0,0 0 16,40 0-16,1 0 0,-41 0 0,40 0 15,-40-1-15,40 41 0,-40-40 16,0 0-16,40 40 0,0 0 31,-40 40-15,40-40-16,0 40 15,0-40-15,1 41 0,-1-41 16,0 0-16,0 40 0,0-40 16,0 0-1,0 40-15,0-40 0,1 40 16</inkml:trace>
  <inkml:trace contextRef="#ctx0" brushRef="#br0" timeOffset="32408.05">9791 6136 0,'-40'40'0,"0"0"16,-1 0 0,1-40-16,0 40 0,40 0 15,-40-40-15,40 40 16,0 0-16,0 0 16,-40-40 46,40-40-31,-40 40-31,40-40 16,40 0 0,0 40-1,-40-40 1,40 40-16,0 0 15,0 0-15,1 0 16,-1 40 0,0 0-16,0-40 15,0 0-15,-40 40 16,40-40-16,0 0 0</inkml:trace>
  <inkml:trace contextRef="#ctx0" brushRef="#br0" timeOffset="33597.98">1003 641 0,'-40'0'16,"0"0"-16,0 0 15,40 40 1,-40 0-16,40 0 16,0 1-16,0-1 15,0 0-15,0 0 0,0 0 0,0 0 16,0 40-16,0-40 0,0 41 0,0-41 0,0 0 16,0 0-16,0 40 15,0-40-15,0 0 0,0 0 0,-40 1 16,40-1-16,0 0 15</inkml:trace>
  <inkml:trace contextRef="#ctx0" brushRef="#br0" timeOffset="34437.93">1083 641 0,'0'0'16,"0"-40"-16,-40 0 16,-40 0-1,0 40 16,40 0-31,0 40 16,-81 40 0,81-40-1,-40 0 1,0 41 0,-1-1-1,81 40 1,0 40 15,0-79-31,0 39 16,40 0-1,1 41 1,39-81 15,0-40-15,-40 0-1,81-40 1,-41 40 0,80-40-1,1-120 1,-121 80 0,120-80-1,-119 39 1,39-119-1,-80 160-15,40-81 16,-40 81 0,0-40-1,0 0 1,-40 40 15,0 0-31,-41-81 31,1 81-31,-40-40 32,-41 80-17,81 0 1,40 40 0,40 0-1</inkml:trace>
  <inkml:trace contextRef="#ctx0" brushRef="#br0" timeOffset="35227.85">2127 681 0,'0'-40'16,"0"80"-16,0-120 16,40 80-16,-40-40 15,80 40 1,0 0 0,-40 40-1,41 80 1,-41 41 15,-40-81-31,0 0 31,-80 0-31,-41-40 16,81 1 0,-80-41-1,39-41 16,1-79-15,40 40 0,40 40-1,80 0 1,1 0 0,-41 0-1,40-1 1,0 1-1</inkml:trace>
  <inkml:trace contextRef="#ctx0" brushRef="#br0" timeOffset="35667.86">2929 641 0,'-40'0'0,"40"40"16,40 0 15,0 0-31,-40 1 16,40-1-16,1 0 16,-1 0-16,-40 0 0,40 0 15,-40 0 1,0 0-16,0 0 15,40-40 1,-40-40 15,0-40-15,40 80-16,-40-40 0,0 0 16,0 0-1,40 40-15,-40-40 0,40 40 0,-40-40 0,40-1 16,-40 1-1,41 0-15,-1 40 32,-40 40-17,40-40-15,0 0 32</inkml:trace>
  <inkml:trace contextRef="#ctx0" brushRef="#br0" timeOffset="36037.84">3692 882 0,'0'0'0,"0"40"16,40-40-1,40-40 1,40 0 15,-79-41-15,-41 41-1,-81 0 1,1 40 0,40 0-1,-40 40-15,-1 41 32,1-1-17,120 0 1,121-40 15,-81-40-31,0 0 16,-40 0-1,1-40 1</inkml:trace>
  <inkml:trace contextRef="#ctx0" brushRef="#br0" timeOffset="36387.81">4213 641 0,'0'0'16,"40"0"15,-40 40-15,41-40-16,-41 40 0,40-40 16,0 40-16,0-40 0,-40 41 0,0-1 15,40-40-15,-40 40 16,0 0-16,40-40 0,-40 40 15,0 0-15,0 0 16,-80-40-16,40 0 31,40-40-31,0 0 16,0 0-16,0 0 16,40 0-16,-40 0 15,40 40-15,-40-41 0,40 1 0,0 40 16,-40-40-16,40 40 15,1 0-15,-1 0 16</inkml:trace>
  <inkml:trace contextRef="#ctx0" brushRef="#br0" timeOffset="36837.79">5297 601 0,'0'0'16,"-40"0"46,-1 0-62,1 40 16,40 0-16,0 0 16,0 0-1,0 1 1,0-1-16,0 0 15,40-40-15,1 40 16,-41 0-16,40-40 16,-40 40-1,0 0 1,-40-40-16,-41 0 0,81 40 16,-40-40-16,0 0 15,0 0-15,0 0 0,0 0 16,40-40-1</inkml:trace>
  <inkml:trace contextRef="#ctx0" brushRef="#br0" timeOffset="37317.7">5979 681 0,'-80'0'15,"160"0"-15,-241 40 16,121-40-16,0 40 0,-40 1 31,80 39-15,40-40-1,40-40 1,0 0 0,-80-40-1,0 0 1,0-41 0,0 122 46,0-1-62,41-40 0,-1 0 16,-40 40-16,40 0 15,0-40-15,-40 40 0,40-40 0,-40 40 0,40-40 16,0 40-16,0 0 0,1-40 16,-41 40-16,40-40 15</inkml:trace>
  <inkml:trace contextRef="#ctx0" brushRef="#br0" timeOffset="37877.65">6340 681 0,'-80'40'32,"160"-80"-32,-200 80 15,160-40 1,0 40-16,0 1 15,0-1 1,0 0-16,-40 0 31,80-80 16,-80 0-47,0 0 0,41-1 0,-1 41 16,-40-40-16,40 40 0,0-40 15,0 40-15,0 0 32,-40 80-32,40-39 15,-40-1-15,0 0 16,0 0 0,0-80 15,0 0-16,40 40-15,-40-40 16,0-1-16,41 41 0,-41-40 16,40 40-1,0 0 1,-40 40-16,0 1 16,0-1-16,0 0 15,40 0-15,-40 0 16,40-40-16,-40 40 15,40 0-15,0 0 0,0-40 16,1 0 0,-41-40-16</inkml:trace>
  <inkml:trace contextRef="#ctx0" brushRef="#br0" timeOffset="38337.7">7263 802 0,'40'-41'15,"-80"82"-15,80-122 16,-40 121 15,0 1-31,40-41 0,-40 40 16,0 0-16,40 0 15,-40 0-15,0 0 16,0 40-16,0-40 0,0 0 16,0 1-16,0-1 15,0 0-15,0 0 0,40-40 31,-40-40-15,0 0 0,0 0-16,0-1 0,0 1 0,0 0 15,0 0-15,0 0 0,0 0 0,0 0 16,41 0-16,-41 0 0,0 0 16,40 40-16,-40-41 0,40 1 0,-40 0 0,40 0 15,0 40 1,0 0-1,-40 40 1,0 0-16,0 0 16,0 1-1,0-1-15,-40-40 0,40 40 0,-40-40 0,40 40 16,-80-40-16,40 40 0,-1-40 0,1 40 16,0-40-16,40 40 15,0-120 1,40 80-1</inkml:trace>
  <inkml:trace contextRef="#ctx0" brushRef="#br0" timeOffset="38557.65">7785 561 0,'0'0'0,"-41"40"15,1 0 1,40 0-1,0 40 1,40 41 0,1-1-1,-41-80 1,0 40 0</inkml:trace>
  <inkml:trace contextRef="#ctx0" brushRef="#br0" timeOffset="38757.67">8065 681 0,'0'40'32,"0"-80"-32,-40 80 0,40 0 15,0 1 1,0-1-16,0 40 31,40-40-15</inkml:trace>
  <inkml:trace contextRef="#ctx0" brushRef="#br0" timeOffset="38917.66">8146 441 0,'-40'0'0,"80"0"0,-121-81 15</inkml:trace>
  <inkml:trace contextRef="#ctx0" brushRef="#br0" timeOffset="39597.62">8346 481 0,'0'0'0,"40"80"15,-40-40 1,0 0 0,-80 40-1,80-40 1,0 1-1,40-41 1,0-41 0,1 41-16,-1-40 15,0 40 1,40 0 0,40 0 15,-79 0-31,-1-40 31,-40 0-31,0 0 16,-81 0-1,41 80 1,0-40-16,40 80 31,0-40-15,80-120-1,-39 0 1,-41 40 0,40 40-1,-40 40-15,40 0 16,-40 0 0,0 0-16,40 0 0,-40 0 0,0 1 15,0-1-15,0 0 16,0 0-16,-40 0 0,40 0 0,-40 0 0,40 0 15,-40 0-15,40 0 16,-41 1-16,41-1 0,-40-40 0,0 40 0,40-80 31,0-41-31,40 41 16,-40 0-16,40 0 0,-40 0 0,41 0 0,-1 0 16,0 40-16,-40-40 15,40 40-15,0-40 0,0 40 0,-40-40 16,40 40-16</inkml:trace>
  <inkml:trace contextRef="#ctx0" brushRef="#br0" timeOffset="40657.56">1003 5935 0,'0'-40'47,"0"0"-47,40 40 0,0 0 15,1 0 1,39 0-16,-40 40 0,-40 0 15,0 0 1,0 0-16,0 0 0,-40 0 16,40 1-16,-40-41 15,40 40-15,-40-40 0,-1 40 0,1-40 16,40 40-16,-40-40 0,120 0 31,-80-40-31,41 40 0,-1 0 16,0-40-16,40 40 0,-40 0 15,0 0-15,0 0 0,1-40 0,-1 40 0,0 0 16,0 0 0,-40-41-16,40 41 0,0 0 0,-40-40 15,40 40-15,-40-40 0</inkml:trace>
  <inkml:trace contextRef="#ctx0" brushRef="#br0" timeOffset="41287.52">1485 5694 0,'-40'0'0,"80"0"0,-161-40 16,81 0-16,0 40 16,0-40-16,-40 40 15,-1 0-15,41 0 16,-80 40-1,80 0 1,0 0-16,0 41 16,-1-41-16,-39 40 15,0 120 1,0-39 0,80-1 15,0-80-31,80 81 31,40-81-15,81-80-1,-161 0-15,80 0 16,-79-40-16,119 40 16,-80-40-1,-40 40-15,1-40 0,-1 0 0,40-41 31,-40 41-31,0 40 0,40-120 32,-39 40-32,-41 40 0,40-161 15,-40 81 1,-40-41 0,-1 41 15,-39 80-16,40 40-15,0 0 0,0 0 16,0 0-16,-121 80 31,121-40-31,0 0 16,0-40-16</inkml:trace>
  <inkml:trace contextRef="#ctx0" brushRef="#br0" timeOffset="41597.5">2648 5614 0,'0'0'16,"-40"0"-16,0 40 31,40 81-15,0-81-16,0 80 15,0 0-15,0-80 16,0 161 0,0-121-1,0 40 1,0-79-1</inkml:trace>
  <inkml:trace contextRef="#ctx0" brushRef="#br0" timeOffset="41877.5">2648 5815 0,'-120'-81'15,"240"162"-15,-240-282 16,200 161-16,-40 0 16,41 40-1,-41 0 1,40 80 0,-80-40-16,40 40 15,-40 1-15,-120-1 31,120-40-31,-201 40 16,161-80-16</inkml:trace>
  <inkml:trace contextRef="#ctx0" brushRef="#br0" timeOffset="42257.46">2969 5975 0,'40'0'16,"-80"0"-16,161 0 16,-81 0-16,-40-40 0,80 0 15,-40 40 1,0-80 0,-40 40-1,0-1 1,-40 1-1,-80 40 17,120 40-32,-40-40 0,0 41 0,-1 39 15,1-40 1,40 0-16,0 0 16,0 0-16,40 0 0,1-40 31,-1 0-31,40 40 15,-40-40-15,0 0 16</inkml:trace>
  <inkml:trace contextRef="#ctx0" brushRef="#br0" timeOffset="42587.37">3652 5775 0,'-81'0'15,"162"0"-15,-162-41 32,121 41-32,1 0 15,-1 41-15,0-41 0,-40 40 0,40-40 16,0 40-16,0-40 16,-40 40-16,40-40 0,-40 40 0,0 0 15,0 0-15,40-40 16,-40 40-1,-40-40 1,0-40 0,40 0-1,0 0-15,0 0 0,0 0 16,40 0-16,-40 0 0,40 40 0,-40-41 0,41 41 16,-41-40-16,40 40 15,0 0-15,0 0 0,0 0 16,-40-40-16</inkml:trace>
  <inkml:trace contextRef="#ctx0" brushRef="#br0" timeOffset="42847.37">4615 5614 0,'-121'-40'31,"81"0"-31,0 40 0,0 0 15,40 40 1,0 80 15,0-80-31,80 161 16,-80-161-16,40 80 16,-40-79-16,0 39 15,0-40-15,0 40 16,0-40-16</inkml:trace>
  <inkml:trace contextRef="#ctx0" brushRef="#br0" timeOffset="43357.4">4294 6256 0,'0'-40'16,"0"80"-16,-41-80 0,82-40 31,39 80-31,0-41 15,0 41 1,-40-40-16,81 0 16,-81 40-16,0-40 15,-40 0 1,40 40 0,0-40-1,0 0 16,1 40-15,-41-40 0,40 40-16,-40-40 15,0-1 1,-40 41 62,-1 0-47,1 41-31,40-1 16,0 0-16,0 0 0,0 0 16,0 0-16,40 0 15,1 0-15,-1-40 16,0 0-1,0 0-15,0 0 16</inkml:trace>
  <inkml:trace contextRef="#ctx0" brushRef="#br0" timeOffset="43617.38">5618 5694 0,'-40'-40'15,"80"80"-15,-121-80 16,41 40-16,0 0 16,0 0-16,0 80 15,40-39-15,0-1 0,0 40 16,80 0 15,-40-40-31,81-40 16,-81 0-16,40-40 15,-40 40-15,-40-40 0</inkml:trace>
  <inkml:trace contextRef="#ctx0" brushRef="#br0" timeOffset="43817.29">6220 5293 0,'-41'0'31,"82"0"-31,-162 0 15,81 40-15,40 1 0,0 39 16,0-40-16,0 80 31,40 0-31,-40-39 16,0-41-16,0 120 16,0-120-16,0 0 0,0 1 15</inkml:trace>
  <inkml:trace contextRef="#ctx0" brushRef="#br0" timeOffset="44007.36">6179 5895 0,'-120'-80'16,"240"160"-16,-280-241 31,200 161-31,80-40 15,81 0 1,-161 40 0</inkml:trace>
  <inkml:trace contextRef="#ctx0" brushRef="#br0" timeOffset="44627.25">7504 5454 0,'0'-40'32,"-40"40"-17,-1 0-15,1 0 16,0 0-16,40 40 0,-40-40 0,0 40 15,0 0 1,40 0-16,0 0 0,-40 0 0,40 0 16,0 0-16,0 1 0,0-1 15,80 0-15,-80 0 16,40 0-16,0 0 0,-40 0 31,40-40-31,-80 0 31,0 0-31,0 0 0,0 0 16,0 0-16,-1 0 16,1 0-16,40-40 0</inkml:trace>
  <inkml:trace contextRef="#ctx0" brushRef="#br0" timeOffset="45057.3">7865 5614 0,'0'0'0,"-40"-40"16,-41 40 0,41 0-16,0 40 15,0-40-15,40 80 16,40 41-1,-40-81 1,40-40-16,41 0 16,-41 0-1,-40-40-15,0 0 0,40 40 16,-40-41 0,0 1-16,0 0 0,-40 40 15,40 40 32,0 0-47,40 1 16,-40-1-1,40 0-15,0 0 0,-40 0 16,40-40-16,0 0 16</inkml:trace>
  <inkml:trace contextRef="#ctx0" brushRef="#br0" timeOffset="45577.26">8146 5414 0,'0'0'0,"0"-40"16,-40 40-16,40-41 16,0 82-1,40 39 1,0 0-1,-40-40-15,80 80 16,-80-80-16,0 1 16,0-82 15,0 1-15,40 40-16,-40-40 0,40 0 15,0 0-15,-40 0 16,41 40-1,-1 0-15,-40 40 16,40-40-16,-40 40 16,0 0-16,40-40 0,-40 40 15,0-80 32,0 0-31,40 0-16,-40 0 0,40 40 15,0 0 1,0 40 0,-40 0-1,0 0 1,41 0 0</inkml:trace>
  <inkml:trace contextRef="#ctx0" brushRef="#br0" timeOffset="45997.18">9189 5374 0,'-40'0'16,"80"0"-16,-160 40 31,79 0-31,41 40 15,0-40-15,41 120 16,-41-119-16,40 39 16,-40-40 15,0-80-15,-40 40-1,40-40-15,0-121 31,0 121-31,0-160 16,0 160-16,40-41 0,0-39 16,0 80-16,0 0 15,0 0-15,0 40 16,0 160 0,-40 1 15,-40-81-31,0-40 0,-40 40 31,40-40-31</inkml:trace>
  <inkml:trace contextRef="#ctx0" brushRef="#br0" timeOffset="46217.22">9630 5213 0,'-40'0'16,"40"40"15,0 40-31,0-39 16,0-1-16,0 0 16,0 0-16,0 0 0,0 0 0,0 0 0,0 0 15,0 0 1,-40 0-16</inkml:trace>
  <inkml:trace contextRef="#ctx0" brushRef="#br0" timeOffset="46427.15">9791 5414 0,'0'0'16,"-40"0"-1,40 40 1,0 0-16,40 40 16,-40-40-16,0 0 0,0 0 15,0 0 1,0 1 0</inkml:trace>
  <inkml:trace contextRef="#ctx0" brushRef="#br0" timeOffset="46617.2">9991 5133 0,'-40'0'16,"80"0"-16,-80-40 15,40 80 16,40-40-15</inkml:trace>
  <inkml:trace contextRef="#ctx0" brushRef="#br0" timeOffset="47347.16">10232 5253 0,'0'40'0,"0"0"62,80-40-62,-80 41 16,0-1-1,41-40-15,-41 40 0,0 0 16,40-40-16,0 0 16,0 0-1,0 0-15,0 0 32,-40-40-32,40 40 0,0 0 15,1 0 1,-1 0-16,0 0 31,-40-40-31,40 0 0,-40-1 16,0 1-16,0 0 15,0 0 1,0 80 15,0 0-31,40-40 63,0 0-63,-40-40 15,40 40-15,-40 40 16,0 0-16,0 1 16,0-1-16,0 0 0,0 0 0,0 0 0,0 0 15,-40 0-15,40 0 16,0 0-16,-40 0 0,40 1 0,0-1 15,-40 0-15,0 0 16,0 0-16,0-40 0,40-40 31,0 0-15,40 0-16,-40 0 0,40-1 0,-40 1 0,80 0 16,-40 0-16,0 0 15,1 40-15,-41-40 0,40 40 0</inkml:trace>
  <inkml:trace contextRef="#ctx0" brushRef="#br0" timeOffset="48707">1003 11630 0,'-40'0'0,"0"0"0,40-40 16,0 0-1,40 0-15,0 0 0,-40-1 16,80 41-16,-80-40 15,41 40-15,-41-40 0,40 0 0,0 40 0,-40-40 16,40 40-16,-40-40 0,40 40 16,0 0-16,0-40 0,0 40 0,1 0 15,-1 0-15,0 40 16,-40 0 0,0 0-16,0 0 0,0 0 0,0 0 0,0 1 15,-40-1-15,0 0 16,40 0-16,-41 0 0,-39 0 0,80 0 15,-40-40 1,80 0 0,0 0-1,41 0-15,-41-40 16,0 40-16,0 0 0,0 0 16,0 0-1,0 0-15,-40 40 0,0 0 16,0 0-1,-40 0-15,0 1 0,40-1 16,-80-40-16,80 40 16,-40-40-16,0 0 0,40 40 0,-41-40 0,1 0 15,0 0-15,0 40 0,0-40 0,0 0 0,0 0 16,0 0-16,-1 0 0,1 0 16,40-40-16,-40 40 0,40-40 0,-40 0 15,40 0 1,0-1-16,0 1 0</inkml:trace>
  <inkml:trace contextRef="#ctx0" brushRef="#br0" timeOffset="49577.02">1485 10908 0,'-40'0'16,"-1"0"0,-39 0-1,0 0 1,-40 0 0,-1 40 15,81 0-31,0 0 0,-40 41 31,40-41-31,-1 0 0,1 0 16,40 0-16,-40 40 0,0-80 0,40 161 31,0-121-31,0 0 0,-40 40 16,40-40-16,0 0 15,0 0-15,0 81 16,0-81-16,0 0 0,40 40 15,-40-40-15,40 0 16,0 0-16,41 41 16,39-41-1,-40 0 1,41-40 0,-81 40-16,80-40 31,-80 0-31,0 0 0,41 0 15,-41-40-15,80 0 16,-80 40-16,40-40 16,41-41 15,-81 41-31,80-120 31,-39 40-15,-1-41-1,-80 121 1,0 0-16,0 0 16,0 0-16,-40-81 15,0-39 1,-1 80 0,1 80-16,-40-161 15,40 161-15,0-40 0,-81-40 16,81 80-16,-120-40 31,120 40-31,0 0 0,-81 40 16,81-40-16,0 0 0,0 0 0,-121 40 31,121 0-15,40 0-1,40-40-15</inkml:trace>
  <inkml:trace contextRef="#ctx0" brushRef="#br0" timeOffset="50496.91">2849 11068 0,'0'-40'31,"0"0"1,40 40-32,-40 40 47,-40-40-47,40 40 0,0 41 0,0-41 15,0 0 1,0 0-16,0 0 0,0 0 15,40 0-15,0 0 16,0-40-16,-40 41 0,40-41 0,1 0 16,-1 0-16,0 0 15,-40-41 1,40 41-16,-40-40 0,40 40 0,-40-40 16,0 0-16,40 0 15,-40 0-15,0 0 0,0 0 0,0 0 16,0-1-1,0 1-15,0 0 16,0 80 15,0 0-31,-40 1 16,40-1-16,0 0 16,0 0-16,0 0 0,0 0 0,0 0 15,0 0-15,40 0 16,-40 1-16,40-41 0,-40 40 0,40-40 15,1 0 1,-1 40-16,0-40 0,0 0 16</inkml:trace>
  <inkml:trace contextRef="#ctx0" brushRef="#br0" timeOffset="50906.87">3812 10988 0,'-40'0'0,"80"0"0,-120 0 16,40 0 0,40 40-1,0 0-15,0 1 16,80-1-16,-80 0 16,0 0-16,0 0 0,40-40 0,-40 40 15,0 0 1,0 0-1,0-80 1,40 40 0,-40-40-16,40 0 0,0 0 15,-40 0-15,41 40 16,-41-40-16,40 40 0,0 0 16,0 0-1,0 0-15,-40 40 16,0 0-1,40 0-15,-40 0 16,0 0-16,0 0 16,0 0-16,0 1 15</inkml:trace>
  <inkml:trace contextRef="#ctx0" brushRef="#br0" timeOffset="51396.86">4936 11109 0,'-41'-41'16,"82"82"-16,-202-162 31,121 121-31,0 0 16,0 0-16,40 40 15,-40 0-15,-1 41 16,41-1 0,0-40-1,41 0-15,39-40 16,-40 0-16,0 0 0,0 0 16,-40-40-16,40 40 15,-40-40-15,0-40 16,0-81 15,0 121-31,0 0 0,0 0 16,-40 0 15,0 40-31,40 40 31,0 80-15,0 81-1,40-121 1,40 40 0,-39-120-16,-1 0 0</inkml:trace>
  <inkml:trace contextRef="#ctx0" brushRef="#br0" timeOffset="51726.83">5096 11309 0,'-40'0'16,"40"-40"-16,40 0 16,40 40-16,-40-40 0,1 40 15,-41-40-15,40 40 0,0 0 16,0-40-16,0-1 16,-40 1-1,0 0-15,0 0 0,0 0 16,-40 40-16,40-40 15,-40 40-15,0 0 16,0 80 0,40-40-16,-41-40 0,41 40 15,-40-40-15,40 40 0,0 1 0,0-1 0,0 0 16,0 0 0,0 0-16,40-40 0,-40 40 0,41-40 0,-1 0 15,0 0 1,-40 40-16,40-40 0,0 0 0,0 0 15</inkml:trace>
  <inkml:trace contextRef="#ctx0" brushRef="#br0" timeOffset="52076.87">5738 11028 0,'0'-40'15,"40"40"16,0 0-15,0 0-16,-40 40 16,41-40-16,-41 40 0,40-40 0,-40 41 0,0-1 15,40 0-15,-40 0 0,0 0 16,0 0 0,0 0-16,-40-40 0,0 0 15,40 40 1,0-80-1,0 0 1,0 0-16,0 0 0,40 0 0,-40 0 16,40 40-16,-40-40 0,80-1 0,-40 1 15,0 0-15,0 40 16,-40-40-16,41 40 0,-1 0 31</inkml:trace>
  <inkml:trace contextRef="#ctx0" brushRef="#br0" timeOffset="52526.85">7464 10667 0,'-81'-40'0,"41"40"0,-40 0 31,-41 0-15,81 0-1,0 40 1,40 1 0,40 119-1,121 40 1,-81-79 0,-80-41 15,-40-80-31,40 40 0,-161-40 31,121 0-31,0 0 0,0 0 16,40-40-16</inkml:trace>
  <inkml:trace contextRef="#ctx0" brushRef="#br0" timeOffset="52926.82">7985 10868 0,'-120'-40'15,"240"80"-15,-320-80 16,159 40-16,1 0 0,-40 40 16,80 0-16,0 80 31,0-80-31,0 1 0,40-1 15,-40 0-15,80-40 16,-39 0-16,-41-40 16,0 0-16,40-41 31,-40 41-31,0 0 0,40-40 16,-40 40-1,0 80 1,-40 0-1,40 80 1,0-80-16,40 81 16,-40-81-16,40 0 0,0 0 15,0-40 1,0 0-16</inkml:trace>
  <inkml:trace contextRef="#ctx0" brushRef="#br0" timeOffset="53466.72">8266 10868 0,'-40'0'0,"80"0"0,-80-40 15,0 40-15,80 0 16,-40 80 0,40-80-1,-40 40-15,80 40 16,-40-40-16,-40 1 0,41-1 15,-41 0-15,0 0 16,0-80 15,0 0-15,0 0 0,40-1-16,-40 1 0,40 40 0,0-40 0,0 40 15,-40-40-15,40 40 16,-40-40-16,40 40 0,-80 0 15,120 0-15,-80 40 16,0 0-16,41 0 0,-41 0 16,0 1-16,0-1 0,0 0 15,-41 0 1,41-80 15,41 0-31,-1 0 16,0-1-1,-40 1-15,40 40 0,-40-40 0,40 40 16,-40-40-16,40 40 16,-40 40-1,0 0-15,0 0 16,0 1 0,0-1-16,0 0 0,0 0 15,40-40-15,0 0 16</inkml:trace>
  <inkml:trace contextRef="#ctx0" brushRef="#br0" timeOffset="53676.78">9390 10908 0,'-41'0'15,"1"0"-15,40 80 31,0 81-15,81-1 0,-81-80-1,0-40 1</inkml:trace>
  <inkml:trace contextRef="#ctx0" brushRef="#br0" timeOffset="53896.7">9390 10988 0,'0'-80'16,"0"160"-16,0-200 0,0 80 15,0 0-15,0 0 16,80 40 15,-40 160-15,-40-40-1,-80-80 1,40-40-16,-41 81 16,41-81-16</inkml:trace>
  <inkml:trace contextRef="#ctx0" brushRef="#br0" timeOffset="54326.74">10192 10547 0,'-40'0'16,"0"0"-16,40 40 62,0 0-62,0 41 16,0-41-16,0 0 0,0 0 0,0 0 15,0 0-15,-40 40 16,40-40-16,0 0 0,0 1 0,0-1 0,0 0 16,0 0-16,0 0 15</inkml:trace>
  <inkml:trace contextRef="#ctx0" brushRef="#br0" timeOffset="54526.65">10312 10988 0,'0'40'46,"0"0"-46,0 41 16,0-41-16,0 0 16,0 0-16</inkml:trace>
  <inkml:trace contextRef="#ctx0" brushRef="#br0" timeOffset="54696.66">10393 10627 0,'-40'-40'16,"80"80"-16,-121-120 16,162 80-1</inkml:trace>
  <inkml:trace contextRef="#ctx0" brushRef="#br0" timeOffset="55496.61">10593 10788 0,'40'0'0,"-40"40"16,0 0-1,0 0-15,0 0 0,0 0 16,41-40-16,-41 40 0,0 0 16,0 1-1,40-82 32,0 41-31,-40-40-16,40 40 0,40 0 0,-80-40 15,40 40-15,1 0 16,-41 40-16,0 0 16,0 1-16,40-41 15,-40 40-15,40-40 16,0 0 0,0 0-1,0-40-15,-40-1 16,0 1-1,0 0-15,0 0 16,0 80 15,0 0-15,40-120 15,0 80-15,-40-40-16,0 0 15,0 0 1,0 80 0,0 0-16,0 40 15,0-40 1,0 0-16,0 1 0,0-1 0,-40 0 16,40 0-16,0 0 15,0 0-15,0 0 0,0 0 0,-40 0 0,40 1 16,0-1-16,0 0 0,0 0 15,-40 0-15,0 0 0,40 0 16,-40-40-16,0 0 16,40-40-1,0 0-15,0 0 16,0 0 0,0 0-16,0 0 15,40-1-15,0 1 16,0 0-16,0 40 15,0 0 1,0-40-16,1 40 0,-1 0 16</inkml:trace>
  <inkml:trace contextRef="#ctx0" brushRef="#br0" timeOffset="56286.62">13202 10748 0,'0'0'0,"0"80"63,-41-40-48,41 0-15,0 0 16,-40 0-16,40 0 0,0 0 0,0 1 0,0-1 16,-40 0-16,40 0 0,0 0 15,-40-40-15,40 40 16,0-80 15,0 0-31,40 0 16,-40 0-16,0 0 15,40-41-15,-40 41 0,40 0 0,-40-40 0,41 40 0,-1 0 16,-40 0-16,40-41 0,-40 41 0,40 0 0,0 0 16,-40 0-1,0 0-15,40 40 0,-40-40 0,40 40 32,-40 40-17,40-40-15,-40 40 16,0 0-16,41 0 0,-41 0 0,0 41 0,0-41 15,0 0-15,0 40 0,0-40 16,40 40-16,-40-40 0,0 0 0,0 1 0,0 39 16,0-40-16,0 0 0,0 0 15,0 0-15,0 0 16</inkml:trace>
  <inkml:trace contextRef="#ctx0" brushRef="#br0" timeOffset="56506.57">13322 11189 0,'-40'0'16,"40"-40"-16,80 40 16,40 0 15,-79 0-31,-1 0 0,80 0 31,-80 0-31,40 0 16</inkml:trace>
  <inkml:trace contextRef="#ctx0" brushRef="#br0" timeOffset="56736.59">14205 10667 0,'-40'0'16,"-1"81"15,1 39-15,40-80-16,0 120 16,0-119-16,0-1 15,0 0 1,40 40-16,-40-40 15,0 0-15</inkml:trace>
  <inkml:trace contextRef="#ctx0" brushRef="#br0" timeOffset="56956.58">14526 11109 0,'0'-41'16,"-40"41"-1,40-40-15,0 80 16,0 1 0,0 79-1,0-80-15,0 0 16,-41 0-16,41 0 16,-40-40-1</inkml:trace>
  <inkml:trace contextRef="#ctx0" brushRef="#br0" timeOffset="57096.57">14646 10868 0,'-40'-40'15,"80"80"-15,-120-120 0</inkml:trace>
  <inkml:trace contextRef="#ctx0" brushRef="#br0" timeOffset="57926.52">15248 10988 0,'-40'0'0,"0"0"16,-81 0 0,121 121 15,0-81-31,41 0 0,-1 0 31,80-40-15,-80 0-1,0-120 1,-40-1 0,40 121-16,-40 40 31,0 41-15,0-41-16,0 0 15,41 0-15,-1-40 16,0 0-16,0 0 15,0 0 1,0-40-16,-40 0 16,40 40-16,-40-40 0,0 80 0,0-121 0,40 41 15,-40 0-15,0 0 16,0 0-16,0 80 47,0 0-32,0 0-15,0 0 0,0 1 16,0-1-16,41 0 0,-41 0 0,0 0 16,0 0-16,0 0 15,-41-40-15,1 40 0,0-40 16,0 0 0,0 0-1,40-40 1,40 40-16,0 0 0,-40-40 15,80 0-15,-39 0 16,-1 0-16,0 40 0,-40-40 0,40 40 0,0-40 16,0-1-16,-40 1 0,40 0 0,0 0 15,-40 0-15,0 0 16,41 40-16,-41 40 62,-41-40-62,41 40 16,0 0-16,0 0 0,0 0 0,0 1 16,0-1-16,-40 0 15,40 0-15,0 0 0,0 0 16</inkml:trace>
  <inkml:trace contextRef="#ctx0" brushRef="#br0" timeOffset="58086.44">16171 10627 0,'-40'-40'31,"80"80"-31,-40-120 16,40 80-1</inkml:trace>
  <inkml:trace contextRef="#ctx0" brushRef="#br0" timeOffset="58806.39">16572 10908 0,'0'0'16,"0"40"-16,0 0 15,0 0-15,0 0 16,0 41 0,-40-1-1,80-120 1,0 0 0,41 40-1,-1-40 16,-80 80-15,40 40 0,-40 0-1,80-80 17,41-80-32,-81 40 15,40 0 1,-80-41 15,0 122-15,-40-1-16,80-40 31,-40-40-15,40 40-16,-40-41 15,0 82 16,0 39-15,0-40-16,0 0 0,0 0 16,-40-40-16,40 40 0,0 0 15,0 0-15,-40 1 0,40-1 0,-40 0 0,0 0 16,-1 0 0,1 0-16,0 0 0,0-40 0,0 0 15,40 40-15,-40-40 0,0 40 16,40-120 15,80 40-31,-40 0 16,0 40-16,-40-40 0,40 40 0,0 0 0,1-40 15,-1 40-15,0-40 16,0 40 0</inkml:trace>
  <inkml:trace contextRef="#ctx0" brushRef="#br0" timeOffset="61536.3">9711 4371 0,'-81'0'203,"41"0"-187,0 40-16,0-40 31,40 40-31,-40-40 0,40 40 16,0 0-16,0 0 31,40-40-31,0 0 0,0 0 16,0 0-1,0 0-15,1 0 16,-41-40-1,40 40-15,-40-40 16,40 40-16,-40-40 16,0 0-1,40 40-15,-40-40 16,0 0 0,-40 40 15,0 0-16,0 0 1,-1 0-16,1 0 16,0 0-16,80 0 31,0 0-31</inkml:trace>
  <inkml:trace contextRef="#ctx0" brushRef="#br0" timeOffset="62686.16">10794 4210 0,'-40'0'31,"0"41"47,40-1-78,0 0 16,0 0-1,0 0-15,0 0 0,0 0 16,40-40 15,0 0-15,-40-40 0,40 40-16,-40-40 0,40 40 15,-40-40 1,0 0-16,0 80 47,40-40-16,-40 40-31,41-40 16,-1 0-1,-40-40 1,40 40-16,0-40 15,-40 0 1,0 0-16,40 40 0,-40-41 16,0 1-1,-40 40 17,40 40-17</inkml:trace>
  <inkml:trace contextRef="#ctx0" brushRef="#br0" timeOffset="63256.2">11235 4331 0,'-40'0'15,"80"0"-15,-40 0 47,0 40-16,41-40-31,-41 40 0,0 0 0,0 0 16,0 0 0,-41-40 15,82-40 16,-1 40-47,-40-40 0,40 40 0,0 0 15,0 0 17,-40 40-17,0 0 1,-40 0-1,40-120 32,40 80-47,0 0 16,0-40 0,0 40-1,-40 40 1,41-40-16,-41 40 0,0 0 15,0 1 1,0-1-16,-41 0 0,41 0 16,-40-40-16</inkml:trace>
  <inkml:trace contextRef="#ctx0" brushRef="#br0" timeOffset="64046.08">7584 4571 0,'-40'0'15,"80"0"79,0 0-78,0 0-16,0 0 0,0 0 15,1 0-15,-1 0 16,0 0-16,0 0 0,0 0 0,0 0 16</inkml:trace>
  <inkml:trace contextRef="#ctx0" brushRef="#br0" timeOffset="64636.07">8065 4411 0,'-40'0'16,"0"0"0,80 40 15,-40 0-16,0 121 1,0-121-16,40 0 16,1 0 15,-1-80-31,0 0 16,40-40-1,-80-1 16,40 81-15,-40 40 0,0 1-1,40-1 17,0-40-17,41 0 1,39-81 15,-80 81-31,-40-40 16,40-40-1,-40 0 1,0 40 15,0 80-15,-40-40-1,40 40 1</inkml:trace>
  <inkml:trace contextRef="#ctx0" brushRef="#br0" timeOffset="66325.98">8627 4612 0,'-40'0'0,"80"0"47,0 0-31,0 0-1,1 0 1,-41 40 0,0 0-1,0 0 1,0 0 15,-41-40-15,41 40-16,0-80 47,0 0-47,41 0 15,-41 0-15,40 40 0,-40-40 16,40 40-16,0 0 15,-40-41-15,40 41 16,-40 41-16,0-1 16,0 0-1,0 0-15,0-80 47,40 0-31,0 0-16,41-1 15,-41 41-15,0-40 16,-40 80 0,0 1-1,0-1-15,0 0 16,0 0-16,0 0 0,0 0 16,80-40-1,-40 0 1</inkml:trace>
  <inkml:trace contextRef="#ctx0" brushRef="#br0" timeOffset="67325.96">13884 2085 0,'0'0'0,"0"-40"15,40 40 1,-40 40 46,-40-40-62,40 40 16,0 0 0,0 0-1,40 0-15,-40 0 16,40-40-16</inkml:trace>
  <inkml:trace contextRef="#ctx0" brushRef="#br0" timeOffset="67505.95">13924 2686 0,'0'0'0,"-40"81"16,0-41 15,40 0-16,40-40 1</inkml:trace>
  <inkml:trace contextRef="#ctx0" brushRef="#br0" timeOffset="67645.88">13884 3248 0,'0'0'0,"40"0"0,0 0 32,-40 40-17</inkml:trace>
  <inkml:trace contextRef="#ctx0" brushRef="#br0" timeOffset="67915.92">13964 3609 0,'0'0'16,"40"0"-16,0 40 31,-40 0 0,0 0-15,-40-40 15</inkml:trace>
  <inkml:trace contextRef="#ctx0" brushRef="#br0" timeOffset="68695.82">13964 4331 0,'0'-40'15,"-40"40"-15,0 0 16,40 40 31,0 0-32,40 0-15,-40 0 0,40 0 16,0 0-16,-40 0 0,40-40 16,-40 41-1,40-41-15,-40-41 32,0 1-32,40 40 15,-40-40-15,0 0 16,41 40-1,-41 40 17,40-40-32,-40 40 15,40-40-15,-40 40 16,40-40-16,0 0 16,0 0-1,0 0-15,-40-40 0,40 40 0,-40-40 16,41 40-1,-41-40-15,0 0 0,0 0 16,0 0-16,0 0 0,0 0 16,-41-1-16,41 1 15,-40 40 1,0 0 0,40 40-1,0 1 1</inkml:trace>
  <inkml:trace contextRef="#ctx0" brushRef="#br0" timeOffset="69125.85">15007 4371 0,'-40'0'31,"80"0"-31,-120 0 16,40 0 0,0 0-16,0 0 15,0 0 1,40 40-16,0 0 15,-41 0-15,41 0 16,0 0 0,0 1-16,81-41 0,-81 40 15,0 0 1,40-40-16,0 40 0,0-40 16,-40 40-16,40-40 15,-80 40 1,0-40-1,-40 0-15,40 0 0,-1 0 16,1 0-16,0 0 0,0 0 0,0 0 16,0 0-16</inkml:trace>
  <inkml:trace contextRef="#ctx0" brushRef="#br0" timeOffset="70765.69">12359 4531 0,'0'-40'140,"0"0"-140,0 0 16,0 0-1,-40 40-15,40-40 0,0 0 16,-40 0-16,40-1 31,-40 41-31,40-40 0,0 0 16,0 0 0,-41 40-16,1-40 31,0 40 313,40 40-329,-40-40-15,40 40 0,-40-40 16,40 40-16,-40-40 15,0 0-15,40 40 0,-40-40 16,40-40 125,40 40-141,-40-40 15,0 0 1,40 40 0,-40-40-16,0 0 31,40 40-16,0 0 32,0 0-15,0 0-32,0 0 0,1 0 15,-1 0-15,0 0 16,0 40-1,-40 0-15,40 0 0,-40 0 16,40 0 0,0-40-16,-40 41 0,40-41 0,1 0 0,-1 40 15,0-40-15</inkml:trace>
  <inkml:trace contextRef="#ctx0" brushRef="#br0" timeOffset="114083.08">12158 5053 0,'0'0'0,"0"40"0,0-80 47,-40 40 15,40 40-46,-40-40-16,40 40 16,0 0-1,0 0-15,0 0 0,0 0 16,0 0-1,0 1-15,40-1 0,0-40 32,-40 40-32,40-40 0,1 0 15,-1-80 1,0 80-16,-40-81 16,40 41-16,-40 0 15,0 0 1,-80 40-16,80 40 31,40-40-31,-40 40 16,40 0-1,0 0-15,-40 1 16,40-41-16,0 0 31,-40-41-15,0 1-16,40 40 15,-40-40-15,0 0 0,0 0 0,0 0 16,0 0 0,0 0-16,0 0 15,0-1-15,-40 41 16,0 0-16,40 41 47,-40-41-47,40 40 0</inkml:trace>
  <inkml:trace contextRef="#ctx0" brushRef="#br0" timeOffset="114483.13">12961 5213 0,'40'0'32,"-80"0"-1,40 40-31,-40-40 16,40 40-16,-40-40 0,40 40 0,-81-40 0,81 41 15,-40-1-15,0-40 0,40 40 16,-40 0-16,40 0 0,0 0 31,40-40-31,-40 40 0,40-40 16,0 0-1,-80 40 1,0-40 0,0 40-1,0-40-15,0 0 0,0 40 0,-1-40 0,1 41 16,0-41-16,0 40 15</inkml:trace>
  <inkml:trace contextRef="#ctx0" brushRef="#br0" timeOffset="114793.05">13202 5454 0,'-41'0'31,"82"0"32,-1 0-63,0 0 15,0 0 1,0 0-16,0-40 0</inkml:trace>
  <inkml:trace contextRef="#ctx0" brushRef="#br0" timeOffset="115363.01">13563 5213 0,'0'40'15,"0"0"16,0 0 1,0 1-17,0-1 1,40-40-16,-40 40 0,0 0 16,40 0-16,0 0 31,0-40 0,-40-40-31,0 0 0,0 0 16,0 0-1,0 0-15,0 80 47,0 0-47,40-40 16,-40 40-1,40-40-15,1 0 16,-1 0 0,0-40-1,-40 0 1,0 0-16,40-1 0,-40 1 16,0 0-16,0 0 0,0 0 15,-40 40 1,40 40 15</inkml:trace>
  <inkml:trace contextRef="#ctx0" brushRef="#br0" timeOffset="115973.04">14084 5454 0,'81'0'16,"-41"-40"-16,0 40 16,0 0 15,-40 40-31,0 0 31,0 80-15,-40-40-1,40-120 17,40 40-17,-40-40-15,40 40 0,-40-40 16,40 40 31,-40 40-47,40-40 15,-40 40 1,0 0-16,40-40 31,-40-40-15,41 40-16,-1-40 15,0 0 1,0 40 0,0 0-1,-40 40 1,0 0-16,0 0 16,0 0-1,0 1-15,0-1 0,0 0 16,40 0-1</inkml:trace>
  <inkml:trace contextRef="#ctx0" brushRef="#br0" timeOffset="120472.69">20545 641 0,'0'0'0,"40"0"0,-40 40 109,0 0-93,0 41-16,0-41 0,0 0 15,0 0-15,0 0 16,0 40-16,0-40 0,0 0 0,40 0 15,-40 1-15,40-1 16,-40 0-16,0 0 0,40-40 0,0 0 16,0 0-1,1 0-15,-41-40 0,40 0 16,-40 0-16,40-1 16,-40 1-16,0 0 0,0 0 15,0 0-15,0 0 0,0 80 47,0 0-31,80-40-16,-80 40 0,0 0 15,40-40-15,-40 40 0,40-40 16,0 41 0,1-41-16,-1 0 0,0 0 15,0 0 1,-40-41-16,40 41 0,-40-40 0,40 40 15,-40-80 1,0 40-16,0 0 0,0 0 0,0 0 16,-40 40-16,40-40 15,-40 0-15,0 40 0,40-41 16,0 82 15,0-1-15,0 0-1</inkml:trace>
  <inkml:trace contextRef="#ctx0" brushRef="#br0" timeOffset="120842.67">22029 1042 0,'-40'0'0,"0"0"0,0 0 31,0 40-15,0 40-16,0-39 31,40 79-15,40 0-1,-40-40 17,40-39-17,-80-41 1,-41 40 0,-39-40 15,40-81-31</inkml:trace>
  <inkml:trace contextRef="#ctx0" brushRef="#br0" timeOffset="121122.73">22310 1162 0,'0'41'15,"0"-82"-15,40 82 32,1-41-32,79 0 31,0 0-16,-80 0-15,1 0 16,-1-41-16,0 41 0</inkml:trace>
  <inkml:trace contextRef="#ctx0" brushRef="#br0" timeOffset="121672.7">23153 882 0,'-40'0'0,"40"40"32,0 0-17,0 0-15,0 0 16,0 0-16,0 0 15,40-40-15,-40 40 16,0 1-16,40-41 0,-40 40 0,0 0 16,40-40-1,0 0-15,-40-40 16,0 0 0,40-1-1,-40 1-15,0 0 16,0 120 15,81-80-31,-41 41 16,0-1-16,0 0 15,0-40-15,0 0 16,0 0-16,1 0 16,-41-40-16,40 40 0,-40-40 15,0-1-15,0 1 16,0 0-16,0 0 0,40 0 0,-40 0 15,0 0-15,-80 0 16,39 40 15,1 0-31,0 0 16</inkml:trace>
  <inkml:trace contextRef="#ctx0" brushRef="#br0" timeOffset="122302.66">24116 1082 0,'0'40'31,"0"41"-15,0-41-16,40-40 0,-40 40 16,40-40-16,-40 40 15,0 0-15,0 0 0,0 0 16,0 0-1,0-80 17,40 40-32,-40-40 15,40 40-15,-40-80 0,41 80 0,-41-40 16,40 40-16,0-40 16,0 40-1,-40 40 1,0 0-16,40 0 15,-40 0-15,0 0 16,0 0-16,0-80 47,40 40-31,-40-80-16,0 40 15,40 40-15,0-40 0,1 40 31,-41 40-31,40-40 16,-40 40-16,0 0 16,0 0-16,0 0 0,0 0 15,0 1-15,40-41 0,-40 40 0,0 0 32</inkml:trace>
  <inkml:trace contextRef="#ctx0" brushRef="#br0" timeOffset="122892.55">25320 922 0,'0'0'0,"40"0"32,0 0-32,0 0 15,0 0 1,0 0-16,41 0 15,-81 40-15,40-40 0,0 0 16,80 40 0,-80 40-1,1-80 1,-1 40 0,-80-40 30,-1 0-46,1 0 32,0 0-17,0 0-15,0 0 16,0 40-16,0-40 0,0 41 16,40-1-16,-41 0 0,1 0 0,0 0 15,0 0-15,40 0 16,-40-40-16,40 40 0,-40-40 0,40 40 0,-40-40 15,40 41 1,-41-41-16,41 40 16,0-80-1</inkml:trace>
  <inkml:trace contextRef="#ctx0" brushRef="#br0" timeOffset="123522.59">26403 922 0,'-40'-40'15,"0"40"-15,40 40 32,0 0-17,0 0-15,0 0 0,0 0 16,0 0-1,0 0-15,40 1 0,0-1 16,0-40-16,0 0 16,1 0-16,-1 0 0,0-40 15,0-1-15,-40 1 16,40 40 0,-40-40-16,0 80 62,0 0-62,40 1 16,0-1-1,0-40-15,1 0 16,-1 0-16,-40-40 0,40 40 16,-40-41-16,40 1 15,-40 0-15,0 0 0,0 0 0,0 0 16,0 0-16,0 0 15,-40 40-15,40-40 0,-40 40 16,0 0 0</inkml:trace>
  <inkml:trace contextRef="#ctx0" brushRef="#br0" timeOffset="124212.54">27366 1042 0,'0'40'47,"40"-40"-47,0 40 16,-40 0-16,0 1 15,0-1-15,0 0 0,0 0 0,0 0 16,0 0 0,0 0-16,0 0 0,0 0 15,0 1-15,0-82 31,0 1-15,0 0-16,41 40 0,-41-40 0,40 0 16,-40 0-16,40 0 15,0 40-15,-40-40 0,40 0 0,-40 80 47,0 0-47,0 0 16,0 0-1,0 0-15,40-40 32,0-40-32,0 40 15,-40-40-15,41 40 0,-1 40 47,-40 0-47,40 0 16,-40 0-16,0 0 0,40-40 15,0 0 1,0 0-16,0 0 16,0 0-1,1 0-15,-1-40 0,-40 0 16,40 40-16,-40-40 0,0 0 31,-40 40-31,0 0 16,-1-40-16</inkml:trace>
  <inkml:trace contextRef="#ctx0" brushRef="#br0" timeOffset="147681.14">28730 1002 0,'0'0'0,"41"0"0,-1 0 16,0 0-1,0-40-15,-80 40 63,0 0 124,0 0-171,-1 0-1,1 0 17,40-40-17,0 0 17,0 0-17,0 80 48,0 0-32,0 0 0</inkml:trace>
  <inkml:trace contextRef="#ctx0" brushRef="#br0" timeOffset="147901.12">28690 1684 0,'0'40'16,"0"-80"-16,0 160 31,0-80-31,-40 81 15,0-41 1,-80 80 0,80-120-16,-1-40 0,1 40 15</inkml:trace>
  <inkml:trace contextRef="#ctx0" brushRef="#br0" timeOffset="148541.01">29533 1162 0,'-40'0'16,"0"0"15,40 41 0,0-1-15,0 0-1,0 0-15,0 0 0,0 0 16,0 0-16,0 0 0,0 0 0,0 1 31,40-41-31,-40-41 32,40 41-32,-40-40 0,0 0 15,40 40 1,-40-40-16,0 0 0,40 40 15,-40 40 17,40-40-32,-40 40 0,41-40 0,-1 40 15,0-40 1,-40 40-16,40-40 0,0 0 16,0-40-1,0 40-15,-40-40 0,40 40 0,-40-80 16,41 80-16,-41-40 15,40 0-15,-40 0 0,0 0 0,0-1 16,0 1-16,0 0 0,-40 0 16,-1 40 15,1 0-15,40 40-16</inkml:trace>
  <inkml:trace contextRef="#ctx0" brushRef="#br0" timeOffset="148921.06">30175 1403 0,'0'40'47,"0"0"-31,0 0-1,0 1-15,-40-41 0,40 40 16,-40 0-16,40 0 16,-40-40-16,40 40 0,0 0 0,-40-40 0,40 40 15,0 0 1,0 0-16,0 0 31,-41-40-15,1 0 15,0 0-31,0 0 0,0 0 16</inkml:trace>
  <inkml:trace contextRef="#ctx0" brushRef="#br0" timeOffset="149870.93">30496 962 0,'40'0'125,"0"40"-125,0-40 0,1 0 0,-1 40 16,0-40-16,0 40 16,0-40-16,0 40 0,0-40 0,0 40 15,1-40-15,-41 41 0,40-41 16,0 0-16,0 0 16,0 40-1,0-40 1,-40-40-1,-40 40 32,0 0-31,0 0 0,40 40-16,-40-40 0,40 40 0,-40-40 0,40 40 15,-41 0-15,1-40 16,40 40-16,-40 0 0,0 0 0,40 0 0,-40-40 15,40 41-15,-40-1 0,40 0 0,-40-40 0,0 40 16,40 0-16,-41-40 0</inkml:trace>
  <inkml:trace contextRef="#ctx0" brushRef="#br0" timeOffset="150870.94">30295 1644 0,'0'-40'16,"-80"40"93,40 0-77,0 0-32,0 0 0,0 40 31,0-40-15,40 40-16,-41-40 15,41 40-15,0 0 31,-40-40-31,40 40 16,-40-40-16,40 40 16,0 0-1,0 0 17,0 1-17,40-41 1,0 40-1,1-40 1,-1 40 0,0-40-1,-40 40-15,0 0 16,-40-40 15,40 40-15,-40-40-16,-1 0 15,1 0 1,40 40-16,-40-40 0,0 0 16,0 0-1,0 40-15,0-40 16,0 0-16,-1 0 16,1 0-1,0 0 1,40-40-1,0 0 17</inkml:trace>
  <inkml:trace contextRef="#ctx0" brushRef="#br0" timeOffset="151610.9">31258 882 0,'41'0'47,"-1"0"-31,0 40-16,0-40 0,-40 40 0,40-40 15,0 40-15,0 0 0,-40 0 16,40 0-16,-40 0 16,0 1-16,0-1 0,-80 0 0,80 0 15,-40-40-15,40 40 16,-40-40-16,40 40 0,-40 0 16,0-40-16,0 0 15,40-40 1,-41 40-1,41-40-15,0 0 16,41 40 0,-1 0-1,0 40-15,0-40 16,-40 40-16,40 0 16,-40 0-16,40 0 0,-40 1 15,0-1-15,0 0 16,40 0-16,0-40 31</inkml:trace>
  <inkml:trace contextRef="#ctx0" brushRef="#br0" timeOffset="152140.87">31780 1162 0,'0'-40'31,"0"80"-15,0 1 0,0-1-16,0 0 0,0 0 15,-40-40-15,40 40 16,0 0-16,40-40 0,-40 40 15,40-40-15,-40 40 0,40-40 16,0 0-16,-40 40 16,41-40-16,-1-80 15,-40 0 1,40 80-16,-40-40 16,0 0-1,0 80 16,0 0-31,0 0 16,40-40-16,-40 40 0,40-40 16,0 0-1,0 0-15,-40-40 16,40 40 0,-40-40-16,0 0 0,0 0 0,0 0 15,41 0 1,-41-1-16,0 1 0,-41 0 15</inkml:trace>
  <inkml:trace contextRef="#ctx0" brushRef="#br0" timeOffset="152920.82">32262 1323 0,'0'40'78,"40"-40"-78,-40 40 0,0 0 16,40-40-16,0 0 16,-40 40-1,0 0-15,40-40 32,-40 41-32,0-82 46,0 1-46,40 40 16,0 0 0,-40-40-16,40 40 0,-40-40 0,41 40 0,-1 0 15,-40 40 1,0 0 0,0 0-1,0 1-15,-40-1 0,40 0 16,0 0-1,-41-40-15,41-40 32,41 40-32,-41-40 15,40 40-15,-40-40 0,40 40 0,-40-41 0,40 41 16,-40-40-16,40 40 0,0 0 16,-40 40 15,0 1-31,0-1 0,0 0 15,0 0-15,0 0 0,-40-40 0,40 40 16,0 0 0,40-40-1,0 0 1,1 0-16,-41-40 0,40 40 16</inkml:trace>
  <inkml:trace contextRef="#ctx0" brushRef="#br0" timeOffset="170529.76">20384 5895 0,'40'0'16,"-40"-40"31,0 0-32,0 0 16,0 80 1,0 0-17,0 0-15,0 0 16,0 0-16,0 0 0,0 0 0,0 0 0,0 1 16,0-1-16,0 0 0,0 0 15,0 0-15,0 0 0,0 0 0,40-40 16,-40 40-16,0 0 0,41-40 15,-1 0 1,0 0-16,-40-80 0,40 80 0,0-40 16,0 0-16,-40 0 15,40 0-15,-40 0 0,0 0 16,0-1 0,0 82 15,0-1-16,40 0-15,1-40 16,-1 0 0,-40 40-16,40-40 0,0 0 0,0 0 15,0 0-15,0-40 16,0 0-16,-40 0 0,41-1 16,-41 1-16,40 0 15,-40 0-15,0 0 0,0 0 16,0 0-16,0 0 0,-40 40 15,40-40-15,-41 40 16,1 0-16,40 40 16,-40-40-1,40 40-15,0 0 16</inkml:trace>
  <inkml:trace contextRef="#ctx0" brushRef="#br0" timeOffset="170899.74">21588 6055 0,'0'-40'31,"-40"80"0,40 0-15,-40-40-16,0 41 0,40-1 16,0 0-16,-41-40 15,41 40-15,0 0 0,81-40 16,-81 40 0,40-40-16,0 0 0,-40 40 15,0 0 16,-40-40-31,0 0 16,0 0 0,-1 40-16,1-40 0,0 0 0,0 0 15,0 0 1</inkml:trace>
  <inkml:trace contextRef="#ctx0" brushRef="#br0" timeOffset="171199.68">22150 6055 0,'0'40'15,"40"-40"48,0 0-63,-40-40 0,40 40 16,0 0-16,0 0 15,1-40-15,-1 40 0,0 0 0,-40-40 16,40 40-16</inkml:trace>
  <inkml:trace contextRef="#ctx0" brushRef="#br0" timeOffset="171789.63">22752 5775 0,'0'0'0,"0"40"47,0 0-32,0 0 1,0 0-16,40-40 0,-40 40 15,0 0-15,0 0 16,0 0-16,40-40 16,0 0 15,-40-40-31,40 40 16,-40-40-16,40 40 0,-40-40 15,0 0-15,40 40 0,-40-40 0,0 80 47,41-40-31,-41 40-16,40-40 15,0 40 1,0-40-16,0 0 16,0-40-1,0 0-15,-40 0 16,0 0-16,0 0 0,0 0 15,0-1 1,0 1-16,-40 40 0,40-40 16,-40 40-16,40-40 15,-40 40-15,40 40 32</inkml:trace>
  <inkml:trace contextRef="#ctx0" brushRef="#br0" timeOffset="172469.65">23434 5935 0,'0'0'0,"-40"0"0,40-40 16,40 40-16,40-40 16,-40 40-1,-40 40 16,0 0-31,0 0 16,0 40 0,0 1 15,80-122 0,-39 1-31,-1 0 0,0 40 16,0-40-16,0 40 15,-40 40 17,0 0-17,0 0-15,40-40 47,-40-40-47,40 40 0,-40-40 16,40 40-16,-40-40 0,41 40 15,-1-40-15,0 40 16,0 0 15,-40 40-31,0 0 16,0 0 0,0 0-1,0 1-15</inkml:trace>
  <inkml:trace contextRef="#ctx0" brushRef="#br0" timeOffset="172849.62">24798 5935 0,'-80'40'15,"160"-80"-15,-120 80 32,40-80-17,40 40-15,40 0 0,-40 0 16,1 0-16,-1 0 16,0 0-16,0 0 0,0 0 0,0 0 0,0-40 15,0 40-15,1 0 0,-1 0 0,0 0 0,0 0 16,0 0-1</inkml:trace>
  <inkml:trace contextRef="#ctx0" brushRef="#br0" timeOffset="173079.54">24838 6256 0,'0'0'0,"-40"0"15,80-40 1,0 40 0,81 0-1,39 0 1,-39 0 0,-1 0-1</inkml:trace>
  <inkml:trace contextRef="#ctx0" brushRef="#br0" timeOffset="173809.57">26042 5734 0,'-40'41'31,"0"-41"-31,40 40 31,0 0-15,0 0-16,0 0 16,0 0-1,0 0-15,0 0 0,0 0 16,40-40 0,0 0-16,0 0 15,0 0-15,0-40 16,1 0-1,-1 0-15,-40 0 0,40 40 16,-40 40 0,0 0-1,40 0 1,0 0 0,0-40-16,0 0 15,-40 41-15,40-41 0,1 0 16,-41-41-16,40 41 0,-40-40 15,0 0 1,0 0-16,0 0 0,0 0 0,0 0 16,-40 40-16,40-40 0,-41 40 15,41-40-15,-40 40 0,0 0 0,0 0 32,0 0-32,0 0 0,40 40 15</inkml:trace>
  <inkml:trace contextRef="#ctx0" brushRef="#br0" timeOffset="174409.46">26804 5895 0,'41'0'16,"-82"0"-16,122 40 31,-41-40-31,-40 40 16,0 40 0,0-40-1,-40 41 1,0-41-1,40-80 17,80 0-17,0-41 1,0 41 0,-40 40-1,-40 80 1,0 41-1,0-81-15,41-80 47,-1 0-47,0 40 16,0-40 0,0-1-16,0 41 15,0 0 1,-40 41-1,0-1-15,0 0 0,0 0 16,-40-40 0,40 40-16</inkml:trace>
  <inkml:trace contextRef="#ctx0" brushRef="#br0" timeOffset="174699.51">28008 5734 0,'0'0'0,"-40"-40"31,40 80 0,0 1-15</inkml:trace>
  <inkml:trace contextRef="#ctx0" brushRef="#br0" timeOffset="174899.44">27968 6176 0,'-40'40'15,"80"-80"-15,-120 80 0,80 0 16,0 0-1,0 0-15,0 0 0,-40 0 16,40 0 0,-40-40-16,40 40 0,-81 1 0,41-1 15,0 0-15</inkml:trace>
  <inkml:trace contextRef="#ctx0" brushRef="#br0" timeOffset="175589.38">28851 5935 0,'0'-40'16,"-40"40"-16,0 0 47,40 40-47,-41 0 15,41 0-15,-40-40 0,40 40 0,-40 0 16,40 1 0,0-1-16,0 0 0,40-40 15,-40 40-15,40-40 0,1 0 16,-1 0-16,0 0 15,0 0-15,0 0 0,-40-40 0,40 40 16,-40-40-16,40 40 16,-40-40-16,41 40 0,-41-41 0,40 41 0,-40-40 15,0 0-15,40 40 16,-40 40 0,0 0-1,0 1-15,0-1 16,0 0-16,0 0 0,40-40 15,0 0 1,0 0-16,-40-80 16,40 40-1,-40-1-15,0 1 0,0 0 0,0 0 16,0 0-16,0 0 16,-40 0-16,40 0 0,-40 0 0,0 40 31,40 40-16</inkml:trace>
  <inkml:trace contextRef="#ctx0" brushRef="#br0" timeOffset="175969.44">29694 6055 0,'0'-40'16,"40"40"-1,-121 0 17,81 40-32,-40-40 0,40 40 0,-40-40 15,40 41-15,-40-41 0,40 40 0,0 0 16,0 0-16,0 0 15,0 0-15,0 0 16,40-40-16,-40 40 16,0 0-1,0 0 1,-40-40 15,0 0-31,-40 0 0,40 0 16,-1 0-16,1 0 0,0 0 15</inkml:trace>
  <inkml:trace contextRef="#ctx0" brushRef="#br0" timeOffset="176329.42">30055 6095 0,'0'0'0,"-40"0"15,40-40 1,0 0-16,40 40 16,-40-40-16,40 40 0,0 0 15,-40-40-15,80 40 0,-40 0 16,0 0-16,1 0 16,-1 0-16,0 0 0,0 0 0,0 0 15,0 0-15,0 0 0,0 0 0,1 0 16</inkml:trace>
  <inkml:trace contextRef="#ctx0" brushRef="#br0" timeOffset="176569.4">30336 6256 0,'0'0'16,"40"-40"0,0 40-1,0 0-15,80 0 32,-80 0-32,41-40 15</inkml:trace>
  <inkml:trace contextRef="#ctx0" brushRef="#br0" timeOffset="177039.3">31098 5694 0,'0'0'16,"0"40"-1,40-40 1,80 0 0,-39 121-1,-81-41 16,-40 40-15,-41-120 0,81 40-16,-120-40 15,80 0 1,40-40 15,40 40-15,0 0-16,0 0 15,-40 40-15,40-40 0,0 41 16,1-1-16,-1 0 0,0-40 16,0 40-1,0 0-15,0-40 16</inkml:trace>
  <inkml:trace contextRef="#ctx0" brushRef="#br0" timeOffset="177599.31">31820 5855 0,'0'-40'15,"0"80"32,-40-40-47,40 40 0,0 0 0,-40-40 16,40 40-1,0 0-15,0 0 0,0 0 16,40-40 0,-40 41-16,40-41 0,0 0 15,-40 40-15,40-40 16,1 0-1,-41-81-15,40 81 0,-40-40 16,0 0 0,0 0-1,0 80 17,0 0-17,0 0-15,40-40 0,-40 41 16,40-41-16,0 0 15,0 0 1,0 0-16,-40-41 0,40 41 16,-40-40-1,0 0-15,0 0 0,0 0 16,0 0-16,0 0 16,-40 0-16,0 0 0,0-1 15,0 41-15,0 0 0,40 41 31,0-1-31</inkml:trace>
  <inkml:trace contextRef="#ctx0" brushRef="#br0" timeOffset="178359.24">32382 6055 0,'-40'0'0,"80"0"47,-40 40-31,40-40-1,-40 41-15,0-1 16,0 0-16,0 0 31,40-40 0,-40-40-31,40 40 0,0 0 16,1-40-16,-1 40 0,-40-40 16,40 40-1,0 0-15,-40 40 32,40 0-17,-40 40-15,0-40 16,0 0-1,-40-40-15,80-40 32,0 0-17,0 0 1,1 0-16,-1 40 16,0 0-1,0 40 1,-40 0-16,0 0 31,40 0-15,-40 0-1,40-40-15,0 0 32,-40 40-32,40-40 15,-40-40 16,0 0-31</inkml:trace>
  <inkml:trace contextRef="#ctx0" brushRef="#br0" timeOffset="190838.47">10393 15239 0,'40'0'47,"0"0"-31,0 0-16,-40-40 78,40 40-62,-40-40-16,40 40 15,-40 40 95,40-40-79,1-40-15,-1 40-16,-40-40 0,40 40 31,-40 40 16,-40-40-47,0 0 15,40 40 1,-41-40 0,82 0 30,-41-40-46,40 40 16,-40 40 15,-40-40-15,40 40-16,-41-40 0,41 41 16,-40-41-16,40-41 46,40 41-30,-40-40 15,0 80 126,0 1-126,0-82 47,0 1-62,0 0-1,41 40-15,-41 40 31,-41-40-15,41 40 0,0 1 202,0-1-202,0 0-16,0 0 16,0 0 15,0 0-31,0 0 16,41-40-16,-41 40 0,0 0 15,0 0 1,0 1-16,0-1 31,0 0-15,0 0-1,0 0 1,0 0-16,0 0 31</inkml:trace>
  <inkml:trace contextRef="#ctx0" brushRef="#br0" timeOffset="191308.52">10553 15560 0,'-40'0'0,"0"0"16,40 40-1,-40-40-15,40 40 31,0 1-31,-40-41 32,40 40-32,-40-40 31,40-40-15,40-41-1,0 41-15,0-40 16,0 80-16,0 0 47,-40 40-32,0 0-15,40-40 0,-40 40 0,40 0 16,1 1-16,-1-41 16,-40 40-1</inkml:trace>
  <inkml:trace contextRef="#ctx0" brushRef="#br0" timeOffset="192658.36">10513 15480 0,'40'0'16,"-40"40"140,-40-40-156,40 40 0,-40-40 0,40 40 0,-40 0 16,40 1-16,-40-41 0,40 40 0,-40 0 16,40 0-1,0 0-15,0-80 63,0 0-63,0 0 15,0 0 1,0-1 0,40 1-16,0 40 31,-40-40-31,40 40 0,-40-40 0,40 40 15,-40-40-15,40 40 16,0 0-16,-40 40 47,40-40-31,-40 40-16,41-40 15,-1 0-15,0 0 31,-40 40-31,40-40 0,-40 40 16,40-40-16,0 41 16,0-41-16,1 0 15,-1 0 1,-40 40-16,40-40 0</inkml:trace>
  <inkml:trace contextRef="#ctx0" brushRef="#br0" timeOffset="193418.39">10232 16282 0,'0'0'16,"0"-40"-1,0 80 32,0 0-47,0 0 16,0 0-1,0 1-15,0-1 16,0 0 0,40-40-16,0 0 0,1 0 15,-1 0-15,0 0 16,0 0-16,-40-40 0,40 0 16,0-1-16,-40 1 15,0 80 32,0 1-31,0-1-1,40-40-15,0 0 16,1 0-16,-1 0 16,-40-40-16,40 40 15,-40-41-15,40 1 0,-40 0 16,0 0-16,0 0 15,0 0-15,0 0 16,-40 40-16,0 0 16,0 0-1,-1 40 1,41 0-16</inkml:trace>
  <inkml:trace contextRef="#ctx0" brushRef="#br0" timeOffset="193748.37">11155 16362 0,'-40'0'0,"0"0"16,0 0 15,0 40-16,40 1 1,0-1 0,0 0-16,0 0 15,0 0 1,0 0 0,0 0-16,-40-40 15,-1 0 1,1 40-16,0-40 0,0 0 15,0 0 1,40-40-16,0 0 16</inkml:trace>
  <inkml:trace contextRef="#ctx0" brushRef="#br0" timeOffset="193998.28">11276 16483 0,'0'-40'16,"40"40"15,0-41-15,0 41-16,0 0 0,0 0 15,0 0 1,0 0-16,1 0 0,-1 0 15,0 0 1,-40-40-16,40 40 16</inkml:trace>
  <inkml:trace contextRef="#ctx0" brushRef="#br0" timeOffset="194518.25">11717 16282 0,'0'-40'0,"0"80"47,0 0-47,0 0 15,40-40-15,-40 40 16,0 1-16,0-1 15,40-40 32,0 0-47,-40-40 0,40 40 0,1-41 16,-41 1-16,40 0 16,-40 0-1,0 80 16,0 0-31,0 0 16,0 1 0,0-1-16,40-40 31,0-40-15,0-1-16,-40 1 0,0 0 15,40 0 1,-40 0-16,0 0 31,-40 40-31,0 0 31</inkml:trace>
  <inkml:trace contextRef="#ctx0" brushRef="#br0" timeOffset="195088.22">12439 16322 0,'-40'0'0,"40"40"46,0 0-30,40 1-16,-40-1 16,0 0-1,0 0-15,0-80 47,40 0-47,0 40 16,-40-40-1,0-1-15,41 41 16,-1 0 0,-40 41-16,0-1 31,0 0-31,40-80 47,0 0-32,0 40 17,-40 40-17,40-40-15,-40 40 16,0 0-16,-40-40 16,40 40-16,-40-40 15,40 40-15,-40-40 0</inkml:trace>
  <inkml:trace contextRef="#ctx0" brushRef="#br0" timeOffset="195798.17">12078 15640 0,'40'0'15,"0"0"1,0 0-16,-80 0 109,40 41-77,0-1-1,40 0-31,-40 0 15,0 0-15,41-40 0,-41 40 16,40 0-16,0 0 0,-40 0 16,40 1-1,0-41 1,-40-41 0</inkml:trace>
  <inkml:trace contextRef="#ctx0" brushRef="#br0" timeOffset="196228.15">12158 15721 0,'0'0'0,"-40"0"16,0 0-1,0 40 1,0 40 15,0-80-15,40 40 0,0-80-1,40-40 16,0 0-31,80 39 32,-80 41-32,1 0 15,-41 41 1,40-1 0,40 40 15,-40-80-31</inkml:trace>
  <inkml:trace contextRef="#ctx0" brushRef="#br0" timeOffset="196938.1">12921 15841 0,'0'0'15,"-40"0"16,40 40-15,0 0 0,0 0-1,0 0-15,40-40 16,-40 41-16,40-41 16,0 0-16,0 0 15,-40-41 1,40 41-16,-40-40 15,40 40-15,-40-40 16,0 80 15,0 0-15,0 1 0,40-41-1,-40 40-15,41-40 0,-1 0 0,0 0 16,0 0-1,-40-40-15,0-1 0,40 41 16,-40-40-16,0 0 16,0 0-16,0 0 0,-40 40 15,0-40 1,0 40-16</inkml:trace>
  <inkml:trace contextRef="#ctx0" brushRef="#br0" timeOffset="197488.07">13523 16001 0,'0'0'15,"0"-40"-15,40 40 31,0 0-31,40 0 0,-40 0 16,0 40 0,-40 41 15,-40-41-15,40 0-1,40-80 1,0 0 15,-40 0-31,41 40 16,-1 0-1,-40 80 1,0-40 15,80-80 0,-40 40 1,-40-40-32,40 40 15,0 0 1,-40 40 0,40 0-16,-40 0 15,0 0 1,0 0-1</inkml:trace>
  <inkml:trace contextRef="#ctx0" brushRef="#br0" timeOffset="199578.07">20785 11710 0,'0'-40'32,"-40"40"-32,40 40 125,0 0-125,0 0 0,0 0 15,0 1 1,0-1-16,0 0 0,0 0 15,0 0-15,40 0 16,1-40-16,-1 0 31,0 0-31,0 0 0,-40-40 16,40 40-16,-40-40 0,40 40 16,-40-40-16,0 0 15,40 0-15,-40 80 63,40 0-63,-40 0 15,0 0 1,41-40 0,-41 40-16,40-40 0,0 0 0,0 0 15,0-80 1,0 40-16,0 0 0,-40 0 15,0-1 1,40 1-16,-40 0 0,0 0 0,0 0 16,0 0-16,-40 0 15,40 0-15,-40 40 0,40-40 16,-40 40 0,0 40-1,40 0-15,-40-40 0,40 40 16</inkml:trace>
  <inkml:trace contextRef="#ctx0" brushRef="#br0" timeOffset="200018.05">22070 11911 0,'-41'0'16,"1"0"-1,0 0 1,0 40-1,0-40-15,40 40 0,-40-40 16,40 40-16,-40-40 0,40 40 16,-41 0-16,41 0 0,0 0 15,81 1 1,-41-41-16,-40 40 0,40-40 16,0 0-16,-40 40 0,40-40 15,-120 0 16,40 0-15,0 0-16,0 40 0,-1-40 0,1 0 0,0 0 16,0 0-16,0 0 0,0 0 15,0 0-15,0-40 0</inkml:trace>
  <inkml:trace contextRef="#ctx0" brushRef="#br0" timeOffset="200318.02">22551 12031 0,'0'0'0,"-40"0"0,0 0 31,80 0-15,40 0-1,-40-40-15,0 40 0,1 0 0,-1 0 16,0 0-16,0 0 0,-40-40 31,40 40-31,-40-40 0</inkml:trace>
  <inkml:trace contextRef="#ctx0" brushRef="#br0" timeOffset="200917.98">23233 11750 0,'-80'0'15,"40"-40"1,80 40 15,-40 40-31,40 0 16,-40 0-16,40-40 0,-40 41 0,0-1 15,0 0-15,40 0 16,-40 0-16,40-40 16,1 0-16,-1 0 15,-40-40 1,40 40-16,-40-40 0,40 40 0,-40-40 0,40 0 15,-40-1-15,40 41 16,-40-40-16,0 80 47,40 1-31,0-41-16,1 0 15,-41 40-15,40-40 16,-40-40-1,40 40-15,-40-41 0,0 1 16,0 0-16,-80 40 16,80-40-16,-41 40 0,41-40 0,-40 0 0,0 40 15,40-40-15,-40 0 16,0 40-16</inkml:trace>
  <inkml:trace contextRef="#ctx0" brushRef="#br0" timeOffset="201500.22">23996 11790 0,'0'-40'47,"40"80"-32,-40 0 1,40-40-16,-40 41 0,40-41 0,-40 40 16,0 0-16,0 0 0,0 0 31,0-80 0,40 40-31,-40-40 0,40 40 0,-40-40 16,40 40-16,-40-40 15,40-1-15,1 41 16,-1 0-16,-40 41 16,0-1-16,0 0 15,0 0-15,0 0 16,40-80 31,0 0-32,0 40-15,0-40 0,0 40 16,0 0-16,1 0 31,-41 40-31,0 0 16,0 0-1,0 0-15,-41 0 0,41 0 16</inkml:trace>
  <inkml:trace contextRef="#ctx0" brushRef="#br0" timeOffset="202050.12">26162 11389 0,'-40'0'15,"0"0"1,0 0 0,0 0-1,0 0-15,0 0 0,0 40 16,-1-40-16,1 41 16,0-41-16,0 40 0,0-40 0,0 0 0,0 0 15,40 40-15,-40 0 0,-1-40 16,41 40-16,-40-40 15,40 40-15,81-40 16,-41 0 0,0 0-16,0 0 0,0 0 15,0 0-15,0 0 0,0 40 16,1-40-16,-1 0 0,0 0 0,-40 40 0,40-40 16,0 0-16,0 40 15,0-40-15,-40 40 0,40-40 0,1 0 16,-41 41-16,40-41 15,-40-41 32,0 1-15,0 0-32</inkml:trace>
  <inkml:trace contextRef="#ctx0" brushRef="#br0" timeOffset="202580.11">26604 11389 0,'0'0'15,"-40"0"-15,40-40 0,0 120 31,0-39-15,0-1-16,0 80 31,0 0-15,0-80 0,40-40-16,80 0 31,-80-40-31,0 0 15,1-80 1,-41 80 0,0 120 15,-41 80-15,41-120-1,41 1-15,39-41 16,0-81 15,-80-39-15,0-80-1,-40 119 1,40 41 0,-40 40-1,0 40 1</inkml:trace>
  <inkml:trace contextRef="#ctx0" brushRef="#br0" timeOffset="203180.05">27286 11630 0,'-40'0'16,"40"40"15,0 0-15,0 0-16,0 0 0,0 0 15,0 1-15,0-1 16,-40 0-16,40 0 0,0 0 15,40-80 17,0 0-17,0 0-15,0 40 16,-40-40-16,40 40 0,0-41 0,-40 1 16,41 40-16,-1 0 15,-40 40 1,0 1-16,0-1 15,0 0-15,0 0 16,-40 0-16,40 0 31,40-40-15,-40-40 0,40 40-16,-40-40 0,40 40 0,-40-40 0,40 40 15,-40-40-15,40 40 16,0 0-16,0 0 15,-40 40-15,0 0 16,0 0-16,0 0 16,0 0-16,0 0 15,-40-40 1,40 40-16</inkml:trace>
  <inkml:trace contextRef="#ctx0" brushRef="#br0" timeOffset="203530.03">28490 11470 0,'0'-41'15,"0"1"-15,40 0 0,0 0 16,0 0 15,-40 80-15,-40 0-1,40 0-15</inkml:trace>
  <inkml:trace contextRef="#ctx0" brushRef="#br0" timeOffset="203720.02">28610 11951 0,'-40'120'16,"80"-240"-16,-40 320 31,0-160-31,0 1 16,0 39-1,-160 0 1,119-40-16</inkml:trace>
  <inkml:trace contextRef="#ctx0" brushRef="#br0" timeOffset="204349.98">29292 11510 0,'40'0'31,"-40"-40"-31,0 80 31,0 0-31,0 0 16,0 0 0,0 0-16,41-40 0,-41 40 0,0 0 15,40 0 1,0-40-16,-40 40 0,40-40 15,0 0-15,0 0 16,-40-40-16,40 0 16,-40 0-16,40 40 0,-40-40 15,0 0 1,41 40-16,-41 40 31,0 0-31,40-40 16,-40 40-16,40-40 15,0 0 1,-40-40 0,0-40-1,0 40-15,0 0 16,0 0-16,0 0 16,0-1-16,0 1 0,0 0 15,0 0 1,0 120-1</inkml:trace>
  <inkml:trace contextRef="#ctx0" brushRef="#br0" timeOffset="204719.96">30175 11710 0,'0'0'15,"-40"0"-15,40-40 16,-40 40-16,0 0 16,-41 40-1,81 80 1,-40-39-1,80 39 1,1-40 0,-41 0 15,-81-39-15,41-41-1,-80 0 1,40-81-16</inkml:trace>
  <inkml:trace contextRef="#ctx0" brushRef="#br0" timeOffset="205369.92">31098 11349 0,'0'0'0,"-40"0"47,-40 0-16,80 40-31,-41-40 0,1 40 0,0 1 16,0-1-16,0-40 0,0 40 15,0-40-15,0 40 0,-1-40 0,1 0 0,40 40 16,-40-40-16,0 40 0,80-40 31,0 0-31,41 0 16,-41 0-16,0 0 0,0 0 15,0 0-15,-40 40 0,40-40 0,-40 40 16,40-40-16,0 40 16,1 0-16,-1 1 0,0-1 15,0-40-15,-40 40 0,40-40 16,0 0-16,-40 40 0,40-40 0,0 0 15,1 40-15,-1-40 0,0 0 16,0 0 0</inkml:trace>
  <inkml:trace contextRef="#ctx0" brushRef="#br0" timeOffset="205869.89">31620 11349 0,'-41'0'0,"82"0"31,39 0-31,-40 0 0,0 0 0,0 40 15,0-40-15,0 40 0,1-40 0,-1 0 0,0 0 16,-40 41-16,0-1 0,40 0 16,-40 0-16,0 0 15,0 0-15,-40-40 16,40 40-16,0 0 0,-40-40 0,40 40 0,-81-40 16,81 40-16,-40-40 0,0 41 15,0-41-15,0 40 0,0-40 16,0 0-16,40-81 15,0 41 1,40 40-16,-40-40 0,40 0 16,0 40-1,0 80 1,-40-40 0,40-40-16,-40 41 0,0-1 0,40-40 15,-40 40-15,0 0 0,41-40 16,-41 40-16,40 0 0,-40 0 15,40 0-15,0-40 32</inkml:trace>
  <inkml:trace contextRef="#ctx0" brushRef="#br0" timeOffset="206449.86">32462 11510 0,'0'40'16,"0"0"-1,0 0 1,-40-40-16,40 40 15,0 0 1,0 0 0,0 0-16,0 0 15,0 1 1,40-41 15,0 0-15,-40-81-16,40 81 15,-40-40 1,0 80 15,0 0 1,0 1-32,41-41 15,-1 0 1,0 0-1,-40-41-15,0 1 0,40 40 16,-40-40 0,0 0-16,0 0 0,0 0 0,0 0 15,0 0-15,-40 40 16,40-40-16,-80 40 0,39 0 31,41 40-31</inkml:trace>
  <inkml:trace contextRef="#ctx0" brushRef="#br0" timeOffset="207189.81">32783 11750 0,'0'0'0,"-40"0"16,80 0 31,-40 40-32,0 0 1,0 1-1,40-1-15,-40 0 16,0 0 0,41-40 46,-1 0-62,0-40 16,0 0-16,0 40 0,0 0 31,-40 40-31,0 0 0,0 0 16,-40 0-1,40 0-15,-40-40 16,40 40-16,0 0 16,40-80 15,0 40-31,-40-40 0,40 40 0,0-40 15,1 40 1,-1 0-16,-40 40 16,40 0-16,-40 0 15,0 1 1,0-1-16,0 0 0,0 0 16,0 0-1</inkml:trace>
  <inkml:trace contextRef="#ctx0" brushRef="#br0" timeOffset="-191178.79">11436 14758 0,'0'-40'32,"0"80"108,-40-40-108,0 0-32,0 40 31,0-40-31,-1 40 0,1 0 0,0-40 15,40 41-15,-40-41 0,0 0 16,40 40-16,-40-40 0,0 40 0,0-40 16,-1 0-16,41 40 15,-40-40-15,40 40 0,-40-40 16</inkml:trace>
  <inkml:trace contextRef="#ctx0" brushRef="#br0" timeOffset="-190748.74">11476 14919 0,'0'40'16,"-40"-40"62,0 0-62,40 40-1,-40-40 1,40 40-16,-40-40 0,0 0 0,40 40 16,0 0-16,-41-40 0,41 40 0,-40-40 0,40 40 15,-40-40-15,40 40 16,-40-40-16,40 41 0,-40-41 0,40 40 15,-40-40-15</inkml:trace>
  <inkml:trace contextRef="#ctx0" brushRef="#br0" timeOffset="-190378.84">11476 15039 0,'0'0'16,"0"-40"-16,40 40 31,-40 40 0,-40 0-15,0-40 0,40 40-16,0 0 31,0 0-16,-40 0 1,40 1 0</inkml:trace>
  <inkml:trace contextRef="#ctx0" brushRef="#br0" timeOffset="-190118.85">11677 15119 0,'0'40'62,"0"0"-46,-40-40 0,40 40-16,-40-40 0,40 41 0</inkml:trace>
  <inkml:trace contextRef="#ctx0" brushRef="#br0" timeOffset="-188588.93">8346 15039 0,'40'0'78,"-40"-40"-15,0 0-48,-40 40 204,-40 0-219,40 40 16,0 0-1,0-40-15,40 40 0,-40-40 0,40 40 16,-41-40-16,1 0 15,40 40-15,-40-40 16,40 40 0</inkml:trace>
  <inkml:trace contextRef="#ctx0" brushRef="#br0" timeOffset="-188018.96">8467 15079 0,'0'40'16,"40"-40"31,0 0-32,-80 0 110,0 0-93,0 0-17,40 40-15,-41-40 0,41 40 16,0 0 0,-40-40-16,40 41 0,-40-41 31,40 40-31,0 0 15</inkml:trace>
  <inkml:trace contextRef="#ctx0" brushRef="#br0" timeOffset="-187708.98">8748 15079 0,'0'40'31,"0"0"-31,-41 0 31,1 0-15,0 1-1,40-1-15</inkml:trace>
  <inkml:trace contextRef="#ctx0" brushRef="#br0" timeOffset="-187199.03">8507 14919 0,'-40'0'15,"40"40"17,-40-40 30,40 40-46,-41-40-1,1 0-15,40 40 0,-40-40 0,40 40 16,-40-40-16,40 40 0,-40-40 0,40 40 0,-40-40 16</inkml:trace>
  <inkml:trace contextRef="#ctx0" brushRef="#br0" timeOffset="-112673.5">17174 16162 0,'0'0'0,"0"40"79,0 0-79,0 0 15,0 0 1,-40-40-1,40 40-15,0 0 16,0 1-16,-40-1 0,40 0 16,-40 0-16,40 0 15,-40-40-15,40 40 0,0 0 16,0 0-16,0-80 47,0 0-32,0 0-15,0 0 0,0 0 0,0 0 16,40 0-16,-40-1 16,0 1-16,40 0 0,-40 0 0,0 0 0,0 0 15,40 0-15,-40 0 16,40 0-16,-40 0 16,40 40-16,0 0 31,0 0-31,-40 80 15,0 0 1,0-40-16,0 0 16,-40-40-16,40 40 15,-40-40-15,40 40 0,-40-40 0,40 40 16,-40-40-16,0 0 16,0 0-1,40-40-15,0 80 63,0 1-63,40-41 15,-40 40-15,40-40 16,-40 40-16,40-40 0,0 40 0,0-40 16,0 0-16,-40 40 0,41-40 15,-1 40-15</inkml:trace>
  <inkml:trace contextRef="#ctx0" brushRef="#br0" timeOffset="-112303.52">17495 16523 0,'0'0'0,"40"0"31,0 0-16,0 0-15,1 0 0,79-40 32,-80 0-32,40-1 15,-80 1 1,0 0 0,-40 40-1,0 40 1,-40 0-1,0 41 1,80-41-16,0 0 31,0 0-31,0 0 0,0 0 16,80 0 0,0-40-16</inkml:trace>
  <inkml:trace contextRef="#ctx0" brushRef="#br0" timeOffset="-112053.54">18258 16322 0,'-41'40'0,"1"0"15,40 1 1,-80-1 15,80 0-31,0 0 0,0 0 31,0 40-15,80-80 0,1 0-1</inkml:trace>
  <inkml:trace contextRef="#ctx0" brushRef="#br0" timeOffset="-111733.56">18498 16362 0,'0'0'16,"40"0"-16,1 0 31,-1 40-31,-40 41 31,-40-1-15,-1 0-1,-39-40 1,40-40 0,40-40-1,0 0-15,-40 0 16,40 0-16,0 0 15,80-41 17,-40 81-32</inkml:trace>
  <inkml:trace contextRef="#ctx0" brushRef="#br0" timeOffset="-111313.58">18739 16282 0,'0'0'15,"40"0"1,-40 40 0,40 40-1,-40 1 16,0-41-31,0 0 32,0-80-32,40 0 31,1-41-31,-41 41 16,40 40-16,0-40 31,0 40-31,-40 40 15,0 0-15,40 41 16,-40-41-16,0 0 31,0 0-31,0 0 16</inkml:trace>
  <inkml:trace contextRef="#ctx0" brushRef="#br0" timeOffset="-110903.61">19863 16242 0,'-81'0'15,"41"0"-15,0 0 16,0 40 15,40 0-15,0 0-1,0 0-15,40 41 32,-40-41-32,0 0 15,0 0-15,0 0 16,-40 0 0,0-40-1,0 0 1,40-40-16</inkml:trace>
  <inkml:trace contextRef="#ctx0" brushRef="#br0" timeOffset="-110603.63">20143 16082 0,'-40'0'15,"40"40"1,0 0 0,0 0-1,0 0-15,0 40 16,0-40-16,0 0 0,0 1 15,0-1 1,0 0 0,0 0-16</inkml:trace>
  <inkml:trace contextRef="#ctx0" brushRef="#br0" timeOffset="-109863.67">19983 16443 0,'0'-41'15,"40"41"1,40-40 0,-40 40-16,41-40 31,-41 80-16,0 0-15,-40 1 16,0-1-16,40-40 16,-40 80-1,0-40 1,-40-40 15,40-40-15,40-40-1,-40 40-15,80-1 16,-40 1 0,41 0-1,-41 40 1,0 0 0,-40 40 46,0 0-31,0 1-31,40-1 16,0 0-16,0-40 31,-40-40 0,0 0-15,40 40-16,-40-41 16,0 1-16,41 40 0,-41-40 15,0 80 17,0 0-32,0 1 31,0-1-31,40 0 0,-40 0 15,0 0 1,0 0-16,40-40 16,0 0-1</inkml:trace>
  <inkml:trace contextRef="#ctx0" brushRef="#br0" timeOffset="-109613.68">21227 16362 0,'-40'0'15,"80"0"-15,-80 81 32,40-41-32,40 0 31,40 0-16,-80 0 1,40-40-16</inkml:trace>
  <inkml:trace contextRef="#ctx0" brushRef="#br0" timeOffset="-109403.7">21548 16202 0,'0'0'16,"0"40"15,0 0-31,0 0 16,0 0-16,0 0 0,0 1 0,0-1 16,0 0-16,0 0 0,0 0 15,-40 0 1,40 0-16</inkml:trace>
  <inkml:trace contextRef="#ctx0" brushRef="#br0" timeOffset="-109083.71">21789 16563 0,'-41'-40'16,"82"80"-16,-82-120 15,82 80 1,39 0 0,-40 0-16,0 0 15,-40-40 1,0 80 31,0 0-16,0 0-31,0 0 16,0 0-1,0 0-15</inkml:trace>
  <inkml:trace contextRef="#ctx0" brushRef="#br0" timeOffset="-108923.72">22029 16362 0,'-40'-80'16,"40"40"-16,0 0 31</inkml:trace>
  <inkml:trace contextRef="#ctx0" brushRef="#br0" timeOffset="-108583.75">22230 16362 0,'40'0'16,"0"0"-1,0 0 17,-40 40-32,0 41 31,-40-1-15,0-40-1,40 0-15,-40-40 16,0 0-1,40-40 1,40-80 15,0 39-15,0 81-16</inkml:trace>
  <inkml:trace contextRef="#ctx0" brushRef="#br0" timeOffset="-108273.76">22551 16523 0,'0'40'16,"0"-80"-1,0 120 1,0-40 0,80-40 15,-80-40-16,40 40-15,-40-40 16,41 40-16,-41-40 0,40 40 0,-40-40 0,40 40 16,0 0-1,0 0-15,-40 40 16,40 0-16,-40 0 16,0 0-1,0 0-15,0 0 0,-40-40 16,40 40-16,-40-40 15,40 41-15,-40-41 0</inkml:trace>
  <inkml:trace contextRef="#ctx0" brushRef="#br0" timeOffset="-107443.79">18418 17485 0,'0'-40'15,"0"80"48,40-40-63,-40 40 16,40 1-16,-40-1 15,0 0 1,40-40-16,-40 40 0,0 0 0,41 0 15,-41 0 1,0 0-16,0 0 31,40-40 32,0 0-48,0 0-15,0 0 0,0 0 16,0 0 0,0 0-16,1 0 0,-1-40 15,0 40-15,0 0 16,0 0-16,0-40 16,0 40-16</inkml:trace>
  <inkml:trace contextRef="#ctx0" brushRef="#br0" timeOffset="-107153.81">19542 17485 0,'0'-40'0,"0"80"63,0 0-63,0 1 15,0-1-15,0 0 0,0 0 16,0 0-16,0 0 16,0 0-16,0 0 15,0 0 1,40-40-16</inkml:trace>
  <inkml:trace contextRef="#ctx0" brushRef="#br0" timeOffset="-106833.85">19582 17525 0,'0'-40'0,"0"80"0,-40-80 0,40-40 31,0 40-31,0 0 16,40 0 0,40 0-1,-40 40-15,80 0 32,-39 120-17,-81-80 1,-81 80-1,41-79-15,-40-1 16,80 0-16,-40-40 0,0 0 31,0 0-31,0-40 16</inkml:trace>
  <inkml:trace contextRef="#ctx0" brushRef="#br0" timeOffset="-106343.8">20424 17325 0,'0'40'47,"0"0"-32,0 0 1,0 0-16,0 0 0,0 1 0,0-1 15,0 0-15,-40 0 16,40 0-16,0 0 0,0 0 16,0 0-1,-40-40-15,40 40 0</inkml:trace>
  <inkml:trace contextRef="#ctx0" brushRef="#br0" timeOffset="-106053.9">20304 17445 0,'-40'-40'15,"40"0"-15,0 0 16,80 0 15,40 40-15,1 40-1,-81-40-15,0 0 16,0 0-16,81 40 16</inkml:trace>
  <inkml:trace contextRef="#ctx0" brushRef="#br0" timeOffset="-105833.91">20464 17646 0,'-40'0'15,"80"0"-15,-40 0 16,121 0 15,-1-40-15,-40 40-1,-39 0-15</inkml:trace>
  <inkml:trace contextRef="#ctx0" brushRef="#br0" timeOffset="-104953.93">18378 17445 0,'40'0'32,"-40"-40"-17,40 40 1,0 0 15,0 0 78,-40 40-109,0 0 16,0 0 0,0 1-16,0-1 0,41-40 0,-41 40 15,0 0-15,0 0 0,0 0 16,40-40 0</inkml:trace>
  <inkml:trace contextRef="#ctx0" brushRef="#br0" timeOffset="-101864.14">16773 15961 0,'0'40'94,"0"1"-79,0-1-15,0 0 0,0 0 16,0 0-1,0 0-15,0 0 0,0 0 0,0 0 16,0 0-16,0 1 0,0-1 16,0 0-16,0 0 0,0 0 0,0 0 15,40 0-15,-40 0 0,0 0 0,0 1 0,40 39 16,-40-40-16,40 40 16,-40-40-16,40 0 0,-40 40 0,0-39 0,40-1 15,-40 40-15,41-40 0,-41 40 16,0-40-16,0 0 0,0 1 0,40-1 0,-40 0 15,0 0-15,0 0 16,0 0-16,0 0 0,0 0 0,0 0 0,0 0 16,40 1-16,-40-1 15,0 0-15,0 0 0,0 0 0,40-40 0,-40 40 16,0 0-16,0 0 0,40-40 0,-40 40 16,40 1-1,0-41-15,0 0 16,1 0-1,-1 0-15,0 0 16,0 0 0,0 0-16,0 0 0,0 0 15,0 0-15,1-41 0,-1 41 0,0 0 16,0 0 0,0 0-16,0 0 0,0 0 0,0 0 15,1 41-15,-1-41 16,0 0-16,40 40 0,-40-40 0,0 0 0,41 0 15,-41 0-15,40 40 0,-40-40 16,0 0-16,41 0 0,-41 40 0,0-40 0,40 0 16,-40 0-16,0 0 15,0 40-15,41-40 0,-41 0 0,40 0 0,-40 0 16,40 0-16,-39 0 0,39 0 0,-40 0 0,40 0 16,-40 0-16,41 0 0,-41 0 15,0 0-15,40 0 0,-40 0 0,0 0 0,0 0 16,1 0-16,-1 0 15,0 0-15,0 0 0,0 0 0,0 0 16,0 0-16,0 0 0,1 0 16,-1 0-16,40 0 0,-40 0 0,0 0 0,0 0 15,41 0-15,-41 0 0,40 0 0,-40 0 0,0 0 16,40 0-16,-39 0 16,39 0-16,-40 0 0,0 0 0,0 0 0,40 0 15,-39 0-15,-1 0 0,0 0 16,0 0-16,0-40 0,40 40 0,-40 0 0,1 0 15,-1 0-15,0 0 16,40 0-16,-40 0 0,0 0 0,0 0 0,1 0 16,39 0-16,-40 0 0,0-40 15,0 40-15,0 0 0,1 0 0,39 0 0,-40 0 16,0 0-16,0 0 0,0 0 0,0 0 0,1 0 16,-1 0-16,0 0 15,0 0-15,0 0 0,-40-40 16,40 40-1,0 0-15,0 0 16,1 0 0,-1-40-16,0 40 15,0 0-15,0 0 16,0 0 0,0 0-16,0 0 15,1 0-15,-41-41 16,40 41-16,0 0 0,0 0 0,0 0 15,-40-40-15,40 40 16,0 0 15,-40-40-31,0 0 47,40 40-31,-40-40 15,0 0-15,0 0-1,41 0 1,-41 0 0,0-1-1,0 1-15,0 0 16,0 0-16,0 0 0,0 0 15,0 0 1,40 40-16,-40-40 0,0 0 0,40 40 0,-40-40 16,40-1-16,-40 1 0,0 0 15,0 0-15,0 0 0,0 0 0,0 0 16,0 0-16,0 0 0,0-1 0,0 1 16,0 0-16,0 0 15,0 0-15,0 0 0,0 0 0,0 0 0,0 0 16,0 0-16,0-1 0,0 1 15,0 0-15,40 0 0,-40 0 0,40 0 16,-40 0 0,0 0-1,0 0-15,0-1 0,40 41 16,-40-40-16,0 0 0,0 0 16,40 0-16,-40 0 0,0 0 15,41 40 1,-41-40-16,0 0 0,0 0 15,0-1 1,0 1 0,0 0-1,0 0-15,-41 40 0,41-40 16,0 0-16,-40 0 16,40 0-1,-40 40-15,40-40 0,-40 40 0,40-41 16,-40 1-1,0 0-15,0 40 32,40-40-32,-40 40 15,-1 0 1,41 40 0,-40-40-16,0 0 15,0 0-15,0 0 16,0 0-16,0 0 0,40 40 15,-40-40-15,-1 0 16,1 0-16,0 0 0,0 0 0,0 0 16,0 0-16,0 0 0,0 0 15,-41 0-15,41 0 0,0 0 0,0 40 0,0-40 16,0 0-16,0 0 0,-1 0 0,1 0 0,0 0 16,0 0-1,0 0-15,0 0 0,0 0 0,0 0 0,-1 0 16,1 0-16,0 0 0,0 0 15,0 0-15,0 0 0,0 0 0,-1 0 0,1 0 16,0 0-16,0 0 16,0 0-16,0 41 0,0-41 0,0 0 0,-1 0 15,1 0-15,0 0 0,0 0 0,0 0 0,0 0 16,0 0-16,0 0 0,-41 0 16,41 0-16,0 0 0,0 0 0,0 0 0,0 0 15,-41 0-15,41 0 16,0 0-16,0 0 0,0-41 0,0 41 0,0 0 15,0 0-15,-1 0 0,1 0 16,0 0-16,0 0 0,0 0 0,0 0 0,0 0 16,0 0-1,-1 0-15,1 0 0,0 0 0,0 0 0,0 0 16,0 0-16,0 0 0,0 0 0,-1 0 0,1 0 16,0 0-16,0 0 15,0 0-15,0 0 0,0 0 16,0 0-1,-1 0-15,1 0 0,0 0 16,0 0 0,0 0-16,0 0 0,0 0 15,0 41-15,-1-41 16,1 0 0,0 0-16,0 0 0,0 0 15,0 0-15,0 0 16,0 0-16,-1 0 0,1 0 0,0 0 15,0 0 1,0 0-16,0 0 0,0 0 16,0 0-16,-1 0 15,1 0-15,0 0 0,0 0 16,0-41-16,0 41 0,0 0 0,0 0 16,-1 0-16,1 0 15,0 0-15,0 0 0,0 0 0,0 41 16,0-41-16,-1 0 15,1 0-15,40 40 0,-40-40 0,0 0 16,0 0 0,0 0-16,0 0 15,0 0-15,-1 0 16,1 40-16,0-40 16,0 0-16,0 0 0,0 40 0,0-40 15,0 0-15,-1 0 16,1 0-16,0 40 0,0-40 0,0 0 0,0 0 15,0 0-15,0 0 16,-1 40-16,1-40 0,0 0 31</inkml:trace>
  <inkml:trace contextRef="#ctx0" brushRef="#br0" timeOffset="-101064.2">14847 17285 0,'-40'0'16,"80"0"77,0 0-77,0 0-16,0 0 16,40 0-16,-39 0 0,39 0 0,-40 0 0,40 0 15,-40 0-15,41 0 0,-1 0 16,-40 0-16,40 0 0,-40 0 0,41 0 0,-41 0 15,40 0-15,-40 0 16,40 0-16,-40 0 0,1 0 0,-1 0 0,0 0 16,0-40-16,0 40 15,0 0-15,0 0 0,0 0 16,1 0-16,-1 0 16</inkml:trace>
  <inkml:trace contextRef="#ctx0" brushRef="#br0" timeOffset="-100714.22">16171 16884 0,'-40'0'15,"80"0"-15,-120 0 16,40 0-1,-1 0 1,82 40 15,39-40-15,-40 0-16,0 40 0,40-40 0,1 40 16,-41-40-16,40 40 0,-40-40 15,40 40-15,-40-40 0,1 0 0,-1 40 0,0-40 16,-40 40-1,0 1-15,0-1 16,-40-40-16,-41 40 16,41-40-16,0 40 0,0-40 0,0 0 15,0 40-15,0-40 0,0 0 0,-41 40 0,41-40 16</inkml:trace>
  <inkml:trace contextRef="#ctx0" brushRef="#br0" timeOffset="-99814.27">11757 17686 0,'-40'-40'0,"0"0"16,40 0-1,0-1 1,40 1 0,0 40-16,-40-40 0,40 40 15,0 0-15,0-40 0,1 40 16,-1 0-16,0 0 0,0 40 15,0 0 1,-40 0-16,0 1 0,0-1 0,0 0 16,0 0-16,-40 0 0,40 0 15,-40 0-15,40 0 0,-40 0 0,40 0 0,-40-40 16,40 41-16,-41-41 0,41-41 31,41 1-31,-41 0 16,40 40-16,-40-40 0,80 0 15,-40 0-15,0 0 0,0 40 0,-40-40 0,40 0 16,1 0-16,-1 40 16,-40-41-16,40 1 0,0 0 0,0 40 15,-40-40 1,-80 40 0,80 40-1,-40-40 1,40 40-16,-40-40 0,-1 40 0,1 1 15,0-1 1,40 0-16,0 0 0,0 0 16,0 0-1,0 0-15,40-40 0,-40 40 0,81-40 16,-41 0-16,-40 40 0,40-40 0,0 0 16,0 0-16</inkml:trace>
  <inkml:trace contextRef="#ctx0" brushRef="#br0" timeOffset="-99514.29">12760 17686 0,'-40'-40'0,"80"80"0,-120-80 16,40 40-16,40 40 31,-40-40-15,40 40-16,0 0 15,0 0 1,40-40-16,-40 40 0,40-40 16,-40 40-16,40-40 0,0 0 15,-40 40-15,40-40 0,-40 41 16,-40-1 0,0-40-1,0 0-15,0 0 0,0 0 0,0 0 16,-1 0-16,1 0 15,0-40-15,0 40 0,40-41 16</inkml:trace>
  <inkml:trace contextRef="#ctx0" brushRef="#br0" timeOffset="-99184.31">13161 17164 0,'0'0'16,"0"41"31,0-1-32,0 0-15,-40 0 0,40 0 0,0 0 16,0 0-16,-40 0 0,40 0 16,0 1-16,0-1 0,0 0 0,0 0 15,0 0-15,40 0 0,0-40 16,-40 40 0,41-40-16,-1 0 0,0 0 0,0-80 15</inkml:trace>
  <inkml:trace contextRef="#ctx0" brushRef="#br0" timeOffset="-98954.3">13603 17205 0,'0'0'0,"-40"0"16,40 40-1,0 80 16,0-80-31,0 0 0,0 81 32,0-81-32,0 0 0,0 0 0,40 0 15,0 0 1</inkml:trace>
  <inkml:trace contextRef="#ctx0" brushRef="#br0" timeOffset="-98764.34">13442 17525 0,'-40'0'0,"80"0"0,-120 41 0,120-82 16,0 1 0,161-40-1,-161 80-15,121-80 31,-121 80-31,0 0 0,0-40 16</inkml:trace>
  <inkml:trace contextRef="#ctx0" brushRef="#br0" timeOffset="-98574.35">14044 17084 0,'0'40'15,"0"-40"-15,0-40 16,0 120-1,40-39-15,41-1 16,-41-40-16,-40 200 31,0-120-31,-40 41 16,-121-1-16</inkml:trace>
  <inkml:trace contextRef="#ctx0" brushRef="#br0" timeOffset="-97464.42">23354 17205 0,'40'0'15,"-40"40"1,40-40-1,0 0 17,0 0-17,0 0-15,0 0 0,0 0 16,1 0-16,-1 0 0,0 0 0,0 0 16,0 0-1,0 0-15,0 40 0,0-40 0,1 0 0,-1 0 16,0 0-16,0 0 0,0 0 15,0 0-15,0 0 0,0 0 0,1 0 0,-1 0 16,0 0 0,0 0-16</inkml:trace>
  <inkml:trace contextRef="#ctx0" brushRef="#br0" timeOffset="-97094.42">24196 17044 0,'0'0'0,"-40"0"0,80 0 62,0 0-62,0 0 16,1 0-16,-1 40 0,0-40 16,0 0-16,0 40 0,0-40 15,0 0-15,-40 40 0,0 1 16,40-41-16,-40 40 16,0 0-16,0 0 15,-40 0 1,0 0-16,40 0 15,-40-40-15,40 40 16,0 0-16,-40-40 16,40 41-16</inkml:trace>
  <inkml:trace contextRef="#ctx0" brushRef="#br0" timeOffset="-96334.47">24638 16804 0,'0'-41'16,"40"41"15,0 0-31,0 0 0,0 0 16,0 0-1,-40 41-15,40-41 0,-40 40 0,40-40 0,-40 40 16,0 0-16,0 0 15,41 0-15,-41 0 0,0 0 0,0 0 16,0 0-16,0 1 16,0-1-16,0 0 0,0 0 15,-41-40-15,1 0 16,40 40-16,0-80 31,0 0-15,0-40-16,40 80 0,-40-41 0,41 1 15,-1 40-15,-40-40 16,40 0-16,-40 0 0,40 40 0,0-40 0,0 0 16,-40 0-16,40 40 0,-40-40 15,40 40-15,-40-40 16,0-1 0,-40 41 30,0 0-30,0 0 15,40 41 1,0-1-32,-40 0 0,40 0 15,0 0-15,0 0 16,-40 0-16,40 0 0,0 0 0,0 0 15,0 1-15,40-41 16,-40 40-16,80-40 0,-40 40 16,0-40-16,1 0 0,-1 0 15,0-40 1,0 0-16</inkml:trace>
  <inkml:trace contextRef="#ctx0" brushRef="#br0" timeOffset="-95984.43">25721 16603 0,'0'40'16,"-40"-40"31,40 40-32,-40-40-15,40 40 0,-40-40 16,40 40-16,0 1 0,0-1 0,0 0 16,0 0-16,0 0 15,0 0-15,0 0 0,0 0 0,0 0 0,0 0 16,0 1-16,40-41 15,-40 40-15,40-40 0,0 0 0,0 0 16,0 0 0,0 0-16,1 0 0,-1 0 0,0-40 15</inkml:trace>
  <inkml:trace contextRef="#ctx0" brushRef="#br0" timeOffset="-95714.52">26243 16643 0,'0'0'15,"-40"0"1,-1 40 0,41 81-1,-40-81-15,40 80 31,0-80-31,0 0 0,0 80 32,0-79-32,0-1 0,40-40 15</inkml:trace>
  <inkml:trace contextRef="#ctx0" brushRef="#br0" timeOffset="-95474.46">25882 17084 0,'-41'0'0,"82"0"0,-82-40 31,82 40-31,119-40 31,1 40-15,-121-40 0,40 0-16,-40 40 0</inkml:trace>
  <inkml:trace contextRef="#ctx0" brushRef="#br0" timeOffset="-95264.54">26483 16723 0,'0'81'31,"41"-81"-31,-41 40 16,0 0-16,40-40 0,-40 40 15,0 0-15,0 0 0,0 40 0,0-40 0,0 0 16,0 1-16,0-1 15,-81 0-15,81 0 0,-40 0 0,0 0 0,0-40 16,-40 40-16</inkml:trace>
  <inkml:trace contextRef="#ctx0" brushRef="#br0" timeOffset="-63886.4">27166 15480 0,'40'0'0,"-40"40"391,0 0-391,0 0 16,0 0-16,0 1 15,0-1-15,0 0 0,40 0 0,-40 0 16,0 0 0,0 0-16,0 0 0,0 0 15,0 1-15,0-1 16,40-40-1</inkml:trace>
  <inkml:trace contextRef="#ctx0" brushRef="#br0" timeOffset="-63236.46">27286 15841 0,'40'0'93,"0"0"-77,0-40-16,0 40 16,1 0-16,-1 0 15,0 0-15,-40-40 16,40 40-1,-40-40 1,0 0 15,0-1-31,0 1 16,0 0 0,-40 40 30,40 40 17,0 0-63,0 1 0,0-1 16,40-40-16,-40 40 15,0 0-15,0 0 0,0 0 0,0 0 16,0 0-16,0 0 0,40-40 15,-40 41 1</inkml:trace>
  <inkml:trace contextRef="#ctx0" brushRef="#br0" timeOffset="-62756.42">27928 15520 0,'-40'0'93,"40"40"-77,0 0 0,-40-40-16,40 40 0,0 1 15,0-1-15,-40 0 16,40 0-16,0 0 16,0 0-1,40-40-15,-40 40 0,40-40 0,-40 40 16,40-40-16,0 0 15,0 0 1</inkml:trace>
  <inkml:trace contextRef="#ctx0" brushRef="#br0" timeOffset="-62206.53">28169 15600 0,'0'40'47,"0"1"-16,0-1-31,0 0 16,0 0-16,0 0 0,0 0 31,40-40 0,0-40 1,-40 0-32,40 40 31,-40 40 0,0 0 0,40-40-15,0 0 0,0 0-16,-40-40 15,41 40-15,-41-40 0,0 0 16,40 40-16,-40-40 0,0 0 15,0-1 1,-40 41 0,-1 0-1,1 0-15,0 0 0,0 0 16,40 41-16</inkml:trace>
  <inkml:trace contextRef="#ctx0" brushRef="#br0" timeOffset="-61856.53">28690 15480 0,'0'40'32,"40"0"-17,-40 0 1,41-40 0,-41 40-16,40 1 0,-40-1 15,0 0-15,0 0 16,0 0-16,0 0 0,-40 0 15,40 0-15,-41-40 16,41 40-16,-40-40 0,40 41 16,-40-41-16,0 0 15</inkml:trace>
  <inkml:trace contextRef="#ctx0" brushRef="#br0" timeOffset="-61566.57">29132 15721 0,'-40'0'16,"40"40"-16,40-40 31,0 0-15,-40-40-16,40 40 0,0 0 31,0 0-31,-40-40 0,40 40 16</inkml:trace>
  <inkml:trace contextRef="#ctx0" brushRef="#br0" timeOffset="-61376.56">29132 15961 0,'0'0'16,"40"0"15,0 0-31,0 0 15,0 0-15,0-40 32</inkml:trace>
  <inkml:trace contextRef="#ctx0" brushRef="#br0" timeOffset="-59956.64">29653 15320 0,'0'0'0,"41"0"860,-1 0-860,0 0 31,0 0-31,0 0 0,0 0 16,0 0-16,0 0 0,1 0 15,-1 0-15,0 0 0,0 0 16,0 0-16,0 0 47,0 0-32</inkml:trace>
  <inkml:trace contextRef="#ctx0" brushRef="#br0" timeOffset="-59636.69">29934 15320 0,'-40'0'15,"40"40"1,0 0 15,0 0-31,0 0 0,0 0 16,40-40-16,-40 40 15,0 0-15,0 0 0,0 1 16,0-1-16,0 0 16,0 0-16,40-40 0,-40 40 15,0 0 1,0 0-1</inkml:trace>
  <inkml:trace contextRef="#ctx0" brushRef="#br0" timeOffset="-59166.71">30336 15761 0,'-41'0'31,"1"0"-16,0 0 1,40 40 0,-40 40 15,40-40-15,80 40-1,-40-80 1,1 41-1,-41-1-15,40-40 16,-40 40 15,-161 0-15,81 0 0,0-40-1,80-40 1</inkml:trace>
  <inkml:trace contextRef="#ctx0" brushRef="#br0" timeOffset="-58656.72">30657 15480 0</inkml:trace>
  <inkml:trace contextRef="#ctx0" brushRef="#br0" timeOffset="-58426.76">30817 16001 0,'0'0'16,"0"41"-16,-40-1 31,0 0-15,0 40-1,0-40 17</inkml:trace>
  <inkml:trace contextRef="#ctx0" brushRef="#br0" timeOffset="-57706.8">30777 15520 0,'0'40'78,"-40"-40"-62,0 0-1,40 40 1,0-80 31,0 0-47,40 40 156</inkml:trace>
  <inkml:trace contextRef="#ctx0" brushRef="#br0" timeOffset="-57156.81">31218 15440 0,'-40'0'31,"40"40"31,0 0-46,0 0 0,0 0-1,0 0-15,0 1 0,0-1 16,0 0-16,0 0 16,0 0-16,0 0 0,0 0 15,0 0 1,0 0-1</inkml:trace>
  <inkml:trace contextRef="#ctx0" brushRef="#br0" timeOffset="-56496.85">31419 15640 0,'0'0'16,"-40"0"-1,40 41 48,0-1-48,0 0 1,0 0-16,0 0 31,40-40-31,0 0 16,-40-40 15,40 0-31,-40 80 78,40-40-62,-40 40-1,40-40-15,1-40 32,-41 0-17,40 0 1,-40 0-16,0-1 16,0 1-1,0 0 1,-40 40-16,-1 0 0</inkml:trace>
  <inkml:trace contextRef="#ctx0" brushRef="#br0" timeOffset="-55946.89">31820 15360 0,'-40'0'0,"40"40"16,0 0 31,0 0-32,0 0-15,0 0 16,0 0-16,40 0 0,-40 1 16,0-1-1,0 0-15,0 0 0,0 0 16,0 0 0,0 0-16</inkml:trace>
  <inkml:trace contextRef="#ctx0" brushRef="#br0" timeOffset="-55296.92">32302 15440 0,'0'40'78,"0"0"-78,0 0 16,-40-40-1,40 40-15,0 0 0,-41-40 0,1 41 16,0-41-16,40 40 0,-40-40 15,40 40-15,-40-40 16,80 0 31,0 0 0,0 0-47,0 40 15,1 0-15,-1-40 16,-40 40-16,40-40 16,-40 40-16,40-40 0,-40 40 15,40-40 1,-40 40-16,40-40 0,0 0 16,-40 41-16,40-41 15,1 0 1</inkml:trace>
  <inkml:trace contextRef="#ctx0" brushRef="#br0" timeOffset="-54367">32783 15400 0,'0'40'15,"-40"-40"17,0 0-17,40 40 1,0 0-16,0 0 0,0 0 15,-40 0 1,40 1-16,0-1 16,0 0-1,40-40 1,0 0 0,0 0-1,0 0 16,-40-40-31,0 0 0,0 80 94,41-40-94,-1 40 16,0-40-1,0 0 17,-40-40-17,0 0-15,0-1 0,0 1 16,0 0 0,-40 40-1,40-40-15,-40 40 0,0 0 31,-1 0-15</inkml:trace>
  <inkml:trace contextRef="#ctx0" brushRef="#br0" timeOffset="-53877.03">33425 15640 0,'-40'0'16,"0"0"0,0 41-1,0-41 1,40 40 0,-40-40-1,40 40-15,0 0 16,-40-40-16,40 40 0,0 0 15,0 0 1,40 0 0,0-40-1,0 0-15,-40 40 16,-40-40 15,0 0-31,-41 0 16,41 41-1,0-41-15,0 0 0,0 0 16,0 0-16</inkml:trace>
  <inkml:trace contextRef="#ctx0" brushRef="#br0" timeOffset="-53127.07">32904 16362 0,'0'40'15,"-40"-40"63,-1 0-62,41-40 15,-40 40 47,0 0-62,0 0 31,80 0 0,0 0-32,0 0 1,1 0-16,-1 0 0,0 0 0,0 0 16,0 0-16,0 0 15,-40-40-15,40 40 0,0 0 32,1 0 46</inkml:trace>
  <inkml:trace contextRef="#ctx0" brushRef="#br0" timeOffset="-52357.1">32783 16643 0,'0'0'31,"0"40"-15,40-40 0,1 0-1,-1 0 1,40 0 15,-80 40-15,0 0 15,-40 1-31,0 39 31,0 0-15,-1-80 0,82 0 30,-1 0-46,0 0 16,0 0 0,0 0-16,0 0 15,0 0 1,0 0-16,-40 40 16,41-40-1,-1 0 79,0 0-78,-80 0 62,40-40-78,-40 40 15</inkml:trace>
  <inkml:trace contextRef="#ctx0" brushRef="#br0" timeOffset="-43627.56">27968 18368 0,'0'0'0,"-40"0"0,0 0 0,0 0 16,0 0-16,40 40 16,-41-40-16,41 40 15,-40-40-15,0 0 47,40-40-31,0 80 93,40-40-109,0 0 16,-40 40-16,41-40 0,-1 0 15,0 0-15,0 0 0,0 0 16,0 0 0,0 0-16,0 0 0,1 0 0,-1 0 15,40 0-15,-40-40 0,0 40 0,0 0 16,0 0-16,1-40 0,39 40 15,-40 0-15,0 0 0,40 0 0,-40-40 0,1 40 16,-1 0-16,40 0 16,-40 0-16,0 0 0,0 0 0,1-40 0,-1 40 15,0 0-15,0 0 0,0 0 16,0 0-16,0 0 0,0-41 0,1 41 16,-1 0-16,0 0 0,0 0 15,0 0 1,0 0-16,0 0 0,0 0 0,1 0 15,-1 0-15,0 41 0,0-41 16,40 0-16,-40 0 0,0 0 0,1 0 0,-1 0 16,0 0-16,0 0 15,0 0-15,0 40 0,0-40 16,0 0 0,1 0-16,-1 0 15,0-40-15,0 40 0,0 0 16,0 0-16,0 0 15,0 0-15,1 0 0,-1 0 0,0 0 0,0 0 16,0 0-16,0 0 16,0 0-1,0 0 1,1 0 0,-1 0-16,0 0 0,0 0 15,0 0-15,0 0 16,0 0-16,0 0 0,1 0 0,-1 0 15,0 0 1,0 0-16,0 0 0,0 0 0,0 0 0,0 0 16,1 0-16,-1 0 15,0 0-15,0 0 0,0 0 32,0 0-17,0 0-15,0 0 31,1 0-31,-1 0 16,-40-41 0</inkml:trace>
  <inkml:trace contextRef="#ctx0" brushRef="#br0" timeOffset="-42607.71">30095 16643 0,'0'80'63,"0"1"-32,0-41-31,0 0 0,0 0 16,0 0-16,0 0 15,0 0 1,0 0-1,0 0 1,0 0-16,40-40 0,-40 41 16,0-1-1,0 0-15,40 0 0,-40 0 16,0 0-16,0 0 16,0 0-16,0 0 0,0 1 15,0-1-15,0 0 16,0 0-1,0 0-15,0 0 16,0 0 0,0 0-16,0 0 15,0 0 1,0 1 0,0-1-16,0 0 15,0 0 1,0 0-16,0 0 31,0 0-15,-40-40-1,40 40-15,0 0 0,0 1 16,0-1 0,0 0-1,40-40 1,0 0 15,-40-40-31,40 0 16,-40-1-16,40 41 15</inkml:trace>
  <inkml:trace contextRef="#ctx0" brushRef="#br0" timeOffset="-40627.82">29413 17445 0,'-40'0'15,"40"40"17,-41-40 46,1 40-47,0-40 0,0 0-15,0 0 0,0 0-1,80 0 235,0 0-234,0 0-1,0 0-15,0 0 0,1 0 0,-1 0 16,0 0-16,0 0 16,0 0-16,0 0 0,0 0 0,0 0 0,41 0 15,-41 0-15,0 0 0,0 0 16,0 0-16,0 0 0,0 0 0,1 0 0,-1 0 16,0 0-16,0 0 0,0 0 0,0 0 15,0 0 1,0 0-16,1 0 0,-1 41 15,0-41-15,0 0 16,0 0-16,0 0 0,0 0 0,0 0 0,1 0 16,-1 0-16,0 0 15,0 0-15,0 0 0,0 0 16,0 0 0,0 0-1,1 0-15,-1 0 31,0 0-31,0 0 32,0 0-1,-40 40-31,40-40 16,0 0-1,0 0 1,-40 40 156,0 0-125,0 0-32,-40-40-15,40 40 16,0 0-1,0 0 1,0 0-16,0 0 16,0 1-1,0-1 1,0 0 0,0 0-1,0 0 1,0 0-1,-40-40 1,40 40 0,0 0 15,0 0-15,0 1 15,-40-41-31,40 40 31,0 0 0,-40-40-31,40 40 32,-40-40 14,0 0-14</inkml:trace>
  <inkml:trace contextRef="#ctx0" brushRef="#br0" timeOffset="-39587.89">29252 17646 0,'-40'0'15,"40"-40"95,40 40-64,-40 40-46,0 0 16,40 0 0,-40 0-1,40-40 1,-40 40-16,0 0 0,0 0 16,41 0-16,-41 1 0,0-1 15,0 0 1,0 0-16,0 0 0,0 0 31,-41 0-31,41 0 16,0 0-1,0 1 17,41-41 30</inkml:trace>
  <inkml:trace contextRef="#ctx0" brushRef="#br0" timeOffset="-38817.91">28730 18688 0,'-40'0'32,"40"41"-32,0-1 93,-40-40-77,80 0 47,0 0-48,-40-40-15,41 40 0,-1 0 16,0 0-1,0 0 17,0 0-17,0 0 1</inkml:trace>
  <inkml:trace contextRef="#ctx0" brushRef="#br0" timeOffset="-38257.95">29132 18608 0,'0'0'0,"0"40"62,0 0-30,0 1-32,0-1 15,0 0 1,0 0 0,40-40-16,0 0 15,0-40 1,-40 0-1,0 0-15,40 40 16,-40-41-16,0 82 63,0-1-63,40-40 0,-40 40 15,41-40 1,-1 0-1,-40-40 1,40 40-16,-40-40 16,40 40-16,-40-41 15,0 1 1,0 0-16,0 0 16,-40 40-16,0 0 15,0 0 1</inkml:trace>
  <inkml:trace contextRef="#ctx0" brushRef="#br0" timeOffset="-37897.99">29814 18608 0,'-40'0'16,"0"40"31,0-40-47,40 40 15,-41-40-15,41 41 16,-40-1-16,40 0 31,40-40-31,-80 40 78,0-40-78,0 0 0</inkml:trace>
  <inkml:trace contextRef="#ctx0" brushRef="#br0" timeOffset="-37557.99">29974 18568 0,'0'40'78,"0"0"-63,0 0-15,0 1 16,-40-1-16,40 0 16,-40 0-16,40 0 15,0 0-15,0 0 16,-40-40-16,40 40 16</inkml:trace>
  <inkml:trace contextRef="#ctx0" brushRef="#br0" timeOffset="-37198.03">30175 18809 0,'40'-40'16,"0"40"-1,0 0 1,1 0-16,-41 40 16,0 0-16,0 0 15,0 0 1,-41-40-16,41 40 0,-40 0 16,40 0-16,40-40 46,41 0-30,-41 0-16,0 0 16,0 0-16,0 0 15,0 0-15,0 0 0,1 0 16,-1 0-16,0 0 16,0 0-16</inkml:trace>
  <inkml:trace contextRef="#ctx0" brushRef="#br0" timeOffset="-36308.06">31058 18568 0,'0'0'0,"0"40"140,0 0-140,0 0 16,40 1 0,0-41-1,0 0 1,0 0 0,0 0-16,-40-41 0,41 41 15,-41-40-15,0 0 16,0 80 31,0 0-16,40-40 0,-40 41-31,40-41 16,-40-41-1,0 1 1,0 0 0,0 0-16,-40 40 0,40-40 15,-40 40 1,40 40 0</inkml:trace>
  <inkml:trace contextRef="#ctx0" brushRef="#br0" timeOffset="-35958.11">31740 18568 0,'0'0'16,"0"-40"-1,-40 40 17,40 80-17,-80-80 1,80 40-16,0 0 0,-41-40 16,41 41-16,41-41 31,-41 40-31,0 0 31,-41-40 16,41-40-47,-40 40 0</inkml:trace>
  <inkml:trace contextRef="#ctx0" brushRef="#br0" timeOffset="-35618.11">31981 18488 0,'-40'40'47,"40"0"-32,0 0-15,0 0 16,0 0-1,0 1-15,0-1 0,0 0 32,40-40-32</inkml:trace>
  <inkml:trace contextRef="#ctx0" brushRef="#br0" timeOffset="-35258.07">32302 18729 0,'0'-41'31,"0"1"-31,40 40 16,40 0 0,-40 0-1,-40 40-15,0 41 31,0-41-31,-80 0 16,80 0-16,0 0 16,40-40 15,0 0-31,0 0 0,0 0 0,-40-40 16,41 40-16,-1 0 0,0-40 0,0 40 0,-40-40 15,40 40-15,0 0 16,-40-40-16,40 40 0,-40-40 31</inkml:trace>
  <inkml:trace contextRef="#ctx0" brushRef="#br0" timeOffset="-34518.19">30336 16924 0,'0'40'15,"-41"-40"-15,82 0 47,-1-40-31,0 40-16,0 0 0,0-40 0,0 40 16,0-40-16,0 40 0,1 0 0,-1 0 0,0-40 15,0 40-15,0 0 16,0 0-16,0 0 0,0 0 0,1 0 15</inkml:trace>
  <inkml:trace contextRef="#ctx0" brushRef="#br0" timeOffset="-34228.19">30737 16964 0,'-40'0'0,"0"0"32,-1 0-1,41 40-15,0 0-1,0 0 1,0 0-16,0 0 15,0 1 1,0-1-16,0 0 0,0 0 31</inkml:trace>
  <inkml:trace contextRef="#ctx0" brushRef="#br0" timeOffset="-33928.15">30937 17164 0,'0'-40'0,"0"80"0,-40-80 31,40 80-15,-40-40-16,40 41 0,0-1 31,0 0-31,0 0 15,0 0 1,40-40-16,0 40 16,-40 0-1,-40-40 1,0 40-16,0-40 16,0 0-16,0 0 15,0 0-15</inkml:trace>
  <inkml:trace contextRef="#ctx0" brushRef="#br0" timeOffset="-12619.5">14044 3809 0,'40'0'32,"0"0"-32,-40-40 15,0 80 32,-40-40-31,40 41-16,-40-41 31</inkml:trace>
  <inkml:trace contextRef="#ctx0" brushRef="#br0" timeOffset="-10839.59">11075 3930 0,'0'40'15</inkml:trace>
  <inkml:trace contextRef="#ctx0" brushRef="#br0" timeOffset="-5539.91">11556 3809 0,'0'41'31,"0"-82"204</inkml:trace>
  <inkml:trace contextRef="#ctx0" brushRef="#br0" timeOffset="-5309.94">11597 3729 0,'0'-40'31,"0"0"16</inkml:trace>
  <inkml:trace contextRef="#ctx0" brushRef="#br0" timeOffset="-5129.94">11556 3569 0,'-40'0'16,"80"0"-16,-80-40 0,40 0 15,0-1 16,40 41-15,1 0 0</inkml:trace>
  <inkml:trace contextRef="#ctx0" brushRef="#br0" timeOffset="-4939.89">11597 3328 0,'0'-40'15,"0"80"-15,0-120 16,0 40-16,0 0 31,0 0 1</inkml:trace>
  <inkml:trace contextRef="#ctx0" brushRef="#br0" timeOffset="-4769.98">11516 2967 0,'0'0'0,"0"-40"15,0 0 16</inkml:trace>
  <inkml:trace contextRef="#ctx0" brushRef="#br0" timeOffset="-4609.95">11476 2847 0,'-40'0'16,"80"0"-16,-40 0 15,0-40 1,40 40 0,-40-40-16</inkml:trace>
  <inkml:trace contextRef="#ctx0" brushRef="#br0" timeOffset="-4399.92">11556 2646 0,'0'0'0,"0"-40"16,0 0 31,0 0-32,0 0-15,41 40 16,-41-40-1</inkml:trace>
  <inkml:trace contextRef="#ctx0" brushRef="#br0" timeOffset="-4209.97">11597 2326 0,'0'0'15,"0"-41"-15,0 1 32</inkml:trace>
  <inkml:trace contextRef="#ctx0" brushRef="#br0" timeOffset="-4020">11556 2125 0,'0'-40'47</inkml:trace>
  <inkml:trace contextRef="#ctx0" brushRef="#br0" timeOffset="-3859.96">11556 2005 0,'-40'0'16,"80"0"-16,-80-40 15</inkml:trace>
  <inkml:trace contextRef="#ctx0" brushRef="#br0" timeOffset="-3690.02">11556 1884 0</inkml:trace>
  <inkml:trace contextRef="#ctx0" brushRef="#br0" timeOffset="-3530.03">11516 1884 0,'-40'0'16</inkml:trace>
  <inkml:trace contextRef="#ctx0" brushRef="#br0" timeOffset="-3270.06">11195 1724 0,'0'0'0,"-40"0"16,0 0 0,40 40-1,-40-40 1,0 0-1,0 0-15</inkml:trace>
  <inkml:trace contextRef="#ctx0" brushRef="#br0" timeOffset="-2960.07">10633 1844 0,'-40'0'16,"0"0"-16,40-40 15</inkml:trace>
  <inkml:trace contextRef="#ctx0" brushRef="#br0" timeOffset="-2740.08">10232 1804 0,'-40'0'15,"80"0"-15,-40 0 63</inkml:trace>
  <inkml:trace contextRef="#ctx0" brushRef="#br0" timeOffset="-2620.11">9991 1844 0</inkml:trace>
  <inkml:trace contextRef="#ctx0" brushRef="#br0" timeOffset="-2290.11">9590 1844 0,'-40'0'31,"0"0"-31,0 0 16</inkml:trace>
  <inkml:trace contextRef="#ctx0" brushRef="#br0" timeOffset="-2060.14">9149 1844 0,'0'0'0,"-40"0"16,40-40 62</inkml:trace>
  <inkml:trace contextRef="#ctx0" brushRef="#br0" timeOffset="-1860.13">8748 1804 0,'-41'0'31,"82"0"-31,-122 0 31,41 0-31,0 0 32,40 40-32</inkml:trace>
  <inkml:trace contextRef="#ctx0" brushRef="#br0" timeOffset="-1660.16">8226 1884 0,'-40'0'16,"0"0"-1,0 0 16</inkml:trace>
  <inkml:trace contextRef="#ctx0" brushRef="#br0" timeOffset="-1300.17">7785 1844 0,'0'40'16</inkml:trace>
  <inkml:trace contextRef="#ctx0" brushRef="#br0" timeOffset="-1080.2">7744 1924 0,'-40'0'0,"0"-40"31,0 40-15,-40 0 0,40 0-1</inkml:trace>
  <inkml:trace contextRef="#ctx0" brushRef="#br0" timeOffset="-920.19">7464 1884 0,'0'0'15,"40"0"17,0 0-17</inkml:trace>
  <inkml:trace contextRef="#ctx0" brushRef="#br0" timeOffset="-760.22">7584 2045 0,'-40'40'31,"80"-80"-31,-40 80 15</inkml:trace>
  <inkml:trace contextRef="#ctx0" brushRef="#br0" timeOffset="-540.19">7343 2326 0,'0'0'16,"-40"0"0,40 40-1,40-40-15,40 0 32,-39 0-32,-41 40 15</inkml:trace>
  <inkml:trace contextRef="#ctx0" brushRef="#br0" timeOffset="-380.22">7584 2606 0,'-40'0'16,"40"40"-16</inkml:trace>
  <inkml:trace contextRef="#ctx0" brushRef="#br0" timeOffset="-220.25">7544 2847 0,'0'40'15,"-40"-40"-15,40 40 16</inkml:trace>
  <inkml:trace contextRef="#ctx0" brushRef="#br0" timeOffset="-10.26">7544 3288 0,'0'40'0,"0"0"31,0 0-16</inkml:trace>
  <inkml:trace contextRef="#ctx0" brushRef="#br0" timeOffset="829.69">7423 3448 0,'0'-40'0</inkml:trace>
  <inkml:trace contextRef="#ctx0" brushRef="#br0" timeOffset="1209.66">7504 2727 0,'0'-41'15,"0"1"1,0 0 0,40 0-1,0 0-15</inkml:trace>
  <inkml:trace contextRef="#ctx0" brushRef="#br0" timeOffset="1529.65">7624 2245 0,'0'0'16,"0"-40"-16,0 0 15,0 0 1,0 80 31,0 0-47,0 0 31,0 0-31,0 1 16,0-1-1,40-40-15</inkml:trace>
  <inkml:trace contextRef="#ctx0" brushRef="#br0" timeOffset="1669.66">7664 2366 0,'-80'80'15,"160"-160"-15,-200 441 63,120-321-63</inkml:trace>
  <inkml:trace contextRef="#ctx0" brushRef="#br0" timeOffset="1999.62">7544 3569 0,'0'40'0,"0"0"31</inkml:trace>
  <inkml:trace contextRef="#ctx0" brushRef="#br0" timeOffset="2219.6">7504 4010 0,'0'0'0,"40"40"32,0-40-17,-40 40 1</inkml:trace>
  <inkml:trace contextRef="#ctx0" brushRef="#br0" timeOffset="2359.59">7664 4130 0,'-80'0'31,"160"0"-31,-200 0 16</inkml:trace>
  <inkml:trace contextRef="#ctx0" brushRef="#br0" timeOffset="22328.4">20986 4251 0,'-40'0'0,"40"40"140,40-40-140,-40 40 0,40-40 16,0 0-16,0 40 0,1-40 0,-1 0 0,0 0 15,40 0-15,-40 0 0,40 0 16,-39 0-16,39 0 0,-40 0 0,40 0 0,-40 0 16,0 0-16,41 0 15,-41 0-15,0 0 0,0 0 0,40 0 0,-39 0 16,-1 0-16,0 0 0,0 0 16,40 0-16,-40 0 0,0 0 0,41 0 0,-41 0 15,40 0-15,0 0 16,-40 0-16,41 0 0,-1 0 0,-40 0 0,40 0 15,-40 0-15,1 0 0,39 0 0,-40 0 0,0 0 16,0 0-16,0 0 0,0 0 16,41 0-16,-41 0 0,0 0 0,0 0 0,40 0 15,-40 0-15,1 0 16,39 0-16,-40 0 0,0 0 0,40 0 0,-40 0 16,41 0-16,-41-40 0,40 40 15,-40 0-15,40 0 0,1-40 0,-41 40 0,40 0 16,-40 0-16,0 0 0,41 0 0,-41 0 0,0 0 15,40 0-15,-40 0 16,0 0-16,41 0 0,-41 0 0,0 0 0,0 0 16,0 0-16,0 0 0,0 0 15,0 0-15,1 0 0,-1 0 0,0 0 16,0 0 0,40 0-16,-40 0 0,1 0 0,39 0 0,-40 0 15,40 0-15,0 0 0,1 0 16,-1 0-16,0 0 0,-40 0 0,41 0 0,-1 0 15,0 0-15,-40 0 0,40 0 0,-39 0 0,-1 0 16,0 0-16,0 0 16,0 0-16,0 0 0,0 0 0,0 0 15,1 0 1,-1 0-16,0 0 31,-40-40-31,0-1 0</inkml:trace>
  <inkml:trace contextRef="#ctx0" brushRef="#br0" timeOffset="23508.33">23795 2285 0,'-40'0'94,"40"41"-79,0-1 1,0 0 0,0 0-16,-40-40 15,40 40-15,0 0 16,0 0-16,0 0 16,0 0-1,0 0-15,0 1 16,0-1-16,0 0 15,40-40-15,-40 40 16,40 0-16,-40 0 0,40 0 16,-40 0-16,0 0 15,0 1-15,40-1 0,-40 0 16,0 0 0,0 0-16,0 0 0,0 0 15,0 0-15,0 0 16,0 0-16,0 1 0,0-1 0,0 0 15,0 0-15,0 0 0,0 0 16,40-40-16,-40 40 16,0 0-16,0 0 0,0 1 15,0-1-15,0 0 16,-40 0-16,40 0 16,0 0-1,-40-40-15,40 40 0,0 0 0,0 0 16,0 0-16,0 1 15,0-1-15,0 0 16,0 0-16,0 0 16,0 0-1,0 0-15,0 0 16,0 0 0,40-40-1,-40 41 16,0-82 1</inkml:trace>
  <inkml:trace contextRef="#ctx0" brushRef="#br0" timeOffset="24368.3">23915 3128 0,'0'0'16,"-40"0"-16,0 0 16,80 0 15,0 0-31,0-40 31,1-1-15,-1 1-1,-80 40 63,40 40-78,-41-40 0,1 41 16,0-1 0,0 0-16,0 0 15,40 0 1,-40-40-16,0 40 0,40 0 0,-40-40 0,-1 40 16,1 0-16,0 0 0,0 1 15,40-1-15,-40 0 0,0 0 0,40 0 0,-40 0 16,40 0-16,-40 0 0,40 0 0,-41 1 0,41-1 15,-40-40-15,40 40 16,-40 0-16,40 0 0,-40-40 0,0 40 0,40 0 16,-40-40-16,40 40 0,-40 0 15,40 0-15,-40-40 0,40 41 0,-41-1 16,1 0 0,0 0-16,0 0 0,40 0 15,-40-40 1,40 40-16,-40-40 0,40 40 15,-40-40-15,40 40 0,-40-40 16,40 41 0,-41-41-1,41 40 1,41-80 31,-41-1-32,40 41-15,-40-40 16,40 0-16,-40 0 0</inkml:trace>
  <inkml:trace contextRef="#ctx0" brushRef="#br0" timeOffset="25248.26">23835 3208 0,'0'-40'0,"40"40"15,-40-40-15,0 0 16,0-1 0,-40 82 46,40-1-62,0 0 31,0 0-15,0 0-16,40 0 16,0 0-1,-40 0-15,40-40 0,-40 40 0,0 0 16,41 1-16,-1-1 16,0 0-16,0 0 0,0 0 15,0 0-15,0 0 16,0-40-16,-40 40 0,41 0 0,-1-40 15,0 41-15,0-1 0,-40 0 0,40-40 0,0 40 16,0 0-16,0-40 0,1 40 16,-41 0-16,40-40 0,0 40 0,0 0 15,0-40 1,-40 40-16,40-40 0,-40 41 0,40-41 16,-40 40-1,40-40-15,-40 40 0,41-40 16,-41 40-16,40-40 15,-40 40-15,40 0 16,0 0 0,-80-40 77,0-40-77,0 40 0</inkml:trace>
  <inkml:trace contextRef="#ctx0" brushRef="#br0" timeOffset="26088.17">22190 4892 0,'-40'0'0,"80"0"94,0 0-63,0 0-31,0 0 0,0 0 0,1 0 16,-1 0-16,0 0 15,0 0-15,0 0 0,0 0 16</inkml:trace>
  <inkml:trace contextRef="#ctx0" brushRef="#br0" timeOffset="26578.14">22671 4812 0,'0'-40'46,"0"80"-46,0 0 16,0 0 0,41-40-16,-41 40 0,0 0 0,0 1 15,0-1-15,40 0 16,-40 0-16,40-40 16,0 0-1,0 0 1,-40-40-16,40 0 0,-40 0 15,40-1 1,-40 1-16,0 80 47,40-40-31,-40 41-16,0-1 31,41-40-31,-41-40 15,0-1 1,0 1 0,0 0-16,0 0 0,0 0 15</inkml:trace>
  <inkml:trace contextRef="#ctx0" brushRef="#br0" timeOffset="27088.13">23273 4932 0,'0'0'31,"0"40"0,0 1-15,0-1-16,0 0 15,0 0 1,40-40 15,-40-40-31,41 40 16,-41-40-16,40 40 0,-40-40 0,40 40 0,0 0 15,0 0 1,-40 40-16,0 0 16,0 0-1,0 0-15,0 0 16,0-80 31,0 0-47,40 40 15,-40-40-15,40 0 0,0 40 0,1 0 32,-41 40-32,0 0 15,0 0 1,0 0-16,0 0 0,0 0 0,0 0 16,-41 1-1,82-41 1,-41-41-16</inkml:trace>
  <inkml:trace contextRef="#ctx0" brushRef="#br0" timeOffset="27768.09">24798 4812 0,'0'0'0,"-40"0"16,0 0-16,40 40 78,0 0-62,0 0-16,0 0 0,0 1 15,0-1-15,40-40 0,-40 40 0,40-40 16,0 0-16,0 0 16,0 0-16,1-40 31,-41 0-31,40-1 0,-40 1 31,0 80 0,40-40-31,-40 41 16,0-1-16,40-40 16,0 40-1,0-40 1,-40-40 0,0 0-16,0-1 15,0 1-15,0 0 16,0 0-16,-40 0 15,40 80 32</inkml:trace>
  <inkml:trace contextRef="#ctx0" brushRef="#br0" timeOffset="28348.04">25400 4892 0,'0'40'78,"40"-40"-78,-40 40 0,0 1 16,0-1 0,0 0-16,0 0 31,0-80 0,0 0-31,0 0 16,40-1-16,0 1 0,1 0 15,-1 40 17,-40 40-32,0 0 15,0 1-15,0-1 16,0 0 0,-40-40-1,40-40 1,40 40-1,-40-40-15,40-1 0,0 41 16,0-40 0,0 40-16,-40 40 31,0 1-31,40-1 0,-40 0 16,0 0-1,0 0-15,0 0 0,0 0 16,-40-40-1</inkml:trace>
  <inkml:trace contextRef="#ctx0" brushRef="#br0" timeOffset="29208.01">23715 2285 0,'0'0'0,"-40"0"94,-1 0-78,41 41-16,0-1 15,-40-40-15,40 40 0,-40-40 0,40 40 16,-40-40-16,0 40 0,40 0 16,-40-40-16,40 40 0,-40 0 15,40-80 17,80 40-32,-40-40 15,-40 0-15,40 0 0,0 40 0,0-40 0,1 0 16,-1 40-16,0-40 0,0-1 0,0 41 15,-40-40 1,0 80 15,40 1-15,40-1 0,-80 0-16,41-40 0,-1 40 0,0 0 0,0 0 15,0-40-15,0 40 0,0 0 0,-40 0 0,40-40 16</inkml:trace>
  <inkml:trace contextRef="#ctx0" brushRef="#br0" timeOffset="30687.9">25320 2205 0,'0'0'0,"-40"0"16,40-40 15,0 80 16,0 40-32,40-39 1,-40-1-16,40-40 0,-40 40 0,40 0 0,0 0 16,0-40-16,-40 40 15,40-40-15,1 40 0,-1-40 0,0 40 16,0-40-16,0 0 16,0 0-16,0 40 0,0-40 15,1 0-15</inkml:trace>
  <inkml:trace contextRef="#ctx0" brushRef="#br0" timeOffset="31047.9">25761 2285 0,'-40'0'0,"40"41"15,40-41 1,0 0 15,-80 0 16,40 40-16,-40-40-31,0 0 0,40 80 0,-40-80 16,40 40-16,-40 0 0,0 0 16,40 0-16,-41-40 0,41 40 0,-40 0 0,40 1 15,-40-1 1,40 0-16,0 0 0,-40-40 0,40 40 16</inkml:trace>
  <inkml:trace contextRef="#ctx0" brushRef="#br0" timeOffset="31567.92">26122 2606 0,'0'-40'31,"40"40"0,-40 40-31,41-40 0,39 40 16,-40 0-1,-40 1-15,40-1 0,-40 0 16,0 0 0,0-80 30,0 0-46,0 0 16,0-1-16,0 1 16,0 0-16,40 40 0,-40-40 15,40 40 1,0 0-16,1 0 16,-1 0-16,0 0 15</inkml:trace>
  <inkml:trace contextRef="#ctx0" brushRef="#br0" timeOffset="32127.81">27246 2165 0,'0'0'0,"-40"0"15,0 0 1,40 40 31,-41-40-32,1 40 1,40 0-16,-40-40 0,40 41 0,-40-41 16,40 40-16,0 0 15,-40 0-15,40 0 0,0 0 0,0 0 16,0 0-16,0 0 0,0 0 0,40 1 15,-40-1 1,40-40-16,0 0 0,0 0 16</inkml:trace>
  <inkml:trace contextRef="#ctx0" brushRef="#br0" timeOffset="32647.78">27406 2366 0,'-40'0'47,"40"40"-47,0 0 16,-40-40-16,40 40 15,-40 0 1,40 0-16,0 0 0,40-40 16,0 0-1,-40 40-15,40-40 0,0 0 0,1 0 16,-1 0-16,-40-40 16,40 40-16,0-40 0,-40 0 15,-40 40 16,40 40 1,40 0-32,0-40 31,0 0-31,0 0 16,-40-40-1,40 0-15,-40 0 0,0 0 16,0 0-16,0 0 15,-40 40-15,0 0 16,0 0 0</inkml:trace>
  <inkml:trace contextRef="#ctx0" brushRef="#br0" timeOffset="32867.81">28048 2245 0,'40'0'31,"-40"40"-15,81-40-16,-81 41 15,40-1-15,0-40 0,-40 40 0,40 0 0,-40 0 16,0 0-16,0 0 0,0 0 0,0 0 0,-40 41 15,40-41-15,-80 0 0,-1 40 16,41-40-16,-40 40 0,0-40 0</inkml:trace>
  <inkml:trace contextRef="#ctx0" brushRef="#br0" timeOffset="41327.26">17455 8462 0,'40'0'78,"-40"40"-62,40-40-1,0 0-15,0 0 16,-40 40-16,41-40 0,-1 0 16,0 0-16,0 0 0,0 0 0,0 0 0,0 0 15,0 0-15,1 0 0,-1 0 16,0 0-16,40 0 0,-40 0 0,0 0 0,1 0 16,-1 0-16,0 0 15</inkml:trace>
  <inkml:trace contextRef="#ctx0" brushRef="#br0" timeOffset="41637.24">18217 8261 0,'0'40'62,"41"-40"-46,-41 40-16,40-40 0,-40 40 0,40-40 0,-40 41 16,40-41-16,-40 40 0,40 0 0,-40 0 15,40-40 1,-40 40-16,0 0 0,-40 0 15,0-40 1,40 40-16,-80-40 0,40 0 0,-1 40 16,1-40-16,0 0 0</inkml:trace>
  <inkml:trace contextRef="#ctx0" brushRef="#br0" timeOffset="42927.16">12961 7900 0,'0'40'15,"40"-40"32,0 0-16,0 0-31</inkml:trace>
  <inkml:trace contextRef="#ctx0" brushRef="#br0" timeOffset="43147.17">13121 8101 0,'-40'40'16,"80"-80"-16,-80 120 31,0-40-31,40 0 31,0 0-15,-40-40-16</inkml:trace>
  <inkml:trace contextRef="#ctx0" brushRef="#br0" timeOffset="43317.16">13001 8622 0,'-40'80'47,"80"-160"-47,-40 160 16,0-40-16,40-40 16</inkml:trace>
  <inkml:trace contextRef="#ctx0" brushRef="#br0" timeOffset="43467.15">13001 9063 0,'40'80'15,"-80"-160"-15,120 160 16</inkml:trace>
  <inkml:trace contextRef="#ctx0" brushRef="#br0" timeOffset="43627.12">13161 9264 0,'-40'80'31,"80"-160"-31,-80 240 62</inkml:trace>
  <inkml:trace contextRef="#ctx0" brushRef="#br0" timeOffset="44587.08">12720 9946 0,'40'0'16,"-40"-41"-1,0 82 63,0-1-78,-40 0 16,40 0 0,0 0-16,0 0 31,40-40-31,0 0 0,0 0 16,1 0-16,-1-40 15,-40 0 1,40 0-16,0 0 31,-40 80 16,40-40-16,0 0-15,0-40-1,-40 0 17,0-1-17,0 1 1,-40 40 0,0 0-16</inkml:trace>
  <inkml:trace contextRef="#ctx0" brushRef="#br0" timeOffset="44967.04">13402 9905 0,'0'41'79,"-40"-41"-79,0 0 15,40 40 1,-40-40-16,40 40 0,0 0 31,40-40 0,-40 40-31,40-40 0,-80 0 47,0 40-47,0-40 16,0 0-16,-1 0 15</inkml:trace>
  <inkml:trace contextRef="#ctx0" brushRef="#br0" timeOffset="46036.97">10995 9946 0,'0'0'0,"-40"0"0,40 40 62,0 0-46,0 0 0,0 0-1,0 0-15,0 0 16,0 0-1,0 0-15,40-40 32,-40-40-17,40 0 1,0 0-16,0 0 16,-40 0-16,40 40 0,-40 40 46,-40-40-30,40 40-16,0 0 0,0 0 16,40-40-1,0 0 1,-40-40 0,40 40-16,-40-40 0,41 40 0,-41-40 15,0 0-15,0 0 31,-41 40 1</inkml:trace>
  <inkml:trace contextRef="#ctx0" brushRef="#br0" timeOffset="46556.94">11396 10066 0,'40'40'16,"-80"-80"-16,160 120 62,-120-40-62,0 0 16,0 0-1,0 0 1,0-80 31,40 0-31,1 0-16,-41 0 0,40 40 15,0 0 1,-40 40 15,0 0-31,0 0 31,0-80 1,40 40-17,0-40-15,0 40 16,0 0-1,-40 40 17,0 0-32,0 0 0,0 1 15,0-1 1,-40 0-16,40 0 16,-40-40-16</inkml:trace>
  <inkml:trace contextRef="#ctx0" brushRef="#br0" timeOffset="47686.9">7263 10106 0,'0'0'0,"0"40"0,-40-40 62,80 0 1,0 0-48,0 0-15,0 0 16,0 0-16,1 0 16,-1 0-16,0 0 0,0 0 15</inkml:trace>
  <inkml:trace contextRef="#ctx0" brushRef="#br0" timeOffset="48206.87">7704 9986 0,'-40'0'15,"80"0"-15,-80 40 0,40 0 16,0 0 15,0 0-31,0 0 16,0 0-1,40-40 1,0 0 0,1 0-1,-1-40-15,-40 0 0,40 0 16,-40 0-1,40 40-15,-40-40 0,0 80 47,0 0-31,0 0 0,0 0-16,40 0 31,0-40-31,0-40 15,-40 0 1,40 0-16,-40 0 0,0 0 31,0 0-31,0 0 16,0 80 15</inkml:trace>
  <inkml:trace contextRef="#ctx0" brushRef="#br0" timeOffset="48936.8">8386 10026 0,'41'0'172,"-41"40"-157,40-40 1,0 0 0,-40 40-16,0 0 15,0 0 1,0 0-16,-40-40 0,40 40 15,-40-40-15,40 40 0,-41-40 16,41 41-16,41-82 31,-1 1-15,0 0-16,0 0 16,0 0-16,0 0 15,0 0-15,-40 120 31,0-40-15,-40-40 0,40 40-16,0 0 0,-40-40 15,80 0 17,0 0-32,-40-40 0,40 40 15,-40-40-15,41 40 0,-41-40 16,40 40-16,0 0 0,-40-40 15,40 40 1,-40 40 0,0 0-16,0 40 15,0-40-15,-40 1 0,40-1 16,-40 0-16,40 0 0,-40-40 0,40 40 16,0 0-16,-41 0 15</inkml:trace>
  <inkml:trace contextRef="#ctx0" brushRef="#br0" timeOffset="78845.02">8065 9424 0,'0'40'0,"-40"-40"219</inkml:trace>
  <inkml:trace contextRef="#ctx0" brushRef="#br0" timeOffset="79075.01">8025 9264 0,'0'-40'0,"0"0"15,0-1 17</inkml:trace>
  <inkml:trace contextRef="#ctx0" brushRef="#br0" timeOffset="79265">8106 8983 0,'0'0'15,"-41"0"1,41-40-1,0 0 17,81 0-32,-81 0 15</inkml:trace>
  <inkml:trace contextRef="#ctx0" brushRef="#br0" timeOffset="79464.97">8065 8742 0,'41'40'0,"-82"-120"31,41 120-31,0-120 0,41 80 47</inkml:trace>
  <inkml:trace contextRef="#ctx0" brushRef="#br0" timeOffset="79654.98">8146 8502 0,'40'0'31,"0"0"-15,-40-40-16,0 0 15,0-1 1</inkml:trace>
  <inkml:trace contextRef="#ctx0" brushRef="#br0" timeOffset="79844.95">8186 8221 0,'-80'-40'31,"160"80"-31,-160-120 0,80 40 16,40 40 15,-40-40-31</inkml:trace>
  <inkml:trace contextRef="#ctx0" brushRef="#br0" timeOffset="80084.93">8146 7900 0,'0'0'0,"0"-40"16,40 40 15,-40-40-15,-40 40 0,0 0-1</inkml:trace>
  <inkml:trace contextRef="#ctx0" brushRef="#br0" timeOffset="80214.92">8065 7780 0,'0'-40'63,"0"80"-63,81-160 31</inkml:trace>
  <inkml:trace contextRef="#ctx0" brushRef="#br0" timeOffset="80354.91">8146 7619 0,'0'0'32</inkml:trace>
  <inkml:trace contextRef="#ctx0" brushRef="#br0" timeOffset="80484.91">8106 7499 0,'0'-40'62,"0"80"-62,0-120 31</inkml:trace>
  <inkml:trace contextRef="#ctx0" brushRef="#br0" timeOffset="80674.9">8106 7419 0,'-41'0'15,"82"0"17,-41-40-1,40 40-31,-40-40 0</inkml:trace>
  <inkml:trace contextRef="#ctx0" brushRef="#br0" timeOffset="80814.89">8146 7379 0,'40'0'62,"0"0"-62</inkml:trace>
  <inkml:trace contextRef="#ctx0" brushRef="#br0" timeOffset="80994.9">8507 7379 0,'0'40'15,"0"-80"-15,40 80 16,0-40-1,0 0-15,0 0 0</inkml:trace>
  <inkml:trace contextRef="#ctx0" brushRef="#br0" timeOffset="81174.89">8868 7419 0,'0'0'0,"40"0"16,40 0 15,-40 0-31</inkml:trace>
  <inkml:trace contextRef="#ctx0" brushRef="#br0" timeOffset="81354.85">9349 7419 0,'41'0'32,"-82"0"-32,122-40 0,-41 40 0,0 0 31,0 0-31,0 0 15,0 0 1</inkml:trace>
  <inkml:trace contextRef="#ctx0" brushRef="#br0" timeOffset="81574.9">9670 7419 0,'0'0'15,"201"-40"32,-81 40-16,-79 0-15,-41 40 0,40-40 15</inkml:trace>
  <inkml:trace contextRef="#ctx0" brushRef="#br0" timeOffset="81724.83">10112 7459 0,'40'0'16,"40"-40"46,-200 80-62</inkml:trace>
  <inkml:trace contextRef="#ctx0" brushRef="#br0" timeOffset="81804.83">10232 7459 0,'121'0'47</inkml:trace>
  <inkml:trace contextRef="#ctx0" brushRef="#br0" timeOffset="81964.82">10674 7379 0,'-41'40'16,"-360"0"-16,843-120 0,-402 80 62,0 0-31</inkml:trace>
  <inkml:trace contextRef="#ctx0" brushRef="#br0" timeOffset="82124.81">10955 7379 0,'40'0'0,"0"0"16</inkml:trace>
  <inkml:trace contextRef="#ctx0" brushRef="#br0" timeOffset="82344.8">11235 7419 0,'81'0'16,"-121"0"-16,120 0 15,-201 0-15,282-40 16,-121 40 46</inkml:trace>
  <inkml:trace contextRef="#ctx0" brushRef="#br0" timeOffset="82574.78">11556 7379 0,'0'0'31,"0"40"16,0 0-15,41-40-32</inkml:trace>
  <inkml:trace contextRef="#ctx0" brushRef="#br0" timeOffset="82824.77">11717 7459 0</inkml:trace>
  <inkml:trace contextRef="#ctx0" brushRef="#br0" timeOffset="82974.81">11717 7579 0,'0'0'31,"0"-40"-16</inkml:trace>
  <inkml:trace contextRef="#ctx0" brushRef="#br0" timeOffset="83174.77">11597 7860 0,'0'40'15,"40"-240"-15,-80 360 16,40-80-16,0-40 16,0 0 15</inkml:trace>
  <inkml:trace contextRef="#ctx0" brushRef="#br0" timeOffset="83414.75">11717 8341 0,'0'0'16,"0"40"15,0 1-31,-40-1 31,-40 0-15,39 40-1</inkml:trace>
  <inkml:trace contextRef="#ctx0" brushRef="#br0" timeOffset="83774.71">11556 8823 0,'-40'0'16,"40"40"-16,40-80 0,-40 120 63,0-40-63,0 0 15,0 0 1,0 0-1,-40 0 1,0 0 0,40 41 15,-40-41-15,40 0-1,40-40 16,-40 40-15,0 0 15</inkml:trace>
  <inkml:trace contextRef="#ctx0" brushRef="#br0" timeOffset="84174.71">11396 9665 0,'0'40'0,"0"-80"0,0 120 32,0-40-17,40-40 17,0 0-17,-40 40-15,0-80 110</inkml:trace>
  <inkml:trace contextRef="#ctx0" brushRef="#br0" timeOffset="85844.61">22551 9585 0,'40'0'156,"0"0"-140,0 40-16,1-40 0,-1 0 16,0 0-1,0 0-15,0 0 0,0 0 16,0 0-16,0 0 15,1 0-15,-1 0 0,0 0 16,0 0-16,0 0 0,0 0 0,0 0 0,41-40 16,-41 40-16,0 0 15,40 0-15,-40 0 0,40 0 0,-39 0 0,-1 0 16,40 0-16,-40 0 0,0 0 16,0 0-16,0 0 0,1 0 0,-1 0 0,40 0 15,-40-41-15,0 41 16,0 0-16,0 0 0,1 0 0,39-40 0,-40 40 15,0 0-15,0 0 0,40 0 16,-39 0-16,-1 0 0,0 0 0,0 0 0,0 0 16,0 0-16,0 0 0,0 0 0,1 0 15,-1 0-15,0 0 16,0 0-16,40 0 0,-40 0 0,0 0 0,1 0 16,-1-40-16,0 40 0,0 0 15,0 0-15,0 0 0,0 0 0,1 0 16,-1 0-16,0-40 15,0 40-15,0 0 0,0 0 16,0 0-16,0 0 0,1-40 0,-1 40 16,0 0-16,0 0 0,0 0 15,0 0-15,0 0 0,0 0 0,1 0 16,-1 0-16,0 0 16,0 0-16,0 0 0,0 0 0,0 0 0,0 0 15,1 0 1,-1 0-16,0 0 15,0 0 1,0 0-16,0 0 0,0 0 16,0 0-16,1 0 0,-1 0 0,0 0 0,0 0 15,0 0-15,0 0 0,0 0 16,0 0-16,1 0 0,-1 0 16,0 0-1,0 0-15,0 0 16,0 0-1,0 0-15,0 0 16,1-40-16,-1 40 16,0 0-16,0 0 15,0 0-15,0 0 16,0 0 0,-80-40 15</inkml:trace>
  <inkml:trace contextRef="#ctx0" brushRef="#br0" timeOffset="87244.53">25119 7218 0,'0'40'0,"-40"1"16,80-41 47,-40 40-1,0 0-62,0 40 16,0-40-16,0 0 0,40-40 0,-40 40 15,0 0-15,0 1 0,0-1 16,0 0-16,0 0 0,0 0 16,40 0-16,-40 0 15,0 0-15,0 0 0,0 0 16,0 1-16,0-1 15,40-40-15,-40 40 0,0 0 16,41-40-16,-41 40 0,0 0 16,40-40-1,-40 40-15,0 0 16,0 0 0,0 1-16,0-1 0,0 0 15,0 0 1,0 0-16,0 0 15,0 0 1,40 0-16,-40 0 16,0 0-16,0 1 15,0-1 1,0 0-16,0 0 16,0 0-1,0 0 1,0 0-1,0 0-15,0 0 16,0 1 0,0-1-1,0 0-15,0 0 16,0 0 0,0 0-1,0 0 1,0 0 15,0 0-15,0 0-1,0 1 1,0-1-16,0 0 16,0 0-1,-40-40-15,40 40 16,0-120-1,40 40 1,-40 0-16,0-1 0,40 1 0,-40 0 0</inkml:trace>
  <inkml:trace contextRef="#ctx0" brushRef="#br0" timeOffset="88094.53">25239 8341 0,'0'-40'15,"0"80"-15,-40-120 16,40 40 0,40 40-16,1 0 62,-41-40-15,-41 40-47,1 0 0,0 0 16,0 0-1,40 40 16,0 0-31,-40 0 16,40 0-16,-40 0 16,40 1-16,-40-41 15,40 40-15,-40 0 0,-1 0 0,41 0 16,-40-40-16,40 40 0,-40 0 16,0 0-16,40 0 0,-40 0 0,0-40 15,40 41-15,-40-1 16,40 0-16,-40-40 0,40 40 0,-41 0 0,41 0 15,-40-40-15,40 40 16,-40 0-16,40 0 0,-40-40 16,40 41-16,0-1 0,-40-40 0,40 40 15,0 0-15,-40-40 16,40 40-16,-40-40 0,40 40 0,-40-40 0,40 40 16,-41-40-16,41 40 0,-40-40 15,40 40-15,-40-40 16,40 40 15,0 1-31,0-1 31,0 0-31,0 0 47,0-80-31,40 0-1</inkml:trace>
  <inkml:trace contextRef="#ctx0" brushRef="#br0" timeOffset="89264.4">25280 8181 0,'0'40'0,"-41"-40"16,82 0 15,-1-40-15,0 40-16,-40 40 47,0 0-32,0 0 1,40 0 0,0-40-1,-40 40-15,40-40 0,-40 41 0,40-41 16,1 40-16,-1 0 15,-40 0-15,40-40 16,-40 40-16,40-40 0,-40 40 0,40-40 0,0 40 16,0-40-1,-40 40-15,40-40 0,1 40 16,-1-40 0,0 0-16,-40 40 0,40-40 15,-40 41 1,40-41-16,-40 40 0,40 0 31,-40 0-15,40-40-16,0 40 15,-40 0 1,41-40-16,-41 40 16,40 0-1,-40 0 1,40-40-1,0 0 1,-40 41-16,40-41 16,-40 40-1,40-40-15,0 0 32,-40 40-32,40-40 0,-40 40 15,41-40 1,-41 40-16,40-40 15,-40 40 17,0 0-1,0-80 78</inkml:trace>
  <inkml:trace contextRef="#ctx0" brushRef="#br0" timeOffset="90154.33">23073 10106 0,'0'40'31,"40"-40"-15,0 0-1,0 0-15,0 0 63,0 0-63,0 0 15,1 0 1,-1 0 0,0 0-16,0 0 0,0 0 15</inkml:trace>
  <inkml:trace contextRef="#ctx0" brushRef="#br0" timeOffset="90724.29">23514 10066 0,'80'-40'47,"-160"80"-47,160-40 16,-80 40 15,0 0-31,0 0 0,0 0 15,0 0 1,0 0-16,0 1 16,81-1-1,-41-40 1,0 0-16,0-40 0,0-1 16,0 1-1,-40 0-15,40 40 0,-40-40 0,0 0 31,0 80 1,0 0-17,0 0-15,0 0 32,40-40-32,1 0 15,-1 0 1,-40-40-1,40 40 1,-40-40-16,40 0 16,-40 0-16,0 0 15,-40 40 1,40-40-16,0 0 0,-40 40 16,80 0 30</inkml:trace>
  <inkml:trace contextRef="#ctx0" brushRef="#br0" timeOffset="91324.28">24276 10106 0,'41'0'15,"-82"0"-15,122 0 63,-81 40-63,40 0 31,-40 0-31,0 0 0,0 0 16,0 1-1,0-1 1,-40-40-1,80-40 17,0-1-17,0 1-15,0 40 0,0 0 16,-40-40 0,40 40-16,1 0 15,-41 40 1,0 0-16,0 1 15,-41-1 1,41-80 31,41-1-47,-1 1 16,0 40-1,0-40-15,0 40 16,0 0-1,-40 40 1,0 0-16,0 1 31,0-1-31,0 0 16,0 0 0</inkml:trace>
  <inkml:trace contextRef="#ctx0" brushRef="#br0" timeOffset="92224.22">26283 9986 0,'-40'0'16,"0"0"-1,80 0 32,-40 40 31,0 0-62,0 0 0,0 0-16,40-40 15,0 0 1,0 0 0,0 0-1,-40-40 16,0 0-31,40 40 0,-40-40 16,40 80 31,-40 0-31,41-40-16,-41 40 0,40-40 15,0 0 1,0 0-16,-40-40 15,40 0-15,-40 0 16,0 0 0,0 0-16,-40-1 15,0 1 1,0 40-16,0 0 31,-1 40-15,1 1-1</inkml:trace>
  <inkml:trace contextRef="#ctx0" brushRef="#br0" timeOffset="92854.19">26845 10026 0,'0'0'0,"40"0"47,-40 40-31,40-40 0,-40 40-1,0 0-15,0 0 31,0 0-15,0-80 31,40 40-47,-40-40 16,40 40-16,-40-40 0,40 40 0,-40-40 0,40 40 15,0 0-15,1 0 16,-41 40-1,0 0 17,0 0-32,0-80 62,40 0-46,0 40-1,-40-40-15,40 40 16,-40 40 15,0 0-31,0 0 0,0 0 16,0 0-16,0 0 16,0 1-16,0-1 15,0 0 1</inkml:trace>
  <inkml:trace contextRef="#ctx0" brushRef="#br0" timeOffset="93784.11">25159 7299 0,'0'-41'31,"0"1"16,-40 40-47,0 0 16,40 40-16,-40-40 15,0 41-15,0-41 0,-1 40 0,41 0 0,-40-40 16,40 40-16,-40 0 16,0-40-16,40 40 0,0 0 0,-40-40 0,40 40 15,0 0-15,-40-40 16,40-40 15,40 40-31,-40-40 16,40 0-16,-40 0 0,40 0 0,-40 0 0,40 40 15,0-40-15,-40 0 0,41 40 16,-41-41-16,40 41 0,-40-40 16,40 40 15,-40 40-31,40-40 15,-40 41-15,40-41 0,0 40 0,0-40 0,-40 40 16,40-40-16,1 40 0,-1-40 0,0 40 0,0-40 16,0 40-16,0-40 15,0 40-15,1-40 0,-1 0 0,0 40 0,0-40 16</inkml:trace>
  <inkml:trace contextRef="#ctx0" brushRef="#br0" timeOffset="94934.06">26885 7258 0,'0'41'0,"0"-82"47,40 41 16,-40 81-48,40-81-15,-40 40 0,40-40 0,0 0 0,-40 80 16,40-80-16,0 40 0,1 0 16,-1 0-16,0-40 0,0 40 0,0 1 0,0-41 15,0 40-15,0 0 16,1-40-16,-41 40 0,40-40 16,0 0-1</inkml:trace>
  <inkml:trace contextRef="#ctx0" brushRef="#br0" timeOffset="95214.04">27487 7299 0,'-41'0'31,"82"0"-31,-122 0 0,41 0 15,40 40 17,-40 0-32,-40 120 15,40-120-15,0 0 16,-41 121 0,1-41-1,80-80 1</inkml:trace>
  <inkml:trace contextRef="#ctx0" brushRef="#br0" timeOffset="95644.02">27687 7660 0,'0'0'0,"40"0"16,0 0-1,1 0 1,-1 40 0,0 0-1,-40 0-15,40 40 31,-40-40-31,40 0 16,-40 0 0,0 0-1,-40-40-15,40-40 16,0-80 0,40 80-1,40 0-15,41-40 16,-81 40-16,40-1 15,-80 1-15,40 40 16,0 0-16,0 0 16</inkml:trace>
  <inkml:trace contextRef="#ctx0" brushRef="#br0" timeOffset="95944">28771 7379 0,'-41'0'31,"1"0"-31,0 0 15,40 40-15,-40-40 0,40 40 0,-40-40 16,40 40-16,-40 0 16,40 0-16,0 0 0,0 1 0,0-1 15,0 0 1,0 0-16,40-40 0,-40 40 0,40-40 16,-40 40-16,40-40 0,0 0 15,-40 40-15,40-40 0</inkml:trace>
  <inkml:trace contextRef="#ctx0" brushRef="#br0" timeOffset="96433.97">29052 7459 0,'0'40'31,"0"-80"-31,0 120 15,0-40-15,0 0 0,0 1 32,0-1-32,0 0 15,0 0-15,40-40 16,0 0-16,0 0 31,-40-40-31,40 40 0,-40-40 16,40 40-16,-40-40 15,0-1-15,40 41 0,0 0 16,-40 81 15,41-41-15,-1 0-16,0 0 16,0-40-16,0 0 0,0-40 31,40-80-16,-80-41 1,0 121-16,-80-40 16,40 40-16,0 40 0,0 0 15,0 0 1,40 40-16</inkml:trace>
  <inkml:trace contextRef="#ctx0" brushRef="#br0" timeOffset="96663.96">29894 7339 0,'121'0'31,"-242"0"-31,282 0 0,-121 80 15,-40-40-15,0 120 16,-40 81 0,-41-161-1,41 0-15,-200 81 16,159-121-16</inkml:trace>
  <inkml:trace contextRef="#ctx0" brushRef="#br0" timeOffset="111543.07">8186 15239 0,'0'41'15,"0"-1"32,40-40 0,0-40-16,0 40-15</inkml:trace>
  <inkml:trace contextRef="#ctx0" brushRef="#br0" timeOffset="111963.07">8386 15280 0,'0'0'0,"-40"40"94,40-80 78</inkml:trace>
  <inkml:trace contextRef="#ctx0" brushRef="#br0" timeOffset="112543.01">8346 15159 0,'0'0'16,"81"-40"46,-81 0 16,0 0-78,0 0 16,-41 40-1,1-40 1,80 40 47,-40-40-63,41 40 15,-82 0 16,41-41 1,0 1-1,41 40-31,-41-40 16,0 0 15,-41 40 47,41-40-62</inkml:trace>
  <inkml:trace contextRef="#ctx0" brushRef="#br0" timeOffset="113782.91">8386 14638 0,'0'0'32,"0"-40"15,41 0-32,-41 0 1,-41 40 46,1 0-46,40-41 31,0 1 0,0 0-32,0 0 1,40 40 0,-40-40-1,41 0 63,-41 0-78,40 40 16,-40-40 0,0 0 15,-40 40-16,40-41 32,0 1 0,0 0-31,0 0-1,0 0 1,40 0 0,-40 0 93,0 0-78,0 0-15,0 0 15,0-1 47,0 1-46,-40 40 14,-1 0 111</inkml:trace>
  <inkml:trace contextRef="#ctx0" brushRef="#br0" timeOffset="113962.9">8467 13595 0,'0'0'16,"40"-40"62,0 40-78</inkml:trace>
  <inkml:trace contextRef="#ctx0" brushRef="#br0" timeOffset="114152.89">8587 13635 0,'120'-40'31,"-240"80"-31,281-120 63</inkml:trace>
  <inkml:trace contextRef="#ctx0" brushRef="#br0" timeOffset="114322.93">8868 13595 0,'0'0'47,"40"0"-47,0-40 15</inkml:trace>
  <inkml:trace contextRef="#ctx0" brushRef="#br0" timeOffset="114492.87">9109 13595 0,'160'-80'46</inkml:trace>
  <inkml:trace contextRef="#ctx0" brushRef="#br0" timeOffset="114682.86">9510 13555 0,'40'-40'31,"-80"80"-31,120-80 16,-40 40-16,0 0 16</inkml:trace>
  <inkml:trace contextRef="#ctx0" brushRef="#br0" timeOffset="114882.86">9831 13515 0,'40'0'31,"-80"0"-31,120 0 15,-40 0 1</inkml:trace>
  <inkml:trace contextRef="#ctx0" brushRef="#br0" timeOffset="115072.83">9991 13515 0,'41'40'78,"-1"-40"-78,-121-40 0,242 80 78</inkml:trace>
  <inkml:trace contextRef="#ctx0" brushRef="#br0" timeOffset="115352.81">10312 13515 0,'0'0'47,"41"0"-47,-1 0 31,0 0 16,0 0-31,-40 40-16,40-40 15,0 0-15</inkml:trace>
  <inkml:trace contextRef="#ctx0" brushRef="#br0" timeOffset="115512.81">10714 13555 0,'0'0'47</inkml:trace>
  <inkml:trace contextRef="#ctx0" brushRef="#br0" timeOffset="116002.78">10794 13555 0,'80'0'94,"-160"0"-94,200 0 0,-79 0 16,-1 0-1,0 0 16,0 0 16,0 0 0,0 0-16,0 0 1,0 0-17,1 0 48,-1 0-32</inkml:trace>
  <inkml:trace contextRef="#ctx0" brushRef="#br0" timeOffset="116162.77">11316 13595 0,'0'0'46,"40"0"-14</inkml:trace>
  <inkml:trace contextRef="#ctx0" brushRef="#br0" timeOffset="116242.76">11396 13595 0</inkml:trace>
  <inkml:trace contextRef="#ctx0" brushRef="#br0" timeOffset="116402.75">11396 13595 0,'0'0'78,"0"80"0</inkml:trace>
  <inkml:trace contextRef="#ctx0" brushRef="#br0" timeOffset="117182.71">11356 14036 0,'0'40'32,"0"0"-1,0 1 0,0-1-15,0 0 15,0 0-15,0 0-1,0 0 17,0 0-1,40-40-16,-40 40 17,0 0-17,40-40 1,-40 41 15,0-1-15,0 0 15,0 0 16,0 0 15,-40-40-46,40 40 0,-40 0 15</inkml:trace>
  <inkml:trace contextRef="#ctx0" brushRef="#br0" timeOffset="117442.69">11316 14838 0,'0'81'63,"0"-41"-32,0 0 0,-40-40-15,40 40-16,0 0 31</inkml:trace>
  <inkml:trace contextRef="#ctx0" brushRef="#br0" timeOffset="117642.68">11396 15239 0,'0'0'0,"0"41"78,0-1-46,0 0-17</inkml:trace>
  <inkml:trace contextRef="#ctx0" brushRef="#br0" timeOffset="117812.67">11316 15480 0,'0'40'15,"0"-80"64</inkml:trace>
  <inkml:trace contextRef="#ctx0" brushRef="#br0" timeOffset="117972.66">11396 15480 0,'0'-40'15,"0"80"-15,-40-120 16,0-81 15</inkml:trace>
  <inkml:trace contextRef="#ctx0" brushRef="#br0" timeOffset="118142.65">11276 14878 0,'0'-160'63</inkml:trace>
  <inkml:trace contextRef="#ctx0" brushRef="#br0" timeOffset="118302.64">11276 14437 0,'0'-160'47</inkml:trace>
  <inkml:trace contextRef="#ctx0" brushRef="#br0" timeOffset="118502.63">11195 14197 0,'0'-161'63,"81"562"-63,-162-641 0,81 39 31,0 161-31</inkml:trace>
  <inkml:trace contextRef="#ctx0" brushRef="#br0" timeOffset="118732.61">11235 13836 0,'0'-40'31,"0"80"-31,41-281 63,-41 201-47,0 0-1,0 0 1,-41 40-1</inkml:trace>
  <inkml:trace contextRef="#ctx0" brushRef="#br0" timeOffset="134011.69">20424 14718 0,'0'40'79,"40"-40"-48,-40 40-31,0 0 0,41-40 31,-1 40-31,0-40 16,0 0-1,0 0-15,0 0 0,0 0 0,0 0 16,1 0-16,-1 0 0,0-40 0,0 40 0,0 0 16,0 0-16,0-40 0,0 40 15,1 0-15,-1-40 0,0 40 0,40 0 16,-40-40-16,0 40 15,0 0-15,41 0 0,-41 0 0,0 0 0,40 0 16,-40 0-16,0 0 0,1 0 16,-1 0-16,0 0 0,0 40 0,0-40 0,0 0 15,0 0-15,1 0 16,-1 0-16,0 0 0,40 0 0,-40 0 0,0 0 16,0 0-16,41 0 0,-41 0 0,0 0 0,40 0 15,-40 0-15,0 0 0,41 0 16,-41 0-16,0 0 0,40 0 0,-40 40 0,0-40 15,41 0-15,-41 0 16,0 0-16,0 0 0,0 0 0,0 0 0,0 0 16,1 40-16,-1-40 0,40 0 15,-40 0-15,40 0 0,1 40 0,-41-40 0,40 0 16,0 0-16,0 0 0,-39 0 0,39 41 0,0-41 16,-40 0-16,40 0 15,-39 40-15,39-40 0,0 0 0,-40 0 0,0 40 16,0-40-16,1 0 0,-1 0 15,0 0-15,0 0 0,0 0 0,0 0 0,0 0 16,0 0-16,1 0 16,-1-40-16,40 40 0,-40 0 0,40 0 0,1-40 15,-1 40-15,0 0 0,-40 0 16,41 0-16,-1 0 0,0 0 0,0 0 0,-40 40 16,41-40-16,-41 0 0,40 0 0,-40 0 0,-40 40 15,40-40-15,0 0 16,-40-40 46</inkml:trace>
  <inkml:trace contextRef="#ctx0" brushRef="#br0" timeOffset="135061.65">23434 12833 0,'-40'0'16,"40"-40"-16,40 40 47,0 0-16,-40 40 32,0 0-48,0 0-15,0 41 16,0-41-1,0 0-15,0 0 0,0 0 16,0 0-16,0 0 0,0 0 16,-40 0-16,40 0 0,0 1 15,0-1-15,0 0 16,0 0-16,0 0 0,0 0 0,0 0 16,0 0-16,0 0 0,0 1 15,0-1-15,0 0 16,0 0-16,0 0 0,0 0 0,0 0 15,0 0 1,0 0-16,0 0 16,0 1-16,0-1 15,0 0-15,0 0 0,0 0 16,0 0-16,-40-40 16,40 40-1,0 0-15,-40 0 16,40 1-1,0-1-15,0 0 0,0 0 32,0 0-32,0 0 0,0 0 15,0 0 1,0 0-16,0 0 16,0 1 62,-41-41-78,41 40 15,-40-40-15,40 40 0,-80 0 0,40-40 0,40 40 16,-40-40-16,40 40 0,-40-40 0</inkml:trace>
  <inkml:trace contextRef="#ctx0" brushRef="#br0" timeOffset="136281.56">23675 13555 0,'-41'0'0,"1"0"32,80 0-1,-80 0 16,0 0-32,0 0-15,40 40 16,-40-40-16,0 0 47,0 0-31,40 40-16,-40-40 15,-1 0-15,41 40 0,-40-40 0,40 40 16,-40-40-1,40 41-15,-40-41 0,0 0 0,40 40 16,-40-40-16,0 0 16,0 0-16,40 40 0,-41-40 0,1 0 0,0 0 15,0 40 1,0-40-16,0 0 0,0 40 0,0-40 16,-1 40-16,1-40 15,0 40 1,0-40-16,40 40 15,-40-40-15,0 0 16,0 40-16,0 0 0,-1-40 16,1 0-16,40 41 15,-40-41-15,80 0 78,-40 40 94,0 0-156,0 0 0,0 0-16,0 0 15,0 0-15,0 0 0,0 0 16,0 1-1,0-1-15,0 0 0,0 0 0,0 0 16,0 0-16,0 0 0,0 0 16,0 0-16,0 0 0,0 1 31,0-1-31,0 0 16,0 0 15,0 0-16,40-40 17,-40-80-32,41 80 15,-1-80-15,0 39 0,-40 1 16</inkml:trace>
  <inkml:trace contextRef="#ctx0" brushRef="#br0" timeOffset="138021.48">23594 13635 0,'-40'0'16,"80"0"62,0 0-63,-40 40 110,0 0-93,41-40-32,-41 41 15,40-41-15,0 0 0,0 40 16,0-40-16,0 40 0,0-40 16,-40 40-1,40-40-15,1 40 0,-1-40 16,0 40-1,0-40-15,0 40 16,0-40 0,-40 40-16,40-40 0,-40 40 15,40-40 1,1 40-16,-1-40 16,0 0-1,0 0 1,0 0-16,-40 41 15,40-41 1,0 0 0,0 0-1,-40 40 282,0 0-297,0 0 31,-40-40-31,40 40 16,-40 0 0,40 0-16,0 0 31,-40-40-31,40 40 0,0 1 16,0-1-1,0 0 1,-40-40-16,40 40 15,0 0 1,0 0 0,0 0-1,0 0 1,-40-40-16,40 40 0,0 0 31,0 1-31,0-1 47,-40-40-31,40 40-16,0 0 15,0 0 1,0 0 31,0-80 15,-40 40-62</inkml:trace>
  <inkml:trace contextRef="#ctx0" brushRef="#br0" timeOffset="139071.39">21588 15239 0,'40'0'140,"0"0"-109,0 0-31,0 0 0,1 0 16,-1 0 0,0 0-16,0 0 15,-40-40 1,-40 40 109,0 0-94,0 0-31</inkml:trace>
  <inkml:trace contextRef="#ctx0" brushRef="#br0" timeOffset="139741.35">22029 15079 0,'0'0'31,"0"40"32,41-40-48,-41 40 16,0 0-31,0 0 16,40 1 0,-40-1-1,40-40 1,0 0-16,0 0 16,0 0-16,0-40 31,-40-1-31,40 41 0,-40 41 94,41-41-48,-1 0-46,0 0 16,-40-41 0,0 1-16,40 40 0,-40-40 15,0 0 1,0 0-16,-40 40 16,0 0 15,40 40 0</inkml:trace>
  <inkml:trace contextRef="#ctx0" brushRef="#br0" timeOffset="140091.33">22712 15159 0,'0'0'16,"40"0"-1,-80 0 48,-1 0-63,41 40 0,-40 0 16,40 1 15,0-1-31,40-40 15,-40 40-15,-40-40 47,0 0-31,0 0 0,0 0-16,0 0 15,0 0 1</inkml:trace>
  <inkml:trace contextRef="#ctx0" brushRef="#br0" timeOffset="140431.33">22912 15079 0,'0'0'32,"0"40"15,-40-40-32,40 40-15,0 0 0,-40-40 16,40 40-16,0 1 15,0-1-15,0 0 16,0 0 0,0 0-16,-40-40 15,40 40-15,0 0 16</inkml:trace>
  <inkml:trace contextRef="#ctx0" brushRef="#br0" timeOffset="140761.29">22992 15320 0,'0'0'15,"201"-40"48,-201 80-48,0 0 1,-40 0-16,0 0 16,0-40-16,40 40 0,-40-40 31,80 0-15,0 0-1,0 0 1,40 0-1,0 0 1,-39 0 0,-1 40-1</inkml:trace>
  <inkml:trace contextRef="#ctx0" brushRef="#br0" timeOffset="141601.24">24397 15360 0,'-40'0'0,"0"0"15,40 40 48,-41-40-48,41 40-15,0 0 16,0 0-16,0 0 0,0 0 31,41-40-31,-41 40 0,40-40 16,0 0-16,0 0 15,0 0-15,-40-40 16,40 40 0,-40-40-16,40 40 0,0 0 47,1 40-16,-1-40-31,0 0 31,-40-40-15,0 0-1,0 0-15,0 0 0,0 0 16,0 0 15</inkml:trace>
  <inkml:trace contextRef="#ctx0" brushRef="#br0" timeOffset="142001.22">25119 15520 0,'0'0'31,"-40"0"-31,0 0 16,0 40 0,0 0-1,-1-40 1,1 40-1,40 1 1,0-1 0,0 0 15,40-40-15,-40 40-1,-40-40 1,0 0-16,0 0 31,0-40-31</inkml:trace>
  <inkml:trace contextRef="#ctx0" brushRef="#br0" timeOffset="142371.21">25280 15440 0,'-81'0'62,"81"40"-31,0 0-31,0 0 16,0 0-16,0 0 16,0 1-1,0-1-15,0 0 16,0 0-16,0 0 15,0 0 1,-40-40 0,40 40-16</inkml:trace>
  <inkml:trace contextRef="#ctx0" brushRef="#br0" timeOffset="142721.17">25360 15721 0,'120'0'47,"-240"0"-47,280 0 0,-160 40 16,0 0-1,0 0-15,0 0 16,-40 0-1,0 0 17,80-40-17,0 0 1,121-40 0,-81 40-16,0-40 15,1 40 1,-81-40-16</inkml:trace>
  <inkml:trace contextRef="#ctx0" brushRef="#br0" timeOffset="143671.11">23394 12833 0,'0'40'16,"0"-80"-16,0 40 46,0 40 1,-40-40-47,40 40 16,0 0-16,-41-40 16,41 41-16,-40-41 0,40 40 15,40-80 16,-40-1-15,41 41-16,-41-40 0,40 40 0,0-40 16,0 0-1,0 40-15,-40-40 0,40 40 0,-40-40 0,40 40 16,0-40 0,1 40-1,-1 0-15,0 0 16,0 0-1,-40 40-15,40-40 0,-40 40 16,0 0-16,0 0 16,0 0-16,40 0 0,-40 1 15,40-41-15,0 40 0,1 0 16,-1-40 0</inkml:trace>
  <inkml:trace contextRef="#ctx0" brushRef="#br0" timeOffset="144141.09">24838 12713 0,'0'0'16,"0"-40"15,0 80 32,40-40-63,-40 80 0,40-80 15,-40 40-15,0 0 0,41-40 0,-1 40 0,-40 0 16,40 1-16,0-1 15,0 0-15,-40 0 0,40-40 0,0 40 16,0-40-16,-40 40 0,41-40 16,-1 40-16,0-40 0,0 0 15</inkml:trace>
  <inkml:trace contextRef="#ctx0" brushRef="#br0" timeOffset="144451.07">25239 12753 0,'0'0'16,"-40"0"-1,0 0-15,0 0 31,40 40-31,-80 0 32,0 121-17,-41-41 1,41-40 0,40-40-16</inkml:trace>
  <inkml:trace contextRef="#ctx0" brushRef="#br0" timeOffset="144951.06">25480 13114 0,'0'0'15,"0"40"1,40-40 15,1 40-31,-1 0 16,-40 40-1,0 1 1,-40-81 0,40-41 15,0 1-16,0 0-15,40-40 32,40 40-32,40 0 15,-39 40 17,-1 0-17</inkml:trace>
  <inkml:trace contextRef="#ctx0" brushRef="#br0" timeOffset="145331.02">26323 12913 0,'0'0'0,"0"-80"16,-40 40 15,0 40-16,0 40 1,-1 80 0,1-39-1,40 39 1,81 0 0,-41-80-1,40-40-15</inkml:trace>
  <inkml:trace contextRef="#ctx0" brushRef="#br0" timeOffset="145771.01">26604 13074 0,'200'40'62,"-159"-80"-62,-41 0 31,0-41-15,0 41 0,0 0-1,0 80 16,0 0-15,0 41 0,-41 39-1,41-40-15,-40 40 32,0 1-32,-80-1 31,40-80-16,39-40-15,1 0 16,40-40 0,0-80-1</inkml:trace>
  <inkml:trace contextRef="#ctx0" brushRef="#br0" timeOffset="145981">26804 12713 0,'-40'-80'32,"80"160"-32,-40-160 31,41 80-16</inkml:trace>
  <inkml:trace contextRef="#ctx0" brushRef="#br0" timeOffset="146520.95">27206 12953 0,'0'41'78,"0"39"-62,0-40-16,0 0 0,0 0 16,0 0-1,0 0-15,40-40 0,0 0 16,0 0-16,-40-40 16,40 40-16,-40-40 15,40 0-15,-40 0 0,40 40 31,-40-40-31,0 120 16,0-40 0,0 0-16,81-40 15,-41 0 1,-40-40 0,40 40-16,-40-40 15,0 0-15,0 0 16,0 0-16,0 0 0,0-1 0,0 1 15,0 0 1,-40 40-16,0 0 0,0 0 16,40 40-1,0 0-15</inkml:trace>
  <inkml:trace contextRef="#ctx0" brushRef="#br0" timeOffset="146760.95">27808 12994 0,'280'-81'47,"-560"162"-47,601-41 15,-321 0-15,0 0 0,0 80 16,-81 0-1,-159 81 1,199-161-16,1 0 0</inkml:trace>
</inkml:ink>
</file>

<file path=ppt/ink/ink11.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8-07T07:14:59.783"/>
    </inkml:context>
    <inkml:brush xml:id="br0">
      <inkml:brushProperty name="width" value="0.05292" units="cm"/>
      <inkml:brushProperty name="height" value="0.05292" units="cm"/>
      <inkml:brushProperty name="color" value="#FF0000"/>
    </inkml:brush>
  </inkml:definitions>
  <inkml:trace contextRef="#ctx0" brushRef="#br0">2167 882 0,'0'-40'16,"40"40"-1,0 0 1,-40 40 15,-40-40 0,0 0-15,40 40 15,0 0-31,0 0 16,-40 40-16,40-40 0,0 41 15,0-41-15,0 40 0,0 0 0,-40 0 0,40 1 16,0-1-16,0 0 0,0-40 0,0 40 0,0-40 16,0 0-16,0 1 15,0-1-15,40 0 0,-40 0 0,0 0 0,0 0 16</inkml:trace>
  <inkml:trace contextRef="#ctx0" brushRef="#br0" timeOffset="609.88">3531 962 0,'-40'0'16,"40"40"15,0 0 1,0 0-17,0 0-15,0 41 16,0-41-16,0 0 0,0 40 0,0 0 0,0-40 0,40 41 15,-40-1-15,0-40 16,0 40-16,0-40 0,0 0 0,0 40 0,0-39 16,0-1-16,0 0 0,0 0 0,-40-40 15,40 40-15</inkml:trace>
  <inkml:trace contextRef="#ctx0" brushRef="#br0" timeOffset="1019.93">3250 1162 0,'0'0'16,"0"-40"-16,0 0 0,40 40 47,-40-40-47,40 40 0,1 0 15,39 0-15,-40 0 0,40 0 16,-40 0-16,41 0 0,-41 40 0,40-40 0,-40 40 16,40 0-16,-39 1 15,-1-1-15,0 0 0,-40 0 0,40 0 0,-40 0 16,40 0-16,-40 0 0,0 41 15,40-41-15,-40 0 0,0 0 0,0 0 0,0 0 16,-40 0-16,40 0 0,-80 0 0,40 0 0,0 1 16,-1-1-16,1 0 15,0 0-15,0-40 0,0 40 0,0-40 16,0 40-16,0-40 16,-1 0-16,1 0 0,0-40 0,0 40 15</inkml:trace>
  <inkml:trace contextRef="#ctx0" brushRef="#br0" timeOffset="3679.77">6460 561 0,'0'0'0,"-120"40"16,-41-40 15,41 120-15,-40 1-1,160-81-15,-41 80 31,41-80-31,41 40 16,39 121 0,0-1-1,-40-39 17,-120-41-17,-81-40 1,1-80 15,120-40-15,160-80-1,1 0 1,79 120 15,41-40-15,0-41-1,40-39 1,-121 0 15,-120 39-15,-40 1 0,-80 40 15,-40 80-16,-41 121 1,41-1 0,80-40 15,200-120-15,-40 41-1,1-122 16,-81-79-15,-40 80 0,0 40-1,0 80 17,0 80-17,40 40 1,0-160-16,0 121 31,81-81-15,-41-40-1,-40-120 1,0-81 15,-40 0-15,0 161-1,40 40 1,-40 121 15,81-1-15,-41 0 0,0-80 15,0-40-16,-40-40 1,80-80 0,1 80 15,-41 0-15,0 120-1,-40 40 16,0-39-15,40-81 0,40-81-1,0-79 17,-39 40-17,79 120 1,81 80 15,-1 40-15,-79-80-1,-81-80 1,0-80 15,-40 40-15,0-1-1,0 121 17,0 1-17,0 119 1,80 0 0,40 41 15,-39-41-16,-41-120 1,-80-80 15,40 0-15,-40-80 0,-1-121-1,82-39 16,39 119-15,0 81 0,0 80-1,-40 120 17,-120 121-17,0-81 1,40-160-16,40 40 31,40 1-15,80-82-1,1 1 1,-41-40 15,-40 0-15,0-81-1,0 1 1,-40 0 15,0 120-15,0-1 0,0 82 15,0-1-16,0 80 1,-40 0 0,40 41 15,40-1-15,81-40-1,39-39 16,1-81-15,-41-121 0,-80 1-1,-40-81 17,0 81-17,0 80 1,0 80 15,0 80-15,0 41-1,0-41 1,0-40 15,80-80-15,-80-40-16</inkml:trace>
  <inkml:trace contextRef="#ctx0" brushRef="#br0" timeOffset="3809.69">10152 922 0,'0'-40'0,"0"80"0,40-120 62</inkml:trace>
  <inkml:trace contextRef="#ctx0" brushRef="#br0" timeOffset="4739.71">10914 922 0,'0'0'15,"0"40"-15,0 0 16,0 0 0,0 80-1,0 1 17,0-41-17,41-80 1,-41-40 15,80-121-15,0 81-1,0 120 1,1 121 15,39-41-15,40-40-1,1-160 1,-41-40 15,-80-41-15,-80 1 0,0 120 15,0 40-16,-40 120 1,40 0 0,40-79 15,40-41-15,0-81-1,40 1 16,-40 40-15,0 160 0,-40 41-1,0 79 17,41 1-17,-41 0 1,-41-121 15,-39-120-15,-40-40-1,40-121 1,80 1 15,120 40-15,81 40-1,-41 80 1,41-81 15,-121 81-31</inkml:trace>
  <inkml:trace contextRef="#ctx0" brushRef="#br0" timeOffset="6489.53">2207 2526 0,'-40'0'16,"80"0"-16,-80 40 0,-40-40 15,39 0-15,82 0 47,-1 0 31,0 0-62,0 0-16,0 0 0,0 0 15,0 0-15,0 0 0,1 0 16,-1 0-16,0 0 0,0 0 0,40 0 16,-40 0-16,0 0 0,1 0 0,-1 0 0,0 0 15,0 0-15,0 0 16,40 0-16,-40 0 0,1 0 0,-1 0 0,40 0 16,-40 0-16,0 0 0,40 0 15,-39 0-15,-1 0 0,0 0 0,0 0 0,40-40 16,-40 40-16,1 0 15,-1 0-15,40 0 0,-40 0 0,0 0 0,40-40 16,-39 40-16,39 0 0,0 0 0,0 0 0,1 0 16,-41 0-16,40 0 0,0 0 15,-40 0-15,0 0 0,1 0 0,39 0 0,-40 0 16,0 0-16,40 0 16,-40 0-16,41 0 0,-41 0 0,40 0 0,-40 0 15,0 0-15,41 0 0,-41 0 16,0 0-16,40 0 0,-40 0 0,0 0 0,0 0 15,41 0-15,-41-40 16,40 40-16,-40 0 0,40 0 0,-39 0 0,39 0 16,-40 0-16,40 0 0,-40-40 0,41 40 0,-41 0 15,0 0-15,40 0 0,-40 0 16,0 0-16,0 0 0,41 0 0,-41 0 0,0 0 16,0 0-16,0 0 15,0 0-15,41 0 0,-41 0 0,0-40 0,0 40 16,40 0-16,-40 0 0,0 0 15,1 0-15,39 0 0,-40 0 0,0 0 0,40 0 16,-39 0-16,-1 0 0,40 0 0,-40 0 0,0 0 16,0 0-16,0 0 15,1 0-15,-1 0 0,0 0 0,0 0 16,0 0-16,0 0 16,0 0-16,0 0 0,1 0 15,-1 0 1,0 0-16,0 0 15,0 0-15,0 0 0,0 0 16,41 0-16,-41 0 0,40 0 0,0 0 0,-40 0 16,41 0-16,-1 0 0,0 0 0,0 0 0,1 0 15,-1 0-15,0 0 16,-40 0-16,40-40 0,-39 40 0,39 0 0,-40 0 16,0 0-16,0-41 0,0 41 15,0 0-15,1 0 0,-1 0 0,0 0 16,0 0-1,0 0-15,0 0 16,0 0-16,0 0 0,1 0 16,-1 0-16,0 0 0,0 0 15,0 0-15,40 0 0,-40 0 0,41 0 0,-41 0 16,40 0-16,-40 0 16,40 0-16,1 0 0,-41 0 0,40 0 0,-40 0 15,41 0-15,-41 0 0,40 0 16,-40 0-16,0 0 0,40 0 0,-39-40 0,-1 40 15,0 0 1,0 0-16,0 0 0,0 0 16,0 0-16,0 0 0,1 0 15,-1 0-15,0 0 16,0 0-16,0 0 16,0 0-1,0 0-15,-80 0 78,0 0-78,0 0 0,0-40 0,0 40 16,-41-80-16</inkml:trace>
  <inkml:trace contextRef="#ctx0" brushRef="#br0" timeOffset="85344.92">4294 3208 0,'-41'0'140,"41"40"-108,41-40-32,-41 40 15,0 0-15,40 0 0,-40 0 0,0 0 16,0 1 0,0-1-16,0 0 0,0 0 15,0 0-15,0 0 16,0 0-16,0 0 0,0 0 0,0 1 15,0-1-15,0 0 16,0 0-16,0 0 0,0 0 0,0 0 16,0 0-16,40 0 0,-40 0 15,0 1-15,0-1 0,0 0 16,0 0-16,0 0 0,0 0 16,0 0-1,0 0-15,0 0 0,0 1 16,0-1-1,0 0-15,0 0 0,0 0 16,0 0-16,0 0 0,0 0 16,0 0-1,0 0-15,0 1 0,0-1 16,-40-40-16,40 40 0,0 0 16,0 0-16,-40 0 0,40 0 0,0 0 0,0 0 15,0 1 1,0-1-16,0 0 0,0 0 0,0 0 0,0 0 15,0 0-15,0 0 16,0 0-16,0 0 0,0 1 0,0-1 16,0 0-16,0 0 0,0 0 15,0 0-15,0 0 16,0 0-16,0 0 0,0 1 0,0-1 16,0 0-16,0 0 15,0 40-15,0-40 0,0 0 0,0 40 16,0-39-16,0-1 15,0 0-15,0 0 0,0 0 0,0 0 0,0 0 16,0 0-16,0 0 0,40 1 0,-40-1 16,0 0-16,0 0 0,40 0 15,-40 40-15,0-40 0,0 0 0,0 0 0,0 1 16,0-1-16,0 0 16,0 0-16,0 0 0,0 40 0,0-40 0,0 41 15,0-41-15,0 0 0,0 40 16,0-40-16,0 40 0,0-40 0,0 0 0,0 41 15,0-41-15,0 40 16,0-40-16,0 40 0,0-40 0,0 41 0,0-41 16,0 40-16,0-40 0,0 0 0,0 40 0,0-40 15,0 41-15,0-41 0,0 40 16,40-40-16,-40 40 0,0-40 0,0 41 0,40-41 16,-40 40-16,0 0 15,0 0-15,0 1 0,0-41 0,0 40 0,0 0 16,0 0-16,0 1 0,0-1 15,-80 0-15,80 0 0,0-40 0,0 40 0,0-39 16,-40-1-16,40 40 0,0-40 0,0 0 16,0 0-16</inkml:trace>
  <inkml:trace contextRef="#ctx0" brushRef="#br0" timeOffset="86754.77">4414 5374 0,'0'0'0,"0"40"0,-40-40 16,0 0-1,80 0 173,0 0-157,40 0-15,-40 0-16,0 0 0,1 0 0,-1 0 0,0 0 15,0 0-15,0 0 0,40 0 16,-40-40-16,1 40 0,39 0 0,-40 0 0,0 0 16,0 0-16,40 0 15,-39 0-15,-1 0 0,0 0 0,40 0 0,-40 0 16,0 0-16,41-41 0,-41 41 15,0 0-15,40-40 0,-40 40 0,40 0 0,-39 0 16,39 0-16,0 0 0,0 0 0,-40 0 0,41-40 16,-1 40-16,0 0 15,0 0-15,1 0 0,-41 0 0,40 0 0,0-40 16,-40 40-16,41 0 0,-41 0 16,40 0-16,-40 0 0,40-40 0,-39 40 0,39 0 15,0 0-15,-40-40 16,41 40-16,-1 0 0,0-40 0,0 40 0,1 0 15,-1-40-15,0 40 0,0 0 16,1 0-16,-1 0 0,0 0 0,-40-40 0,40 40 16,1 0-16,-41 0 0,40 0 0,-40 0 0,40-41 15,-39 41-15,-1 0 16,0 0-16,40 0 0,-40 0 0,0 0 0,41 0 16,-1 0-16,0-40 0,-40 40 15,40 0-15,1 0 0,-1-40 0,-40 40 0,40 0 16,1 0-16,-41 0 15,40 0-15,-40 0 0,40 0 0,-40 0 0,1 0 16,-1 0-16,0 0 0,0 0 0,0 0 16,0 0-16,0-80 0,41 80 15,-41 0-15,0 0 0,40 0 0,-40 0 0,40 0 16,1 0-16,-1 0 16,-40 0-16,40 0 0,-39 0 0,39 0 0,0 0 15,-40 0-15,0 0 0,0 0 16,1 0-16,-1 0 0,0 0 0,0 0 0,0 0 15,0 0 1,-40-40 0,0 0 15,0 0-15</inkml:trace>
  <inkml:trace contextRef="#ctx0" brushRef="#br0" timeOffset="91214.51">4334 5293 0,'0'81'94,"0"-162"-16,0 41-47,0 0-31,0 0 0,0 0 16,0 0-1,40 40-15,-40-40 0,0 0 0,40-1 16,-40 1-16,40 40 0,-40-40 0,40 0 16,-40 0-16,40 0 15,0 40-15,-40-40 0,0 0 0,41 40 0,-41-40 16,0 0-16,40 40 16,-40-41-16,40 41 0,-40-40 0,40 0 15,0 0 1,0 0-16,0 40 0,-40-40 0,40 40 15,1-40-15,-1 0 16,0 0-16,0 40 16,0 0-16,-40-41 0,40 41 15,0 0 1,-40-40-16,40 40 0,1 0 16,-1 0-1,0 0-15,0 0 16,0 0-1,0 0-15,0 0 16,0 0-16,-40 40 16,41-40-1,-1 0-15,0 41 16,0-41 0,0 40-16,0-40 31,0 40-31,-40 0 31,40-40-15,-40 40-16,0 0 15,41-40 1,-41 40-16,40-40 16,-40 40-16,40-40 15,-40 40-15,40 1 0,0-1 16,-40 0-1,40 0-15,-40 0 16,40 0-16,-40 0 16,40-40-16,-40 40 0,41 0 15,-41 0-15,40 1 16,-40-1 0,0 0-16,0 0 0,40-40 15,-40 40-15,0 0 16,40 0-16,-40 0 0,0 0 31,0 1-31,40-1 0,-40 0 16,40-40-16,-40 40 0,40 0 15,-40 0-15,0 0 16,0 0-16,40-40 0,1 40 16,-41 0-1,40-40-15,-40 41 0,40-41 16,-40 40-16,40-40 15,-40 40-15,0 0 16,40-40-16,-40 40 31,40-40-31,-40 40 16,40-40-16,0 0 16,-40 40-1,41-40 1,-1 0-16,-40 40 15,40-40-15,0 0 16,-40 40 0,40-40-16,0 0 31,0 0-31,0 0 47,1 0-16,-1 0-31,0-40 16,0 40-1,-40-40-15,40 40 0,-40-40 16,40 40 0,-40-40-16,40 40 15,-40-40 1,41 40-16,-41-40 15,0 0 1,40 40-16,-40-40 0,40 40 16,-40-41-16,0 1 15,40 40-15,-40-40 16,0 0-16,40 40 16,-40-40-16,0 0 15,40 40-15,-40-40 0,0 0 16,40 40-16,-40-40 15,40 0 1,-40-1-16,0 1 0,0 0 31,0 0-31,41 40 0,-41-40 0,0 0 16,40 0 0,-40 0-16,0 0 15,0-1 1,0 1-16,0 0 15,40 40-15,-40-40 0,0 0 16,40 0-16,0 40 16,-40-40-16,40 40 0,-40-40 0,40 40 0,-40-40 15,40 40 1,-40-40-16,0-1 0,0 1 16,41 0-1,-41 0-15,40 40 16,-40-40-1,40 0-15,-40 0 0,40 40 16,0-40-16,0 0 16,0 40-1,0 0-15,-40-41 0,41 41 32,-1 0-1,-40-40-16,40 40 1,0 0 0,-40-40-16,40 40 0,0 0 0,0 0 0,0-40 15,1 40-15,-1 0 0,0 0 16,-40-40-16,40 40 0,0-40 78,0 40-78,0 0 16,0 0-1,1 0-15,-1 0 32,0 0-17,0 0 32,0 0 0,0 0-31,-40 40-16,40-40 15,0 0 1,-40 40-1,41-40-15,-1 40 16,0-40 15,0 40 1,0-40-32,-40 40 15,40-40 1,-40 41-16,40-41 15,-40 40 1,40-40-16,-40 40 16,41-40-16,-41 40 31,40-40-31,-40 40 0,40-40 31,-40 40-31,40 0 0,0-40 16,0 0-1,-40 40-15,40-40 0,-40 40 16,40-40-16,1 0 31,-41 41-31,40-1 32,0 0-17,0 0 1,0 0-1,0 0 1,-40 0 0,40-40-1,-40 40 1,0 0 15,40 0-15,-40 1-1,41-41-15,-41 40 16,0 0 0,0 0-1,40-40 1,-40 40 0,40-40-16,-40 40 15,0 0 1,40-40-16,-40 40 0,40-40 15,-40 40-15,0 1 16,40-41-16,-40 40 16,40-40-16,-40 40 15,0 0 1,40-40-16,-40 40 16,41-40-1,-41 40-15,40-40 16,-40 40-1,40-40-15,-40 40 16,40-40-16,-40 40 16,40-40-1,-40 40-15,40-40 16,-40 41 0,40-41-16,-40 40 31,41-40-16,-1 40 1,0-40 0,0 40-16,0-40 15,0 40 1,0-40 0,0 0-1,1 0-15,-41 40 0,40-40 16,0 0-1,0 0-15,0 0 16,0 40-16,0-40 0,0 0 16,1 0-1,-1 0-15,0 0 16,0 0 0,0 0-1,0 0 1,0 0 31,-40-40-47,40 40 31,-40-40-31,41 40 16,-41-40-1,40 40-15,-40-40 16,40 40-16,0 0 15,-40-40 1,40 40-16,-40-40 16,0-1-1,40 41-15,-40-40 16,0 0 0,0 0-16,0 0 0,40 40 15,-40-40 1,0 0-16,0 0 15,0 0 1,0 0 0,0-1-16,0 1 15,0 0 1,0 0-16,0 0 0,0 0 16,40 0-1,-40 0-15,0 0 16,0-1-1,0 1-15,0 0 0,0 0 16,0 0-16,41 0 16,-41 0-1,40 0-15,-80 40 63,-1 0-32,1 0-31,0 0 0,0 0 16,0 0-16</inkml:trace>
  <inkml:trace contextRef="#ctx0" brushRef="#br0" timeOffset="91944.53">11115 4852 0,'-40'40'16,"40"-80"46,40 40-15,0 0-47,0 0 16,0 0-16,41 0 15,-41 0-15,0 0 0,0 0 0,0 0 16,40 0-16,-39-40 0,-1 40 0,40 0 0,-40 0 16,0 0-16,0-40 0,41 40 15,-41 0-15,0 0 0,0-40 0,0 40 0,0-40 16,0 40-16,0 0 16,1 0-16,-1 0 0,0 0 0,0 0 0,40 0 15,-40 0-15,0 0 16,41 0-16,-41 0 0,40 0 0,-40 0 0,40-40 15,-39 40-15,-1 0 16,0 0-16,0 0 0,40-40 0,-40 40 0,0 0 16,1 0-16,-1 0 0,40 0 0,-40 0 0,0 0 15,0-41-15,0 41 0,1 0 16,-1 0-16,0 0 0,0 0 0,0 0 0,-40-40 16,40 40-16,0-40 15,0 40-15,1 0 0,-1-40 0,0 40 16,0 0-1,0 0-15,0 0 16,0 0-16,0 0 16,1 0-1,-1 0-15,0 0 0,0 0 0,0-40 16,0 40 0,-40-40 15,-40 40-31,40-40 0,-40 40 0,0 0 15,40-40-15,-40 40 16</inkml:trace>
  <inkml:trace contextRef="#ctx0" brushRef="#br0" timeOffset="92254.44">13964 4251 0,'0'0'16,"0"-41"-1,-40 41 1,40-40-16,40 40 31,-40 40-31,40-40 0,-40 41 16,40-41-16,0 40 16,0-40-16,1 40 0,-1-40 0,-40 40 15,40-40-15,-40 40 0,40-40 16,0 0-16,-40 40 0,40-40 0,0 0 0,-40 40 15,40-40-15,1 0 16,-41 40-16,0 0 16,0 1-16,-41-1 0,-39 0 15,40 0-15,0-40 0,-40 40 16,40-40-16,-41 0 0,41 0 0,-40 40 0,0-40 16</inkml:trace>
  <inkml:trace contextRef="#ctx0" brushRef="#br0" timeOffset="93204.38">4294 3208 0,'80'0'15,"-160"0"-15,120 0 47,-40 40-31,-40-40-16,40 40 15,0 0-15,-41-40 16,41 40-16,-40-40 0,40 40 0,-40 0 0,0 1 16,40-1-16,-40-40 15,40 40-15,-40-40 0,40 40 0,0 0 31,40-80-15,-40 0-16,40 40 0,0-40 0,-40 0 16,40-1-16,-40 1 0,40 0 15,1 0-15,-41 0 0,40 40 0,-40-40 0,40 40 32,-40 40-1,40 0-31,-40 0 15,40 0-15,0 0 16,0 1-16,-40-1 0,40 0 0,1 0 16</inkml:trace>
  <inkml:trace contextRef="#ctx0" brushRef="#br0" timeOffset="94714.29">1083 4371 0,'81'0'0,"-81"-40"31,0 0-15,40 40-16,-40-40 16,80-1-1,0 41-15,-40-40 16,1 40-16,-1 0 15,0 0-15,-40 40 16,0 1-16,0-1 0,0 0 16,0 0-16,0 0 15,0 0-15,-40-40 0,40 40 0,-40 0 0,40 0 16,-41 1-16,1-1 0,40 0 16,-40 0-16,0 0 15,40-80 1,80 0-1,-40 0 1,-40 0-16,41-1 0,-1 41 0,-40-40 0,40 0 16,0 0-16,0 40 0,0-40 0,0 0 0,0 0 15,1 40-15,-41-40 16,40 0-16,0-1 0,-40 1 16,40 0-16,-40 0 15,0 0-15,-80 40 47,80 40-31,-40-40-16,40 40 0,-41-40 15,41 40-15,-40 0 0,0 1 0,40-1 0,-40-40 16,40 40-16,0 0 16,-40-40-16,40 40 0,0 0 0,0 0 15,0 0-15,40 0 16,40 1-16,-40-41 0,-40 40 0,41-40 15,-1 0-15,0 40 0,0-40 0,0 0 16,0 0-16,0 0 16</inkml:trace>
  <inkml:trace contextRef="#ctx0" brushRef="#br0" timeOffset="95024.35">2408 3890 0,'0'40'78,"0"0"-62,0 0-16,-41 0 0,41 0 15,0 0-15,0 0 0,0 0 0,-40 1 0,40-1 16,0 0-16,0 0 16,0 0-16,40-40 0,-40 40 0,41-40 15,-41 40-15,40-40 16,0 0-16,0 0 0,0 0 16,0 0-16,0 0 15,-40-40-15</inkml:trace>
  <inkml:trace contextRef="#ctx0" brushRef="#br0" timeOffset="95284.33">2688 4010 0,'0'0'0,"41"-80"32,-41 120-1,0 0-16,0 0-15,40-40 0,-40 40 0,0 0 0,0 0 16,0 0 0,0 1-16,40-1 0,-40 0 15,40 0 1,-40 0-16,40-40 16,-40 40-1,40-40-15</inkml:trace>
  <inkml:trace contextRef="#ctx0" brushRef="#br0" timeOffset="95484.32">2608 4251 0,'0'0'15,"40"0"1,0-41-1,121-39 1,-1 40 0,-119 0-1</inkml:trace>
  <inkml:trace contextRef="#ctx0" brushRef="#br0" timeOffset="95694.26">3090 3970 0,'0'0'0,"0"-40"15,40 40 1,-40-40-16,40 40 0,0 0 16,0 0-1,0 0-15,-40 40 0,40-40 16,-40 40-16,0 0 16,41 0-16,-41 0 0,0 40 0,0 1 15,0-41-15,-41 0 16,41 0-16,0 0 0,-40 0 0,40 0 0,-40 0 15,40 0-15,-80-40 0,80 41 0,-40-41 16</inkml:trace>
  <inkml:trace contextRef="#ctx0" brushRef="#br0" timeOffset="96714.25">14285 5253 0,'0'-40'0,"0"80"93,0 0-93,0 0 16,0 1-16,-40-1 0,40 0 0,0 0 16,0 0-16,-40 0 0,40 0 15,0 0-15,0 0 0,0 0 0,0 1 0,0-1 16,0 0-16,0 0 16,0 0-16,40-40 0,-40 40 0,40 0 15,0-40 1,-40 40-16,40-40 0,0 0 0,0 0 15,1 0 1,-41-40 0</inkml:trace>
  <inkml:trace contextRef="#ctx0" brushRef="#br0" timeOffset="96974.16">14084 5654 0,'-40'0'15,"40"40"17,40-40-1,41 0-16,-41-40-15,0 40 0,0 0 0,0 0 16,0 0-16,0 0 16,0-40-16,1 40 0,-1 0 0,-40-40 15</inkml:trace>
  <inkml:trace contextRef="#ctx0" brushRef="#br0" timeOffset="97284.16">14887 5574 0,'-40'0'15,"0"0"1,120 0 46,-40 0-46,0 0-16,0 0 16,0 0-16,1 0 0,-1 0 0,0 0 0,0 0 15,0 0-15,0 0 0,0 0 16,0 0-16,1 0 0,-1 0 16,0 0-16,0 0 15,0 0-15</inkml:trace>
  <inkml:trace contextRef="#ctx0" brushRef="#br0" timeOffset="97574.12">15489 5374 0,'0'-41'16,"-40"41"-16,40 41 47,40-41-47,0 40 15,0-40 1,-40 40-16,40 0 0,0 0 16,0 0-16,-40 0 15,0 0-15,0 0 0,0 0 0,0 1 16,-40-1-16,40 0 15,-40-40-15,0 40 0,0 0 0,-40-40 0,40 40 16,-1-40-16,1 0 0,-40 0 0</inkml:trace>
  <inkml:trace contextRef="#ctx0" brushRef="#br0" timeOffset="99694.08">4294 8943 0,'0'40'0,"0"-80"78,0 80-16,0-80-15,40 40-47,0 0 31,0 40-31,0-40 32,0 0-32,0 0 0,0 0 15,1 0 1,-1 0-16,0 0 0,0 0 15,0 0-15,0 0 0,0 0 16,0 0-16,1 0 16,-1 40-16,0-40 0,0 0 0,0 0 15,0 0 1,0 0-16,0 0 0,1 0 0,-1-40 16,40 40-16,-40 0 15,0 0-15,0 0 0,0 0 0,1 0 0,-1 0 16,0 0-16,0 0 0,0 0 15,0 0-15,0 0 0,0-40 0,41 40 0,-1 0 16,-80-40-16,40 40 0,40 0 0,-40 0 16,1 0-1,-1-40-15,0 40 0,0 0 0,0-40 16,0 40-16,0 0 0,0 0 16,41 0-16,-41 0 0,0 0 0,0 0 0,40 0 15,-40 0-15,1 0 16,39 0-16,-40 0 0,0 0 0,0 0 0,0 0 15,0 0-15,1 0 0,-1 0 16,0-41 0,0 41-16,0 0 15,0 0 1,0 0-16,1 0 0,-1 0 0,0 0 0,40 0 16,0 0-16,1 0 0,-1 0 15,-40 0-15,40 0 0,0 0 0,1 0 0,-41-40 16,40 40-16,-40 0 15,40 0-15,-39 0 0,-1 0 0,0 0 16,0 0-16,0 0 0,0 0 16,0 0-1,0 0-15,41 0 0,-41 0 0,40 0 0,0 0 16,1 0-16,-1 0 0,40 0 16,-40 0-16,1 0 0,-1 0 0,0 0 0,0 0 15,1 0-15,-1 0 16,0 0-16,0 0 0,1 0 0,-1 0 0,-40 0 15,40 0-15,1 0 0,-41 0 0,40 0 0,-40 0 16,0 0-16,40 0 0,-39 0 16,-1 0-16,0 0 0,0 0 0,0 0 0,0 0 15,0 0-15,41 0 0,-41 0 16,0 0-16,0 0 0,40 0 0,-40 0 16,1 0-16,-1 0 0,40 0 15,-40 0-15,0 0 0,0 0 0,0 0 0,1 0 16,-1 0-16,0 0 0,40 0 15,-40 0-15,0 0 0,0 0 0,1-40 0,-1 40 16,40 0-16,-40 0 0,0 0 0,0 0 0,41 0 16,-41 0-16,40 0 15,-40 0-15,40 0 0,-40 0 0,41 0 0,-1 0 16,0 40-16,-40-40 0,41 0 16,-1 0-16,0 0 0,0 0 0,-40 0 0,41 0 15,-1 0-15,-40 0 16,40 0-16,-40 0 0,1 0 0,-1 0 0,40 0 15,-40 0-15,0 0 0,0 0 0,0 0 0,41 0 16,-41 0-16,0 0 16,40-40-16,-40 40 0,0 0 0,1 0 0,39 0 15,-40 0-15,0 0 0,0 0 16,0 0-16,0 0 0,1 0 0,-1 0 0,0 0 16,0 0-16,0 0 0,0 0 15,0 0-15,1 0 0,-1 0 0,0 0 16,0 0-16,0 0 0,40 0 15,-40 0-15,41-40 0,-41 40 0,0 0 0,40 0 16,-40 0-16,0 0 0,1 0 0,-1 0 16,0 0-1,-80 0 48,0-40-63,-1 40 15,1 0-15,0 0 0,0 0 16</inkml:trace>
  <inkml:trace contextRef="#ctx0" brushRef="#br0" timeOffset="100124.01">14927 8221 0,'40'0'16,"-40"40"78,0 0-94,40-40 15,-40 40-15,40-40 0,1 40 16,-1-40-16,0 41 0,0-41 0,0 40 0,0-40 16,40 40-16,-39-40 15,-1 0-15,0 40 0,0-40 0,0 40 0,0-40 16,-40 40-16,40-40 15,-40 40-15,-40 0 16,0-40-16,0 40 0,-40-40 0,-1 40 16,1-40-16,0 0 15,0 41-15,-1-1 0,1 0 0,-40-40 0,40 40 16,-1 0-16,41-40 0,-40 40 16,40-40-16</inkml:trace>
  <inkml:trace contextRef="#ctx0" brushRef="#br0" timeOffset="102653.86">16973 1323 0,'0'0'0,"-40"0"0,0 0 31,0 0 32,0 0-48,40 40 17,40-40 46,0 0-63,0 0-15,0 0 0,1 0 16,-1 0-16,0 0 0,0 0 0,0 0 16,0 0-16,0 0 0,0 0 15,1 0-15,-1 0 0,0 0 0,0 0 16,0 40-16,0-40 16,0 0-16,0 0 0,1 0 0,-1 0 0,0 40 15,0-40-15,0 0 0,40 0 16,-40 0-16,1 0 0,-1 0 0,0 0 0,0 0 15,0 0-15,0 0 0,0 0 0,1 0 16,-1 0-16,0 0 16,0 0-16,0 0 0,0 0 15,0 0-15,41 0 16,-41 0-16,0 0 0,0 0 0,0 0 16,0 0-16,0 0 15,0 0-15,1 0 16,-41 40-1,-41-40 32,1 0-47</inkml:trace>
  <inkml:trace contextRef="#ctx0" brushRef="#br0" timeOffset="103973.74">19622 922 0,'0'-40'31,"-40"40"-31,0 0 31,-1 0 16,1 0-31,0 0-1,0 0-15,0 0 0,0 0 16,0 0-16,0 0 0,-1 0 16,1 0-16,0 0 15,0 40-15,0-40 0,0 0 16,0 0-16,40 40 16,-40-40-16,40 40 0,-41 0 15,41 0-15,-40 0 16,40 0-16,0 1 0,-40-41 15,40 40-15,0 0 0,0 0 0,0 0 16,-40 0-16,40 0 16,0 0-16,0 0 0,0 1 0,0-1 15,0 0-15,0 0 16,0 0-16,0 0 0,0 0 16,40 0-1,-40 0-15,40 0 0,-40 1 16,40-41-1,-40 40-15,41-40 0,-1 40 0,0-40 16,-40 40-16,40-40 0,0 0 16,0 0-16,0 40 15,0-40-15,1 0 0,-1 40 16,0-40-16,0 0 16,0 0-16,0 0 0,0 0 0,0 40 15,1-40-15,-1 0 0,0 0 16,0 0-16,0 0 0,0 0 0,0 0 0,0 0 15,1 0-15,-1 0 0,0 0 0,0 0 0,0 0 16,0 0 0,0 0-16,0 0 0,1 0 0,-1 0 15,0 0-15,0 0 0,0 0 16,0-40-16,0 40 0,-40-40 0,40 40 16,1 0-16,-41-40 15,40 40-15,0-40 0,-40 0 16,40 40-16,-40-40 0,0-1 15,40 41-15,-40-40 16,0 0-16,0 0 0,0 0 16,0 0-1,40 40-15,-40-40 16,0 0 0,0 0-16,0 0 0,0-1 15,0 1 1,0 0-16,-40 40 0,40-40 15,0 0-15,-40 0 0,40 0 16,0 0-16,-40 0 16,40-1-16,-40 1 0,40 0 15,-40 40 1,40-40-16,-41 40 0,41-40 0,-40 40 16,40-40-16,-40 40 15,40-40-15,-40 40 16,0 0-1,0 0-15,0 0 16,40-40-16,-40 40 0,-1 0 16,1 0-16,0 0 15,0 0-15,0 0 0,0 0 16,0 0-16,0 0 16,-1 0-16,1 0 0,0 40 0,0-40 15,0 0-15,0 0 16,0 0-1</inkml:trace>
  <inkml:trace contextRef="#ctx0" brushRef="#br0" timeOffset="104393.72">18940 1203 0,'0'0'15,"40"0"48,-40 40-63,40-40 0,0 0 0,0 80 15,0-80 1,0 0-16,-40 40 0,41 0 0,-1-40 0,0 40 16,0 0-16,0 0 15,0 1-15,0-1 0,0 0 0,1 0 16,-1-40-16,-40 40 0,40 0 0,0-40 0,0 40 15,0 0-15,0 0 16,0-40-16,1 40 0,-1-40 0,0 41 16,0-41-1,-40 40-15,40-40 0,0 0 0,0 0 32</inkml:trace>
  <inkml:trace contextRef="#ctx0" brushRef="#br0" timeOffset="104703.7">19983 1363 0,'0'0'0,"-40"0"0,40-40 16,-40 0-1,0 40 1,-1 0 15,41 40-31,-40-40 0,40 40 0,-40-40 16,40 40-16,-40 0 0,0-40 16,0 40-16,40 0 0,-40-40 0,0 41 0,-1-1 15,1 0-15,0-40 16,40 40-16,-40 0 0,0 0 0,0-40 0,0 40 15,0 0-15,-1 0 0,41 0 16</inkml:trace>
  <inkml:trace contextRef="#ctx0" brushRef="#br0" timeOffset="105933.63">14325 1243 0,'0'-40'31,"40"-1"-16,0 41 1,-40-40-16,81 0 16,-41 40-1,0 0 1,0 80 0,-40 121-1,-80 40 1,-41-81 15,81-120-15,80-80-1,-40 0 1,81-40 0,-41 0-1,120-121 1,-39 41-1,-1 39 17,-120 81-17,40 0 1,-80 40 31,0 40-47,0-40 15,0 40-15,0 0 16,40 0-16,-41 1 0,1-1 0,40 0 16,-40 0-16,40 0 15,0 0-15,0 0 0,0 0 0,0 0 16,0 1-16,40-1 16,-40 0-16,81 0 0,-41 0 15,0-40 1,-40 40-16,40-40 0,0 0 0,0 0 15,0 0-15,0-40 0</inkml:trace>
  <inkml:trace contextRef="#ctx0" brushRef="#br0" timeOffset="106263.68">15489 882 0,'0'0'16,"0"-40"0,-40 40 15,40 40-15,-40-40-1,-1 200 1,1 41-1,40-81 17,40-79-17,1-41 1,-1-40-16</inkml:trace>
  <inkml:trace contextRef="#ctx0" brushRef="#br0" timeOffset="106473.6">15810 962 0,'0'0'15,"-40"0"1,40 40 0,-40-40-16,40 40 0,0 0 15,0 0-15,0 0 16,-41-40-16,41 41 0,0-1 0,0 0 0,0 0 15,0 0-15,41 0 0,-1 0 16,0-40 0,0 0-16,0 0 15</inkml:trace>
  <inkml:trace contextRef="#ctx0" brushRef="#br0" timeOffset="106683.6">15569 1283 0,'-40'0'16,"80"0"-16,-80-40 15,120 40 17,121-121-17,-41 41 1,-79 0-1</inkml:trace>
  <inkml:trace contextRef="#ctx0" brushRef="#br0" timeOffset="106873.58">16211 882 0,'0'40'31,"0"0"-16,0 0 1,0 0-16,40-40 0,-40 80 0,0-40 0,0 1 16,0 39-16,0-40 0,0 0 15,0 40-15,-40-40 0,40 41 0,-80-41 0,80 0 16,-40 0-16,0 0 16,-1 0-16,1 0 0</inkml:trace>
  <inkml:trace contextRef="#ctx0" brushRef="#br0" timeOffset="107773.52">20023 2366 0,'40'40'16,"-80"-40"15,0 0 16,40 40-31,0 0-16,0 0 31,0 0-31,-40-40 0,40 40 0,0 0 0,0 0 15,0 1-15,0-1 0,0 0 0,0 0 16,-40 0-16,40 0 0,0 0 16,0 40-16,0-39 0,0-1 0,0 0 0,-40 0 15,40 40-15,0-40 16,0 0-16,0 0 0,0-80 31</inkml:trace>
  <inkml:trace contextRef="#ctx0" brushRef="#br0" timeOffset="108243.56">19943 2486 0,'-40'0'15,"80"0"-15,-161 0 16,81 0-16,0 40 16,-80 40 15,80-40-15,40 0-1,0-80 1,40 0-16,0 40 31,80-120-15,-39 40-1,-41 40 17,0 40-17,40 40 1,0 80-1,1 0 17,-1 1-17,-40-81-15</inkml:trace>
  <inkml:trace contextRef="#ctx0" brushRef="#br0" timeOffset="109103.46">19622 4130 0,'0'0'0,"0"-40"32,-40 40-17,-121 0 1,1 80 15,39 81-15,81-41-1,40 0 1,80-79 15,81-41-15,-81-41 0,-40-119 15,-40 0-16,-80-1 1,0 41 0,40 0 15,40 39-15,40 41-1,0 0-15,40 0 16,-40 40-16,41 0 31,-1 40-15,-40-40-16</inkml:trace>
  <inkml:trace contextRef="#ctx0" brushRef="#br0" timeOffset="109413.46">19863 4411 0,'40'0'31,"-80"0"-31,80-40 16,0 0-1,0 40 1,0 0-16,80 0 31,1-40-15,-41 40 0,-40 0 15</inkml:trace>
  <inkml:trace contextRef="#ctx0" brushRef="#br0" timeOffset="109693.46">20224 4411 0,'-40'40'78,"40"0"-62,0 0 0,0 0-16,0 1 0,0-1 15,0 0-15,0 0 16,0 0-16,0 0 15,0 0 1</inkml:trace>
  <inkml:trace contextRef="#ctx0" brushRef="#br0" timeOffset="110063.46">20545 4732 0,'0'0'16,"-40"-40"0,-1 40-1,1 0 1,40 40 0,0 0 15,0 0-31,40 0 15,1 0 1,-1 0 0,-40 41-1,0-41 1,-81 40 0,-39-80-1,80 0 1,0 0-16,40-40 0</inkml:trace>
  <inkml:trace contextRef="#ctx0" brushRef="#br0" timeOffset="110623.37">21227 3890 0,'-40'0'0,"40"-40"32,-40 40 30,40 40-46,0 0-1,0 0 1,-41-40-16,41 40 0,0 0 0,-40-40 0,40 40 16,0 0-16,-40 0 15,40 0-15,0 1 0,-40-1 0,40 0 0,0 0 16,0 0-16,0 0 0,0 0 0,0 0 0,0 0 15,0 1-15,0-1 16,40 0-16,0 0 0,0 0 16,1-40-1,-1-40 1,0 40 0</inkml:trace>
  <inkml:trace contextRef="#ctx0" brushRef="#br0" timeOffset="110973.4">21588 4130 0,'0'-40'31,"0"0"-31,0 0 16,0 0-1,0 80 17,0 0-17,0 0-15,0 0 0,0 0 0,0 0 16,-80 1-16,80-1 16,0 0-16,0 0 0,0 0 0,0 0 15,0 0-15,0 0 16,40-40-16,-40 40 0,40-40 0,-40 41 15,40-41-15,0 40 0,0-40 32</inkml:trace>
  <inkml:trace contextRef="#ctx0" brushRef="#br0" timeOffset="111213.34">21427 4371 0,'0'0'0,"-120"0"16,160 0 31,0 0-47,0 0 15,1 0-15,-1 0 0,0 0 16,0 0-16,-40-40 16,40 40-16,0 0 0,0 0 0</inkml:trace>
  <inkml:trace contextRef="#ctx0" brushRef="#br0" timeOffset="111493.37">22070 3930 0,'40'0'0,"-40"40"31,0 0-16,40 0-15,-40 0 16,0 0-16,40-40 16,-40 80-16,0-39 0,0-1 0,0 0 0,0 0 15,0 0-15,0 0 0,-40 0 16,0 0-16,0 0 0,-1-40 0,1 41 0</inkml:trace>
  <inkml:trace contextRef="#ctx0" brushRef="#br0" timeOffset="128712.27">20585 1564 0,'40'0'15,"0"0"32,0 0 172,0 0-219,-40 40 0,40-40 0,1 0 15,-1 0 1,0 0-16,-40-40 0,40 40 0,0 0 16,0 0-16,0 0 0,0 0 15,1-41-15,-1 41 0,0 0 0,0 0 0,0 0 16,0 0-16,0 0 16,0 0-16,1 0 0,-1 0 0,0 0 0,0 0 15,0 0-15,0 0 0,40 0 0,-39 0 16,-1 41-16,0-41 0,0 0 15,40 0-15,-40 0 0,1 0 0,-1 0 0,0 0 16,0 0-16,40 0 16,-40 0-16,0 0 0,1 0 0,-1 0 15,0 0-15,0 0 16,0 0-16,0 0 0,0 0 0,0 0 16,1 0-16,-1 0 0,0 0 15,0-41-15,0 41 16,0 0-16,0 0 0,0 0 15,1 0 1,-1 0-16,0 0 31,-80 0 79</inkml:trace>
  <inkml:trace contextRef="#ctx0" brushRef="#br0" timeOffset="129342.24">22832 1203 0,'-40'0'0,"40"40"141,0 0-126,40-40-15,-40 40 0,40-40 0,0 0 16,-40 40-1,40-40-15,0 0 0,1 40 0,-1-40 0,0 40 16,0-40-16,0 40 16,0-40-16,-40 40 0,40-40 0,-40 41 31,0-1-15,0 0-16,-40 0 15,0 0 1,0 0-16,40 0 0,-40-40 0,0 0 15,40 40-15,-40-40 16,-1 40-16,1 0 0,0-40 0,0 0 16</inkml:trace>
  <inkml:trace contextRef="#ctx0" brushRef="#br0" timeOffset="130632.19">24116 1243 0,'0'-40'16,"0"80"-16,0-121 15,0 41 32,40 40-47,0 0 16,0 0-1,0 0-15,1 0 0,-1 0 16,0 0-16,0 40 16,0 1-16,-40 39 0,0-40 15,0 0-15,0 0 0,0 0 0,0 0 16,-40 0-16,0 1 15,40-1-15,-40 0 0,0 0 0,-1 0 16,1-40 0,40 40-16,-40-40 0,40 40 15,-40-40 1,40-40 0,80 40-16,-80-40 0,40 40 15,-40-40-15,41 40 0,-1-40 16,0 0-16,0 40 0,0-40 0,0-1 0,-40 1 15,40 0-15,0 0 16,1 40-16,-1-40 0,0 0 0,0 0 16,0 40-16,-40-40 0,40 40 15,-40-40-15,40 40 0,-40-41 0,40 41 16,-40-40 0,41 40-16,-41-40 15,0 0-15,0 0 16,-41 80 62,41 0-78,0 0 16,0 0-16,-40 1 0,0-1 15,40 0 1,0 0-16,-40 0 0,0 0 0,40 0 15,0 0-15,0 0 16,0 1-16,0-1 0,0 0 16,0 0-1,40-40-15,-40 40 0,40-40 0,-40 40 16,40-40 0,-40 40-16,40-40 0</inkml:trace>
  <inkml:trace contextRef="#ctx0" brushRef="#br0" timeOffset="131082.13">25761 1564 0,'0'0'16,"-40"0"0,0 0-1,0 40 1,0 0 0,0-40-16,40 40 15,-41-40-15,1 40 16,40 0-16,0 0 15,0 0-15,40-40 16,-40 40 0,41 0-16,-41 1 15,40-41 1,-40 40-16,0 0 16,0 0-1,-40-40 1,-1 0-16,41 40 0,-80-40 0,40 0 15,0 0-15,0 0 0,0 0 16,-1 0-16,1 0 0,0 0 0</inkml:trace>
  <inkml:trace contextRef="#ctx0" brushRef="#br0" timeOffset="131592.1">26524 922 0,'-41'0'15,"1"0"32,40 40-31,0 0-16,-40-40 0,40 40 0,0 0 15,-40 0-15,40 0 16,-40 1-16,40-1 0,0 0 0,-40 40 0,40-40 0,-40 0 16,40 0-16,0 0 0,0 1 0,0-1 0,0 0 15,0 0-15,40 0 16,-40 0-16,40-40 0,-40 40 0,40-40 15,0 40-15,0-40 0,0 40 16,1-40-16,-1 0 0,0 0 16,0 0-16,0 0 15</inkml:trace>
  <inkml:trace contextRef="#ctx0" brushRef="#br0" timeOffset="131892.16">27085 1042 0,'0'0'0,"0"40"31,0 0-15,0 41-1,0-41 1,0 0-16,0 0 0,0 0 0,0 0 0,0 0 16,0 0-16,0 0 0,0 1 15,0-1-15,40 0 0,1 0 16,-41 0-16,40-40 0,0 40 16,0-40-16,0 0 15</inkml:trace>
  <inkml:trace contextRef="#ctx0" brushRef="#br0" timeOffset="132132.11">26764 1523 0,'0'-40'0,"0"80"0,40-80 31,1 40-31,-1-40 16,0 40-16,0 0 15,0 0-15,0 0 0,0 0 16,0 0-16,1 0 0,-1 0 16,-40-40-16,40 40 0</inkml:trace>
  <inkml:trace contextRef="#ctx0" brushRef="#br0" timeOffset="132392.13">27527 1002 0,'0'0'31,"80"40"-16,-80 0 1,0 121-16,0 79 31,-40 1-15,0-161 0,0-40-16,-81 40 0</inkml:trace>
  <inkml:trace contextRef="#ctx0" brushRef="#br0" timeOffset="155710.67">23875 4010 0,'40'40'94,"-40"0"-94,0 0 0,0 0 16,0 0-1,0 1-15,0-1 0,0 0 0,0 0 16,0 0-16,0 0 15,0 0-15,0 0 32</inkml:trace>
  <inkml:trace contextRef="#ctx0" brushRef="#br0" timeOffset="155920.7">23875 3809 0,'-40'-40'0,"0"40"0,40-40 31,0 0-15</inkml:trace>
  <inkml:trace contextRef="#ctx0" brushRef="#br0" timeOffset="156580.69">24357 3970 0,'0'40'15,"40"0"17,-40 0-17,40-40-15,-40 40 0,0 0 16,0 0-16,40-40 0,-40 41 15,0-1-15,0 0 0,0 0 0,0 0 16,0 0 0,-40-40-16,40 40 0,0-80 47,40 0-47,0 0 0,-40 0 15,40 0-15,0 40 16,-40-40-16,41-1 0,-1 41 0,0 0 15,-40-40-15,40 40 0,0 0 16,-40 40-16,0 1 31,0-1-31,0 40 0,0-40 16,-40-40 0,40-40 15,80 40-31,-80-40 15,40 40-15,-40-40 0,40 0 0,1-1 16,-1 1-16,-40 0 16,40 40-16,0 0 15,0 40 1,-40 0 0,0 1-16,0-1 15,0 0 1,0 0-16,0 0 0,40 0 31,0 0-31,0-40 16</inkml:trace>
  <inkml:trace contextRef="#ctx0" brushRef="#br0" timeOffset="156850.61">25801 4090 0,'0'-40'15,"-40"40"17,40 40-32,0 0 0,0 40 15,40-39 1,-40-1-16,0 0 0,0 0 0,0 0 15,0 0-15,0 0 0,0 0 16,0 0-16,0 1 0,0-1 16,-40 0-16,40 0 15,0 0-15</inkml:trace>
  <inkml:trace contextRef="#ctx0" brushRef="#br0" timeOffset="157180.66">25721 4331 0,'0'-40'15,"0"80"-15,-40-120 0,40 39 0,0 1 16,80-80 0,-40 80-1,81 0 1,-81 40-16,0 0 15,40 40 1,0 120 15,-80-79-31,-120 39 16,0-40 15,80-80-31,-41 0 16,81-40-16,0 0 15</inkml:trace>
  <inkml:trace contextRef="#ctx0" brushRef="#br0" timeOffset="157750.55">26283 4130 0,'0'-40'0,"40"40"47,-40 40 0,0 0-32,0 0-15,0 1 16,0-1 0,0 0-16,40-40 15,-40 40-15,40-40 0,-40 40 0,40-40 16,0 0 0,1 0-1,-1-40 1,0 0-1,-40 0 1,0 0-16,0-1 16,0 1 15,0 80 0,0 1-15,0-1-1,40 0-15,0-40 16,0 40 0,0-40-1,0 0-15,1 0 16,-41-40 0</inkml:trace>
  <inkml:trace contextRef="#ctx0" brushRef="#br0" timeOffset="158070.53">27045 3689 0,'0'0'15,"0"-40"-15,0 80 47,40 0-31,-40 0-16,0 0 16,0 1-16,0-1 0,0 40 0,0-40 15,0 0-15,0 40 16,0-40-16,0 0 0,0 1 0,0-1 15,0 0 1,0 0-16</inkml:trace>
  <inkml:trace contextRef="#ctx0" brushRef="#br0" timeOffset="158420.53">27687 4010 0,'0'0'16,"-40"0"-16,0 0 16,0 40-1,0 0 1,40 0-16,0 0 15,0 0 1,0 1-16,40-1 0,-40 0 16,40-40-16,-40 40 0,40 0 0,-40 0 15,40-40 1,-40 40-16,0 0 0,-40 0 31,0-40-31,0 0 0,0 0 16,0 0-16</inkml:trace>
  <inkml:trace contextRef="#ctx0" brushRef="#br0" timeOffset="158790.49">27888 4210 0,'40'41'16,"-80"-82"-16,120 82 0,40-41 31,-79 0-31,-1 0 0,0 0 0,0-41 16,0 41-16,0-40 0,0 40 0,0 0 15,-40-40 1,-40 40 15,0 0-15,0 0-16,0 0 15,40 40-15,-40-40 0,0 0 0,0 0 16,-1 40-16,1 1 16,0-41-16,40 40 15,0 0-15,0 0 0,40 0 16,0 0 0,41-40-16,-41 0 15,0 0-15,0 40 16,0-40-16,0 0 0,0 0 0</inkml:trace>
  <inkml:trace contextRef="#ctx0" brushRef="#br0" timeOffset="159210.46">28851 3689 0,'-40'0'31,"40"40"0,0 0-31,0 0 16,0 1-16,0-1 15,0 0 1,0 0-16,0 0 0,0 0 16,0 0-1,0 0-15,0 0 0,0 0 0,0 1 16,0-1-1,0 0-15,0 0 0,40 0 16,-40 0 0,80-40-16,-40 0 0</inkml:trace>
  <inkml:trace contextRef="#ctx0" brushRef="#br0" timeOffset="159420.49">28771 4170 0,'0'0'0,"-41"0"15,41-40 1,41 40 0,39-40-1,0 40 1</inkml:trace>
  <inkml:trace contextRef="#ctx0" brushRef="#br0" timeOffset="159790.51">29212 4090 0,'40'0'15,"-40"-40"1,40 40-1,81 0 1,-41 40 0,0 80 15,-80-79-31,0 39 31,-40-80-31,0 40 16,40 0-16,-40-40 0,0 0 15,40-40 1,0-40 0,0 40-1,40-41-15,40 41 32,0 0-17,-40 40-15</inkml:trace>
  <inkml:trace contextRef="#ctx0" brushRef="#br0" timeOffset="160420.43">30376 4090 0,'-81'0'31,"162"0"-31,-242 0 16,121 0-16,0 0 15,0 40 1,40 0-16,-40 41 16,40-41-16,0 0 15,80 0 17,0-40-17,-40-40-15,0 0 16,1 0-16,-41-41 15,0-39 1,0 80 0,-41 40-1,1 80 1,40 40 15,40-39-15,1-81-16,39 40 15,-40-40-15,0 0 0,0 0 16,81-40 0,-81 0-1,0 40-15,-40-41 16,40 1-16,-40 0 0,0 0 16,0 0-16,0 0 15,0 80 32,-40-40-47,40 40 16,0 0-16,0 0 0,0 0 15,0 1-15,0-1 16,0 0-16,0 0 16,0 0-16,40 0 15,0-40-15</inkml:trace>
  <inkml:trace contextRef="#ctx0" brushRef="#br0" timeOffset="160590.46">30576 3930 0,'0'0'16,"0"-40"-16,0 0 15,0-1 1,40 41 0</inkml:trace>
  <inkml:trace contextRef="#ctx0" brushRef="#br0" timeOffset="160980.43">31098 3970 0,'0'40'16,"0"0"-1,0 0-15,0 0 16,40 0 0,-40 0-16,0 1 15,0-1 1,40-40-1,0-40 1,0-1 0,1 1-16,-1 0 15,0 40 1,0 40 15,-40 0-31,0 1 16,40-41-1,0 0-15,-40 40 0,40-40 0,0 40 16,1-40-16,-1 0 16,0 0-16,0 0 0,0 0 15,-40-40-15</inkml:trace>
  <inkml:trace contextRef="#ctx0" brushRef="#br0" timeOffset="163090.31">29011 761 0,'-40'0'46,"0"0"-30,40 41-16,-40-41 16,0 0-16,40 40 0,-40-40 15,0 40 1,-1 0-16,1-40 0,40 40 16,-40-40-16,40 40 15,0 0-15,0 0 16,0 0-1,40-40-15,0 40 0,1 1 16,-1-41-16,0 40 0,0 0 16,0 0-16,0-40 15,-40 40-15,0 0 0,0 0 16,0 0 0,-40 0-16,40 1 15,-80-41-15,40 0 16,0 0-16,-1 0 0,1 0 15,0 0-15,0 0 16,40-41-16,-40 41 0,40-40 16,0 0-16,40 40 0</inkml:trace>
  <inkml:trace contextRef="#ctx0" brushRef="#br0" timeOffset="163560.2">29573 1042 0,'0'0'0,"-40"40"0,0-40 15,0 0-15,0 0 16,0 80 15,40-39-31,0-1 16,40-40-1,40 0 1,-40 0 0,-40-40-1,0-41 1,0 1-1,0 40-15,0 80 32,0 0-17,0 40-15,0 41 32,0-81-32,40 40 15,-40-40-15,40-40 0,0 40 16,1-40-16,-1 0 31</inkml:trace>
  <inkml:trace contextRef="#ctx0" brushRef="#br0" timeOffset="164130.25">29854 1002 0,'40'0'47,"-40"40"-47,0 40 15,40-80-15,-40 40 16,0 1-16,0-1 16,0 0-16,0 0 15,0-80 32,40 40-47,-40-40 16,41 40-16,-41-40 0,40 40 0,-40-41 15,40 41-15,0-40 16,0 40-16,0 0 16,0 0-1,-40 40-15,0 1 0,0-1 0,40-40 16,-40 40-16,0 0 15,0 0-15,-40-40 16,40-40 15,40 0-31,-40 0 16,0 0 0,41-1-16,-41 1 15,40 40-15,0 0 16,-40 81-1,0-41 1,40-40-16,-40 40 0,0 0 0,0 0 16,0 0-16,40-40 15,-40 40-15,0 0 16,40-40 0</inkml:trace>
  <inkml:trace contextRef="#ctx0" brushRef="#br0" timeOffset="164410.15">30777 1002 0,'0'40'16,"0"0"-1,0 81 1,0-81-16,-40 80 16,40-80-16,0 0 0,0 40 31,0 1-31,0-41 16,0 0-1,40 0-15</inkml:trace>
  <inkml:trace contextRef="#ctx0" brushRef="#br0" timeOffset="164660.14">30777 1122 0,'0'-40'15,"0"0"-15,40 0 16,0 40 15,0 0-31,-40 40 16,40 0-1,-40 81 1,-80-41 15,40-40-31,-80-40 16,80 0-16</inkml:trace>
  <inkml:trace contextRef="#ctx0" brushRef="#br0" timeOffset="165010.12">31379 802 0,'0'40'16,"-40"-40"-16,40 40 31,0 0-15,0 0-1,0 0-15,0 0 16,0 0-16,0 81 16,0-81-16,0 0 0,0 0 15,-40 120 1,40-120 0</inkml:trace>
  <inkml:trace contextRef="#ctx0" brushRef="#br0" timeOffset="165400.17">31459 1243 0,'0'40'16,"40"-40"-1,0 40 1,41-40 0,-41 0-1,0-40 1,-40-40 0,0 39-16,0 1 15,0 0-15,-40 40 16,0 40-1,-41 0 1,41 1-16,0 39 16,40-40-16,0 0 15,40 40 1,-40-40 0,80-40-16</inkml:trace>
  <inkml:trace contextRef="#ctx0" brushRef="#br0" timeOffset="165870.07">32221 1162 0,'-40'0'15,"0"81"1,0-81-16,0 40 31,0 0-31,0 0 0,40 0 0,-40 0 16,-1-40-16,41 40 31,41-40-15,-1 0-1,0-80-15,0 80 0,0-40 0,0 0 16,-40 0-16,0 0 15,40 0-15,-40-1 0,40 41 0,-40-80 0,0 40 16,0 0-16,41 0 16,-41 0-16,0 0 0,0 0 15,-81 0-15,41 40 32,40 40-1,0 0-16,0 0-15,0 0 16,0 0-16,0 0 0,0 0 0,0 0 0,40 0 16,-40 41-16,0-41 0,0 0 0,0 0 0,0 0 15,0 0-15,0 0 16,0 0-16,0 1 0,0-1 0,0 0 0</inkml:trace>
  <inkml:trace contextRef="#ctx0" brushRef="#br0" timeOffset="166630.03">29252 2045 0,'-40'0'31,"0"0"-15,40 40-1,-40-40-15,0 0 0,40 40 16,-40 0-16,-1-40 16,41 40-16,0 0 15,41-40 1,-41 40-16,80-40 0,-40 41 16,0-41-16,0 40 0,0-40 15,0 0-15,1 40 16,-1-40-16,-40 40 15,-81-40 1,41 40-16,0-40 0,0 0 16,0 0-16,0 0 0,0 0 0,0 0 15,-1 0-15,1 0 0,0 0 16,40-40-16</inkml:trace>
  <inkml:trace contextRef="#ctx0" brushRef="#br0" timeOffset="166880.08">29694 2205 0,'0'0'0,"0"40"15,-41-40 1,41 81-1,-40-1 1,40 0 0,40 40-1,1-40 1</inkml:trace>
  <inkml:trace contextRef="#ctx0" brushRef="#br0" timeOffset="167070.07">29774 2045 0,'0'0'15,"-40"0"1</inkml:trace>
  <inkml:trace contextRef="#ctx0" brushRef="#br0" timeOffset="167749.96">30295 2165 0,'-40'0'15,"0"0"1,40 40-16,-40-40 16,0 0-16,0 0 0,40 40 0,-40 0 0,0-40 0,40 41 15,-41-41-15,41 40 16,0 0-16,41-40 31,-1 40-31,0-40 16,0 0-16,0 0 15,0-40-15,-40 0 16,40 0-16,-40-1 16,0 1-1,0 0 1,0 80 15,0 0-15,0 1-16,0-1 15,0 0-15,0 0 16,0 0-16,0 0 16,-40 0-16,40 0 0,0 0 0,0 0 15,0 1-15,0-1 16,0 0-16,-40-40 0,40 40 0,-40 0 15,0 0 1,0 0-16,0 0 16,-1-40-1,1 40 1,0-40-16,40-80 16,-40 80-1,40-40-15,0 0 0,0 0 16,0 0-16,80 40 15,-80-40-15,40 0 0,1 40 0,-41-41 0,40 1 16,0 0 0,0 40-16,0-40 0,0 40 0,0-40 15,0 40-15,1 0 0,-1 0 0,-40-40 16,40 40-16,0 0 16</inkml:trace>
  <inkml:trace contextRef="#ctx0" brushRef="#br0" timeOffset="168259.92">30937 2205 0,'0'40'0,"0"0"16,0 1 0,-40-41-1,40 40-15,0 40 32,0 0-17,0-40 1,0-80 15,40 40-15,-40-40-16,41 0 15,-41 0-15,0 0 16,40 40-16,0-40 0,0 40 16,0 0-16,-40-41 15,40 41-15,0 0 16,-40 81-1,40-81-15,-40 40 16,0 0 0,0 0-16,0 0 15,-40 0-15,40 0 0,-40 0 16,40 0 0</inkml:trace>
  <inkml:trace contextRef="#ctx0" brushRef="#br0" timeOffset="168889.89">31700 2285 0,'0'0'0,"-40"0"31,0 0-31,-1 81 16,-39-41 15,80 0-31,0 0 16,40-40 15,0 0-15,-40-40-16,41 40 15,-41-40 1,40 40-16,-40-40 0,40 40 0,-40-40 16,0 80 15,40 0-15,-40 0-16,40-40 15,-40 40-15,40-40 0,-40 40 0,40-40 16,0 0-1,1 0-15,-1 0 16,0 0-16,0-40 16,0 0-1,-40 0-15,40 0 16,-40 0 0,0-1-16,0 1 0,0 0 15,0 0-15,0 0 16,-40 0-16,0 40 0,40-40 15,-40 40 1,40 40 0,0 0-16,0 40 0,-40-80 0,40 40 15,0 0-15,0 1 16,0-1-16,40 0 0,-40 0 0,40 0 16,-40 0-16,0 0 15,40-40-15,-40 40 0</inkml:trace>
  <inkml:trace contextRef="#ctx0" brushRef="#br0" timeOffset="-192230.9">20545 6456 0,'40'0'31,"0"0"-15,0 0 15,-40 40 0,0 1-31,0-1 16,40 0-1,-40 0-15,0 0 0,40-40 16,-40 40-16,0 0 0,0 0 0,0 0 16,0 1-16,0-1 15,0 0-15</inkml:trace>
  <inkml:trace contextRef="#ctx0" brushRef="#br0" timeOffset="-191740.89">20304 7459 0,'0'0'16,"-40"40"-16,0-40 15,80 0 64,0 0-64,0 0-15,0 0 0,0-40 16,0 40-16,1 0 0,-1 0 0,40-40 0,-40 0 15,0 40-15,40-40 16,1 40-16,-41-40 0,40 40 0,-40 0 0,40-41 16,-39 41-16,-1 0 0,40 0 15,-40-40-15,0 40 0,0 0 0,0 0 16,1 0-16,-41 40 16</inkml:trace>
  <inkml:trace contextRef="#ctx0" brushRef="#br0" timeOffset="-191320.9">20545 7820 0,'0'0'0,"40"0"31,0 0-15,0 0-16,0 0 15,121 0 17,39-40-17,1 0 1,-41-40 0,-119 80 15</inkml:trace>
  <inkml:trace contextRef="#ctx0" brushRef="#br0" timeOffset="-191050.97">21106 7820 0,'-40'0'0,"40"40"63,0 0-48,0 0-15,0 0 0,0 0 16,0 1-16,0-1 16,0 0-16,0 0 0,0 0 0,0 0 0,0 0 15,0 0-15,0 0 16,0 1-16,0-1 0,0 0 15,0 0 1</inkml:trace>
  <inkml:trace contextRef="#ctx0" brushRef="#br0" timeOffset="-190581">21588 8101 0,'0'0'16,"-40"0"0,-40 40 15,-1 40-16,41 0 1,0-80-16,0 80 31,40-39-31,0-1 0,80 0 16,0 0 0,41 0-1,-41-40 16,-80 40 1,-40-40-32,-40 80 15,-1-80-15,-119 40 32,39 0-17,121-40 1</inkml:trace>
  <inkml:trace contextRef="#ctx0" brushRef="#br0" timeOffset="-189011.09">23474 6216 0,'0'0'0,"-40"0"46,0 0-30,0 0 0,-1 0-16,1 0 15,0 0-15,0 40 0,0-40 16,0 40-16,0-40 0,0 0 0,-1 40 0,1-40 16,0 40-16,0-40 15,0 0-15,40 40 0,-80-40 0,80 40 0,-40-40 16,-1 40-16,1-40 0,0 0 15,40 41-15,-40-41 0,0 0 0,40 40 16,-40-40 0,40 40-1,-40-40 1,80 0 15,-40 40-15,40-40-16,40 0 0,-40 40 0,0-40 15,41 0-15,-41 0 16,0 0-16,0 0 0,0 0 0,0 0 16,0 0-16,1 0 15,-1 0-15,-40 40 16,0 0 15,0 0-15,-40 0-1,-41-40-15,81 41 0,0-1 0,-40-40 16,0 40-16,0 0 16,0 0-16,0 0 0,0 0 15,-1 0-15,41 0 0,-40-40 0,0 40 16,0 1 0,40-1-16,-40-40 0,0 40 15,0-40 1,40 40-16,-40-40 15,40 40 1,-41-40-16,82 0 47,-1 0-31,0-40-1,0 40-15,0 0 0,0-40 0,0 40 16,0-40-16,41 40 0,-41 0 15,40 0-15,-40-40 0,40 40 0,-39 0 0,39-41 16,-40 41-16,0 0 16,40 0-16,-40-40 0,1 40 0,39 0 0,-40 0 15,0-40-15,0 40 0,0 0 0,0 0 0,1-40 16,-1 40-16,0 0 16,0 0-16,0 0 15,-80 0 63,0 0-78,0 0 16,0 0-16</inkml:trace>
  <inkml:trace contextRef="#ctx0" brushRef="#br0" timeOffset="-188291.14">22391 7860 0,'40'0'63,"0"0"-48,0 0 1,0 40-16,-40 0 16,40-40-16,-40 40 15,0 0 1,0 1-16,0-1 0,0-80 47,0-1-32,0 1-15,0 0 16,0 0-16,40 0 0,0 0 16,1 0-16,-1 40 15,-40-40-15,40 40 0,0 0 16,0-40-1,0 40 1,-40 40 0,40 0-16,-40 0 15,0 0-15,40 0 0,-40 0 16,0 0 0,0 0-16,0 1 0,0-1 15,0 0 1,41-40-16,-41 40 15,40-40 1,-40-40 0</inkml:trace>
  <inkml:trace contextRef="#ctx0" brushRef="#br0" timeOffset="-188041.12">23233 7860 0,'-80'0'0,"160"0"0,-120 0 31,40-40-15,120 40-1,1-40 1,-1 40 15</inkml:trace>
  <inkml:trace contextRef="#ctx0" brushRef="#br0" timeOffset="-187801.09">23313 8020 0,'0'0'16,"0"41"-16,41-41 15,-1 0 1,40-41 0,-40 41-16,40 0 31,1-40-16</inkml:trace>
  <inkml:trace contextRef="#ctx0" brushRef="#br0" timeOffset="-187401.11">24076 7740 0,'0'0'16,"-40"0"-16,0 0 16,80 0 46,0 0-46,0 0-1,0 0-15,0 0 16,0 0-16,0 0 16,1 0-1</inkml:trace>
  <inkml:trace contextRef="#ctx0" brushRef="#br0" timeOffset="-186701.16">24758 7700 0,'40'0'63,"0"0"-63,0 0 15,0 0 1,1 0-16,-1 0 0,0 0 15,0 0-15,0 0 0,0 0 16,0-40-16,-40-1 16,40 1-16,-40 0 31,0 0-31,-80 40 16,40 0-1,0 0-15,40-40 0,-40 40 16,0 0-1,40 40 1,-40-40-16,40 40 16,-41-40-16,41 40 0,-40 0 0,40 1 15,0-1-15,-40-40 0,40 40 0,-40 0 16,40 0-16,-40-40 16,40 40-16,0 0 0,-40-40 0,40 40 0,-40-40 15,40 40-15,-40-40 16,40 40-16,-41-40 0,1 0 15,40-40 1,0 0 0,0-40-16,40 40 0,-40 0 15,0 0-15,41 0 16,-41 0-16,40 40 0,0 0 0,0-41 0,0 41 16,0 0-1,0 0 1,-40 41-16</inkml:trace>
  <inkml:trace contextRef="#ctx0" brushRef="#br0" timeOffset="-185681.29">22752 5815 0,'0'0'0,"0"40"16,40-40-1,0 0 1,0 0-16,0 0 15,0-40-15,0 40 16,1-40-16,-1 40 16,-40-41-16,40 41 0,-40-40 15,0 0 1,0 0-16,0 0 16,-40 0-1,0 40-15,-1 0 31,1 0-15,0 40 0,40 0-16,-40-40 0,40 40 0,-40-40 15,40 80-15,-40-39 0,40-1 0,0 0 16,-40 0 0,0 0-16,-1 0 15,1-40 1,0 0-1,0-40 1,0 40-16,40-40 16,-40 40-16,40-40 0,-40 0 31,80 40 0,0 0-15,40 0-16,-40 40 15,0-40-15,1 0 0,-1 0 16</inkml:trace>
  <inkml:trace contextRef="#ctx0" brushRef="#br0" timeOffset="-184531.36">24678 5935 0,'0'0'0,"0"40"32,-40-40-17,-1 0 1,1 0 15,0 40-15,0 0-1,40 0-15,0 1 16,-40-41-16,40 40 16,0 0-16,0 0 0,-40-40 0,40 40 0,0 0 15,0 0-15,0 0 0,0 0 0,0 0 0,0 1 16,0-1-16,0 0 16,40-40-16,-40 40 0,40-40 15,-40 40 1,40-40-16,-40 40 0,40-40 0,0 40 15,1-40 1,-1 0-16,0 0 16,0 0-16</inkml:trace>
  <inkml:trace contextRef="#ctx0" brushRef="#br0" timeOffset="-183911.4">25561 6376 0,'0'-40'0,"0"0"31,-41 40 0,1 0-15,0 0 0,40 40-1,-40-40-15,40 40 0,-40-40 0,40 40 0,-40-40 16,0 40-16,40 0 0,0 1 15,-41-1-15,41 0 0,0 0 32,41-40-32,-41 40 0,40-40 0,-40 40 15,40-40-15,0 0 0,0 0 0,0 0 16,0-40-16,1 0 16,-1 0-16,0 40 0,-40-40 0,40 40 15,-40-40 1,0-1-16,0 1 0,0 0 15,0 0-15,-40 0 16,40 0-16,-40 0 0,0 0 0,40 0 16,-41 40-16,41-40 0,-40 40 0,40-41 0,-40 41 15,40-40 1,0 0-16,0 0 16,0 0-1,40 40 1,-40-40-16,40 40 15,1 0-15,-1 0 16,0 0-16,0 0 0,0 0 16,0 0-16</inkml:trace>
  <inkml:trace contextRef="#ctx0" brushRef="#br0" timeOffset="-183301.36">26403 6136 0,'-80'0'31,"80"-41"141,0 82-78,-40-41-94,40 40 0,0 0 16,-40 0-16,40 0 0,0 0 15,0 0-15,0 0 0,0 0 16,0 0-16,40 1 16,-40-1-16,40-40 0,-40 40 15,40 0 1,0-40-16,0 0 0,0 0 15,1 0 1,-1 0-16</inkml:trace>
  <inkml:trace contextRef="#ctx0" brushRef="#br0" timeOffset="-182971.45">26885 6055 0,'-40'0'0,"80"0"0,-121-40 15,81 80 17,0 0-32,0 1 15,0-1-15,0 0 16,0 0-16,0 0 0,0 0 15,0 0-15,0 0 0,0 0 16,0 0-16,0 1 0,0-1 0,0 0 16,0 0-16,41-40 0,-41 40 15,40 0 1,0-40-16,0 0 0,0 0 16,-40-40-16,40 40 15,0-40-15</inkml:trace>
  <inkml:trace contextRef="#ctx0" brushRef="#br0" timeOffset="-182741.38">26724 6416 0,'0'0'15,"-40"0"1,80 0 15,0 0-31,41 0 16,39-40-1,-80 0 1,0 40-16</inkml:trace>
  <inkml:trace contextRef="#ctx0" brushRef="#br0" timeOffset="-182501.41">27406 6496 0,'-40'0'16,"80"0"-16,-120 0 0,120 0 31,0 0-31,0 0 15,1 0 1,39 0 0,0 0-1,40-80 1</inkml:trace>
  <inkml:trace contextRef="#ctx0" brushRef="#br0" timeOffset="-182091.46">28169 6256 0,'0'0'0,"-40"0"0,-1 0 31,82 0 0,-1 0-31,40 0 16,-40 0 0,0 0-16,0 0 0,0 0 0,1 0 15,-1-40-15,0 40 0,0 0 0,0 0 0,0 0 16,0-40-16,0 40 0,1 0 16,-1 0-16</inkml:trace>
  <inkml:trace contextRef="#ctx0" brushRef="#br0" timeOffset="-181791.48">28450 6216 0,'0'80'47,"0"-40"-31,0 0 0,0 0-16,0 0 0,0 0 15,0 1-15,0-1 16,0 0-16,0 0 0,0 0 15,0 0 1</inkml:trace>
  <inkml:trace contextRef="#ctx0" brushRef="#br0" timeOffset="-180631.52">27687 6376 0,'40'0'125,"-40"40"-109,81-40-16,-41 40 15,0-40-15,-40 40 16,40-40-1,-40 41-15,0-1 0,0 0 16,0 0 0,0 0-1,0 0-15,0-80 47,0 0-31,0 0-16,0 0 15,40 40 1,-40-40-16,40 40 0,0 0 16,0 0 15,-40 40 0,0 0 0,0 0-31,0 0 0,0 0 16,41-40 0,-41 40-16,0 0 31,40-40-31</inkml:trace>
  <inkml:trace contextRef="#ctx0" brushRef="#br0" timeOffset="-180201.6">28811 6617 0,'-40'0'32,"-1"40"-17,41 0 1,-40-40-16,40 40 16,-40 0-1,40 0 1,0 0 15,0 1-31,40-41 0,0 0 16,-80 80 15,0-80-31,0 0 16,0 0-1,0 0-15,0 0 0,0 0 0,-1 0 0,1-40 16,0 40-16,40-40 15</inkml:trace>
  <inkml:trace contextRef="#ctx0" brushRef="#br0" timeOffset="-179681.65">29132 5895 0,'40'0'0,"0"0"31,0 40-15,0-40-16,-40 40 0,40-40 15,-40 40-15,41-40 0,-1 40 16,-40 0-16,40 1 0,0-1 0,-40 0 0,0 0 16,40 0-16,-40 0 15,0 0-15,0 0 0,0 0 0,0 0 0,-40 1 16,40-1-16,-40 0 0,40 0 15,-80 0-15,39 0 0,-39 0 0,40-40 16</inkml:trace>
  <inkml:trace contextRef="#ctx0" brushRef="#br0" timeOffset="-176571.76">4334 8983 0,'0'40'0,"40"-40"78,-40-40 219,0 0 109</inkml:trace>
  <inkml:trace contextRef="#ctx0" brushRef="#br0" timeOffset="-167742.36">4173 8983 0,'40'0'62,"0"0"220,-40-40-173,0 0 125,0 0-171,41 40-63,-41-40 31,0-1 0,40 41-15,-40-40 31,0 0-16,40 40-31,-40-40 63,0 0-32,0 0 0,0 0-15,0 0-1,0 0 1,0 0 0,0-1-1,0 1 1,40 40 0,-40-40 30,0 0-30,0 0 0,0 0-16,0 0 31,40 40-15,-40-40-1,0 0 16,0-1-15,0 1 62,0 0-15,0 0 62,0 80 62,-40-40-187,40 40 16,0 0-1,0 1 1,0-1-16,0 0 31,0 0-31,0 0 32,0 0-32,0 0 31,0 0 0,0 0-15,0 1-1,0-1 1,0 0 15,0 0 0,0 0-15,0 0-16,0 0 31,0 0-15,0 0 0,0 0 15,0 1-16,0-1 1,-40 0 0,40 0 15,0 0 0,0 0 0,0 0 1,-40-40 61,0-40-46,40 0-31,0 0-16,0 0 0</inkml:trace>
  <inkml:trace contextRef="#ctx0" brushRef="#br0" timeOffset="-165762.4">4374 7980 0,'40'0'0,"0"0"47,-120 0 265,80 40 298,-40-40-595,40 41-15,-40-1 0,-1-40 16,41 40-16,-40-40 16,40 40-16,-40 0 0,0 0 15,0-40 1,40 40-16,0-80 78,40 0-62,-40 0-1,40 40-15,0-40 16,0 0-16,1 40 16,-41-40-16,40 40 15,-40-41 1,40 41-16,-40-40 47,40 40 156,-40 40-203,40-40 0,-40 41 15,40-41-15,-40 40 0,40 0 16,0-40-16,-40 40 16,41-40-16,-41 40 0,40-40 15,-40 40-15,40-40 16</inkml:trace>
  <inkml:trace contextRef="#ctx0" brushRef="#br0" timeOffset="-163482.61">5618 7940 0,'0'-40'187,"-40"40"-187,40-40 16,0 80 125,0 0-110,0 0-15,0 0-1,0 1 95,0-1-110,-41 0 31,41 0-31,0 0 15,0 0 1,0 0 0,0 0-1,0 0 1,0 1 0,0-1-1,0 0 1,0 0-1,0 0 17,0 0-17,0 0 17,0 0-32,0 0 15,0 0 1,0 1 31,0-1-16,0 0 0,0 0 0,0 0 32,0 0-47,-40-40 15,40 40 0,0-80 32,0 0-63,0 0 15,0 0-15</inkml:trace>
  <inkml:trace contextRef="#ctx0" brushRef="#br0" timeOffset="-162662.66">5618 7820 0,'0'40'78,"-40"-40"-62,40 40-16,-41 0 16,41 0-16,-40-40 15,40 40 1,-40-40-16,40 41 0,-40-41 31,40 40-31,-40-40 31,40-40 1,0-1-17,0 1-15,0 0 16,0 0 0,0 0-16,40 40 15,-40-40-15,40 40 16,0 0-16,-40-40 15,40 40-15,1 0 32,-1 0-17,-40 40 1,40-40-16,-40 40 0,40-40 0,-40 40 31,0 0-31,0 0 16,40-40-1,-40 40-15,40-40 0,-40 41 0,40-41 0,0 40 16,1 0-16</inkml:trace>
  <inkml:trace contextRef="#ctx0" brushRef="#br0" timeOffset="-161702.64">4093 9304 0,'0'40'16,"-40"-40"15,0 0-31,0 0 31,40 40-15,-41 0-1,41 0-15,0 0 0,0 0 16,0 1-16,0-1 16,41-40-1,-1 0-15,0 0 16,0 0 0,0 0-16,0 0 15,-40-40 1,0-1-16,0 1 0,0 0 0,0 0 15,0 0-15,-40 0 16,0 0 0,0 40-1,80 0 63</inkml:trace>
  <inkml:trace contextRef="#ctx0" brushRef="#br0" timeOffset="-161182.74">5337 9304 0,'-40'0'31,"0"0"32,80 0 15,0 0-78,-40-40 15,40 40-15,0 0 16,0 0-16,0 0 0,0 0 16,1 0-1,-1 0-15,-40 40 31</inkml:trace>
  <inkml:trace contextRef="#ctx0" brushRef="#br0" timeOffset="-160842.69">5497 9424 0,'0'0'0,"-40"0"15,40 40 110,0 0-125,0 0 16,0 1-16,0-1 16,0 0-1,0 0-15,0 0 16,0 0 0</inkml:trace>
  <inkml:trace contextRef="#ctx0" brushRef="#br0" timeOffset="-160502.78">5698 9544 0,'-80'0'47,"80"41"-31,0-1-1,0 0 1,0 0 0,40 0-16,-40 0 15,0 0 1,0 0-1,0 0-15,-40-40 47,0 0-31,-1-40-16,1 40 0,40-40 0,-40 40 0</inkml:trace>
  <inkml:trace contextRef="#ctx0" brushRef="#br0" timeOffset="-158802.81">6460 8823 0,'0'40'78,"40"-40"-78,-40-40 94,0-1-79,41 41-15,-41-40 0,0 0 32,0 0-32,0 0 15,0 0 1,0 0-16,0 0 0,0 0 15,0 0-15,0-1 16,0 1 0,0 0-16,0 0 31,0 0-31,0 0 16,0 0-1,0 0 16,0 0-15,0-1 15,-41 41 47,41-40-62,0 0 31,0 0-16,0 0-31,41 40 219,-41-40-219,0 0 31,0 0 16,0 0-16,0 80 16,0 0-31,-41-40-16,41 40 15,0 0-15,-80-40 0,80 40 0,-40-40 16,40 40 0,-40 0-16,0-40 15,40 40-15,0-80 47,0 0-31,40 40-1,-40-40-15,0 0 0,40 40 16,0-40-16,0 40 31,-40-40-31,40 40 0,1 0 32,-1 0-32,0 0 31,-40 40-31,40-40 0,-40 40 15,40-40-15,-40 40 16,40-40-16</inkml:trace>
  <inkml:trace contextRef="#ctx0" brushRef="#br0" timeOffset="-158042.93">6340 9504 0,'0'0'16,"0"-40"-16,0 0 16,0 0-1,0 0 17,40 40-1,0 0-31,0 0 15,41 40 1,-81 0 0,0 40-1,0-40-15,-81 81 16,41-81-16,0 0 31,0-40-31,40-40 31,0-40-15,0 40-16,40 40 31,40 0 1,-40 0-32,-40 40 0,41-40 15,-41 40-15,40-40 16,0 0-16,0 0 15,0 0 1</inkml:trace>
  <inkml:trace contextRef="#ctx0" brushRef="#br0" timeOffset="-157812.87">6821 9424 0,'41'0'32,"-1"-40"-17,0 40-15,0 0 16,0 0-16,-40-40 16,40 40-16,0 0 0,0 0 0,1 0 31</inkml:trace>
  <inkml:trace contextRef="#ctx0" brushRef="#br0" timeOffset="-157602.95">6982 9424 0,'0'40'46,"0"0"-30,0 0 0,0 1-16,0-1 15,0 0-15,0 0 16,0 0-16,0 0 16,0 0-16</inkml:trace>
  <inkml:trace contextRef="#ctx0" brushRef="#br0" timeOffset="-157272.95">7223 9504 0,'-40'0'62,"40"40"-62,0 1 0,0-1 16,-41-40-1,41 40-15,0 0 0,0 0 16,41-40 0,-41 40-16,0 0 15,0 0 1,-41-40-1,1 0 17,-40 0-32,40-40 0</inkml:trace>
  <inkml:trace contextRef="#ctx0" brushRef="#br0" timeOffset="-155933.06">7584 8782 0,'-40'0'0,"40"-40"156,0 0-140,0 0 0,0 0-16,40 40 0,-40-40 15,0 0-15,0 0 16,0 0-16,0 0 0,0-1 15,0 1-15,0 0 0,0 0 16,0 0 0,0 0-16,0 0 0,0 0 15,0 0 1,0-1-16,0 1 16,0 0-1,0 0-15,0 0 31,-40 0-31,40 0 16,0 0 0,0 80 124,0 0-124,0 0 0,0 0-1,-40-40-15,40 40 0,-40-40 16,40 40-16,-41-40 0,1 0 15,40 40 1,0-80 15,0 0-15,0 0 0,0 0-16,0 0 15,0 0 1,40 40-16,1-40 15,-1 40-15,-40-40 0,40 40 32,-40 40-1,0 0-31,40-40 0,-40 40 31,40 0-31,0-40 0,-40 40 16,40-40-16,-40 40 0,40-40 15,-40 40-15,41-40 0</inkml:trace>
  <inkml:trace contextRef="#ctx0" brushRef="#br0" timeOffset="-155123.1">7905 9224 0,'-40'0'31,"40"40"-31,-40-40 32,0 0-1,40-40-31,-41 40 0,41-40 15,-40-1-15,80 41 94,1 0-94,-1 0 16,0 0-1,-40-40-15,40 40 16,-40 40-16,40-40 16,-40 41-16,0-1 15,0 0-15,0 0 16,0 0-16,-40 0 16,40 0-16,-40-40 0,0 40 15,0-40 16,120 0 1,-40 0-1,0 0-31,0 0 16,-40 40-1,0 0 1,0 1-16,0-1 0,-40-40 15,40 40-15,-40-40 16,0 40-16,0-40 0,40 40 16,-40-40-16,-1 0 15,1 0-15,40-40 16,0 0 0</inkml:trace>
  <inkml:trace contextRef="#ctx0" brushRef="#br0" timeOffset="-154893.05">8186 9304 0,'40'0'16,"0"0"-1,-40-40-15,40 40 0,40 0 16,-39 0-16,-1 0 0,0-40 0,0 40 15,0 0-15,-40-40 0,40 40 16,0 0-16,-40 40 31</inkml:trace>
  <inkml:trace contextRef="#ctx0" brushRef="#br0" timeOffset="-154673.06">8427 9344 0,'-41'0'0,"82"0"0,-122 40 32,81 0-32,0 0 15,40 0 1,41 41 15,-41-41-15,-40 0-1</inkml:trace>
  <inkml:trace contextRef="#ctx0" brushRef="#br0" timeOffset="-154403.15">8788 9424 0,'-40'0'15,"-1"0"1,41 40 0,-40 0-16,40 0 15,0 1 1,40-41-16,-40 40 16,41 0-1,-41 0 1,-41-40-16,41 40 15,-40-40-15,0 0 16,0 0-16,0 0 0,0 0 16,0-40-1</inkml:trace>
  <inkml:trace contextRef="#ctx0" brushRef="#br0" timeOffset="-153043.23">8627 8702 0,'-40'0'0,"80"0"0,-80 40 15,40 0 17,0-80 30,0 0-46,0 0-16,0 0 15,0 0 1,0 0-16,0 0 16,0 0-16,0 0 15,0-1-15,0 1 0,0 0 0,0 0 16,0 0-16,0 0 16,0 0-16,0 0 0,0 0 0,0-1 15,0 1 1,0 0-16,0 0 0,0 0 15,0 0-15,0 0 16,0 0 0,0 80 140,0 0-125,0 0-15,0 0-16,-80-40 15,80 40-15,-40 0 0,0-40 16,-1 40-16,1-40 16,40 41-16,-40-41 0,0 0 0,80 0 62,0 0-62,-40-41 16,40 1-16,1 0 0,-1 0 15,-40 0-15,40 0 16,-40 0-16,40 40 0,-40-40 0,40 0 16,-40 0-1,40 40-15,-40 40 32,40-40-17,-40 40 1,40 0-16,-40 0 0,41-40 0,-41 40 15,0 0-15,40-40 0,-40 40 0,40-40 16,-40 40-16,40 0 16</inkml:trace>
  <inkml:trace contextRef="#ctx0" brushRef="#br0" timeOffset="-151343.33">9470 8943 0,'0'0'0,"0"-40"31,0 0 79,40 40-110,-40-81 0,0 41 31,0 0-31,0 0 0,0 0 16,0 0-1,0 0 1,40 0 0,-40 0-16,0 0 0,0-1 15,0 1 1,0 0-16,0 0 0,0 0 15,0 0-15,0 0 0,0 0 16,40 40 0,-40-40-16,0-1 31,0 1 16,0 0-16,0 0-31,0 0 31,0 0 1,0 0-17,-40 40 157,40 40-125,-40-40-31,0 40-16,40 0 0,-40-40 15,40 40-15,-40 0 0,40 0 16,-41-40-16,41 41 0,0-82 47,0 1-32,41 0 1,-1 0-16,-40 0 0,0 0 16,40 40-1,-40-40-15,40 40 16,-40-40-16,40 40 31,0 0-15,0 0-1,-40 40-15,40-40 16,-40 40-16,41 0 16,-1-40-16,-40 40 0,40 0 15,0-40 1,-40 40-16</inkml:trace>
  <inkml:trace contextRef="#ctx0" brushRef="#br0" timeOffset="-150223.39">10393 8662 0,'0'40'0,"0"-80"140,0 0-124,0 0-16,0 0 16,0 0-1,0 0-15,40 0 0,-40-1 16,0 1-16,0 0 0,0 0 16,40 40-16,-40-40 0,0 0 0,0 0 0,0 0 15,0 0 1,0-1-16,0 1 0,0 0 15,0 0-15,0 0 16,0 0 0,0 0-16,40 40 15,-40-40-15,0 0 16,0 80 62,0 0 31,-40-40-93,40 40 0,-40-40-16,0 0 0,40 40 0,-40-40 15,40 40-15,-41 0 16,1 0-16,40 0 0,-40-40 16,40 41-1,-40-41-15,40 40 0,0-80 47,0-1-47,0 1 16,40 0-1,-40 0-15,0 0 0,40 40 16,-40-40-16,40 40 16,1 0-16,-41-40 0,40 40 0,0 0 31,0 0-16,0 0 1,-40 40 0,40-40-16,-40 40 0,40-40 15,0 40 1,1-40-16,-41 40 16,40-40-1,-40 40-15</inkml:trace>
  <inkml:trace contextRef="#ctx0" brushRef="#br0" timeOffset="-148793.48">11155 8622 0,'0'0'16,"0"40"-1,40-40 1,-40-40 265,0 0-265,0 0-1,0 0-15,0 0 32,40 40-32,-40-40 0,0-1 15,0 1-15,0 0 16,0 0-16,0 0 0,0 0 15,41 0-15,-41 0 16,0 0 0,0-1 15,0 1-15,0 0 15,0 0 0,0 0 16,0 0-16,40 40-15,-40-40-16,0 0 15,0 80 126,0 0-141,0 0 16,-40-40-16,-1 0 15,41 40-15,0 0 0,-40-40 0,40 40 16,-40-40-16,0 0 16,40 40-16,-40-40 15,40 41 1,40-41 62,-40-41-78,0 1 0,40 40 16,-40-40-16,40 40 15,-40-40-15,40 40 0,-40-40 0,41 0 16,-1 40-16,-40-40 0,40 0 15,0 40 1,0 0 31,-40 40-47,40-40 16,-40 40-16,40 0 15,-40 0 1,40 0-16,-40 0 15,0 0-15</inkml:trace>
  <inkml:trace contextRef="#ctx0" brushRef="#br0" timeOffset="-147543.53">12158 8542 0,'0'40'0,"0"0"31,-40-40-15,40 40 46,0 0-62,0-80 78,0 0-78,0 0 16,40 40-16,-40-40 0,0 0 16,0 0-16,40 0 0,-40-1 15,0 1 1,0 0-16,0 0 0,0 0 16,0 0-1,0 0-15,0 0 16,0 0-16,0-1 15,0 1 1,0 0-16,0 0 0,0 0 31,41 40-15,-41-40 62,0 0-47,0 0-15,40 40-16,-40 40 109,0 0-93,-81 0 0,81 0-16,0 0 0,-80-40 15,80 40 1,-40 0-16,0-40 15,40 41-15,-40-41 0,40-41 63,0 1-47,0 0-1,40 0-15,0 0 0,0 0 16,0 0-16,0 40 0,-40-40 15,41 40 1,-1-40-16,0 40 16,-40 40 15,40-40-15,-40 40-16,0 0 0,40-40 15,-40 40-15,0 0 16,40-40-16,-40 40 0,40 0 15,0 0-15,1 1 16,-1-41 0</inkml:trace>
  <inkml:trace contextRef="#ctx0" brushRef="#br0" timeOffset="-146743.6">24477 7980 0,'0'40'0</inkml:trace>
  <inkml:trace contextRef="#ctx0" brushRef="#br0" timeOffset="-144383.73">4615 9103 0,'0'0'0,"-41"0"156,-39 0-141,40 0 1,0 0-16,0 0 16,0 0 15,0 0-31,-1 0 16,1 0-1,0 0-15,0 0 16,40-40-16,-40 40 0,0-40 31,0 40-15,0 0-1,-1 0 1,1 0 0,0 0-16,0 40 0,0-40 15,0 0 1,0 0-16,0 0 31,-1 0-15,1 0-16,0 0 15,0 40-15,0-40 0,0 0 16,0 0-16,-1 0 0,1 0 0,0 0 16,0 0-1,0 0-15,0 0 16,0 0-1,0 0 1,-1 0 0,1 0-1,0 0-15,0 0 0,0 0 0,0 0 16,0 0-16,0 0 16,-1 0-16,1 0 0,0 0 0,40 40 15,-40-40-15,0 0 0,0 0 16,0 0-1,0 0-15,-1 0 0,1 0 16,0 0 0,0 0-16,0 0 15,0 0 1,0 0-16,0 0 0,-1 0 0,1 0 16,0 41-16,0-41 0,0 0 15,0 0-15,0 0 0,-41 40 0,41-40 0,0 0 16,0 0-16,0 0 0,-40 0 0,40 0 0,-1 0 15,1 0-15,0 0 16,0 0-16,0 0 0,0 0 16,0 0-16,0 0 15,-1 0-15,1 0 0,0 0 16,0 0 0,0 0-1,40 40-15,-40-40 0,0 40 16,0-40-1,40 40-15,-41-40 0,1 0 16,0 40 0,0-40-16,0 0 31,80 0 31,0 0-15,0 0-47</inkml:trace>
  <inkml:trace contextRef="#ctx0" brushRef="#br0" timeOffset="-142843.76">2969 9184 0,'0'-41'188,"-40"41"-157,40-40-15,0 0 15,0 0 109,0 0-140,0 0 16,0 0 0,0 0-16,0 0 15,0-1 1,0 1-16,0 0 0,40 40 16,-40-40-1,0 0-15,0 0 0,0 0 0,0 0 16,0 0-16,0 0 15,0-1 1,0 1-16,0 0 31,0 0-15,0 0 0,0 0 77,0 0-61,-40 40-17,40 40 32,0 0-47,-40-40 16,40 40-16,0 0 15,-40-40-15,40 40 0,-40-40 0,0 40 0,40 1 16,-40-41-16,-1 40 16,1-40-16,0 40 15,40-80 16,40 0-31,-40-1 16,40 41-16,-40-80 16,41 80-16,-41-40 0,40 40 0,-40-40 0,0 0 15,40 40 1,-40-40-16,40 40 0,-40-40 16,40 40-1,-40-40-15,40 40 31,0 40-15,0 0-16,1 0 16,-1-40-1,-40 40-15,40-40 0,-40 40 16,40-40-16,0 40 16,0 0-16,-40 0 15,40-40-15</inkml:trace>
  <inkml:trace contextRef="#ctx0" brushRef="#br0" timeOffset="-142223.8">2448 9785 0,'-40'0'0,"-1"0"0,1 0 31,40 40-31,-40-40 0,80 0 110,0 0-110,-40-40 0,41 40 15,-1 0-15,0-40 16,0 40-16,0 0 0,0-40 0,0 40 0,0 0 16,1-40-16,-1 40 15,0 0-15,-40-40 0</inkml:trace>
  <inkml:trace contextRef="#ctx0" brushRef="#br0" timeOffset="-141983.87">2889 9585 0,'80'-41'46,"-80"1"-46,40 40 16,41 0 0,-81-40-16,40 40 0,0 0 0,0 0 15,0 0 1,0 0 0</inkml:trace>
  <inkml:trace contextRef="#ctx0" brushRef="#br0" timeOffset="-141763.83">3050 9585 0,'-41'40'15,"82"0"48,-41 0-48,0 0-15,0 0 0,0 0 16,0 0-16,0 0 16,0 1-16,0-1 15</inkml:trace>
  <inkml:trace contextRef="#ctx0" brushRef="#br0" timeOffset="-141473.88">3411 9665 0,'-40'0'31,"-1"0"-15,41 40-16,-40-40 15,40 40-15,0 0 0,0 0 31,40-40-15,-40 40 0,41-40-16,-41 40 0,0 1 31,-41-41-31,41 40 16,-40-40-16,0 0 15,0 40-15,0-40 0,0 0 0,0 0 0</inkml:trace>
  <inkml:trace contextRef="#ctx0" brushRef="#br0" timeOffset="-139734.02">1766 9143 0,'-41'41'79,"41"-1"-64,-40 0-15,0 0 16,40 0-16,-40-40 0,40-40 78,0 0-62,40 0-16,-40 0 15,0-1-15,0 1 0,0 0 0,80 0 16,-80 0-16,0 0 0,0 0 15,0 0-15,41 0 0,-41-1 0,0 1 16,0 0 0,0 0-16,40 40 0,-40-40 15,0 0-15,0 0 16,0 0 0,0 0-1,0 0-15,0-1 16,0 1-1,0 0 79,40 40 47,-40-40-141,0 0 31,40 40 0,-40-40 1,0 0-1,-40 40-31,40 40 47,-40 0-32,40 0 1,-40 0-16,-1 0 16,41 0-1,-40-40-15,40 41 0,0-122 78,40 41-78,-40 0 16,41 0-16,-1 0 16,0 0-16,-40 0 15,40 40-15,0 0 31,0 40 1,-40 0-17,40 0 1,0 0-16,-40 0 16</inkml:trace>
  <inkml:trace contextRef="#ctx0" brushRef="#br0" timeOffset="-139004.04">963 9946 0,'0'40'63,"0"-80"46,80 40-78,-80-41-31,40 41 0,1 0 16,-41-40-16,40 40 16,0-40-16,0 0 0,-40 0 15,40 40-15,0-40 16</inkml:trace>
  <inkml:trace contextRef="#ctx0" brushRef="#br0" timeOffset="-138594.01">1404 9665 0,'-80'-40'16,"80"0"-16,0-1 16,40 1-1,0 40 16,1 0-31,39 81 16,-80-41-16,0 40 16,0-40-16,0 40 15,-40-40-15,0 41 16,-1-41 15,1-40-31,40-40 16,0-1 15,40 41-15,1 0-16,39 0 15,-80 41-15,40-41 0,0 40 32,0-40-32,0 40 15</inkml:trace>
  <inkml:trace contextRef="#ctx0" brushRef="#br0" timeOffset="-138214.1">1806 9585 0,'-40'0'0,"80"0"0,-40 0 47,40-41-47,0 41 15,0 0-15,0 0 0,-40-40 16,40 40-16,-40-40 0,40 40 0,1 0 16,-41-40-16,-41 40 47,41 40-47,0 0 0,-40-40 15,0 40-15,0-40 0,40 41 0,-40-41 16,40 40-1,0 0-15,0 0 16,0 0 0,40 0-1,-40 0 1,0 0-16,0 0 16</inkml:trace>
  <inkml:trace contextRef="#ctx0" brushRef="#br0" timeOffset="-137984.12">2087 9705 0,'0'-40'0,"0"80"0,-41-80 32,41 80-17,0 0-15,0 0 16,41 0-1,-41 0-15,40 0 16,-40 1 0,40-41-16,-40 40 0,-40 0 15,-41-40 1,81 40-16,-40-40 0,0 0 0,0 0 16,0 40-16,0-40 15,0 0-15</inkml:trace>
  <inkml:trace contextRef="#ctx0" brushRef="#br0" timeOffset="-137604.07">1164 8823 0,'0'0'0,"-40"40"62,-1-40-30,1 0-32,0 0 15</inkml:trace>
  <inkml:trace contextRef="#ctx0" brushRef="#br0" timeOffset="-137424.08">843 8863 0,'0'0'0,"-40"0"31,-1 0-31,41-40 0,-40 40 0,0 0 16,0 0 15</inkml:trace>
  <inkml:trace contextRef="#ctx0" brushRef="#br0" timeOffset="-137244.15">522 8863 0,'-40'0'0,"-1"0"16,41-40 31,41 40-31</inkml:trace>
  <inkml:trace contextRef="#ctx0" brushRef="#br0" timeOffset="-136804.12">321 8462 0,'40'0'78,"0"0"-62,0 0-1,1 0-15,-1-40 0,0 40 0,0-41 16,0 41-16</inkml:trace>
  <inkml:trace contextRef="#ctx0" brushRef="#br0" timeOffset="-136324.22">883 8221 0,'-40'0'31,"80"0"0,0-40-31,-40 0 16,40 40-16,0 0 16,-40-40-16,0 0 15,-40 40 16,0 0 1,40 40-17,0 0-15,0 0 16,-40-40-16,40 40 0,0 0 16,-40 0-1,40 0 1,-40-40-16,-1-40 31,41 0-31,0 0 16,-40 40-1,40-40-15,40 40 47,1 0-47,-41 40 16,40-40-16,0 0 15</inkml:trace>
  <inkml:trace contextRef="#ctx0" brushRef="#br0" timeOffset="-135194.29">13362 8141 0,'40'0'31,"0"0"0,0 0-31,1 0 16,-1-40-16,0 40 0</inkml:trace>
  <inkml:trace contextRef="#ctx0" brushRef="#br0" timeOffset="-135024.23">13924 8061 0,'-40'0'0,"0"0"15,80 0 32,0-41-31,0 41-16,0 0 0,0 0 0,0-40 15</inkml:trace>
  <inkml:trace contextRef="#ctx0" brushRef="#br0" timeOffset="-134874.31">14365 7980 0,'0'0'31,"40"0"-31,0 0 62,1 0-62,-1 0 16,0 0-16</inkml:trace>
  <inkml:trace contextRef="#ctx0" brushRef="#br0" timeOffset="-134734.31">14847 7900 0,'0'0'0,"-40"0"16,40 40-1,40-40 17,-40-40-32,40 40 0</inkml:trace>
  <inkml:trace contextRef="#ctx0" brushRef="#br0" timeOffset="-134004.29">15890 7619 0,'0'41'31,"0"-1"-15,40-40-1,-40 40-15,40 0 0,0-40 16,-40 40-16,41-40 16,-1 0-16,0 0 0,0 0 0,0 0 15,0 0-15,0-40 0,0 40 0,-40-40 16,41 40-16,-41-40 15,40 40-15,-40-40 0,0-1 16,0 1-16,0 0 16,-40 40-16,40-40 0,-41 40 15,1 0 1,0 0-16,0 0 16,40 40-16,-40-40 0,0 40 0,0 0 15,0 1-15,-1-1 16,1 0-16,0-40 0,40 40 15,-40-40-15,40 40 16,-40-40-16,0 40 0,0 0 0,0-40 16,-1 0-16,41 40 0,-40-40 15,0 0-15,40 40 0,-40-40 16,0 0 0,40-40-1,-40 0-15,40 0 31,0 0-15,80 40-16,-40 0 16,0 0-16,0 0 0,1-40 15,-1 40-15,0 0 0,0 0 16,0 0-16</inkml:trace>
  <inkml:trace contextRef="#ctx0" brushRef="#br0" timeOffset="-130734.54">1645 6857 0,'-40'0'32,"0"0"-17,-40 0 16,80 41-31,0 39 0,0-40 0,-40 0 16,40 0-16,0 0 16,-41-40-16,41 40 0,0 0 0,-40 0 15,40 1-15,0-1 16,0 0-16,0 0 0,40-40 0,-40 40 16,41-40-16,-1 40 0,0-40 15,0 0 1,0 0-16,0 0 0,-40-40 15,40 0 1,-40-40-16,0 40 16,-40-1-1,40 1-15,-80 0 0,80 0 0,-40 0 0,0 0 16,40 0-16,0 0 16,-40 0-16,40 0 0,-41-1 15,1 1-15,40 0 0,0 0 16,0 0-1,0 0-15,0 0 0,0 0 16,40 40-16,-40-40 16,81-1-16,-41 41 31,0 0-15,0 0-16,-40 41 0</inkml:trace>
  <inkml:trace contextRef="#ctx0" brushRef="#br0" timeOffset="-130444.5">1966 7178 0,'-40'0'31,"80"0"-31,-80-40 0,40 0 32,80 0-17,81-40 1,-121 80-16,0 0 16,0-40-16,40 40 15,-39-40 1</inkml:trace>
  <inkml:trace contextRef="#ctx0" brushRef="#br0" timeOffset="-130224.51">2167 7018 0,'-80'40'16,"120"-40"31,-40 40-32,40-40-15,-40 40 0,0 0 16,40 0 0,-40 0-16,0 1 0,0-1 0,0 0 15,0 0 1,0 0-16,0 0 0,0 0 16</inkml:trace>
  <inkml:trace contextRef="#ctx0" brushRef="#br0" timeOffset="-129884.59">2528 7138 0,'-40'0'15,"40"40"16,0 0 1,0 0-17,0 1 1,40-1-16,0-40 16,-40 40-16,0 0 31,40-40-31,-40 40 0,0 0 15,-80-40-15,80 40 16,-40-40-16,0 0 31,0-40-31,40 0 16</inkml:trace>
  <inkml:trace contextRef="#ctx0" brushRef="#br0" timeOffset="-129494.55">2809 6336 0,'0'-40'15,"0"80"-15,-40-80 16,40 80 0,0 0-1,-40-40-15,40 40 0,0 0 0,0 0 16,0 1-16,0-1 15,0 0-15,0 0 0,0 0 16,0 0 0,40-40-16,-40 40 0,0 0 0,40 0 15,-40 1 1,40-41-16,0 0 0,0 0 16</inkml:trace>
  <inkml:trace contextRef="#ctx0" brushRef="#br0" timeOffset="-129244.57">3170 6376 0,'0'-40'16,"0"80"-16,-40-80 16,40 80-1,-40 40 1,40-40-1,0 1-15,-40 79 16,40-80-16,0 0 0,0 0 16,40 0-1,40-40 1,-40 0-16</inkml:trace>
  <inkml:trace contextRef="#ctx0" brushRef="#br0" timeOffset="-129034.66">3050 6737 0,'0'0'16,"-41"0"0,82 0-1,-1-80 1,0 80-16,40-40 15,-80 0-15,120-41 16,-120 41-16</inkml:trace>
  <inkml:trace contextRef="#ctx0" brushRef="#br0" timeOffset="-128844.59">3531 6296 0,'-40'0'16,"40"40"-1,0 0 1,80 0 0,-80 0-1,40 0-15,-40 81 16,0-81-16,0 0 0,-40 80 16,40-39-16,-120-1 0</inkml:trace>
  <inkml:trace contextRef="#ctx0" brushRef="#br0" timeOffset="-126114.75">20866 10306 0,'40'0'250,"0"0"-234</inkml:trace>
  <inkml:trace contextRef="#ctx0" brushRef="#br0" timeOffset="-123315">4454 10587 0,'-40'0'31,"40"-40"0,40 40 16,-40-40-31,-40 40 31,40-40 31,-40 40-47,40-40 16,-40 40 109,40 40-46,0 0-95,-40 0 16,40 0-31,-41-40 0,41 40 16,0 0 0,-40 1-16,40-1 0,0 0 15,0 0-15,0 0 16,0 0-16,0 0 0,0 0 0,0 0 16,0 0-16,0 1 0,0-1 0,0 0 15,0 0-15,0 0 16,0 0-16,0 0 0,0 0 0,40 0 15,-40 1-15,0-1 0,0 0 16,0 0-16,0 0 0,0 0 0,0 0 16,0 0-16,0 0 15,0 0-15,0 1 0,0-1 0,0 0 16,0 0-16,0 0 0,0 0 16,0 0-16,0 0 15,0 0-15,0 1 16,0-1-16,0 0 15,0 0-15,0 0 0,0 0 0,0 0 16,0 0-16,0 0 16,0 0-16,0 1 15,0-1 17,0 0-17,0 0 1,0 0-16,0 0 0,0 0 0,0 0 15,0 0 1</inkml:trace>
  <inkml:trace contextRef="#ctx0" brushRef="#br0" timeOffset="-121615.1">4213 12753 0,'40'0'187,"1"0"-187,-1 0 16,0 0-16,0 0 0,0 0 16,0 0-1,0 0-15,0 0 0,1 0 16,-1 0-1,0 0-15,0 0 0,0 0 0,0 0 16,0 0-16,0 0 0,1 0 16,39 0-16,-40 0 0,0 0 0,40-40 0,-40 40 15,1 0-15,39 0 16,0-40-16,-40 40 0,0 0 0,41 0 0,-41 0 16,40 0-16,-40 0 0,0 0 0,0 0 0,0 0 15,1 0-15,-1 0 16,0 0-16,0 0 0,0 0 15,0 0-15,0 0 16,0 0-16,41 0 0,-41 0 0,40 0 0,-40 0 16,40 0-16,-39 0 0,39 0 15,0 0-15,-40 0 0,40 0 0,-39 0 0,39 0 16,-40 0-16,0 0 0,0 0 0,0 0 0,0 0 16,1 0-16,-1 0 15,0 0-15,0 0 0,40 0 0,-40 0 0,1-40 16,-1 40-16,40 0 0,-40 0 15,40 0-15,-40 0 0,41 0 0,-1-41 0,-40 41 16,40 0-16,-40 0 16,41 0-16,-1 0 0,0 0 0,0 0 0,1 0 15,-1 0-15,0 0 0,0 0 16,1 0-16,-41 0 0,40 0 0,-40 0 0,40 0 16,-39 0-16,-1 0 0,0 0 0,0 0 0,0 0 15,0-40-15,0 40 16,0 0-16,1 0 0,39 0 0,-40 0 0,40 0 15,-40 0-15,81-40 0,-41 40 16,40 0-16,-39 0 0,39 0 0,40 0 0,-39-40 16,-41 40-16,40 0 15,1 0-15,-1 0 0,-39-40 0,-1 40 0,40 0 16,-40 0-16,-39 0 0,39 0 0,-40 0 0,0 0 16,0 0-16,0 0 0,0-40 15,1 40-15,-1 0 0,0 0 0,0-40 16,0 40-16,0 0 15,0 0-15,0 0 0,1 0 0,-1 0 0,0 0 16,40 0-16,-40 0 0,0 0 16,0 0-16,1 0 0,39 0 0,-40 0 0,0 0 15,0 0-15,0-40 16,0 40-16,1 0 0,-1 0 0,0 0 16,0 0-16,0 0 0,0 0 0,0 0 0,0 0 15,1-40-15,-1 40 16,40 0-16,-40 0 0,0 0 0,40 0 0,1 0 15,-41 0-15,40 0 16,0 0-16,-40 0 0,41 0 0,-41 0 0,40 0 16,-40 0-16,0 0 0,0 0 15,1 0-15,-1 0 0,0 0 16,0 0-16,0 0 16,0 0-1,0 0-15,0 0 0,-40 40 16,41-40-16,-1 0 0,0 0 15,0 0-15,0 0 0,0 0 0,0 0 16,0 0-16,1 0 16,-1 0-16,0 0 0,0 0 0,0 0 15,0 40-15,0-40 16,1 0-16,-1 0 0,0 0 0,0 0 0,0 0 16,0 0-16,0 0 0,0 0 0,1 0 0,-1 0 15,0 0-15,0 0 16,0 0-16,0 0 0,0 0 15,-80 0 32,0 0-31,40-40 0,-40 40-16</inkml:trace>
  <inkml:trace contextRef="#ctx0" brushRef="#br0" timeOffset="-121255.12">14526 11951 0,'40'40'62,"0"0"-62,-40 0 16,40-40-16,0 0 15,0 0-15,1 40 0,-1-40 0,-40 40 0,40-40 16,40 0-16,-80 40 0,40-40 0,0 0 0,-40 41 16,40-41-16,1 40 15,-41 0-15,40-40 0,-40 40 16,0 0-1,-40-40-15,40 40 0,-81-40 0,81 40 0,-40-40 16,0 0-16,0 40 16,0 0-16,0-40 0,0 40 0,-1-40 0,1 41 15,0-41-15,0 0 16,0 40-16</inkml:trace>
  <inkml:trace contextRef="#ctx0" brushRef="#br0" timeOffset="-119895.2">19662 11189 0,'-40'0'31,"40"-40"-31,0 0 0,40-1 16,0 41 0,-40-40-16,40 40 15,0-40-15,0 40 0,1 0 0,-1 0 16,0 0-16,0 0 15,0 40-15,0 0 0,0 1 16,-40-1 0,40 0-16,-40 0 0,0 40 0,0-40 0,0 0 15,0 0-15,-40 1 0,40-1 16,-80 0-16,80 40 0,-40-40 0,0 0 0,40 0 16,-40 0-16,0 0 0,-1-40 15,41 41 1,0-122-1,41 41 1,-41 0-16,40 0 0,-40 0 0,80 0 0,-80-40 16,40 40-16,0-1 15,0-39-15,0 40 0,1 0 0,-41-40 0,40 40 16,0 0-16,0-41 0,0 41 0,-40 0 0,40 0 16,0 0-16,0 40 0,-40-40 15,41 40-15,-1 0 0,-40-40 0,40 40 16,-80 0 15,0 0-15,40 40-16,0 0 15,-41-40 1,1 40-16,40 0 0,-40 0 0,40 0 0,-40 0 16,40 1-16,-40-1 0,40 0 0,0 0 15,0 0-15,0 0 0,0 0 16,0 0-16,0 0 0,0 1 0,40-1 15,-40 0 1,40-40-16,-40 40 0,40-40 0,0 40 16,1-40-16,-1 0 15,0 0-15</inkml:trace>
  <inkml:trace contextRef="#ctx0" brushRef="#br0" timeOffset="-119555.21">21026 11389 0,'-40'0'0,"0"0"31,40 40-31,-40-40 0,0 0 16,40 41-16,-40-1 15,40 0 1,-41 0-16,41 0 15,0 0 1,0 0-16,41-40 0,-41 40 16,40-40-1,-40 40-15,40-40 0,-40 40 16,0 1 0,-80-41-16,80 40 15,-41-40-15,1 40 0,0-40 0,0 0 16,0 0-1,0 0-15,0 0 0,0-40 16</inkml:trace>
  <inkml:trace contextRef="#ctx0" brushRef="#br0" timeOffset="-119185.22">21347 10627 0,'-40'0'47,"40"40"-32,0 1 1,0 39 0,-40-40-16,40 0 0,0 40 15,0-40-15,0 40 16,0-39-16,0-1 0,0 0 0,0 0 0,40 0 16,-40 0-16,0 0 0,40 0 15,0 0 1,-40 1-16,40-41 0,1 0 0,-1 0 15,0 0 1</inkml:trace>
  <inkml:trace contextRef="#ctx0" brushRef="#br0" timeOffset="-118925.18">21909 10627 0,'-80'0'15,"160"0"-15,-160 40 32,80 1-17,0 119 1,0 0 0,40 1 15,40-81-16,-40-80 1</inkml:trace>
  <inkml:trace contextRef="#ctx0" brushRef="#br0" timeOffset="-118705.19">21708 11068 0,'-40'0'16,"80"0"-16,0-40 16,1 0 15,119 0-15,-80-40-1,-39 40-15</inkml:trace>
  <inkml:trace contextRef="#ctx0" brushRef="#br0" timeOffset="-118465.25">22190 10587 0,'0'0'0,"-40"0"31,80 0-15,0 0-1,0 0-15,0 0 0,0 0 0,1 40 16,-1 41 0,-40-41-16,40 0 0,-40 0 0,0 0 0,0 0 15,40 0-15,-40 0 16,0 0-16,0 41 0,0-41 0,0 0 0,-80 0 16,80 0-16,-40 0 0,-1 0 0,1 0 15,0-40-15,0 40 16</inkml:trace>
  <inkml:trace contextRef="#ctx0" brushRef="#br0" timeOffset="-118185.28">22992 10708 0,'0'0'16,"41"0"15,-41-41-15,80 41-16,0-40 16,121 0-1,-41-40 1,-80 80-1</inkml:trace>
  <inkml:trace contextRef="#ctx0" brushRef="#br0" timeOffset="-118005.24">23313 11149 0,'-40'40'15,"121"-80"17,-41 0-32,0 40 0,0 0 0,-40-41 15,40 41-15,0 0 16,0-40-16</inkml:trace>
  <inkml:trace contextRef="#ctx0" brushRef="#br0" timeOffset="-117405.27">24116 10266 0,'0'0'16,"0"-40"-16,0 0 16,40 0-1,201 40 16,-81 80-15,-120 121 0,-120-41 15,40 1-15,-80-41-1,80-120 1,80-80 15,160-41-15,-79-39-1,-1 40 1,-120-1 15,40 41-15,-40 40-1,-40 80 17,-40 40-17,0 81 1,80-1 0,-41-39 15,41-81-31,81 0 15,-1 0 1,40-40 0</inkml:trace>
  <inkml:trace contextRef="#ctx0" brushRef="#br0" timeOffset="-116925.3">25280 9946 0,'0'0'16,"80"0"15,-80 40-15,0 0 93,-40 0-109,40 0 16,0 0-16,0 0 0,0 0 15,0 0-15,0 0 16,0 1-16,0-1 0,0 0 0,0 0 16,0 0-16,40-40 0,-40 40 0,40 0 0,-40 0 15,0 0-15,40 1 16,-40-1-16,40 0 0,0-40 31,1 0-31</inkml:trace>
  <inkml:trace contextRef="#ctx0" brushRef="#br0" timeOffset="-116645.32">25962 9986 0,'-40'0'16,"80"0"-16,-120 0 0,39 0 16,1 40-1,40 40 1,0 80 0,81 41-1,-41-1 1,40-119 15,-40-81-15</inkml:trace>
  <inkml:trace contextRef="#ctx0" brushRef="#br0" timeOffset="-116465.33">25721 10507 0,'-40'0'0,"80"0"0,-80-40 32,120 0-17,121-40 1,-1 39 0,-159 1-1</inkml:trace>
  <inkml:trace contextRef="#ctx0" brushRef="#br0" timeOffset="-116225.34">26524 9946 0,'0'0'16,"0"40"15,0 0-31,40 40 31,80 80-15,-120 41 0,-160-41 15,79-79-31,1-41 16</inkml:trace>
  <inkml:trace contextRef="#ctx0" brushRef="#br0" timeOffset="-115745.37">27767 10146 0,'0'0'0,"-40"0"0,0 0 16,0 0-16,0 0 16,-80 40-1,-1 40 1,81 121 0,80-81 15,81-80-16,39-40 1,-80-120 15,-80-40-15,-120-81 0,0 0-1,79 81 16,82 80-15,39-1 0,80 81 15,-79 41-31</inkml:trace>
  <inkml:trace contextRef="#ctx0" brushRef="#br0" timeOffset="-115505.39">28088 10347 0,'-40'0'31,"80"-41"-31,41 1 16,119 0-1,1 0 17,-81 0-17,-80 40 1</inkml:trace>
  <inkml:trace contextRef="#ctx0" brushRef="#br0" timeOffset="-115275.42">28409 10306 0,'-80'41'0,"160"-82"0,-200 122 16,120-41-1,40-40 1,-40 80 0,80-40-1,-80 40-15,81 41 31,-81 39-15,-81-80 0</inkml:trace>
  <inkml:trace contextRef="#ctx0" brushRef="#br0" timeOffset="-114985.49">28851 10627 0,'-80'0'16,"39"0"-16,1 0 15,40 40 1,0 1 15,81 79-15,-1-40-1,-80 0 17,-201-40-17,41-80 1,120 0-16</inkml:trace>
  <inkml:trace contextRef="#ctx0" brushRef="#br0" timeOffset="-114625.44">29413 9544 0,'-40'0'16,"40"41"0,-41-41-16,1 40 31,40 40-31,-40 0 16,40 121-1,0 39 1,40-160-1,41 81 1,-1-121 15,-40-40-31,0-40 0</inkml:trace>
  <inkml:trace contextRef="#ctx0" brushRef="#br0" timeOffset="-114395.45">29934 9665 0,'0'0'0,"-40"0"0,0 0 16,0 0-1,40 40 1,0 160 0,0 1 15,40-1-16,0-159-15,0-1 16,0-40 0,1 0-16</inkml:trace>
  <inkml:trace contextRef="#ctx0" brushRef="#br0" timeOffset="-114225.46">29774 10066 0,'0'0'32,"40"0"-17,0 0-15,80-40 16,81-81 0,-161 121-16</inkml:trace>
  <inkml:trace contextRef="#ctx0" brushRef="#br0" timeOffset="-114045.47">30697 9585 0,'0'80'15,"0"-160"-15,0 200 16,0-80-16,0 0 0,40 121 31,-40-41-31,-40 40 31,-81-80-31,81-39 0</inkml:trace>
  <inkml:trace contextRef="#ctx0" brushRef="#br0" timeOffset="-100386.36">4173 12633 0,'-40'0'0,"40"40"62,80-40 63,-40 0-78,1 0-16,-41 80 16,-41-80-31,82 0 78,-1 0-79,-40 40 16,0 0-15,-40-40 15,40-40-15,0 0 0,40 0-16,-40 0 0,40 40 31,-40-40-31,0 80 31,0 0-31,0 0 16,0 0-16,-40-40 0,0 0 31,40-40 0,0 0-31,40 0 31,0 40-31,-40 40 47,0 0-47,-40-40 32,40-40-1,0 0-16,0 0-15,40-1 16,0 41 0</inkml:trace>
  <inkml:trace contextRef="#ctx0" brushRef="#br0" timeOffset="-98696.38">4534 9103 0,'40'0'16</inkml:trace>
  <inkml:trace contextRef="#ctx0" brushRef="#br0" timeOffset="-98226.41">5497 9103 0,'40'0'16,"-40"-40"-1</inkml:trace>
  <inkml:trace contextRef="#ctx0" brushRef="#br0" timeOffset="-86087.21">5297 12552 0,'0'0'0,"0"40"0,-40-40 0,40 41 31,0-1-15,0 0 124,0 0-140,0-80 110,0 0-95,0 0 1,0-1 15,40 1-31,-40 0 16,0 0-1,0 0-15,0 0 16,0 0-16,0 0 16,0 0-1,0 0 1,0-1 0,0 1-16,0 0 15,0 0 1,0 0-1,0 0 17,0 0-1,40 0-15,-40 0-1,0-1 16,0 1 16,0 0-15,0 0 46,0 80 94,0 0-157,-40-40-15,40 40 16,0 1-16,-40-41 0,40 40 0,0 0 15,-41-40-15,41 40 16,-40-40-16,40-40 47,0 0-31,0 0-1,0-1 1,0 1-1,0 0 1,40 0-16,1 40 16,-41-40-1,40 40-15,0-40 16,0 40 0,0 0 15,-40 40-31,0 0 31,40-40-31,-40 40 16,40-40-16,-40 40 0,0 0 15,40-40 1,1 41-16,-41-1 0,40-40 16,0 40-1,0-40-15,0 40 16,0-40-16</inkml:trace>
  <inkml:trace contextRef="#ctx0" brushRef="#br0" timeOffset="-84097.32">6460 12953 0,'0'-40'656,"40"0"-547</inkml:trace>
  <inkml:trace contextRef="#ctx0" brushRef="#br0" timeOffset="-83367.37">6541 12753 0,'0'-40'187,"0"0"-155,0 80-1,0 0 0,0-80 47,40 40-47,-40 40-15,0 0 15,-40-40-31,40 40 0,0-80 32,0 0-17,0 0 1,40 40-16,-40-40 0,0 0 0,40 40 31,-40 40-15,0 0-16,0 0 15,0 0 1,-40-40-16,40 40 0</inkml:trace>
  <inkml:trace contextRef="#ctx0" brushRef="#br0" timeOffset="-81807.44">7504 12552 0,'-40'0'125,"40"-40"-16,-41 40-109,41 40 235,0 0-235,0 1 15,0-1 17,-40-40-32,40 40 0,0 0 31,0 0-31,0 0 0,0 0 16,0 0-16,0 0 15,0 1 16,0-1-31,0 0 16,0 0 0,0 0-16,0 0 15,0 0 17,0 0-17,-40-40 1,40 40-1,0 0 1,0 1 0,0-1-1,0 0 1,-40-40-16,40 40 16,0 0 15,0 0 0,0 0-15,0 0-1,0 0 17,0 1-17,0-1 1,0 0 62,0 0-47</inkml:trace>
  <inkml:trace contextRef="#ctx0" brushRef="#br0" timeOffset="-81377.41">7142 13675 0,'0'0'16,"0"40"62,41-40-62,-41 41-1,0-1-15,40 0 0,-40 0 16,0 0 0,40-40 31,-40-40-47,40 0 15,-40 0 1,40 40-16,0-40 0,-40-1 15,40 41-15,-40-40 0,41 40 16,-41-40 0,40 40-1,0-40 1,-40 0-16</inkml:trace>
  <inkml:trace contextRef="#ctx0" brushRef="#br0" timeOffset="-80077.49">8186 12592 0,'-40'0'47,"40"41"47,-40-41-16,80 0-47,0 0 1,-120 0 171,80-41-125,80 41-78,-80 41 31,0-1 0,-40-40-15,40-40 0,-40 40 140,40-41-156,0 1 16,40 40-1</inkml:trace>
  <inkml:trace contextRef="#ctx0" brushRef="#br0" timeOffset="-77157.66">8948 12432 0,'0'40'47,"-40"-40"109,80 0 63,-80 0 62,40 40-46,0-80-188,0 0-16,0 0-31,0 0 16,0 0-1,0 0-15,0 0 16,0-1-1,0 1 1,0 0 0,0 0 15,0 0-15,0 0-1,0 0 1,40 40-1,-40-40 64,0 0-64,0-1 16,0 1-31,0 0 16,0 0-16,0 0 16,0 0 77,0 0-61,-40 40 108,40 40-140,0 0 0,-40-40 16,40 40-16,-40 0 16,0-40-1,40 40 1,-40-40-16,40 40 15,-41-40 1,41-40 31,41 0-31,-41 0-1,40 40-15,-40-40 0,0 0 16,40 40-16,0-40 15,0 0-15,0 40 16,-40-40 0,0 80 46,40-40-46,0 40-16,1 0 15,-1 0 1,0 0 0,-40 0-16</inkml:trace>
  <inkml:trace contextRef="#ctx0" brushRef="#br0" timeOffset="-76047.78">10032 12552 0,'0'-40'78,"-41"40"47,82 0 0,-41 40-109,-41-40 15,41-40 0,0 80 1,0 0-17,41-40 1,-41 41-16,0-1 15,-81-40-15,41 0 32,40-40-17,0-1 1,0 1-16,0 80 62,0 1-46</inkml:trace>
  <inkml:trace contextRef="#ctx0" brushRef="#br0" timeOffset="-75027.86">9951 12633 0,'0'40'141,"0"0"-141,0 0 0,0 0 15,0 0 1,0 0-16,0 0 0,0 0 16,0 1-16,0-1 15,0 0-15,0 0 0,0 0 16,0 0-1,0 0-15,0 0 16,0 0-16,0 0 0,0 1 16,0-1-1,0 0-15,0 0 32,0 0-32,0 0 15,0 0 1,0 0-1,0 0 32,0 1 16,0-82-32,0 1-15</inkml:trace>
  <inkml:trace contextRef="#ctx0" brushRef="#br0" timeOffset="-74647.81">9831 13555 0,'-40'0'15,"0"0"1,40-40-16,0 80 47,0 0-32,0 0-15,0 0 16,80 0 0,-40-40-1,-40 41 1,40-41 31,-40-41-47,40 41 0,-40-40 0,40 40 15,1-40-15,-1 0 0,0 40 16,-40-40-16,40 0 16,0 40-16,-40-40 15,40 40-15</inkml:trace>
  <inkml:trace contextRef="#ctx0" brushRef="#br0" timeOffset="-73447.88">4213 12592 0,'0'41'15,"-40"-41"1,40 40-16,-40-40 0</inkml:trace>
  <inkml:trace contextRef="#ctx0" brushRef="#br0" timeOffset="-73277.89">4253 12592 0,'0'-40'31,"0"0"-15,0 0-16,41 0 16,-41 0-1,40 40-15</inkml:trace>
  <inkml:trace contextRef="#ctx0" brushRef="#br0" timeOffset="-73127.9">4494 12312 0,'0'-40'0,"0"80"0,40-80 0,-40 0 16,40 40 0,-40-41-16,81 1 31,-81 0-31</inkml:trace>
  <inkml:trace contextRef="#ctx0" brushRef="#br0" timeOffset="-72817.99">5016 11670 0,'40'0'16,"0"0"-1</inkml:trace>
  <inkml:trace contextRef="#ctx0" brushRef="#br0" timeOffset="-72417.94">5658 11630 0,'0'40'0</inkml:trace>
  <inkml:trace contextRef="#ctx0" brushRef="#br0" timeOffset="-72077.96">5818 11871 0,'40'0'16</inkml:trace>
  <inkml:trace contextRef="#ctx0" brushRef="#br0" timeOffset="-71908.05">6019 11991 0,'40'0'16</inkml:trace>
  <inkml:trace contextRef="#ctx0" brushRef="#br0" timeOffset="-71688.05">6220 12111 0,'40'0'31,"-40"40"32,0 0-48</inkml:trace>
  <inkml:trace contextRef="#ctx0" brushRef="#br0" timeOffset="-71528">6260 12232 0,'80'0'31,"-160"0"-31,200 0 47,-120 40-47,40 0 15,-40 0 1,0 0-16,40-40 16</inkml:trace>
  <inkml:trace contextRef="#ctx0" brushRef="#br0" timeOffset="-71318.01">6460 12432 0,'40'40'46,"-40"0"-30,41-40 31,-41 40-47,0 0 16,40-40-16,-40 41 15,0-1 1,0 0-1</inkml:trace>
  <inkml:trace contextRef="#ctx0" brushRef="#br0" timeOffset="-71178.02">6581 12913 0,'0'40'15</inkml:trace>
  <inkml:trace contextRef="#ctx0" brushRef="#br0" timeOffset="-70758.04">6741 13314 0,'0'0'0,"0"40"32,40-40-32,0 41 0,1-41 15,-1 0 1,0 0-1,0 40 1,-40 0 0,40-40-1,-40 40-15,0 0 16,0 0 15,0 0-15,0 0 15,0 0 16</inkml:trace>
  <inkml:trace contextRef="#ctx0" brushRef="#br0" timeOffset="-70188.11">6982 13836 0,'0'40'32,"0"-80"-32,0 120 0,0-40 47,0 0-32,0 0 63,40-40-78,0 0 16,0 0 0,0 0 62,1 0-47,-1 0 47,0 0-47,0 0 32,0 0-48,0 0-15</inkml:trace>
  <inkml:trace contextRef="#ctx0" brushRef="#br0" timeOffset="-70098.14">7423 13996 0,'0'0'31,"0"-80"0</inkml:trace>
  <inkml:trace contextRef="#ctx0" brushRef="#br0" timeOffset="-69368.12">7865 12673 0,'0'-40'31,"40"40"-15,-40-41-16,0 1 0,40 40 15,-40-40 1,0 0-16</inkml:trace>
  <inkml:trace contextRef="#ctx0" brushRef="#br0" timeOffset="-69148.14">7945 12392 0,'0'-40'31,"0"80"-31,80-80 0,-80 0 0,0 0 32</inkml:trace>
  <inkml:trace contextRef="#ctx0" brushRef="#br0" timeOffset="-69018.15">8186 12151 0,'0'0'31,"0"-40"-15,0 0-1</inkml:trace>
  <inkml:trace contextRef="#ctx0" brushRef="#br0" timeOffset="-68828.2">8346 11991 0,'0'0'16,"0"-40"0,0 0 15,40 40 0,-40-40-31,41 40 0,-1 0 16,-40-41-16</inkml:trace>
  <inkml:trace contextRef="#ctx0" brushRef="#br0" timeOffset="-68428.18">8547 11790 0,'40'-40'31,"-40"0"-15,40 0-1,0 40 1,-40-40 0,40 40-1,1 0 17,-1 0-1,0 0-16,-40-40 1,40 40-16,0 0 16,-40-40-1,40 40-15,0 0 32,0 0-1,1 0-16,-1 0 1</inkml:trace>
  <inkml:trace contextRef="#ctx0" brushRef="#br0" timeOffset="-68338.26">9149 11550 0,'40'0'0,"-80"0"0</inkml:trace>
  <inkml:trace contextRef="#ctx0" brushRef="#br0" timeOffset="-67978.21">9510 11871 0,'40'0'16</inkml:trace>
  <inkml:trace contextRef="#ctx0" brushRef="#br0" timeOffset="-67788.29">9711 11951 0,'0'0'0,"80"80"47,-80-40-47,0 0 47,0 0-32,0 0 1,-40-40-16</inkml:trace>
  <inkml:trace contextRef="#ctx0" brushRef="#br0" timeOffset="-66668.36">9711 12071 0,'0'40'16,"0"0"-1,-41-40 1,41 40-16,0 1 15,0-1 1</inkml:trace>
  <inkml:trace contextRef="#ctx0" brushRef="#br0" timeOffset="-66168.32">9791 12272 0,'0'40'0,"-40"-40"16,40 40-1</inkml:trace>
  <inkml:trace contextRef="#ctx0" brushRef="#br0" timeOffset="-65998.33">9751 12352 0,'-40'0'0,"-1"0"32</inkml:trace>
  <inkml:trace contextRef="#ctx0" brushRef="#br0" timeOffset="-65688.4">9751 12232 0,'80'0'47,"-80"40"-32</inkml:trace>
  <inkml:trace contextRef="#ctx0" brushRef="#br0" timeOffset="-65498.35">9831 12352 0,'0'0'31,"0"40"-15,0 0 15,0 0 16</inkml:trace>
  <inkml:trace contextRef="#ctx0" brushRef="#br0" timeOffset="-65288.37">9871 12432 0,'40'0'47,"-40"40"0</inkml:trace>
  <inkml:trace contextRef="#ctx0" brushRef="#br0" timeOffset="-65128.38">9911 12472 0,'-40'0'16,"0"0"-16</inkml:trace>
  <inkml:trace contextRef="#ctx0" brushRef="#br0" timeOffset="-64958.39">9791 12633 0,'0'40'32,"0"0"-1,0 0-31</inkml:trace>
  <inkml:trace contextRef="#ctx0" brushRef="#br0" timeOffset="-64768.4">9871 13074 0,'-40'0'16,"80"0"-16,-80 40 0,40 0 31,0 0-15,40-40-16,-40 40 15</inkml:trace>
  <inkml:trace contextRef="#ctx0" brushRef="#br0" timeOffset="-64598.48">9871 13555 0,'0'40'16,"0"-80"-16,80 80 31,-80 0-31,40-40 16,1 0 15,-1 0-31</inkml:trace>
  <inkml:trace contextRef="#ctx0" brushRef="#br0" timeOffset="-64178.43">10152 13756 0,'0'40'47,"0"0"-47,40-40 16,-40 40 62,40-40-78,-40 40 15,40-40-15,0 0 16,1 0-16,39 0 78,-40 0-78,-40 40 47,40-40-31,0 0 15,0 0-31,0 0 0,1 0 0,-1-40 15,0 40-15,0 0 0,-40-40 16,40 40-16</inkml:trace>
  <inkml:trace contextRef="#ctx0" brushRef="#br0" timeOffset="-64058.52">10874 13876 0,'0'0'32,"40"-80"-1,41 80-16</inkml:trace>
  <inkml:trace contextRef="#ctx0" brushRef="#br0" timeOffset="-63938.52">11115 13715 0,'0'0'31,"0"-40"-31</inkml:trace>
  <inkml:trace contextRef="#ctx0" brushRef="#br0" timeOffset="-63688.53">11356 13314 0,'0'-40'0,"40"40"15,-40-40-15,0-40 32,40 40-32,-40 0 0,40 0 15,-40 0-15,40-1 16,-40 1-16,0 0 15</inkml:trace>
  <inkml:trace contextRef="#ctx0" brushRef="#br0" timeOffset="-63508.55">11637 12633 0,'0'-41'31,"-40"122"-31,80-121 0,-40-41 16,40 81-16,-40-40 0,40 0 31,-40-40-15,40 40-1,-40 0-15</inkml:trace>
  <inkml:trace contextRef="#ctx0" brushRef="#br0" timeOffset="-63388.51">11797 12272 0,'0'-40'47,"0"-1"-16</inkml:trace>
  <inkml:trace contextRef="#ctx0" brushRef="#br0" timeOffset="-54559.08">5497 9224 0,'0'40'31,"-40"0"-15,0-40-16,40 40 15,-40-40-15,40 40 0,0 0 16,-40-40-16</inkml:trace>
  <inkml:trace contextRef="#ctx0" brushRef="#br0" timeOffset="-53219.12">16091 13274 0,'0'0'0,"-40"0"31,40-40 110,0 0-110,40 40-31,0-40 16,0 40-16,0 0 0,0 0 15,0 0-15,0-40 0,1 40 16,39 0-16,-40 0 0,0-40 0,0 40 0,40 0 16,-39 0-16,-1 0 15,0-40-15,0 40 0,0 0 0,0 0 0,0 0 16,0-40-16,1 40 0,-1 0 16,0 0-16,-40-41 0</inkml:trace>
  <inkml:trace contextRef="#ctx0" brushRef="#br0" timeOffset="-52919.16">16693 13154 0,'-41'0'16,"41"40"31,0 0-32,0 0-15,0 0 0,-40-40 0,40 81 16,0-41-16,0 0 16,0 0-16,-40-40 0,40 40 0,0 0 0,0 0 15,0 0-15,-40 0 0,40 1 0,0-1 16,0 0-16,0 0 15,0 0 1</inkml:trace>
  <inkml:trace contextRef="#ctx0" brushRef="#br0" timeOffset="-52559.19">17094 13595 0,'0'0'16,"0"-40"-1,-40 40 17,40 40-17,-40 0-15,-1-40 0,41 80 16,-40-80-16,40 41 15,-40-1-15,40 0 0,0 0 16,0 0 0,0 0-16,40-40 15,-40 40 1,40-40-16,-40 40 0,0 0 16,0 0-1,-40-40-15,40 41 0,-80-41 0,80 40 16,-40-40-16,0 0 0,0 40 0,0-40 0,-1 0 15,1 0-15,0 0 16,0 0-16,0 0 0</inkml:trace>
  <inkml:trace contextRef="#ctx0" brushRef="#br0" timeOffset="-51339.27">4294 11229 0,'0'-40'15,"-41"40"32,1 0-31,40 40-16,-40 40 31,0-80-31,40 40 0,-40 0 16,40 0-16,-40-40 0,40 41 15,-40-41-15,0 0 0,40 40 0,-41-40 0,41 40 16,-40-40-16,0 40 0,40 0 15,0-80 17,40 0-17,-40 0-15,40 40 0,-40-40 0,41 40 16,-41-41-16,40 41 16,-40-40-16,40 40 0,0-40 0,-40 0 15,40 40-15,0-40 16,0 40-1,-40-40-15,40 40 0,1 0 16,-1 0 0,0 0-16,-40 40 15,40-40-15,-40 40 16,40 0-16,0-40 0,-40 40 0,40 0 16,0-40-16,1 41 15,-41-1 1,40-40-16</inkml:trace>
  <inkml:trace contextRef="#ctx0" brushRef="#br0" timeOffset="-50399.33">522 12151 0,'0'0'16,"0"-40"-16,0 0 15,-40 40 1,40-40 15,80 40-15,80 40-1,-79 121 17,-81-1-17,-41-40 1,1-120-1,40-80 1,0 0 0,81-201-1,119 40 1,-120 81 15,-39 120-15,-82 40 31,41 40-32,-40-40-15,40 40 0,0 0 0,-40 0 0,0 0 16,40 1 0,0-1-16,0 0 0,0 0 15,0 0-15,0 0 0,40-40 16,-40 40-16,40-40 0,0 40 15,1-40-15,-1 40 0,0-40 16,0 0 0,0 0-16,0 0 15</inkml:trace>
  <inkml:trace contextRef="#ctx0" brushRef="#br0" timeOffset="-50119.34">1525 11951 0,'-40'-40'31,"40"80"-15,0 40-1,-40-80-15,40 40 16,0 0-16,0 0 16,0 0-16,0 1 0,40-1 15,-40 0-15,0 0 31,40-40-31,-40 40 0,0 0 32,-40 0-17,0-40 1,-1 0-16,41 40 0,-80-40 0,40 0 16</inkml:trace>
  <inkml:trace contextRef="#ctx0" brushRef="#br0" timeOffset="-49799.34">1766 11470 0,'-41'0'16,"41"40"0,0 0-16,-80-40 0,80 40 15,0 0-15,0 0 16,0 0-16,0 0 0,0 0 0,0 0 16,0 1-16,0-1 0,0 0 0,80 0 15,-39 0 1,-41 0-16,40-40 15,0 0-15,0 0 0,0 0 16,0-40-16,0 40 0</inkml:trace>
  <inkml:trace contextRef="#ctx0" brushRef="#br0" timeOffset="-49569.3">2247 11349 0,'-40'0'0,"80"0"0,-80 40 0,0 0 32,40 41-17,0 39 1,80 0 0,-40 1 15,0-121-31</inkml:trace>
  <inkml:trace contextRef="#ctx0" brushRef="#br0" timeOffset="-49369.31">2127 11750 0,'0'0'0,"0"-40"31,40-40-15,160-80 0,-79 79 15,-81 41-31</inkml:trace>
  <inkml:trace contextRef="#ctx0" brushRef="#br0" timeOffset="-49149.33">2568 11229 0,'80'0'31,"-160"0"-31,200 0 16,-79 40 0,-1 0-1,80 161 1,-120 39-1,-120 41 17,39-161-32</inkml:trace>
  <inkml:trace contextRef="#ctx0" brushRef="#br0" timeOffset="-45739.6">16091 9825 0,'40'0'0,"-80"0"94,0 40-79,40 0 1,-41-40-16,41 41 16,-40-1-16,40 0 15,-40 0-15,40 0 16,0 0-16,0 0 0,0 0 0,0 0 16,0 0-16,0 1 0,40-1 0,-40 0 15,40 0-15,-40 0 16,41 0-16,-41 0 0,0 0 15,0 0-15,0 1 16,0-1-16,0 0 0,-41 0 16,41 0-16,-40-40 15,40 40-15,0 0 0,-40-40 0,40 40 16,-40-40 0,40-40-16</inkml:trace>
  <inkml:trace contextRef="#ctx0" brushRef="#br0" timeOffset="-45499.54">15730 10708 0,'0'-41'0,"0"82"0,40-82 31,0 1-31,0 0 15,80 0 1,1 0 15,-81 0-31</inkml:trace>
  <inkml:trace contextRef="#ctx0" brushRef="#br0" timeOffset="-45129.56">16331 10467 0,'0'40'47,"-40"-40"-31,40 40-16,-40-40 0,40 40 15,-40 0-15,40 0 16,0 1-16,0-1 31,0 0-31,40 0 0,0 0 16,-40 0 0,0 0-16,40-40 0,-40 40 15,0 0 1,-40-40-1,40 40-15,-40-40 0,40 41 0,-40-41 16,0 0-16,0 0 16,0 40-16,0-40 0,-1 0 0,1 0 15,0-40 1,0-41-16</inkml:trace>
  <inkml:trace contextRef="#ctx0" brushRef="#br0" timeOffset="-43659.65">16773 9946 0,'-40'-41'31,"80"41"47,0 0-78,40 41 0,-40-41 16,0 0-16,41 0 0,-41 0 15,40 0-15,-40 0 0,0 0 0,0 0 0,41 40 16,-41-40-16,0 0 16,0 0-16,0 0 0,-40 40 0,40-40 15,-40 40 1,-40-40 31,0 40-16,0-40-31,40 40 0,-40-40 0,0 40 16,0-40-16,40 40 15,-41-40-15,1 40 0,0-40 0,0 40 0,40 1 16,-40-41-16,0 40 0,0 0 16,0 0-16,-1 0 0,1-40 15,40 40-15,-40-40 31,80 0 1,0 0-32</inkml:trace>
  <inkml:trace contextRef="#ctx0" brushRef="#br0" timeOffset="-43379.67">17736 10347 0,'0'0'0,"-40"0"31,-41 40-15,1 40 0,40-40-1,-40 80 1,40-80-16,0 1 15,-1-1 1,-39 40 0,40-40 15</inkml:trace>
  <inkml:trace contextRef="#ctx0" brushRef="#br0" timeOffset="-42789.78">17856 9825 0,'0'-40'16,"40"40"-16,-40-40 15,40 40-15,1 0 16,-1 0-16,0 0 0,0 0 15,0 40 1,0-40-16,-40 40 0,40 0 16,-40 0-16,0 1 15,0-1-15,-80 0 0,80 0 16,-40 0-16,0 0 16,40 0-16,-40-40 15,0 0-15,40-40 63,40 40-48,0 0 1,0 0 0,0 0-16,0 40 0,0-40 15,1 40 1,-1 0-16,-40 0 15,40 1 1,-40-1 0</inkml:trace>
  <inkml:trace contextRef="#ctx0" brushRef="#br0" timeOffset="-42399.73">18819 9585 0,'0'0'0,"-40"0"0,-40 0 31,40 40-31,0-40 15,0 120 1,40 0 15,0-39-15,80 39 0,-40-40-1,0 40 1,-40-80-16,-80 41 15,80-41 1,-40-40 0,0 0-1</inkml:trace>
  <inkml:trace contextRef="#ctx0" brushRef="#br0" timeOffset="-42179.74">18538 10186 0,'0'0'0,"-40"0"0,40-40 16,0 0 0,81 40-16,-41-40 15,80 0 1,-80 40-1,0 0 1</inkml:trace>
  <inkml:trace contextRef="#ctx0" brushRef="#br0" timeOffset="-41339.86">19060 10106 0,'0'-40'0,"40"40"16,-40 40 30,40-40-14,-40 40-32,40-40 0,-40 40 15,0 0-15,0 0 16,0 0 0,0 1-1,0-82 32,0 1-47,0 0 16,0 0-1,41 40-15,-1-40 0,0 40 16,-40-40 0,40 40-16,0 0 0,0 0 15,0 40 1,-40 0-1,0 0 1,-40-40-16,40 40 0,0 0 16,0-80 15,0 0-15,40 40-16,-40-40 0,40 0 15,1 0-15,-41 0 16,40 40-1,0 0 1,-40 40 0,40-40-16,-40 40 15,40-40-15,-40 40 16,0 0-16,40-40 16,-40 40-16,40-40 15,-40 40-15,40-40 0,1 0 16,-41-40-1,40 40-15,0-40 16,0 40 0,-40-40-1,-40 40 17,0 0-32,0 0 31</inkml:trace>
  <inkml:trace contextRef="#ctx0" brushRef="#br0" timeOffset="-38109.98">18418 13074 0,'0'40'63,"0"-80"-32,-40 40 141,40 40-110,-40-40-62,40 40 0,-80 0 0,39-40 0,41 40 16,-40 0-16,0 0 16,0-40-16,0 40 0,0 1 0,0-41 0,40 40 15,-41 0-15,1-40 0,0 40 16,0 0-16,0 0 0,0-40 0,40 40 16,-40-40-16,40 40 0,0-80 93,40 40-93,0 0 16,40 0-16,-40 0 16,0 0-16,1 0 0,-1 0 15,0 0-15,0 0 0,0 0 0,0 0 0,0 40 16,1-40-1,-1 0-15,0 0 0,0 0 0,0 0 16,0 0-16,0 0 16,0 0-16</inkml:trace>
  <inkml:trace contextRef="#ctx0" brushRef="#br0" timeOffset="-37620.01">17856 14036 0,'-80'40'16,"40"-40"0,40 40-16,40-40 78,0 0-78,0 0 15,0 0-15,0 0 16,1 0-16,-1 0 0,0 0 0,0 0 0,0 0 16,0 0-16,0 0 15,1 0-15,-1 0 0,0 0 16,0 0-16,0 0 0,0 0 31,-40 41 47,-40-41-62,40-41 0</inkml:trace>
  <inkml:trace contextRef="#ctx0" brushRef="#br0" timeOffset="-37080.04">19742 12673 0,'0'-40'0,"-40"40"16,0 0 0,40 40 30,0 0-30,0 0-16,0 0 16,0 0-16,0 0 0,0 0 0,0 0 15,0 1-15,0-1 16,0 0-16,0 40 0,0-40 0,0 0 0,0 0 16,0 0-16,0 0 0,0 1 0,0-1 15,0 0-15,0 0 16,40-40-16</inkml:trace>
  <inkml:trace contextRef="#ctx0" brushRef="#br0" timeOffset="-36580.07">18980 13876 0,'-40'40'16,"80"-80"-16,-120 80 16,120-40 62,0 0-63,40 0-15,-40 0 0,40-40 0,-39 40 16,39 0-16,-40-40 0,40 40 0,0 0 0,-39-40 16,39 40-16,-40 0 0,40 0 15,-40 0-15,41 0 0,-41 0 0,0 0 0,40 0 16,-40 0-16,0 0 15,0 0-15,1 0 0,-1 0 0,0-40 0,0 40 16,0 0-16,0 0 16,-40-41-1,-40 41 17,0 0-17,0 41 1,0-41-16</inkml:trace>
  <inkml:trace contextRef="#ctx0" brushRef="#br0" timeOffset="-36010.16">18940 14598 0,'0'-40'16,"0"0"-16,40 40 62,0 0-62,0 0 0,0 0 0,0 80 16,0-40-16,1-40 0,-41 40 0,0 40 16,40-40-16,-40 0 0,0 0 15,0 1-15,-40-1 0,40 0 0,-81 0 0,81 0 16,-80-40-16,80 40 15,-40 0-15,0-40 0,40 40 0,-40-40 0,40-40 32,-40 40-32,40-40 0,0 0 15,0 0 1,40 40-16,-40-40 0,40 0 0,0 40 16,0 0-16,0 0 0,0 0 0,0 0 15,1 0-15,-1 0 0,0 40 16,0-40-16,40 40 0,-40-40 0,0 0 0,1 0 15,-1 40-15,0-40 16,-40 40-16,40-40 0,0 0 0,-40 40 16,40-40-16,-40 40 15,40-40-15</inkml:trace>
  <inkml:trace contextRef="#ctx0" brushRef="#br0" timeOffset="-35660.13">20424 14357 0,'-40'-40'0,"80"80"0,-120-80 15,40 40-15,40-40 16,-80 120 15,40-40-31,40 0 0,-41 121 31,41-121-31,0 0 0,0 40 16,0-40-16,0 81 0,41-121 0,-1 200 31,0-39-15,-80-1-1,0-160 1,40 40-16,-81-40 16</inkml:trace>
  <inkml:trace contextRef="#ctx0" brushRef="#br0" timeOffset="-35460.14">19863 15360 0,'0'0'0,"-41"0"16,41-40-16,0 0 15,41 40-15,79-81 16,-40 41-16,-40 40 0,81-40 31,-81 40-31,0-40 0</inkml:trace>
  <inkml:trace contextRef="#ctx0" brushRef="#br0" timeOffset="-34840.25">20505 15119 0,'40'0'62,"0"0"-62,0 40 16,-40 0-1,0 0-15,0 1 0,0-1 16,0 0-16,0 0 0,-40 0 16,40 0-1,0-80 16,0 0-15,40 0-16,-40 0 0,40 0 16,40-1-16,-80 1 0,40 0 0,-40 0 15,41 40-15,-1-40 16,0 40-16,0 0 16,-40 40-16,0 0 15,0 0-15,0 0 16,0 1-16,-40-41 0,40 40 0,0 0 0,-40 0 15,0 0 1,40-80 15,40 40-31,-40-80 0,40 40 0,0-1 0,-40 1 16,40 0-16,0 40 0,-40-40 0,40 0 0,0 0 16,-40 80 15,0 0-16,0 0-15,0 0 0,0 0 16,0 1 0,0-1-16,41-40 15,-1 0 1,0 0-16,0 0 0,0-40 0,0-1 16,0 41-16,0-40 0,1 40 0,-41-40 15,40 0-15</inkml:trace>
  <inkml:trace contextRef="#ctx0" brushRef="#br0" timeOffset="46444.96">4334 14638 0,'0'-40'31,"0"80"79,0 40-95,0-40-15,-81-40 0,81 40 0,0 0 16,0 0-16,0 1 16,0-1-16,0 0 0,-40 0 0,40 0 0,0 0 15,0 0-15,0 0 16,0 0-16,0 1 0,0 39 0,40-40 0,-40 0 16,0 0-16,41 40 0,-41-40 0,0 41 0,40-41 15,-40 40-15,0 0 0,0-40 16,0 40-16,0 1 0,0-1 0,0-40 15,0 40-15,0 0 0,0-40 16,40 41-16,-40-41 0,0 0 0,0 0 0,0 0 16,0 40-16,0-40 15,0 1-15,0-1 0,40 0 0,-40 40 0,0-40 0,0 0 16,0 0-16,0 0 0,0 0 16,0 1-16,0-1 0,0 0 15,-40 0-15,40 0 16,-40-40-16,40 40 15,-40-40-15,40-40 16</inkml:trace>
  <inkml:trace contextRef="#ctx0" brushRef="#br0" timeOffset="47344.87">4253 16362 0,'0'40'47,"41"-40"-1,-1 0 158,0 0-189,0 0 1,0 0-16,0 0 0,0-40 0,0 40 0,1 0 15,39 0-15,0-40 16,0 40-16,1-40 0,-1 40 0,40 0 0,-40 0 16,41 0-16,-41-40 0,40 40 15,1 0-15,-1 0 0,1-40 0,-1 40 0,0 0 16,41 0-16,-1 0 0,1-40 0,39 40 0,1 0 16,0 0-16,-1 0 15,41-40-15,-40 40 0,40 0 0,39-40 0,-39 40 16,40 0-16,-40 0 0,0-40 15,-41 40-15,41 0 0,-40 0 0,-1 0 0,-39 0 16,-1 0-16,1 0 16,-41-41-16,1 41 0,-41 0 0,0 0 0,-40 0 15,0 0-15,0 0 0,1-40 16,-1 40-16,0 0 16,-40-40 15,-40 40-16,-41 0 1,41 0-16,-40 0 0,40-40 16,0 40-16,-40 0 15,-1 0-15</inkml:trace>
  <inkml:trace contextRef="#ctx0" brushRef="#br0" timeOffset="47934.91">4133 16804 0,'0'-41'32,"0"1"-17,40 0 1,0 40 15,0 0-15</inkml:trace>
  <inkml:trace contextRef="#ctx0" brushRef="#br0" timeOffset="48454.88">4414 16603 0,'40'-80'31,"0"40"-31,-40 0 31,0 80-15,0 0 15,0 0-15,-40-40-1,0 0 1,0 0-1,40-40 1,0 0 0,0 0-16,0-1 0,40 41 15,0 0 1,0 0-16,-40 41 16,0-1-1,0 0 1,-40-40-16,40 40 15,-40 0 1,40-80 15,0 0-31,0 0 0,0 0 16,0-1-16,40 41 16,-40 81-1,0-1-15,0-40 16,0 0-1,0 0-15,0 0 0,40-80 32</inkml:trace>
  <inkml:trace contextRef="#ctx0" brushRef="#br0" timeOffset="49224.76">6139 16282 0,'0'-40'15,"0"0"1,0 0 0,40 40-1,-40-40-15,41 40 16,-1 0 15,-40 40-31,40-40 16,-40 40-16,0 0 15,-80-40 17,39 0-17,41-40 1,0 0 0,41 0-16,-1 0 15,0 40 1,-40 40-1,0 0 1,0 0-16,0 0 0,-40-40 16,40 40-16,-40-40 15,-1 0-15,41 40 0,-40-40 16,40-80-16,0 40 16,0 0-1,40 0-15,-40 0 16,41 40-16,-1 0 15,-40 40 17,0 0-32,40-40 0,-40 40 0</inkml:trace>
  <inkml:trace contextRef="#ctx0" brushRef="#br0" timeOffset="50174.7">8266 16082 0,'0'40'63,"-40"-40"-48,40 40 17,0-80 14,0 0-30,0 0 0,0-1-1,0 122 17,0-41-32,-40-40 15,40 40-15,0 0 0,-40-40 0,40 40 31,0-80 1,0 0-32,0 0 15,80 40 1,-80-40-16,40 40 16,-40 40-16,0 0 15,0 0 1,-40 0-16,40 0 0,-40-40 15,0 0 1,40-40 0,0 0-1,0 0-15,0 0 0,40 0 0,-40 0 16,40 40-16,-40-41 0,40 41 31,0 41-31,-40-1 16,40-40-16,-40 40 15</inkml:trace>
  <inkml:trace contextRef="#ctx0" brushRef="#br0" timeOffset="51164.64">10232 16082 0,'0'40'0,"40"-80"47,0 40-31,-40-40-16,41 40 31,-82 0 47,41 40-78,-40-40 0,40 40 16,-40-40-1,40-40 1,0 0-16,0-1 16,40 41-1,0 0 1,1 0-1,-41 41 1,-41-1 0,1-40-16,40-40 47,0-1-47,40 41 0,-40-40 15,41 0-15,-1 40 16,-40 40 15,0 0-31,0 1 0,-40-1 16,-1 0-16,1-40 15,40 40-15,-40-40 16,40-40 0,0 0-1,0 0-15,40-1 0</inkml:trace>
  <inkml:trace contextRef="#ctx0" brushRef="#br0" timeOffset="53974.47">4213 5454 0,'-40'0'16,"40"40"218,80-40-234,-80 40 31,0-80 0,0 0-15,0 0 0,0 0-16,0-1 15,41 1 1,-1 0 0,0 40-16,-40 40 15,40-40-15,-40 40 16,0 1-16,0-1 0,0 0 15,-40 0 1,40 0-16,-40-40 0,0 0 16,-1 0-1,41-40 1,0 0-16,0 0 16,41 0-16,-41-1 15,40 41-15,0-40 16,0 40-1,0 0-15,-40 40 32,0 1-32,0-1 0,-40 0 15,0-40-15,40 40 0,-40-40 16,0 0-16,-1 0 16,41-40 15,0 0-16,0 0 1,81 40-16,-41 0 31,-40 40-15,-40-40 0,0 40-1,-1-40-15,1 0 31,40-40-31,81 0 16,-41 40 0,0 0-16</inkml:trace>
  <inkml:trace contextRef="#ctx0" brushRef="#br0" timeOffset="55294.47">6340 5213 0,'-40'0'110,"40"40"-95,0 0-15,0 0 0,0 1 16,0-1 0,-40-40-16,40-40 31,0-41-16,0 41 1,0 0-16,40 40 31,0 0-15,-40 40-16,0 0 0,40-40 0,-40 40 16,0 1-16,0-1 15,0 0-15,-80-40 31,80-40-15,0 0 0,0-1-16,0 1 15,80 40-15,-80-40 0,40 40 0,-40-40 16,40 80 0,-40 0-1,0 0 1,0 1-16,0-1 0,0 0 31,-40-40-31,0 0 16,40-40 15,0 0-31,0-1 0,0 1 31,40 40 0,0 0-15,-40 40 0,-40 1-1,0-41-15,0 0 16,0 0-16,40-41 31,40 1-15,0 40-16,0 0 0,0 0 0</inkml:trace>
  <inkml:trace contextRef="#ctx0" brushRef="#br0" timeOffset="56584.39">7624 5013 0,'0'0'0,"0"-41"47,40 41-47,0 0 16,0 0-16,1 0 15,-41 41-15,40-41 16,0 0-1,-120 0 32,80 40-47,-41-40 0,1 0 32,80 0 30,1 0-46,-41 40-16,40-40 15,-40 40-15,0 0 16,0 0 0,-40-40-1,-1 40-15,41-80 47,0 0-31,0 0-16,0 0 15,41 40 17,-41 40-32,0 0 15,0 0 1,0 0 15,-41-40-31,1 0 16,40-40-1,0 0-15,0 0 16,0 0 0,40 40-1,1 40 1,-41 0-1,0 0-15,40-40 16,-40 40 0,-40-40-1,40-40 17,0 0-17,0 0-15,0 0 16,40 40 15,-40 40-31,40-40 16,-40 40-16</inkml:trace>
  <inkml:trace contextRef="#ctx0" brushRef="#br0" timeOffset="57744.25">10032 4812 0,'0'0'0,"0"-40"31,40 40-15,0 0-16,0 0 15,0 0 1,0 0 15,-40 40-31,0 0 31,-40-40-15,40 40 0,-40-40-1,40-40-15,0 0 31,40 40-15,0-40 0,0 40-1,-40 40 1,0 0 0,0 0-16,-40-40 15,40 40 1,-40-40-16,40-40 31,0 0-31,0 0 16,0 0-1,40 40 1,0 40 0,-40 0-1,0 0-15,0 0 16,0 0-16,0 1 15,0-1-15,-80-40 0,80-81 32,0 41-17,80 0-15,-40 0 0</inkml:trace>
  <inkml:trace contextRef="#ctx0" brushRef="#br0" timeOffset="59344.23">12239 4612 0,'-41'0'0,"82"0"47,-1 0-47,0 0 16,-40 40 0,0 0 15,-40-40-31,0 40 31,-1-40-31,41-40 47,0 0-31,41 40-1,-1 0 16,-40 40-31,0 0 0,0 0 32,0 0-32,-40-40 15,40 40-15,-41-40 0,1 0 16,40-40 0,0 0-1,0 0 1,0 0-1,40 40 1,-40 40 15,0 0-31,0 0 16,-40-40 15,0 0 0,80 0 1,-80 0 61,0 0-77,40-40 31,0 0-16,0 80 32,0 0-48</inkml:trace>
  <inkml:trace contextRef="#ctx0" brushRef="#br0" timeOffset="74523.26">26443 12151 0,'-40'0'32,"40"40"30,40-40-62,0 0 16,1 0-16,-1 0 15,0 0-15,0 0 0,0 0 0,0 0 16,40 0-16,-39 0 0,-1 0 16,0 0-16,40 0 0,-40 0 0,0 0 0,0-40 15,1 40-15,-1 0 0,0 0 0,0-40 0,0 40 16,0 0 0</inkml:trace>
  <inkml:trace contextRef="#ctx0" brushRef="#br0" timeOffset="74833.23">26885 12312 0,'-40'0'15,"40"-40"-15,-41 40 31,41 40 16,0 0-47,0 0 16,0 0-16,0 0 16,0 0-16,0 0 0,0 0 0,0 1 15,0-1 1,0 0-16,0 0 0,0 0 15,0 0-15,0 0 16,41-40-16,-1 0 0,0 0 16</inkml:trace>
  <inkml:trace contextRef="#ctx0" brushRef="#br0" timeOffset="75173.22">27286 12592 0,'0'-40'0,"0"80"0,0-40 31,-40 0-31,40 41 32,-40-1-32,40 0 0,0 0 31,40 0-16,40 80 1,-40-39 0,-160-41 15,-41 0-15,41-40-1,120-40-15</inkml:trace>
  <inkml:trace contextRef="#ctx0" brushRef="#br0" timeOffset="75513.27">27848 12352 0,'40'0'47,"-40"-40"-47,40 40 0,0 0 0,0 0 16,0-40-16,0 40 0,1-40 15,39 40-15,-40 0 0,0 0 0,0 0 16,0 0-16,0 0 16,1 0-16</inkml:trace>
  <inkml:trace contextRef="#ctx0" brushRef="#br0" timeOffset="75743.26">28048 12552 0,'-40'0'15,"0"0"-15,80 0 16,40 0-1,41 0 17,-81-40-32,0 40 0,0 0 0,40 0 15,-39 0-15</inkml:trace>
  <inkml:trace contextRef="#ctx0" brushRef="#br0" timeOffset="76073.18">29132 11790 0,'0'0'16,"-40"0"0,0 40-1,40 1 1,0 39 0,0 80 15,0-120-31,0 0 0,40 41 15,-40-41-15,40 0 16</inkml:trace>
  <inkml:trace contextRef="#ctx0" brushRef="#br0" timeOffset="76363.22">28570 12793 0,'40'0'31,"0"0"-15,81-40-1,39 0 1,-80 0-1,81 0 1,-41-1 0,-80 1-16</inkml:trace>
  <inkml:trace contextRef="#ctx0" brushRef="#br0" timeOffset="76823.12">28690 13074 0,'-40'0'31,"80"0"-31,-40 0 15,40 0 1,1 0-16,-1 0 0,0 0 16,-40 40-16,40-40 0,-40 40 0,0 0 15,40 0-15,-40 0 16,0 0-16,0 0 0,0 1 0,-40-1 16,40 0-1,-80 0-15,80 0 0,-40-40 16,40-40 15,0 0-31,40 40 0,-40-40 0,40 40 16,-40-40-16,40 40 15,0 0-15,-40-41 0,40 41 16,0 0 0,-40 41-16,41-1 0,-41 0 15,40 0-15,-40 0 16,40 0-16,-40 0 0,0 0 15,40-40 1,0 0-16</inkml:trace>
  <inkml:trace contextRef="#ctx0" brushRef="#br0" timeOffset="77123.1">29533 12953 0,'-40'0'31,"0"0"-31,40 41 0,0-1 32,0 0-32,0 40 0,0-40 0,0 80 31,0-39-31,0 79 31,0-80-15,-40-40-1,40 0 1</inkml:trace>
  <inkml:trace contextRef="#ctx0" brushRef="#br0" timeOffset="77323.09">29332 13595 0,'-40'-40'31,"80"80"-31,-80-120 16,80 80-16,1-40 16,-1 40-16,80-40 31,-80 40-31,-40-40 0,80 40 15,-39-41-15</inkml:trace>
  <inkml:trace contextRef="#ctx0" brushRef="#br0" timeOffset="77833.13">29814 13314 0,'0'40'16,"0"-80"-16,40 121 46,-40-41-46,0 0 16,40-40-16,-40 40 0,0 0 16,-40 0-16,40 0 15,0 0-15,-40-40 16,40 40 0,0-80 15,40 0-31,0 0 15,0 0 1,0 0-16,1 40 0,-1 0 16,0 0-16,-40 40 15,0 0 1,0 0-16,-40-40 31,40 40-31,-40 0 0,80-80 47,0 40-47,-40-40 0,80 40 0,-80-40 16,40 40-1,0 0-15,0 0 0,1 0 32,-41 80-32,0-40 31,0 1-31,0-1 0,-41 0 15,41 0 1</inkml:trace>
  <inkml:trace contextRef="#ctx0" brushRef="#br0" timeOffset="78853.07">25320 12633 0,'40'0'16,"0"0"-16,0 0 15,0 0 1,0 0-16,1 0 0,-1 0 15,0 0-15,0 0 16,0 0-16,0-41 0,0 41 0,0 0 0,1 0 16,-1 0-16,0 0 0,0 0 0,0 0 0,0 0 15</inkml:trace>
  <inkml:trace contextRef="#ctx0" brushRef="#br0" timeOffset="79172.98">25801 12392 0,'-40'0'0,"40"40"31,0 0-31,0 0 15,40-40 1,-40 40-16,40-40 0,1 0 16,-41 40-16,40-40 0,0 0 0,0 0 0,0 0 15,0 0 1,-40 41-16,40-41 0,-80 0 31,40 40-31,-40-40 0,0 0 0,0 0 0,0 40 16,-41-40-16,41 0 0,0 0 15</inkml:trace>
  <inkml:trace contextRef="#ctx0" brushRef="#br0" timeOffset="80272.92">22631 12432 0,'0'40'16,"0"0"62,0 40-63,0-39-15,0-1 0,0 0 0,0 0 16,0 0-16,0 0 0,0 0 0,0 0 0,0 0 16,0 1-16,0-1 0,0 0 15,0 0-15,0-80 47,0 0-31,0 0-16,0-1 0,0 1 0,0 0 15,0 0-15,0 0 0,0 0 16,0 0-16,0 0 0,0 0 0,0-1 0,0 1 16,0 0-16,40 0 0,-40 0 15,41 0 1,-41 0-16,40 0 0,0 40 16,-40-40-16,40 40 15,-40-40-15,40 40 0,0 0 31,-40 40-31,0 0 0,0 0 16,0 0-16,0 0 0,0 0 0,-40 0 16,0 0-16,0 0 15,0 1-15,0-41 16,40 40-16</inkml:trace>
  <inkml:trace contextRef="#ctx0" brushRef="#br0" timeOffset="80702.91">22992 12753 0,'0'40'16,"0"-80"-16,41 80 15,-1-40 1,40 0 0,40-40-1,-80-40 1,1 40 0,-41-1 15,-81 82-16,1-1-15,80 0 16,-80 40 0,40 0-1,40 0 1,80-39 15,-40-41-31,80-41 31,-79 41-31,-1 0 0</inkml:trace>
  <inkml:trace contextRef="#ctx0" brushRef="#br0" timeOffset="81032.91">23394 12633 0,'40'-41'47,"0"41"-47,0 0 16,0 0-16,0 41 0,0-1 15,1-40-15,-41 80 16,40 0 0,-121 0-1,41-40 16,40-80-31,0 0 16,40-80 15,1 80-31,-1 0 16,40-41 0,40 81-1</inkml:trace>
  <inkml:trace contextRef="#ctx0" brushRef="#br0" timeOffset="81292.93">24317 12352 0,'0'0'15,"-41"0"-15,1 0 16,0 40-1,40 0-15,0 40 16,-40-40-16,40 81 16,-40 79-1,40-120 1,0 121 0,0-81 15</inkml:trace>
  <inkml:trace contextRef="#ctx0" brushRef="#br0" timeOffset="81492.92">24036 12913 0,'0'0'15,"40"-40"1,80 0-1,-80 0 1,161 0 0,-81 0-1</inkml:trace>
  <inkml:trace contextRef="#ctx0" brushRef="#br0" timeOffset="81802.9">24557 12713 0,'40'0'31,"-80"0"-31,121 0 0,-41-40 16,40 0 0,-40 40-1,-40-81 1,-40 41-1,0 40 1,0 0-16,-41 121 31,41-1-15,40-40 0,40-40-1,41 0 1,-1-40-16</inkml:trace>
  <inkml:trace contextRef="#ctx0" brushRef="#br0" timeOffset="82042.88">25079 12432 0,'-80'80'46,"160"-160"-46,-160 200 0,80-80 0,0 1 0,-40-1 16,40 0 0,0 40-1,40 0 17,40-40-17</inkml:trace>
  <inkml:trace contextRef="#ctx0" brushRef="#br0" timeOffset="82292.88">25360 12111 0,'0'0'16,"-40"0"-1,0 40 1,40 0 0,0 1-16,0-1 0,0 0 15,0 0-15,0 0 0,0 0 0,0 0 16,0 0 0,0 0-16,0 0 0,40-40 0,-40 41 0,0-1 15,40-40-15</inkml:trace>
  <inkml:trace contextRef="#ctx0" brushRef="#br0" timeOffset="82482.86">25360 12472 0,'-40'0'15,"80"0"-15,-40-40 16,40 40-16,0-40 15,161-40 1,-41 0 0,-120 80-16</inkml:trace>
  <inkml:trace contextRef="#ctx0" brushRef="#br0" timeOffset="83272.74">23273 13675 0,'0'0'0,"-40"0"63,0 0-48,0 0-15,0 0 16,40 40-16,-40-40 0,40 41 0,-40-1 16,40 0-16,0 0 0,0 0 15,0 0 1,40-40-16,-40 40 0,40-40 16,0 0-16,0 40 15,0-40-15,-40 40 31,0 0-31,-40 1 16,0-1-16,0-40 16,0 40-16,0-40 15,-1 0-15,1 0 0,0 0 32,40-40-32,0 0 0,0-1 0,0 1 15</inkml:trace>
  <inkml:trace contextRef="#ctx0" brushRef="#br0" timeOffset="83742.72">23634 13796 0,'-40'0'63,"0"40"-48,0-40-15,40 40 0,-40-40 0,40 40 0,0 0 16,-40-40-16,40 40 16,0 0-16,40-40 31,0 0-31,0 0 0,0 0 15,-40-40-15,40 40 16,1 0-16,-41-40 0,40 0 16,-40 0-16,0 0 0,0 0 15,0 0 1,-40 40 0,40 40-1,0 0-15,-41-40 16,41 40-1,0 0-15,0 0 0,0 0 0,41 0 16,-41 0-16,40-40 16,0 40-16,0-40 15,0 0-15</inkml:trace>
  <inkml:trace contextRef="#ctx0" brushRef="#br0" timeOffset="84322.75">24036 13715 0,'0'41'31,"0"-1"-31,40-40 31,0 40-31,0 40 31,-40 0-15,0-40 0,0-80-1,40 0 17,0-40-17,41 40 1,-41 40 15,-40 80-15,40 0-1,-40-40 1,0-80 15,0 0-15,80-40-1,0 0 1,-40 80 15,-40 40-15,0 80 0,0-40 15,0-40-16,41-40 1</inkml:trace>
  <inkml:trace contextRef="#ctx0" brushRef="#br0" timeOffset="84562.74">24798 13796 0,'0'0'31,"0"40"-15,0 0-16,0 40 15,0-40-15,0 40 32,0-40-17,0 41 1,0-41-16</inkml:trace>
  <inkml:trace contextRef="#ctx0" brushRef="#br0" timeOffset="84862.72">24798 13876 0,'0'0'15,"0"-40"-15,-40 40 0,40-40 0,0 0 16,40-1 15,80 41-15,-79 0 0,-41 121 15,-81-1-16,1-40 1,0-80 0,40 0-16</inkml:trace>
  <inkml:trace contextRef="#ctx0" brushRef="#br0" timeOffset="85142.7">25119 13515 0,'0'40'16,"0"0"0,40-40-1,0 80 1,-40 41 15,-40-1-15,0 0-1,-40-80 1,80 0 0</inkml:trace>
  <inkml:trace contextRef="#ctx0" brushRef="#br0" timeOffset="85372.61">25360 13796 0,'0'0'0,"0"40"15,40-40 16,-40 40-31,0 0 0,0 0 16,0 0 0,0 0-1,-40-40-15</inkml:trace>
  <inkml:trace contextRef="#ctx0" brushRef="#br0" timeOffset="85572.6">25480 13635 0,'-80'0'15,"160"0"-15,-200 0 16,120-40 15</inkml:trace>
  <inkml:trace contextRef="#ctx0" brushRef="#br0" timeOffset="86362.63">25601 13756 0,'-40'120'16,"80"-240"-16,-80 280 31,40-120-31,0 0 0,40-40 32,-40-80-1,40 80-31,-40-40 0,40 40 15,0-40-15,0 0 16,0 40 0,-40 40-1,0 0-15,0 0 16,0 0-16,0 0 16,81-40-16,-81 40 15,80-40 1,-40 0-16,0 0 15,0 0-15,-40-40 0,40 40 16,-40-40-16,0 0 0,0 0 16,0 0-1,0 0 1,-40 40-16,0 0 16,40 40-1,-40-40 1,40 40-16,-40 0 0,80-40 47,0-40-47,0 40 15,0 0 1,-40 40 0,0 0-1,0 0-15,0 0 0,0 0 0,0 0 16,0 1-16,0-1 15,0 0-15,0 0 0,0 0 16,0 0-16,0 0 0,0 0 0,0 0 16,-40-40-16,40 41 15,-40-41-15,0 40 0,0-40 32,40-40-32,-40 40 0,40-41 0,0-39 15,0 40-15,0 0 16,0 0-16,80 40 0,-80-40 0,40 0 0,0 0 15,-40-1-15,40 41 0,-40-40 16,40 40 0,1 0-16,-1 0 31</inkml:trace>
  <inkml:trace contextRef="#ctx0" brushRef="#br0" timeOffset="87822.47">21789 12512 0,'0'40'16,"40"-40"-16,-40 40 0,0 1 15,80 79 1,-40 40 0,-40 81 15,-80 40-15,40 40-1,40-81 16,0 41-15,80 0 0,-80-41-1,0 41 17,-80 0-17,40-1 1,40-239-16,-41 119 15,41 81 17,0-1-17,0-39 1,-40 39 15,40 1-15,-40 0-1,0 39 1,0-39 15,40 80-15,0 0 0,0-121 15,40-120-16,0-80-15</inkml:trace>
  <inkml:trace contextRef="#ctx0" brushRef="#br0" timeOffset="89062.45">27206 15320 0,'40'0'171,"40"-40"-155,-40 40-16,0 0 0,0-41 16,1 41-16,-1-40 15,0 40-15,40 0 0,-40 0 0,0-40 0,41 40 16,-41 0-16,0 0 0,0 0 16,40-40-16,-40 40 0,0 0 0,1 0 0,-1 0 15,0 0 1</inkml:trace>
  <inkml:trace contextRef="#ctx0" brushRef="#br0" timeOffset="89382.45">27727 15239 0,'0'0'0,"0"41"63,0-1-48,0 0 1,0 0-16,0 0 0,0 0 0,0 0 15,0 0-15,-40 0 0,40 0 0,0 1 0,0-1 16,0 0-16,-40 0 16,40 0-16,0 0 0,0 0 0,0 0 15,0 0-15,0 1 16</inkml:trace>
  <inkml:trace contextRef="#ctx0" brushRef="#br0" timeOffset="89792.42">28249 15640 0,'40'0'16,"-40"-40"-16,-40 40 15,0 0 1,0 40 0,0 1-16,-1-41 0,41 40 15,-40-40-15,40 40 16,-40-40-16,40 40 0,-40-40 0,40 40 0,0 0 16,0 0-1,0 0-15,40-40 16,-40 40-16,40-40 15,0 41-15,-40-1 16,0 0-16,0 0 16,-40-40-16,0 40 15,0-40-15,0 0 0,0 0 16,0 0 0,0 0-16,-1 0 0,1 0 15,40-40-15,0 0 16</inkml:trace>
  <inkml:trace contextRef="#ctx0" brushRef="#br0" timeOffset="90332.39">28971 15119 0,'0'0'0,"-40"0"16,120 80 31,-39-80-47,-1 0 15,0 40-15,0-40 0,-40 41 0,40-41 16,0 40-16,0 0 16,0-40-16,1 40 0,-1-40 0,0 0 0,0 40 15,0-40 1,0 0-16,0 0 0,0 40 0,1-40 16,-82 0 30,1 0-30,40 40-16,-40-40 0,0 40 0,0-40 16,40 40-16,-40-40 0,40 40 15,-40-40-15,0 41 0,-1-1 16,1-40-16,40 40 16,-40-40-16,0 40 0,0 0 0,0 0 15,0 0-15,0-40 16,-1 40-16,1 0 0,0-40 15,0 0-15</inkml:trace>
  <inkml:trace contextRef="#ctx0" brushRef="#br0" timeOffset="90682.37">30295 14758 0,'0'-40'15,"-40"40"-15,0 0 16,40 80 0,0-40-1,0 121 1,0-1 15,80-39-15,-39-41-1</inkml:trace>
  <inkml:trace contextRef="#ctx0" brushRef="#br0" timeOffset="90932.36">29894 15761 0,'-40'0'15,"80"0"-15,-40 0 32,0-40-32,40 40 0,0 0 0,1 0 0,-1 0 15,40 0-15,-40-40 0,0 40 16,0-41-16,0 41 0,41 0 0,-41 0 0,0-40 16,0 40-16,0 0 15,0 0-15,0 0 0,1 0 0,-1 0 0,-40-40 16,40 40-16,0 0 0,0 0 15,0 0-15,0 0 0,0 0 0</inkml:trace>
  <inkml:trace contextRef="#ctx0" brushRef="#br0" timeOffset="91432.32">30095 16162 0,'40'0'16,"0"-40"-1,0 40-15,0 0 0,0 0 16,1 0-1,-41 40-15,40-40 0,-40 40 0,0 0 16,0 0-16,-40 0 0,-41 0 16,81 0-16,-40-40 15,0 41-15,0-41 0,40 40 0,-40-40 0,0 0 16,40 40 0,-40-40-16,40-40 15,0-41 1,40 81-16,-40-40 0,40 40 0,-40-40 15,40 40-15,0 0 0,0 0 0,0 0 16,0 0 0,1 0-16,-1 80 15,0-80 1,-40 41-16,40-1 0,-40 0 0,40 0 16,-40 0-1,40-40-15,-40 40 0,40-40 16,0 0-1,1 0-15,-1 0 0</inkml:trace>
  <inkml:trace contextRef="#ctx0" brushRef="#br0" timeOffset="91742.31">31138 15961 0,'0'0'0,"-40"0"0,0 0 16,0 0 0,0 40-16,40 1 31,0 119-15,-41-80-1,41 121 1,0-41-1,0-80 1,-40-80-16,40 40 31</inkml:trace>
  <inkml:trace contextRef="#ctx0" brushRef="#br0" timeOffset="91942.3">30817 16643 0,'0'0'0,"80"-160"63,1 120-47,-1-1-1,-40 41 16,0 0-31</inkml:trace>
  <inkml:trace contextRef="#ctx0" brushRef="#br0" timeOffset="92472.19">31178 16362 0,'0'40'16,"0"-80"-16,40 161 62,-40-81-62,0 0 16,0 0 15,40-80 31,1 0-62,-1 40 0,0-40 16,0 40-16,-40-40 0,40 40 0,-40 40 31,0 0-15,-40-40-16,40 40 16,0 0-16,-40-40 0,40 40 0,-40-40 15,40 40-15,0-80 31,40 40-31,-40-40 16,40 40-16,0-40 16,0 40-16,0 0 0,-40-40 0,40 40 0,1 0 15,-41-40-15,40 40 0,-40-40 16,40 40-16,0 0 31,-40 80-31,0-40 16,0 0-16,0 0 15,0 0-15,0 0 0,0 0 16,0 1-16,40-1 0,-40 0 16,40-40-1,0 0-15</inkml:trace>
  <inkml:trace contextRef="#ctx0" brushRef="#br0" timeOffset="94392.15">22511 15400 0,'-40'0'0,"40"40"94,0 0-63,0 0-31,0 0 0,0 0 16,0 0-1,0 1-15,40-1 0,-40 0 16,40-40-16,-40 40 15,40-40-15,0 0 16,0 0-16,-40-40 0,41 40 16,-41-40-16,40 40 0,-40-40 15,40 40-15,-40-41 0,40 1 0,-40 0 16,0 0 0,40 40-16,-40-40 0,0 0 0,0 0 15,40 40-15,-40-40 16,0 0 31,0 0-16,0 80 328,0 0-359,-40-40 0,40 40 16,-40 0 0,40 0-16,0 0 0,0 0 0,0 0 15,-40-40-15,40 40 16,0 1-16,0-1 15,80 0-15,-40-40 32,-40 40-17,40-40-15,0 0 16,1 0 0,-41-40-16</inkml:trace>
  <inkml:trace contextRef="#ctx0" brushRef="#br0" timeOffset="94832.12">23273 15280 0,'0'0'15,"0"80"1,0-40-1,0 0-15,0 0 0,0 40 32,0 0-17,0-39 1,0-1 0,0-121-1,0 41 1,40-80-1,81 40 1,-81 80 15,40 40-15,-40 0 0,0 80 15,-40 1-16,-40-121-15,40 40 32</inkml:trace>
  <inkml:trace contextRef="#ctx0" brushRef="#br0" timeOffset="95402.09">24236 15280 0,'-40'0'16,"0"40"0,0-40-16,0 80 31,0 0-16,40-40-15,0 0 32,40-40-1,-40-40-31,40 40 0,0 0 16,-40-40-16,0 0 0,40 0 15,-40 0-15,0 0 0,0 0 16,0-1-16,0 1 15,40 0-15,-40 0 0,0 0 16,0 0-16,0 0 16,-40 40 31,40 40-16,0 0-16,0 0-15,0 0 0,0 0 16,0 0 0,0 1-16,0-1 0,0 0 0,0 0 15,0 0-15,-40 0 16,40 0-16,0 0 0,0 0 16,0 0-1</inkml:trace>
  <inkml:trace contextRef="#ctx0" brushRef="#br0" timeOffset="95802.06">24718 15600 0,'-80'40'31,"160"-80"-31,-120 80 15,80-80-15,40 0 32,-40 0-32,0 40 0,-40-40 15,0 0-15,40 0 16,-40 0 0,-80 40-1,-40 80 16,40 40-15,39 1 0,41-41-1,41-80-15,-1 40 16,0-40-16,40 0 16,0-40 15,-40-40-31</inkml:trace>
  <inkml:trace contextRef="#ctx0" brushRef="#br0" timeOffset="96152.04">24999 15320 0,'0'0'31,"40"0"-31,80 160 62,-80-120-62,-40 0 0,0 40 16,0 1 15,-40-81-15,40-40 0,0-41-1,40 1 1,0-40-1,1 120-15,-1-40 0,0 0 0,40 0 32,41-1-17,-81 41 1,40 0 0</inkml:trace>
  <inkml:trace contextRef="#ctx0" brushRef="#br0" timeOffset="96802.01">22912 16282 0,'40'0'0,"-80"0"0,120 0 31,-160 0-16,40 0-15,0 40 16,0 0 0,40 0-16,-40-40 0,40 41 0,0-1 15,-40 0 1,40 0-16,0 0 16,40 0-1,-40 0-15,40-40 0,0 40 16,-40 0-16,40-40 15,-40 41-15,0-1 16,0 0 0,-40-40-16,0 0 15,0 40-15,0-40 16,-1 0 0,1 0-16,0 0 0,0-40 15,40 0 1,80 0-1</inkml:trace>
  <inkml:trace contextRef="#ctx0" brushRef="#br0" timeOffset="97271.91">23554 16523 0,'-40'0'16,"0"0"-16,0 0 16,0 0-1,40 40-15,-40-40 16,40 40-16,-41 0 16,41 0-16,-40 0 0,40 0 31,40-40-31,1 0 15,39 0-15,-40-40 16,0 40-16,-40-40 16,0 0-16,40 40 0,-40-40 0,40 40 15,-40-40-15,0 0 16,0 0-16,0 0 16,0 80-1,-40-40 1,40 40-16,0 0 0,-40-40 15,40 40-15,0 0 16,0 0-16,-40 0 0,40 0 16,0 1-16,0-1 15,0 0-15,40 0 0,-40 0 16,40-40-16,-40 40 16,40-40-16,0 0 0</inkml:trace>
  <inkml:trace contextRef="#ctx0" brushRef="#br0" timeOffset="97861.94">24036 16563 0,'-40'40'47,"80"-80"-47,-40 80 0,40 0 15,-40 0-15,0 40 16,0-39 0,0 39-1,40-80 17,-40-40-32,40 0 15,0-1 1,-40 1-16,40 40 0,-40-40 0,40 40 15,-40-40-15,41 40 0,-1 0 16,-40 40 0,0 0-1,0 0 1,0 1-16,-40-1 0,40 0 16,-41-40-1,41 40-15,0-80 16,41 0-1,-1 0 1,-40-1-16,40 41 0,0-40 0,-40 0 16,40 40-16,-40-40 0,40 0 15,0 0-15,0 80 32,-40 0-17,0 0-15,0 0 16,0 0-16,-40-40 0,40 41 0,0-1 0,0 0 15,0 0-15,0 0 0,0 0 16,0 0 0,40-40-1,1 0 1</inkml:trace>
  <inkml:trace contextRef="#ctx0" brushRef="#br0" timeOffset="98121.93">24999 16683 0,'-40'40'31,"80"-80"-31,-80 120 16,-1-39-16,41 39 31,-40 40-16,40-80-15,-40 80 16,40-39-16,0-41 16,-40 0-1</inkml:trace>
  <inkml:trace contextRef="#ctx0" brushRef="#br0" timeOffset="98401.85">24838 16964 0,'0'-80'31,"0"160"-31,161-441 47,-121 361-31,0 0-16,-40 40 31,0 0-31,0 0 15,0 0-15,0 1 0,0-1 0,-40 0 16,-40 0 0,80 0-16,-41-40 0,1 0 0,0 40 15,0-40-15,0 0 16,0 0-16,40-80 31,40 40-31</inkml:trace>
  <inkml:trace contextRef="#ctx0" brushRef="#br0" timeOffset="98671.82">25400 16322 0,'-40'40'31,"80"-80"-31,-80 120 0,40-39 15,0-1-15,0 0 16,0 0-16,0 0 16,0 0-16,0 0 0,0 0 15,0 0-15,0 1 16,0-1-16,-40 0 0,40 0 0,-40 0 16,40 0-16,-41 0 15,41 0-15,0 0 16</inkml:trace>
  <inkml:trace contextRef="#ctx0" brushRef="#br0" timeOffset="98921.81">25641 16603 0,'-40'40'15,"80"-80"-15,-120 80 0,80 40 32,0 1-17,0-41-15,0 0 16,0 0-16,0 40 16,0-40-1</inkml:trace>
  <inkml:trace contextRef="#ctx0" brushRef="#br0" timeOffset="99111.87">25882 16523 0,'-41'0'0,"82"0"0,-122 0 0,41 0 15,40-40-15,-40 40 0,40-40 32,0-1-32,40 1 0</inkml:trace>
  <inkml:trace contextRef="#ctx0" brushRef="#br0" timeOffset="99861.77">25922 16563 0,'80'80'31,"-80"-40"-15,0 0 0,0 0-16,0 1 15,-40-41 1,40 40-16,40-40 31,-40-40-15,40 40-16,0 0 15,0 0-15,0 0 16,1 40 0,-1 0-1,0-40-15,0 0 16,0 0-16,0 0 0,-40-40 15,40 40-15,-40-40 16,40 40-16,-40-41 0,0 1 0,0 0 16,0 0-1,0 0-15,-40 40 32,40 80-32,-40-40 15,0-40 1,40 40-16,-40-40 0,40 41 15,40-82 17,0 1-32,0 0 15,0 40 17,-40 40-17,0 0 1,0 1-16,0-1 0,0 0 0,0 0 15,0 0 1,0 0-16,0 0 0,0 0 0,0 0 0,0 0 16,0 1-16,-40 39 0,40-40 15,-80 0-15,80 0 0,-40-40 0,0 40 0,0 0 16,0-40 0,-1 0-16,41-40 15,0-40-15,0 40 16,41 0-16,-41 0 0,40 0 0,-40-1 0,40 1 15,0 0-15,0 0 0,-40 0 0,40 0 0,0 0 16,0 0 0,-40 0-16,41 40 0,-41-40 15,0-1-15</inkml:trace>
  <inkml:trace contextRef="#ctx0" brushRef="#br0" timeOffset="104241.56">27808 17525 0,'40'0'63,"0"0"-47,0 0-1,0-40-15,0 40 0,0 0 0,0 0 16,1 0-16,-1-40 0,0 40 0,40 0 0,-40 0 15,0 0-15,0 0 16,1-40-16,-1 40 0,0 0 0,0 0 16,0 0-16,-40-40 15</inkml:trace>
  <inkml:trace contextRef="#ctx0" brushRef="#br0" timeOffset="104501.55">28369 17445 0,'-40'40'31,"80"-80"-31,-80 120 31,0-80-31,40 41 0,0-1 0,0 0 16,0 0-16,0 0 0,0 0 0,-40-40 15,40 40-15,0 0 0,0 0 16,0 0-16,0 1 0,-40-41 16,40 40-16,0 0 15,-40-40 1</inkml:trace>
  <inkml:trace contextRef="#ctx0" brushRef="#br0" timeOffset="104851.53">28730 17766 0,'0'0'32,"-40"0"-32,0 40 15,0 0 1,0 0-1,0 0 1,40 41 0,0-41-1,0 0 1,40-40 0,-40 40-1,-40-40 1,-40 0-1,39 0-15,-39 0 32,40 0-32</inkml:trace>
  <inkml:trace contextRef="#ctx0" brushRef="#br0" timeOffset="105321.43">29573 17365 0,'40'0'15,"-40"40"-15,0 0 32,-40 0-32,0 0 15,-40 1 1,40-1-16,0-40 0,40 40 0,-41-40 16,1 40-16,0 0 15,0-40-15,40 40 0,-40-40 16,80 0 15,0 0-15,0 0-1,0 0-15,1 0 16,-41 40-16,40-40 16,0 0-16,0 40 0,0-40 15,0 0-15,-40 40 0,40-40 16,-40 40-16,40-40 0,-40 41 15,41-41-15,-1 0 16</inkml:trace>
  <inkml:trace contextRef="#ctx0" brushRef="#br0" timeOffset="105631.48">30416 17124 0,'-40'0'16,"80"0"-16,-120 0 0,80 40 31,0 1-16,0 39-15,0-40 0,0 0 0,0 0 16,0 0-16,0 0 16,0 0-16,0 1 0,0-1 15,0 0 1,0 0-16</inkml:trace>
  <inkml:trace contextRef="#ctx0" brushRef="#br0" timeOffset="105921.39">30015 17846 0,'0'0'0,"-41"0"0,41 40 31,41-40-15,-1 0 0,40 0-16,-40 0 0,0 0 15,0-40-15,0 40 0,1 0 16,-1-40-16,0 40 0,0 0 0,0 0 0,0-40 16,0 40-1,0 0-15,-40-40 0,41 40 0,-1 0 16,0-40-16</inkml:trace>
  <inkml:trace contextRef="#ctx0" brushRef="#br0" timeOffset="106361.44">29934 18167 0,'-80'40'16,"160"-80"-16,-120 80 16,80-40-1,41 0 1,-1 0 0,0 40-1,-80 0-15,0 1 16,-80-41-16,80 40 0,-40-40 15,-41 40 1,81 0 15,41-80-15,-1 40 0,0 40-1,0-40 1,40 0-1,0 0 1,1 0 0,-41 0-16</inkml:trace>
  <inkml:trace contextRef="#ctx0" brushRef="#br0" timeOffset="106611.43">30697 18047 0,'0'0'31,"-40"80"1,-1 40-17,41 1 1,0-81-16,0 0 15,41 0 17,-82 0-17</inkml:trace>
  <inkml:trace contextRef="#ctx0" brushRef="#br0" timeOffset="106801.34">30697 18448 0,'80'-80'47,"-80"40"-47,40 40 16,0 0-16,0-41 31,-40 1-31</inkml:trace>
  <inkml:trace contextRef="#ctx0" brushRef="#br0" timeOffset="107251.39">30978 18247 0,'40'0'16,"-80"0"-16,40 121 46,0-81-46,0 0 16,0-80 47,40 40-63,0-40 0,0 40 15,0 0 1,0 40-1,-40 0 17,40-40 15,-40-40-47,40 40 15,1-40-15,-1 40 0,0 0 16,0 0-16,0 0 15,-40 40 1,40 0-16,-40 0 16,0 0-1</inkml:trace>
  <inkml:trace contextRef="#ctx0" brushRef="#br0" timeOffset="108821.22">22190 17806 0,'-40'0'16,"40"40"-1,0-80 17,40 40-17,-40-40 1,0 0-16,40 40 16,-40 40 46,40-40-31,-40 40-31,40-40 32,-40 40-32,0 0 15,0 0-15,0 1 16,0-1-1,0 0-15,-40 0 16,0 0 0,0-40-16,0 40 15,0-40 1,40 40-16,-40-40 0,-1 0 16,1 0-1,0 0-15,0 0 16,40-40-16,0 0 0,0 0 15,0 0 1,0 0-16,40 0 16,-40-1-16,40 1 15,0 0-15,1 40 32,-41-40-32,40 40 0,0 40 31,-40 0-16,0 0-15</inkml:trace>
  <inkml:trace contextRef="#ctx0" brushRef="#br0" timeOffset="109311.26">22631 17726 0,'-40'0'0,"0"0"31,40 40-15,0 0-1,40-40-15,-40 40 0,0 0 16,0 0 0,0 1-16,0-1 0,0 0 0,0 0 15,0 0-15,0 0 16,-40-40-16,40 40 0,0 0 16,0 0-1,0-80 1,40 0-16,-40-40 15,40 40 1,0 40-16,-40-40 0,41 40 0,-41-40 16,0 0-16,40 40 15,0-41-15,-40 1 0,40 40 16,0 0 0,0 0-1,-40-40-15,40 40 31</inkml:trace>
  <inkml:trace contextRef="#ctx0" brushRef="#br0" timeOffset="109681.17">23033 18047 0,'80'0'31,"-160"0"-31,200-40 0,-80 40 16,-40-40-16,40 40 0,-40-41 16,121 1-1,-121-40 17,-41 80-17,1 40 16,0-40-31,40 40 16,-40-40-16,40 40 0,-40-40 16,40 41-16,-40-1 0,40 0 31,0 0-31,0 0 16,40-40-16,0 0 15,0 0-15,0 0 0,0 0 16,-40-40-16,41 40 0,-1 0 0</inkml:trace>
  <inkml:trace contextRef="#ctx0" brushRef="#br0" timeOffset="110071.22">23554 17806 0,'40'40'31,"-80"-80"-31,120 80 16,-39-40-16,39 40 31,-40 41-15,-40-41-1,0 0-15,0 0 0,-40 0 16,0-40 15,40-40-15,0 0-1,40 0-15,-40 0 0,40 40 16,-40-41-16,40 1 0,0 0 16,0 40-16,-40-40 0,40 40 15,1-40-15,-1 40 31</inkml:trace>
  <inkml:trace contextRef="#ctx0" brushRef="#br0" timeOffset="110571.12">24718 17806 0,'0'-40'15,"0"0"1,-40 40 0,0 40-1,40 0 1,-41 0 0,1 40-1,40 1 1,40-1 15,1-80-31,-41 40 0,40-40 31,-40 40-31,-40-40 32,-1 0-32,41 40 0,-40-40 15,0 0-15,0 0 0,0 0 16,0 0-1,40-40 1</inkml:trace>
  <inkml:trace contextRef="#ctx0" brushRef="#br0" timeOffset="111091.16">25119 17926 0,'-40'0'16,"0"0"-1,40 41-15,-40-41 0,40 40 16,-40 0-16,-1-40 15,41 40-15,0 0 32,41-40-32,-1 0 15,-40 40 1,40-40-16,0 0 0,0-80 31,-40 40-15,0 0-16,0 0 0,0-1 15,0 1 1,40 40-16,-40 40 31,0 1-15,0-1 0,0 0-16,0 0 15,0 0-15,0 0 0,0 0 16,0 0-1,0 0-15,40-40 16</inkml:trace>
  <inkml:trace contextRef="#ctx0" brushRef="#br0" timeOffset="111721.04">25520 17806 0,'0'0'0,"0"40"15,0 0 17,0 0-17,0 1-15,41 79 31,-41-80-15,-41 0 0,1-40 15,121-80-15,-41 0-1,40-1 1,-40 81-1,-40 41 1,0-1 15,-40 40-15,40-40-16,0 0 16,0-80 15,80 0-31,-40 0 15,0 0-15,1 0 16,-1 40-16,-40-41 16,40 1-16,-40 80 31,0 1-15,-40-1-1,40 0-15,0 0 0,0 0 16,-40-40-16,40 40 0,0 0 15,0 0 1,40-40-16,0 0 16,0 0-1</inkml:trace>
  <inkml:trace contextRef="#ctx0" brushRef="#br0" timeOffset="112281.09">26283 17886 0,'40'0'15,"-80"0"-15,80 40 16,-80-40 0,0 41-1,40 79 1,0 0-1,0 1 1,-40-1 15,-1-80-31,41 0 32,0-80-17,0 0-15,41 0 31,-41-121-15,40-39 0,-40 160-16,40 0 15,-40-1-15,80-119 16,-40 120 0,40 0-1,-39 80 1,-1 120 15,-40-120-31,-121 41 16,121-41-16,-40-40 0,0 80 15,-80 0 17,80-80-32,40-120 15</inkml:trace>
  <inkml:trace contextRef="#ctx0" brushRef="#br0" timeOffset="112561.07">26845 17646 0,'0'0'0,"-41"0"16,1 40 15,40 0-31,-40 80 31,40 1-15,0 39 0,0 0-1,-40-79 16</inkml:trace>
  <inkml:trace contextRef="#ctx0" brushRef="#br0" timeOffset="112781.06">27005 17967 0,'0'40'31,"0"-80"-31,0 120 16,0-40-1,0 0-15,0 0 16,0 0 0</inkml:trace>
  <inkml:trace contextRef="#ctx0" brushRef="#br0" timeOffset="112971.05">27045 17726 0,'-40'0'16,"80"0"-16,-120 0 15,40 0 1</inkml:trace>
  <inkml:trace contextRef="#ctx0" brushRef="#br0" timeOffset="113811">27085 17846 0,'81'0'31,"-162"0"-15,162 40-1,-81 0-15,0 1 0,0-1 16,0 40-1,0-40 1,40-40 15,-40-40-15,120-40 0,-40 80-1,-80-40 1,0 80 31,0 0-16,0-80 16,40 0-32,-40-1 1,0 1-16,0 0 16,41 40-1,-41 40 17,-41-40-17,41 40-15,0 1 16,0-1-1,0 0-15,0 0 16,0 0 0,0 0-16,0 0 15,0 0-15,-40-40 16,40 40-16,-40-40 0,40 41 0,-40-41 16,0 40-16,0 0 15,0-40-15,40 40 0,-40-40 0,-1 0 0,41 40 16,-40-40-16,0 0 0,40 40 15,-40-40-15,40-40 32,0 0-17,40 0-15,0 40 16,0-40 0,-40 0-16,41 40 0,-1 0 0,-40-41 15,40 41-15,0-40 0,0 40 16,-40-40-1,40 0-15</inkml:trace>
  <inkml:trace contextRef="#ctx0" brushRef="#br0" timeOffset="113980.95">27968 18287 0,'-160'81'47,"160"-121"-47,-41 40 0,41-41 16</inkml:trace>
  <inkml:trace contextRef="#ctx0" brushRef="#br0" timeOffset="148463.57">4655 17124 0,'-40'0'0,"40"40"0,0 1 15,-41-41 1,1 0 140,40-81-156,-40 81 16,0 0 62,40 81-62,-40-1 15,40-40-31,0 0 0,0 0 15,0 0-15,0 0 0,0 0 16,0 1-16,0-1 0,0 0 0,0 0 0,0 0 16,0 0-16,0 0 0,0 0 0,0 0 0,0 0 15,0 1-15,0-1 16,0 0-16,0 0 0,0 0 0,0 0 0,-40 0 16,40 0-16,0 0 0,0 1 15,-40-1-15,40 0 0,0 0 0,0 0 16,-40 0-16,40 0 15,0 0-15,0 0 0,-41 0 0,41 1 16,0-1-16,0 0 16</inkml:trace>
  <inkml:trace contextRef="#ctx0" brushRef="#br0" timeOffset="148983.54">4253 18287 0,'-40'0'0,"80"0"0,-80 41 16,0-41-16,80 0 47,0 0-32,1 0-15,-1 0 0,0-41 0,40 41 16,-40 0-16,0-40 16,0 40-16,41 0 0,-41 0 0,40 0 0,-40 0 15,40 0-15,-39 0 0,-1 0 0,40 0 0,-40 0 16,40 40-16,1-40 0,-1 0 16,0 0-16,0 41 0,41-41 0,-1 0 0,0 0 15,41 0-15,-1 0 16,41 0-16,-40 0 0,39 0 0,1 0 0,-41 0 15,41 0-15,-40 0 0,-1 0 16,1 0-16,-1 0 0,1-41 0,-41 41 0,40-40 16,-39 40-16,-1-40 0,1 40 0,-1-40 0,0 40 15,1-40-15,-41 0 16,0 40-16,0 0 0,1-40 0,-41 40 0,40-40 16,-40 40-16,0 0 0,0 0 15,1 0-15,-82 0 31,1 0-15,0 40-16,0-40 16,0 0-16,0 0 0,0 0 0,0 0 0,-1 0 15,1 0-15,-40 0 0</inkml:trace>
  <inkml:trace contextRef="#ctx0" brushRef="#br0" timeOffset="150443.45">4334 18368 0,'-40'0'266,"40"-40"-79,0-1-171,40 41-16,-40-40 15,40 40 1,-40 40 0,0 1-16,0-1 15,0 0-15,-40 0 16,40 0-16,-40-40 0,40-40 31,0 0-15,0 0-16,40 0 0,0 40 15,-40-41 1,0 1-16,40 40 0</inkml:trace>
  <inkml:trace contextRef="#ctx0" brushRef="#br0" timeOffset="150993.42">4655 17886 0,'40'0'0,"-40"-40"15,0 80 157,0 0-172,0 1 16,0-1-16,0 0 15,0 0 1,40-40-16,-40 40 0,0 0 16,0 0-16,0 0 15,0 0-15,0 1 16,40-41-1,-40 40-15,40-40 47,-40-40-47,0-1 16</inkml:trace>
  <inkml:trace contextRef="#ctx0" brushRef="#br0" timeOffset="151713.38">5216 17325 0,'41'0'32,"-41"-40"-32,40 40 46,-40 40 17,0 0-47,0 0 15,0 0-16,0 0 1,0 0 0,0 1-16,0-1 0,0 0 15,0 0-15,0 0 0,0 0 16,0 0 0,0 0-16,0 0 0,0 0 0,-40-40 15,40 41-15,0-1 16,0 0-16,0 0 0,0 0 31,0 0-15,0 0 15,0 0-15,0 0-1,0 1 1,0-1-16,0 0 15,0-80 17</inkml:trace>
  <inkml:trace contextRef="#ctx0" brushRef="#br0" timeOffset="152373.26">5658 17886 0,'0'40'15,"0"-80"95,40 40-95,-40 40 63,0 1-46,40-41-32,-40 40 15,0 0-15,0 0 0,0 0 0,0 0 16,0 0 0,0 0-16,0 0 0,0 1 15,40-41 32,-80 0 0</inkml:trace>
  <inkml:trace contextRef="#ctx0" brushRef="#br0" timeOffset="153153.22">6420 18448 0,'-40'0'188,"40"40"-126,0 0-62,0 0 31,-40-40-31,40 40 0,0 0 16,0 0 0,0 1 124,0-82-108,40 41-32,-40-40 15</inkml:trace>
  <inkml:trace contextRef="#ctx0" brushRef="#br0" timeOffset="153893.17">7102 18368 0,'0'40'125,"0"0"-109,0 0 15,0 0-31,0 0 16,0 0-16,0 0 0,0 0 15,0 1-15,0-1 16,0 0-16,0 0 16,0 0-1,0 0-15,0 0 63,0 0-63,0 0 15,-40 1-15,40-1 16,-40-40-16,40-40 47,0-1 31,0 1-62</inkml:trace>
  <inkml:trace contextRef="#ctx0" brushRef="#br0" timeOffset="154733.12">7825 18328 0,'0'0'0,"0"-41"0,0 82 156,0-1-156,0 0 32,0 0-32,40-40 15,-40 40-15,0 0 16,0 0 15,0 0-31,0 0 16,0-80 46,40 40 16</inkml:trace>
  <inkml:trace contextRef="#ctx0" brushRef="#br0" timeOffset="155183.17">8507 18368 0</inkml:trace>
  <inkml:trace contextRef="#ctx0" brushRef="#br0" timeOffset="155933.13">4334 18207 0,'-40'0'0,"40"40"16</inkml:trace>
  <inkml:trace contextRef="#ctx0" brushRef="#br0" timeOffset="156123.11">4334 18247 0,'0'0'16,"40"-40"0,0 40-1,-40-40-15</inkml:trace>
  <inkml:trace contextRef="#ctx0" brushRef="#br0" timeOffset="157313.04">12319 17124 0,'0'0'0,"0"40"47,-40-40-32,0 41 1,-1-41-16,-39 0 0,40 40 16,0-40-16,0 0 15,40 40-15,-40-40 0,0 0 0,-1 40 0,1-40 16,0 40-16,-40-40 0,40 40 15,0-40-15,0 40 0,-1-40 0,1 40 0,0-40 16,0 0-16,0 40 0,0-40 0,0 41 16,0-41-16,-1 40 15,1-40-15,0 0 0,0 40 0,0-40 16,0 0 0,40 40-16,0-80 62</inkml:trace>
  <inkml:trace contextRef="#ctx0" brushRef="#br0" timeOffset="157672.94">11115 17325 0,'-40'40'32,"80"-80"-32,-120 120 15,40-40-15,-41 40 16,-39 41 0,80-81-1,-40 40 1,120-80 15,0 0-15,0 40-16,0-40 0,0 0 15,0 0-15,1 0 0,-1 0 16,0 0-16,0 0 0,0 0 0,0 0 0,40 40 16,-39-40-16,-1 0 15,0 0-15,0 0 0,0 0 0,0 0 0,0 40 16,0-40-16,1 0 15,-1 0-15,0 0 0</inkml:trace>
  <inkml:trace contextRef="#ctx0" brushRef="#br0" timeOffset="158112.92">12519 17205 0,'0'0'0,"0"-41"0,0 1 16,41 40-16,-1-40 15,0 40 1,0 0-16,0 40 16,0 0-1,-40 1-15,40-1 0,-40 0 0,0 0 16,0 0-16,0 0 15,0 0-15,-40 0 0,40 0 0,-40 1 0,0-1 16,40 0-16,-80-40 0,40 40 16,-1-40-1,1 0-15,0 0 0,40-40 16,-40 40-16,40-40 16,0 0-16,0-1 0,0 1 0,0 0 15,0 0-15,0 0 0,0 0 16,0 0-16,0 0 31,40 40-31,0 0 16,0 0-16,1 0 15,-1 0-15</inkml:trace>
  <inkml:trace contextRef="#ctx0" brushRef="#br0" timeOffset="158502.91">13121 17084 0,'0'80'47,"0"-160"-47,40 201 16,-40-81-16,41 40 15,-1 40 1,0 1 15,-40-81-15,0-121 15,40 81-31,40-80 31,0-40-15,-39 40-1,39 40 1,-40 40 0,-40-41-1,40 41-15</inkml:trace>
  <inkml:trace contextRef="#ctx0" brushRef="#br0" timeOffset="159102.89">13563 17365 0,'120'40'32,"-240"-80"-32,280 80 0,81-80 62,-241 0-46,0 0-1,0 0 1,-40 40 15,0 40-15,0-40 0,-1 0-1,41 40-15,41-40 63,-41 40-16,-41-40-47,1 0 15,40 40-15,0 0 31,-40-40-31,40 40 16,0 0 0,40-40-1,-40 41-15,40-41 0,-40 40 16,41-40-16,-1 0 16,0 0-1,0 0 1,0 0-16,0 0 0,-40-40 0,40 40 0,0 0 15,1 0 1,-1 0-16,-40-41 0,40 41 0,0-40 0,0 40 16,-40-40-16</inkml:trace>
  <inkml:trace contextRef="#ctx0" brushRef="#br0" timeOffset="159542.91">14245 17285 0,'0'0'0,"0"-40"31,40 40-16,0 0 1,0 40 0,81 80-1,-121-80 1,40 40 0,-40 1-1,-81-81 16,81-81-15,81-39 0,79-40-1,1 39 17,-121 121-17,0 0 1</inkml:trace>
  <inkml:trace contextRef="#ctx0" brushRef="#br0" timeOffset="160492.8">12519 15600 0,'0'40'47,"0"1"-32,0-1-15,-40-40 0,40 40 16,0 0-16,0 0 15,0 0-15,0 0 0,40-40 16,-40 40-16,41-40 0,-41 40 16,40-40-16,0 0 15,0 0-15,0 0 0,0-40 16,0 0 0,0 0-16,1 0 15,-41 0-15,40 0 16,-40 0-16,0 0 15,0-1 1,0 82 47,0-1-48,-40-40-15,40 40 0,0 0 0,0 0 0,0 0 16,0 0-16,0 0 15,0 0-15,0 1 0,0-1 0,40-40 16,-40 40-16,40 0 0,0-40 31,0 0-31,0 0 16</inkml:trace>
  <inkml:trace contextRef="#ctx0" brushRef="#br0" timeOffset="160932.79">13402 15681 0,'-40'0'63,"80"40"-48,0 0-15,-40 0 0,0 0 16,40-40-16,-40 40 15,0 0-15,0 0 0,0 0 16,0-80 31,41 0-31,-41 0-16,40 0 0,-40 0 0,40 40 15,-40-40-15,40 0 0,0 40 16,-40-40-16,40 40 15,0 0 1,-40 40-16,40 0 16,-40 0-16,0 0 15,0 0-15,0 0 16,-40-40-16,40 40 0,0 0 0,-40-40 16,40 41-16,0-1 15,-40-40-15,40 40 0,80-40 31,-40 0-31</inkml:trace>
  <inkml:trace contextRef="#ctx0" brushRef="#br0" timeOffset="161412.72">14285 15961 0,'0'0'0,"-201"-80"62,161 120-46,0 40-1,40-39 1,0-1-16,120-40 31,-39-40-15,-41-81-1,0-39 1,-40 39 15,0 41-15,0 120 62,0 0-78,-40 1 0,40-1 16,0 0-16,-40 0 0,40 0 0,0 0 15,0 0-15,0 0 16,0 0-16,0 1 0,0-1 0,0 0 16,40 0-1,-40 0-15,40-40 0,-40 40 16,40-40-16</inkml:trace>
  <inkml:trace contextRef="#ctx0" brushRef="#br0" timeOffset="161772.7">14606 16202 0,'80'-40'46,"-160"80"-46,200-80 0,-79 0 16,39 40-16,-40-40 0,0 40 16,-40-40-16,0-1 15,-40 41 1,40-40-16,-40 40 16,0 0-1,0 0-15,-1 40 16,1-40-16,0 0 15,40 41-15,-40-41 0,40 40 0,0 0 16,-40-40-16,40 40 0,0 0 16,0 0-16,0 0 15,40-40-15,-40 40 0,40-40 16,0 0 0,0 0-16,1 0 0,-1 0 15</inkml:trace>
  <inkml:trace contextRef="#ctx0" brushRef="#br0" timeOffset="162202.69">14967 16042 0,'40'0'31,"-80"0"-31,281 80 47,-241-40-32,40 0-15,-40 0 16,40 40 0,-40-40-1,-40-40 17,-120 0-17,119-120 1,82 0 15,119 40-15,-40-1-1,-39 81 1,-41 0 15,-80 0-15,0-40-1,-1 40-15</inkml:trace>
  <inkml:trace contextRef="#ctx0" brushRef="#br0" timeOffset="163072.63">12921 13114 0,'0'0'0,"-40"0"78,-1 0-62,1 0-1,40 40-15,-40-40 16,0 0-16,40 40 0,-40-40 15,0 40-15,0-40 0,0 0 0,-1 0 16,1 40-16,0-40 0,0 0 0,0 0 16,0 0-16,0 40 15,0-40-15,80-40 78,-40 0-62</inkml:trace>
  <inkml:trace contextRef="#ctx0" brushRef="#br0" timeOffset="163472.6">12479 12833 0,'-40'0'47,"80"0"-47,-120 0 15,80 40-15,-80 0 16,-81 121 0,41-1 15,80-80-16,0-80 1,80 0 31,0 0-47,40 0 31,-40 0-31,0 0 0,1 40 16,-1 1-16,0-1 15,0-40-15,-40 40 0,40 0 0,0 0 16,0-40-16,-40 40 0,40-40 0,-40 40 16,41-40-16,-1 0 15</inkml:trace>
  <inkml:trace contextRef="#ctx0" brushRef="#br0" timeOffset="164102.57">13523 12994 0,'0'40'16,"-81"0"-1,41 40 1,40 40 15,0 81-15,0-1 0,0-79 15,0-81-16,0-80 17,0 0-32,-40-121 31,40 1-31,0 39 16,0-119-1,0 160 16,40 39-15,0 41 0,81 0-1,-41 121 17,-120 39-17,-40 1 1,-81-81 15,161-40-15,0 0-16</inkml:trace>
  <inkml:trace contextRef="#ctx0" brushRef="#br0" timeOffset="164542.61">13643 13515 0,'0'0'16,"0"40"-16,40-40 31,0-40-16,81 40 1,-41-80 0,-40-1 15,-40 41-15,-40 40-1,-40 40 16,-41 81-15,81-1 0,40-40-1,120 1 17,1-81-17,-41 0 1,-40-41-16</inkml:trace>
  <inkml:trace contextRef="#ctx0" brushRef="#br0" timeOffset="164902.52">14205 13395 0,'80'0'62,"-40"0"-62,-160 0 0,280 120 16,-160-80-16,0 0 15,0 0 1,-120 0 0,40 0 15,39-80-16,82-80 1,79 0 0,0 39 15,1 81-15</inkml:trace>
  <inkml:trace contextRef="#ctx0" brushRef="#br0" timeOffset="165302.5">14967 13154 0,'0'0'16,"0"-40"-1,-40 40 1,0 40 15,0 40-15,0 81-1,0-1 1,40 0 15,40-39-15,-40-1 0,-40-120 15</inkml:trace>
  <inkml:trace contextRef="#ctx0" brushRef="#br0" timeOffset="165462.52">14686 13756 0,'-40'0'16,"80"0"-16,241-161 62,-241 161-62,0 0 0,1-40 0</inkml:trace>
  <inkml:trace contextRef="#ctx0" brushRef="#br0" timeOffset="165802.47">15088 13515 0,'0'0'0,"0"40"0,160-120 62,-120 80-46,-40-40-16,40 40 0,-40-81 31,0 1-15,-40 80-1,-40 80 1,0 41 15,40 39-15,40-80 0,80-39 15,-40-82-31</inkml:trace>
  <inkml:trace contextRef="#ctx0" brushRef="#br0" timeOffset="166002.45">15489 13354 0,'-80'0'16,"80"41"-1,80-82-15,-160 282 47,80-201-47,40-40 31,0 0-31,0-40 16</inkml:trace>
  <inkml:trace contextRef="#ctx0" brushRef="#br0" timeOffset="166222.51">15689 12953 0,'0'-40'16,"0"80"-16,-40-80 0,40 401 62,0-321-62,0 0 16,0 1-16,0 79 15,0-80-15,0 0 16</inkml:trace>
  <inkml:trace contextRef="#ctx0" brushRef="#br0" timeOffset="166372.43">15609 13475 0,'0'-80'31,"0"160"-31,241-361 32</inkml:trace>
</inkml:ink>
</file>

<file path=ppt/ink/ink12.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8-07T07:26:10.148"/>
    </inkml:context>
    <inkml:brush xml:id="br0">
      <inkml:brushProperty name="width" value="0.05292" units="cm"/>
      <inkml:brushProperty name="height" value="0.05292" units="cm"/>
      <inkml:brushProperty name="color" value="#FF0000"/>
    </inkml:brush>
  </inkml:definitions>
  <inkml:trace contextRef="#ctx0" brushRef="#br0">2849 3809 0,'0'0'0,"-40"0"0,0 0 16,40-40-1,-40 0 1,40 0 0,80 40-1,-80 40 1,40-40-1,-40 40-15,40-40 0,-40 40 16,40 1-16,0-41 0,-40 40 16,40-40-1,1 0 1,-1 0 0,0 0-16,0 0 0,0-40 15,0 40-15,0 0 16,0 0-16,1 0 0,-1 0 0,0 0 15,0 0-15,0 0 16,0-41-16,0 41 0,1 0 0,-1 0 0,0 0 16,0 0-16,0 0 0,0 0 0,0 0 15,0 0-15,1 0 16,-1 0-16,0-40 0,0 40 16,0 0-1,0 0-15,0 0 0,0 0 0,1 0 0,39 0 16,-40 0-16,0 0 15,0 0-15,0 0 0,41 0 0,-41 0 0,0 0 16,40 0-16,-40 0 0,40 0 0,-39 0 0,-1 0 16,0 0-16,0-40 15,40 40-15,-40 0 0,0-40 0,1 40 16,-1 0-16,0-40 0,0 40 16,0 0-16,0 0 0,0 0 0,0 0 15,1 0-15,-1 0 16,0 0-16,0 0 0,0 0 0,0 0 0,0 0 15,0 0-15,1 0 0,-1 0 16,0 0-16,0 0 0,0 0 0,0 0 0,0 0 16,0 0-16,1 0 0,-1 0 0,0 0 0,0 0 15,0 0-15,0 0 16,0 0-16,0 0 0,1 0 0,-1 0 0,40 0 16,-40 0-16,0 0 0,0 0 15,0 0-15,1 0 0,-1 0 0,0 0 0,0 0 16,0 0-16,0 0 15,0 0-15,0 0 0,1 0 0,-1 0 0,40 0 16,-40 0-16,0 0 0,41 0 0,-41 0 0,0 0 16,0 0-16,0 0 0,0 0 15,0 0-15,0 0 0,41 0 0,-41 0 0,40-40 16,-40 40-16,0 0 16,41 0-16,-1 0 0,-40 0 0,0 0 0,40 0 15,-40 0-15,41 0 0,-1 0 16,-40 0-16,40 0 0,-40 0 0,41 0 0,-1 40 15,-40-40-15,40 0 16,-40 0-16,1 0 0,-1 0 0,40 0 0,-40 0 16,0 0-16,40 0 0,-39 0 0,-1 0 0,0 0 15,40 0-15,0 0 0,-40 0 16,41 0-16,-1 0 0,-40 0 0,40 0 0,1 0 16,-41 40-16,40-40 15,0 0-15,0 0 0,1 0 0,-1 0 0,40 40 16,-80-40-16,41 0 0,-1 0 15,0 0-15,-40 0 0,1 0 0,-1 0 0,0 0 16,0 0-16,0 0 0,0 0 0,0 0 0,0 0 16,1 0-1,-41-40-15,0 0 16</inkml:trace>
  <inkml:trace contextRef="#ctx0" brushRef="#br0" timeOffset="759.95">6741 721 0,'-40'0'94,"40"40"-78,0 1 15,0-1-15,0 0 30,0-80 33</inkml:trace>
  <inkml:trace contextRef="#ctx0" brushRef="#br0" timeOffset="1759.89">3852 1122 0,'0'40'16,"0"1"78,0-1-94,0 0 15,0 0-15,40 0 16,-40 0-16,40 0 0,-40 0 0,0 0 16,41 1-16,-41-1 15,0 0-15,40 0 0,-40 0 0,0 40 0,0-40 16,0 0-16,0 0 0,0 1 15,0 39-15,0-40 0,0 0 0,0 0 0,0 0 16,0 0-16,0 41 0,0-41 0,0 0 0,0 0 16,0 0-16,0 0 15,0 0-15,0 0 0,0 40 0,0-39 0,0-1 16,0 0-16,-81 40 16,81-40-16,0 0 0,0 0 0,0 0 0,0 1 15,0-1-15,0 0 16,0 0-16,0 0 0,0 0 0,0 0 0,0 0 15,0 0-15,0 0 0,0 1 16,0-1-16,0 0 0,0 0 16,0 0-16,0 0 0,0 0 0,0 0 0,0 0 15,0 1-15,0-1 16,0 0-16,0 0 0,0 0 0,0 0 16,0 0-16,0 0 15,0 0-15,0 0 0,0 1 16,0-1-1,0 0-15,41-80 32,-41 0-17,0-1-15,0 1 0,0 0 16,0 0 0</inkml:trace>
  <inkml:trace contextRef="#ctx0" brushRef="#br0" timeOffset="4549.65">3973 3649 0,'0'40'63,"-81"0"-63,81 0 15,0 0 1,0 1-16,-40-41 15,40 40 1,0-80 62,0-1-62,0 1-1,0 0 1,40 40-16,-40-40 0,0 0 16,0 0-16,40 40 15,-40-40-15,0 0 0,0 0 0,41-1 16,-41 1 0,0 0-16,40 0 0,0 0 0,-40 0 15,0 0-15,40 0 16,-40 0-16,40 0 0,-40-1 0,40 1 15,0 0 1,-40 0-16,40 0 0,1 40 16,-41-40-16,40 0 0,0 0 15,0 0-15,0 40 16,-40-41-16,40 41 0,0-40 16,0 0-1,1 40-15,-1-40 16,0 40-16,0 0 15,-40-40-15,40 40 0,0 0 16,0 0-16,-40-40 0,40 40 0,1 0 16,-1 0-1,0 0-15,0 0 16,0 0-16,0 0 16,0 40-1,-40 0 1,40-40-16,-40 40 0,41-40 15,-41 40 1,0 0-16,40 1 16,-40-1-16,40-40 0,-40 40 15,40-40 1,-40 40-16,0 0 16,0 0-16,0 0 15,40-40-15,-40 40 0,0 0 16,40 1-1,0-1-15,-40 0 16,40 0-16,-40 0 0,41-40 0,-41 40 16,0 0-16,40 0 15,-40 0-15,0 0 16,0 1-16,0-1 16,0 0-16,0 0 15,0 0-15,0 0 16,0 0-16,0 0 0,0 0 15,40-40 1,-40 41-16,40-1 0,-40 0 16,40 0-16,-40 0 15,0 0 1,0 0-16,40 0 16,-40 0-1,40 0-15,-40 1 16,40-41-16,-40 40 15,41-40-15,-41 40 0,0 0 16,40 0 0,-40 0-1,40-40-15,-40 40 16,40-40 0,-40 40-1,40 0 1,0-40-1,-40 41-15,40-41 16,0 0 0,-40 40-16,41-40 15,-1 0 1,0 0-16,0 0 16,0 0-1,0 0-15,0 0 16,0 0-1,1 0-15,-1 0 16,0 0-16,0 0 16,0 0-1,0 0-15,0 0 32,0 0-17,-40-40-15,41 40 16,-41-41-16,40 1 0,0 0 31,0 40-15,-40-40-16,40 40 15,-40-40 1,40 40-16,-40-40 0,40 40 16,-40-40-1,40 40-15,-40-40 16,41 40-1,-41-40-15,0-1 16,0 1 15,40 40-31,-40-40 0,0 0 32,40 40-32,-40-40 31,40 40-31,-40-40 15,0 0 1,40 40-16,-40-40 16,0 0-16,40 40 15,-40-40 1,0-1-16,40 41 16,-40-40-16,0 0 15,41 40-15,-41-40 0,0 0 16,40 0-1,0 0-15,-40 0 0,40 0 16,-40-1-16,0 1 16,40 0-16,0 0 15,-40 0-15,40 0 0,0 0 16,-40 0 0,41 40-16,-41-40 0,40 40 0,-40-40 15,40-1 1,-40 1-16,40 40 15,-40-40 1,40 40-16,-40-40 0,40 0 0,0 40 16,-40-40-16,40 40 0,-40-40 15,41 40-15,-1-40 16,0 40-16,0 0 0,-40-40 0,40 40 16,0 0-1,-40-41-15,40 41 0,0 0 16,1-40-1,-1 40-15,0 0 16,0-40 0,0 40-1,0 0-15,0 0 16,0 0 0,1 0-16,-1 0 0,0 0 15,0 0 1,0 0-16,0 0 0,0 0 15,0 0 1,1 0 0,-1 0 15,-40 40-31,40-40 16,-40 40-1,40-40-15,-40 41 16,40-41-1,-40 40-15,40-40 0,0 40 16,0-40-16,-40 40 0,41-40 16,-1 0-1,-40 40-15,40-40 0,-40 40 16,40-40 0,-40 40-16,0 0 15,0 0 1,40-40-1,-40 41-15,0-1 16,40-40-16,-40 40 0,40-40 16,-40 40-16,0 0 0,40-40 15,1 40 1,-41 0-16,40 0 16,-40 0-1,40-40-15,-40 40 16,0 1-1,40-41-15,-40 40 0,0 0 16,40-40-16,-40 40 0,40 0 16,-40 0-1,40-40-15,-40 40 0,40-40 16,-40 40-16,0-80 31,0 0-15,0 0-16,-40 0 0</inkml:trace>
  <inkml:trace contextRef="#ctx0" brushRef="#br0" timeOffset="7879.53">11837 641 0,'0'40'94,"-40"-40"-78,40 40 15,-40-40-31,0 0 15,40 40-15,-40 1 16,40-1-16,0 0 0,0 0 16,-40 0-1,40 0-15,0 0 0,0 0 16,0 0-16,40-40 16,-40 40-16,0 1 0,0-1 0,0 0 0,0 0 15,0 0-15,0 0 16,0 0-16,0 0 0,0 0 15,0 1-15,0-1 0,0 0 0,0 0 32,0-80-1</inkml:trace>
  <inkml:trace contextRef="#ctx0" brushRef="#br0" timeOffset="8189.44">11597 1483 0,'0'0'0,"0"-40"31,40 40-15,-40-40-1,40 40 1,0 0-16,0-40 0,0 40 16,0 0-1,0 0-15,1 0 0,-41-40 16,40 40-1,-40-40-15</inkml:trace>
  <inkml:trace contextRef="#ctx0" brushRef="#br0" timeOffset="8919.47">12118 1203 0,'0'0'0,"0"40"15,0 0 48,40 0-63,-40 0 16,0 0-1,40 0-15,-40 0 16,41 0-1,-41 1-15,0-82 47,0 1-31,0 0 0,0 0-16,0 0 0,0 0 15,80 40-15,-40 0 31,0 0-31,-40 40 16,0 0 0,0 0-16,0 0 0,0 0 31,0-80 0,40 40-31,-40-40 16,40 0-1,0 0-15,1 0 0,-1 0 16,0 40-16,0 0 31,-40 40-31,0 0 16,40 0 0,-40 0-16,40-40 0,-40 40 15,40-40-15,0 0 16,1 0-16,-1 0 15,0 0-15,-40-40 0,40 0 16,0 40 0,-40-40-16,-40 40 78</inkml:trace>
  <inkml:trace contextRef="#ctx0" brushRef="#br0" timeOffset="12289.27">17936 3529 0,'0'0'0,"0"40"16,41-40 156,-1 0-156,0 0-1,0 0-15,0 0 16,0 0-1,0 0-15,1 0 16,-1 0-16,0 0 0,0 0 16,0 0-16,0 0 15,0 0-15,0 0 0,1-40 0,39 40 0,-40 0 16,0 0-16,0 0 16,0 0-16,0 0 0,41 0 0,-41 0 0,0 0 15,0 0-15,0 0 0,0 0 16,0 0-16,1 0 0,-1 0 0,0 0 0,0 0 15,0 0-15,0 0 0,0 0 0,0 0 0,1 0 16,-1 0-16,0 0 16,0 0-16,0 0 0,0 0 0,0 0 0,0 0 15,1 0-15,-1 0 16,0 0-16,0 0 0,0 0 16,0 0-16,0 0 15,0 0-15,1 0 0,-1 0 16,0 0-1,0 0-15,0 0 0,0 0 16,0 0-16,0 0 0,1 0 16,-1 0-1,0 0-15,0 0 0,0 0 0,0 0 16,40 0-16,-39 0 0,-1 0 16,40 0-16,-40 0 0,0 0 0,0 0 0,0 0 15,1 0-15,-1 0 16,0 0-16,0 0 0,0 0 0,0 0 15,0 0-15,0 0 0,1 0 16,-1 0 0,0 0-16,0 0 15,0 0-15,0 0 16,0 0-16,0 0 0,41 0 0,-41 0 0,0 0 16,0 0-16,0 0 15,0 0-15,1 0 31,-1 0-31,0 0 16,0 0-16,0 0 0,0 0 0,0 0 16,0 0-16,1 0 0,-1 0 15,0 0-15,0 0 0,0 0 0,0 0 16,-40 40 0,40-40-16,0 0 0,1 0 15,-1 0 1,0 0-16,0 0 15,0 0-15,0 0 0,0 0 0,0 0 16,1 0-16,-1 0 16,40 0-16,-40 0 0,0 0 0,0 0 15,0 0-15,1 0 0,-1 0 16,0 0-16,0 0 0,0 0 0,0 0 0,0 0 16,0 0-1,1 0 1,-1 0-16,0 0 15,0 0-15,0 0 0,0 0 16,0 0-16,0 0 0,1 0 0,-1 0 0,0 0 16,0 0-16,0 0 15,0 0-15,0 0 0,0 0 0,1 0 16,-1 0-16,0 0 16,0 0-16,0 0 0,0 0 0,0 0 0,0 0 15,1 0-15,-1 0 16,40 0-16,-40 0 0,40 0 0,-40 0 15,1 0-15,-1 0 0,0 0 0,0 0 0,40 0 16,-40 0-16,0 0 0,41 0 16,-41 0-16,0 0 0,0 0 0,0 0 0,0 0 15,1 40-15,-1-40 16,0 0-16,40 0 0,-40 0 0,40 0 0,-39 0 16,39 40-16,0-40 0,-40 0 15,40 0-15,-39 0 0,39 0 0,-40 0 0,40 0 16,-40 40-16,0-40 15,41 0-15,-41 0 0,0 0 0,0 0 0,0 0 16,0 0-16,0 0 0,1 0 0,-1 0 16,0 0-16,-80 0 47,40-40-47,-40 40 15,-1 0 1,41-40-16</inkml:trace>
  <inkml:trace contextRef="#ctx0" brushRef="#br0" timeOffset="13819.17">22150 360 0,'0'0'16,"40"0"-16,-40 40 62,-40-40-62,40 41 63,0-1-47,0 0-1,0 0 1,40 0-16,-40 0 0,0 0 15,0 0-15,0 0 16,0 1-16,40-41 0,-40 40 16,0 0-16,0 0 0,40-40 15,-40 40 1,0 0-16,40 0 0,-40 0 16,40 0-16,-40 0 15,0 1-15,0-1 0,41 0 16,-41 0-1,0 0-15,0 0 0,0 0 0,0 0 16,0 0-16,0 1 0,0-1 0,0 0 16,0 0-16,0 0 15,0 0-15,0 0 0,0 0 16,0 0 0,0 0-16,0 1 0,0-1 15,0 0-15,0 0 16,0 0-16,0 0 15,0 0-15,-41 0 0,41 0 16,0 1 0,-40-41-16,40 40 0,0 0 15,0 0 1,0 0-16,0 0 31,0 0-31,0 0 16,0 0-1,0 0-15,0 1 16,0-1 0,0 0-1,-40 0-15,40 0 32,0 0-32,0 0 31,0 0-31,-40 0 15,40 1-15,0-1 16,0 0 0,0 0-1,0 0 1,0 0 0,0 0-1,0 0-15,0 0 0,0 0 31,0 1-31,0-1 32</inkml:trace>
  <inkml:trace contextRef="#ctx0" brushRef="#br0" timeOffset="15239.09">22391 1283 0,'40'-40'15,"-40"80"157,-40-40-156,40 40-16,0 0 16,-41-40-1,41 40-15,-40 0 16,0-40-16,40 40 0,-40 0 15,0 1-15,0-1 16,40 0-16,-40-40 16,40 40-16,-40-40 0,-1 40 0,41 0 0,-40-40 15,40 40-15,-40 0 16,0 0-16,0-40 0,40 40 0,-40 1 16,0-1-16,-1 0 15,1 0-15,40 0 0,-40-40 16,40 40-16,-40 0 15,0-40-15,40 40 0,-40 0 0,0-40 0,0 41 16,-1-1-16,1 0 0,0-40 0,40 40 0,-40 0 16,0 0-16,0-40 0,40 40 15,-40-40-15,0 40 0,40 0 0,-41-40 16,41 40-16,-40-40 16,40 41-16,-40-1 0,0-40 15,40 40-15,-40 0 16,0 0-16,0 0 15,0 0-15,-1 0 0,41 0 16,-40-40-16,0 41 16,40-1-16,-40-40 0,40 40 0,-40-40 15,40 40 1,0 0 15,-40-40-31,40 40 16,-40-40-1,40 40-15,-40 0 0,-1-40 16,41 40-16,-40-40 31,40 40-31,0 1 32,-40-41-32,40 40 0,0 0 31,-40-40-31,40 40 31,0 0 16,-40-40-47,40-40 62,0 0-46,0 0-16,0 0 0,0-1 0,0 1 16,40 0-16,-40 0 15,40 40-15,-40-40 0,40 40 0</inkml:trace>
  <inkml:trace contextRef="#ctx0" brushRef="#br0" timeOffset="16978.91">22310 1122 0,'0'40'47,"-40"-40"-47,80 0 78,0 0-62,-40 41-16,41-1 15,-41 0 1,40-40 0,-40 40-16,40-40 15,-40 40 1,40-40 15,-40 40-31,40 0 16,-40 0-1,40-40-15,-40 40 16,40-40-16,0 41 31,-40-1-31,41-40 16,-41 40-16,40-40 16,-40 40-16,40 0 15,-40 0 1,0 0-16,40-40 0,-40 40 0,0 0 15,0 0-15,40-40 0,-40 41 16,0-1 0,0 0-16,40-40 15,-40 40 1,40-40-16,-40 40 16,40-40-16,-40 40 15,41-40-15,-1 40 0,-40 0 16,40-40-16,-40 40 15,40-40-15,-40 41 0,40-41 0,-40 40 16,40-40-16,-40 40 0,40 0 16,-40 0-1,40 0 1,-40 0 0,41-40-16,-41 40 0,40-40 15,-40 40-15,40-40 16,-40 40-16,40-40 0,-40 41 15,40-41-15,-40 40 0,40-40 16,-40 40 0,40-40-16,-40 40 0,40-40 15,-40 40 1,41-40-16,-41 40 0,40 0 16,0 0-1,-40 0-15,40-40 16,-40 41-16,40-41 15,-40 40-15,40-40 16,-40 40-16,40 0 31,-40 0-15,40-40-16,-40 40 16,41-40-1,-41 40 1,40-40-16,-40 40 15,40-40 1,-40 40-16,40-40 16,-40 40-1,40-40 1,-40 41 0,40-41-16,0 0 15,-40 40 1,40-40-1,-40 40 1,41-40 15,-41 40-15,0 0 31,40-40-32,-40 40 32,0-80 47,-40 0-78,-1 40-1,41-40-15</inkml:trace>
  <inkml:trace contextRef="#ctx0" brushRef="#br0" timeOffset="18488.9">19180 4331 0,'-40'0'0,"40"40"15,-40-40 32,0 0-31,0 0 46,80 0 48,0 0-95,0 0-15,0 0 0,1 0 0,-1 0 16,0 0 0,0 0-16,0 0 0,0 0 15,0-40 1,-80 40 93</inkml:trace>
  <inkml:trace contextRef="#ctx0" brushRef="#br0" timeOffset="19198.8">19742 4130 0,'0'40'109,"0"0"-109,0 1 16,0-1-16,0 0 16,0 0-16,0 0 31,0 0-31,40-40 15,0 0 17,1-40-32,-41 0 15,40 40 1,-40-40-16,40 40 16,-40-40-16,0 0 15,0 80 32,0 0-31,40-40-1,-40 40-15,40-40 0,0 0 32,0 0-32,-40-40 15,40 0 1,-40 0-16,41 40 0,-41-41 15,40 41-15,-40-40 0,0 0 16,0 0 0,0 0-16,0 0 0,-40 40 15,40-40 1,-41 40-16,1 0 47</inkml:trace>
  <inkml:trace contextRef="#ctx0" brushRef="#br0" timeOffset="19888.74">20505 4210 0,'-41'41'32,"1"-41"-32,80 0 62,-40 40-62,41 0 16,-41 0-16,0 0 15,0 0 1,0 0-16,40-40 63,0-40-32,0 0-31,0 40 0,-40-40 0,40 40 15,0 0-15,-40-40 0,40 40 16,-40 40 15,0 0-15,-40-40-16,40 40 0,0 0 31,-40-40-31,40-40 47,40 40-47,0 0 0,-40-40 16,41 40-16,-41-40 0,40 40 15,0 0-15,-40-40 0,40 40 16,0 0 0,-40 40 15,0 0-31,0 0 15,40-40-15,-40 40 16,0 0 0,0 0-1,0 1 1,40-41 0</inkml:trace>
  <inkml:trace contextRef="#ctx0" brushRef="#br0" timeOffset="21268.66">23755 4090 0,'0'40'125,"0"0"-110,0 0-15,0 1 16,0-1-16,0 0 0,0 0 16,0 0-1,40 0-15,0-40 16,0 0-16,0 0 31,0 0-31,-40-40 0,41 0 16,-1 0-16,-40 0 15,40 40-15,-40-40 0,0 80 78,0 0-78,40-40 16,-40 40 0,40-40-16,0 0 31,-40-40-31,40 40 16,-40-40-16,0 0 15,0-1-15,0 1 16,0 0-16,-40 40 15,40-40-15,-40 40 16,40-40-16</inkml:trace>
  <inkml:trace contextRef="#ctx0" brushRef="#br0" timeOffset="22228.6">24477 4411 0,'0'0'16,"0"-40"15,40 40-31,0 0 31,-40 40 1,0 0-17,40-40 1,-40 40-16,0 0 0,0 0 15,0 1-15,-40-41 32,40-41-1,0 1-15,40 40-16,-40-40 15,41 40-15,-41-40 0,40 40 16,-40-40-16,40 40 0,0 0 15,-40-40 1,0 80 15,40-40-31,-40 40 0,0 0 16,0 0 0,0 0-1,0-80 48,0 0-63,0 0 0,40 40 15,-40-40 1,40 40-16,0 0 16,1 0 15,-41 40 0,40 0-31,-40 0 16,0 0-1,0 1-15,0-1 32,40-40-1,-40 40-16,40-40-15,0 0 32,0 0-17,0 0 1,-40-40-16,40 40 31,-80 0 16,-40 0-47,40-40 16,0-1-1,0 41-15</inkml:trace>
  <inkml:trace contextRef="#ctx0" brushRef="#br0" timeOffset="23928.5">21949 400 0,'0'41'141,"0"-1"-126,-40-40-15,0 40 0,40 0 16,-40-40 0,40 40-16,0 0 15,-40-40-15,80 0 63,-40-40-48,40 40-15,0 0 16,-40-80-16,40 80 0,-40-40 0,40 0 16,0-1-1,-40 1-15,41 40 16,-1 0 78,0 0-79,0 40 1,0-40-16,0 0 0,0 41 16,0-41-1,1 0-15,-1 40 0,0-40 0,0 0 16,0 40-16,0-40 0</inkml:trace>
  <inkml:trace contextRef="#ctx0" brushRef="#br0" timeOffset="24788.45">23193 561 0,'-40'0'32,"40"40"77,0 0-78,40 0-31,-40 0 16,40-40-16,-40 40 0,40 1 0,-40-1 0,40-40 15,1 40-15,-41 0 0,40-40 16,0 40-16,0 0 0,0 0 0,0-40 16,-40 40-16,40-40 15,-40 40-15,40-40 0,-40 40 0,41-40 0,-41 41 16,40-41 0,-40-41-1,40 1 1</inkml:trace>
  <inkml:trace contextRef="#ctx0" brushRef="#br0" timeOffset="25168.43">23755 641 0,'-40'0'0,"80"0"0,-161 0 31,81 0-31,40 40 47,-40-40-31,0 40-16,0 0 0,0 1 15,0-1-15,0 0 0,-1 0 16,1 0 0,40 0-16,-40-40 0,40 40 0,-40 0 0,0 0 15,40 0-15,-40 1 16,40-1-16,-40-40 31,40-40-15</inkml:trace>
  <inkml:trace contextRef="#ctx0" brushRef="#br0" timeOffset="25688.4">24156 481 0,'0'0'15,"-40"0"1,0 40 78,40 0-94,-40-40 0,40 40 0,-40 0 15,40 0-15,0 0 0,0 0 0,0 1 16,-41-1 0,41 0-16,0 0 0,0 0 0,0 0 15,0 0-15,0 0 16,0 0-16,0 0 0,0 1 0,41-1 16,-1 0-1,0-40-15,0 0 16,0 0-16,0-40 0,0 40 15</inkml:trace>
  <inkml:trace contextRef="#ctx0" brushRef="#br0" timeOffset="26218.44">24678 922 0,'-40'0'0,"80"0"0,-40 0 32,40 0-1,0 0-31,40-80 31,0-1-15,-80 1-1,0 40 1,-40 80 47,40 0-48,0 0 1,0 1-16,0-1 0,0 0 15,0 0-15,0 0 0,0 0 16,0 0 0,0 0-16,0 0 0,0 0 0,0 1 15,-40-1-15,0 0 16,40 0-16,-40-40 0,40 40 0,-40 0 16,0 0-1,40 0-15,-40-40 0,-1 0 16,41 40-16,-40-40 0,0 0 31,40-40-31,0 0 0,0 0 16</inkml:trace>
  <inkml:trace contextRef="#ctx0" brushRef="#br0" timeOffset="26428.35">24878 400 0,'-40'0'15,"80"0"-15,-80-40 0,0 40 16,40 40 15</inkml:trace>
  <inkml:trace contextRef="#ctx0" brushRef="#br0" timeOffset="27038.39">25400 681 0,'-40'0'16,"0"0"-16,0 0 16,-1 0 15,41 40-31,0 0 15,0 1-15,0-1 16,0 0-16,0 0 0,0 0 16,0 0-1,0 0-15,0 0 0,0 0 16,41-40-16,-1 0 16,0 0-16,0 0 15,0-40 1,0 0-1,-40 0-15,0 0 16,40 40 31,1 40-31,-1-40-1,0 0 1,0 0-16,-40-40 0,40 40 0,-40-40 15,40 0 1,-40 0-16,0 0 16,-40-1-16,0 1 15,0 40-15,0-40 16,80 40 31</inkml:trace>
  <inkml:trace contextRef="#ctx0" brushRef="#br0" timeOffset="27308.3">26162 441 0,'0'0'0,"-40"0"0,40 40 31,40 0-15,-40 0-1,41-40-15,-41 40 0,0 0 0,40 0 16,-40 0-16,0 0 0,0 1 16,0-1-16,0 0 0,0 0 0,0 0 0,-40 0 15,40 0-15,-81 0 16,41 0-16,0 0 0,0 1 0,0-1 0,-40 0 15,39-40-15</inkml:trace>
  <inkml:trace contextRef="#ctx0" brushRef="#br0" timeOffset="28808.22">3812 1122 0,'-40'40'15,"40"1"16,-80-41 1,80 40-17,0 0-15,0 0 0,0 0 0,0 0 16,0 0-16,0 0 16,0 0-16,0 1 0,0-1 0,0 0 15,-40-40-15,40 40 0,0 0 0,-41-40 16,41-40 15,41 0-15,-41 0-16,0 0 0,0-1 15,0 1-15,0 0 16,0 0-16,40 0 0,-40 0 0,0 0 16,40 0-16,-40 0 15,40 40-15,0-41 0,0 41 16,0 0-1,-40-40-15,0 0 16,40 40 0,1 0-1,-1 0-15,0 40 0,0 0 16,0 1 0,-40-1-16,40-40 0,0 40 0,0 0 15,1-40-15,-41 40 0,40-40 0,0 40 16,0-40-1,0 0-15</inkml:trace>
  <inkml:trace contextRef="#ctx0" brushRef="#br0" timeOffset="29518.24">4735 922 0,'0'0'0,"40"0"15,0 0 16,0 40 1,-40 0-32,40 0 0,-40 0 15,0 0-15,0 0 0,0 1 16,0-1-16,-40 0 0,40 0 0,0 0 16,-40-40-1,40-40 1,40 40-1,-40-40-15,40 0 16,-40 0-16,41-1 0,-1 1 0,-40 0 0,40 0 16,0 40-16,0-40 15,-40 0-15,40 0 0,0 40 0,-40-40 16,0 0 0,40 40-16,-40-40 0,41 40 15,-82 0 48,1 40-32,0-40-31,40 40 16,-40-40-16,40 40 15,0 0-15,0 0 0,0 0 16,0 0-16,40-40 0,-40 40 15,40-40-15,-40 40 16,40-40-16,1 41 0,-1-41 16,0 0-16,0 0 15,0-41-15,0 1 32,0 0-32</inkml:trace>
  <inkml:trace contextRef="#ctx0" brushRef="#br0" timeOffset="29928.14">5778 521 0,'0'40'31,"-40"-40"1,0 0-32,40 40 15,-40 0-15,40 0 16,0 0-16,0 0 15,0 1-15,0-1 0,0 0 16,0 0 0,0 0-16,40-40 0,-40 40 0,40 0 15,-40 0 1,40-40-16,-40 40 0,40-40 0,-40 40 16,40-40-16,1 0 15,-1 0-15,0-40 16</inkml:trace>
  <inkml:trace contextRef="#ctx0" brushRef="#br0" timeOffset="30228.13">6179 521 0,'0'0'31,"-40"0"-15,40 40 0,0 80 15,0-40-15,0 41-1,121-41 1,-1-40 15,-80-40-31</inkml:trace>
  <inkml:trace contextRef="#ctx0" brushRef="#br0" timeOffset="30468.19">6139 802 0,'-40'40'15,"80"-40"48,41 0-63,-41-40 0,0 40 15,0 0 1,0-41-16,0 41 0,-40-40 0,40 0 16</inkml:trace>
  <inkml:trace contextRef="#ctx0" brushRef="#br0" timeOffset="30908.12">6541 521 0,'40'0'109,"-40"40"-77,40-40-32,-40 80 0,40-80 0,0 40 15,-40 0-15,40 0 16,-40 1-16,0-1 0,0 40 0,0-40 16,0 40-16,0-40 0,-40 40 15,40-39-15,-40 39 0,0 0 0,0 0 0</inkml:trace>
  <inkml:trace contextRef="#ctx0" brushRef="#br0" timeOffset="89874.59">4013 4251 0,'-40'0'125,"40"40"-47,0 40-78,0-40 0,0 0 16,0 0-16,0 0 0,0 0 16,40 1-16,-40-1 15,0 0-15,0 0 0,0 0 0,0 0 16,0 0-16,0 0 16,0 40-16,0-39 0,0-1 0,0 0 15,0 0-15,0 0 0,0 40 16,-40-40-16,40 41 0,-41-41 0,41 40 0,0-40 15,0 0-15,-40 40 16,40-40-16,0 41 0,0-41 0,0 0 0,0 0 16,40 40-16,-40-40 0,0 0 0,0 0 0,0 1 15,0-1-15,41 0 0,-41 0 16,0 0-16,40 0 0,-40 0 0,0 0 0,40 0 16,-40 0-16,0 1 15,0-1-15,0 0 0,0 0 16,0 0-16,-40 0 15,40 0-15,0 0 0,0 0 0,0 1 16,0-1-16,0 0 0,0 0 0,0 0 16,0 40-16,0-40 15,0 0-15,0 0 0,0 41 0,0-41 0,0 0 16,0 0-16,0 0 0,0 0 16,0 0-16,0 0 0,0 1 0,0-1 15,0 0 1,0 0-16,0 0 0,0 0 15,0 0-15,0 0 0,40 0 16,-40 0-16,0 1 0,0-1 0,40 0 16,-40 0-16,0 0 0,0 0 0,0 0 15,0 0-15,0 0 16,0 1-16,0-1 0,0 0 0,0 0 0,-40 0 16,40 0-16,0 0 0,-40-40 15,40 40-15,0 0 0,-40 0 0,40 1 0,0-1 16,0 0-1,0 0-15,0 0 0,0 0 0,0 0 0,0 0 16,0 0-16,0 1 0,0-1 0,0 0 0,0 0 0,0 0 16,0 0-16,0 0 15,0 40-15,0-40 0,0 1 0,0 39 0,0-40 16,0 0-16,0 0 16,-41 40-16,41-40 0,0 1 0,0-1 0,0 40 15,-40-40-15,40 0 0,0 0 16,0 0-16,0 0 0,0 0 0,-40 1 0,40-1 15,0 0-15,0 40 16,0-40-16,0 0 0,0 40 0,0-39 0,0-1 16,0 40-16,0-40 0,0 0 0,-40 40 0,40-40 15,0 0-15,-40 1 0,40 39 16,0-40-16,0 0 0,0 0 0,0 0 0,0 40 16,0-39-16,0-1 15,0 0-15,0 0 0,0 40 0,0-40 0,0 0 16,0 0-16,0 41 0,0-41 15,-40 0-15,40 40 0,0-40 0,0 40 0,0-40 16,-40 41-16,40-41 0,0 40 0,0-40 0,0 40 16,0-40-16,-40 0 15,40 1-15,0 39 0,0-40 0,0 0 0,0 0 16,0 0-16,0 40 0,0-39 16,0-1-16,0 40 0,0-40 0,0 0 0,0 40 15,0-40-15,0 0 0,40 1 16,-40 39-16,0-40 0,0 0 0,0 40 15,0-40-15,0 41 0,0-41 16,0 0-16,0 0 0,0 40 0,0-40 0,0 0 16,0 40-16,0-39 0,0 39 0,0-40 0,0 40 15,0-40-15,0 40 16,0-39-16,0 39 0,0 0 0,0 0 0,0-40 16,0 40-16,0 1 0,0-1 15,0 0-15,0 40 0,0-39 0,0-1 0,0 0 16,40 40-16,-40-39 15,0-1-15,0 40 0,0-40 0,40 1 0,-40-1 16,0 0-16,40 0 0,-40-40 0,40 40 0,-40-39 16,0-1-16,0 0 0,0 0 15</inkml:trace>
  <inkml:trace contextRef="#ctx0" brushRef="#br0" timeOffset="91624.48">4053 7138 0,'40'0'31,"-40"-40"-15,0 0 0,-40 40 30,0 0-30,0 0-16,-1 40 0,1 0 16,0-40-16,40 40 0,0-80 62,40 40-46,0 0-1,1 0-15,-1 0 0,0 0 0,40 0 16,-40 0-16,40 0 0,-39 0 0,-1 0 16,0 0-16,0 0 0,40 0 15,-40 0-15,0 0 0,1 0 0,-1 0 0,40 0 16,-40 0-16,0 0 16,0 0-16,0 0 0,41 0 0,-41 40 0,0-40 15,40 0-15,-40 0 0,41 0 16,-1 0-16,-40 0 0,40 0 0,-40 0 0,41-40 15,-1 40-15,-40 0 0,0 0 0,40 0 0,-40 0 16,1 0-16,39-40 16,-40 40-16,0 0 0,0 0 0,40 0 0,-39 0 15,-1 0-15,0 0 0,0 0 16,40 0-16,-40 0 0,41 40 0,-41-40 0,40 0 16,0 0-16,-40 0 15,41 40-15,-41-40 0,40 0 0,0 0 0,-40 0 16,41 40-16,-41-40 0,40 0 15,-40 40-15,40-40 0,-39 0 0,-1 0 0,40 0 16,-40 0-16,0 0 0,0 0 0,0 0 0,1 0 16,39 0-16,-40 0 15,0 0-15,0 0 0,40 0 0,-39 0 0,39 0 16,-40 0-16,40 0 0,-40 0 16,41 0-16,-41 0 0,0 0 0,40 0 0,-40 41 15,0-41-15,0 0 16,41 40-16,-41-40 0,0 0 0,0 40 0,0-40 15,0 0-15,0 40 0,1-40 0,-1 0 16,0 0-16,0 0 0,0 0 16,0 0-16,0 0 0,41 0 0,-41 0 0,0 0 15,0 0-15,40 0 16,-40 0-16,41 0 0,-41 0 0,40 0 0,-40 0 16,0 0-16,40 0 0,-39 0 15,-1 0-15,0 0 0,0 0 0,0-40 0,0 40 16,0 0-1,0 0-15,1 0 0,-1 0 0,0 0 0,40 0 16,-40 0-16,0 0 0,41 0 0,-41 0 0,40 0 16,-40 0-16,0 0 0,41 0 15,-41 0-15,0 0 0,0 0 0,0 0 0,0 0 16,0 0-16,0 0 16,1 0-16,-1 0 0,0 0 0,0 0 15,0 0-15,0 0 0,0 0 16,0 0-16,1 0 0,-1 0 0,0 0 15,0 0-15,0 0 16,0 0 0,0 0-1,0 0 1,1 0 15,-122 0 63</inkml:trace>
  <inkml:trace contextRef="#ctx0" brushRef="#br0" timeOffset="91984.46">11476 7018 0,'-40'0'0,"0"0"16,120 0 15,-40 0-31,0 40 16,1-40-16,-1 40 0,0 0 15,0-40-15,0 40 0,0-40 0,0 40 16,0 0 0,1-40-16,-1 41 0,0-41 15,-40 40-15,0 0 16,0 0-16,-40-40 0,40 40 15,-81 0-15,41-40 0,0 40 0,-40-40 0,40 40 16,-40 0-16,39-40 16,1 41-16,-40-41 0,0 0 0,0 40 0,-1-40 15,1 0-15,0 0 0</inkml:trace>
  <inkml:trace contextRef="#ctx0" brushRef="#br0" timeOffset="93104.39">3932 6296 0,'41'0'31,"-1"0"-15,0 0-1,-40-40-15,-40 40 31,0 0-15,40 40 78,-41 0-79,41 0 1,-40 0 0,40 0-16,0 0 0,0 1 15,0-1-15,0 0 16,0 0-16,0 0 0,0 0 0,0 0 16,0 0-16,0 0 15,0 1-15,0-1 0,0 0 16,0 0-16,0 0 0,0 0 15,0 0-15,0 0 0,0 0 0,0 0 0,40 1 16,-40-1-16,0 0 0,0 0 0,0 0 0,0 0 16,0 0-1</inkml:trace>
  <inkml:trace contextRef="#ctx0" brushRef="#br0" timeOffset="93884.35">4976 6577 0,'0'-40'15,"0"-1"-15,0 1 16,0 0 0,0 0-1,0 0 1,0 0 62,0 0-47,0 0-15,0 0 0,0 80 30,0 0-30,0 0 0,0 0-16,0 0 31,0 0-31,0 0 16,0 0-16,0 1 15,0-1-15,0 0 0,0 0 0,0 0 16,0 0-16,-40 0 15,40 0-15,0 0 0,0 1 0,0-1 16,0 0-16,0 0 0,0 0 0,0 0 16,0 0-16,0 0 0,0 0 15,0 0-15,40-40 16</inkml:trace>
  <inkml:trace contextRef="#ctx0" brushRef="#br0" timeOffset="94684.3">5658 6336 0,'0'-40'31,"0"0"-15,-40 40 124,40 40 1,0 0-141,40-40 15,-40 40-15,0 0 0,0 0 16,0 0-16,0 1 0,0-1 16,40 0-16,-40 0 15,0 0-15,40 0 0,-40 0 0,0 0 16,0 0 0,0 1-16,0-1 0,0 0 0,0 0 15,0 0 1,0 0-16,-40 0 0,40 0 15,0 0-15</inkml:trace>
  <inkml:trace contextRef="#ctx0" brushRef="#br0" timeOffset="95424.25">6781 6376 0,'0'-40'0,"0"0"79,-40 40 61,40 40-140,0 0 16,0 0-1,0 0-15,0 0 0,0 1 16,0-1-16,0 0 0,0 0 0,0 0 16,-40 0-16,40 0 0,0 0 15,0 0-15,0 1 0,0-1 0,0 0 16,0 0 0,0 0-16,0 0 0,0 0 0,-40-40 15,40 40-15,0 0 0,0 0 16</inkml:trace>
  <inkml:trace contextRef="#ctx0" brushRef="#br0" timeOffset="96034.29">7664 6336 0,'0'40'94,"0"0"-63,0 0-15,0 0-16,0 1 0,0-1 15,0 0-15,0 0 0,0 0 16,0 0-16,0 0 16,0 0-16,0 0 0,0 1 0,0-1 0,0 0 15,0 0-15,0 0 16,0 0-16,0 0 0,0 0 16,0 0-16,0 0 15</inkml:trace>
  <inkml:trace contextRef="#ctx0" brushRef="#br0" timeOffset="96574.19">8467 6416 0,'0'40'47,"-40"0"-16,40 1-31,0-1 32,0 0-32,0 0 0,0 0 15,0 0-15,0 0 16,0 0-16,0 0 0,0 1 16,0-1-1,0 0-15,0 0 0,0 0 0,0 0 16,0 0-16,0 0 15,0 0-15,0 0 0</inkml:trace>
  <inkml:trace contextRef="#ctx0" brushRef="#br0" timeOffset="97134.23">9430 6416 0,'0'40'62,"0"0"-46,0 1-16,0-1 16,0 0-1,0 0-15,0 0 0,40-40 16,-40 40-16,0 0 15,0 0-15,0 0 0,0 1 0,0-1 16,0 0-16,0 0 0,0 0 0,0 0 0,0 0 16,0 0-16,0 0 15,0 0-15,0 1 0,0-1 16</inkml:trace>
  <inkml:trace contextRef="#ctx0" brushRef="#br0" timeOffset="97574.13">10393 6537 0,'0'40'46,"0"0"1,0 0-31,40 0-16,-40 0 0,40 0 16,-40 0-1,40 0-15,-40 1 0,0 39 0,0-40 0,0 0 16,40 40-16,-40-40 0,0 0 15,40 0-15,-40 1 0,0-1 0,0 0 16,0 0-16</inkml:trace>
  <inkml:trace contextRef="#ctx0" brushRef="#br0" timeOffset="98714.13">1364 5734 0,'0'-40'31,"0"0"-16,0 0 1,-40 40-16,0 0 31,0 0-31,0 40 0,0-40 0,40 40 16,-40-40-16,-1 40 16,41 1-16,-40-1 0,0-40 0,40 40 0,0 0 15,-40-40-15,40 40 0,0 0 16,0 0-16,0 0 15,40-40-15,-40 40 0,40-40 0,0 41 16,1-41-16,-1 0 16,-40 40-16,40-40 0,0 0 0,0 0 15,0 0-15,0 0 16,-40-40-16,40 40 0,-40-41 0,41 41 16,-41-40-1,0 0-15,0 0 0,0 0 0,0 0 16,-41 0-16,41 0 15,-40 0-15,40-1 0,-40 1 0,40 0 0,0 0 16,-80-40-16,80 40 0,-40 0 0,40 0 0,0 0 16,0-1-1,-40 41-15,40-40 0,0 0 0,0 0 16,0 0 0,0 0-16,80 40 15,-80-40-15,40 40 16,-40-40-16,40 40 0,40 0 0,-39 0 15,-1 0-15,0 0 16,0 40-16,-40 0 16</inkml:trace>
  <inkml:trace contextRef="#ctx0" brushRef="#br0" timeOffset="99044.04">1565 5975 0,'0'-40'31,"40"40"-31,0-40 16,0 0 0,0 40-16,1-40 0,-1 40 0,0-40 15,0 40-15,0-41 0,0 41 16,0 0-16,0-40 0,1 40 0,-1-40 16</inkml:trace>
  <inkml:trace contextRef="#ctx0" brushRef="#br0" timeOffset="99244.1">1846 5855 0,'-40'40'32,"80"-80"-32,-120 80 0,80 0 46,80-40-46,-80 40 0,40 0 0,-40 0 16,0 0-16,40-40 16,-40 41-16,0-1 0,0 0 0,0 0 15,0 0 1</inkml:trace>
  <inkml:trace contextRef="#ctx0" brushRef="#br0" timeOffset="99554.08">2247 5975 0,'0'0'0,"-40"0"32,0 0-17,40 40 1,80 0-1,-80 41-15,80-41 32,-40 40-17,-40-40 1,-40 0 0,-80-40-1,120-120 1</inkml:trace>
  <inkml:trace contextRef="#ctx0" brushRef="#br0" timeOffset="100023.98">2408 4972 0,'0'0'0,"0"-80"16,-41 80-16,41-40 31,-40 40-15,40 40 0,-40 121-1,40 79 1,0-119-1,0 79 1,161-80 0,-81-79-1,40-41 1,-80-41 0</inkml:trace>
  <inkml:trace contextRef="#ctx0" brushRef="#br0" timeOffset="100254.04">2688 5093 0,'-40'0'16,"80"0"-16,-80-40 16,40 80 15,0 0-31,40-40 0,-40 40 0,0 0 15,41 0-15,-41 0 0,40 0 0,-40 1 16,40-1-16,-40 0 0,40 0 16,-40 0-16,40-40 0,-40 40 0,40-40 31,-40 40-31</inkml:trace>
  <inkml:trace contextRef="#ctx0" brushRef="#br0" timeOffset="100444.03">2688 5454 0,'0'0'15,"-40"0"-15,40-40 32,40 40-32,1 0 0,-41-40 0,80-1 15,-40 41-15,-40-40 0,40 40 16,0-40-16,0 40 0,0-40 0,1 40 15,-41-40-15,40 40 0</inkml:trace>
  <inkml:trace contextRef="#ctx0" brushRef="#br0" timeOffset="100623.94">3090 4892 0,'0'40'0,"0"-80"0,0 120 31,40-80-31,0 81 16,80-1-16,-80 201 31,-240 80-31</inkml:trace>
  <inkml:trace contextRef="#ctx0" brushRef="#br0" timeOffset="103833.79">14245 7700 0,'40'0'0,"-40"-40"32,0-1-17,40 41 110,0 0-109,40 0-16,-39 0 15,-1 0-15,0 0 16,0 0-16,0 0 0,0 0 16,0 0-1,1 0-15,-1 0 0,0 0 0,0 41 0,0-41 16,0 0-16,0 0 0,41 0 16,-41 0-16,0 0 0,40 0 0,-40 0 0,0 0 15,41 0-15,-41 0 16,0 0-16,0 0 0,0 0 0,0 0 0,0 0 15,0 0-15,1 0 0,-1 0 0,0 0 16,0 0-16,0 0 16,0 40-16,0-40 0,0 0 15,1 0 1,-1 0-16,0 0 0,0 0 16,0 0-16,0 0 0,0 0 15,0 0-15,1 0 0,-1 0 0,0 0 16,0 0-16,0 0 0,0 0 15,0 0 1,0 0-16,1 0 0,-1 0 0,40 0 0,-40 0 16,0 0-16,40 0 0,-39 0 15,39 0-15,0 0 0,0 0 0,-40 0 0,41 0 16,-1 0-16,-40 0 16,40 0-16,-40 0 0,1 0 0,-1 0 0,0 0 15,0 0-15,0 0 16,0 0-16,0 0 15,0 0-15,1 40 0,-1-40 16,0 0-16,0 0 16,40 0-16,1 40 0,-1-40 0,0 0 0,40 0 15,-39 40-15,-41-40 0,40 0 16,-40 0-16,0 0 0,0 0 0,1 0 0,-1 0 16,-40 40-1,40-40-15,0 0 16,0 0-1,0 0-15,0-40 16,41 40-16,-41 0 0,40 0 0,0 0 16,0 0-16,41 0 15,-41 0-15,0 0 0,1 0 0,-41 0 0,0 0 16,40 0-16,-40 0 16,0 0-16,0 0 0,1 0 0,-1 0 15,0 0-15,0 0 16,0 0-16,40 0 0,-40 0 0,1 0 0,39 0 15,0 0-15,-40 0 0,40 40 0,1-40 0,-1 0 16,0 0-16,0 0 0,1 0 16,-1 40-16,0-40 0,0 0 0,1 0 0,-1 0 15,0 0-15,0 0 16,1 0-16,-1 0 0,-40 0 0,40 40 0,-39-40 16,39 0-16,-40 0 0,40 0 15,-40 0-15,41 0 0,-1 0 0,0 0 0,-40 0 16,40 0-16,1 0 0,-1 0 0,-40 0 0,40 0 15,-40 40-15,41-40 16,-41 0-16,40 0 0,-40 0 0,40 0 0,1 0 16,-41 0-16,40 0 0,-40 0 15,40 0-15,1 0 0,-1 0 0,0 0 0,-40 0 16,41 0-16,-1 0 16,0 0-16,-40 0 0,40 0 0,-39 0 0,39 0 15,-40 0-15,0 0 0,40 0 16,-40 0-16,1 0 0,39 0 0,-40 0 0,0 0 15,40 0-15,-40 0 0,1 0 0,-1 40 0,40-40 16,-40 0-16,40 0 16,1 0-16,-41 0 0,0 0 0,40 0 0,-40 41 15,41-41-15,-41 0 0,0 0 16,40 0-16,-40 0 0,40 0 0,1 0 0,-41 0 16,0 0-16,40 0 15,-40 0-15,41 0 0,-41 0 0,0 0 0,40 0 16,-40 0-16,0 0 0,0 0 0,1 0 0,39 0 15,-40 0-15,0 0 0,0 0 16,0 0-16,0 0 0,41 0 0,-41 0 0,0 0 16,0 0-16,40 0 15,-40 0-15,1 0 0,39 0 0,-40 0 0,0 0 16,0 0-16,40 0 0,-39 0 16,-1 0-16,0 0 0,0 0 0,40 0 0,-40 0 15,0 0-15,41 0 16,-41 0-16,0 0 0,0 0 0,40 0 0,-40 0 15,1 0-15,-1 0 0,0 0 0,0 0 0,0 0 16,0 0-16,0 0 0,0 0 16,1 0-16,-1 0 0,0 0 0,0 0 0,0 0 15,40 0-15,-40 40 16,1-40-16,39 0 0,-40 0 0,0 0 0,40 0 16,-39 0-16,-1 0 0,0 0 15,0 0-15,0 0 0,0 0 0,0-40 0,0 40 16,1 0-16,-1 0 0,-40-41 15,40 41 1,-40-40-16,40 40 0</inkml:trace>
  <inkml:trace contextRef="#ctx0" brushRef="#br0" timeOffset="112523.31">24678 8020 0</inkml:trace>
  <inkml:trace contextRef="#ctx0" brushRef="#br0" timeOffset="121402.79">22150 5414 0,'0'-40'16,"0"80"109,0 0-109,0 0-16,0 40 15,0-40-15,0 0 16,0 0-16,0 0 16,0 1-16,0-1 15,0 0-15,0 0 0,0 0 0,0 0 16,0 0-16,0 0 0,0 0 0,0 1 15,-40-41 1,40 40-16,0 0 0,0 0 16,0 0-1,-40 0-15,40 0 16,0 0-16,0 0 16,0 0-16,0 1 15,0-1-15,0 0 16,0 0-1,0 0 1,0 0 0,0 0-16,0 0 31,0 0-15,0 1-1,0-1-15,0 0 16,0 0-16,0 0 0,0 0 15,-41 0 1,41 0-16,0 0 16,0 0-16,0 1 15,0-1-15,-40-40 16,40 40 0,0 0-16,0 0 15,0 0-15,0 0 16,0 0-1,0 0-15,0 1 16,0-1-16,0 0 16,0 0 15,0 0-15,0 0-1,0 0-15,0 0 16,0 0-1,0-80 32,0 0-15</inkml:trace>
  <inkml:trace contextRef="#ctx0" brushRef="#br0" timeOffset="122362.69">21949 4892 0,'0'80'31,"0"-39"-31,40-41 16,0 0 15,1 0-31,-41-41 78,0 82 0,0-1-62,-41 0-16,1 0 0,0 0 0,40 0 16,-40-40-16,0 40 0,0 0 15,40 0-15,-40 1 0,-1-1 0,41 0 16,-40-40-16,40 40 16,-40-40-16,40-40 31,80 40-31,-80-40 0,41 40 15,-41-40-15,40-1 0,0 1 0,0 0 0,0 0 16,0 0 0,0 0-16,1 40 0,-1-40 0,0 40 15,-40-40-15,40 40 16,0 0-16,0-40 0,0 40 16,0 0-1,1 0-15,-1 0 0,-40 40 0,40 0 16,-40 0-16,40 0 0,-40 0 15,40 0-15,-40 0 0,0 0 16,40 1-16,-40-1 0,0 0 0,0 0 0,0 0 16,0 0-1,0 0-15</inkml:trace>
  <inkml:trace contextRef="#ctx0" brushRef="#br0" timeOffset="122762.7">22150 5133 0,'0'40'62,"40"-40"-46,-40 80 0,0-40-16,0 0 0,0 1 0,0-1 15,0 40-15,0-40 0,0 0 16,0 40-16,0-40 0,0 0 0,-40 1 0,40-1 16</inkml:trace>
  <inkml:trace contextRef="#ctx0" brushRef="#br0" timeOffset="125442.49">22110 6537 0,'0'-41'0,"0"1"16,-40 40 77,80-40-14,0 40-79,-40-40 0,0 80 218,-40-40-202,0 40-16,-1 0 0,1 1 16,0-41-16,0 40 0,0 0 0,0-40 15,40 40-15,-40-40 0,-1 40 16,1-40-16,40 40 0,-40-40 15,0 0 1,40 40-16,-40-40 0,40-40 78,40 40-78,0-40 16,40 0-16,-39 0 15,-1 40-15,-40-40 0,40 40 0,0 0 16,-40-40-16,40 40 16,-40-41-16,40 41 0,0 0 15,-40-40-15,41 40 16,-1 0-16,0 0 31,-40 40 47,0 1-62,40-41 0,-40 40-16,0 0 0,40-40 0,0 40 15,0 0-15,0 0 16,1-40-1,-1 40-15</inkml:trace>
  <inkml:trace contextRef="#ctx0" brushRef="#br0" timeOffset="134801.99">27206 7980 0,'40'0'62,"0"0"-46,-40 40-1,0 1 1,-40-41 62,40-41 94,40 1-172,-40 0 16,0 0-1,0 0-15,0 0 0,0 0 16,0 0 0,0 0-16,0 0 15,0-1-15,0 1 0,0 0 16,0 0-1,0 0-15,0 0 16,0 0-16,0 0 16,0 0-16,0-1 0,0 1 15,0 0-15,0 0 16,0 0-16,0 0 0,0 0 16,0 0-16,0 0 0,0 0 0,0-1 15,0 1 1,0 0-16,0 0 31,0 0 0,0 0-31,0 0 16,0 0 0,0 0-1,0-1 16,0 1 94,0 80-31,-40-40-78,40 41-1,-40-41-15,40 40 0,-40 0 0,-1-40 16,41 40-16,-40-40 0,40 40 16,-40-40-16,40 40 0,-40-40 0,0 0 15,40 40-15,-40-40 16,0 0-16,40 40 16,40-40 15,-40-40-31,40 40 15,-40-40-15,40 40 16,-40-40-16,40 0 0,-40 0 0,40 40 16,-40-40-16,0 0 0,40 40 15,-40-41-15,41 41 0,-41-40 0,40 80 78,0-40-62,0 0 0,0 41-16,0-41 15,-40 40-15,40-40 16,-40 40-16,40-40 0,-40 40 16,41-40-16,-41 40 15,40-40-15,0 0 16,-40 40-16,40-40 0</inkml:trace>
  <inkml:trace contextRef="#ctx0" brushRef="#br0" timeOffset="135911.92">29212 8101 0,'-40'0'15,"40"-40"17,40 40 77,0 0-109,0 0 0,0 0 16,1 0-16,-1 0 0,0 0 0,0 0 0,0 0 15,0 0-15,40 0 0,-39 0 16,39 0-16,-40 0 0,40 0 0,-40 0 0,41 0 15,-1 0-15,-40 0 16,40-41-16,0 41 0,1 0 0,-41 0 0,40 0 16,0 0-16,-40 0 0,41 0 15,-1-40-15,0 40 0,-40 0 0,41 0 0,-1 0 16,0 0-16,0 0 0,1 0 0,-1 0 0,0 0 16,0 0-16,1 0 15,-1 0-15,-40 0 0,40 0 0,-40 0 0,41 0 16,-1 0-16,-40 0 0,40 0 15,0 0-15,-39 0 0,39 0 0,0 0 0,0 0 16,1 0-16,-41 0 16,40 0-16,-40 0 0,0 0 0,0 0 0,1 0 15,-1-40-15,0 40 0,0 0 16,0 0-16,0 0 0,0 0 16,0 0 15,-80 0 63,0-40-79</inkml:trace>
  <inkml:trace contextRef="#ctx0" brushRef="#br0" timeOffset="136281.9">31098 7980 0,'0'0'0,"40"0"0,0 0 31,0 0-31,0 0 16</inkml:trace>
  <inkml:trace contextRef="#ctx0" brushRef="#br0" timeOffset="137251.84">31379 8020 0,'40'0'0,"-40"-40"47,0 0 63,-40 0-110,40 0 15,0 0 1,0 0-16,0 0 0,0 0 15,0 0 1,0-1-16,0 1 0,0 0 0,0 0 16,0 0-16,0 0 0,0 0 15,0 0-15,0 0 0,0-1 0,0-39 0,40 40 16,-40 0-16,0 0 0,0 0 0,40 0 16,-40 0-16,0 0 15,0-1-15,0 1 16,0 0-1,40 40-15,-40-40 0,0 0 16,0 0 0,40 0-16,-40 0 0,0 0 15,0-1 1,0 1-16,0 0 16,-40 40 109,0 0-110,40 40-15,-40-40 16,40 40-1,-40-40-15,0 0 16,0 41-16,-1-1 16,1-40-16,40 40 0,-40-40 15,40 40-15,-40-40 16,0 40-16,0 0 16,40 0-1,40-40 16,0-40-15,0 0-16,0 0 16,0 0-16,1 0 0,-1 40 15,-40-40-15,40 40 0,-40-41 0,40 41 0,0 0 16,-40-40-16,40 40 0,0 0 0,0 0 31,1-40-31,-1 40 16,0 0-16,0 0 15,-40 40-15,40-40 0,-40 40 16,40-40-16,0 41 16,0-1-16,-40 0 0,41-40 0,-41 40 15,40-40-15,-40 40 0,0 0 16,0 0-16</inkml:trace>
  <inkml:trace contextRef="#ctx0" brushRef="#br0" timeOffset="139441.66">16773 7660 0,'0'40'0,"40"-40"62,-40-40-46,40 40-16,-40 40 62,-40-40-46,40 40-1,0 0 1,-40-40 0,40 40-16,0-80 62,0 0-62,0 0 16,0 0-16,80-1 15,-80 1-15,40 0 16,-40 0-16,40 40 0,-40-40 0,40 0 16,1 0-16,-41 0 15,0 0-15,40 40 16,-40-41-16,0 1 0,0 0 16,0 0-16,40 40 15,-40-40-15,0 0 0,40 0 0,-40 0 16,40 0-16,-40 0 0,0-1 15,0 1-15,40 40 0,-40-40 0,0 0 16,40 0 0,-40 0-16,0 0 0,0 0 15,0 0 1,0-1 0,0 1 15,40 40-16,-40-40-15,0 0 63,41 40-63,-41-40 31,-41 40 110,41 40-110,-40-40-31,0 0 16,40 40-16,-40-40 15,0 0-15,0 40 0,0 0 0,0-40 16,-1 41-16,1-1 0,0-40 0,0 40 0,40 0 16,-40-40-16,40 40 15,-40-40-15,40 40 0,0 0 16,0-80 31,40 0-47,-40 0 15,0 0-15,80 0 16,-80 0-16,40 40 0,-40-41 0,40 1 0,1 0 16,-41 0-16,40 40 0,0-40 15,0 40 1,0-40-16,0 40 0,0 0 15,0-40 1,1 40-16,-1 0 0,0 0 16,0 0-1,-40 40 1,40-40-16,-40 40 16,40 0-16,-40 0 15,40 0-15,-40 0 16,0 1-1,0-1-15,0 0 0,0 0 0</inkml:trace>
  <inkml:trace contextRef="#ctx0" brushRef="#br0" timeOffset="140581.59">15088 7700 0,'40'0'0,"-80"0"47,-1 0-32,1 0 1,0 0 15,0 0-15,0 0 0,0 0-1,0 0 1,0 0-1,-1 0-15,1 0 0,0 0 16,0 0-16,0 0 16,0 0-16,0 0 0,-1-40 15,1 40-15,0 0 0,0-41 16,0 41-16,0 0 0,0 0 0,0 0 16,-1 0-16,1 0 0,0 0 15,0 0-15,0 0 16,0 0-16,0 0 0,0 41 0,-1-41 15,1 0-15,40 40 16,-40-40-16,0 0 0,0 0 31,0 0-31,0 0 16,0 0-16,-1 0 16,1 0-16,0 0 15,0 0-15,0 0 0,0 0 16,0 0-16,0 0 15,-1 0-15,1 0 0,0 0 16,40 40 78,40-40-79,0 0 1</inkml:trace>
  <inkml:trace contextRef="#ctx0" brushRef="#br0" timeOffset="141241.53">14165 7740 0,'-41'0'31,"41"-40"32,0 0 46,0-1-93,0 1 15,0 0 0,0 80 47,-40-40-15,0 0-48</inkml:trace>
  <inkml:trace contextRef="#ctx0" brushRef="#br0" timeOffset="142901.43">13081 7780 0,'-40'0'141,"0"0"-125,0 0 155,0 0-139,0 0 46,40 40-63,-41-40 17,82 0-1,-41-40-31,40 40 0,0 0 16,-40-40-16,40 40 15,-40-40-15,40 0 0,-40-1 16,40 41-16,-40-40 15,0 0-15,0 0 0,0 0 0,40 0 16,-40 0-16,0 0 16,0 0-16,40-1 0,-40 1 0,0-40 0,0 40 15,0 0-15,0 0 0,41 0 16,-41 0-16,0 0 0,0-1 0,0 1 16,40 0-16,-40 0 0,0 0 0,0 0 15,0 0-15,0 0 16,0 0-16,0-1 0,40 1 15,-40 0 1,0 0-16,0 0 31,0 0-31,0 0 16,0 0 0,0 0 62,-40 80 0,40 0-47,-40 0-31,-1-40 0,41 40 16,-40-40-16,40 40 0,-40-40 15,0 40-15,0 0 0,0-40 16,40 40-16,-40-40 0,0 0 16,80 0 30,-40-40-46,40 0 16,-40 0 0,40 40-16,-40-40 0,40 40 0,-40-40 0,40 0 15,0 40-15,-40-40 16,40 40-16,1-40 0,-1 40 0,-40-40 16,40 40-16,0 0 31,0 40 0,0-40-31,-40 40 16,40-40-16,-40 40 15,40-40-15,1 0 0,-1 40 0,0 0 16,0 0-16,0 0 16,0 0-16</inkml:trace>
  <inkml:trace contextRef="#ctx0" brushRef="#br0" timeOffset="143481.4">13041 8020 0,'0'0'0,"0"-40"0,0 0 31,-40 40 16,0 0-16,0 0-31,0 0 16,-1 0-16,1 0 15,0 0-15,0 0 0,40-40 0,-40 40 16,0 0-16,40-40 0,-40 40 0,0 0 16,-1 0-1,1 0-15,0 0 0,0 0 31,40-40 1</inkml:trace>
  <inkml:trace contextRef="#ctx0" brushRef="#br0" timeOffset="143771.46">12519 7018 0,'-40'0'0,"40"40"16</inkml:trace>
  <inkml:trace contextRef="#ctx0" brushRef="#br0" timeOffset="144661.33">33265 7339 0,'40'0'16,"0"0"-1,0 0 1,0 0-16,0 0 16,1-40-1,-1 40-15,0-41 0</inkml:trace>
  <inkml:trace contextRef="#ctx0" brushRef="#br0" timeOffset="145711.34">22029 6256 0,'-40'0'47,"80"0"-16,1 0 1</inkml:trace>
  <inkml:trace contextRef="#ctx0" brushRef="#br0" timeOffset="145861.26">22029 6376 0,'0'0'0,"41"-40"31,-1 0-31,40 40 16,-80-40-1,40 40-15,0 0 0,0 0 0</inkml:trace>
  <inkml:trace contextRef="#ctx0" brushRef="#br0" timeOffset="146031.32">22591 6336 0,'0'0'16,"-40"0"-1,80 0-15,40 0 32,-80-40-32,41 40 0</inkml:trace>
  <inkml:trace contextRef="#ctx0" brushRef="#br0" timeOffset="156780.61">23394 5013 0,'0'-41'15,"40"41"-15,-80 0 94,0 0 203,80 0-250,-40 81 31,0-41-62,40-40-16,-40 40 15,0 0-15,40-40 0,-40 40 0,0 0 16,0 0-16,0 0 16,0 1-16,0-1 0,0 0 15</inkml:trace>
  <inkml:trace contextRef="#ctx0" brushRef="#br0" timeOffset="157300.65">23193 5775 0,'0'0'15,"-40"0"-15,40 40 16,40-40 62,0 0-62,-40-40-16,80 40 0,-39-41 15,39 41-15,-40-40 0,0 40 0,40-40 16,-40 40-16,41-40 15,-41 40-15,0-40 0,40 40 0,-40-40 0,0 40 16,1-40-16,-1 40 16,0-40-16,0 40 0,0 0 15,-80 0 48,40 40-63</inkml:trace>
  <inkml:trace contextRef="#ctx0" brushRef="#br0" timeOffset="157720.59">23354 6095 0,'0'0'0,"-41"41"31,41-82-15,81 1-1,39 0 1,-80 0-16,161 0 31,-161 40-31,0-40 0,0 40 0,81-40 31,-81 40-31,-80 0 32</inkml:trace>
  <inkml:trace contextRef="#ctx0" brushRef="#br0" timeOffset="157980.54">23634 6055 0,'0'0'0,"-40"0"0,40 40 47,0 1-47,40-1 16,-40 0-1,0 0-15,0 0 16,0 0-1,0 0-15,0 0 0,-40 0 16,0 0 0</inkml:trace>
  <inkml:trace contextRef="#ctx0" brushRef="#br0" timeOffset="158340.54">24116 6176 0,'0'0'16,"-40"-40"-1,0 40 1,0 0 15,40 40-31,0 0 16,0 0-1,0 0 1,40 0 0,-40 0-1,0 0 1,-40-40 15,-1 0-15,1 0-16,0-40 31</inkml:trace>
  <inkml:trace contextRef="#ctx0" brushRef="#br0" timeOffset="159610.46">21789 6376 0,'0'0'0,"40"0"15,0 0 1,-40-40 0,40 40-16,0 0 0</inkml:trace>
  <inkml:trace contextRef="#ctx0" brushRef="#br0" timeOffset="161150.42">23153 5053 0,'40'0'109,"0"0"-93,-40-40-16,40 40 15,-40-41-15,40 41 0,1 0 31,-1 0-15,-40 41 0,0-1-16,0 0 15,40-40-15,0 0 16,-40 40 0,40-40-16,-40 40 0,0 0 31,0 0-31,40-40 47,-40 40-47,-40-40 31,40 40-31,0 1 16,-40-41-1,40 40-15,-40-40 0,0 0 0,40 40 16,-40-40-1,40-40 64,40 40-79,0 0 31,0 0-16,0 0-15,0 0 16,0 0-16,0 0 16,1 0-16,-1 0 0,0 0 15,0 0 1,0 0-16,0 0 0,0 0 16,0-40-1</inkml:trace>
  <inkml:trace contextRef="#ctx0" brushRef="#br0" timeOffset="161700.32">24076 5093 0,'-40'0'16,"40"40"30,0 0-30,0 0-16,0 0 0,-40-40 16,40 40-1,0-80 32,0 0-31,40 40-16,-40-40 0,0 0 15,0 0-15,40 0 0,-40 0 0,0-1 32,0 1 15,40 40-16,0 0-16,0 40 1,0-40-16,-40 41 0,0-1 16,40-40-16,-40 40 15,0 0 1,41-40-16,-41 40 0,0 0 16,40-40-1,-40 40-15,40-40 16,-40 40-1,0-80 1</inkml:trace>
  <inkml:trace contextRef="#ctx0" brushRef="#br0" timeOffset="161880.31">24076 5093 0,'0'-40'15,"0"80"-15,0-161 16,0 81-16,120 0 16,161-120 15,-241 120-31</inkml:trace>
  <inkml:trace contextRef="#ctx0" brushRef="#br0" timeOffset="163840.19">28851 4531 0,'0'-40'15,"-40"40"63,0 40-78,-1-40 0,1 0 0,0 40 16,-40-40-16,40 41 0,0-1 16,0 0-16,-41-40 0,41 40 0,0-40 0,-40 0 15,40 40-15,-41-40 0,41 40 0,0-40 0,0 0 16,0 0-16,-40 0 16,40 0-16,-1 40 0,1-40 0,0 0 15,0 40 1</inkml:trace>
  <inkml:trace contextRef="#ctx0" brushRef="#br0" timeOffset="164270.24">27968 4692 0,'-40'40'0,"80"-80"0,-120 80 0,0-40 15,80 40-15,-41-40 0,-39 40 32,0 0-17,0 0 1,40 0 15,-1 0-15,1 1-1,80-41 1,1 0 15,199 80-15,-39-40-1,-41 0 17,-79-40-17,-41 0 17</inkml:trace>
  <inkml:trace contextRef="#ctx0" brushRef="#br0" timeOffset="164920.13">29493 4130 0,'40'0'15,"-80"0"-15,40 0 47,-40 40-31,40 0-16,-40-40 15,40 41-15,0-1 16,0 0-16,0 0 16,0 0-1,0 0-15,40-40 31,0 0-31,0 0 0,0 0 16,0 0-16,0 0 16,1 0-16,-1 0 15,-40-40-15,0 0 16,-40 0-16,40 0 16,-81 0-16,41-1 0,40 1 15,-40 0-15,40 0 0,0 0 16,-40 40-16,0-40 0,40 0 0,0 0 0,-40 0 15,0 0 1,40-1-16,0 1 0,0 0 0,0 0 16,0 0-16,0 0 0,40 40 15,-40-40-15,40 40 16,0-40-16,0 40 0,0 0 16,0 0-16,0 0 15,1 0-15,-1 0 0,0 0 0,0 0 16</inkml:trace>
  <inkml:trace contextRef="#ctx0" brushRef="#br0" timeOffset="165250.18">30095 4210 0,'-40'0'16,"40"-40"-16,80 0 31,80-40-15,41 40-1,-40 0 17,-81 40-17,-80-40-15</inkml:trace>
  <inkml:trace contextRef="#ctx0" brushRef="#br0" timeOffset="165490.11">30416 4010 0,'-40'40'0,"80"-80"0,-120 80 16,39-40-16,41 40 31,0 0-15,0 0-1,0 0-15,41 41 31,-1 39-15,40-80 0,-80 0-16</inkml:trace>
  <inkml:trace contextRef="#ctx0" brushRef="#br0" timeOffset="165800.12">30857 4251 0,'0'0'16,"-40"0"-16,40-41 15,-40 41 1,40 41 0,0-1-1,0 0-15,40 0 31,-40 0-31,40-40 0,-40 40 16,40-40-16,-40 40 0,-40-40 47,0 40-31,0-40-16,0 0 0,0 0 0,0 0 15,-1 0-15,1-40 16,40 0-16</inkml:trace>
  <inkml:trace contextRef="#ctx0" brushRef="#br0" timeOffset="166380.11">31299 3288 0,'-41'0'16,"1"0"-16,0 40 31,0 0-15,0 81 0,0 39 15,40-80-31,80 0 15,-40 1 1,121-1 0,-121-80-16,40 40 15,-40-40-15</inkml:trace>
  <inkml:trace contextRef="#ctx0" brushRef="#br0" timeOffset="166880.08">31620 3609 0,'0'40'63,"0"0"-48,0 0-15,0 0 16,40 0 0,0-40-16,40 0 15,-40 0 1,0 0-16,-40-40 16,40 40-16,-40-40 15,0 0-15,41 0 16,-41 0-1,0 80 1,0 0 0,0 0-1,40-40 1,40 0 0,-40 0-16,0 0 15,-40-40-15,40 40 16,-40-40-16,40 0 0,-40 0 15,0 0-15,-80 0 16,80-1-16,-40 41 0,0-40 0,0 40 16,40-40-16,-40 0 0,0 40 15,40-40 1</inkml:trace>
  <inkml:trace contextRef="#ctx0" brushRef="#br0" timeOffset="167120.03">32422 3047 0,'40'0'31,"-40"41"-16,40-41-15,-40 40 0,0 0 16,40 40-16,-40-40 0,41 0 0,-41 40 0,0-40 16,0 41-16,0-1 0,0-40 0,0 40 0,-41 0 15,41 1-15,-80-41 16,0 40-16,0 0 0</inkml:trace>
  <inkml:trace contextRef="#ctx0" brushRef="#br0" timeOffset="168909.96">21989 8582 0,'40'0'0,"1"0"31,-82 0 0,1 0-31,0 0 16,0 0-16,40 40 0,-40-40 0,0 0 31,40 40-31,-40-40 0,40 40 0,-41-40 16,41 40-16,0 0 15,-40 1-15,40-1 0,0 0 16,0 0-1,40-40-15,1 0 16,39 0-16,-40 0 16,0 0-16,0 0 0,-40-40 15,40 40-15,1 0 0,-41-40 0,40 40 0,-40-40 16,40 40-16,-40-41 16,40 41-16,-40-40 0,0 0 0,0 0 15,0 0 1,0 0-16,0 0 15,0 0 1,-40 40 0,0 0-1,0 0 1,-1 0-16,1 0 0,0 0 31</inkml:trace>
  <inkml:trace contextRef="#ctx0" brushRef="#br0" timeOffset="170619.86">27045 8622 0,'0'0'0,"-80"40"125,80 0-109,-40 0-1,40 0-15,0 1 0,0-1 16,0 0 0,0 0-16,0 0 0,0 0 0,40-40 15,-40 40-15,40-40 0,0 0 16,40 0-1,-39 0 1,-41-40-16,40 0 0,-40 0 16,0 0-16,40 0 0,-40 0 15,0-1-15,0 82 78,0-1-78,0 0 0,40-40 16,0 0 0,0 0-1,-40-40-15,40 40 0,0-81 16,-40 41 0,0 0-16,0 0 15,0 0-15,0 0 16,0 0-16,-40 40 15,0 0 1,40 40 0</inkml:trace>
  <inkml:trace contextRef="#ctx0" brushRef="#br0" timeOffset="171019.84">27888 8823 0,'0'0'16,"-40"0"15,0 0-16,40 40 1,-41-40-16,1 40 0,0-40 0,40 80 16,0-40-16,-40-40 0,40 40 0,0 0 15,0 0-15,0 1 16,0-1-16,0 0 0,40 0 31,0 0-31,-40 0 16,0 0-1,0 0 1,0 0-16,-80-40 0,80 40 31,-40-40-31,0 0 0,0 0 0,0 0 16,-1 0 0,1-40-16</inkml:trace>
  <inkml:trace contextRef="#ctx0" brushRef="#br0" timeOffset="173179.71">30777 8742 0,'0'0'0,"-40"0"15,0 0 32,40-40-16,0 0-15,40 0 0,0 40 15,0 0-15,0 0-1,0 0-15,0 0 31,-40 40-31,41-40 0,-41 40 16,0 0-16,0 0 0,0 1 16,-41-41-16,41 40 15,-40 0-15,40 0 0,-80-40 0,80 40 0,-40 0 16,0 0-16,40 0 16,-40-40-16,0 40 0,40-80 62,40 40-62,-40-40 0,40 40 16,0 0-16,0 0 15,-40-40-15,40 40 16,0 0-16,0 40 16,1 0-16,-1 0 15,0 1-15,0-41 16,0 0-1,0 0-15</inkml:trace>
  <inkml:trace contextRef="#ctx0" brushRef="#br0" timeOffset="173679.68">31419 8742 0,'0'0'0,"-40"0"31,0 40-31,40 41 16,0-41-16,40 40 31,40 0-15,-40-80-1,40-40 1,1-80-1,-81 80 1,40 0 0,-80 80-1,0 40 17,80 0-17,40-80 1,80-80 15,-79-40-15,-81-1-1,-81 81 1,41 40 15,0 40-31</inkml:trace>
  <inkml:trace contextRef="#ctx0" brushRef="#br0" timeOffset="173939.61">32422 8742 0,'-80'40'31,"40"-40"-31,0 41 15,-41 39 1,81 80 0,40-39 15,-40-81-31,41-40 0,-41 80 31,-121 0-31,81-80 16,0 0-16,-121-40 15,121 40-15</inkml:trace>
  <inkml:trace contextRef="#ctx0" brushRef="#br0" timeOffset="175019.6">16291 8742 0,'-40'0'16,"0"0"0,80 0 30,0 0-30,0 0-16,1 0 0,-1 0 0,0 0 16,0-40-16,0 40 15,0 0-15,0 0 0,41-40 0,-41 40 16,0-40-16,0 40 0,0 0 16,0 0-16,0-40 0</inkml:trace>
  <inkml:trace contextRef="#ctx0" brushRef="#br0" timeOffset="175539.51">16973 8582 0,'41'-40'0,"-41"80"47,0 0-32,0 0-15,0 0 0,0 0 16,0 0-16,0 1 16,40-41-1,0 0 1,-40-41-16,80 41 16,-40-40-16,0 40 15,-40-40-15,40 40 16,-40-40-16,0 0 15,0 80 17,0 0-17,0 0 1,41-40 0,-1 0-1,0 0-15,0 0 0,0-40 16,0 40-16,-40-40 15,40 40-15,-40-40 0,40 40 0,-40-40 16,0 0-16,0 0 0,0 0 16,-40 40-1,40-40-15,-40 40 0,40-41 0,-40 41 16,0 0-16,40-40 16,-40 40-16,0 0 0</inkml:trace>
  <inkml:trace contextRef="#ctx0" brushRef="#br0" timeOffset="175879.55">17977 8502 0,'-41'0'31,"41"40"-15,0 0 0,-40 0-16,40 0 15,0 0 17,40-40-32,-40 40 15,41-40-15,-41 40 16,0 1 15,-41-1-31,-39 0 16,40-40-16,0 0 0,0 40 0,0-40 0,0 0 15,-1 0-15,1 0 16,0 0-16,40-40 0</inkml:trace>
  <inkml:trace contextRef="#ctx0" brushRef="#br0" timeOffset="176719.5">11597 8702 0,'-41'0'31,"82"0"0,-1 0-15,40 0-1,-40-40-15,0 40 0,0 0 0,0 0 16,1 0-16,-1 0 0,-40-40 0,40 40 0,0 0 16,0 0-16</inkml:trace>
  <inkml:trace contextRef="#ctx0" brushRef="#br0" timeOffset="177099.48">12359 8462 0,'0'0'0,"0"-40"32,40-1-32,80 41 31,-79 0-31,39 121 31,-80-81-31,-121 120 16,41-80-16,0 1 15,80-41-15,-40-40 16,0 0-16,40 40 0,0-80 31,0-40-15,0 39-16,80 1 16,-40 40-16,40 0 31,-40 0-31,41 0 0,-41 0 0,40 81 15,-40-81 1,40 0 0</inkml:trace>
  <inkml:trace contextRef="#ctx0" brushRef="#br0" timeOffset="177559.45">13121 8502 0,'0'-40'16,"-40"40"-16,0 0 16,40 40-1,-40 40 1,160 40 0,-80-80 15,41-40-16,-41 0-15,0-80 32,0 0-17,0 80 1,-40 40 15,40 0-15,0-40-16,1 40 15,-1-40-15,0-40 16,0 0-16,-40 0 0,0 0 16,40 0-1,-40 0-15,0 0 16,-40 40-16,40-41 16,-40 41-16,40-40 15,0 80 16</inkml:trace>
  <inkml:trace contextRef="#ctx0" brushRef="#br0" timeOffset="177859.38">13964 8542 0,'-40'0'16,"0"0"0,0 0-1,40 40 1,0 40 0,0-40-16,0 0 0,0 0 15,0 1-15,0-1 16,0 0-16,0 0 0,0 0 15,0 0-15,0 0 16,0 0 0,-81-40-16,81 40 0,-40-40 15,0 0-15,-40 41 0</inkml:trace>
  <inkml:trace contextRef="#ctx0" brushRef="#br0" timeOffset="181409.22">3932 11710 0,'0'0'0,"-40"0"140,40 40-140,-40-40 0,0 0 16,40 40-16,-40-40 0,40 40 16,-40-40-16,0 0 15,40 41-15,-40-41 16,40 40-16,40-40 109,0 0-93,0 0-16,0 0 16,0 0-1,-40-40-15,40 40 0,0 0 0,1 0 16,-1 0-16,0 0 15,0 0-15,0 0 0,0-41 16,0 41-16,0 0 0,1 0 0,-1 0 16,0 0-16,0 0 0,0 0 15,0 0-15,0 0 0,0 41 0,1-41 0,39 0 16,-40 0-16,0 0 16,0 0-16,0 0 0,41 0 0,-41 0 0,0 0 15,0 0-15,40 0 0,-40 0 16,0 0-16,1 0 0,39 0 0,-40 0 0,0-41 15,0 41-15,0 0 0,0 0 0,1 0 0,-1 0 16,0 0-16,0 0 16,0 0-16,0 0 0,0 0 0,0 41 0,1-41 15,-1 0-15,0 40 16,0-40-16,0 0 0,0 0 0,0 0 0,41 0 16,-41 0-16,0 0 15,0 0-15,40 0 0,-40 0 0,0 0 0,41 0 16,-41 0-16,0 0 0,40 0 15,-40 0-15,0 0 0,1 0 0,-1 0 0,40 0 16,-40 0-16,0 0 0,0 0 0,0 0 0,1 0 16,-1 0-16,0 0 15,0 0-15,0 40 0,0-40 0,0 0 0,41 40 16,-41-40-16,0 0 0,0 0 16,0 0-16,0 0 0,41 0 0,-41 0 0,0 0 15,40 0-15,-40 40 16,0-40-16,0 0 0,1 0 0,-1 0 0,0 0 15,0 0-15,0 0 0,40 0 0,-40 0 0,1 0 16,-1 40-16,40-40 0,-40 0 16,0 0-16,0 0 0,0 0 0,1 0 0,39 0 15,-40 0-15,0 0 16,0 0-16,0 0 0,0 0 0,41 0 0,-41 0 16,0 0-16,0 0 0,0 0 15,0 0-15,0 0 0,1 40 0,-1-40 0,0 0 16,0 0-16,0 0 15,40 0-15,-40 0 0,1 0 0,-1 0 0,40 0 16,-40 0-16,0 0 0,0 0 0,41 0 0,-41 0 16,0 0-16,0 40 0,40-40 15,-40 0-15,0 0 0,1 0 0,-1 0 16,0 0-16,0 40 16,0-40-16,0 0 0,0 0 15,0 0-15,-40 41 0,41-41 16,-1 0-16,0 0 0,0 0 15,0 0-15,0 0 0,0 0 16,1 0 0,-1 0-16,0 0 15,0 0 1,0 0-16,0 0 16,0-41-1,-40 1-15</inkml:trace>
  <inkml:trace contextRef="#ctx0" brushRef="#br0" timeOffset="181779.16">10714 11830 0,'-40'0'16,"-1"0"0,82 0 15,39 0-15,-40 41-16,0-41 15,0 0-15,0 0 0,1 0 0,-1 40 16,0-40-16,0 0 15,0 40-15,0-40 0,0 0 16,-40 40-16,0 0 16,-40-40-1,40 40-15,-40-40 0,0 40 0,0-40 16,0 40-16,0-40 16,-41 0-16,41 40 0,0-40 0,-40 0 15,40 0-15</inkml:trace>
  <inkml:trace contextRef="#ctx0" brushRef="#br0" timeOffset="182729.14">3611 11830 0</inkml:trace>
  <inkml:trace contextRef="#ctx0" brushRef="#br0" timeOffset="183529.02">3692 11830 0,'0'0'0,"40"0"78,-40 41-78,0-1 62,0 0-46,-40-40-16,40 40 141,0-80-110,0 0-31,0 0 16,80-1-16,-80 1 15,80 40 1,-80 40 15,0 1-31,0-1 31,-40-40-31,40-40 63,0 80 15,0 0-62,-40-40-1,0 0 1,40-40-1,0 0-15,0-1 16,0 1-16,0 0 0,40 40 16,0 0 15,-40 40-15,40-40-16,-40 40 15</inkml:trace>
  <inkml:trace contextRef="#ctx0" brushRef="#br0" timeOffset="184439.04">4695 10868 0,'0'-40'16,"0"0"-1,0 80 95,0 0-95,0 0 1,-40 0-16,40 0 15,0 0-15,0 0 0,0 1 16,0-1 0,0 0-16,0 0 0,0 0 15,0 0 1,0 0-16,0 0 0,0 0 0,0 1 16,0-1-1,0 0-15,0 0 16,0 0-1,0 0-15,0 0 16,0 0-16,0 0 16,0 0-1,-40-40-15,40 41 32,0-1-1</inkml:trace>
  <inkml:trace contextRef="#ctx0" brushRef="#br0" timeOffset="185598.92">5337 11911 0,'40'0'47,"0"0"-16,-40 40 1,40-40 46,-40-40-78,40 40 62,-40 40-62,0 0 16,-40-40-16,0 0 31,40-40-31,0 0 16,40 0-1,-40-1-15,40 41 0,-40-40 16,0 80 15,0 1-15,-40-1-16,40 0 0,0 0 15,-40-40-15</inkml:trace>
  <inkml:trace contextRef="#ctx0" brushRef="#br0" timeOffset="186448.87">6541 12031 0,'0'-40'78,"-41"80"63,41 0-126,0 0-15,0 0 16,0 0-16,0 1 16,-80-41-16,80 40 0,0 0 0,0 0 15,0 0 1,0 0-16,0 0 0,0 0 0,0 0 16,-40 0-16,40 1 15,0-1-15,0 0 0,0 0 16,0 0-16,0 0 15,0 0-15,0 0 0,0 0 0,-40 1 16,40-1-16,0 0 0,0 0 0,0 0 16,-40 0-16,40 0 0,0 0 15,-40 0-15,40 0 0,0 1 0,0-1 16,-40 0-16,40 0 16,0 0-16,0 0 15,-41-40-15,41 40 16,-40-80 109,0 0-110,40 0 1</inkml:trace>
  <inkml:trace contextRef="#ctx0" brushRef="#br0" timeOffset="186908.82">6059 13515 0,'0'40'15,"40"-40"17,0 0-1,-40 40-15,40-40-1,-40 40 1,0 0-16,-40-40 31,40-40 16,40 0-31,-80 40 77,0-40-77,40 0-16,0 0 16,0 0-1,0 0-15,80-1 0</inkml:trace>
  <inkml:trace contextRef="#ctx0" brushRef="#br0" timeOffset="188308.74">7102 12031 0,'40'0'31,"-40"-40"-15,41 40 15,-41-40-15,40 40-16,0 0 15,0 0 1,-40 40 250,0 0-266,0 0 15,0 0 1,0 0-16,0 0 0,0 1 16,0-1-1,0 0 1,0-80 15,40 40-15,-40-40-16,0-1 15,0 1-15,-40 40 110,40-40-32,0 0-47,40 40-31,-40-40 0,40 40 16,-40-40-1,-40 40 63,0 0-62,40-40 31,0 0-31,40 80 46,-80-40-46,40 40-1,-40-40 1,0 0 0,80 0 15</inkml:trace>
  <inkml:trace contextRef="#ctx0" brushRef="#br0" timeOffset="189368.67">8427 11951 0,'0'40'0,"-41"-40"15,41 40-15,0-80 94,0 0-78,0 0 15,0 0-31,0-1 16,0 1-1,0 0-15,0 0 0,41 0 16,-41 0 0,0 0-16,0 0 15,40 40-15,-40-40 0,0 0 16,0-1-16,40 41 15,-40-40-15,0 0 0,40 0 16,-40 0-16,0 0 16,0 0-16,0 0 0,0 0 0,0-1 15,0 1-15,0 0 16,0 0-16,0 80 219,0 0-219,0 0 15,0 1-15,-40-41 16,40 40-16,-40 0 0,40 0 0,-40 0 16,-1 0-1,41 0-15,-40-40 0,40-40 31,0 0-15,0 0-16,0 0 0,0 0 0,40 0 16,-40-1-16,41 1 15,-41 0-15,0 0 0,40 0 0,0 0 16,0 40 0,0 0-1,-40 40 1,40-40-16,-40 40 0,40 0 15,0-40-15,1 40 0,-1 0 16,0 1 0,-40-1-16,40-40 15,-40 40 1</inkml:trace>
  <inkml:trace contextRef="#ctx0" brushRef="#br0" timeOffset="191388.63">9189 12232 0,'0'-41'0,"40"41"0,-40 41 125,-40-41-110,40 40 1,0-80 156,0 80-125,0 0-16,0 0-15,0 0-1,0 0-15,0 0 0,0 0 16,0 0 0,40-40-1,-40 40 16,0 1-15,0-1 0,0 40-16,0-40 15,0 0 1,0-120 15,0 40-15,0 0-16,0 0 15,0 80 360,0 0-343,0 0-1,0 0 16,0 0-32,0 40 1,0-40-16,0 1 0,0-1 16,0 0-1,0 0 1,0 0 0,0-80 46,0 0-46,0 0 15,-40 40-15</inkml:trace>
  <inkml:trace contextRef="#ctx0" brushRef="#br0" timeOffset="191888.53">8948 13154 0,'40'0'94,"-40"40"-94,40-40 15,1 0-15,-41 40 16,40-40-16,-40 40 0,40-40 0,0 0 62,-40-40-62,40 0 0,-40 0 16,40 40-16,-40-40 16,0 0-16,40 40 0,-40-40 15,40 40 1,1 0 31,-1 0-32,0 0 1</inkml:trace>
  <inkml:trace contextRef="#ctx0" brushRef="#br0" timeOffset="197648.19">4414 9063 0,'0'-40'15,"0"0"17,40 40-32,0-40 15,0 40 1,0 0-16,1 0 16,-1 0-1,-40 80-15,40-80 0,0 80 16,-40-40-16,0 1 0,40-1 15,-40 0-15,0 0 0,0 0 16,-40 0-16,40 0 0,0 0 0,-80 0 0,40 0 16,40 1-1,-41-1-15,1 0 0,40 0 16,0-80 15,0 0-31,40 40 0,-40-40 16,0-1-16,41 1 15,-41 0-15,40 40 0,-40-40 0,40 0 0,0 0 16,0 0 0,0 0-16,0 0 0,0 40 0,-40-40 15,41 40-15,-1-41 16,0 1-16,-40 0 0,40 0 16,-40 0-16,0 0 15,40 40-15,-40-40 0,0 0 0,0 0 16,-40 40 31,0 0-32,40 40-15,-40-40 0,40 80 16,-40-40 0,-1-40-16,41 40 0,-40 0 0,0 0 15,40 0-15,0 1 0,-40-1 0,40 0 0,0 0 16,0 0-16,-40-40 0,40 40 15,0 0-15,0 0 0,0 0 16,40 0 0,0-40-16,0 0 15,-40 41-15,40-41 16,1 0-16,-1 0 0,0 0 16,0-81-16,0 81 15,-40-40-15</inkml:trace>
  <inkml:trace contextRef="#ctx0" brushRef="#br0" timeOffset="197988.17">5497 8702 0,'0'-40'15,"0"80"17,-40 40-17,40-39 1,0-1-16,0 0 0,-40 0 0,40 0 0,0 0 16,-40 0-16,40 0 0,0 0 15,0 1-15,-40-1 0,40 0 0,0 0 0,0 0 16,0 0-16,-40 0 0,40 0 0,0 0 15,40 0 1,0-40 0,0 0-1,0 0-15,0 0 0</inkml:trace>
  <inkml:trace contextRef="#ctx0" brushRef="#br0" timeOffset="198298.22">5858 8823 0,'0'0'16,"0"40"15,0 0-31,0 40 31,-40 121-15,40-1-1,0-120 17,40-80-17</inkml:trace>
  <inkml:trace contextRef="#ctx0" brushRef="#br0" timeOffset="198518.21">5698 9304 0,'0'0'16,"0"-40"-1,80 0 1,0 0 15,1 40-15,-1-41 0</inkml:trace>
  <inkml:trace contextRef="#ctx0" brushRef="#br0" timeOffset="198788.11">6099 8742 0,'40'0'15,"-40"40"16,0 1-15,0-1-16,0 0 0,0 0 0,0 0 16,0 0-16,0 0 15,0 0-15,0 0 0,0 1 0,0-1 16,0 0-16,0 0 0,0 0 16,0 0-16,-40-40 0,40 40 0,-40-40 15,0 40-15</inkml:trace>
  <inkml:trace contextRef="#ctx0" brushRef="#br0" timeOffset="199458.15">6942 9143 0,'0'0'16,"-40"0"0,-41 41-1,41 39 1,0 40 15,40-40-15,0-40-1,40-40-15,0 0 32,41-40-17,-41-40 1,0-40-1,-120-81 17,-1 41-17,41 39 1,40 1 15,40 80-15,41 40-1,39 40 1</inkml:trace>
  <inkml:trace contextRef="#ctx0" brushRef="#br0" timeOffset="199708.09">7102 9344 0,'0'0'0,"40"0"31,1 0-31,-41-40 16,40 40-16,0 0 15,0-40-15,0 40 0,-40-40 0,40 40 16,0-40-16,1 40 0,-1 0 0,-40-41 0,40 41 15,0-40-15,0 40 16</inkml:trace>
  <inkml:trace contextRef="#ctx0" brushRef="#br0" timeOffset="199958.12">7423 9384 0,'0'0'0,"-40"0"0,40 40 16,-40-40 0,40 80 31,0-40-32,0 1-15,0-1 0,0 0 16,0 0-16,0 0 0,0 0 15,0 0 1</inkml:trace>
  <inkml:trace contextRef="#ctx0" brushRef="#br0" timeOffset="200298.1">7825 9585 0,'-81'0'16,"41"0"-1,40 40 1,0 40 0,0 0-1,40 0 1,-40 1 15,0-41-15,0 0-1,-80-40 17,40 0-32,40-40 15,-40 40-15</inkml:trace>
  <inkml:trace contextRef="#ctx0" brushRef="#br0" timeOffset="200718.07">8266 8622 0,'0'0'15,"-80"80"1,40 0 0,0 81 15,80-1-15,0 41-1,0-121 1,40-40-16,0 0 31,-39-40-31</inkml:trace>
  <inkml:trace contextRef="#ctx0" brushRef="#br0" timeOffset="200958.06">8587 8863 0,'0'0'0,"0"40"0,-40-40 16,0 40-16,40 40 16,0 40 15,0-79-31,40 79 31,0 0-15,0-120-1</inkml:trace>
  <inkml:trace contextRef="#ctx0" brushRef="#br0" timeOffset="201158.05">8427 9264 0,'0'0'0,"0"-40"16,40-41 0,160 41 15,-119 0-15,-1 0-1</inkml:trace>
  <inkml:trace contextRef="#ctx0" brushRef="#br0" timeOffset="201408.03">8868 8823 0,'-40'0'0,"40"40"0,0 0 15,0 0 1,40-40-1,40 120 1,-40 41 0,-40 39 15,0-120-31,-120 41 31,80-81-31</inkml:trace>
  <inkml:trace contextRef="#ctx0" brushRef="#br0" timeOffset="203017.94">10754 9905 0,'40'0'0,"-40"-40"31,80 40-15,-80-40-1,81 40 1,-41 0-16,0 0 16,0 0-1,0 0-15,0 0 0,0 0 0,0 0 0,1 0 16,-1 0-16,40 0 0,-40 0 16,0 0-16,40 0 0,-39 0 0,39 0 0,-40 0 15,40 0-15,-40 0 0,41 0 0,-41 0 0,40 0 16,-40 0-16,40 0 15,-40 0-15,1 40 0,-1-40 0,0 0 0,0 0 16,0 0-16,0 0 0,0 0 16,0 40-16,1-40 0,-1 0 0,0 0 15,0 0-15,0 0 16,0 0-16,0 0 0,0 0 0,1 0 0,39 0 16,-40 0-16,40 0 0,0 0 15,1 0-15,-1 0 0,-40 0 0,40 0 0,1 0 16,-1 0-16,0 0 0,-40 0 0,40 0 0,1 0 15,-41 0-15,40 0 16,-40 0-16,0 0 0,0 0 0,1 0 0,-1 0 16,0 0-16,40 0 15,-40 0-15,0 0 0,0 0 0,41 0 0,-41 0 16,0 0-16,40 0 16,-40 0-16,41 0 0,-41 0 0,0 0 0,40 0 15,-40 0-15,41 0 0,-41 0 0,0 0 0,0 0 16,0 0-16,0 0 0,0 0 15,0 0-15,1 41 0,-1-41 16,0 0 0,0 0-16,0 0 0,0 0 0,0 0 15,0 40-15,1-40 0,-1 0 16,0 0-16,0 0 0,0 0 0,0 0 0,0 0 16,0 0-16,1 0 15,-1 0-15,0 0 0,0 0 0,0 0 0,0 0 16,0 0-16,0 0 0,41 0 0,-41 0 0,0 0 15,40 0-15,-40 0 0,0 0 16,41 0-16,-41 0 0,0 0 0,40 0 0,-40 0 16,0 0-16,41 0 15,-41 0-15,0 0 0,0 0 0,0 0 0,0 0 16,0 0-16,1 0 0,-1 0 16,0 0-16,0 0 0,0 0 0,0 0 15,0 40-15,0-40 0,1 0 0,-1 0 0,0 0 16,0 0-16,0 0 15,0 0-15,0 0 0,0 0 0,1 0 0,-1 0 16,0 0-16,0 0 0,0 0 16,0 0-16,0 0 0,1 0 0,-1 0 0,0 0 15,-40 40-15,40-40 16,0 0-16,0 0 0,0 0 0,0 0 16,1 0-16,-1 0 15,0 0-15,0 0 0,0 0 0,0 0 16,0 0-16,0 0 0,1 0 15,-1 0 1,0 0-16,0 0 0,0 0 16,0 0-1,0 0-15,0 0 0,1 0 16</inkml:trace>
  <inkml:trace contextRef="#ctx0" brushRef="#br0" timeOffset="203477.85">18819 9785 0,'0'0'0,"-40"0"0,0-40 16,0 40 0,40-40-1,-40 40-15,40 40 47,40 0-47,-40 0 16,40-40-16,0 0 15,-40 40-15,40-40 0,0 40 16,1 1 0,-1-1-16,0-40 0,0 0 15,0 40 1,0-40-16,0 0 0,-40 40 16,40-40-1,-40 40-15,0 0 16,-80-40-16,40 0 0,0 40 0,0-40 15,0 0-15,0 40 16,-1-40-16,1 0 0,0 0 0,-40 0 0,40 40 16,0-40-16,-41 0 0,41 0 15</inkml:trace>
  <inkml:trace contextRef="#ctx0" brushRef="#br0" timeOffset="204407.86">11075 9544 0,'0'0'0,"-40"0"16,40-40-16,0 80 78,-40 1-78,40-1 0,0 0 15,-81-40-15,81 40 0,-40-40 16,40 40-16,-40 0 0,0-40 0,40 40 0,-40-40 16,0 40-16,0-40 15,-1 0-15,41 40 0,-40-40 0,0 0 16,80-40 31,0 40-32,1 0-15,-1 0 0,0 0 16,0 0-16,0 0 0,0 0 16,41 0-16,-41 0 0,0 40 0,40-40 0,-40 0 15,40 0-15,-39 81 16,39-81-16,-40 0 0,40 40 0,-40 0 0,0-40 16,41 40-16,-41 0 0,-40 0 15,40 0-15,0 0 0</inkml:trace>
  <inkml:trace contextRef="#ctx0" brushRef="#br0" timeOffset="206777.65">20705 9825 0,'0'40'62,"0"0"-62,0 1 79,0-1-64,40-40-15,-40 40 16,40-40-16,1 40 0,-41 0 0,40 0 0,0-40 15,0 40-15,0 0 0,0 0 16,0-40-16,0 40 0,1 1 0,-41-1 0,40-40 16,0 40-16,0 0 15,0 0-15,0-40 0,0 0 16,0 0-16,1 0 16,-1 0-16,0 0 0</inkml:trace>
  <inkml:trace contextRef="#ctx0" brushRef="#br0" timeOffset="207297.61">21427 9825 0,'41'0'0,"-41"40"94,0 0-94,-81-40 16,81 41-1,0-1 1,-40-40-16,40 40 15,-40-40 1,0 40-16,0 0 0,0 0 16,0 0-16,-1 0 15,1 0-15,0 0 0,0 1 0,0-1 0,0 0 16,0 0-16,40 0 0,-40 0 16,-1-40-16,1 40 0,40 0 0,-40-40 0,40 40 15,-40-40-15,40 41 0,-40-1 0</inkml:trace>
  <inkml:trace contextRef="#ctx0" brushRef="#br0" timeOffset="207887.57">22350 9785 0,'-40'0'0,"0"0"16,0 0-16,0 0 16,0 40 31,40 0-47,-40-40 0,40 40 0,-40 1 15,-1-1-15,41 0 0,-40 0 16,40 0-16,0 0 15,0 0-15,-40 0 0,40 40 0,0-39 0,0-1 16,0 0-16,0 0 16,0 0-16,40 0 0,-40 0 0,40-40 15,-40 40-15,41-40 16,-41 40-16,40-40 0,40 41 0</inkml:trace>
  <inkml:trace contextRef="#ctx0" brushRef="#br0" timeOffset="208367.62">22631 10387 0,'0'-40'15,"40"40"-15,1-41 16,-1 1 0,0 0-1,0 40-15,0-80 16,-40 40-16,40 40 16,-40-40-1,-80 40 16,80 40 1,-40-40-17,40 40-15,0 0 0,0 0 16,0 0 0,0 0-16,0 1 0,0-1 0,0 0 15,0 0-15,0 0 0,-40 0 0,40 0 16,-40 0-16,-1-40 15,41 40-15,-40 1 0,0-41 0,40 40 0,-40-40 16,40 40-16,-40 0 16,0-40-1,40-80 1</inkml:trace>
  <inkml:trace contextRef="#ctx0" brushRef="#br0" timeOffset="208607.53">22752 9865 0,'0'0'0,"0"40"63</inkml:trace>
  <inkml:trace contextRef="#ctx0" brushRef="#br0" timeOffset="209207.57">23153 10186 0,'0'40'63,"-40"0"-48,40 0 1,0 1-16,-40-41 0,40 40 0,0 0 16,0 0-16,0 0 15,0 0 1,80-40-16,-80 40 0,40-40 0,0 0 31,-40-40-31,40 40 0,-40-40 16,40 40-16,-40-40 15,0 0-15,0 0 0,0 80 47,41-40-47,-41 40 16,40-40-1,0 0-15,0 0 16,0 0-16,0 0 16,0 0-16,0 0 0,-40-40 15,41 40-15,-41-40 16,0 0-16,0-1 0,0 1 16,-41 40-16,41-40 0,-40 40 15,0 0 1,40-40-16,-40 40 0,0 0 15,40-40-15,-40 40 16</inkml:trace>
  <inkml:trace contextRef="#ctx0" brushRef="#br0" timeOffset="209527.51">24076 10026 0,'0'-40'32,"40"40"-1,40 80-31,-40-40 15,-40 0 1,40 0-16,-40 0 0,0 0 16,0 0-16,0 1 0,0-1 15,0 0-15,-40 0 0,40 0 0,-40 0 16,0-40-16,0 40 16,0 0-16,0-40 0,0 40 0,-41-40 0,41 41 15,0-41-15</inkml:trace>
  <inkml:trace contextRef="#ctx0" brushRef="#br0" timeOffset="210987.46">24838 10186 0,'-40'0'16,"40"-40"-16,0 0 31,40 40-15,-40 40-1,40 0-15,-40 0 0,0 0 16,0 0-16,0 1 16,0-1-16,0 0 0,0 0 0,0 0 15,0 0-15,0 0 0,0 0 0,0 0 16,40-40-1,-40 41-15,41-41 32,-41-41-17,40 1-15,0 0 16,0 0-16,-40 0 0,40 0 0,0 0 16,0 0-16,0 0 0,1-1 15,-1 1 1,-40 0-16,40 40 0,0 0 15,-40-40-15,40 40 16,-40-40-16,40 40 0,-40-40 16,-40 40 46,0 0-62,0 0 0,0 0 16,0 40-16,-1-40 15,1 0-15,40 40 0,-40-40 16,40 40-16,-40-40 0,0 40 16,0-40-16,0 0 0,0 40 15,-1-40 1,1 0-16,0 0 0,40 41 16,-40-41-16,0 0 15,40-41 1,40 41 62,0 0-62,-40 41-1,40-41-15,0 0 16,1 40-16,-1-40 15,0 0-15,-40 40 16,40-40-16,0 0 16,0 0-16,0 0 15,0 0-15,1 0 16,-1 40-16,0-40 0,-40 40 0,40-40 16,0 0-16,0 0 15,0 0 1,1 0-16,-1 0 0,0 0 15,0 0 32,-80 0-15,0 0-17,40-40-15,-40 40 0,-1-40 0,1 40 16,0 0-1,40-40-15,-40 40 0,0 0 16,40-40-16,-40 40 16,0-41-16,-1 1 0,1 0 15,0 40-15,0-40 16,40 0-16,-40 40 0,0-40 0,0 0 0,0 0 16,-1 40-16,1 0 31,40 40 31</inkml:trace>
  <inkml:trace contextRef="#ctx0" brushRef="#br0" timeOffset="212997.27">26684 10266 0,'40'0'47,"-80"0"-16,0 0-16,0 0 1,0 0-16,0 0 0,-1 40 0,41 1 16,-40-41-16,40 40 15,-40 0-15,40 0 0,-40-40 0,40 40 0,0 0 16,0 0 0,0 0-16,40-40 0,0 0 15,-40 40-15,40-40 0,1 0 0,-1 0 0,0 0 16,0 0-1,0-40-15,0 40 0,-40-40 16,0 0-16,40 40 16,-40-40-16,0 0 0,0 0 0,0 0 15,-80 0 1,80-1-16,0 1 0,0 0 0,-40 0 0,40 0 16,-40 0-16,40 0 0,0 0 0,0 0 15,0 0 1,0-1-16,40 41 15,0-40 1,0 40-16,0 0 0,0 0 16,1 0-16,-41 40 15,40-40-15,0 41 0</inkml:trace>
  <inkml:trace contextRef="#ctx0" brushRef="#br0" timeOffset="213257.33">27125 10427 0,'-40'0'0,"80"0"0,1 0 16,39-40 15,0 40-31,0-40 0,-40 40 0,201-41 31,-40 1-15,-121 0-1</inkml:trace>
  <inkml:trace contextRef="#ctx0" brushRef="#br0" timeOffset="213477.32">27687 10387 0,'-40'0'0,"80"0"0,-120 0 16,40 0 0,40 40-1,0 0 1,0 80 0,0-80-16,0 121 31,0-41-16,0-80 1</inkml:trace>
  <inkml:trace contextRef="#ctx0" brushRef="#br0" timeOffset="213797.3">28169 10427 0,'-40'0'15,"-1"0"-15,1 0 16,-40 40 0,80 0-16,-40 40 31,40-40-31,40 0 15,0 1-15,0-1 16,-40 0 0,0 0-1,-40-40 1,-40 40 0,40-40-16,0 40 15,0-40-15,40-40 0</inkml:trace>
  <inkml:trace contextRef="#ctx0" brushRef="#br0" timeOffset="214197.27">28811 10026 0,'-40'-40'16,"80"80"-16,-121-80 0,41 40 0,-40-40 15,40 40 1,40 40-1,-40-40-15,40 40 16,0 40-16,0 40 16,40-40-1,-40-39-15,80 79 16,-40-80-16,-40 40 16,40-40-16,-40 0 15,41-40-15,-1 0 16</inkml:trace>
  <inkml:trace contextRef="#ctx0" brushRef="#br0" timeOffset="214627.25">29172 10226 0,'0'-40'15,"-40"40"1,40 40-1,0 0-15,0 0 0,0 1 16,0-1-16,0 0 16,0 0-16,0 0 0,40-40 0,-40 40 15,40-40 1,0 0-16,0 0 16,0 0-16,-40-40 0,41 40 0,-41-40 0,40 40 15,-40-40-15,40 0 0,0 0 16,-40-1-16,0 1 15,40 40 1,-40 40 0,0 1-1,0-1-15,40-40 16,0 0 0,0 0-1,1 0-15,-41-40 16,0-1-16,0 1 15,0 0-15,-41 40 0,41-40 0,-40 40 16,0-40 0,0 40-16,0-40 15,0 40 1</inkml:trace>
  <inkml:trace contextRef="#ctx0" brushRef="#br0" timeOffset="-214619.56">29854 9946 0,'0'40'15,"40"0"-15,-40 40 16,80 80-1,-39-79 1,-41-41-16,0 120 16,-41-120-16,41 0 0,-200 81 31,160-81-31,-81 0 0</inkml:trace>
  <inkml:trace contextRef="#ctx0" brushRef="#br0" timeOffset="-212039.72">11837 16362 0,'0'-40'31,"40"40"47,1 0-62,39 0-1,-40 0-15,0 0 0,0 0 0,0 0 16,0 0-16,1 0 0,-1 0 16,0 0-16,40 0 0,-40-40 0,40 40 0,-39 0 15,39 0-15,0 0 16,0 0-16,-40 0 0,41 0 0,-1 0 0,0-40 16,0 40-16,1 0 0,-1 0 0,0 0 0,0 0 15,1 0-15,-1 0 0,0 0 16,0 0-16,41 0 0,-41 0 0,0 0 0,1 0 15,39 0-15,-40 0 16,41 0-16,-41 0 0,40 0 0,1 0 0,-1 0 16,0 0-16,1 0 0,-41 0 15,40 0-15,1 0 0,-41 0 0,40 0 0,-39 0 16,-1 0-16,0 0 16,0 0-16,1 0 0,-1 0 0,0 0 0,-40 0 15,41 0-15,-1 0 0,-40 0 0,40 0 0,0 0 16,1 0-16,39 0 0,-40 0 15,41 0-15,-41 40 0,40-40 0,1 0 0,-41 0 16,40 0-16,1 0 16,-41 0-16,40 0 0,1 0 0,-41 0 0,40 0 15,-39 0-15,-1 0 0,0 0 16,0 0-16,1 0 0,-1 0 0,0 0 0,0 0 16,-39-40-16,39 40 0,0 0 0,0 0 0,-40 0 15,41 0-15,-1 0 16,-40 0-16,40 0 0,1 0 0,-1 0 0,0 0 15,0 0-15,1 0 0,-41 0 16,40 0-16,0 0 0,0 0 0,-39 0 0,39 0 16,-40 0-16,40 0 15,-40 0-15,41 40 0,-1-40 0,-40 0 0,40 0 16,0 0-16,1 0 0,-1 0 16,40 0-16,-39 0 0,-1 0 0,0 0 0,0 0 15,41 0-15,-41 0 0,0 0 0,0 0 0,1 0 16,-1 0-16,40 0 15,-39 0-15,-1 0 0,0 0 0,0 0 0,-39 0 16,39 0-16,0 0 0,0 0 16,1 0-16,-1 0 0,40 0 0,-40 0 0,1 0 15,-1 0-15,40 0 16,-39 0-16,-1 0 0,40 0 0,-40 0 0,41 0 16,-41 0-16,40 0 0,-39 0 0,-1 0 0,40 0 15,-39 0-15,-1 0 0,0 0 16,40 0-16,-39 0 0,-1 0 0,0 0 0,41 0 15,-41 0-15,0 0 16,0 0-16,1 0 0,-1 0 0,0 0 0,41 0 16,-41 0-16,0 0 0,40 0 15,-39 0-15,39-40 0,-40 40 0,1 0 0,39 0 16,-40 0-16,41 0 16,-41 0-16,0 0 0,40 0 0,-39 0 0,39 0 15,-40 0-15,41 0 0,-41 0 0,0 0 0,41 0 16,-41 0-16,0 0 0,40 0 15,-39 0-15,-1 0 0,0 0 0,41 0 0,-41 0 16,0 0-16,0 0 16,41 0-16,-41 0 0,0 0 0,0 0 0,1 0 15,-1 0-15,0 0 0,1 0 16,-1 0-16,-40 0 0,40 0 0,-40 0 0,41 0 16,-41 0-16,40 0 0,0 0 0,-40 0 0,0 0 15,41 0-15,-41 0 16,0 0-16,40 0 0,-40 0 0,41 0 0,-41 0 15,40 0-15,0 0 0,-40 0 16,41 0-16,-1 0 0,-40 0 0,40 0 0,-40 0 16,41 0-16,-1 0 15,-40 0-15,40 0 0,-40 0 0,41 0 0,-41 0 16,40 0-16,-40 0 0,40 0 0,-40 0 0,1 0 16,-1 0-16,40 0 0,-40 0 15,0 0-15,0 0 0,0 0 0,41 0 0,-41 0 16,0-40-16,0 40 15,40 0-15,-40 0 0,41 0 0,-41 0 0,40 0 16,-40-40-16,0 40 0,41 0 16,-1 0-16,-40 0 0,40 0 0,-40 0 0,0 0 15,1 0-15,-1 0 16,0 0-16,0 0 0,0 0 16,0 0-16,0 0 0,1 0 0,-1-40 15,0 40-15,-40-40 16,40 40-16,-40-40 15,0-1 1,-80 41-16</inkml:trace>
  <inkml:trace contextRef="#ctx0" brushRef="#br0" timeOffset="-209559.87">21588 16282 0,'0'0'0,"0"40"15,40-40 79,-40-40-31,0 0-48,0 0-15,40 40 16,-40-40-16,40 40 15,-40-40-15,0 0 0,0 0 32,0-1-32,0 1 0,0 0 15,0 0-15,40 40 0,-40-40 16,0 0-16,0 0 0,0 0 0,0 0 16,0-1-16,0 1 15,0 0 1,0 0-16,0 0 15,0 0-15,0 0 16,0 0-16,0 0 0,0 0 0,0-1 0,0 1 16,0 0-16,0 0 15,0 0-15,0 0 0,0 0 16,0 0-16,41 40 16,-41-40-16,0-1 15,0 1-15,0 0 31,0 0-31,0 0 0,0 0 16,0 0-16,0 0 16,0 0-16,0 0 0,0-1 15,0 1 1,0 0-16,0 0 16,0 0-16,0 0 0,0 0 15,0 0 1,0 0-16,0-1 0,0 1 0,0 0 15,0 0 1,0 0-16,0 0 0,0 0 16,0 0-1,0 0 1,0 0-16,0-1 16,0 1-1,0 0-15,0 0 16,0 0 15,0 0 0,0 0-15,0 0-16,0 0 16,0-1-16,40 41 0,-40-40 15,0 0 1,0 0-16,0 0 0,40 0 15,-40 0 1,0 0-16,0 0 16,0 0-1,0-1-15,0 1 16,0 0-16,0 0 16,0 0-1,0 0 16,0 0-15,0 0 0,0 0 15,0-1 0,0 1-15,0 0-1,-40 80 95,0-40-95,-1 40-15,1 1 16,40-1-16,-40-40 16,0 40-16,0 0 0,40 0 0,-40-40 15,0 40-15,0 0 16,40 0-16,0-80 78,0 0-78,0 0 16,40 40-16,-40-40 15,0 0-15,40 0 0,0 40 0,0-40 16,0-1-16,0 41 16,-40-40-16,40 40 15,1 0 32,-1 0-16,-40 40-31,40-40 16,0 41-16,0-41 0,-40 40 16,40-40-16,0 0 0,1 40 0,-1-40 0,0 40 15,0-40-15,0 40 16,0-40-16,-40 40 0,40-40 0,0 40 0</inkml:trace>
  <inkml:trace contextRef="#ctx0" brushRef="#br0" timeOffset="-173891.99">21708 13996 0,'-40'0'0,"40"-40"31,40 40-15,-40 40 78,-40-40-79,40 40 17,-40-40-17,40 40-15,-40-40 16,0 40-1,40 1-15,-40-41 0,40 40 16,-40 0-16,-1 0 0,1-40 16,40 40-16,-40 0 0,0 0 15,0 0-15,40 0 0,-40-40 0,0 41 16,40-1-16,-40-40 16,40 40-16,-41 0 0,1 0 15,40 0-15,-40-40 16,40 40-16,-40-40 0,40 40 0,-40 0 15,0 0 1,0 1-16,0-1 0,40 0 0,-41-40 16,1 40-16,40 0 0,-40 0 0,0 0 15,40 0-15,-40-40 0,40 40 16,0 1-16,-40-41 0,40 40 0,0 0 16,-40 0-1,40 0-15,-40-40 0,40 40 0,-41 0 16,1 0-1,40 0-15,-40 0 0,40 1 16,-40-41-16,40 40 0,-40 0 16,40 0-1,-40 0-15,40 0 16,-40-40 0,40 40-16,-40 0 15,40 0 1,-41-40-16,41 41 0,-40-1 31,40 0-31,-40 0 16,40 0-16,-40 0 15,40 0 1,-40-40 46,40-40-46,0 0 0,0 0-16</inkml:trace>
  <inkml:trace contextRef="#ctx0" brushRef="#br0" timeOffset="-172452.08">21829 13916 0,'0'-40'16,"0"80"62,0 0-62,0 0-1,0 0-15,0 0 16,40 0 0,0-40-16,0 0 0,-40 41 15,40-41-15,0 0 0,1 40 16,-1-40-16,0 40 0,0-40 15,0 40-15,0-40 16,-40 40-16,40-40 0,-40 40 0,40-40 16,-40 40-16,41-40 0,-41 40 0,40-40 15,-40 40-15,40-40 16,0 41-16,-40-1 31,40-40-31,-40 40 0,40-40 16,0 40-1,0 0 1,1-40-16,-41 40 0,40-40 16,-40 40-16,40-40 15,0 40-15,-40 0 0,40-40 16,-40 40-16,40 1 16,-40-1-16,40 0 15,-40 0 1,40 0-16,-40 0 15,41-40 1,-1 40-16,0-40 16,-40 40-16,40-40 0,0 40 15,0-40 1,-40 41-16,40-41 0,-40 40 0,40-40 16,-40 40-16,41 0 15,-1-40-15,-40 40 0,40-40 16,-40 40-1,0 0 17,40-40-32,0 40 15,-40 0 17,40-40-32,-40 40 0,40-40 0,0 41 31,1-1-16,-41 0 17,40-40-1,-40 40-31,40 0 16,-40 0-1,40-40-15,-40 40 0,40-40 16,-40 40-16,0 0 15,0 1 1,40-41 0,-40 40-1,0 0 1,40-40 0,0 0 15,1 40-16,-1-40 1,-80 0 62,40-40-62,-41 40-16,41-40 0</inkml:trace>
  <inkml:trace contextRef="#ctx0" brushRef="#br0" timeOffset="-170512.19">26804 13715 0,'41'0'0,"-41"-40"15,40 40-15,0 0 16,-40-40 0,0 80 93,-40-40-109,40 40 16,0 1-1,-40-41-15,40 40 16,0 0-16,-41-40 0,41 40 0,-40 0 16,40 0-1,-40-40-15,40 40 0,-40 0 0,40 0 0,-40 0 16,0 1-16,40-1 0,-40 0 15,0 40-15,40-40 0,-41 0 0,1 0 0,40 0 16,-40 1-16,40-1 0,-40 0 0,0 0 0,40 0 16,0 0-16,-40 0 15,40 0-15,-40 0 0,0 0 0,40 1 0,0-1 16,-41 0-16,1-40 0,40 40 16,-40 0-16,0 0 0,0 0 0,0 0 15,0 0 1,0 1-16,-1-1 0,41 0 15,-40-40 1,40 40-16,-40 0 0,40 0 0,-40 0 16,40 0-16,-40 0 0,0 0 15,40 1 1,-40-41-16,40 40 0,0 0 0,-40-40 0,40 40 16,-41 0-16,41 0 15,-40 0-15,40 0 0,0 0 0,-40-40 16,40 41-16,0-1 15,-40-40-15,40 40 0,-40-40 16,40 40-16,0 0 16,0 0-1,-40-40-15,40 40 32,0 0-32,0 0 15,-40-40 1,40 40-16,0 1 15,0-82 17,40 1-32,0-40 0,-40 40 15,40 0-15</inkml:trace>
  <inkml:trace contextRef="#ctx0" brushRef="#br0" timeOffset="-169322.26">26804 13876 0,'-40'0'31,"40"-40"-15,0 80 62,40-40-78,-40 40 0,0 0 31,0 0-31,41-40 0,-41 40 0,0 0 16,40-40-1,-40 40-15,40 1 0,0-1 16,0 0-1,-40 0-15,40-40 0,-40 40 0,0 0 16,40-40-16,-40 40 0,0 0 0,40-40 0,-40 40 16,41 1-1,-41-1-15,40-40 0,-40 40 0,40 0 16,-40 0-16,40 0 16,-40 0-16,40 0 0,-40 0 0,40-40 15,-40 40-15,40 1 16,0-1-16,1 0 15,-1-40-15,-40 40 0,40-40 16,0 40-16,-40 0 0,40 0 16,-40 0-16,0 0 15,40-40-15,-40 41 16,0-1-16,40 0 0,-40 0 16,0 0-16,0 0 15,40-40-15,-40 40 0,0 0 16,0 0-1,41-40-15,-41 40 0,0 1 16,40-41-16,-40 40 0,40-40 0,0 0 16,-40 40-16,40-40 15,0 40-15,0-40 0,0 40 16,1-40-16,-1 40 16,0 0-1,-40 0 1,40-40-16,-40 40 0,0 1 15,0-1 1,0 0 0,0 0-16,40-40 15,0 0 1,-40 40 0,40-40-1,-40-40 126</inkml:trace>
  <inkml:trace contextRef="#ctx0" brushRef="#br0" timeOffset="-167832.35">30857 13435 0,'-40'0'141,"0"0"-79,40 40-62,-40 0 0,40 0 16,-40-40-16,40 40 0,0 0 0,-40 0 16,40 0-1,-41 1-15,41-1 0,0 0 16,-40-40-16,40 40 0,-40 0 16,40 0-16,0 0 0,-40 0 0,40 0 0,-40 0 15,0 1 1,40-1-16,-40 0 0,40 0 0,-40 0 0,40 0 15,-41 0-15,1 0 0,40 0 0,-40 1 16,40-1-16,-40 0 16,40 0-16,-40-40 0,40 40 0,-40 0 0,40 0 15,-40 0-15,0 0 16,40 0-16,-41 1 0,1-1 16,40 0-16,-40 0 15,40 0-15,-40 0 0,40 0 16,-40-40-16,40 40 15,0 0-15,-40 1 0,40-1 16,0 0-16,-40-40 0,40 40 0,-40 0 16,-1 0-1,41 0-15,-40-40 0,40 40 16,-40 0 0,40 0-16,-40-40 0,40 41 15,0-1 1,-40-40-16,40 40 0,0 0 0,-40-40 15,40 40-15,-40 0 16,40 0 0,-40-40-1,40 40-15,0 0 16,-41-40-16,41 41 0,0-1 16,-40 0-1,40 0-15,0-80 78,-40 0-46,40 0-17</inkml:trace>
  <inkml:trace contextRef="#ctx0" brushRef="#br0" timeOffset="-166362.43">30737 13756 0,'0'0'0,"0"-41"32,0 1-17,40 40 48,0 0-32,-40 40-31,0 1 16,0-1-16,0 0 15,40-40-15,-40 40 0,0 0 0,0 0 16,40-40-16,-40 40 15,0 0-15,40-40 0,-40 40 0,0 0 16,41-40-16,-41 41 0,40-1 0,0 0 16,-40 0-16,40-40 0,-40 40 15,40 0-15,0 0 0,-40 0 0,40-40 16,-40 40-16,40-40 16,-40 41-16,41-1 0,-1 0 0,0-40 15,-40 40-15,40-40 0,-40 40 16,40-40-16,-40 40 0,40-40 0,-40 40 0,40 0 15,0 0-15,1 0 0,-41 1 16,40-41-16,-40 40 16,40-40-16,0 0 0,-40 40 0,40-40 0,-40 40 15,40-40-15,-40 40 0,40-40 16,-40 40-16,40 0 0,-40 0 16,41-40-16,-41 40 15,40 1-15,-40-1 0,0 0 16,40-40-16,-40 40 0,40 0 15,0-40-15,0 40 0,0 0 16,0 0-16,1-40 16,-41 40-16,40-40 15,0 0-15,-40 40 0,40-40 16,-40 41 0,40-41-16,0 40 15,-40 0 1,40 0-1,-40 0 1,40-40 0,-40 40-16,41-40 15,-1 0 1,0 0 0,-40 40-16,40-40 15,-40 40 63,0 0-62,40 1 0,0-41 15,-40 40-31,0 0 47,0 0-32,40-40 1,1 0 15,-41 40-15,40-40-1,0 0 17,-40-40-17,0 0 1</inkml:trace>
  <inkml:trace contextRef="#ctx0" brushRef="#br0" timeOffset="-164382.48">17495 13836 0,'40'0'15,"0"0"1,-40-40-16,0 0 109,0 80 63,40-40-172,-40 40 16,0 0 0,0 0-16,41 0 0,-41 0 15,0 0-15,40 0 16,-40 0-16,40-40 0,-40 41 0,0-1 0,40 0 15,-40 0-15,40 0 16,-40 0 0,40 0-16,0 0 0,-40 0 15,40-40-15,-40 41 16,41-41-16,-41 40 0,0 0 0,40-40 16,0 0-1,-40 40-15,40 0 16,-40 0-1,40 0-15,-40 0 0,0 0 16,40-40-16,-40 40 16,0 1-1,40-41-15,-40 40 0,0 0 0,41 0 16,-41 0 0,0 0-16,0 0 0,0 0 15,0 0 1,40-40-16,-40 41 15,0-1-15,0 0 16,40-40-16,-40 40 16,0 0-16,0 0 15,0 0 1,40-40-16,-40 40 0,0 0 16,0 0-1,0 1-15,0-1 16,0 0-1,0 0 1,0 0-16,0 0 16,40 0-1,-40 0-15,0 0 16,40-40-16,-40 41 16,0-1-1,0 0 1,40-40 15,-40 40-31,0 0 31,0 0-15,0 0 0,0 0-1,0 0-15,0-80 47,0 0-47,40 0 16,-40 0-1,0 0-15,0 0 0</inkml:trace>
  <inkml:trace contextRef="#ctx0" brushRef="#br0" timeOffset="-163152.63">17696 14076 0,'0'0'16,"40"0"-16,-40-40 16,-40 0 15,40 0-16,-40 40-15,40-40 16,0 0 0,-41 40 46,41 40-46,-40-40-16,0 0 0,0 0 15,40 40 1,-40-40-16,0 0 16,40 40-16,-40 0 15,40 0 1,-40 0-16,40 1 0,-41-1 0,41 0 16,0 0-16,-40 0 0,40 0 15,-40 0-15,40 0 0,0 0 0,-40-40 16,40 41-16,0-1 15,-40-40-15,0 40 0,0 0 16,0-40-16,40 40 0,0 0 0,-41-40 16,1 40-16,40 0 0,-40-40 15,0 40-15,40 0 0,-40 1 0,40-1 0,-40-40 16,40 40-16,-40 0 16,40 0-16,0 0 0,-40-40 0,40 40 0,-41 0 15,1-40-15,40 40 0,0 1 16,-40-41-16,40 40 0,-40 0 0,0 0 15,40 0-15,-40 0 0,0 0 16,40 0 0,-40 0-16,40 0 0,-41-40 0,41 41 0,-40-41 15,40 40-15,-40 0 0,0 0 16,0 0-16,0 0 16,40 0-16,-40-40 15,40 40-15,-40-40 0,40 40 0,-41-40 0,41 41 16,-40-41-16,40 40 15,-40 0-15,40 0 16,-40-40-16,40 40 0,0 0 16,-40-40-16,40 40 15,0 0-15,-40 0 0,40 0 32,-40-40-32,40 41 15,-40-41 1,40 40-16,-41-40 0,41 40 15,-40-40-15,40 40 16,-40-40 31,40 40-47,0 0 16,-40 0-1,40-80 32,0 0-47,0 0 0,0 0 16,0 0-16</inkml:trace>
  <inkml:trace contextRef="#ctx0" brushRef="#br0" timeOffset="-161802.69">13402 14076 0,'0'-40'15,"0"80"-15,0-120 16,-40 80 0,0 0 15,0 0-15,0 0 15,40-40-16,-40 40-15,40-40 0,-41 40 32,41 40 30,0 0-46,0 0-16,0 0 0,41-40 0,-41 40 15,40-40-15,-40 41 0,40-1 16,-40 0-16,40-40 16,-40 40-16,40 0 0,-40 0 0,0 0 15,40-40-15,-40 40 16,0 0-16,40 1 0,-40-1 0,40 0 16,-40 0-16,41-40 0,-41 40 15,0 0-15,40 0 0,-40 0 0,0 0 0,40 0 16,-40 1-16,0-1 15,40-40-15,-40 40 0,0 0 0,40 0 0,-40 0 16,0 0-16,40 0 0,-40 0 0,0 1 16,40-1-16,0 0 15,-40 0-15,0 0 0,41 0 16,-41 0 0,40-40-16,-40 40 0,0 0 0,40-40 0,-40 40 15,0 1-15,40-1 16,-40 0-16,0 0 0,40 0 15,-40 0-15,0 0 0,0 0 16,0 0 0,40-40-16,-40 41 0,0-1 15,0 0 1,40 0-16,-40 0 16,0 0-1,0 0-15,40-40 16,-40 40-16,0 0 15,41-40 1,-41 40 0,0 1-1,40-41-15,-40 40 0,0 0 16,0 0 0,0-80 15,-40 0-31,-1-41 15,1 1-15</inkml:trace>
  <inkml:trace contextRef="#ctx0" brushRef="#br0" timeOffset="-160642.7">13081 14277 0,'40'0'16,"0"-40"-16,-40 0 15,41 40 1,-41 40 15,-41-40-31,41 40 16,0 0-1,-40-40 32,0 0-31,0 0-1,40 40 1,-40-40-16,40 40 16,-40 0-1,40 0 1,-40-40-16,0 41 0,-1-1 16,1-40-1,40 40-15,-40-40 0,40 40 0,-40 0 0,0-40 16,40 40-16,-40 0 15,0 0-15,40 0 16,0 0-16,-40-40 0,40 41 16,0-1-1,-41-40-15,41 40 0,-40 0 16,0 0 0,40 0-16,0 0 0,-40 0 0,0 0 15,40 1-15,-40-1 0,40 0 16,-40-40-16,40 40 0,-40 0 0,40 0 15,-41 0-15,41 0 0,0 0 16,-40-40 0,40 40-16,-40-40 0,0 41 15,0-41-15,40 40 16,-40 0-16,0 0 0,0 0 16,-1 0-1,41 0-15,-40-40 0,40 40 0,-40-40 16,40 40-16,-40 1 15,0-1-15,0-40 16,40 40-16,-40-40 0,0 40 0,-1 0 16,1-40-1,40 40-15,-40-40 0,0 40 0,0 0 0,0-40 16,0 40-16,0 0 16,-1 1-16,1-41 0,40 40 0,-40-40 0,40 40 15,-40-40-15,80 0 47,0 0-31,0 40 15,-40 0 0,0-80 16,0 0-47,0 0 16,0 0-1</inkml:trace>
  <inkml:trace contextRef="#ctx0" brushRef="#br0" timeOffset="-159832.75">12078 16523 0,'0'0'0,"0"-40"47,-40 40-16,0 0-15,0 0-16,0 40 15,-1-40-15,1 40 16,0-40 0,0 0-16,0 0 15,0 0-15,40 40 16,-40-40-16,0 0 0,40 40 0,-41-40 0,1 0 16,0 0-16,0 0 15,0 0-15,0 0 0,0 0 0,0 0 16,-1 0-16,41-40 15,-40 40-15,0 0 0,0 0 16,0 0-16,0 0 0,0 0 16,0 0-16,-1 0 15,41 40-15,-40-40 0,0 0 0,0 0 16,40 40-16,-40-40 16,0 0-16,0 0 15,-1 0-15,1 0 16,0-40-16,0 40 15,0 0 1,40-40 172</inkml:trace>
  <inkml:trace contextRef="#ctx0" brushRef="#br0" timeOffset="-159432.77">10674 15921 0,'0'-40'15,"-41"40"-15,1 0 16,40 40 0,-80 81-1,80-41 1,-120 80 0,39-80 15,41 1-16,80-81 17,1 0-17,-41 40-15,40-40 0,0 0 16,0 40-16,0-40 0,0 0 0,0 0 16,0 40-16,-40 0 15,41-40-15,-1 40 0,0 0 0,0 0 0,0 0 16,0 1-16,0-1 0,1-40 0,-1 40 15</inkml:trace>
  <inkml:trace contextRef="#ctx0" brushRef="#br0" timeOffset="-157832.87">22150 8141 0,'0'-40'0,"-40"40"16</inkml:trace>
  <inkml:trace contextRef="#ctx0" brushRef="#br0" timeOffset="-151643.31">22671 12232 0,'0'0'0,"41"0"47,-41-41-47,40 41 15,0 0-15,-40 41 94,40-1-78,0 0-16,0 0 15,0 0 1,0-40-16,1 40 0,-1 0 0,0-40 16,0 40-16,0 0 0,0-40 15,0 40-15,0 1 0,1-41 0,-1 40 16,0 0-16,-40 0 0,40 0 15,0-40-15,-40 40 16,0 0-16,40-40 0,-40 40 0,40-40 16</inkml:trace>
  <inkml:trace contextRef="#ctx0" brushRef="#br0" timeOffset="-151293.33">23715 12232 0,'-40'0'31,"-1"0"-31,41 40 78,-40-40-78,40 40 0,-80 0 0,80 0 0,-40 0 16,0 0-16,0 0 0,0 0 16,-1 41-16,1-41 0,0 0 0,40 0 0,-40 0 15,0 0-15,0 40 16,0-40-16,40 1 0,-40-1 0,-1 0 0,1 0 15,40 0-15,-40-40 0,40 40 0</inkml:trace>
  <inkml:trace contextRef="#ctx0" brushRef="#br0" timeOffset="-150723.34">24276 12753 0,'0'-40'16,"0"80"-16,-40-80 15,0 40-15,0 0 16,0 40 15,0 0-31,-40 40 16,39 41 15,41-41-15,81 0-1,-1-80 17,0 80-17,-80-40 1,-40 0-1,0-40-15,40 40 0,-120 1 16,79-41-16,-119 0 16,120 0-16,0 0 0,-41 0 31,41-41-31</inkml:trace>
  <inkml:trace contextRef="#ctx0" brushRef="#br0" timeOffset="-150343.36">24798 12151 0,'-40'0'16,"80"0"-16,-120 0 16,40 0 15,40 40-31,-40-40 0,40 41 0,-41-1 15,41 0-15,-40 0 0,40 0 16,0 0-16,-40 0 0,40 0 0,0 0 16,0 0-16,0 1 15,0-1-15,0 0 0,40-40 0,-40 40 16,0 0-16,40-40 0,-40 40 16,41-40-16,-1 0 0,0 40 0,0-40 15</inkml:trace>
  <inkml:trace contextRef="#ctx0" brushRef="#br0" timeOffset="-149833.42">25159 12633 0,'-40'0'16,"80"0"-16,0 0 31,-40-81-15,81 1-1,-81 40-15,0-40 32,0 40-32,0 0 0,-41 40 31,41 80 16,0-40-32,0 0-15,0 0 16,0 0-16,0 0 0,0 0 16,0 1-1,0-1-15,0 0 0,0 0 16,0 0-16,0 0 0,0 0 0,0 0 15,0 0-15,0 1 16,-40-41-16,0 40 16,0-40-1,0 0-15,0 0 16,0 0-16,0 0 16,40-40-16,-41 40 0,41-41 15,0 1 1</inkml:trace>
  <inkml:trace contextRef="#ctx0" brushRef="#br0" timeOffset="-149613.43">25280 11991 0,'0'0'16,"-41"-40"0,41 80 15</inkml:trace>
  <inkml:trace contextRef="#ctx0" brushRef="#br0" timeOffset="-149023.47">25721 12232 0,'-40'0'0,"0"40"47,40 0-31,-40-40-16,40 40 16,0 0-16,0 0 0,0 0 15,0 0-15,0 0 16,40-40-1,-40 40-15,40-40 0,0 0 16,0 0-16,0 0 16,-40-40-16,40 40 0,-40-40 15,41 0 1,-41 0-16,0 0 16,0 80 15,40-40-16,0 0 1,-40 40-16,40-40 16,0 0-1,0 0-15,-40-40 0,40 40 0,-40-40 16,40 0 0,-40-40-16,41 40 0,-41-1 15,0 1-15,-81 40 0,81-40 0,-40 40 16,40-40-16,-40 40 0,0-40 15,0 40-15,0 0 0,0 0 0,-1 0 16,1 0 0</inkml:trace>
  <inkml:trace contextRef="#ctx0" brushRef="#br0" timeOffset="-148733.45">26604 11951 0,'0'0'16,"40"0"15,0 40-31,0 0 15,-40 0-15,0 0 0,0 0 0,0 0 16,0 1-16,0-1 16,-40 0-16,40 0 0,-40 0 0,40 0 0,-40 0 15,0 0-15,0 0 16,-1 0-16,1 1 0,0-41 0,0 40 0,0 0 16,0-40-16</inkml:trace>
  <inkml:trace contextRef="#ctx0" brushRef="#br0" timeOffset="-145223.68">21548 16964 0,'0'-40'47,"-40"40"15,0 0-30,-1 40-32,1-40 15,0 0 1,40 40-1,-40-40-15,40 40 63,0 0-63,-40 0 16,40 0-16,0 1 15,0-1-15,0 0 0,0 0 16,0 0-16,0 0 15,0 0 1,40-40-16,0 0 16,0 0-1,0 0-15,1 0 32,-1 0-32,0 0 15,-40-40 48,40 40-63,-40-40 15,0 0 1,0 0 0,0 0-1,0 0 1,0-1-1,0 1 17,-40 40-17,0 0 17,0 0-17,40-40-15,-41 40 0,41-40 16,-40 40-16,0 0 15,0 0 1,80 40 47,-40 0-63</inkml:trace>
  <inkml:trace contextRef="#ctx0" brushRef="#br0" timeOffset="-143723.78">23835 16322 0,'40'0'47,"0"0"62,-40-40-109,0 80 109,0 0-93,0 0 0,0 1-16,0-1 15,0 0-15,0-80 63,0 0-63,0-1 15,0 1-15,0 0 16,0 0-16,0 0 16,0 0-1,0 80 16,0 0-15,0 0-16,0 0 31,0-80 1,40 40-32,-40-40 15,0 0-15,0 0 31,0 0-31,0 80 32,0 0-1,0 0-31,0 0 0,0 0 16,-40-40-16</inkml:trace>
  <inkml:trace contextRef="#ctx0" brushRef="#br0" timeOffset="-142883.76">23675 16964 0,'-41'0'16,"41"-40"-16,0 80 62,-40-40-46,40 40-16,0 0 0,0 0 15,0 0 1,0 0-16,0 1 0,0-1 16,-40 0-16,40 0 15,40-40 16,-40-40-31,40 0 16,-40 0 0,41 40-16,-41-41 0,0 1 15,40 40-15,-40 40 32,0 1-17,0-1 1,0 0-16,0 0 15,40-40 17,0 0-17,0 0 1,-40-80-16,0 40 16,0-1-1,40 1-15,-40 0 0,0 0 16,0 0-16,-40 0 31,40 80 0</inkml:trace>
  <inkml:trace contextRef="#ctx0" brushRef="#br0" timeOffset="-142273.79">24036 17084 0,'0'0'0,"40"0"62,0 40-46,-40 0-16,40 1 15,-40-1 1,0 0-16,0 0 16,0 0-1,-40-40-15,40 40 16,0-80 15,40 0-31,-40 0 16,0 0-1,40 40-15,0-40 0,0 40 16,1 0 0,-41 40-1,0 0 1,0 0-16,0 0 0,0 0 31,-41-40-31,1 0 16,40 40-16,0-80 31,40 40-31,-40-40 0,41 0 16,-1 0-1,0 40-15,0 0 16,-40 40 0,0 0-1,0 0-15,0 0 16,-40-40-1,40 40-15,-40 0 0,40 1 16,-40-41 0</inkml:trace>
  <inkml:trace contextRef="#ctx0" brushRef="#br0" timeOffset="-141053.86">26724 13956 0,'-40'0'15,"40"40"-15,0-80 32,40 40 171</inkml:trace>
  <inkml:trace contextRef="#ctx0" brushRef="#br0" timeOffset="-140893.87">26724 14237 0,'0'40'31,"0"-80"0</inkml:trace>
  <inkml:trace contextRef="#ctx0" brushRef="#br0" timeOffset="-140563.97">26764 14878 0,'0'0'0,"-40"0"0,40 41 31,40-41-31</inkml:trace>
  <inkml:trace contextRef="#ctx0" brushRef="#br0" timeOffset="-140353.91">26845 15159 0,'0'40'16,"0"-80"-16,0 120 31,40-80-15,-40 41-16,40-41 31</inkml:trace>
  <inkml:trace contextRef="#ctx0" brushRef="#br0" timeOffset="-140203.91">26845 15520 0,'0'0'0,"0"40"0,40-40 47</inkml:trace>
  <inkml:trace contextRef="#ctx0" brushRef="#br0" timeOffset="-140024">26925 15841 0,'-40'40'15,"0"-40"1,40 40-1,0 0 1,0 0 0</inkml:trace>
  <inkml:trace contextRef="#ctx0" brushRef="#br0" timeOffset="-139844.01">26885 16202 0,'0'40'16,"0"-80"-16,40 80 47</inkml:trace>
  <inkml:trace contextRef="#ctx0" brushRef="#br0" timeOffset="-139634.02">26885 16443 0,'0'0'0,"0"40"16,-40-40-16,40 40 47,0 0-32</inkml:trace>
  <inkml:trace contextRef="#ctx0" brushRef="#br0" timeOffset="-138614.08">26604 16884 0,'0'40'16,"0"-80"-16,-40 80 16,40 0 62,0 0-47,0 0-31,0 0 0,0 0 0,0 0 16,40-40-1,-40 41-15,40-41 0,0 0 16,-40 40-16,40-40 0,0 0 15,-40-40 17,40 40-32,-40-41 15,0 1-15,0 80 78,0 1-78,41-1 16,-1-40 0,0 0-1,0 0-15,0 0 16,-40-40-16,40 40 0,-40-41 16,0 1-16,0 0 15,0 0 1,0 0-16,0 0 0,-40 40 0,40-40 0,0 0 15,-40 40 1,0 0-16,40 40 31,-40-40-31,40 40 0,-40-40 16,40 40 0</inkml:trace>
  <inkml:trace contextRef="#ctx0" brushRef="#br0" timeOffset="-138204.1">27406 17164 0,'-40'0'0,"40"41"15,-40-41 1,40 40 15,-40-40-31,40 40 16,-40-40-1,40 40-15,-40-40 0,40 40 16,0 0 0,0 0-1,40-40-15,0 0 16,-40 40-1,40-40-15,-40 40 16,0 1 0,0-1-1,-40-40 1,0 0-16,0 0 0,0 0 16,-1 0-16,1 0 0,0 0 0,0-40 15,0 40-15,0-41 16</inkml:trace>
  <inkml:trace contextRef="#ctx0" brushRef="#br0" timeOffset="-137244.09">30737 13756 0,'-40'0'109</inkml:trace>
  <inkml:trace contextRef="#ctx0" brushRef="#br0" timeOffset="-137084.1">30737 13996 0,'0'40'15,"0"0"-15,-40-40 0,40 40 16,0 1 0,0-1-1</inkml:trace>
  <inkml:trace contextRef="#ctx0" brushRef="#br0" timeOffset="-136914.16">30576 14718 0,'0'40'15,"40"-40"1,-40 40 15</inkml:trace>
  <inkml:trace contextRef="#ctx0" brushRef="#br0" timeOffset="-136744.2">30657 15159 0,'-41'40'0,"41"0"0,0 1 32,0-1-17,41-40 1</inkml:trace>
  <inkml:trace contextRef="#ctx0" brushRef="#br0" timeOffset="-136554.13">30777 15681 0,'-40'0'0,"80"0"0,-80 40 16,0-40-16,40 40 16,0 0-1,0 0 1</inkml:trace>
  <inkml:trace contextRef="#ctx0" brushRef="#br0" timeOffset="-136374.14">30777 16082 0,'-40'0'0,"80"0"0,-80 40 15,0-40 1,40 40-1,0 0 17</inkml:trace>
  <inkml:trace contextRef="#ctx0" brushRef="#br0" timeOffset="-135714.26">30175 17044 0,'0'0'0,"-40"-40"32,40 0-32,80 40 31,-40-40-31,41 40 16,39 40 15,-80 0-31,-40 80 31,-40 1-15,0-121-1,-81 40 1,81-40 0,40-80-1,40 80 16,1 0-15,39 40 0,0 0 15,0 0-15,-40-40-16</inkml:trace>
  <inkml:trace contextRef="#ctx0" brushRef="#br0" timeOffset="-135244.29">30857 17004 0,'0'0'0,"-40"0"0,0 0 16,0 40-16,40 0 15,0 0 1,40 41-1,80-41 17,-39-40-17,-81-40 1,0-1 0,0 82 46,80-41-31,-80 40-31,40-40 0,0 0 32,-40-40-32,40 40 0,-40-41 0,0 1 15,40 40-15,-40-40 0,0 0 0,0 0 16,-40 0-1,40 0-15,-40 40 0,40-40 0,-40 40 0,0 0 16,40-40 0</inkml:trace>
  <inkml:trace contextRef="#ctx0" brushRef="#br0" timeOffset="-134984.3">31499 16964 0,'0'0'0,"-40"0"15,0 0-15,0 0 0,0 0 16,40 40 0,-40-40-16,40 40 0,0 0 15,0 0-15,0 0 0,0 1 16,40-1-16,-40 0 15,0 0-15,0 0 16,0 0 0,0 0-1,-81-40 1,41 0-16,0 0 16,0-40-16</inkml:trace>
  <inkml:trace contextRef="#ctx0" brushRef="#br0" timeOffset="-133734.3">17575 14036 0,'40'-40'31,"-40"0"1,41 40-32,-1 0 46,-40 40-14,0 0-1,0 0-31,-40-40 0,40 40 16</inkml:trace>
  <inkml:trace contextRef="#ctx0" brushRef="#br0" timeOffset="-133584.38">17575 14598 0,'0'40'16,"0"-80"-16,0 120 16,-40-80-16,40 40 0,0 0 0,0 0 15</inkml:trace>
  <inkml:trace contextRef="#ctx0" brushRef="#br0" timeOffset="-132144.47">17375 15199 0,'0'40'78,"40"-40"-78,-40 41 16</inkml:trace>
  <inkml:trace contextRef="#ctx0" brushRef="#br0" timeOffset="-131934.41">17415 15600 0,'-40'0'16,"40"40"-16,0 1 62,0-1-62,0 0 16,-40 0-16,40 0 15</inkml:trace>
  <inkml:trace contextRef="#ctx0" brushRef="#br0" timeOffset="-131784.47">17294 16042 0,'-40'0'0,"80"0"0,-120 0 15,80-41 16</inkml:trace>
  <inkml:trace contextRef="#ctx0" brushRef="#br0" timeOffset="-131284.52">16452 17164 0,'0'0'15,"-40"0"-15,40-40 32,40 40-1,0 0-15,0 0-16,0 0 15,0 0-15,0 0 0,-40-40 16,41 40-16,-1 0 15,0 0-15,0-40 16</inkml:trace>
  <inkml:trace contextRef="#ctx0" brushRef="#br0" timeOffset="-130774.47">17014 16884 0,'-41'0'16,"41"40"-16,-40-40 15,40 40 1,0 0 0,0 80-1,0-39 1,121-81-1,-1-41 17,-80-39-17,0 0 1,-40 120 15,0 0-15,0 0-1,81-40 1,39-40 15,-80 0-15,-40-40 0,0 40-1,-80-40 16,40 40-31,0 40 16</inkml:trace>
  <inkml:trace contextRef="#ctx0" brushRef="#br0" timeOffset="-130474.57">17816 16924 0,'0'40'0,"-40"-40"31,40 40-15,-40-40 0,40 40-16,0 0 0,-40 0 15,40 0-15,0 1 0,0-1 31,0 0-31,40-40 16,-40 40-16,0 0 16,0 0-1,-40-40 1,0 40-16,-41-40 0,41 0 16,0 0-16,0 0 0,0 0 0,0 0 0</inkml:trace>
  <inkml:trace contextRef="#ctx0" brushRef="#br0" timeOffset="-129064.65">13081 14357 0,'0'0'0,"40"0"15,0 0 95,1 0-79,-41 40 0,0 0-15,0 0-1,0 1 17,-41-41-32,41 40 15,-40-40-15,40 40 0,0 0 16,-40 0-1</inkml:trace>
  <inkml:trace contextRef="#ctx0" brushRef="#br0" timeOffset="-128834.59">13121 15079 0,'-40'0'15,"80"0"-15,-80 40 32,0 0-17,0 40 1,40 1 0</inkml:trace>
  <inkml:trace contextRef="#ctx0" brushRef="#br0" timeOffset="-128694.66">13041 15681 0,'-40'0'0,"80"0"0,-80 40 16,40 0 15,0 0-31</inkml:trace>
  <inkml:trace contextRef="#ctx0" brushRef="#br0" timeOffset="-128514.61">13001 16162 0,'-40'40'0,"80"-80"0,-120 80 16</inkml:trace>
  <inkml:trace contextRef="#ctx0" brushRef="#br0" timeOffset="-128064.71">11637 17566 0,'-40'0'0,"80"0"0,-40 0 94,40 0-94,0-41 0,0 41 15,0 0-15,-40-40 0,40 40 0,0-40 16,1 40-1,-41-40-15</inkml:trace>
  <inkml:trace contextRef="#ctx0" brushRef="#br0" timeOffset="-127664.74">12158 17124 0,'81'-40'16,"-41"40"-1,40-40 1,0 120 15,-80 41-15,0-1 0,-80-40-1,0-40 16,40-80-31,40 0 16,40 40 31,0 0-47,0 40 0,0-40 16,-40 40-16,40-40 15,-40 40-15,40-40 16,-40 41-16,40-41 0,-40 40 15</inkml:trace>
  <inkml:trace contextRef="#ctx0" brushRef="#br0" timeOffset="-127194.69">12760 17164 0,'0'0'0,"0"41"0,-40 39 32,0-40-17,80 40 1,40 0 0,-40-80 15,41-40-16,-41-40 1,-40 0 15,0 160-15,0-40 0,40-40-1,0 0 1,80-120-1,-79 80 1,-41-81 0,0 41 15,-81 80-15,81-40-1</inkml:trace>
  <inkml:trace contextRef="#ctx0" brushRef="#br0" timeOffset="-126914.78">13563 17164 0,'-40'41'0,"40"-1"31,-41-40-31,41 40 32,0 0-32,-40 0 0,40 0 15,0 0 1,-40-40-16,40 40 0,0 0 16,0 1-1,0-1 1,-40-40-1,40 40-15,-40-40 16,0 0-16,0 0 0,0 0 0</inkml:trace>
  <inkml:trace contextRef="#ctx0" brushRef="#br0" timeOffset="-64788.45">25320 16683 0,'0'-40'15,"40"40"-15,-40-40 16,40 40 0,0 0-1,-40 40 157,0 0-141,0 0-31,0 0 32,0 1-32,0-1 15,0 0 1,0 0-16,0 0 0,0 0 16,0 0-1,0 0-15,-80 0 0,80 0 0,0 1 16,-40-41-16,40 40 0,-40 0 0</inkml:trace>
  <inkml:trace contextRef="#ctx0" brushRef="#br0" timeOffset="-64148.5">25360 16643 0,'-40'0'15,"40"40"48,0 0-47,-40-40-1,40 40-15,0 1 0,0-82 78,0 1-62,0 0 0,40 40-1,-40-40 1,40 40-16,-40-40 0,40 40 15,-40-40 1,40 40-16,0 0 16,0 0 15,1 0-15,-41 40 15,0 0-16,0 0 1,0 0-16,0 0 16,40-40-16,-40 41 0</inkml:trace>
  <inkml:trace contextRef="#ctx0" brushRef="#br0" timeOffset="-62228.62">26925 16402 0,'0'0'0,"40"0"78,-80 0-31,0 0 453,0 0-484</inkml:trace>
  <inkml:trace contextRef="#ctx0" brushRef="#br0" timeOffset="-61708.63">25440 16322 0,'0'0'0,"-40"0"16,40 40-16,-40-40 0,0 0 15,0 0 17,80 0 15,0 0-32,-40-40-15,40 40 0</inkml:trace>
  <inkml:trace contextRef="#ctx0" brushRef="#br0" timeOffset="-60388.73">26885 16322 0,'0'0'0,"40"0"16,0 0-1,0 0-15,-40-40 16,-40 40 187</inkml:trace>
  <inkml:trace contextRef="#ctx0" brushRef="#br0" timeOffset="-58928.76">25119 18007 0,'0'40'109,"0"0"-93,0 0-16,-40 0 0,40 0 15,0 0 1,0 0-16,0 1 0,0-1 16,40-40-1,-40 40-15,40-40 16,-40-40-1,40 40 1,-40-40-16,40-1 0,-40 1 16,41 0-1,-41 0 1,0 80 15,0 0-31,40 0 31,0 1-31,-40-1 32,40-40-32,0 0 0,0 0 47,-40-40-47,40-1 15,-40 1-15,0 0 16,0 0-16,0 0 31,0 0-31,0 0 0,0 0 16,0 0-1,-40 40 32,40 40-31,-40-40-1,40 40-15</inkml:trace>
  <inkml:trace contextRef="#ctx0" brushRef="#br0" timeOffset="-58408.78">25882 18247 0,'0'-40'0,"-41"40"62,41 40-46,-40 0-16,40 1 16,-40-41-16,40 40 15,0 0 1,-40-40-16,80 0 47,-40 40-47,40-40 0,0 0 15,-40 40-15,41-40 16,-41 40 15,0 0-15,-41-40 0,41 40-16,-40-40 0,0 0 0,0 0 0,0 40 15,0-40-15,0 40 0,0-40 16,-1 0-16,1 41 15,0-41-15,40-41 16,0 1 0</inkml:trace>
  <inkml:trace contextRef="#ctx0" brushRef="#br0" timeOffset="-57838.81">26243 18408 0,'-40'0'15,"-1"0"1,41-40 31,41 40-16,-1 0-31,0 0 16,0 0-16,0 0 15,0 0-15,0 0 0,0 0 16,1 0 0,-1 0-16,0 0 15,-80 0 32,0 0-31,40 40-16,-41-40 31</inkml:trace>
  <inkml:trace contextRef="#ctx0" brushRef="#br0" timeOffset="-57148.85">26764 18087 0,'0'-40'0,"0"80"94,0 0-94,-40-40 0,40 40 16,0 0-16,0 0 0,0 0 15,0 1 1,0-1-16,0 0 16,40-40-1,0 0 1,1 0 0,-41-40-16,40 0 15,-40-1-15,0 1 16,0 80 31,0 1-32,0-1 1,0 0-16,0 0 31,40-40-31,0 0 16,0 0-16,0 0 15,-40-40-15,40 0 16,-40 0-16,40 40 0,-40-41 16,0 1-1,0 0-15,0 0 16,-40 40 0,40-40-1,-40 40-15,0 0 31,0 0-31,0 0 16</inkml:trace>
  <inkml:trace contextRef="#ctx0" brushRef="#br0" timeOffset="-56298.95">27446 18287 0,'0'0'0,"-40"0"16,40 41 46,40-1-46,-40 0-16,0 0 0,41-40 16,-41 40-16,40-40 62,-40-40-46,40 40-1,-40-40-15,40 40 0,0-40 16,0 0 0,0 40-1,-40 40-15,0 0 16,0 0-1,0 0 1,-40-40 0,80 0 31,-40-40-32,40 40-15,1-40 0,-1 40 16,-40-40-16,40 40 0,-40-40 0,40 40 0,0 0 15,0 0 17,-40 40-17,0 0-15,0 0 32,0 0-32,40-40 15,0 0-15,1 0 31,-1 0-31,0 0 16,0 0 0,-40-40-16,-40 40 78,0 0-78,0 0 15,-1 0-15,1 0 16</inkml:trace>
  <inkml:trace contextRef="#ctx0" brushRef="#br0" timeOffset="-53369.09">28048 11911 0,'40'0'0,"-40"40"203,0 0-187,41 0-16,-41 0 16,40 0-1,-40 0-15,0 0 16,40-40-16,0 0 31,0 0-15,-40-40-1,0 0-15,40 0 0,-40 0 16,0 0 0,0 80 46,0 0-62,0 0 16,40 0-16,0-40 31,1 0-31,-1 0 16,0-40-1,-40 0-15,40 40 0,-40-40 0,0 0 16,40 0 0,-40 0-16,0 0 0,40-1 15,-40 1-15,0 0 16,-40 80 46,40 0-46,-40-40-16</inkml:trace>
  <inkml:trace contextRef="#ctx0" brushRef="#br0" timeOffset="-52909.1">29011 11911 0,'-40'0'31,"0"0"-15,40 40-16,-40-40 0,40 40 15,-40-40 1,40 40-16,0 0 0,-40-40 0,40 40 0,0 0 16,40-40 15,0 0-31,0 0 15,0 0 1,-40 40 15,0 1-31,-40-1 16,40 0 0,-40-40-16,40 40 0,-40-40 0,40 40 15,-40-40-15,0 0 16,-1 0 15,41-40-31,0 0 16</inkml:trace>
  <inkml:trace contextRef="#ctx0" brushRef="#br0" timeOffset="-52439.13">29292 11911 0,'-40'0'47,"40"40"-47,40-40 31,41-40-15,-41 40-16,0 0 0,0-40 15,0 40 1,0 0-16,-40-41 0,40 41 0,-80 0 63,40 41-48</inkml:trace>
  <inkml:trace contextRef="#ctx0" brushRef="#br0" timeOffset="-51819.16">29894 11510 0,'-40'0'15,"80"0"-15,-80 40 47,40 0-47,0 0 0,0 0 16,0 0-1,0 0-15,0 0 0,0 0 16,0 1 0,40-41 15,-40-41-31,40 41 0,0 0 16,-40-40-16,41 40 0,-41-40 0,40 40 0,0-40 15,-40 0-15,40 40 16,-40-40-16,-40 40 31,40 40-15,-40 0-1,40 0-15,0 0 32,40-40-32,0 0 0,0 0 15,0 0-15,0-40 16,-40 0-16,40 40 15,1-40-15,-41 0 0,0 0 16,0 0 0,0 0-16,-41 0 15,1 40 1,40-41-16,-40 41 0,0 0 16</inkml:trace>
  <inkml:trace contextRef="#ctx0" brushRef="#br0" timeOffset="-51189.2">30616 11670 0,'-40'0'16,"80"0"15,1 0-15,-41 40-16,40-40 0,-40 40 0,40-40 15,-40 40-15,0 0 16,0 1-16,0-1 15,-40-40 1,40-40 31,0-1-31,40 1-16,0 40 15,-40-40-15,40 40 0,-40-40 16,40 40-16,0 40 15,-40 0 17,40-40-32,-40 40 0,0 1 15,0-82 17,41 1-1,-41 0-31,40 40 0,-40-40 15,40 40-15,-40-40 0,40 40 16,0 0 15,-40 40-31,0 0 0,0 0 16,0 0 0,0 1-16,0-1 15</inkml:trace>
  <inkml:trace contextRef="#ctx0" brushRef="#br0" timeOffset="-50459.3">31379 11389 0,'0'-40'31,"-40"40"-15,0 0-16,80 0 62,0 0-62,0 40 0,0-40 16,0 0-16,0 0 15,0 40-15,1-40 0,-1 0 0,0 0 16,0 0-16,0 0 16,0 41-16,0-41 15,-40 40 32,0 0-16,-40-40-15,0 40-16,0-40 16,40 40-16,-40-40 0,40 40 15,-40-40-15,40 40 16,-40-40-16,40 40 0,-41-40 0,41 40 15,-40-40-15,40 40 16,-40 1-16,40-1 0,-40-40 16,40 40-1,40-40 17,-40-40-32,40 0 15</inkml:trace>
  <inkml:trace contextRef="#ctx0" brushRef="#br0" timeOffset="-49719.28">32101 11068 0,'0'41'15,"-40"-41"-15,40 40 94,-40-40-94,40 40 16,0 0-16,0 0 15,0 0-15,0 0 16,0 0-16,40 0 0,0 1 15,0-1 1,-40 0-16,40-40 16,0 0-1,-40-40 1,41 40 0,-1 0-16,-40-40 0,40-1 15,-40 1-15,40 40 0,-40 40 47,0 1-31,0-1-1,40-40 1,0 0-16,0 0 0,0 0 16,1 0-1,-41-40-15,40 40 16,-40-41-16,0 1 15,0 0-15,0 0 16,-40 0-16,40 0 16,-41 40-16,1 0 15,0-40-15,0 40 32</inkml:trace>
  <inkml:trace contextRef="#ctx0" brushRef="#br0" timeOffset="-49029.33">32864 11269 0,'0'40'63,"0"0"-48,0 0-15,0 0 16,0 1-16,0-1 15,-41 0-15,41 0 16,-40-40-16,40 40 16,40-80 15,-40 0-31,41 40 16,-41-40-16,40 40 0,0-40 15,-40-1-15,40 41 16,0 0-1,-40 41 1,0-1 15,40-40 16,0-40-31,0 40-1,-40-41-15,41 41 0,-1 0 0,-40-40 16,40 40 0,0 0-16,-40 40 31,0 1-15,0-1-16,40-40 0,-40 40 0,0 0 15,40-40 1,0 0-16,0 0 15,1 0 1,-41-40-16,0 0 0,0 0 16</inkml:trace>
  <inkml:trace contextRef="#ctx0" brushRef="#br0" timeOffset="-25280.79">28129 12833 0,'0'0'0,"40"0"109,-40 40-109,0 0 16,40-40-1,-40 40-15,0 1 16,0-1-16,0 0 16,0 0-16,0 0 0,40 0 15,-40 0-15,40 0 0,-40 0 16,40-40-16,-40 40 16,40-40-16,0 0 0,1 0 15,-1 0 1,-40-40-16,40 0 0,-40 0 15,40 0-15,-40 0 16,0 0-16,0 0 0,40 40 16,-80 0 31,40 40-47,0 0 15,0 0-15,40-40 31,-40 40-31,40-40 16,0 0-16,0 0 16,-40-40-16,41 40 0,-41-40 0,0-40 15,40 80-15,-40-40 0,0 0 16,0-1 0,0 1-16,-40 40 15,-1-40 1,1 40-16</inkml:trace>
  <inkml:trace contextRef="#ctx0" brushRef="#br0" timeOffset="-24870.77">29132 12994 0,'0'40'63,"0"0"-48,-40-40-15,40 40 16,0 0-16,0 0 0,0 0 16,0 0-1,0 0-15,40-40 0,-40 40 16,40-40-16,0 0 0,-40 41 0,40-41 16,-40 40-1,-40 0 16,0-40-31,40 40 0,-80-40 16,40 0-16,-1 0 0,1 40 16,0-40-16,0 0 0,0 0 0,0 0 15,40 40-15,-40-40 0</inkml:trace>
  <inkml:trace contextRef="#ctx0" brushRef="#br0" timeOffset="-24290.8">29653 12673 0,'41'0'63,"-1"0"-63,0 0 15,0 0 1,0 0-16,0 0 0,0 40 16,0-40-16,1 40 15,-1-40-15,0 0 0,-40 40 0,40-40 16,-40 40-16,40-40 16,-40 40 30,-40-40-46,40 40 16,-40-40-16,0 40 16,40 1-16,-40-41 0,40 40 0,-41-40 15,41 40-15,-40-40 0,0 40 0,0 0 16,0 0 0,40 0-16,-40-40 0,40 40 0,0 0 15,40-80 32</inkml:trace>
  <inkml:trace contextRef="#ctx0" brushRef="#br0" timeOffset="-23800.83">30536 12552 0,'0'0'0,"40"0"31,0 0-16,1 40 1,-1-40-16,-40 41 0,0-1 16,40-40-16,-40 40 15,0 0-15,0 0 0,0 0 16,-80 0-16,39 0 0,1 0 16,0-40-16,40 41 15,-40-41-15,40-41 31,0 1-31,0 0 16,0 0-16,40 40 16,-40-40-16,40 40 0,0 0 15,-40 40-15,41-40 0,-41 40 16,40 40 0,-40-39-16,40-41 0,-40 40 0,40-40 15,-40 40 1,40-40-16,-40 40 0,40-40 15</inkml:trace>
  <inkml:trace contextRef="#ctx0" brushRef="#br0" timeOffset="-23260.86">31299 12592 0,'-41'0'16,"1"0"-16,40 41 31,-40-41-15,40 40-16,0 0 0,0 0 0,0 0 15,0 0 1,0 0-16,40-40 0,-40 40 0,40-40 15,1 40 1,-1-40-16,0 0 0,0 0 16,-40-40-1,40 40-15,-40-40 0,40 0 0,-40 0 16,0 0 0,0 80 15,0 0-16,0 0-15,0 0 16,40-40 0,0 0-16,1 0 15,-1 0-15,0 0 16,-40-40-16,0-40 16,0 40-16,0 0 0,0 0 15,0 0-15,0-1 16,-40 41-16,40-40 0,-40 40 0,40-40 31,-41 40-31,41 40 31</inkml:trace>
  <inkml:trace contextRef="#ctx0" brushRef="#br0" timeOffset="-22770.93">31941 12793 0,'0'40'16,"40"-40"15,0 0-31,0 0 15,0 0-15,0 0 16,0 0-16,-40 40 16,0 0-1,0 0-15,-40 1 0,40-1 0,-40-40 16,40 40-16,-40-40 0,40 40 0,-40-40 0,40 40 16,40-40 30,0 0-46,0 0 16,0 0-16,0 0 16,1 0-16,-1 0 0,0 0 0,0 0 0,0 0 15,0 0-15,0 0 0,0 0 16,1 0 0,-82 0 15,1 0-16,0 0 1,0 0-16,0 0 16,0 0-16,40-40 15</inkml:trace>
  <inkml:trace contextRef="#ctx0" brushRef="#br0" timeOffset="-19971.05">32021 12953 0,'0'0'0,"0"-40"125,40 40-110,-40 40 17,40-40-17,0 41 1,0-1-16,-40 0 15,40-40 1,-40 40-16,0 0 16,0 0-16,0 0 15,0 0 1,0 0 0,0 0-1,0 1 16,81-41-15,-81-41 31,0 1-31,40 40-1,-40-40-15,0 0 16,0 0-16,40 0 0,-40 0 15,40 0 1,-40 0-16,40 40 0,-40-40 16,40 40-16,0 0 15,1 0 17,-1 0-17,0 40 16,-40 0 1,40-40-32,-40 40 15,0 0-15,0 0 32,0 0-17,0-80 48,40 0-48,0 0 1,-40 0 0,40 40-1,1-40-15,-41 0 16,40 40-16,-40-41 15,40 41 1,-40-40 0,40 40-16,0 0 15,0 0 1,-40 40 0,40 1-16,-40-1 31,40-40-31,-40 40 0,0 0 31,0 0-15,0 0-16,0 0 15,0 0 17,41-40-32,-1 0 15</inkml:trace>
  <inkml:trace contextRef="#ctx0" brushRef="#br0" timeOffset="-12841.48">13643 11951 0,'0'40'31,"-40"-40"78,0 0-93,40 40-16,-40-40 0,40 40 15,-41-40-15,41 40 0,-40-40 0,40 40 0,-40-40 16,40 40-16,-40 1 16,40-1-16,0 0 15,0 0-15,40-40 0,-40 40 0,40-40 16,-40 40-16,40-40 16,1 0-16,-1 0 0,0 0 0,0 40 15,0-40 1,0 0-16,0 0 0,0 0 15,1 0-15,-1 0 16,0-40 0,-40-40-16,40 80 31,-40-40-31,0 0 0,0 0 0,0-1 16,0 1-16,0 0 15,0 0-15,0 0 0,-40 0 16,40 0-1,-40 40-15,0 0 32,-1 0-32,41 40 0,-40-40 15,0 40-15,0-40 0,40 40 16,-40-40 0,40 40-16,0 0 0</inkml:trace>
  <inkml:trace contextRef="#ctx0" brushRef="#br0" timeOffset="-12291.59">14445 11871 0,'0'40'78,"41"0"-78,-41 0 16,40 0-16,-40 0 0,0 0 16,0 0-16,40 0 0,-40 1 0,0-1 15,40-40-15,-40 40 16,0 0-16,0 0 31,0-80 0,40 0-31,-40 0 0,40 40 16,-40-40-16,40-1 0,-40 1 0,41 0 16,-1 0-16,0 0 15,-40 0 1,40 40 31,0 0-16,0 0-31,0 0 0</inkml:trace>
  <inkml:trace contextRef="#ctx0" brushRef="#br0" timeOffset="-11881.54">15088 12232 0,'0'0'15,"40"0"-15,0 0 32,40-41-17,-40 1 1,0 40-16,-40-40 16,40 40-16,-40-40 31,0 0-16,-40 40-15,40-40 16,-40 40-16,0 0 16,0 0-16,40 40 0,-40 0 31,0 0-31,40 0 16,0 0-16,0 1 15,40-1-15,-40 0 16,40-40-1,0 0-15,-40 40 0,40-40 16,0 0-16,0 0 16</inkml:trace>
  <inkml:trace contextRef="#ctx0" brushRef="#br0" timeOffset="-11481.56">15810 12071 0,'-40'0'0,"40"-40"15,0 80 32,40-40-47,-40 40 16,40-40-16,-40 40 0,40 0 15,0 1-15,-40-1 0,40-40 16,-40 40-16,0 0 16,0 0-16,0 0 15,-40-40 1,0-40 0,40 0-1,0 0 1,0 0-16,0 0 0,40-1 15,-40 1-15,40 40 0,-40-40 16,40 40-16,-40-40 0,41 40 0,-1-40 16,0 40-16,-40-40 0,40 40 15</inkml:trace>
  <inkml:trace contextRef="#ctx0" brushRef="#br0" timeOffset="-10671.61">17174 11911 0,'-40'0'16,"40"-40"-1,-40 40-15,0 0 32,0 40-17,-1 0-15,1-40 16,40 40-16,0 0 16,-40-40-16,40 40 0,0 0 0,0 0 15,0 0 1,40 1-16,0-41 0,-40 40 15,41-40-15,-41 40 16,0 0-16,40-40 0,0 40 16,0-40-16,0 0 0,-40 40 0,0 0 31,-80-40-31,40 40 0,0-40 16,-1 0-16,1 0 15,0 40-15,0-40 0,0 0 0,0 0 16,0 0-1,40-40-15,0 0 0,0 0 16</inkml:trace>
  <inkml:trace contextRef="#ctx0" brushRef="#br0" timeOffset="-10181.64">17816 12031 0,'-80'0'31,"40"0"-31,0 0 16,-41 80-1,1 41 16,80-41-31,0-40 16,40 0 0,0-40-16,81 0 15,-81 0-15,0-40 32,-40-80-17,0 79-15,-40-39 16,0 80-16,40-40 0,0 80 47,0 0-47,0 0 15,0 1-15,40-41 16,-40 40-16,0 0 0,0 0 16,40-40-16,-40 40 15,40-40-15,0 40 0,0 0 16,0-40-1</inkml:trace>
  <inkml:trace contextRef="#ctx0" brushRef="#br0" timeOffset="-9581.73">18177 11991 0,'-40'0'15,"40"40"-15,40-40 32,-40 40-32,40-40 0,1 40 15,-41 0 1,0 0-16,40-40 0,-40 41 0,0-1 16,0 0-1,40-40 16,-40-40-15,40 0-16,-40-1 0,40 41 16,-40-40-16,40 0 15,0 40-15,0 0 32,-40 40-32,0 0 15,0 1 1,0-1-16,0 0 31,0-80-15,41 40-1,-41-40-15,40-1 16,0 1-16,-40 0 0,40 40 16,-40-40-1,40 40-15,-40 40 31,0 0-31,40-40 16,-40 40-16,0 1 0,40-1 16,-40 0-1,0 0-15,40-40 16,-40 40-16,0 0 16</inkml:trace>
  <inkml:trace contextRef="#ctx0" brushRef="#br0" timeOffset="-9081.7">19261 12151 0,'-40'0'16,"80"0"-16,-121 0 15,81 40 1,0 1-1,0-1-15,0 40 16,41 0 0,-1-40-1,-40 40 1,0-40 0,0-80-1,0 0 1,-40-80 15,-1 40-31,41 40 16,0 0-16,0-121 15,0 121-15,41 0 16,-1 0-16,40 40 31,-40 0-31,0 0 16,-40 40-16,40 0 15,-40 0-15,0 40 16,-160 1 0,39-41-1,41-40 17,40-40-17,120-1-15</inkml:trace>
  <inkml:trace contextRef="#ctx0" brushRef="#br0" timeOffset="-8821.72">19822 11750 0,'-40'0'0,"80"0"0,-80 40 31,40 0-15,0 81 0,0-81-16,40 80 15,-40-80-15,41-40 0,-41 81 32,0-41-32,0 40 15,0-40-15</inkml:trace>
  <inkml:trace contextRef="#ctx0" brushRef="#br0" timeOffset="-8621.73">20143 11951 0,'0'0'16,"-40"0"-1,40 40-15,-40 0 16,40 0-1,0 0-15,0 0 0,0 0 16,0 1-16,0-1 0,0 0 31</inkml:trace>
  <inkml:trace contextRef="#ctx0" brushRef="#br0" timeOffset="-8451.79">20063 11871 0,'0'0'0,"-40"-41"0,40 1 16,0 0-1,0 0 1</inkml:trace>
  <inkml:trace contextRef="#ctx0" brushRef="#br0" timeOffset="-7601.85">20264 11911 0,'0'0'16,"0"40"15,40-40-15,-40 40-16,40 40 15,-40-40-15,0 0 0,0 0 16,0 1-16,0-1 31,0-80-15,0-1-16,0 1 15,40 40-15,-40-40 0,40 40 16,0 0-16,1 0 31,-41 40-31,40-40 0,-40 40 16,40-40 0,0 0-1,0 0 1,-40-40-16,40 40 0,-40-40 15,0 0-15,40 40 16,-40-40-16,0 0 0,0 0 16,0 80 15,0 0-15,0 0-16,-40-40 15,40 40-15,0-80 47,0 0-47,0 0 0,40 0 16,-40 0-1,0 80 17,0 0-17,40-40-15,-40 40 16,0 0-16,41 0 0,-41 0 0,0 0 15,40 1-15,-40-1 16,0 0-16,0 0 0,0 0 0,0 0 0,0 0 16,0 0-16,0 0 0,0 0 0,-40 1 15,-1-1-15,1 0 16,0-40-16,40 40 0,-40-40 0,0 0 16,0 0-1,0-40-15,40 0 16,-40 40-16,40-40 15,0-1-15,0 1 0,0 0 0,0 0 16,40 40-16,-40-40 0,40 0 0,40 0 16,-40 0-1,0 40-15,0 0 16,-40-40 0,41 40-16</inkml:trace>
  <inkml:trace contextRef="#ctx0" brushRef="#br0" timeOffset="19938.85">24557 16282 0,'40'0'0,"-40"40"16,0-80 124,0 0-124,0 0-16</inkml:trace>
  <inkml:trace contextRef="#ctx0" brushRef="#br0" timeOffset="20158.91">24517 16042 0,'0'0'16,"0"-41"-16,40 41 31,-40-40-31,0 0 16,40 40-1,-40-40 17</inkml:trace>
  <inkml:trace contextRef="#ctx0" brushRef="#br0" timeOffset="20328.83">24597 15761 0,'0'0'16,"0"-40"-16,41-41 47,-41 41-47,0 0 15,0 0 1,0 0-1,0 0 1</inkml:trace>
  <inkml:trace contextRef="#ctx0" brushRef="#br0" timeOffset="20488.89">24638 15360 0,'-41'0'32,"82"0"-32,-82-40 0,41-121 31,0 121-16,0 0-15,0 0 32,0 0-17</inkml:trace>
  <inkml:trace contextRef="#ctx0" brushRef="#br0" timeOffset="20678.8">24517 14798 0,'-40'-80'16,"80"160"-16,-120-240 31,80 120-31,0 0 16,0 0 15,40 40-15</inkml:trace>
  <inkml:trace contextRef="#ctx0" brushRef="#br0" timeOffset="20868.79">24517 14317 0,'-80'-40'16,"80"0"-1,0 0 1,0 0-1,40-41 1,-40 41 0,40 40-1</inkml:trace>
  <inkml:trace contextRef="#ctx0" brushRef="#br0" timeOffset="21238.77">24517 13956 0,'-40'0'47,"40"-40"-47,0 0 15,0 0 1,40 40-16,-40-40 16,40 40-16,-80 0 46,40 40-30,-40-40-16,0 0 78,0 0-47,0 0-15,0 0 0</inkml:trace>
  <inkml:trace contextRef="#ctx0" brushRef="#br0" timeOffset="21418.76">24156 13836 0,'0'0'0,"-40"0"16,0 0 31,0 0-32</inkml:trace>
  <inkml:trace contextRef="#ctx0" brushRef="#br0" timeOffset="21608.83">23795 13836 0,'-40'40'16,"80"-80"-16,-120 80 15,40-40-15,-1 0 16,1 0 15,0 0-31</inkml:trace>
  <inkml:trace contextRef="#ctx0" brushRef="#br0" timeOffset="21818.74">23273 13916 0,'0'0'0,"-40"0"16,0 0 0,0 0-1,0-40 1,0 40-16,-41 0 16,41 0-1,0 0 16</inkml:trace>
  <inkml:trace contextRef="#ctx0" brushRef="#br0" timeOffset="22028.8">22752 13876 0,'-121'-40'15,"282"80"1,-362-120-1,362 160-15,-402-160 16,201 80-16,0 0 16,-41 40 15,81 0-31,-40-40 16</inkml:trace>
  <inkml:trace contextRef="#ctx0" brushRef="#br0" timeOffset="22198.71">22270 13836 0,'-40'-40'16,"-80"40"31,80 0-47,240 40 0,-441-80 15,241 80-15,-40-40 0</inkml:trace>
  <inkml:trace contextRef="#ctx0" brushRef="#br0" timeOffset="22378.72">21748 13756 0,'0'0'15,"-40"0"1,0 0 15,-40 0-15,40 0-16,-40 0 15,39 0-15,-79 0 0</inkml:trace>
  <inkml:trace contextRef="#ctx0" brushRef="#br0" timeOffset="22528.77">20986 13675 0,'-40'0'16,"80"0"-16,-120 0 15,40 0-15,0 0 16,-1 0-16,-39 0 16</inkml:trace>
  <inkml:trace contextRef="#ctx0" brushRef="#br0" timeOffset="22718.68">20464 13675 0,'0'40'0,"-40"-40"46,0 0-14</inkml:trace>
  <inkml:trace contextRef="#ctx0" brushRef="#br0" timeOffset="22888.75">20304 13715 0,'0'41'16,"-40"-41"-16,0-41 31,40 1-15,-40 40 0</inkml:trace>
  <inkml:trace contextRef="#ctx0" brushRef="#br0" timeOffset="23098.73">19822 13796 0,'-40'0'0,"80"0"0,-80-40 31,0 40-31</inkml:trace>
  <inkml:trace contextRef="#ctx0" brushRef="#br0" timeOffset="23238.73">19622 13756 0,'0'0'0,"-40"0"16</inkml:trace>
  <inkml:trace contextRef="#ctx0" brushRef="#br0" timeOffset="23438.72">19582 13836 0,'0'0'0</inkml:trace>
  <inkml:trace contextRef="#ctx0" brushRef="#br0" timeOffset="23568.67">19622 14116 0,'0'41'15,"0"-82"-15,40 82 16</inkml:trace>
  <inkml:trace contextRef="#ctx0" brushRef="#br0" timeOffset="23768.69">19421 14558 0,'40'40'15,"0"-40"1,-40 40 0,0 0-1,0 0 1,0 0-16,0 0 16</inkml:trace>
  <inkml:trace contextRef="#ctx0" brushRef="#br0" timeOffset="23938.65">19582 15039 0,'-121'120'32,"242"-240"-32,-242 280 15,121-120 1</inkml:trace>
  <inkml:trace contextRef="#ctx0" brushRef="#br0" timeOffset="24088.6">19461 15520 0,'0'40'16,"0"-80"-16,0 120 15,0-40 1</inkml:trace>
  <inkml:trace contextRef="#ctx0" brushRef="#br0" timeOffset="24228.6">19461 15961 0,'0'40'16,"0"-80"-16</inkml:trace>
  <inkml:trace contextRef="#ctx0" brushRef="#br0" timeOffset="24468.66">19421 16282 0,'0'0'0,"0"40"32,0 40-17,0-39 1,0-1-1,0 0 1,-40-40-16</inkml:trace>
  <inkml:trace contextRef="#ctx0" brushRef="#br0" timeOffset="25858.53">2207 18087 0,'0'40'0,"0"-80"47,40 40 15,40 0-46,-40 0-16,1 0 16,-1 0-16,0 0 0,0 0 0,0 0 0,40 0 15,-40 0-15,41 0 16,-41 0-16,40 0 0,0 0 0,1 0 0,-41 0 16,40 0-16,0 0 0,0 0 0,-39 0 0,39 0 15,-40 0-15,40 0 0,1 0 16,-1 0-16,0 0 0,-40 0 0,40 0 0,1 0 15,-1 0-15,0 0 16,0 0-16,1-40 0,-1 40 0,0 0 0,-40 0 16,41 0-16,-1 0 0,0 0 15,0 0-15,1 0 0,-1 0 0,0 0 0,0 0 16,1 0-16,-1 0 0,0 0 0,-40 0 0,40 0 16,1 0-16,-41 0 15,40 0-15,-40 0 0,40 0 0,-39 0 0,-1 40 16,40-40-16,-40 0 0,0 0 15,0 0-15,0 0 0,41 0 0,-41 0 0,0 0 16,0 0-16,0 0 16,40 0-16,-39 0 0,-1 0 0,40 0 0,-40 0 15,0 0-15,0 0 0,0 0 16,1 0-16,-1 0 0,0 0 0,0 0 16,0 0-16,0 40 15,-40 0 1,40-40-16</inkml:trace>
  <inkml:trace contextRef="#ctx0" brushRef="#br0" timeOffset="26748.48">4895 15560 0,'0'40'16,"41"-40"-16,-41 40 78,-41-40-78,41 41 0,0-1 16,0 0-1,0 0-15,0 0 0,0 0 16,0 0-16,0 0 0,0 0 0,0 1 16,0-1-16,0 0 0,0 0 15,0 0-15,0 0 0,0 0 0,0 0 0,0 0 16,-40 0-16,40 1 15,0-1-15,0 0 0,0 0 0,0 0 0,0 0 16,0 40-16,0-40 0,0 1 16,0-1-16,0 40 0,0-40 0,0 0 0,0 40 15,-40-40-15,40 0 16,0 41-16,0-41 0,-40 0 0,40 40 0,0-40 16,0 0-16,0 0 0,0 1 0,0-1 0,0 0 15,0 0-15,0 0 16,0 0-16,0 0 0,0 0 15,0 0 1,0 0-16,0 1 0,0-1 0,0 0 16,0 0-16,0 0 15,0 0-15,0 0 16,0 0-16,0 0 16,0 1-1,0-1 1,0-80 31,0-1-47,0 1 15,0 0-15,0 0 0,0 0 16</inkml:trace>
  <inkml:trace contextRef="#ctx0" brushRef="#br0" timeOffset="27758.39">4735 16603 0,'0'0'0,"0"-40"15,40 40 95,0 0-79,0 0 0,-80 0 32,40 40-48,-40-40 1,40 40-16,0 0 0,-40-40 0,0 0 15,40 40-15,-40 0 16,40 1-16,-40-41 0,40 40 0,-41 0 16,41 0-16,-40 0 15,40 0-15,-40-40 0,40 40 0,0 0 0,-40 0 16,40 0-16,-40 1 0,0-1 0,40 0 16,-40-40-16,40 40 0,-40 0 15,40 0-15,-41-40 0,1 40 0,40 0 0,-40 0 16,0 1-16,0-1 15,40 0-15,-40 0 0,0 0 0,0 0 0,-1 0 16,1 0-16,40 0 16,-40-40-16,40 40 0,-40-40 0,40 41 15,-40-41 1,40 40-16,-40-40 0,40 40 16,-40-40-16,40 40 15,0 0 1,-40-40-16,40 40 15,0 0 1,-41-40 0,1 0 15,40 40-31,0 0 16,-40-40-1,80 0 48,-40-40-48,40 40 1,-40-40-16,41 40 0,-41-40 0</inkml:trace>
  <inkml:trace contextRef="#ctx0" brushRef="#br0" timeOffset="28698.33">4895 16523 0,'0'0'15,"0"-40"1,0 0 15,-80 40-15,80 40 31,0 0-32,40 0 17,0-40-32,1 40 15,-41 0 1,40 0-16,-40 0 16,40-40-16,-40 40 0,40-40 0,-40 41 0,40-1 15,0-40-15,-40 40 16,40-40-16,0 40 0,1 0 0,-1 0 15,0 0-15,-40 0 0,40-40 16,-40 40-16,40-40 0,-40 40 0,40 1 16,-40-1-16,40-40 15,-40 40-15,40-40 0,-40 40 0,0 0 16,41-40-16,-41 40 0,40-40 16,-40 40-16,40-40 15,-40 40-15,40-40 16,-40 40-16,40-40 15,-40 41-15,40-41 0,-40 40 0,40 0 16,-40 0 0,40-40-16,-40 40 0,0 0 31,41-40-31,-41 40 0,40-40 16,-40 40 15,40-40-31,0 40 31,0-40-15,-40 40-1,40-40 1,-40 41-16,0-82 62</inkml:trace>
  <inkml:trace contextRef="#ctx0" brushRef="#br0" timeOffset="29758.26">5939 18448 0,'-40'0'31,"40"40"110,0 40-125,0-40-1,0 0-15,0 0 0,0 1 16,0-1-1,40-40-15,-40 40 0,40-40 0,0 0 16,0-40 0,-40 0-1,40 40 1,-40-41-16,0 1 16,0 80 30,0 1-30,0-1-16,40-40 0,-40 40 16,40-40-1,-40-40 1,41 40-16,-41-81 0,0 41 16,40 40-16,-40-40 15,0 0-15,0 0 0,0 0 16,-40 40-1,-1 0 17,1 0-32,40 40 31,-40-40-31</inkml:trace>
  <inkml:trace contextRef="#ctx0" brushRef="#br0" timeOffset="30328.23">6300 18648 0,'0'0'0,"-40"0"0,80 0 31,0 0-15,0 0-1,-40 40 17,0 41-17,0-1 1,40-120 15,-40 0-15,40 40-16,0-40 15,1-1 1,-41 82 15,0-1-15,0-80 31,40 40-47,-40-41 0,40 1 15,-40 0-15,40 40 16,0 0 0,0 0-1,-40 40-15,0 0 16,40-40-16,-40 41 0,0-1 16,0 0-16,0 0 0,0 0 31,-40-40-16</inkml:trace>
  <inkml:trace contextRef="#ctx0" brushRef="#br0" timeOffset="31008.27">3090 18849 0,'0'0'16,"-40"0"-16,80 0 109,0-40-109,0 40 0,0 0 0,0-40 16,0 40-16,0 0 16,1 0-16,-41-40 0,40 40 15,0 0 1,0-41-16</inkml:trace>
  <inkml:trace contextRef="#ctx0" brushRef="#br0" timeOffset="31508.22">3652 18688 0,'0'-40'15,"0"80"32,0 1-47,0-1 16,0 0-1,0 0-15,0 0 0,40-40 0,-40 40 16,40-40 0,0 0-1,0-40 1,-40 0-16,0 0 0,40 0 16,-40 0-16,0-1 15,0 1 1,0 80 15,0 1-31,0-1 0,40 0 16,0-40-1,1 0-15,-1 0 16,0 0 0,-40-40-16,0-41 15,0 41-15,0 0 16,0 0-1,0 0-15,-40 40 0,40-40 16,-40 40 0,40 40 15</inkml:trace>
  <inkml:trace contextRef="#ctx0" brushRef="#br0" timeOffset="31978.13">4133 18568 0,'201'0'47,"-201"80"-47,40-80 16,0 121-1,0-41 16,0-80-15,-40-40 0,0 0-16,40 0 15,-40-1 1,40 41-16,-40-40 0,41 40 16,-41 40-1,40-40-15,-40 81 16,0-41-16,0 0 0,0 0 31,0-80 0,0 0-31,0 0 0,40 0 16,-40-1-16,0 1 0,40 40 16,0-40-1,0 40-15,-40 40 16,40 0-1,-40 1-15,0-1 0,0 0 16,0 0-16,0 0 16,-40 0-16,40 0 0,-40-40 0,40 40 0</inkml:trace>
  <inkml:trace contextRef="#ctx0" brushRef="#br0" timeOffset="34148.08">29252 1122 0,'0'-40'31,"0"120"1,-40-80-32,40 41 15,-40-41 1,0 0 46,-40 0-62,39 0 0,41 40 16,-40-40-16,0 0 0,40 40 16,-40-40-16,0 40 15,0-40-15,40 40 0,-40 0 16,-1-40-1,1 40-15,0 0 0,0-40 0,0 40 16,0 1-16,0-41 0,0 40 16,-1-40-16,-39 40 0,40 0 0,0-40 0,-40 0 15,40 40-15,-1-40 16,-39 0-16,40 0 0,0 40 0,0-40 0,0 0 16,0 0-16,40 40 15,-41-40 1,1 0-1,40 40 1,40-40 31,-40-40-47</inkml:trace>
  <inkml:trace contextRef="#ctx0" brushRef="#br0" timeOffset="34588.05">28129 1363 0,'-41'0'15,"1"0"-15,0 40 16,-40 0-1,-81 121 1,121-81 0,-120 80-1,39-39 1,81-121 15,0 0-31,120 0 47,-39 0-31,39 0-1,-40 0-15,0 0 16,40 0-16,-40 0 0,1 0 0,-1 40 16,0-40-16,0 40 0,0-40 0,0 40 0,0-40 15,0 0-15,1 0 16,-1 0-16,0 0 15,0 0 1</inkml:trace>
  <inkml:trace contextRef="#ctx0" brushRef="#br0" timeOffset="35298.01">29533 882 0,'40'0'47,"0"0"-47,41 0 15,-41 0 1,0 0-16,0 40 0,0-40 16,-40 40-16,40-40 0,-40 40 15,40 0-15,-40 0 0,0 0 0,0 0 16,0 1-16,-40-1 0,40 0 0,0 0 0,-40-40 16,40 40-16,-40-40 15,0 40-15,0-40 0,0 40 0,-1-40 16,1 0-16,0 0 0,0-40 15,0 0-15,40-40 16,-40 80-16,40-40 16,0 0-16,0-1 0,0 1 0,0 0 0,0 0 15,0 0-15,0 0 16,40 40-16,-40-40 0,40 40 16,0 0-16,0 0 15,0-40 1</inkml:trace>
  <inkml:trace contextRef="#ctx0" brushRef="#br0" timeOffset="35637.99">29854 842 0,'40'0'31,"0"0"-31,0 0 0,41 0 16,-41 0-16,0 0 0,0 0 16,40 40-16,-40-40 0,1 40 0,-1-40 0,-40 80 15,40-80-15,0 40 16,-40 0-16,0 0 0,0 0 16,-40 1-16,-40-1 0,39-40 15,1 0 1,40-40-1,0-1 1,0-39-16,40 40 0,-40 0 16,41 0-16,-1 40 0,0-40 15,0 40-15,0-40 0,0 40 0,-40-40 0,40 40 16,0-40-16,1 40 0</inkml:trace>
  <inkml:trace contextRef="#ctx0" brushRef="#br0" timeOffset="35817.94">30697 761 0,'40'-40'47,"-80"80"-47,120 161 63,-80-161-63,0 0 0,0 0 0,0 40 15,0 81 1,0-121-16</inkml:trace>
  <inkml:trace contextRef="#ctx0" brushRef="#br0" timeOffset="35987.93">30697 601 0,'0'0'0,"-40"0"32,80-40-32</inkml:trace>
  <inkml:trace contextRef="#ctx0" brushRef="#br0" timeOffset="36527.88">31098 802 0,'-40'40'16,"80"-80"-16,-120 120 15,40-40 1,40 40 0,80-40-1,40-80 16,-80 0-15,-40-80 0,-40 39-1,40 122 17,0-1-17,0 40 1,80 120-1,-80 121 1,-40-40 15,-40-81-15,0-119 0,0-81-1,39-161 16,82-79-15,119 39 0,-40 81-1,-39 80 1,-1 0 0</inkml:trace>
  <inkml:trace contextRef="#ctx0" brushRef="#br0" timeOffset="36737.92">31620 882 0,'-41'0'31,"82"0"-31,-82 40 0,41 0 31,0 40-31,41 121 31,-1-161-31,-40 40 16,0 0 0</inkml:trace>
  <inkml:trace contextRef="#ctx0" brushRef="#br0" timeOffset="36887.92">31419 641 0,'-40'-40'15,"80"80"-15,-80-120 16</inkml:trace>
  <inkml:trace contextRef="#ctx0" brushRef="#br0" timeOffset="37277.82">31941 802 0,'0'0'16,"-41"40"-16,1 0 16,40 0-1,0 40 1,0 0-1,81 81 1,-41-121 15,-40-80-15,40-81 0,40 1-1,0 40 1,-40 80-1,1 120 1,-1 41 0,0-81-1,40-40 1,40-40 0</inkml:trace>
  <inkml:trace contextRef="#ctx0" brushRef="#br0" timeOffset="37707.83">32823 962 0,'-240'200'47,"199"-200"-47,41 41 16,0-1-1,81-40 1,-1-40-1,0-81 17,1 81-17,-41 80 1,80 40 0,-80-80 15,-40-40-31,0 0 15,-40-120 1,40 80 0,0-81-1,0 201 17,-40 0-17,40 1-15,0-1 0,0 40 0,0-40 0,0 40 16,0-40-16,0 40 0,0 1 15,0-1-15,0-40 0,0 40 0,-40-40 0,40 41 16,0-41-16</inkml:trace>
  <inkml:trace contextRef="#ctx0" brushRef="#br0" timeOffset="39207.74">5658 16082 0,'-40'0'16,"0"0"-1,80 0 17,0 0-32,0 0 15,40 0-15,-80 40 0,40 0 16,0 0 0,-40 0-16,41 0 0,-41 0 0,0 0 15,0 0-15,0 1 16,0-1-16,-41-40 31,41-40-15,-40-41-1,40 41-15,0 0 0,0 0 0,0 0 16,0 0-16,0 0 0,0 0 0,0 0 0,40-1 16,-40 1-1,41 40-15,-41-40 0,40 40 16,0 0-16,0 0 15,0 0-15,0 40 0</inkml:trace>
  <inkml:trace contextRef="#ctx0" brushRef="#br0" timeOffset="39527.69">6300 16122 0,'80'0'15,"-160"0"-15,240-80 16,-120 80-16,41-81 31,-1-39-15,-120 40 0,-40 40-1,39 80 16,-39 80-15,40-40 0,80 81-1,0-121-15,41 0 16,-1-40 0</inkml:trace>
  <inkml:trace contextRef="#ctx0" brushRef="#br0" timeOffset="39757.74">7142 15320 0,'-40'0'16,"80"0"-16,-120 80 16,40-40-16,0 40 15,0 81 16,40-121-31,0 40 16,40-40 0,0-40-16,80 0 15,-79 0-15,-1-40 0</inkml:trace>
  <inkml:trace contextRef="#ctx0" brushRef="#br0" timeOffset="40037.73">7383 15400 0,'81'-40'31,"-162"80"-31,202-40 16,-121 40-16,80 40 16,-80 0-1,-40-40 1,0 41-1,-41-41 1,41-40 0,-40-80-1,80 39-15,80-39 32,-80 40-32,40 40 0</inkml:trace>
  <inkml:trace contextRef="#ctx0" brushRef="#br0" timeOffset="40327.71">7664 15239 0,'0'121'32,"0"-242"-32,40 282 15,0-161-15,1 80 16,-1-80-1,-40 40-15,0 0 32,0-80-17,0-40-15,80-80 32,-40-1-17,40 121 1,-40 40-1</inkml:trace>
  <inkml:trace contextRef="#ctx0" brushRef="#br0" timeOffset="40637.69">8106 15280 0,'80'-81'46,"-160"162"-46,160-202 0,-40 121 0,40-80 16,-40-40 0,-80 120-1,0 0 1,40 40 0,-40-40-16,0 80 15,40-40-15,0 0 16,0 0-16,40 41 31,0-81-31,40 0 16,-40 0-16,41 0 15,-41 0-15,120-41 16,-120 41-16</inkml:trace>
  <inkml:trace contextRef="#ctx0" brushRef="#br0" timeOffset="41817.55">8667 14798 0,'40'0'16,"-40"-40"-1,41 40 126,-1 0-141,-40 40 16,40-40-16,0 40 15,0-40-15,-40 40 0,40-40 0,0 41 0,0-1 16,1 0-16,-41 0 16,0 0-1,0 0 1,-41-40-16,1 0 15,0 0-15,0-40 32,0 40-32,40-40 0,0 0 15,0 0-15,0 0 0,40 40 16,-40-41-16,40 41 16,-40-40-16,40 40 0,0 0 0,1 0 15,-1 0 1</inkml:trace>
  <inkml:trace contextRef="#ctx0" brushRef="#br0" timeOffset="42207.52">9229 14838 0,'40'0'31,"0"0"-31,-40-40 16,40 40-16,1-40 0,-1 40 0,0 0 15,-40-40-15,40 40 0,-40-40 0,40 40 16,-40-40 0,40 40-16,-40-40 15,-40 40 16,0 0-15,0 0 0,0 40-1,0 0-15,40 0 0,0 0 16,0 0-16,0 0 16,40-40-1,-40 40-15,40-40 0,0 0 0,0 0 16,0 41-16,0-41 15,0 0-15,1 0 0,-1-81 16</inkml:trace>
  <inkml:trace contextRef="#ctx0" brushRef="#br0" timeOffset="42647.58">10032 14518 0,'-81'-41'62,"41"41"-62,40 41 0,-40-41 16,40 40-16,-40-40 15,0 40-15,40 0 0,0 0 16,0 0-16,0 0 16,40-40-16,-40 40 15,40-40-15,0 0 16,-40-80-1,40 80-15,-40-40 0,40 40 16,-40-80-16,0 40 16,0 0-16,0-1 0,-40 1 0,40 0 15,-40 0-15,40 0 0,-40 0 0,40 0 0,-40 0 16,40 0-16,-40-1 16,0 1-16,40 80 31,0 1-31,0-1 15,0 0 1,0 0-16,0 0 0,40 0 0,-40 0 0,40 0 16,-40 0-16,40 1 0,-40-1 15,40 0-15,-40 0 0,40 0 0,-40 0 0,40-40 16,-40 40-16,0 0 0,41-40 16</inkml:trace>
  <inkml:trace contextRef="#ctx0" brushRef="#br0" timeOffset="42807.53">10754 14678 0,'-121'0'32,"242"0"-32,-282 0 0,161-40 0,-80 40 31</inkml:trace>
</inkml:ink>
</file>

<file path=ppt/ink/ink13.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8-07T07:33:59.380"/>
    </inkml:context>
    <inkml:brush xml:id="br0">
      <inkml:brushProperty name="width" value="0.05292" units="cm"/>
      <inkml:brushProperty name="height" value="0.05292" units="cm"/>
      <inkml:brushProperty name="color" value="#FF0000"/>
    </inkml:brush>
  </inkml:definitions>
  <inkml:trace contextRef="#ctx0" brushRef="#br0">8065 4892 0,'0'-40'47,"0"80"0,41-40-16,-1 0-16,0 0 1,0 40 0,40-40-1,-40 0-15,0 0 0,1 0 0,-1 0 0,0 0 16,0 40-16,0-40 0,40 0 16,-40 0-16,1 41 0,-1-41 0,40 0 0,-40 0 15,0 0-15,0 0 0,41 0 0,-41 0 0,0 0 16,0 0-16,0 0 15,0 0-15,0 0 0,0 0 0,1 0 0,-1-41 16,0 41-16,0 0 0,0 0 16,0 0-16,0-40 0,0 40 0,41-40 0,-41 40 15,0 0-15,40 0 16,-40-40-16,41 40 0,-1 0 0,0 0 0,0 0 16,1 0-16,-1 0 0,40 0 0,-40 0 0,41 0 15,-41 0-15,0 0 0,1 0 16,39 0-16,-40 40 0,1-40 0,-1 0 0,0 0 15,0 40-15,1-40 16,-41 0-16,40 0 0,0 0 0,-40 40 0,41-40 16,-41 0-16,40 0 0,-40 0 15,40 0-15,-40 0 0,41-40 0,-41 40 0,40 0 16,0-40-16,1 40 16,-1 0-16,0-40 0,0 40 0,1 0 0,39 0 15,-40 0-15,0 0 0,1 0 0,-1 0 0,0-40 16,0 40-16,-39 0 0,39 0 15,-40 0-15,40 0 0,0 0 0,-39 0 0,39 0 16,-40 0-16,0 0 16,40 0-16,1 0 0,-41 0 0,40 0 0,0 0 15,-40 0-15,41 0 0,-1 0 16,-40 0-16,40 0 0,1 0 0,-41 0 0,40 0 16,0 0-16,0 0 0,1 0 0,-1 0 0,0 0 15,-40 0-15,41 0 16,-1 0-16,-40 0 0,40 0 0,0 0 0,-39 0 15,39 0-15,0 0 0,0 0 16,1 0-16,-1 0 0,0 0 0,0 0 0,41 0 16,-41 0-16,0 0 15,0 0-15,1 0 0,-1 0 0,0 0 0,0 0 16,1 0-16,-1 0 0,0 0 16,-40 0-16,41 0 0,-1 0 0,0 0 0,0 0 15,-40 0-15,41 0 0,-41 0 0,40 0 0,-40 0 16,40 0-16,1 0 15,-1 0-15,0 0 0,1 0 0,-1 0 0,0 0 16,0 0-16,41 0 0,-41 0 16,0 0-16,0 0 0,1 0 0,-1 0 0,0 0 15,0 0-15,1-40 16,-1 40-16,0 0 0,0 0 0,1 0 0,39 0 16,-40 0-16,1 0 0,39 0 0,-40 0 0,41 0 15,-41 0-15,40 0 0,1 0 16,-41 0-16,40 0 0,-40 0 0,41 0 0,-1 0 15,-40 0-15,41 0 16,-41-40-16,40 40 0,1 0 0,-1 0 0,1 0 16,-1 0-16,-40 0 0,41 0 15,-1 0-15,0 0 0,-39 0 0,39 0 0,-40 0 16,41-40-16,-41 40 16,40 0-16,-39 0 0,-1 0 0,40 0 0,-40 0 15,1 0-15,39 0 0,-40 0 0,1 40 0,-1-40 16,40 0-16,-40 0 0,1 0 15,-1 40-15,0-40 0,0 0 0,-39 0 0,39 0 16,0 0-16,-40 0 16,40 0-16,-39 0 0,39 0 0,-40 0 0,0 0 15</inkml:trace>
  <inkml:trace contextRef="#ctx0" brushRef="#br0" timeOffset="1359.91">17696 1443 0,'0'40'109,"0"0"-78,0 1-15,0-1-16,0 0 16,0 0-1,0 0 1,40 0-16,-40 0 0,0 0 16,0 0-1,0 0-15,0 1 0,0-1 0,0 0 16,0 0-1,0 0-15,0 0 0,0 0 0,0 0 16,0 0 0,0 1-16,0-1 0,0 0 15,0 0-15,0 0 16,40-40-16,-40 40 0,0 0 0,0 0 16,0 0-16,0 0 0,40-40 0,-40 41 15,0-1-15,0 0 16,0 0-16,0 0 0,0 0 15,0 0-15,0 0 0,0 0 16,0 1-16,0-1 0,0 0 0,0 0 16,0 0-1,0 0-15,0 0 0,0 0 0,0 0 16,0 0-16,0 1 16,0-1-16,0 0 0,0 0 0,0 0 15,0 0-15,0 0 0,0 0 16,0 0-1,0 1-15,0-1 16,0 0-16,0 0 16,0 0-16,0 0 15,0 0 1,0 0-16,-40 0 0,40 0 16,0 1-16,0-1 0,0 0 0,0 0 15,-40 0-15,40 0 0,0 0 16,0 0-16,0 0 15,0-80 17</inkml:trace>
  <inkml:trace contextRef="#ctx0" brushRef="#br0" timeOffset="2369.93">17776 2486 0,'0'0'0,"0"40"31,0 0 63,-40-40-79,40 40-15,-40-40 0,40 40 16,-40-40-16,40 40 15,-41-40-15,41 41 0,-40-41 0,40 40 0,-40 0 16,0-40-16,40 40 16,-40 0-16,-40 0 0,40 0 0,-1 0 0,1 0 15,0 1-15,0-41 0,40 40 16,-40 0-16,0 0 0,40 0 0,-40 0 0,0 0 16,-1 0-16,1 0 0,0 0 0,40 1 15,-40 39-15,0-40 16,0 0-16,40 0 0,-40 0 0,0 0 0,40 0 15,-41 1-15,1-41 0,0 40 16,0 0-16,0 0 0,0 0 0,0 0 0,0 0 16,-1 0-1,41 0-15,-40-40 0,0 40 0,40 1 16,-40-41-16,40 40 0,-40 0 16,40 0-1,-40-40-15,40 40 0,-40-40 16,40 40-1,-40-40-15,40 40 0,-41-40 16,41 40-16,-40-40 16,40 40-16,-40-40 0,40 41 15,-40-41 17,40 40-1,-40-40-31,40 40 15,0-80 32,40 40-47</inkml:trace>
  <inkml:trace contextRef="#ctx0" brushRef="#br0" timeOffset="3169.88">17936 4571 0,'0'0'0,"-40"0"31,0 0 1,0 0-17,40-40-15,-40 40 0,0-40 16,0 40-1,40-40-15,0 0 32,0 80 46,0 0-78,0 0 15,0 0-15,0 1 16,0-1-16,0 0 0,0 0 16,0 0-1,0 0-15,0 0 32,-40-40-17</inkml:trace>
  <inkml:trace contextRef="#ctx0" brushRef="#br0" timeOffset="4439.8">17736 2646 0,'-40'0'0,"0"0"31,80 0 47,0 0-78,-40 40 16,40-40-16,-40 41 15,40-41-15,-40 40 0,40-40 0,-40 40 16,40-40-1,-40 40-15,40-40 0,-40 40 0,41 0 16,-1 0-16,-40 0 16,40 0-16,0 1 0,0-1 0,-40 0 15,40 0-15,0-40 16,1 40-16,-41 0 0,40-40 0,0 40 0,-40 0 16,40-40-16,0 40 0,-40 0 0,40 1 15,0-1-15,-40 0 16,40-40-16,-40 40 0,41 0 0,-1 0 15,0-40 1,-40 40-16,40 0 0,0 0 0,-40 1 16,40-41-16,-40 40 15,40-40-15,-40 40 0,40 0 0,-40 0 16,41-40-16,-41 40 0,0 0 31,40-40-31,-40 40 0,40 0 16,-40 0-16,40-40 15,-40 41-15,40-1 0,0 0 0,0 0 16,0 0 0,1-40-16,-41 40 0,40-40 0,-40 40 15,40-40-15,0 40 16,0 0 0,0-40-16,-40 41 15,40-41-15,0 0 16,-40 40-16,41-40 15,-41 40 1,40-40-16,0 40 16,-40 0-1,40-40 1,-40 40 0,40-40-1,-40 40 16,0 0 1,0 0-1,40-40-31,-40-40 125,0 0-109,0 0-1,-40 40-15</inkml:trace>
  <inkml:trace contextRef="#ctx0" brushRef="#br0" timeOffset="5629.66">16091 4531 0,'-40'0'78,"-1"0"-62,41 40-16,-40-40 15,40 41-15,-40-41 16,40 40-16,-40-40 16,40 40-16,-40-40 0,40 40 0,-40-40 15,40 40-15,-40-40 16,0 40-16,-1 0 0,1 0 15,40 0 1,-40-40-16,40 40 16,80-80-1</inkml:trace>
  <inkml:trace contextRef="#ctx0" brushRef="#br0" timeOffset="9849.42">19662 4852 0,'40'0'125,"-40"-40"-109,40 40-16,0-40 31,-40 0-31,40 40 16,-40-40-16,41 40 0,-41-40 15,40 0-15,-40-1 16,40 41-16,-40-40 0,40 0 15,-40 0 1,40 40-16,-40-40 0,40 40 0,-40-40 0,40 40 16,-40-40-16,0 0 0,40 40 15,-40-40-15,41 40 0,-41-41 0,40 41 16,-40-40-16,40 40 0,-40-40 0,40 40 0,-40-40 16,40 0-1,-40 0-15,40 40 0,-40-40 0,40 0 0,-40 0 16,40 0-16,-40-1 15,41 41-15,-41-40 0,40 40 0,-40-40 0,40 40 16,-40-40 0,40 40-16,-40-40 0,0 0 0,40 40 15,-40-40-15,0 0 0,40 40 16,-40-40-16,40-1 0,-40 1 16,40 40-16,-40-40 0,41 0 0,-1 0 15,0 0 1,-40 0-16,40 0 15,-40 0 1,0 0-16,40 40 0,-40-41 16,0 1-16,0 0 15,40 0-15,-40 0 0,40 40 16,-40-40-16,40 40 16,-40-40-1,41 0-15,-41 0 31,40 40-31,-40-41 0,40 41 16,0 0 0,-40-40 15,0 0-15,0 0-16,40 40 15,-40-40-15,40 40 16,-40-40-1,0 0 17,0 80 140,0 0-141,0 0-16,40-40-15,-40 40 16,0 0-16,40 0 16,-40 1-1,41-41-15,-41 40 0,80-40 0,-80 40 0,40-40 16,-40 40-16,0 0 0,40-40 0,0 40 16,-40 0-1,40-40-15,-40 40 0,0 0 0,40-40 16,-40 41-16,41-1 15,-41 0-15,40 0 0,-40 0 16,40-40-16,-40 40 16,0 0-16,40 0 0,-40 0 15,0 0-15,40-40 16,-40 41-16,40-1 0,-40 0 16,40-40-16,-40 40 0,41 0 0,-41 0 15,40 0-15,-40 0 16,40-40-16,-40 40 0,0 1 15,40-41-15,-40 40 16,40 0-16,-40 0 16,40 0-16,-40 0 15,40 0-15,0 0 16,-40 0-16,41-40 16,-41 40-16,0 1 15,40-41-15,-40 40 16,40-40-16,-40 40 15,40-40 1,-40 40 0,40-40-16,-40 40 15,0 0 1,40-40-16,0 40 16,-40 0 30,40-40-30,-40 40 15,41-40-15,-41 41-16,40-41 94,-40 40-16,0 0 94,0-80 78,40 40-250,-40-40 0,0-1 15,40 1 1,0 40-16,0-40 16,0 40-16,0-40 0,1 40 15,-1-40-15,0 0 16,0 0-16,0 0 15,0 40 1,-40-40-16,40 40 16,-40-41-16,0 1 15,40 0 1,-40 0-16,41 40 0,-41-40 16,40 40-16,-40-40 15,40 40-15,0-40 0,0 0 16,0 40-16,-40-40 15,40 40-15,-40-40 0,40 40 0,1-41 32,-41 1-32,40 40 0,-40-40 15,40 40 1,-40-40-16,40 40 0,-40-40 0,40 40 16,-40-40-16,40 40 0,0 0 15,-40-40-15,40 40 16,-40-40-16,41 0 0,-1-1 15,-40 1 1,40 0-16,-40 0 0,40 40 16,-40-40-16,40 0 15,-40 0-15,0 0 0,40 40 0,-40-40 16,0 0-16,40 40 0,-40-41 16,0 1-16,40 40 15,-40-40-15,41 40 0,-41-40 16,40 0-1,-40 0-15,40 40 16,-40-40-16,40 40 16,-40-40-16,40 40 0,-40-40 15,40 40 1,-40-41-16,40 41 16,-40-40-1,40 40-15,1-40 31,-1 40-15,-40-40-16,40 40 16,-40-40-1,40 0 1,-40 0 109,40 40-109,-40-40-16,0 80 78,0 0-63,0 0 1,0 0 0,40-40-1,-40 40 1,40 0-1,0-40 1,-40 40-16,41-40 16,-41 41-16,40-41 0,-40 40 15,40-40-15,-40 40 16,40-40-16,-40 40 0,40-40 16,0 40-16,-40 0 0,40 0 15,-40 0 1,40 0-16,-40 1 0,41-41 0,-41 40 0,0 0 15,40-40-15,-40 40 16,0 0-16,40-40 0,-40 40 0,0 0 16,40-40-16,-40 40 0,0 0 15,40 0-15,-40 1 0,40-1 16,-40 0-16,0 0 0,40-40 0,-40 40 16,41 0-1,-41 0-15,40-40 0,-40 40 0,0 0 16,40-40-16,-40 41 0,0-1 15,40-40-15,-40 40 0,0 0 16,40-40-16,0 40 16,-40 0-16,40 0 15,-40 0-15,40-40 16,-40 40-16,41 0 0,-41 1 16,40-41-16,-40 40 0,40-40 0,-40 40 0,40-40 15,-40 40 1,40-40-16,-40 40 0,0 0 15,40-40 1,-40 40 0,40-40-1,-40 40-15,40 0 16,-40 1-16,41-41 16,-41 40-1,0 0 16,40-40-31,-40 40 32,40-40 15,-40-40-16,-40 40-16,-41 0 1,81-40-16,-40 40 0,0-40 0</inkml:trace>
  <inkml:trace contextRef="#ctx0" brushRef="#br0" timeOffset="10739.43">24477 4772 0,'0'40'16,"40"-40"109,0 0-94,0 0-31,1 0 16,-1 0-16,0 0 0,0 0 15,0 0-15,0 0 16,0 0-16,0 0 0,1 0 15,-1 0 1,0 0-16,0 0 0,0 0 0,0 0 16,0 0-16,0 0 0,1 0 15,-1 0-15,0 0 0,0 0 0,0 0 16,0 0-16,0 0 0,1 0 0,-1 0 16,0 0-1,0 0-15,0 0 0,0 40 0,0-40 0,-40 40 16,40-40-16,1 0 0,-1 0 15,0 0-15,0 0 0,0 0 0,0 0 16,0 0 0,0 0-16,1 0 0,-1 0 0,0 0 15,0 0-15,0 0 16,0 0-16,0 0 0,0 0 0,1 0 16,-1 0-16,0 0 15,-40 40-15,40-40 16,0 0-16,0 40 0,0-40 15,0 0-15,1 0 16,-1 0 0,0 0-1,0 0 1,-40 41 0,40-41-16,0 0 15,-40 40-15,40-40 0,0 0 16,1 0-1,-1 0-15,-40 40 16,40-40-16,-80 0 16,-81 0-16</inkml:trace>
  <inkml:trace contextRef="#ctx0" brushRef="#br0" timeOffset="15379.15">15689 4812 0,'0'40'15,"-40"-40"173,40-40-172,-40 40-16,40-40 0,0 0 15,-40 40 1,40-40-16,-40 0 0,40 0 15,-40 40-15,40-41 16,-40 41-16,40-40 0,-40 40 0,40-40 16,0 0-16,-41 0 15,1 0-15,40 0 0,-40 40 16,40-40-16,-40 40 0,40-40 0,-40 40 16,0-41-1,0 1-15,0 0 16,40 0-1,-41 40-15,41-40 0,0 0 16,-40 40 0,40-40-16,0 0 0,-40 0 0,40 0 15,-40-1-15,0 1 0,40 0 16,-40 0-16,40 0 16,-40 0-16,40 0 15,0 0 1,0 0-16,-40 40 15,40-41 1,0 1-16,0 0 16,0 0-1,0 0-15,0 0 16,-41 40-16,41-40 0,0 0 16,-40 40-16,40-40 15,0 0 1,0-1-1,-40 41 1,0-40 0,40 0-16,0 0 15,0 0 1,0 0 15,-40 40-15,40-40 93,0 0-78,-40 40 1,40-40-17,0 80 79,0 0-63,0 0-15,-40 0 0,40 0-1,-41 0-15,1 0 16,40 0-1,0 1-15,0-1 0,-40-40 0,40 40 16,-40-40-16,40 40 0,-40 0 16,0-40-16,40 40 0,-40-40 0,40 40 15,0 0-15,-40-40 0,40 40 0,-41-40 0,41 40 16,-40-40-16,40 41 16,-40-41-16,40 40 0,0 0 15,-40-40-15,40 40 16,-40-40-16,40 40 0,0 0 15,-40-40-15,40 40 16,-40-40-16,40 40 0,-40 0 0,-1 1 16,41-1-1,-40-40-15,40 40 0,-40-40 16,40 40-16,-40 0 0,40 0 31,-40-40-31,40 40 0,-40 0 16,0 0-1,40 0-15,-40-40 16,40 41 0,-41-41-16,41 40 15,-40-40-15,40 40 16,-40-40-16,40 40 16,-40-40-16,40 40 0,-40-40 15,40 40 1,-40-40-16,0 0 0,40 40 15,-40-40 1,40 40-16,-41 0 31,41 1-15,-40-41-16,0 0 16,40 40-16,-40 0 15,0-40 16,40 40-31,0 0 32,-40-40-17,40 40-15,-40-40 32,40 40-17,-40-40 1,40-40 109,40 40-31,-40-40-79,0 0 1,0 0-16,0 0 15,0 0 1,0-1-16,0 1 16,0 0-1,0 0-15,0 0 16,0 0-16,0 0 16,0 0-16,0 0 15,0-1-15,-40 41 0,40-40 16,0 0-1,0 0-15,0 0 0,-41 0 16,41 0-16,-40 0 16,40 0-1,0 0 1,0-1 0,0 1-16,0 0 15,0 0 1,-40 40-16,40-40 0,0 0 31,0 0-15,0 0-1,-40 40 1,40-40-16,-40-1 16,40 1-1,0 0 1,-40 40-1,40-40-15,0 0 16,-40 40 0,40-40-16,0 0 15,-40 40-15,40-40 0,0 0 32,-41 40-32,41-40 15,-40-1 1,40 1-1,-40 40-15,40-40 32,-40 0-1,0 0-31,40 0 31,-40 40-31,0 0 31,40-40-15,-40 40 0,40-40 62,-41 40 94,1 40-32,40 0-140,-40-40 16,40 40-16,0 0 0,-40-40 16,40 40-16,-40 0 15,40 0-15,0 1 0,-40-41 0,40 40 16,0 0-16,-40 0 15,40 0-15,-40 0 0,40 0 16,-41 0-16,41 0 16,-40-40-16,40 40 0,0 1 15,-40-41-15,40 40 0,-40 0 32,40 0-32,-40-40 0,40 40 0,-40-40 15,40 40-15,-40 0 0,0 0 16,-1 0-16,1 1 0,40-1 15,-40 0 1,40 0-16,-40-40 0,40 40 16,-40-40-1,40 40-15,-40-40 16,40 40-16,-40-40 16,40 40-16,-40 0 15,40 0-15,-41-40 16,41 41-16,-40-41 0,0 40 15,40 0-15,-40-40 0,0 40 32,0-40-17,40 40-15,-40-40 16,40 40-16,-40-40 16,40 40-16,-41-40 0,41 40 15,-40 0 1,0-40-16,40 41 0,-40-41 15,40 40 1,0 0 15,-40-40-15,40 40-16,0 0 31,-40-40-15,40 40-16,-40-40 15,40 40 1,-41-40 0,41 40-16,-40-40 15,40 40-15,-40-40 32,0 40 14,40 1-30</inkml:trace>
  <inkml:trace contextRef="#ctx0" brushRef="#br0" timeOffset="16459.02">17656 1604 0,'0'0'0,"-41"0"47,41 80 46,-40-80-93,0 80 16,40-40-16,-40 0 0,0-40 0,40 40 16,-40 0-16,0 1 0,40-1 15,-40 0-15,-1 0 0,41-80 47,41 0-31,-41 0-16,40-1 0,-40 1 15,40 0-15,0 0 0,-40 0 0,40 0 16,-40 0-16,40 40 16,-40-40-16,40 0 0,0 0 15,1-1 1,-1 41-16,-40-40 15,40 40 1,0 0 0,0 0-16,0 40 15,0-40-15,-40 41 0,40-41 16,-40 40-16,41-40 0,-1 40 0,0-40 16,-40 40-16,40-40 15,0 40-15,0-40 0,0 40 0,1-40 16,-1 40-16,0-40 0,0 0 15,0 0-15</inkml:trace>
  <inkml:trace contextRef="#ctx0" brushRef="#br0" timeOffset="17978.96">17615 5534 0,'-40'0'78,"40"40"-63,-40 0 1,40 0 0,-40 0-16,0 0 0,40 1 15,0-1-15,0 0 16,40-40 0,0 0-16,-40 40 0,40-40 0,0 0 15,1 0 1,-1 0-16,0-40 0,0 40 0,0-40 15,0 40 1,-40-40-16,40 40 0,-40-41 0,0 1 16,0 0-16,0 0 15,-40 0-15,40 0 16,-40 40-16,0-40 0,0 40 16,40-40-1,-40 40-15,0-40 16,40 120 15</inkml:trace>
  <inkml:trace contextRef="#ctx0" brushRef="#br0" timeOffset="19418.92">19261 5534 0,'0'-40'0,"0"80"93,0 0-93,0 0 16,0 0-16,0 0 0,0 0 16,0 1-1,40-41-15,0 40 0,0-40 31,0 0-15,0 0 0,0 0-1,-40-40-15,0-1 16,0 1-16,0 0 16,0 80 77,41-40-93,-41 40 16,40-40-16,-40 41 31,40-41-31,0 0 16,0 0-1,-40-41 1,40 41 0,-40-40-16,40 0 15,-40 0-15,0 0 32,0 0-17,-40 40-15,40-40 31,-40 0 1,40 80-1,0 0-15</inkml:trace>
  <inkml:trace contextRef="#ctx0" brushRef="#br0" timeOffset="20398.78">19822 5775 0,'0'-41'63,"41"41"-48,-1 0 1,0 41 0,-40-1-1,40-40-15,-40 40 0,0 0 0,0 0 16,0 0-16,0 0 16,0 0-16,0-80 62,0 0-62,0 0 16,40 40-1,0 0 17,-40 40-17,0 0 1,40-40-16,-40 40 31,0-80-15,0 0-1,40 0-15,-40 0 16,41 40 0,-1 0-1,-40 40 1,40 0-1,-40 0 1,0 0-16,0 0 0,0 1 16,-40-41-1,0 0 1</inkml:trace>
  <inkml:trace contextRef="#ctx0" brushRef="#br0" timeOffset="21208.73">21347 2606 0,'-40'-40'31,"40"80"63,80-40-79,-80 40-15</inkml:trace>
  <inkml:trace contextRef="#ctx0" brushRef="#br0" timeOffset="21388.8">21508 2887 0,'0'0'0,"-40"40"0,-1 0 15,41 0 1,0 0-16,-40 41 31,40-41-31,0 0 0,0 40 31,40 0-31</inkml:trace>
  <inkml:trace contextRef="#ctx0" brushRef="#br0" timeOffset="21538.79">21387 3769 0,'-40'81'32,"80"-162"-32,-80 202 31,80-121-15,-40 40-16</inkml:trace>
  <inkml:trace contextRef="#ctx0" brushRef="#br0" timeOffset="21688.78">21468 4130 0,'-41'40'15,"1"0"1,40 1-16,0-1 31</inkml:trace>
  <inkml:trace contextRef="#ctx0" brushRef="#br0" timeOffset="21868.77">21307 4451 0,'0'0'0,"0"40"16,-40-40 0,40 40 30,0 0-30,40-40-16,-40 41 16,0-1-1</inkml:trace>
  <inkml:trace contextRef="#ctx0" brushRef="#br0" timeOffset="22008.69">21307 4732 0,'-40'0'0,"80"0"0,-80 40 0,0 0 31,0-40-31,80 0 78</inkml:trace>
  <inkml:trace contextRef="#ctx0" brushRef="#br0" timeOffset="22678.66">21227 5374 0,'0'0'0,"-40"0"31,40 40 1,0 0-32,0 0 15,0 0 1,0 0-16,0 0 0,0 0 15,40-40 1,-40 40-16,80 0 0,-40-40 31,0 0-31,-40-40 16,0 0-16,0 0 31,40 40-31,1 0 47,-41 40-31,40-40-1,0 0-15,0 0 16,0 0 0,-40-40-16,40 0 15,-40 0 1,0 0-16,0 0 0,0 0 15,0 0 1,-40 40-16,40-41 0,-40 41 0,0 0 16,40 41 46</inkml:trace>
  <inkml:trace contextRef="#ctx0" brushRef="#br0" timeOffset="23218.69">21989 5454 0,'-40'40'93,"40"0"-77,0 0 0,-40-40-16,40 40 15,0 0 1,40-40-16,-40 40 15,40 0-15,0 1 16,1-41 0,-41 40-16,0 0 0,0 0 31,0 0-15,-41-40-16,1 0 15,0 0-15,0 0 16,0 0-1,40-40-15,-40 0 0,0 0 16</inkml:trace>
  <inkml:trace contextRef="#ctx0" brushRef="#br0" timeOffset="48627.48">20826 7499 0,'0'-40'62,"0"0"-62,0 0 16,40 40-1,-40-40-15,40 40 0,-40-40 16,0-1 0,0 1-16,0 0 15,0 0-15,0 0 16,40 0-16,-40 0 0,0 0 0,0 0 15,0 0-15,0-1 16,40 1-16,-40 0 0,0 0 16,0 0-16,0 0 0,0 0 15,0 0-15,-40 0 16,40-1-16,-40 1 0,40 0 0,-40 0 16,40 0-1,0 0-15,-40 0 16,40 0-16,-41 0 15,41 0-15,-40-1 16,40 1-16,-40 40 0,40-40 0,0 0 16,-40 0-1,40 0-15,-40 40 0,40-40 0,-40 0 16,40 0 0,-40-1-16,0 1 15,-1 40 1,41-40-1,-40 40 1,0 0 31,0 0-31,40-40-1,-40 40-15,40-40 16,-40 40-1,40-40-15,-40 40 47,40-40-47,-40 0 16,40 0 0,-41 40-16,41-40 15,-40 40 1,40-41 15,-40 41-31,40-40 31,0 0-15,-40 40-16,40-40 16,0 0 30,-40 40-30,40 40 47,0 0-63,0 0 15,0 0 1,0 1-1,-40-41-15,0 0 79,40-41-64,0 1 1,0 0-1,0 0-15,0 0 0,0 0 16,0 0-16,40 0 0,-40 0 16,40 40-16,-40-41 15,0 1-15,0 80 63,0 1-63,40-1 0,0 0 15,-40 0-15,40 0 0,0 0 16,1 0-16,-1 0 16,0-40-16,-40 40 0,40 1 0,0-1 15</inkml:trace>
  <inkml:trace contextRef="#ctx0" brushRef="#br0" timeOffset="49487.43">21387 7459 0,'0'0'0,"-40"0"32,0 0-32,40 40 31,0 0-15,0 40-1,40 1 1,-40-41-1,80-40 1,-39-40 0,39-121-1,-80 81 1,0 120 15,0 0-15,0 0-16,40 41 15,40-41 1,-40-80 0,0-41-1,-40-39 1,0-40 15,0 119-15,-40 41-16,40 41 31,0-1-31</inkml:trace>
  <inkml:trace contextRef="#ctx0" brushRef="#br0" timeOffset="49837.41">22230 7459 0,'0'0'16,"-80"0"-1,40 40 1,40 40 15,0-40-31,-40 41 31,80-1-15,0 0 0,0 0-1,-40-40 17,-161 0-17,81 1 1,0-82-1,80-39-15</inkml:trace>
  <inkml:trace contextRef="#ctx0" brushRef="#br0" timeOffset="50047.39">22350 7619 0,'41'0'31,"-1"0"-15,0-40-16,0 0 0,0 40 16,-40-40-16,40 40 0,0 0 15,0-40-15,1 40 0,-1-40 16,0 40 0</inkml:trace>
  <inkml:trace contextRef="#ctx0" brushRef="#br0" timeOffset="50597.28">22872 7339 0,'0'-40'0,"0"-1"31,0 122-15,0-41 0,0 0-1,0 0-15,0 0 0,0 0 16,0 0-16,0 0 16,40 1-16,0-41 15,0 0 1,-40-41-1,0-39-15,41 80 0,-41-40 0,0 0 16,0 0-16,0 0 16,40 40-1,-40 40 17,0 0-17,40-40-15,0 0 0,0 0 31,0 0-31,0 0 0,-40-40 16,0 0-16,40 40 16,-40-80-16,0 39 15,0 1-15,0 0 16,-40 0 0,40 0-16,-40 40 0,0 0 15,40-40-15,-40 40 0,0 0 16,40 40-1,-40-40-15,40 40 16</inkml:trace>
  <inkml:trace contextRef="#ctx0" brushRef="#br0" timeOffset="51057.33">23434 7379 0,'-40'0'0,"40"-40"16,0 0 0,40-1-1,80 1 17,-40 80-17,-80 81 1,-40-41-1,40-120 17,40 0-17,-40 0 1,41 0-16,39-41 16,-40 81-1,0 0-15,0 40 16,0 1-1,-40-1 1,40 0-16,-40 0 16,41-40-1,-1 0-15,0 0 32,-80 0-1</inkml:trace>
  <inkml:trace contextRef="#ctx0" brushRef="#br0" timeOffset="51607.3">19702 6176 0,'-40'40'16</inkml:trace>
  <inkml:trace contextRef="#ctx0" brushRef="#br0" timeOffset="54507.05">24517 561 0,'0'40'484,"0"0"-468,0 0-16,0 0 0,0 0 15,40 1-15,-40-1 0,0 0 16,0 0-16,40 0 0,-40 0 0,0 0 0,0 0 16,41 0-1,-1 0-15,0-40 16,0 0-1,-40-40-15,40 40 0,-40-40 0,0 0 16,40 40-16,-40-40 0,0 0 0,0 0 16,0 0-1,0 120 17,0-40-17,0 0 1,0 0-16,40-40 0,-40 40 15,40-40-15,1 0 0,-41 40 16,40-40-16,0 0 16,0-80-16,-40 40 15,40 40-15,-40-40 16,0 0-16,0 0 0,0 0 0,0 0 16,0 0-16,0-1 15,0 1-15,0 0 0,-40 40 0,40-40 16,0 0-1,-40 40-15,40 40 32,-40-40-17,40 40-15,0 0 0</inkml:trace>
  <inkml:trace contextRef="#ctx0" brushRef="#br0" timeOffset="54877.11">25681 802 0,'-40'40'16,"0"-40"-16,0 0 0,-1 0 31,41 40 0,0 0-31,0 0 16,0 0-16,0 80 31,41 1-15,39-81 0,-80 0-16,-40-40 31,-41 0-16,41 0-15,0 0 16,0 0-16,0 0 16</inkml:trace>
  <inkml:trace contextRef="#ctx0" brushRef="#br0" timeOffset="55277.08">26042 1042 0,'-120'0'16,"240"0"-16,-280 0 15,160-40-15,40 40 32,0 0-32,80 0 31,41-80-15,-81 80-1,-40 0-15,80-40 16,-160 40 15,0 0 0,40 40-31</inkml:trace>
  <inkml:trace contextRef="#ctx0" brushRef="#br0" timeOffset="55857">26684 721 0,'0'0'0,"-40"0"16,40 40 15,0 1-31,0-1 16,0 0-16,0 0 15,0 0-15,0 0 0,40-40 0,-40 40 16,40 0 0,-40 0-16,40-40 0,0 40 15,1-40 1,-1 0-16,-40-40 15,40 40-15,-40-40 0,40 40 0,-40-40 0,0 0 16,0 0-16,40 40 16,-40-40-16,0 0 0,0 80 31,0 0-15,0 0-1,40 0 1,0-40-1,0 0-15,1 0 0,-1 0 16,-40-40-16,40 0 0,0 40 16,-40-80-1,40 40-15,-40 0 0,0-1 16,0 1-16,-40 40 16,40-40-16,-40 40 0,40-40 0,-40 40 0,0 0 15,40-40 1,0 80 31</inkml:trace>
  <inkml:trace contextRef="#ctx0" brushRef="#br0" timeOffset="56447.01">27607 922 0,'-40'0'16,"40"40"46,0 0-62,0 0 16,0 0-16,0 0 0,0 0 0,0 1 15,0-1-15,0 0 16,40-40 15,-40-40-31,0 0 16,0-1-16,40 41 0,-40-40 0,0 0 16,40 40-16,-40-40 15,40 40-15,-40-40 0,40 40 16,-40 40-1,0 0-15,0 0 16,0 0-16,41-40 0,-41 41 0,0-1 31,0-80 1,0-1-32,40 41 0,-40-40 15,0 0-15,40 40 16,-40-40-16,40 40 0,-40-40 0,40 40 15,0 0 17,-40 40-32,0 0 0,0 0 15,0 0 1,0 1-16,0-1 16,0 0-1,0 0-15</inkml:trace>
  <inkml:trace contextRef="#ctx0" brushRef="#br0" timeOffset="56746.99">28450 882 0,'0'0'16,"-41"0"0,82 0 15,-41-40 0,80 40-31,-40 0 0,0-40 16,0 40-16,0 0 0,0-41 15,1 41-15,-1 0 0,0 0 0,0 0 0,0-40 16,0 40-16,0-40 0,1 40 0,-1 0 16</inkml:trace>
  <inkml:trace contextRef="#ctx0" brushRef="#br0" timeOffset="56986.98">28730 1162 0,'0'0'15,"-40"0"1,40-40 0,81 40-1,-1-40 1,-40 0-1,0 40-15,40-40 16,-39 40-16,-1 0 0,0-40 0</inkml:trace>
  <inkml:trace contextRef="#ctx0" brushRef="#br0" timeOffset="57556.87">29533 481 0,'-40'0'16,"40"40"-1,0 0-15,0 0 31,0 80-15,0 41 0,40-121-1,0-40 1,40-40 0,-39 40-16,-1-40 15,-40 0-15,80-41 16,-80 41-1,0 80 17,0 0-32,0 1 15,0-1 1,0 0-16,40-40 16,0 0-16,0 0 15,0-40-15,1 40 16,-41-40-16,40 40 15,-40-41-15,0 1 0,0 0 0,0 0 16,0 0-16,-40 40 0,40-40 16,-41 0-1,1 40-15,0 0 0,0 0 32,40 40-17,-40-40-15</inkml:trace>
  <inkml:trace contextRef="#ctx0" brushRef="#br0" timeOffset="58446.82">30295 882 0,'-40'-40'16,"80"80"-16,-80-120 16,40 39-1,0 82 16,0-1-15,0 0 0,40-40-16,-40 40 0,0 0 0,0 0 15,41-40 1,-41 40-16,0 0 0,0 0 31,0-120-15,0 40-1,0 0-15,40 0 0,-40 0 16,40 40-16,-40-40 0,40 40 16,-40-40-1,40 40-15,0 0 0,-40 40 16,40-40 0,-40 40-16,40-40 15,-40 40-15,0 0 16,41-40 31,-1 0-47,0-40 15,0 0-15,0 0 16,0 40-16,-40-40 16,40 40-1,-40 40 1,40 0-16,-40 0 0,0 0 31,41-40-15,-1 0-1,0 0 1,0 0 0,-40-40-16,40 40 0,-40-40 15,40 40 1,-80 0 62,0 0-47,40-40-31,0 0 16</inkml:trace>
  <inkml:trace contextRef="#ctx0" brushRef="#br0" timeOffset="59636.75">27286 2165 0,'0'0'0,"0"-40"31,0 80 32,0 0-48,0 0-15,0 41 16,40-81-16,-40 40 0,0 0 16,40-40-16,0 40 0,0-40 31,-40 40-31,41-40 0,-1 0 0,0 0 15,-40-40 1,40 40-16,-40-40 16,40 0-16,-40 0 0,0-1 31,0 1-31,0 80 47,40 1-47,-40-1 15,40-40-15,0 0 16,1 40-16,-1-40 16,0 0-1,-40-40 1,0 0 0,0-1-16,0 1 0,0 0 15,-40 0-15,40 0 16,-40 0-16,40 0 15,0 80 17,0 0-17,0 0 1</inkml:trace>
  <inkml:trace contextRef="#ctx0" brushRef="#br0" timeOffset="60024.22">28249 2326 0,'-40'0'47,"40"40"-16,0 0-31,0 0 16,0 0 0,0 0-16,40 0 15,0-40 1,-40 40 15,-40-40-15,0 0-1,40 40-15,-40-40 16,0 0-16,-1 0 0,1 0 16,0 0-1,0 0 1</inkml:trace>
  <inkml:trace contextRef="#ctx0" brushRef="#br0" timeOffset="60394.2">28650 2245 0,'-40'0'15,"80"0"32,0 0-47,0 0 16,1 0-1,-1-40-15,0 40 0,0 0 0,0 0 0,-40-40 16,40 40-16,0 0 16,-40-40-16,41 40 0,-1 0 0,0 0 15</inkml:trace>
  <inkml:trace contextRef="#ctx0" brushRef="#br0" timeOffset="60634.18">28811 2526 0,'-40'40'16,"80"-80"-16,-40 40 16,40 0-1,80-80 16,-80 80-31,41-40 16,-41 40-16,0-40 16,0 40-16,0-40 15</inkml:trace>
  <inkml:trace contextRef="#ctx0" brushRef="#br0" timeOffset="61174.15">29413 1965 0,'0'0'16,"0"-41"0,80 1-1,80 0 16,-79 40-15,-41 0 0,-40 40-16,40 81 15,-40-81-15,0 0 0,-120 80 32,79-80-32,-39 41 31,40-81-16,0-41 1,40 1 15,40 0-15,0 40 0,0 0-1,41 0 1,-41 40-1,40 0 17,-80 41-17,40-41 1,-40 0 0,40-40-16</inkml:trace>
  <inkml:trace contextRef="#ctx0" brushRef="#br0" timeOffset="61790.93">30215 2005 0,'0'0'0,"-40"0"31,40-40-31,0 80 32,0 40-17,0-40-15,0 0 16,40 0 0,-40 0-16,40-40 0,0 40 15,1-40 1,-41 41-16,40-41 0,0 0 15,0 0 1,0-41-16,-40 1 16,40 40-16,-40-40 0,40 40 15,-40-40-15,0 0 0,0 0 16,0 80 15,-40 0 0,40 0-31,0 0 16,40-40-16,0 40 16,1-40-16,-1 0 15,0 0 1,0 0-16,-40-40 0,40 0 16,-40 0-16,0 0 15,0 0-15,0 0 16,0 0-16,0 0 0,-40-1 15,40 1-15,-40 40 16,40-40-16,-40 0 16,0 0-16,-1 40 15,1 0 1,40 40 0,-40-40-1</inkml:trace>
  <inkml:trace contextRef="#ctx0" brushRef="#br0" timeOffset="62650.9">31058 2085 0,'0'40'63,"40"0"-32,-40 0-31,0 0 0,0 0 16,0 1-16,0-1 15,0-80 32,0-1-47,40 1 16,-40 0-16,0 0 16,40 40-16,-40-40 0,40 40 0,-40-40 0,0 0 15,40 40-15,1-40 0,-1 40 16,0 40 15,-40 0-15,40-40-16,-40 40 0,40 0 31,-40 0-31,0 0 31,0-80-15,40 40-1,-40-80-15,40 80 16,0 0-16,-40-40 0,41 40 0,-41-40 16,40 40-1,0 0 17,-40 40-32,40-40 15,-40 40-15,40-40 16,-40 40-1,40-40-15,-40 40 0,40-40 16,0 0 0,1-40-1,-41 0 1,40 40-16,-40-40 16,0 0-1,-40 40 63,-1 0-62,1 0 0</inkml:trace>
  <inkml:trace contextRef="#ctx0" brushRef="#br0" timeOffset="88319.41">1324 1323 0,'-40'0'15,"80"0"17,40 0-17,-80 40-15,41 0 16,-41 0-16,40 0 15,-40 0-15,0 1 0,0-1 0,40 0 0,-40 40 16,0-40-16,0 0 16,0 40-16,0-40 0,40 1 0,-40-1 0,0 0 15,0 0-15,0 0 0,0 0 16,0 0-16,40 0 0,-40 0 16,40-40-16,-40-40 31,0 0-31,0 0 0,0 0 15,0 0-15,0 0 0,0 0 16,0 0-16,-40-1 0,40-39 0,-40 40 0,40 0 16,0-40-16,-40 40 15,0 0-15,40 0 0,0-41 0,0 41 0,-40 0 16,40 0-16,0 0 0,0 0 16,40 40-1,0 0-15,0 0 16,0 0-1,0 0-15,0 40 16,-40 0 0,0 0-16,0 0 0,0 0 0,0 0 0,-40 1 15,0-41-15,0 40 0,0 0 0,-40 0 0,80 0 16,-41-40-16,1 40 16,0 0-16,0 0 0,0-40 15,40 40-15</inkml:trace>
  <inkml:trace contextRef="#ctx0" brushRef="#br0" timeOffset="88709.39">1966 1965 0,'0'-41'15,"121"41"1,39-120 0,-80 40-1,41 0 1,-121 40 0,-81 0 15,-39 80-16,80-40-15,-80 120 16,120-80-16,-41 40 31,41 0-15,0-39-16,41-1 0,39-40 0,0 80 31,40-80-15,-79 0-16</inkml:trace>
  <inkml:trace contextRef="#ctx0" brushRef="#br0" timeOffset="89059.31">2648 1523 0,'0'0'0,"-40"0"16,80 41 15,81 79-15,-1-40-1,-120-40-15,40 80 16,-40-79-16,-40-41 16,40 40-1,-40-40 1,-40-81-1,80 1 1,40-120 0,80 39-1,-40 81 17,-39 80-17,-1 0 1</inkml:trace>
  <inkml:trace contextRef="#ctx0" brushRef="#br0" timeOffset="89419.34">3652 1082 0,'0'0'16,"0"40"-16,-41 81 31,41 79-16,41 41 1,-41-161 0,40-40-16,-40 40 15,0-40-15,40 121 16,-40-81-16,0-40 0,0 0 0</inkml:trace>
  <inkml:trace contextRef="#ctx0" brushRef="#br0" timeOffset="89629.33">3571 1924 0,'0'-40'16,"0"0"-1,40 40 1,121-40-1,-41 0 1,-80 40-16,1 0 16,-1 0-16,-40-40 15</inkml:trace>
  <inkml:trace contextRef="#ctx0" brushRef="#br0" timeOffset="89939.24">4093 1724 0,'0'40'0,"40"-40"31,0 0-15,-40-40-16,40 40 0,0-40 16,1 0-16,-41 0 15,40 0-15,-40-1 16,0 1 0,-40 40-16,40-40 15,-41 40-15,1 0 16,0 0-16,40 40 0,-40-40 15,40 81-15,0-41 16,0 0-16,-40-40 0,40 40 0,0 0 16,0 0-16,0 0 15,0 0-15,40-40 0,-40 40 16,40-40-16,-40 40 0,40-40 0,0 0 16,1 0-1,-1 0-15,0 0 0,0-40 0,0 40 16</inkml:trace>
  <inkml:trace contextRef="#ctx0" brushRef="#br0" timeOffset="90149.31">4775 1483 0,'-80'0'16,"160"0"-16,-200 40 31,80 41-31,40-41 15,0 40 1,0-40-16,80 0 31,0 0-31,-40-40 16,0 0-16,0 0 0,1 0 0</inkml:trace>
  <inkml:trace contextRef="#ctx0" brushRef="#br0" timeOffset="90419.28">5216 962 0,'-40'0'16,"80"0"-16,-120 40 31,80 0-31,0 80 15,0-79 1,0-1-16,40 40 0,0-40 0,41 120 31,-1 1-15,-40-121 0,0 0-1</inkml:trace>
  <inkml:trace contextRef="#ctx0" brushRef="#br0" timeOffset="90749.27">5377 1523 0,'-40'0'0,"80"0"0,-40 0 31,40-40-31,0 0 15,121 0 1,-81 0 0,40 0-1,-80 0 1,-80 40 46</inkml:trace>
  <inkml:trace contextRef="#ctx0" brushRef="#br0" timeOffset="93759.05">9309 13836 0,'-40'0'32,"0"0"-17,0 0-15,0 0 16,0 0 0,80 0 46,0 0-62,-40 40 16,40-40-16,0 0 0,-40 40 15,40-40-15,0 0 0,1 0 0,-1 0 0,0 0 16,0 0-16,0 40 0,40-40 0,-40 0 16,1 0-16,-1 0 15,40 0-15,-40 0 0,40 0 0,1 0 0,-41-40 16,40 40-16,40 0 0,-39-40 15,-1 40-15,40 0 0,-40 0 0,41-40 0,-41 40 16,41-40-16,-41 40 16,40 0-16,-40 0 0,41 0 0,-41 0 0,0 0 15,1 0-15,-1 0 0,0 0 0,0 0 0,1 0 16,-41 0-16,0 0 0,0 0 16,0 0-16,40 0 0,-40 0 0,41 0 0,-1 0 15,-40 0-15,40 0 16,41 0-16,-41 0 0,0 0 0,41 0 0,-41 0 15,40 0-15,-40 0 0,41 0 16,-41 0-16,0 0 0,1 0 0,-1 0 0,0 0 16,0 0-16,1 0 15,-1 0-15,0 0 0,-40 0 0,0 0 0,41 0 16,-41 0-16,0 0 0,0 0 0,0 0 0,0 0 16,0 0-16,0 0 0,41 0 15,-41 0-15,40 0 0,-40 0 0,41 0 0,-1 0 16,40 0-16,-40 0 15,41 0-15,-1 0 0,1 0 0,-41 0 0,40 0 16,-40 0-16,41 0 0,-41 0 16,0 0-16,1 0 0,39 0 0,-80 0 0,40 0 15,1 0-15,-1 0 0,0 0 0,-40 0 0,40 0 16,1 0-16,-41 0 16,40 0-16,-40-40 0,40 40 0,-39 0 0,39 0 15,0 0-15,0 0 0,1 0 16,-1 0-16,0 0 0,0 0 0,1 0 0,-1-41 15,40 41-15,-40 0 16,1 0-16,-1 0 0,0 0 0,1 0 0,-1 0 16,0 0-16,0 0 0,1 0 15,-1 0-15,0 0 0,0 0 0,1 0 0,39 0 16,-40 0-16,0-40 0,1 40 0,-1 0 0,0 0 16,41 0-16,-41 0 15,0 0-15,0 0 0,-40 0 0,41-40 0,-1 40 16,0 0-16,-40 0 0,41 0 15,-41 0-15,40 0 0,-40 0 0,40 0 0,1 0 16,-41 0-16,40 0 16,-40 0-16,40 0 0,-40 0 0,41 0 0,-41 0 15,40 0-15,-40-40 0,40 40 0,-39 0 0,39 0 16,-40 0-16,40 0 0,0-40 16,1 40-16,-41 0 0,40 0 0,0 0 0,-40 0 15,1 0-15,39 0 16,-40 0-16,0 0 0,40 0 0,-39 0 0,-1 0 15,40 0-15,-40 0 0,40 0 16,-40 0-16,41-40 0,-41 40 0,40 0 0,-40 0 16,40 0-16,1 0 15,-1 0-15,0-40 0,0 40 0,1 0 0,-1 0 16,0 0-16,0 0 0,41 0 0,-81 0 0,80 0 16,-39 0-16,-41 0 0,40 0 15,0 0-15,-40 0 0,41 0 0,-41 40 0,40-40 16,-40 0-16,0 0 15,0 0-15,41 0 0,-41 0 0,40 0 0,-40 0 16,40 0-16,-40 0 0,1 0 16,39 0-16,-40 0 0,0 0 0,0 0 0,40 0 15,-39 0-15,-1 0 0,0 0 0,40 0 0</inkml:trace>
  <inkml:trace contextRef="#ctx0" brushRef="#br0" timeOffset="95269">17134 9745 0,'0'40'32,"0"0"30,0 0-62,0 0 16,0 1-1,0-1-15,0 0 16,0 0-16,0 0 0,0 0 16,0 0-16,0 0 15,0 0-15,0 0 16,0 1-16,0-1 15,0 0-15,0 0 0,0 0 0,40 0 16,-40 0-16,0 0 16,0 0-16,0 1 0,0-1 0,0 0 0,0 0 15,0 0-15,0 0 0,0 40 0,0-40 0,0 0 16,0 1-16,0-1 16,0 0-16,0 0 0,0 0 0,0 0 0,0 0 15,40-40-15,-40 40 0,0 0 16,40 1-16,-40-1 0,40-40 0,-40 40 15,0 0-15,0 0 16,41 0-16,-41 0 0,0 0 0,0 0 16,0 0-16,0 1 15,0-1-15,0 0 0,0 0 16,0 0-16,0 0 0,0 0 0,0 0 16,0 0-16,-41 1 15,41-1-15,0 0 0,0 0 16,0 0-16,0 0 15,0 0-15,0 0 16,0 0 0,0 0-16,0 1 0,0-1 15,0 0-15,0 0 16,0 0 0,0 0-16,0 0 0,0 0 0,0 0 15,0 1-15,0-1 16,0 0-16,0 0 0,0 0 15,0 0-15,0 0 16,0 0 0,0 0-1,41 0 1,-41 1-16,0-1 0,0 0 0,0 0 16,0 0-16,0 0 0,0 0 15,0 0-15,0 0 0,0 1 0,0-1 16,0 0-1,0 0-15,0-80 47,0 0-47</inkml:trace>
  <inkml:trace contextRef="#ctx0" brushRef="#br0" timeOffset="96468.88">17134 11429 0,'0'-40'31,"0"0"-15,-40 40 15,40 40-15,-40-40 0,40 40-16,-40-40 15,-1 41 1,41-1-1,-40-40 1,40 40-16,-40-40 0,0 40 16,40 0-16,-40-40 15,40 40-15,-40 0 0,0 0 0,40 0 16,-40 0-16,40 1 0,-41-1 0,1-40 0,40 40 16,-40 0-16,0-40 15,40 40-15,-40 0 0,0-40 0,40 40 0,-40 0 16,0 0-16,-1 1 15,41-1-15,-40-40 0,40 40 0,-40-40 16,40 40-16,-40 0 16,0 0-16,40 0 0,-40 0 15,0 0-15,40 0 0,-40-40 0,-1 41 16,41-1-16,-40-40 0,40 40 16,-40 0-16,0-40 0,40 40 0,0 0 0,-40 0 15,40 0 1,-40 0-16,40 1 0,0-1 15,-40-40-15,40 40 0,0 0 16,0 0-16,-40-40 0,40 40 16,-41 0-1,1 0-15,40 0 16,-40-40-16,40 40 0,0 1 0,-40-41 0,40 40 16,-40-40-16,40 40 0,-40-40 15,40 40-15,-40 0 0,0 0 31,40 0-31,-41-40 16,1 40-16,0-40 16,0 40-16,0 1 0,0-1 15,40 0-15,-40-40 0,40 40 16,-40 0 0,40 0-16,0 0 15,-41-40-15,1 40 31,0-40-15,40 40-16,-40-40 16,0 40-16,0-40 15,0 41 1,0-41 15,40-41 0,80 1-31,-40 0 0</inkml:trace>
  <inkml:trace contextRef="#ctx0" brushRef="#br0" timeOffset="97788.79">17054 11349 0,'0'-40'0,"0"0"16,0 0 15,80 40-31,-40 0 32,0 0-32,-40 40 0,40-40 15,-40 40 1,40-40-16,-40 40 15,41-40 1,-41 40-16,40-40 0,-40 40 16,40-40-16,0 41 15,0-41-15,0 40 0,0-40 0,-40 40 16,40-40-16,1 0 0,-1 40 0,0-40 0,0 0 16,-40 40-16,40-40 0,0 0 15,0 40-15,0-40 0,1 40 0,-1 0 16,0-40-1,-40 40-15,40-40 0,-40 40 0,40 1 0,0-1 16,0 0 0,1 0-16,-41 0 0,40-40 0,0 40 15,0 0-15,-40 0 0,40-40 0,0 0 16,-40 40-16,40-40 16,-40 41-16,40-41 0,1 40 0,-1-40 15,0 40-15,0 0 16,0-40-16,0 40 0,0 0 15,0 0 1,-40 0-16,0 0 0,41 0 16,-41 1-1,0-1-15,40-40 0,0 40 16,0 0-16,0-40 16,-40 40-1,40 0-15,0 0 0,0-40 0,1 40 16,-1-40-16,-40 40 0,40 1 15,0-41-15,0 40 0,0-40 0,-40 40 0,40-40 16,-40 40-16,40-40 16,1 0-16,-41 40 0,40-40 0,0 40 15,0-40-15,-40 40 0,40-40 16,0 0-16,-40 40 16,40 0-16,0-40 0,-40 40 15,41-40-15,-1 41 16,0-1-16,0-40 15,0 40 1,0-40-16,0 0 0,0 40 16,1-40-1,-41 40-15,40-40 0,0 0 16,-40 40-16,40 0 0,0-40 16,-40 40-1,40-40-15,0 0 16,-40 40-16,40-40 15,1 0 17,-41-40 15,0 0-47</inkml:trace>
  <inkml:trace contextRef="#ctx0" brushRef="#br0" timeOffset="100288.62">18859 13635 0,'-40'0'16,"40"-40"-16,-40 40 16,0 0-1,40 40 32,0 0-31,0-80 93,40 40-93,-40-40-1,40 40-15,0-40 16,1 40-16,-41-40 0,40 40 31,-40-40-31,0 0 47,40 40-31,-40-40-16,40 40 0,-40-41 0,40 1 15,0 40-15,-40-40 0,40 0 16,-40 0-16,40 0 16,-40 0-16,41 40 0,-41-40 0,40 0 15,0 0 1,-40-1-16,0 1 15,0 0 1,40 40-16,-40-40 0,0 0 16,40 0-1,-40 0-15,40 0 0,0 0 16,0 40-16,-40-41 16,41 1-16,-41 0 15,40 40-15,-40-40 0,40 40 16,-40-40-16,40 40 15,-40-40-15,40 0 0,-40 0 16,40 40-16,-40-40 16,40 40-16,0-40 0,-40-1 15,41 41-15,-41-40 0,40 40 16,-40-40 0,40 40-16,-40-40 0,40 0 15,-40 0-15,40 40 16,-40-40-16,40 0 0,-40 0 15,40 40 1,-40-41-16,40 1 0,-40 0 31,41 0-31,-41 0 16,40 40-16,-40-40 16,0 0-1,40 40-15,-40-40 0,40 40 16,-40-40-16,40 40 15,-40-40 1,0-1 15,0 1-15,40 40-16,0-40 16,-40 0 15,0 0-16,40 40 32,1-40-47,-1 0 16,-40 0 15,40 0-15,-40-1-1,40 82 251,0-1-250,0 0-1,0 0 1,0-40-16,-40 40 16,41-40-16,-41 40 0,40-40 15,0 40 1,0 0-16,0 0 15,-40 1 1,40-41-16,-40 40 0,40 0 0,-40 0 16,40-40-16,-40 40 0,41 0 15,-41 0 1,40-40-16,-40 40 0,40-40 0,0 40 0,0 0 16,-40 1-1,40-41-15,-40 40 0,40-40 0,-40 40 0,40-40 16,-40 40-1,41-40-15,-41 40 0,40-40 16,-40 40-16,40-40 0,0 40 16,0-40-16,0 40 0,0-40 0,0 40 15,1-40-15,-1 41 0,0-41 0,0 40 16,0-40 0,-40 40-16,40-40 0,0 0 0,-40 40 15,41-40-15,-1 40 16,0-40-16,0 0 0,0 40 15,0-40-15,0 40 16,0-40-16,1 40 0,-1-40 16,0 40-16,0 0 0,0-40 15,-40 41-15,40-41 0,-40 40 16,40-40-16,-40 40 0,40-40 16,1 40-1,-1 0-15,0-40 0,0 40 16,0-40-1,-40 40-15,40-40 0,0 0 0,0 40 16,1-40 0,-1 40-16,0 1 15,0-41-15,-40 40 0,40-40 16,-40 40-16,40-40 16,-40 40-16,40-40 0,-40 40 15,40-40 1,-40 40-16,41 0 15,-1-40 1,0 40 0,0-40-16,0 40 31,0 0-31,0-40 16,-40 41-16,40-41 15,1 0 1,-41 40-1,0-80 64,-41 40-79,41-41 0</inkml:trace>
  <inkml:trace contextRef="#ctx0" brushRef="#br0" timeOffset="102418.57">21628 13595 0,'0'0'0,"-40"0"16,0 0 0,0 0-1,0 0 16,40-40 48,40 40-64,0-40-15,0 0 16,0 40-16,-40-40 0,40 0 15,0-1 1,0 41-16,-40-40 0,41 40 16,-41-40-16,40 40 0,-40-40 0,40 0 15,-40 0-15,40 40 16,-40-40-16,0 0 0,40 40 0,-40-40 0,40 0 16,-40-1-16,40 41 15,-40-40-15,0 0 0,41 0 0,-41 0 0,0 0 16,40 0-16,-40 0 15,40 40-15,-40-40 0,0-1 0,40 41 16,-40-40-16,40 0 16,-40 0-16,40 40 0,-40-40 0,40 40 15,-40-40-15,0 0 0,40 40 0,-40-40 0,0 0 16,41 40-16,-41-40 16,0-1-16,40 1 0,-40 0 15,40 0 1,-40 0-16,40 0 15,-40 0-15,40 40 16,-40-40-16,40 40 0,-40-40 0,40 40 16,-40-41-16,0 1 0,40 40 0,-40-40 0,41 0 15,-41 0 1,40 40-16,-40-40 0,40 40 16,-40-40-16,40 0 15,-40 0-15,40 40 16,-40-40-16,0-1 15,40 41-15,-40-40 0,0 0 16,40 0-16,-40 0 16,40 0-1,-40 0 1,41 40 0,-41-40-16,0 0 0,40 40 15,-40-41-15,40 1 16,-40 0-16,0 0 31,0 0-15,0 0-1,0 0 1,0 0 15,0 80 79,0 0-79,0 0-16,0 0 1,40-40-16,-40 40 16,40-40-16,-40 40 15,40-40 1,-40 40-16,40-40 0,-40 41 0,40-1 16,-40 0-1,41-40-15,-41 40 0,40 0 0,0-40 16,-40 40-16,40-40 15,0 40-15,0-40 0,0 40 0,0 0 16,1 1-16,-1-41 0,-40 40 16,40-40-16,-40 40 0,40 0 0,0 0 15,0 0-15,-40 0 0,40-40 0,-40 40 16,40-40-16,-40 40 16,41-40-16,-1 40 0,0 1 0,-40-1 15,40-40-15,-40 40 0,40-40 16,0 0-16,-40 40 0,40-40 0,-40 40 0,40-40 15,-40 40-15,41-40 16,-41 40-16,40-40 0,0 40 0,0 0 16,0 1-16,0-41 0,-40 40 15,40 0-15,0-40 16,-40 40-16,41-40 0,-1 40 31,0-40-31,-40 40 0,40-40 16,-40 40-16,40-40 15,0 0-15,-40 40 0,40-40 0,0 0 16,-40 40 0,41-40-16,-41 40 0,40-40 0,-40 41 15,40-41-15,0 0 16,-40 40-16,40-40 16,-40 40-16,40-40 0,-40 40 0,40-40 15,-40 40-15,40-40 16,1 40-16,-1-40 0,-40 40 0,40-40 15,0 0-15,-40 40 0,40-40 16,0 0-16,0 0 0,-40 40 0,41-40 16,-1 0-16,0 0 31,-40 41-31,40-41 16,-40 40-1,40-40-15,-40 40 16,40-40-16,0 40 15,0-40 1,-40 40-16,41-40 16,-1 0-16,0 40 0,0-40 15,0 40-15,0-40 0,0 40 16,0-40 0,-40 40-1,41-40-15,-41 40 63,0 1-32,-41-41-15,1 0-1</inkml:trace>
  <inkml:trace contextRef="#ctx0" brushRef="#br0" timeOffset="103028.54">24678 13354 0,'0'0'16,"0"41"-16,-40-41 62,80 0-30,0 0-17,0 0-15,0 0 0,0 0 16,0 0 0,0 0-16,1 0 0,-1 0 0,0 0 15,0 0-15,0 0 0,0 0 16,0 0-16,0 0 0,1 0 0,-1 0 0,0 0 15,0 0-15,0 0 16,0 0-16,0 0 0,1 0 0,-1 0 0,0 0 16,0 0-16,0 0 0,0 0 0,0 0 0,0 0 15,1 0-15,-1 0 0,0 40 16,0-40-16,0 0 0,0 0 0,0 0 16,0 0-16,1 0 15,-1 0-15,0 0 0,0 0 0,0 0 16,0 0-16,0 0 15,0 0-15,-40 40 0,41-40 0,-1 0 16,0 0 0,-40-40 31</inkml:trace>
  <inkml:trace contextRef="#ctx0" brushRef="#br0" timeOffset="105668.31">16171 13796 0,'-40'0'0,"40"40"16,-40-40-16,0 0 31,80 0 0,-80 0 32,-1 0-48,1 0 1,0 0 0,0 0-16,40-40 0,-40 0 15,40-1-15,0 1 16,-40 0 0,40 0-16,0 0 0,0 0 15,-40 40 1,40-40-16,0 0 0,-40 40 0,40-40 15,-41 40-15,41-41 0,-40 41 16,40-40-16,-40 40 0,40-40 16,-40 40-16,40-40 0,-40 40 0,40-40 0,-40 40 15,40-40-15,-40 0 16,40 0-16,-40 0 16,40 0-1,0-1-15,-41 41 0,41-40 16,0 0-1,-40 40-15,40-40 0,-40 40 32,40-40-32,-40 40 0,40-40 0,-40 0 15,0 0 1,0 0 0,40-1-1,-40 41-15,40-40 16,-41 0-16,41 0 31,-40 40-31,40-40 0,0 0 16,-40 40-16,40-40 0,-40 0 15,40 0 1,-40 40-16,40-40 16,0-1-1,-40 41-15,40-40 16,-40 0-1,0 40-15,40-40 0,-41 40 0,1-40 32,0 40-17,40-40-15,-40 40 16,40-40 0,-40 40-1,40-40-15,-40 0 16,0-1 15,40 1 0,-41 0 1,41 0-1,0 0-16,0 0 17,-40 0-17,0 40 48,40 40-32,-40-40-15,40 40-16,-40-40 31,0 40-15,0-40-1,40 40-15,-40-40 16,40 40-16,-41-40 15,41 40-15,-40-40 0,0 41 0,0-1 32,0-40-32,40 40 0,-40-40 15,40 40-15,-40 0 16,40 0 0,-40-40-16,40 40 0,0 0 15,-41-40 1,41 40-16,-40-40 0,40 41 15,-40-41-15,40 40 0,-40-40 16,0 40-16,0 0 16,0-40-16,40 40 0,-40-40 0,40 40 15,-41-40 1,41 40-16,-40 0 0,40 0 31,-40 0-31,40 1 16,-40-41-16,40 40 15,-40-40-15,40 40 0,-40-40 16,40 40-16,-40-40 16,40 40-16,0 0 0,-40 0 0,40 0 0,0 0 15,-41-40-15,41 41 0,0-1 16,-40-40-16,40 40 0,-40-40 16,40 40-16,0 0 0,-40-40 15,40 40-15,-40-40 16,40 40-16,-40 0 0,0 0 0,40 0 0,-40-40 15,40 41-15,-41-41 16,41 40-16,0 0 0,-40 0 16,40 0 15,-40-40-31,40 40 0,-40-40 31,40 40-31,-40 0 0,0 0 16,40 1-1,-40-41-15,0 40 0,-1 0 32,1-40-1,40 40-15,0 0-1,-40-40-15,40 40 16,0 0-16,-40-40 31,40 40-31,0-80 47,40 40-47,-40-40 0,40 40 16,0-40-16,1 40 15,-1-40-15</inkml:trace>
  <inkml:trace contextRef="#ctx0" brushRef="#br0" timeOffset="107568.19">13603 13796 0,'40'0'0,"0"0"47,-40 40-1,-40-40 48,0-40-78,0 40-16,0 0 15,40-40-15,-41 40 16,1 0-16,40-41 0,-40 41 16,0-40-16,0 0 0,0 0 15,40 0-15,-40 40 16,40-40-16,-40 0 0,-1 0 16,41 0-1,-40 40-15,40-41 0,-40 41 0,0-40 16,0 0-16,0 40 15,40-40-15,-40 0 16,0 0 0,40 0-16,-41 40 0,41-40 15,-40 40-15,40-40 0,-40 0 0,0-1 16,0 1 0,40 0-16,-40 40 0,40-40 15,-40 40 1,40-40-16,0 0 31,0 0-31,-40 40 16,40-40-16,-41 40 0,41-40 15,-40-1 1,0 41 0,40-40-16,-40 0 15,40 0-15,-40 40 0,40-40 16,0 0-1,-40 40-15,40-40 0,0 0 16,-40 0 15,40 0-15,-40 40 0,40-41-16,-41 41 15,41-40 1,0 0-16,-40 40 78,0-40-47,40 0 0,-40 40-31,40-40 0,-40 40 32,40-40-32,0 80 187,0 0-187,0 0 16,-40 0-1,0-40-15,40 40 16,-40-40-16,40 40 16,-41-40-16,1 0 0,40 41 0,-40-1 15,0 0-15,40 0 16,-40-40-16,40 40 16,-40-40-16,40 40 15,-40 0-15,0 0 16,40 0-16,-41 0 0,1 1 15,40-1 1,-40-40-16,40 40 0,0 0 0,-40 0 0,40 0 16,0 0-16,-40-40 0,40 40 0,0 0 15,-40-40-15,40 41 16,-40-1-16,40 0 0,-40-40 16,40 40-16,-41 0 15,1 0-15,0 0 0,0 0 0,0 0 16,0 0-16,0 1 15,0-1-15,-1 0 0,1-40 16,40 40-16,-40-40 16,40 40-16,-40-40 0,40 40 15,-40-40-15,40 40 0,0 0 16,-40-40-16,40 40 16,0 1-16,-40-41 15,40 40-15,-41 0 16,1 0-1,40 0 1,-40 0 0,0-40-16,40 40 0,-40-40 15,0 0-15,0 40 16,0-40-16,40 40 0,-41-40 16,41 40-1,-40-40-15,40 41 31,0-1 32,40-40-16,-40-40-47,41 40 0</inkml:trace>
  <inkml:trace contextRef="#ctx0" brushRef="#br0" timeOffset="108848.12">26644 9224 0,'-40'0'16,"0"0"0,40 40-1,-40-40-15,40 40 16,0 0-1,0 0-15,0 0 0,0 0 16,0 0-16,0 0 16,0 1-16,40-1 0,0 0 0,-40 0 15,40-40-15,-40 40 0,40-40 0,0 0 0,0 0 16,-40 40-16,40-40 16,1 0-16,-1 0 0,-40-40 15,0 0 1,0 0-16,0 0 0,0 0 15,0-1 1,0 1-16,0 80 47,80-40-47,-80 41 16,40-41-16,0 0 15,0 0-15,0 0 0,1 0 16,-41-41-16,40 41 0,-40-40 15,40 40-15,-40-40 0,0 0 0,0 0 16,0 0 0,0 0-16,0 0 0,0 0 0,0 0 15,0-1-15,-40 41 0,40-40 0,-40 0 16,40 0-16,-41 40 16,41-40-1,-40 40 1,40 80-1,81-40 1,-41 0-16</inkml:trace>
  <inkml:trace contextRef="#ctx0" brushRef="#br0" timeOffset="109218.17">27808 9304 0,'-41'0'16,"82"0"-16,-162 0 15,81 0-15,40 40 32,0 0-32,0 40 31,40 0-16,40 41 1,1-81 0,-81 40-1,-81-40 1,1-40 0,0 0-1,40-120 16,80 40-31</inkml:trace>
  <inkml:trace contextRef="#ctx0" brushRef="#br0" timeOffset="109598.15">28329 9384 0,'-40'0'15,"80"0"-15,-120 0 0,0 0 16,40 0 0,80 0-1,40 0 1,-40-40-16,121 0 15,39 0 17,-120 40-17,-120 0 1,0 0 0,-40 0 15,40 0-16</inkml:trace>
  <inkml:trace contextRef="#ctx0" brushRef="#br0" timeOffset="110088.08">28851 9063 0,'-40'0'31,"0"0"-31,40 40 16,0 0-16,0 1 16,40-1-1,-40 0-15,40 0 0,-40 0 0,40-40 0,-40 40 16,40 0-16,0 0 16,0 0-16,1-40 0,-1 0 15,0 0 1,0 0-16,0 0 0,-40-40 0,40 40 15,-40-40-15,40 0 16,-40 0-16,0 0 0,0 0 16,0 0-16,0 0 0,-40 40 15,40 40 17,40-40-17,-40 40-15,40-40 0,-40 40 0,41-40 16,-41 40-16,80-40 15,-40 0-15,0 0 16,-40-40-16,0 0 16,0 0-16,0 0 15,0-1-15,0 1 0,-40 0 0,40 0 16,0 0-16,0 0 16,-80 40-16,80-40 0,-40 0 0,40 0 0,-41 40 15,41-41-15,-40 41 16,80 0 15</inkml:trace>
  <inkml:trace contextRef="#ctx0" brushRef="#br0" timeOffset="110628.01">29774 9063 0,'0'-40'16,"40"40"0,0 0-1,0 0-15,0 40 0,0 0 16,-40 0-16,41-40 0,-41 41 16,0-1-16,40 0 0,-40 0 0,0 0 15,0 0-15,0 0 16,0 0-16,0-80 47,0 0-47,0 0 0,0 0 0,0 0 15,40 0 1,-40 0-16,80-1 0,-80 1 0,40 40 0,-40-40 16,40 40-16,0 0 15,1 0-15,-41 40 0,0 0 16,40 1-1,-40-1-15,0 0 0,0 0 16,0 0-16,40-40 16,-40 40-16,40-40 15,-40-40-15,0 0 16,40 40 0,-40-40-16,40 40 0,-40-40 15,0 120 1,0-40-1,0 0 1,0 0-16,0 0 0,40-40 0,-40 40 16,0 0-16,0 1 0,40-41 15</inkml:trace>
  <inkml:trace contextRef="#ctx0" brushRef="#br0" timeOffset="111527.96">31499 8502 0,'0'0'15,"-40"0"-15,40 40 16,0 0 0,-40 0-1,-40 0-15,-81 161 32,41-41-17,40-80 1,39-80 15,82 0-15,79-40-1,0 40 1,81 80 15,-41 41-15,-160-81-16,81 0 15,-41 0 1,0-40 15,0-40 1</inkml:trace>
  <inkml:trace contextRef="#ctx0" brushRef="#br0" timeOffset="112067.93">31941 8622 0,'0'0'31,"-41"0"-15,1 80 0,40 0-16,40 41 15,1-81-15,-1 80 32,40-120-17,40-40 1,-39-40 15,-41-40-15,-40 79-1,0 122 1,80 39 15,0-80-15,0-80-1,-39-80 1,-122-1 15,-79 1-15,39 80 0,162 40 15</inkml:trace>
  <inkml:trace contextRef="#ctx0" brushRef="#br0" timeOffset="112587.89">32783 8702 0,'0'40'31,"0"0"-31,0 1 16,0-1-16,0 0 0,0 0 16,0 0-1,40-40-15,-40 40 0,0 0 0,0 0 32,0-80-1,41 40-31,-41-40 0,40-40 15,-40 40 1,40 40-16,0 0 16,0 0-1,-40 40-15,0 0 16,0 0-16,0 0 16,0 0-16,40-40 31,-40-40-16,40 40-15,-40-40 0,40 0 0,1 0 16,-1 40-16,-40-40 0,40 40 0,0 0 16,0 0-1,-40 40 1,40 0 0,-40 0-16,0 0 0,0 0 0,40 0 15,-40 1-15,0-1 16,40 0-16,-40 0 0,41-40 0,-41 40 15</inkml:trace>
  <inkml:trace contextRef="#ctx0" brushRef="#br0" timeOffset="113457.92">26845 11068 0,'0'0'15,"0"-40"17,0 80-17,0 41 1,0-41-16,0 0 16,40 120-1,120-120 16,1-80-15,-81-80 0,-40 0-1,-40 160 17,0 0-17,80 0 1,41-40 15,-41-40-15,-40-80-1,-40-41 1,-120 41 15,120 80-15,0 80-1,40-40-15</inkml:trace>
  <inkml:trace contextRef="#ctx0" brushRef="#br0" timeOffset="113817.9">28329 10908 0,'0'0'15,"-80"0"1,40 40-16,-40 0 16,80 40 15,0 41-31,0-81 16,40 80-1,40-80 16,-40 0-15,-80 1 0,-121-41-1,41 40 17,40-121-17</inkml:trace>
  <inkml:trace contextRef="#ctx0" brushRef="#br0" timeOffset="114397.81">29252 10667 0,'-40'0'0,"0"0"16,0 0 0,0 0 15,-81 41-16,-79 79 1,39 40 0,81-39 15,40-41-15,80-80-1,40-40 16,81 40-15,39 40 0,1-40-1,-81 80 17,-80-40-17,1 0 1,-41-80 31,0 0-47,0 0 31,0 0-31</inkml:trace>
  <inkml:trace contextRef="#ctx0" brushRef="#br0" timeOffset="114937.76">29814 10467 0,'0'0'15,"0"-40"1,40 40 0,40-40 15,41 160-15,-41 40-1,-200 41 16,-41-121-15,121-40 0,40-160-1,0 0 17,80 80-17,0 40 1,41 120 15,-1 40-15,-40-80-1,1 1 1,-41-41 15,0-40-31</inkml:trace>
  <inkml:trace contextRef="#ctx0" brushRef="#br0" timeOffset="115397.8">30657 10467 0,'0'0'16,"-41"0"-16,1 0 16,40 40-1,0 0 1,0 40-1,81 41 1,-1-41 0,0-40 15,-40-120-15,0 0-1,-40-1 16,0 121-15,40-40 0,-40 41-1,81-41-15,39 40 32,-80-80-17,-40-81 1,-120 1 15,-1 40-15,81 40-1</inkml:trace>
  <inkml:trace contextRef="#ctx0" brushRef="#br0" timeOffset="115927.76">31419 10547 0,'-40'40'0,"40"0"47,40-40-31,-40 40-16,40 1 0,-40-1 15,0 0-15,0 0 16,0 0-16,0 0 0,0 0 16,0 0-16,0-80 31,0 0-31,40 0 16,0 0-1,-40 0-15,40 0 0,-40 0 0,41 40 0,-41-41 16,40 41-16,0-40 15,-40 80 17,40-40-32,-40 41 15,0-1-15,0 0 32,40-40-32,-40-40 15,40 40 1,-40-40-16,40 40 0,-40-41 0,40 41 0,-40-40 15,41 40-15,-1 0 16,-40 40 0,0 1-16,0-1 15,0 0-15,0 0 16,0 0-16,0 0 0,0 0 0,0 0 16,0 0-16,0 0 15,40-40-15</inkml:trace>
  <inkml:trace contextRef="#ctx0" brushRef="#br0" timeOffset="119627.48">2046 9705 0,'0'0'0,"0"-40"31,-40 40 16,40 40 15,0 0-46,0 0 0,40 0-16,-40 0 0,0 0 0,41 1 0,-41-1 15,0 0-15,0 0 16,0 0-16,40 0 0,-40 0 0,40-40 15,-40 40-15,40-40 16,0 0-16,0 0 0,0 0 16,-40-40-16,40 40 0,1-40 0,-1 0 15,0 0 1,0 0-16,-40 0 0,40 40 0,-40-40 0,0-1 16,40 1-16,-40 0 15,0 0-15,0 0 0,0 0 0,0 0 16,0 0-1,0 0-15,0-1 16,-40 41-16,40 41 31,0-1-31,0 0 16,0 0 0,0 0-16,40 0 0,-40 0 15,0 0-15,40-40 0,-40 40 16,40 1-16,-40-1 0,41 0 0,-41 0 15,40-40-15,-40 40 0,40-40 0,0 40 0,0 0 16,0-40 0,-40 40-16,40-40 0,0 0 15,1 0-15</inkml:trace>
  <inkml:trace contextRef="#ctx0" brushRef="#br0" timeOffset="120027.45">3130 9625 0,'0'0'16,"0"-40"-16,40 80 31,-40 0-15,40-40-16,-40 40 16,40 0-16,0 0 0,-40 0 0,40-40 15,-40 40-15,0 0 16,41 1-16,-41-1 0,0-80 31,0-1-15,0 1-16,40 40 0,-40-40 0,0 0 15,40 0-15,-40 0 16,40 0-16,0 0 0,-40 0 0,40 40 16,-40-41-1,40 41-15,1 0 0,-41 41 16,40-1-1,-40 0-15,40 0 0,-40 0 16,40 0-16,0 0 0,0 0 16,-40 0-16,40-40 15,-40 41-15,0-1 0</inkml:trace>
  <inkml:trace contextRef="#ctx0" brushRef="#br0" timeOffset="120507.45">4735 9384 0,'0'-40'16,"0"80"-16,-40-80 0,-40 40 15,39 0-15,1 40 16,0 0-1,0 40-15,-40 41 16,80-1 15,40-80-31,0-40 16,80-40 0,-79-120 15,-1-1-16,-121-79 1,-39 39 0,120 121 15,-40 80-15,40 120-1,40 161 16,0-241-31,40 160 16,-39-119-16,39 39 31,0-80-31</inkml:trace>
  <inkml:trace contextRef="#ctx0" brushRef="#br0" timeOffset="120867.43">5176 9585 0,'0'0'0,"0"-41"15,81-39 1,-1 40 0,0-80-1,-80 40 16,0-1-15,-80 81 0,40 41-1,-41 79 1,41-80 0,80 120-1,41-39 1,-1-81-1,40-40 1,-80 0 0</inkml:trace>
  <inkml:trace contextRef="#ctx0" brushRef="#br0" timeOffset="121177.46">5618 9304 0,'0'-40'0,"0"80"0,0-120 31,40 80-31,0 40 16,0 0-16,40 40 31,-40 0-15,1-40 0,-41 0-1,-81-40 1,81-40-1,0-80 1,0 40 0,81-40-1,39-1 1,-40 121 15,-40 0-31</inkml:trace>
  <inkml:trace contextRef="#ctx0" brushRef="#br0" timeOffset="121817.35">7383 8662 0,'0'0'0,"-40"0"15,0 0-15,0 0 16,0 0 0,0 0-16,40 40 0,-41-40 0,1 0 15,40 40 1,0 0 15,0 1-31,40-1 0,-40 0 16,41 0-16,-41 0 0,40 0 15,0 0-15,-40 0 0,0 0 16,40-40-16,-40 41 0,0-1 0,0 0 16,0 0-1,-80 0-15,40-40 0,40 40 16,-81-40-16,41 0 0,0 0 16,40 40-16,-40-40 0,40-80 15,0 40 1,0 0-16,40 0 0</inkml:trace>
  <inkml:trace contextRef="#ctx0" brushRef="#br0" timeOffset="122267.39">8106 8622 0,'-121'0'15,"81"0"-15,-80 80 16,-1 0 15,81 1-31,120 39 32,81-80-17,-81-80 1,-40 40-1,-40-120 1,-80-41 0,0 121 15,80 80 0,40 0-31,80 81 31,-80-41-31,41 40 16,39-80 15,-80-40-31</inkml:trace>
  <inkml:trace contextRef="#ctx0" brushRef="#br0" timeOffset="122777.31">8507 8542 0,'0'0'16,"0"40"15,40-40-31,0 0 16,-40 40-16,40-40 0,0 40 0,-40 0 16,40-40-16,-40 40 0,0 0 15,41-40-15,-41 41 0,0-1 0,0 0 16,40-80 15,-40 0-31,40-1 16,-40 1-16,40 0 0,-40 0 15,40 40-15,-40-40 0,40 0 0,0 40 32,-40 40-32,40-40 15,-40 40-15,0 0 16,41 0-16,-41 0 15,40-40 17,-40-40-32,40 0 0,-40 0 15,40 0-15,0 0 16,-40 0-16,40 0 0,-40 0 31,40 80-31,-40 0 16,0 0-1,40-40-15,-40 40 0,0 0 0,41 0 16,-41 0-16,40-40 0,0 40 0,0-40 16,0 41-16,0-41 15,0 0-15,0 0 0,1 0 16,-1 0-16,0-41 16</inkml:trace>
  <inkml:trace contextRef="#ctx0" brushRef="#br0" timeOffset="123007.35">10032 8261 0,'-41'40'31,"41"0"-31,0 41 16,0 39-1,41-80-15,39 120 31,-40-120-31,0 81 16,0-41 0,0-40-1</inkml:trace>
  <inkml:trace contextRef="#ctx0" brushRef="#br0" timeOffset="123277.33">10112 8462 0,'0'0'16,"0"-121"0,0 81-1,40 0-15,0 0 16,-40 80 15,40 0-31,-40 0 16,0 0-1,0 1-15,0-1 0,0 0 0,-80 0 16,80 0-16,-40-40 0,40 40 0,-40-40 0,0 40 16,-1-40-1,41-40 1,0 0 0</inkml:trace>
  <inkml:trace contextRef="#ctx0" brushRef="#br0" timeOffset="123547.32">10513 7780 0,'0'0'16,"-40"0"-1,40 40-15,0 0 16,80 40-1,-80-40-15,80 121 16,1 39 15,-41-119-31,0 39 32,0-80-32</inkml:trace>
  <inkml:trace contextRef="#ctx0" brushRef="#br0" timeOffset="123757.25">10995 8101 0,'0'40'0,"0"-80"0,-40 80 16,40 0-16,0 0 15,80 80 16,0 1-15,-40-81 0</inkml:trace>
  <inkml:trace contextRef="#ctx0" brushRef="#br0" timeOffset="123917.3">10914 7780 0,'0'0'15,"0"-40"1,0 0 15</inkml:trace>
  <inkml:trace contextRef="#ctx0" brushRef="#br0" timeOffset="124667.25">11115 7860 0,'0'40'16,"0"-80"-16,0 120 0,40-40 16,-40 0-16,0 1 15,40-41 1,-40 40-16,40-40 15,-40-40 17,41 40-32,-1 0 0,-40-41 0,40 1 15,0 40 1,0 40 0,-40 1-1,40-1-15,-40 0 16,40-40-16,0 0 15,1 0-15,-1 0 16,-40-40-16,0 0 0,40 40 0,-40-41 16,0 1-1,0 0-15,-40 40 32,40 40-32,0 0 15,0 1 1,0-1-16,0 0 0,40-40 15,0-40 1,0 0 0,-40-41-16,0 41 0,40 0 15,-40 0 1,0 0-16,0 80 31,0 0-31,0 0 0,0 0 16,0 0-16,0 1 15,0-1-15,0 0 0,0 0 0,0 0 16,0 0-16,0 0 0,0 40 0,0-39 0,-40-1 16,40 0-16,0 0 0,-40 0 15,40 0-15,-40 0 0,0 0 0,0-40 32,-1 0-32,41-40 0,-40 0 15,40 0-15,0 0 16,0 0-16,0 0 0,0 0 0,0-1 15,40 1-15,-40 0 0,41 40 0,-41-40 0,40 0 16,-40 0-16,40 40 16,0-40-16,0 40 0,-40-40 0,40 40 15,0 0-15,0 0 0,1 0 16,-1 0-16,0 0 0,0 0 16,0 0-1</inkml:trace>
  <inkml:trace contextRef="#ctx0" brushRef="#br0" timeOffset="125737.11">1886 11389 0,'0'-40'16,"0"0"47,40 40-63,40 0 15,-40 0 1,1-40-16,-1 40 0,0-40 0,0 40 0,0-40 15,0 40-15,0 0 0,41-40 0,-41 0 0,40 40 16,0-41-16,-40 1 0,41 0 16,-1 40-16,0-40 0,0 0 0,1 0 0,-1 40 15,0-40-15,0 0 16,1 40-16,-1-40 0,-40 40 0,40-40 0,1 40 16,-1 0-16,-40-41 0,40 41 15,-40-40-15,41 40 0,-1-40 0,0 40 0,40-40 16,-39 0-16,39 40 15,-40-40-15,81 0 0,-41 0 0,1 0 0,-1 40 16,40-41-16,-39 1 0,-1 0 0,41 40 0,-41-40 16,0 0-16,1 40 0,-1-40 15,-40 40-15,41-40 0,-41 40 0,0-40 0,1 40 16,-1 0-16,0-40 16,-40 40-16,40-40 0,1 40 0,-1-41 0,0 41 15,0-40-15,41 40 0,-41-40 16,41 0-16,-41 40 0,40-40 0,-40 40 0,1-40 15,39 40-15,-40-40 0,1 0 0,39 40 0,-40-40 16,0 40-16,1-41 16,39 1-16,-40 0 0,1 40 0,-1-40 0,0 0 15,0 0-15,1 0 0,-1 0 16,0 40-16,0-40 0,1 0 0,-1-1 0,0 1 16,0 40-16,1-40 15,-41 0-15,40 40 0,0-40 0,-40 40 0,41-40 16,-41 40-16,40-40 0,0 40 15,0-40-15,1 0 0,-41 40 0,40-41 0,0 41 16,-40-40-16,41 0 0,-41 40 0,0-40 0,0 40 16</inkml:trace>
  <inkml:trace contextRef="#ctx0" brushRef="#br0" timeOffset="127087.11">19341 13154 0,'0'-40'63,"-40"40"-1,40 40-46,-40-40 0,0 40-1,-1-40-15,1 40 0,0-40 16,0 40-16,0 0 16,0-40-16,40 40 0,-40-40 0,40 41 0,-40-41 15,40 40-15,0 0 16</inkml:trace>
  <inkml:trace contextRef="#ctx0" brushRef="#br0" timeOffset="127427.09">19461 13234 0,'0'-40'31,"40"40"-15,-40 40 31,-40-40-47,40 40 15,0 0-15,-40-40 0,0 0 0,40 40 16,-40 1 0,0-41-16,40 40 0,-40-40 0,40 40 15,-40-40-15,40 40 16,-41-40-16,41 40 0,-40-40 0,40 40 16,0 0-1</inkml:trace>
  <inkml:trace contextRef="#ctx0" brushRef="#br0" timeOffset="127707.07">19782 13274 0,'-40'0'15,"0"0"-15,0 0 0,40 40 16,-40-40-16,40 40 16,0 1-16,-40-41 0,40 40 15,-40-40-15,40 40 16,-41-40-16,41 40 0,-40 0 16,40 0-1,-40-40-15,40 40 0,-40-40 16</inkml:trace>
  <inkml:trace contextRef="#ctx0" brushRef="#br0" timeOffset="127937.06">19863 13435 0,'-41'0'16,"41"40"-16,-80 0 16,40 40 15,0-40-15,40 0-1</inkml:trace>
  <inkml:trace contextRef="#ctx0" brushRef="#br0" timeOffset="128127.05">20023 13595 0,'0'40'15,"-40"-40"-15,0 0 31,40 40-31,-40-40 0,40 40 16,-40-40 0,40 41-16,-41-41 0,41 40 15</inkml:trace>
  <inkml:trace contextRef="#ctx0" brushRef="#br0" timeOffset="129226.98">22511 12713 0,'-40'0'16,"40"40"77,-40-40-93,0 0 16,40 40 0,-41-40-16,1 40 0,0-40 15,0 0-15,40 40 16,-40 0-16,0-40 0,0 40 0,0 1 0,-1-1 16,1 0-1,0-40-15,0 40 0,40 0 0,-40-40 0,40 40 16,-40-40-16,40 40 0,-40-40 15,40 40-15,-41-40 0</inkml:trace>
  <inkml:trace contextRef="#ctx0" brushRef="#br0" timeOffset="129566.96">22631 12913 0,'0'0'16,"-40"0"15,0 40-15,0 1-1,0 39 1,0-80-16,0 120 16,-1-80-16,1 40 15,0 1 17,40-41-17</inkml:trace>
  <inkml:trace contextRef="#ctx0" brushRef="#br0" timeOffset="129816.94">22952 13034 0,'0'0'0,"0"-40"31,-120 80-15,-41 120 0,41-40-1,80-39 17,40-41-17</inkml:trace>
  <inkml:trace contextRef="#ctx0" brushRef="#br0" timeOffset="130006.93">22992 13234 0,'-40'0'15,"0"0"1,40 40-16,0 0 15,-40-40-15,0 0 0,40 40 16,-40-40-16,40 41 0</inkml:trace>
  <inkml:trace contextRef="#ctx0" brushRef="#br0" timeOffset="130256.92">23394 13234 0,'-40'0'0,"40"40"31,-41-40-31,1 80 16,0-80-16,0 0 0,0 81 15,40-41 1,-80 40 0,40-40-1</inkml:trace>
  <inkml:trace contextRef="#ctx0" brushRef="#br0" timeOffset="131736.83">15649 13475 0,'-40'0'15,"0"0"17,40 40-17,0 0 110,-40-40-109,0 40 0,40 0-1,-40-40-15,0 40 16,-1 0-16,1-40 15,40 41-15</inkml:trace>
  <inkml:trace contextRef="#ctx0" brushRef="#br0" timeOffset="132026.81">15770 13555 0,'-40'0'0,"40"40"16,-41-40-1,41 40-15,-40-40 16,40 40-16,-40-40 0,40 40 15,-40-40 1,40 41-16,-40-41 16,40 40-16,-40-40 0,40 40 15,-40-40-15,40 40 0</inkml:trace>
  <inkml:trace contextRef="#ctx0" brushRef="#br0" timeOffset="132226.8">15730 13756 0,'-41'0'16,"41"40"-1,-40-40-15,40 40 0,0 0 16,-40-40-16,40 40 15,-40-40 1</inkml:trace>
  <inkml:trace contextRef="#ctx0" brushRef="#br0" timeOffset="133226.74">13001 13435 0,'0'-40'31,"-40"40"94,40 40-109,-40-40-16,0 40 15,-1 0 1,1-40-16,40 40 0,-40-40 0,0 0 16,40 40-16,-40-40 15,40 40-15,-40-40 0,40 40 31,40-40-15</inkml:trace>
  <inkml:trace contextRef="#ctx0" brushRef="#br0" timeOffset="133536.65">13202 13555 0,'-41'40'62,"41"0"-46,-40-40-16,40 40 0,-40-40 0,40 40 31,-40-40-31,40 41 0,-40-41 16,40 40-16,-40-40 15,40 40 1,-40-40-16,0 0 16</inkml:trace>
  <inkml:trace contextRef="#ctx0" brushRef="#br0" timeOffset="133776.71">13362 13675 0,'-40'0'0,"0"0"16,40 40-1,-40-40 1,0 41-16,40-1 0,-41-40 0,41 40 16,-40-40-16,40 40 15,-40-40-15,40 40 0,-40-40 0,40 40 16</inkml:trace>
  <inkml:trace contextRef="#ctx0" brushRef="#br0" timeOffset="137966.46">19461 13595 0,'0'40'0,"40"-40"1063,1 0-938,-1 0-109,-80 0 1140</inkml:trace>
  <inkml:trace contextRef="#ctx0" brushRef="#br0" timeOffset="140256.25">22631 13475 0,'0'40'141,"-40"-40"328,0 0-282,40-40-78,40 40 548,0 0-642,0 0-15</inkml:trace>
  <inkml:trace contextRef="#ctx0" brushRef="#br0" timeOffset="162555">3692 11670 0,'-40'0'15,"-1"0"1,1 0 0,40 40-16,-40 0 15,40 0 1,0 0-16,0 1 0,0-1 0,0 0 16,0 40-16,0-40 0,0 0 0,0 0 0,0 41 15,40-41-15,-40 40 0,0-40 16,0 0-16,0 0 0,40 0 0,-40 0 0,41 0 15,-41 1-15,0-1 16,40-40-16,-40 40 0,-40-40 31,40-40-31,0 0 0,-41 40 16,41-81-16,-40 41 0,40 0 0,0-40 0,-40 40 16,40-40-16,-40 40 15,40-41-15,-40 1 0,40 40 0,0-40 0,-40 40 16,40 0-16,0-1 0,0 1 15,0 0-15,0 0 0,0 0 0,0 0 0,0 0 16,40 0-16,-40 0 16,0 0-16,40 40 0,-40-41 0,0 1 15,0 0 1,40 40 0,0 40-16,0 0 15,1 1 1,-41-1-16,40 0 0,0 0 0,0 0 15,0 0-15,-40 0 0,40 0 16,0-40-16,-40 40 0,40 0 0,1 1 0,-1-1 16,-40 0-16,40-40 15,0 40-15,0 0 0,0 0 0,0-40 16,0 40-16,1-40 0,-1 0 0,0 0 16,-40 40-16,40-40 0,0 0 15</inkml:trace>
  <inkml:trace contextRef="#ctx0" brushRef="#br0" timeOffset="162844.98">3692 12352 0,'0'0'0,"0"-40"31,40 0-31,-40 0 16,40-1-16,0 1 0,0 0 0,0 0 16,0 40-1,-40-40-15,41 40 0,-1-40 0,0 40 0,0-40 16,0 40-16,0-40 15,0 40-15,0 0 0,1 0 16</inkml:trace>
  <inkml:trace contextRef="#ctx0" brushRef="#br0" timeOffset="163194.96">4534 11269 0,'-40'0'16,"40"40"30,0 0-30,40-40 0,-40 40-16,40 0 0,1-40 0,-41 41 0,40-1 15,-40 0-15,40 0 16,-40 40-16,40-40 0,-40 0 0,40 0 0,-40 0 16,40 1-16,-40-1 0,0 0 0,40 0 0,-40 0 15,40 0-15,-40 0 0,0 0 16,41-40-16,-1 40 0</inkml:trace>
  <inkml:trace contextRef="#ctx0" brushRef="#br0" timeOffset="163474.95">5136 11670 0,'0'0'16,"-40"0"-16,80 40 47,40-40-47,-39 40 15,-41 0-15,40 0 16,0-40-16,-40 41 0,0-1 0,40-40 0,-40 40 15,0 0-15,40-40 0,-40 40 16,0 0-16</inkml:trace>
  <inkml:trace contextRef="#ctx0" brushRef="#br0" timeOffset="163704.93">5216 11309 0,'-40'0'0,"0"0"0,-40-40 16,40 40 15,120 0-31</inkml:trace>
  <inkml:trace contextRef="#ctx0" brushRef="#br0" timeOffset="165754.81">5377 11710 0,'40'0'16,"-80"0"62,0 0-63,0 40 1,0-40 0,40 40-16,0 0 15,0 1 1,0-1-16,-41-40 0,41 40 16,0 0-16,0 0 15,41 0 1,-41 0-16,40-40 15,0 40 1,0-40-16,0 0 31,-40-40-31,40 0 0,-40 0 16,0 0-16,0 0 16,0 0-16,0 0 15,0-1-15,0 1 31,0 80 32,40-40-47,-40 41-16,40-41 0,-40 40 0,41-40 15,-1 40-15,0-40 16,0 0-16,0 0 15,0 0-15,0 0 16,0 0-16,1 0 16,-41-40-1,40 40-15,-40-40 0</inkml:trace>
  <inkml:trace contextRef="#ctx0" brushRef="#br0" timeOffset="166034.72">5979 11470 0,'40'0'47,"-40"40"-31,40-40-16,-40 40 0,0 0 15,40-40-15,-40 40 0,40-40 16,-40 40-16,40 0 0,1 0 0,-1 0 16,0 0-1,0 1-15,0-1 0,0-40 16,0 0-16</inkml:trace>
  <inkml:trace contextRef="#ctx0" brushRef="#br0" timeOffset="166214.78">6059 11269 0,'-40'0'15,"80"0"-15,-40 0 47</inkml:trace>
  <inkml:trace contextRef="#ctx0" brushRef="#br0" timeOffset="166554.77">6741 11229 0,'-40'0'15,"0"0"-15,0 0 16,40 40-16,0 0 16,0 0-16,40-40 0,-40 40 15,40 0 1,0 1-16,0-41 0,-40 40 0,40-40 15,1 40-15,-1 0 16,0 0-16,-40 0 0,0 0 31,0 0-31,-40-40 0,-41 40 16,41 0-16,0-40 0,0 41 0,0-41 16,0 0-16,0 0 0,0 0 15,-1 0-15,1 0 0</inkml:trace>
  <inkml:trace contextRef="#ctx0" brushRef="#br0" timeOffset="167014.74">7303 11189 0,'-40'0'15,"40"40"16,80-40-31,-80 40 16,40 0-16,-40 0 0,40 0 0,-40 0 16,0 1-1,41-1-15,-41 0 0,0 0 0</inkml:trace>
  <inkml:trace contextRef="#ctx0" brushRef="#br0" timeOffset="167184.67">7102 10788 0,'-40'0'16,"80"0"-16,-160 0 15</inkml:trace>
  <inkml:trace contextRef="#ctx0" brushRef="#br0" timeOffset="167984.62">7785 10988 0,'-41'40'15,"82"-80"-15,-82 161 31,82-81-31,-1 0 16,-40 0 0,0 0-1,40-80 1,-40 0-16,40-81 16,0 81-16,0 0 0,0 40 31,0 0-31,1 40 0,39 81 31,40-1-15,-40-120-1,-39-40 1,-1 40-16,0-201 16,-40 161-16,0 0 0,0-120 15,0 80 16,0 120-15,0 0-16,40 80 16,-40-80-16,0 0 0,40 0 31,-40-80-31,40-80 16,-40 40-1,0 40-15,0-121 16,0 121-16,0 0 15,40 40 1,0 120 15,41 121-15,39 80 0,0 0-1,-120-41 16,-80-119-15,-40-121 0,120 0-16,-121-40 15,81 0-15,0 0 0,-40-120 16,80-41 0,80 81-16,41-120 31,-81 159-31,0 1 0,40-80 15,-40 120-15,0-80 16,0 80-16,1-40 0</inkml:trace>
  <inkml:trace contextRef="#ctx0" brushRef="#br0" timeOffset="168764.63">4013 13715 0,'0'0'0,"-40"0"16,-81 0-1,-39 0 1,79 0 0,162-40 15,-81 0-15,0 0-16,40 40 31,0 0-31,0 0 0,0-40 0,161 0 31,120-80-15,-121 39-1,-119 41-15,320-160 16,-281 160-16,1-41 0,240-79 16,-241 80-16,201 0 15,-160-1-15,521-119 16,40-81-1,-401 161 1,-160 80-16,400-161 16,-440 161-16,-1 0 0,-40 0 15,241-80 1,-200 79 0,-161 82 15,-41-41-16,41 0 1,0 0 15,0 0-15</inkml:trace>
  <inkml:trace contextRef="#ctx0" brushRef="#br0" timeOffset="212761.95">5056 16603 0,'-40'0'0,"40"40"16,40-40 124,0 0-124,0 0-16,0 0 16,-40-40-16,40 40 0,1 0 15,-1 0-15,0-40 0,0 40 0,40 0 16,-40 0-16,0 0 16,1 0-16,-1 0 0,0 0 0,-40 40 0,40-40 15,0 0-15,0 40 0,0 0 16,0-40-16,-40 40 0,41-40 0,-1 0 15,0 0-15,0 0 0,0 0 16,0 0-16,0 0 16,0-40-16,1 40 0,-1-40 0,0 0 15,0 40-15,-40-40 0,40 40 16</inkml:trace>
  <inkml:trace contextRef="#ctx0" brushRef="#br0" timeOffset="213411.9">6059 16322 0,'0'-40'16,"40"40"-1,0 0 173,0 0-188,1 0 0,-1 0 15,0 40-15,0-40 16,0 0-16,0 0 0,0 40 0,0-40 16,1 40-1,-1 1-15,-40-1 16,40-40-1,-40 40-15,0 0 16,-40-40-16,40 40 16,-40-40-16,40 40 15,-41 0-15,41 0 0,-40 0 0,0 1 0,40-1 16,0 0-16,-40 0 0,0 0 16,40 0-16,0 0 0,0 0 0</inkml:trace>
  <inkml:trace contextRef="#ctx0" brushRef="#br0" timeOffset="214021.94">6982 15640 0,'0'41'78,"-40"-41"-78,40 40 16,0 0-16,0 0 16,0 0-16,0 0 0,0 0 0,0 0 0,0 0 15,40 41-15,-40-1 16,0-40-16,0 40 0,0 0 0,0-40 0,0 41 15,0-1-15,0 0 0,0 0 0,0 1 0,0-1 16,0 0-16,0 0 0,0-40 16,0 0-16,0 0 0,0 41 0,0-41 0,40 0 15,-40 0-15,40 0 16,-40 0-16,0 0 0,40-40 0</inkml:trace>
  <inkml:trace contextRef="#ctx0" brushRef="#br0" timeOffset="-214214.93">1244 17084 0,'40'-40'16,"-40"0"-16,0 0 16,0 0-1,0 0-15,0 0 0,0 0 16,0-1-16,0 1 15,40 40-15,-40-40 16,40 40-16,0 0 0,1 0 16,-1 0-1,-40 40-15,40-40 16,-40 40-16,40 1 0,-40-1 16,0 40-16,40-40 0,-40 0 0,0 40 0,0-40 15,0 41-15,0-41 16,0 0-16,0 40 0,0-40 0,-40 0 15,40 0-15,-40-40 0,40-40 32,0 0-32,0 0 15,40 0-15,-40 0 16,0 0-16,0 0 0,40-1 0,-40 1 0,40 0 16,-40 0-16,0 0 0,0 0 15,40 0-15,-40 0 0,40 0 0,-40 0 0,0-1 16,41 1-16,-41 0 0,0 0 0,0 0 0,0 0 15,0 0 1,0 0-16,0 0 16,0-1-1,-41 82 32,41-1-31,0 0-16,0 0 0,41 0 0,-41 0 0,0 0 15,0 0-15,40 0 0,-40 1 0,0-1 0,40 0 16,-40 0-16,40 0 16,-40 0-16,40 0 0,0 0 0,0-40 15,0 0-15,-40 40 0,41-40 16,-1 0-16,0 0 0,0 0 0</inkml:trace>
  <inkml:trace contextRef="#ctx0" brushRef="#br0" timeOffset="-213874.88">2448 16763 0,'0'0'0,"-40"0"47,40 41-47,0-1 16,-41-40-16,41 40 0,0 0 0,0 0 15,0 0-15,-40-40 0,40 40 0,0 0 16,0 0-16,0 0 16,40 1-16,1-1 0,-1 0 15,0-40 1,0 0-16,-40 40 0,40-40 0,0 0 16,-40 40-16,0 0 15,-40 0 1,0 0-1,0-40 1,0 0-16,40 40 0,-40-40 0,-1 0 0,1 0 16,0 0-16,0 0 15</inkml:trace>
  <inkml:trace contextRef="#ctx0" brushRef="#br0" timeOffset="-213534.9">2849 16162 0,'-40'0'0,"0"0"16,40 40-1,0 0 1,-40 40 0,40 81-1,0 39 17,80 1-17,40-121 1,1-120-1</inkml:trace>
  <inkml:trace contextRef="#ctx0" brushRef="#br0" timeOffset="-213314.99">3170 16242 0,'0'0'15,"-80"0"1,80 40-1,40-40 1,40 161 15,-40 39-15,0 1 0,0-81-1</inkml:trace>
  <inkml:trace contextRef="#ctx0" brushRef="#br0" timeOffset="-213134.92">3170 16683 0,'0'0'16,"40"-40"-1,0 0 1,81 0 15,-81 0-31</inkml:trace>
  <inkml:trace contextRef="#ctx0" brushRef="#br0" timeOffset="-212934.94">3611 16202 0,'0'0'0,"-40"0"0,40-40 15,81 40 17,39 200-17,-80 81 1,-120 80 15,40-201-31</inkml:trace>
  <inkml:trace contextRef="#ctx0" brushRef="#br0" timeOffset="-209925.11">6942 15761 0,'0'0'15,"-40"0"-15,0 0 16,40-40 15,-41 40 0,41-40-15,-40 40 0,80 0 77,41 0-77,-41 0-16,0 0 0,0 0 0,0 0 16,40 0-16,-39 0 0,-1 0 15,40 0-15,-40 0 0,0 0 0,41 0 0,-41 0 16,0 0-16,40-41 0,-40 41 0,0 0 0,41 0 15,-41 0-15,0 0 16,0-40-16,40 40 0,-40 0 0,0 0 0,41 0 16,-41-40-16,40 40 0,0 0 15,1 0-15,-1 0 0,0-40 0,0 40 0,1 0 16,39 0-16,0 0 16,-39-40-16,39 40 0,0 0 0,1 0 0,-1 0 15,-40 0-15,41 0 0,-41-40 16,40 40-16,-39 0 0,-1 0 0,0 0 0,0 0 15,1-40-15,-1 40 0,0 0 0,0 0 0,1 0 16,-1 0-16,0 0 16,0-40-16,-39 40 0,39 0 0,0 0 0,-40 0 15,40 0-15,-39 0 0,39 0 16,-40 0-16,40 0 0,-40 0 0,41 0 0,-41 0 16,0 0-16,40 0 15,-40 0-15,0 0 0,41 0 0,-41 0 0,0 0 16,0 0-16,0 0 0,40 0 0,-40 0 0,1 0 15,-1 0-15,0 0 0,0 0 16,0 0-16,0 0 0,0-40 16,0 40-1,1 0-15,-1 0 32,-80 0 124,40 40-156,0 0 0,-41 0 15,41 0 1,0 0-16,0 0 16,0 0-16,0 0 15,0 1-15,0-1 0,0 0 0,41 0 16,-41 0 0,40 0-16,-40 0 0,0 0 0,0 0 0,40 1 15,-40-1-15,0 0 0,40 0 16,-40 0-16,0 0 0,0 0 0,0 0 0,0 0 15,0 0-15,0 1 0,0 39 0,0-40 0,0 0 16,0 0-16,0 0 16,0 0-16,0 0 0,0 1 0,0-1 0,0 0 15,0 0-15,0 0 16,0 0-16,40 0 0,-40 0 16,40 0-16,-40 0 15,0 1-15,40-1 0,-40 0 0,0 0 0,0 0 16,0 40-16,0-40 0,0 0 0,0 1 15,0-1-15,0 0 16,0 0-16,40-40 16,-40 40-16,0 0 31,0 0 0,-40-40 47,40-40-62,-40 40-16,-40 0 16,40 0-16,0 0 15,0 0-15,-1 0 0,1 0 16,0 0-16,0 40 0,0-40 0,0 0 0,0 0 15,0 0-15,-1 40 16,1-40-16,-40 0 0,40 0 0,0 0 0,0 0 16,0 40-16,-1-40 0,1 0 15,0 0-15,0 0 0,-40 0 0,40 0 0,0 0 16,-1 0-16,1 0 16,0 0-16,-40 0 0,40 40 0,0-40 0,0 0 15,-1 0-15,1 0 0,0 0 16,-40 0-16,40 0 0,0 0 0,0 0 0,-41 0 15,41 0-15,0 0 0,0 0 0,0 41 0,-41-41 16,41 0-16,0 0 16,-40 0-16,40 0 0,0 0 0,-41 0 0,41 0 15,0 40-15,-40-40 0,40 0 16,-40 40-16,39-40 0,-39 0 0,40 40 0,-40-40 16,0 0-16,39 0 15,-39 0-15,40 0 0,0 0 0,0 0 0,-40 0 16,39 0-16,1 0 0,0 0 0,0 0 15,0 0-15,0 0 16,40 40-16,-40-40 0,0 0 0,-1 0 16,1 40-1,0-40-15,0 0 0,0 0 0,0 0 16,0 0-16,0 40 0,-1-40 16,1 0-16,0 0 0,-40 0 0,40 40 0,0-40 15,-41 0-15,41 0 16,0 0-16,-40 40 0,40-40 0,0 0 0,0 0 15,-1 0-15,1 0 0,0 0 16,0 0 0,0 0-16,0 0 0,0 0 31,0 0-31,-1 41 0,1-41 16,0 40-16,0-40 15,0 40-15,0-40 0,0 0 16,40 40-1,-40-40 48,-1 0-47,1 0-16,0 0 0,0 0 15,0 0-15,40 40 16,-40-40-1,40-40 142,40 0-142,-40 0 1,0 0-16,0-1 16,40 41-16,-40-40 0,0 0 15,0 0 1,0 0-16,0 0 0,0 0 15,0 0-15,0 0 0,0-1 16,-40 1-16,40 0 0,0 0 16,-40-40-16,40 40 0,0 0 0,-40 0 0,40 0 15,0-1-15,-41 1 16,41 0-16,0 0 0,-40 40 0,40-40 0,0 0 16,0 0-1,0 0-15,0 0 16,40-1-16</inkml:trace>
  <inkml:trace contextRef="#ctx0" brushRef="#br0" timeOffset="-208655.19">8065 16202 0,'-40'0'16,"40"-40"-1,0 80 48,0 0-32,0 0-31,0 0 0,0 0 16,0 0-16,0 1 0,0-1 0,0 0 15,0 0-15,0 0 16,0 0-16,0 0 0,0 0 0,0 0 0,0 1 16,0-1-16,0 0 0,0 0 15,0 0-15,0 0 0,0 0 0,0 0 16,0 0-16,0 0 16,0 1-1,0-82 32,40 41-31,-40-40-16,41 40 0,-1 0 15,0 0-15,0-40 0,0 40 16,0 0-16,-40-40 0,40 40 0,0 0 16,1 0-16,-1 0 15,0 0-15,0 0 0,0 0 16,0 0-16,0 0 0,0 0 15,1-40-15,-1 0 16</inkml:trace>
  <inkml:trace contextRef="#ctx0" brushRef="#br0" timeOffset="-208335.21">9069 16362 0,'-41'0'31,"41"40"16,0 1-47,0-1 0,0 0 15,0 0-15,0 0 16,0 0-16,0 0 0,0 0 0,0 0 0,0 1 16,41-1-16,-41 0 0,0 0 15,0 0-15,40 0 0,-40 0 0,0 0 16,0 0-16,0 0 16,0 1-16</inkml:trace>
  <inkml:trace contextRef="#ctx0" brushRef="#br0" timeOffset="-207965.29">8948 16443 0,'0'-41'16,"0"82"-16,-40-82 0,40-39 31,40 40-15,81 0-1,-41 80 1,-40 0 0,40 81-1,-80-1 1,-80-80-16,0 40 15,80 0 1,-121-39 0,81-41 15</inkml:trace>
  <inkml:trace contextRef="#ctx0" brushRef="#br0" timeOffset="-207655.25">9590 16322 0,'0'0'0,"-40"0"15,40 40 1,0 0 0,40-40-16,0 121 31,-40 79-15,0-39-1,0-81-15,0 40 16</inkml:trace>
  <inkml:trace contextRef="#ctx0" brushRef="#br0" timeOffset="-207415.34">9510 16362 0,'-40'0'16,"80"0"-16,-80-40 0,40 0 0,40 0 31,0 40-31,80-40 31,41 0-15,-41 40-16</inkml:trace>
  <inkml:trace contextRef="#ctx0" brushRef="#br0" timeOffset="-207185.32">9630 16683 0,'0'0'32,"40"0"-1,-40-40-31,41 40 0,-1 0 0,0 0 0,0-40 16,0 40-16,0-40 15,0 40-15,0 0 0,1 0 0,-1-40 0,0 40 16</inkml:trace>
  <inkml:trace contextRef="#ctx0" brushRef="#br0" timeOffset="-205865.43">12680 16563 0,'40'0'157,"40"0"-142,-40 0 1,1 0-16,-1 0 0,0 0 16,0 0-16,0 0 15,0 0-15,0 0 0,0 0 0,1 0 16,-1 0-16,0 0 0,0 0 0,0 0 0,0 0 15,0 0-15,0 0 0,1 0 16,-1 0-16,0 0 0,0 0 0,0 0 0,0 0 16,0 0-16,0 0 15,1 0-15,39 0 0,-40 0 0,0 0 0,0 0 16,0 0-16,0 0 0,1 0 16,-1 0-16,0 0 0,0 0 0,0 0 15,0 0 1,0 0-16,0 0 15,1 0-15,-1 0 0,0 0 16,0 0-16,0 0 16,0 0-16,0 0 0,1 0 0,-1 0 0,0 0 15,0 0 1</inkml:trace>
  <inkml:trace contextRef="#ctx0" brushRef="#br0" timeOffset="-205395.38">14606 16282 0,'-40'0'31,"80"0"-31,-80 40 47,120-40 16,-40 40-63,0-40 0,1 40 15,-1-40-15,0 0 16,0 0-16,0 0 0,0 0 15,-40 41-15,40-41 16,-40 40-16,0 0 31,-40 0-15,0-40 0,-40 40-16,40 0 15,-41 0-15,41 0 16,0 0-16,40 1 15,-40-41 1</inkml:trace>
  <inkml:trace contextRef="#ctx0" brushRef="#br0" timeOffset="-204565.49">15489 16082 0,'-80'0'16,"160"0"-16,-120 0 31,80-40-15,0 40-16,0 0 15,80 0 17,-39 40-32,-41 80 31,-40 0-15,0-80-16,-40 0 15,40 1-15,-81-1 0,41 0 16,40-80 31,40 40-32,1-40-15,-41-1 0,40 1 0,0 0 16,0 0 0,-40 0-16,40 40 0,0-40 0,0 0 15,-40 0-15,40 0 16,1 0-16,-41-1 0,40 41 0,-40-40 15,40 40-15,-40-40 0,-40 40 63,0 40-47,-1-40-1,41 40-15,-40-40 0,0 41 0,40-1 0,-40 0 16,0 0-16,40 0 0,0 0 0,-40-40 15,40 40-15,0 0 0,0 0 16,0 0-16,0 1 0,40-41 16,-40 40-16,40-40 15,-40 40-15,40-40 0,0 0 16,0 0-16,1 0 16,-1 0-16,0 0 0,0-40 15,0 40 1,-40-40-16,40 40 0</inkml:trace>
  <inkml:trace contextRef="#ctx0" brushRef="#br0" timeOffset="-204165.53">16693 15560 0,'0'0'0,"0"40"63,-41 0-63,41 1 15,-40-1-15,40 0 0,0 0 16,-40 0-16,40 0 0,0 0 15,-40 0-15,40 0 0,0 1 16,0-1-16,0 0 16,0 0-16,0 0 0,0 0 15,0 0-15,80-40 0,-80 40 16,40 0-16,1 0 0,-41 1 16,40-41-16,0 0 15,-40 40-15,40-40 16,0 0-16,0-81 0</inkml:trace>
  <inkml:trace contextRef="#ctx0" brushRef="#br0" timeOffset="-203885.47">17094 15640 0,'0'0'0,"0"41"32,0-1-32,0 0 15,0 0 1,0 0-16,0 0 0,0 0 0,0 0 16,0 0-16,0 1 0,0-1 15,0 0-15,0 0 0,0 0 0,0 0 16,0 0-16,0 0 0,40-40 15,0 0 1,0 0-16</inkml:trace>
  <inkml:trace contextRef="#ctx0" brushRef="#br0" timeOffset="-203645.49">16893 16162 0,'0'0'16,"-40"0"-16,0 0 31,120-40-15,0 0-1,-39 40-15,119-40 16,-80-1-16,1 41 15,-41 0 1,40-40-16</inkml:trace>
  <inkml:trace contextRef="#ctx0" brushRef="#br0" timeOffset="-203425.55">17495 15681 0,'0'40'16,"0"0"-1,40-40 1,-40 40-16,0 0 0,40-40 0,-40 40 0,0 0 16,0 0-16,0 0 0,40 1 15,-40-1-15,0 0 0,0 0 0,0 0 0,0 40 16,-80-40-16,40 0 0,0 0 0,-40 41 0</inkml:trace>
  <inkml:trace contextRef="#ctx0" brushRef="#br0" timeOffset="-198855.77">23153 17124 0,'-40'0'0,"40"40"0,-40-40 16,80 0 140,0 0-156,0 0 16,0 0-16,0 0 0,0 0 15,1 0-15,-1 0 16,0 0-16,0-40 0,0 40 0,0 0 16,0 0-16,0 0 0,1 0 15,-1 0-15,0 0 0,40 0 0,-40 0 0,0 0 16,0 0-16,1 0 16,-1 0-16,0 0 0,40 0 0,-40 0 0,0 0 15,0 0-15,41 0 0,-41 0 0,0 0 0,0 0 16,40 0-16,-40 0 0,1 0 15,39 0-15,-40 0 0,40 0 0,0 0 0,1 0 16,-41 0-16,40 0 16,0 0-16,1 0 0,-41 0 0,40 0 0,0 0 15,-40 0-15,41 0 0,-41 0 16,0 0-16,40 0 0,-40 0 0,0 0 0,1 0 16,39 0-16,-40 0 15,0 0-15,40 0 0,-40-40 0,41 40 0,-1 0 16,-40 0-16,40 0 0,1 0 0,-1 0 0,0 0 15,-40 0-15,40 0 0,1 0 16,-41 0-16,40 0 0,-40 0 0,0 0 0,0 0 16,41 0-16,-41 0 15,0 0-15,0 0 0,0 0 0,0 0 0,0 0 16,1 0-16,-1 0 0,0 0 16,40 0-16,-40 0 0,0 0 0,0 0 15,41 0-15,-41 0 0,0 0 0,40 0 0,-40 0 16,41 0-16,-41 0 15,0 0-15,40 0 0,-40-40 0,0 40 0,0 0 16,1 0-16,39 0 0,-40 0 16,0 0-16,0 0 0,0 0 0,0 0 0,1 0 15,-1 0-15,0 0 16,40 0-16,-40 0 0,0 0 0,1 0 16,-1 0-16,0 0 0,0 0 15,0 0-15,-40-40 78,-40 0-62</inkml:trace>
  <inkml:trace contextRef="#ctx0" brushRef="#br0" timeOffset="-197775.9">25520 14919 0,'-40'0'78,"40"40"-15,0 0-48,40 0-15,-40 0 16,0 0-16,41 0 0,-41 0 16,0 0-16,0 1 15,0-1-15,0 0 0,0 0 0,0 0 0,0 0 16,0 0-16,0 0 0,0 0 0,0 0 0,40 1 15,-40-1-15,0 0 16,0 0-16,0 0 0,0 0 0,0 0 0,0 0 16,40-40-16,-40 40 15,0 1-15,0-1 0,0 0 0,40 0 0,-40 0 16,0 0-16,0 0 16,0 0-16,40 0 0,-40 0 15,0 1-15,0-1 0,0 0 16,0 0-16,0 0 15,0 0-15,0 0 16,0 0-16,0 0 16,40 1-16,-40-1 0,0 0 15,0 0 1,0 0-16,0 0 0,0 0 16,0 0-1,0 0 1,0 0-1,40-40 1,-40 41-16,0-1 16,0 0 15,0-80 16,-40 40-32,40-81-15,-40 41 0,40 0 0</inkml:trace>
  <inkml:trace contextRef="#ctx0" brushRef="#br0" timeOffset="-195956">24517 16082 0,'0'-40'0,"-40"40"32,40-41-17,-40 41 48,80 0 109,0 0-172,0 0 15,0 0-15,-40-40 16,41 40-1,-1 0-15,0 0 16,0 0-16,0 0 16,0 0-16,0 0 0,0 0 15,1 0 1,-1 0-16,0 0 0,0 0 0,0 0 16,0 0-16,0 0 15,0 0-15,1 0 0,-1 0 0,0 0 16,0 0-16,0 0 0,0 0 15,0 0 1,1 0-16,-1 0 0,0 0 16,0 0-16,0 0 15,0 0-15,0 0 0,0 0 0,1 0 0,-1 0 16,0 0 0,0 0-16,0 0 0,0 0 0,0 0 0,0 0 15,1 0-15,-1 0 0,0 0 0,0 0 16,0 0-1,0 0-15,0 0 16,0 0-16,1 0 16,-1 0-16,0 0 15,0 0-15,0 0 16,0 0-16,0 0 0,0 0 16,1 0-1,-1 0 1,0 0-1,0 0 1,0 0-16,0 0 0,0 0 31,0 0-15,-40 40 156,0 1-172,0-1 47,0 0-32,0 0 1,0 0 0,0 0-1,0 0 1,-40-40-16,40 40 15,0 0-15,0 0 16,0 1 0,-40-1-1,40 0 1,0 0 15,0 0-15,0 0-1,0 0-15,0 0 16,0 0-16,0 1 0,0-1 16,0 0-1,0 0-15,0 0 16,0 0 0,40 0-1,-40 40 48,0-40-32,0 1-31,0-1 0</inkml:trace>
  <inkml:trace contextRef="#ctx0" brushRef="#br0" timeOffset="-194886.06">24517 16082 0,'40'0'16,"-40"40"140,-40 0-156,40 0 16,0 0-16,0 0 0,-40-40 16,40 40-16,0 0 15,0 0-15,0 1 0,0-1 16,0 0-16,0 0 0,0 0 15,0 0 1,0 0-16,0 0 0,0 0 16,0 1-1,0-1-15,0 0 0,0 0 16,0 0 0,0 0-16,0 0 15,0 0 16,0 0-15,0 0 0,0 1-16,0-1 15,0 0 1,0 0-16,0 0 31,0-80 16,40 40-31</inkml:trace>
  <inkml:trace contextRef="#ctx0" brushRef="#br0" timeOffset="-193736.08">26804 17686 0,'0'40'78,"0"0"-78,0 0 16,0 0 0,0 0-16,0 0 15,0 1-15,0-1 16,41-40-1,-1 0 1,-40-40 0,40 40-16,-40-41 0,40 41 0,0-40 15,-40 0 1,40 40-16,-40-40 16,0 80 15,-40 0-31,40 0 31,40-40 0,0 0-31,-40-40 32,40 40-32,-40-40 0,41 0 0,-1 40 15,-40-40-15,0 0 0,0 0 16,0 0-1,-40 40-15,40 40 47</inkml:trace>
  <inkml:trace contextRef="#ctx0" brushRef="#br0" timeOffset="-193226.11">27567 17766 0,'-40'0'78,"0"0"-63,-1 0 1,1 40-16,0 0 16,40 0-16,-40-40 0,40 40 0,-40-40 31,40 41-31,0-1 15,0 0 1,40-40-16,0 0 16,0 0-1,0 0-15,1 0 16,-41 40 15,-41-40-15,1 0-16,40 40 15,-40-40-15,0 40 0,0-40 16,0 40 0,0-40-16,0 0 15,40 40-15,-41-40 16</inkml:trace>
  <inkml:trace contextRef="#ctx0" brushRef="#br0" timeOffset="-192656.14">26885 18448 0,'-40'0'31,"80"0"63,0 0-79,0 0-15,0 0 0,0 0 16,0-40 0,0 40-16,1 0 0,-1 0 0,0 0 15,0 0-15,0 0 0,0-40 16,0 40-16,0 0 0,1 0 0,-1 0 16,0 0-16,0 0 15,0 0 1</inkml:trace>
  <inkml:trace contextRef="#ctx0" brushRef="#br0" timeOffset="-191936.26">27166 18648 0,'0'0'16,"0"-40"-1,40 0 1,0 40 15,0 0-15,0-40-16,0 40 15,-40 40 32,0 0-47,0 0 0,-40 0 31,0 1-31,0-41 32,80 0 108,0 0-140,0 0 16,40 0-16,-39 0 16,-1 0-16,0-41 15,0 41-15,0 0 0,0 0 31,-80 0 63</inkml:trace>
  <inkml:trace contextRef="#ctx0" brushRef="#br0" timeOffset="-190816.32">23875 17606 0,'-40'0'63,"40"40"-63,0 0 15,0 0 1,-40 0-16,0 0 0,40 0 16,0 0-16,0 0 15,40-40 1,0 0-1,0 0-15,0-40 16,0 40-16,-40-40 0,41 40 16,-1 0-1,-40-40-15,40 40 0,-40-40 16,0 80 31,0 0-16,40-40-15,-40 40-1,40-40 1,0 0 0,0-40-16,-40 0 15,0 0 1,0 0-1,0 0 1,-40 40-16,0 0 31,0 0-15,80 0 15,0 0-31</inkml:trace>
  <inkml:trace contextRef="#ctx0" brushRef="#br0" timeOffset="-190406.35">24678 17646 0,'-40'0'0,"-1"0"31,1 0 0,40 40-15,-40-40-1,40 40-15,-40-40 0,40 40 0,-40-40 16,40 40-16,0 0 16,0 0-1,40-40 16,-40 40-31,0 1 63,0-1-47,-40-40-16,0 0 0,0 0 15,40 40-15,-40-40 0,-1 0 16,1 0-1</inkml:trace>
  <inkml:trace contextRef="#ctx0" brushRef="#br0" timeOffset="-189876.38">23675 18368 0,'0'0'0,"0"40"0,-41-40 15,82 0 110,-1 0-125,0 0 16,40-40-1,-40 40-15,0 0 0,0 0 16,1 0-16,-1 0 16,0-40-16,0 40 0,0 0 0,0 0 0,0 0 15,0-41-15,1 41 16,-1 0-16,0 0 0,0 0 0,0-40 16,0 40-16,0 0 15</inkml:trace>
  <inkml:trace contextRef="#ctx0" brushRef="#br0" timeOffset="-189236.41">24036 18648 0,'0'0'0,"0"-40"47,40 40-32,0 0-15,0 0 16,0-40-16,0 40 0,0 0 16,1 0-1,-1 0-15,-40 40 32,0 0-32,-40-40 15,40 40-15,-41-40 0,41 41 16,-40-1-1,0-40-15,40 40 0,-40-40 0,40-40 79,40 40-79,0 0 15,0 0 1,1 0-16,-1 0 15,0 0 1,0 0-16,0 0 0,-40-40 0,40 40 16,0 0-16,0 0 15,1 0-15,-1-41 0,0 41 0,0 0 16,0 0 0,-80 0 46,0 0-15,0 0-47</inkml:trace>
  <inkml:trace contextRef="#ctx0" brushRef="#br0" timeOffset="-186356.59">25601 14758 0,'40'0'0,"-120"0"94,39 40-78,1 0-16,0-40 15,40 40 1,-40 1-16,0-41 0,0 40 0,0 0 16,-1-40-16,41 40 0,-40-40 15,40 40-15,-40-40 16,40 40-1,0-80 32,40 0-47,-40 0 16,0 0 0,40 40-16,-40-40 0,41 40 46,-1 0-30,-40-41 0,40 41-16,0-40 15,0 40 1,0 0 31,0 0-32,-40 40 1,41-40-16,-1 0 0,0 0 0,0 41 0,-40-1 16,40-40-16,0 40 15,0 0-15,41 0 0,-41 0 0,0-40 16</inkml:trace>
  <inkml:trace contextRef="#ctx0" brushRef="#br0" timeOffset="-182336.83">26162 15199 0,'41'0'172,"39"0"-157,-40-40 1,0 40-16,0 0 0,0 0 0,-40-40 16,40 40-16,1 0 0,-1 0 0,0-40 0,0 40 15,0 0 1,0 0-16,-40-40 0,40 40 0,0 0 31,-40 40 16,-40-40-47,0 0 16</inkml:trace>
  <inkml:trace contextRef="#ctx0" brushRef="#br0" timeOffset="-182056.84">26564 15119 0,'-40'0'15,"40"40"48,0 0-63,0 0 15,-41-40 1,41 41-16,0-1 16,0 0-1,0 0-15,-40-40 16,40 40-16,0 0 31</inkml:trace>
  <inkml:trace contextRef="#ctx0" brushRef="#br0" timeOffset="-181516.88">26885 15320 0,'40'0'0,"-80"0"78,40 40-78,-40-40 16,40 40-16,0 0 31,-41-40-31,41 40 16,-40-40 0,40 40-16,0 0 15,0 0 1,40-40-16,-40 40 15,41-40 1,-82 0 62,1 41-78,0-1 31,0-40-31,0 0 0,0 0 16,0 0 0</inkml:trace>
  <inkml:trace contextRef="#ctx0" brushRef="#br0" timeOffset="-136029.5">22992 17846 0,'41'0'141,"-1"0"-126,0 0-15,0 0 0,0 0 32,0 0-32,-40 40 15,40-40-15,0 0 47,-40-40-31,41 40-1,-1 0 1,-80 0 0,-1 0-1,1 0-15,0 0 16,0 40-16,0-40 16,0 0-16,0 0 0,0 0 15,-1 0 1,41 40-16,41-40 78,-1 0-78,0 0 0,0 0 16,0-40-1,0 40-15,0 0 0,0 0 0,1 0 16,-1 0-1</inkml:trace>
  <inkml:trace contextRef="#ctx0" brushRef="#br0" timeOffset="-127210.03">19702 4852 0,'40'0'0,"-40"40"31,-40-40-31,0 40 16,40 0 15,40-40-15,0-40 0</inkml:trace>
  <inkml:trace contextRef="#ctx0" brushRef="#br0" timeOffset="-126910.04">19662 4852 0,'40'0'78</inkml:trace>
  <inkml:trace contextRef="#ctx0" brushRef="#br0" timeOffset="-126520.14">19582 4812 0,'0'-40'16,"40"40"-1,0-40 1</inkml:trace>
  <inkml:trace contextRef="#ctx0" brushRef="#br0" timeOffset="-104131.47">15810 4852 0,'0'40'0,"40"-40"78,-40-40 62,40 40-140,-40-40 32,0 0-32,40 40 15,-40-40-15,0 0 16,0 0-1,0 0-15,0-1 32,0 1-17,0 0 1,0 0 0,0 0 15,40 40-16,-40-40 1,0 0 0,40 40-16,-40-40 15,0 0 1,0-1 0,0 1-1,0 0 16,-40 40-31,40-40 32,0 0-32,0 0 15,0 0 1,0 0-16,0 0 16,0 0-1,0-1 1,0 1 15,0 0-31,0 0 16,0 0-1,0 0 1,0 0 0,0 0-1,0 0 1,40-1-1,-40 1-15,0 0 32,0 0-32,0 0 31,0 0-15,0 0 15,0 0-16,0 0 1,-40 40-16,40-40 0,0-1 31,0 1-15,0 0 31,0 0-32,0 0 17,0 0-1,0 0 0,0 0 110,0 0-47,0-1-94,0 1 31,0 0 31,40 40 157,1 0-203,-1 0-1,0 0-15,0 0 32,0 0-32,0 0 15,0 0 1,0 0-16,1 0 15,-1 0-15,0 0 16,0 0 0,0 0-16,0 0 0,0 0 15,0 0-15,1 0 16,-1 0-16,0 0 16,0 40 15,0-40-31,0 0 15,0 0 1,0 0 0,1 0-1,-1 0-15,0 0 32,0 0-17,0 0-15,0 0 0,0 0 16,0 0-1,1 0 1,-1 0-16,0 0 16,0 0-16,0 0 15,0 0 1,0 0-16,0 0 16,1 0-16,-1 0 15,-40 40 1,40-40-16,0 0 15,0 0 1,0 0-16,0 0 16,0 0-1,1 0 1,-1 0 0,0 0-1,0 0-15,0 0 16,0 0-1,0 0 1,1 0 0,-1 0 15,0 0-31,0 0 16,0 0-1,0 0 1,0 0-16,0 0 15,1 0 1,-1 0-16,0 0 31,0 0-31,0 0 16,0 0 0,0 0-1,0 0-15,1 0 0,-1 0 31,0 0-15,0 0-16,0 0 16,0 0 31,0 0-32,0 0-15,1 0 16,-1 0-16,0 0 15,0 0 1,0 0-16,0 0 31,0 0-15,0 0 15,1 0 0,-1 0 1,0 0 30,0 0-46,0 0-1,0 0 1,0 0 15,0 0-15,-40 41 156,0-1-172,0 0 31,0 0-15,0 0-1,0 0 17,-40-40-32,40 40 0,0 0 15,0 0-15,0 1 16,0-1-1,0 0-15,-40 0 32,40 0-32,0 0 15,-40-40-15,40 40 0,0 0 16,0 0-16,0 0 16,-40-40-16,40 41 15,0-1 1,0 0-1,0 0 1,0 0 15,-40-40-31,40 40 0,0 0 16,-40-40 0,40 40-1,0 0 16,0 1 1,0-1-32,0 0 31,0 0-31,0 0 16,0 0-1,0 0 1,-40-40 15,40 40-31,0 0 31,0 0-31,0 1 32,0-1-17,0 0 16,-41-40-31,41 40 32,0 0-17,0 0 1,0 0 62,0 0-47,0 0 1,0 1 93,0-1-94,0 0-16,41 0 32,-1-40 0,-40 40-47,0 0 47,40-40 0,-40 40-31,0 0-1,0 0 16,0 0 48,0-80 46,0 0-125,0 0 15,0 0 16,0 0-15,0 0 0,0 0-1,0 0-15,0 0 16,0-1 0,40 41-16,-40-40 0,0 0 0,0 0 15,0 0-15,0 0 16,-40 40 31</inkml:trace>
  <inkml:trace contextRef="#ctx0" brushRef="#br0" timeOffset="-102201.57">27808 6978 0,'0'0'0,"-41"0"0,1 0 15,0 0 1,40-40-1,-40 40-15,80 0 79,40 0-79,-39 0 15,-1 0-15,0 0 16,0 0-16,0 0 0,0 0 0,40 0 15,-39 40-15,-1-40 0,0 40 16,40-40-16,-40 0 0,40 0 0,1 0 0,-41 0 16,40 0-16,0 0 15,1 0-15,-1 0 0,0 0 0,0 0 0,-39 0 16,39 0-16,0 0 0,0 0 16,-40 0-16,41 0 0,-1 0 0,-40 0 0,0 0 15,40 0-15,-39 0 0,39 0 0,-40 0 0,40 0 16,-40 0-16,41 0 15,-1 0-15,-40 0 0,40 0 0,0-40 0,1 40 16,-1 0-16,0 0 0,0 0 16,-39 0-16,39 0 0,-40 0 0,40 0 0,-40 0 15,0 40-15,41-40 16,-41 0-16,-40 40 0,40-40 0,0 0 0,0 0 16,0 0-16,0 0 0,1 0 15,-1 0-15,0 0 0,0 0 16,0 0-16,0 0 0,0 0 0,0 0 15,1 0-15,-41-40 16,40 40-16,-80 0 63,-1 0-63,1 0 0,0 0 0,40-40 15,-40 40-15</inkml:trace>
  <inkml:trace contextRef="#ctx0" brushRef="#br0" timeOffset="-101251.64">29814 4652 0,'0'40'62,"0"0"-46,0 0 15,0 0-31,0 0 16,0 0 0,0 0-16,0 0 0,0 1 15,0-1-15,0 0 0,0 0 16,0 0-16,0 0 0,0 0 15,0 0-15,0 0 0,0 1 0,0-1 0,0 0 16,0 0-16,0 0 16,0 0-16,0 0 0,0 0 0,0 0 15,0 0-15,0 1 0,0-1 16,0 0-16,0 0 0,40 0 16,-40 0-16,0 0 0,0 0 15,0 0 1,0 1-16,0-1 0,0 0 15,0 0 1,0 0-16,0 0 16,0 0-1,0 0-15,0 0 16,0 0 0,0 1-16,0-1 15,-40-40-15,40 40 16,0 0-1,0 0-15,0 0 16,0 0 0,40-40 15,-40 40 0,-40 0-15,40 1-1,0-82 17,0 1-17</inkml:trace>
  <inkml:trace contextRef="#ctx0" brushRef="#br0" timeOffset="-100421.62">29894 5614 0,'0'-40'0,"-40"40"109,40 40-77,0 0-32,0 0 15,-40-40-15,40 40 16,-40 1-16,0-1 0,0 0 16,-1 0-16,1 0 15,0-40-15,40 40 0,-40-40 16,0 40-16,0 0 0,0 0 15,0-40 1,40 41-16,0-1 0,-41-40 0,41 40 16,-40-40-16,40 40 0,-40-40 15,40 40-15,-40-40 0,0 40 0,40 0 0,-40-40 16,40 40-16,-40 0 16,0 0-16,-1 1 15,1-41-15,40 40 0,-40-40 0,40 40 16,-40-40-16,40 40 0,-40-40 15,40 40-15,-40-40 0,40 40 16,-40 0 0,40 0-1,-41-40 1,1 40-16,0 1 16,40-1-16,-40-40 0,40 40 15,-40-40-15,40 40 16,-40-40-16,40 40 0,-40-40 15,40 40-15,-40-40 16,40 40-16,-41-40 0,41 40 16,0-80 31,41 40-47,-41-40 15,40 0-15,0 0 0,-40 0 16,40 40-16,0-40 15,0 0-15</inkml:trace>
  <inkml:trace contextRef="#ctx0" brushRef="#br0" timeOffset="-99361.74">30135 5694 0,'-40'0'15,"0"0"-15,0 0 31,40-40-15,-41 40 78,1 0-79,0 0 1,0 0 0,40 40 62,40 0-78,-40 1 15,40-41 1,0 40-16,1-40 0,-1 40 0,0 0 16,0 0-1,0-40-15,-40 40 0,40-40 0,-40 40 0,40-40 16,0 40-16,1 0 16,-1-40-16,-40 41 0,40-1 15,0 0-15,0 0 16,0 0-16,0-40 15,-40 40-15,40 0 0,1 0 16,-41 0 0,40 0-16,0 1 15,0-1 1,0 0 0,0 0-16,0 0 31,-40 0-16,40-40 1,-40 40 0,41-40-1,-41 40-15,0 0 16,40-40 0,-40 41-16,40-41 62,-80 0-31,0 0-15</inkml:trace>
  <inkml:trace contextRef="#ctx0" brushRef="#br0" timeOffset="-98771.72">29694 6737 0,'40'0'16,"-40"-40"-1,40 40 1,0 0 0,0 0-1,-40 40 48,0 0-48,0 0 1,0 0-16,0 1 16,0-1-16,0 0 15,0 0 1,0 0-16,40-40 31</inkml:trace>
  <inkml:trace contextRef="#ctx0" brushRef="#br0" timeOffset="-97761.78">30937 7419 0,'0'-40'31,"0"80"47,-40-40-62,40 40 0,0 0-1,0 0 1,0 0-1,0 0-15,40 1 0,-40-1 32,41-40-32,-41 40 0,40-40 15,0 0 1,0 0-16,0 0 16,-40-40-16,40 40 0,-40-40 15,40-1 1,-40 1-16,0 0 15,0 80 48,0 0-47,0 1-1,40-41-15,1 0 16,-1 0-1,0 0 1,-40-41 0,40 41-16,-40-40 0,0 0 31,0 0-31,0 0 16,-40 40 15,0 0-31,0 0 31,40 40-31</inkml:trace>
  <inkml:trace contextRef="#ctx0" brushRef="#br0" timeOffset="-97181.87">31579 7619 0,'41'0'47,"-1"41"-16,-40-1-31,0 0 15,0 0 1,0 0 0,0 0 15,0-80-15,0 0-1,40 40-15,-40-40 0,40 40 0,-40-40 0,40 40 16,0 0-16,0-40 15,0 40-15,1 0 0,-1 0 16,-40 40 0,0 0-1,-40 0 1,40 0-16,-41-40 16,82-40 15,-1 0-31,0 0 15,0 40-15,0 0 16,0-40-16,0 40 0,0 0 16,-40 40-1,0 0-15,0 0 16,0 0-16,-40-40 0,40 40 31,-40-40-31,0 0 0,0 0 16</inkml:trace>
  <inkml:trace contextRef="#ctx0" brushRef="#br0" timeOffset="-96491.85">27326 7619 0,'0'41'0,"40"-41"32,0 0-1,0 0-31,1 0 16,39 0-1,40-41 1,41 41 15,-41 0-15</inkml:trace>
  <inkml:trace contextRef="#ctx0" brushRef="#br0" timeOffset="-95941.89">28129 7499 0,'0'40'47,"-41"0"-32,41 0-15,0 1 16,0-1-16,0 0 0,41-40 15,-1 40 1,0-40-16,0 0 16,0 0-16,0 0 15,0 0-15,0 0 16,-40-40-16,41 40 0,-41-40 16,0 0-1,0 80 32,0 0-31,40-40-1,0 0 1,0 40-16,0-40 16,0 0-16,-40-40 15,0 0 1,40 0-16,-40-1 0,0 1 15,0 0 1,-40 40-16,40-40 0,-40 40 0,0 0 31,40-40-31,-40 40 16</inkml:trace>
  <inkml:trace contextRef="#ctx0" brushRef="#br0" timeOffset="-95192.01">28811 7579 0,'40'40'16,"0"-40"-1,-40 41 1,40-41-16,-40 40 0,40-40 15,-40 40 1,0 0 0,40-40-1,-40 40-15,0 0 16,0-80 31,0 0-32,41 40-15,-41-40 0,40 40 0,0-40 0,0 40 16,0-40 0,0 40-16,0 0 15,-40 40 1,0 0-16,0 0 16,0 0-1,-40-40-15,40 40 16,40-80 15,0 40-31,-40-40 16,81 40-16,-81-40 15,40 40-15,0 0 0,-40-40 0,40 40 16,-40 40 15,0 0-15,40 0-1,0-40 1,0 0 0,1 0-16,-1 0 31,0 0-31,-40-40 62,-40 40-30,40-40-17,-40 40 17,40-40-17,-41 40-15</inkml:trace>
  <inkml:trace contextRef="#ctx0" brushRef="#br0" timeOffset="-92902.12">17174 13635 0,'-40'40'0,"0"-40"16,0 0-1,0 0-15,40 40 31,-41-40-31</inkml:trace>
  <inkml:trace contextRef="#ctx0" brushRef="#br0" timeOffset="-88942.3">19381 13635 0,'40'0'47,"-40"40"62,0 0 297,-40-40-390,40 41-16,-40-41 31,40-41 16</inkml:trace>
  <inkml:trace contextRef="#ctx0" brushRef="#br0" timeOffset="-88712.39">19261 13715 0,'0'-40'93</inkml:trace>
  <inkml:trace contextRef="#ctx0" brushRef="#br0" timeOffset="-88342.33">19221 13675 0,'-41'0'31,"41"-40"1,41 40-17,-41-40 1,40 40-16,-40-40 0,40 40 15,-40-40 1,0 0 15,-40 0 1,40 0-17,0-1 16,0 1 1,0 0-1,0 0-15</inkml:trace>
  <inkml:trace contextRef="#ctx0" brushRef="#br0" timeOffset="-87852.37">19221 13114 0,'0'-40'16,"40"40"-1,-40-40-15,0 0 16,40-1-16,0 41 15,-40-40 17,-40 40-17,40-40 1,-40 40 0,40-80-1,0 40 1,0 0-1,0 0 1,0 0 15,0-1-15,0 1 0,0 0-1,0 0 1,0 0-1,0 0-15</inkml:trace>
  <inkml:trace contextRef="#ctx0" brushRef="#br0" timeOffset="-87652.43">19261 12753 0,'0'40'16,"-40"-40"-1,40 40-15</inkml:trace>
  <inkml:trace contextRef="#ctx0" brushRef="#br0" timeOffset="-86702.43">19140 14116 0,'0'0'0,"-40"0"0,0 41 63,40-1-47,0 0-16,-40 0 0,40 0 15,0 0-15,0 0 16,0 0-16,40-40 15,-40 40 1,40-40-16,0 0 0,41 0 0,-41 0 16,-40-40-1,40 40-15,-40-40 0,40 40 0,-40-40 0,40 40 16,-40-40-16,0 0 0,0 80 62,0 0-46,0 0-16,40-40 16,-40 40-16,40-40 15,0 0-15,1 0 16,-1-40 0,0 0-16,-40 0 31,0 0-31,0 0 15,-40 0 1,0 40-16,-1 0 31</inkml:trace>
  <inkml:trace contextRef="#ctx0" brushRef="#br0" timeOffset="-86312.53">19903 14237 0,'-40'0'31,"-1"0"-15,41 40 15,-40-40-31,40 40 0,0 0 0,-40-40 31,40 40-31,0 0 0,0 0 16,40-40 0,0 0-1,-40 41-15,41-41 31,-82 40 1,1-40-32,40 40 15,-40-40-15,0 0 0,0 0 16,0 0 0,0 0-16</inkml:trace>
  <inkml:trace contextRef="#ctx0" brushRef="#br0" timeOffset="-85822.49">18900 15199 0,'0'0'0,"-41"40"15,41-80 16,41 40-15,-1-40-16,0 40 31,0 0-31,0 0 16,0-40-16,0 40 0,0 0 16,1-40-16,-1 40 0,0 0 15,0-40-15,0 40 0,0 0 16,0 0-16,0 0 0,-40-40 15,41 40-15,-1 0 0,-40-40 0,-40 40 79</inkml:trace>
  <inkml:trace contextRef="#ctx0" brushRef="#br0" timeOffset="-85272.59">19060 15440 0,'40'0'31,"-40"-40"-31,121 0 32,-1 40-17,-120-40-15,80 40 16,-80 40 0,0 0-16,0 0 15,-80 40 1,0 0 15,40-80-31,-1 40 31,82-40 16,-1-40-47,0 0 16,0 40-16,0 0 15,0-40-15,0 40 0,0 0 16,-40-40-16,41 40 0,-1 0 16,0 0-16,-40-40 0,40 40 15,-40 40 32,-40-40-47,0 0 16,0 0-16,-1 0 15,1 0 1,0 0-16,0 0 0</inkml:trace>
  <inkml:trace contextRef="#ctx0" brushRef="#br0" timeOffset="-84322.58">15649 13435 0,'0'40'63,"0"0"-48,0 0 17</inkml:trace>
  <inkml:trace contextRef="#ctx0" brushRef="#br0" timeOffset="-84172.66">15529 13796 0</inkml:trace>
  <inkml:trace contextRef="#ctx0" brushRef="#br0" timeOffset="-84032.59">15569 13916 0,'-40'0'16,"40"-40"15</inkml:trace>
  <inkml:trace contextRef="#ctx0" brushRef="#br0" timeOffset="-83252.64">15368 14317 0,'0'40'79,"-40"0"-64,40 0 1,0 0-16,0 1 15,0-1 1,40-40-16,1 0 16,-1 0-1,-40-40-15,40 40 0,-40-41 16,0 1 0,0 0-1,0 80 16,0 0-31,0 1 32,40-41-32,0 0 15,0 0 1,-40-41 0,0 1-16,40 40 0,-40-40 15,0 0 1,0 0-16,-40 40 15,0 0 1,80 40 15</inkml:trace>
  <inkml:trace contextRef="#ctx0" brushRef="#br0" timeOffset="-82952.73">16051 14237 0,'-41'0'16,"1"0"-16,40 40 0,-40-40 0,0 40 15,0 0-15,40 0 16,0 0-16,0 0 16,40-40 15,0 0-31,0 0 15,-40 41 1,40-41-16,-40 40 16,-40 0-1,-40 0-15,40-40 16,40 40-16,-40-40 0,0 0 16,0 0-1</inkml:trace>
  <inkml:trace contextRef="#ctx0" brushRef="#br0" timeOffset="-82712.71">15368 15079 0,'41'0'31,"-1"0"-31,0 0 16,0 0-16,0 0 0,-40-40 15,40 40-15,0-40 0,0 40 16,1-40-16,-1 40 0,-40-40 16,40 40-16</inkml:trace>
  <inkml:trace contextRef="#ctx0" brushRef="#br0" timeOffset="-82412.76">15689 15199 0,'0'40'0,"41"-40"32,-41-40-17,40 40 1,0 0-16,0 0 0,0 40 31,-40 1 0,0-82 16,40 41-31,-40-40-16,40 40 0,-40-40 15,0 0-15,40 0 0,-40 0 0</inkml:trace>
  <inkml:trace contextRef="#ctx0" brushRef="#br0" timeOffset="-77893.02">15649 13996 0,'0'-40'171,"0"0"-155,0 0 15,0 0-15,0 0 0,0 0-1,0-1-15,0 1 16,0 0-1,0 0 1,0 0 0,0 0-16,0 0 15,0 0 17,0 0-32,0-1 31,0 1-31,0 0 31,40 40-31,-40-40 0,0 0 47,0 0-31,0 0-1,0 0 1,0 0-1,41 40-15,-41-40 16,0-1 0,40 1-1,-40 0 1,0 0 31,0 0-32,0 0-15,0 0 16,0 0-16,0 0 31,0-1-15,0 1 0,0 0-1,0 0 1,0 0-1,0 0-15,0 0 16,0 0 0,0 0 15,0 0-15,0-1-1,0 1-15,0 0 16,0 0-1,0 0 1,0 0 0,0 0 15,0 0-31,0 0 16,0-1-1,0 1 1,0 0-1,0 0 17,0 0-17,0 0-15,0 0 16,40 40-16,-40-40 16,0 0-16,40 40 15,-40-40 1,0-1 46,0 1-46,40 0 0,-40 0-1,0 0 1,0 0 15,0 0 0,40 40 204,0 0-235,0 0 15,1 0 1,-1 0 0,0 0-16,0 0 31,0 0-31,0 0 15,0 0 1,0 0-16,1 0 0,-1 0 0,0 0 16,0 0-1,0-40-15,0 40 0,0 0 0,0 0 16,1 0-16,-1 0 16,0 0-1,0 0 1,0 0-1,0 0-15,0 40 16,0-40-16,1 0 16,-1 0-16,0 0 15,0 0-15,0 0 0,0 0 32,0 0-1,0 0-31,1 0 15,-1 0 1,0 0-16,0 0 16,0 0-16,0 0 15,0 0-15,0 0 16,1 0-16,-1 0 31,0 0-31,0 0 16,0 0-1,0 0-15,0 0 16,0 0 0,1 0-16,-1 0 15,0 0-15,0 0 0,0 0 16,0 0-16,0 0 16,1 0-16,-1 0 15,0 0 1,0 0-1,0 0 1,0 0 15,0 0-31,0 0 32,1 0-17,-1 0 16,0 0-31,0 0 32,0 0-17,0 0 17,-40-40-32,40 40 0,0 0 15,1 0 1,-1 0-1,-40-40 17,40 40-1,0 0 0,0 0 0,0 0 32,0 0-47,-40 40 30,40-40 17,-40 40-47,0 0 30,0 0-14,0 0 15,0 0 15,-40-40-62,40 40 47,-40-40-31,40 40-1,0 1 1,0-1-1,0 0 1,0 0 0,0 0-1,0 0 1,0 0 0,0 0-1,0 0 16,0 0 1,0 1-1,40-41-15,-40 40-1,0 0 16,0 0-15,0 0 0,0 0 62,0 0-47,0 0 47,0 0-47,40-40 1,-40 41-32,0-1 15,0 0 17,0 0 30,41-40-46,-41 40 15,0 0 0,0 0 0,40-40-15,-40 40-16,0 0 16,0 0 31,0 1-16,0-1 0,40-40-15,-40 40-16,0 0 15,0 0 32,40-40-31</inkml:trace>
  <inkml:trace contextRef="#ctx0" brushRef="#br0" timeOffset="-74993.15">28570 13796 0,'0'0'0,"-40"0"63,120 0 93,-40 0-140,0 0-1,0 0-15,1 0 0,-1 0 0,0 0 16,0 0-16,0 0 15,0 0-15,0 0 0,1 0 16,-1 0 0,0 0-16,0 0 0,0 0 0,0 0 15,0 0-15,0 0 0,1 0 0,-1 0 16,0 0-16,0 0 0,0-40 16,0 40-16,0 0 0,0 0 0,1 0 0,-1 0 15,0 0-15,0 0 16,0 0-16,0 0 0,0 0 0,0 0 0,1 0 15,-1 0-15,0 0 16,0 0-16,0 0 0,0 0 0,0 0 0,0 0 16,1 0-16,-1-41 0,0 41 0,0 0 0,0 0 15,0 0-15,0 0 16,0 0-16,1 0 0,-1 0 0,0 0 0,0 0 16,0 0-16,0 0 15,0-40-15,0 40 0,1 0 0,-1 0 0,0 0 16,0 0-1,0 0-15,0 0 0,0 0 0,0 0 16,1 0-16,-1 0 0,0 0 16,0 0-16,0 0 0,0 0 0,0 0 15,0 0-15,1 0 0,-1 0 16,0 0-16,0 0 16,0 0-16,0 0 0,0 0 15,0 0-15,1 0 16,-1 0-16,-80 0 47,-1-40-32</inkml:trace>
  <inkml:trace contextRef="#ctx0" brushRef="#br0" timeOffset="-74043.18">30095 12071 0,'-40'0'16,"40"-40"15,-40 40-31,40-40 0,0 80 78,0 0-47,0 0-31,0 0 0,0 0 16,-41 1-16,41-1 15,0 0-15,0 0 0,0 0 0,0 0 16,0 0 0,0 0-16,0 0 0,0 0 0,0 1 15,0-1-15,41-40 0,-41 40 0,0 0 0,0 0 16,0 0-16,40 0 16,-40 0-16,0 0 0,0 1 0,0-1 0,0 0 15,0 0-15,40 0 16,-40 0-16,0 0 0,0 0 0,0 0 15,0 0-15,0 1 0,0-1 16,0 0-16,0 0 0,0 0 0,0 0 16,0 0-16,-40 0 0,40 0 15,0 1 1,0-1-16,0 0 16,0 0-1,0 0-15,40-40 0,-40 40 16,0 0-1,0 0-15,0 0 32,0 0 15,0-80-1</inkml:trace>
  <inkml:trace contextRef="#ctx0" brushRef="#br0" timeOffset="-73273.23">29974 12432 0,'0'0'0,"-40"0"15,80 0 32,-40 40 31,-40-40-62,40 40-16,-40-40 0,40 40 15,-40-40-15,40 40 16,-40-40-16,0 41 0,0-41 16,40 40-16,-40-40 0,-1 0 0,41 40 15,-40-40-15,0 0 16,40 40-16,-40-40 0,0 40 0,0-40 16,40 40-16,-40-40 15,40 40-15,-40-40 0,40 40 0,-41-40 16,41 40-1,-40-40-15,40 41 0,-40-41 16,40 40 0,-40-40-16,40 40 15,-40-40 1,80 0 31,-40-40-47,40 40 15,-40-40-15,40-1 16</inkml:trace>
  <inkml:trace contextRef="#ctx0" brushRef="#br0" timeOffset="-71863.39">29934 12592 0,'0'0'0,"-40"0"15,0 0 1,40-40 0,0 0-1,40 40 32,0 40 125,0-40-172,-40 40 16,41-40-16,-1 41 0,0-41 0,0 0 15,0 0 1,0 0-16,0 0 0,0 0 0,1 40 16,-1-40-16,0 0 15,0 40-15,0-40 0,0 0 16,0 40-16,0-40 15,-40 40-15,41-40 0,-1 40 16,-40 0 0,40-40-16,-40 40 0,40-40 15,-40 40-15,40-40 0,0 0 16,-40 41-16,40-41 16,0 0-16,1 0 15,-1 0 1,-40-41 218,-40 41-187,40 41 16,0-1-48,-41-40-15,41 40 0,0 0 31,0 0-31,-40 0 16,40 0 0,0 0-16,0 0 15,0 0-15,0 1 16,40-41 0,-40 40-16,0 0 0,41-40 15,-41 40-15,0 0 16,0 0-1,0 0 1,0 0 0,0 0-1,0 1 1,0-1 15,0-80 16,0-1-31,0 1-16,0 0 15,0 0-15</inkml:trace>
  <inkml:trace contextRef="#ctx0" brushRef="#br0" timeOffset="-70473.47">29292 13114 0,'0'-40'78,"40"40"-46,-40-40-17,0 80 48,0 0-32,0 0-31,0 0 16,0 0-1,0 0 1,0 0-1,0 0 1,0 1-16,0-1 16,-40 0-16,40 0 15,-40 0-15,40 0 32,0 0-17,0 0 1,0 0 15,40-40-31,-40 41 16,0-1-1,40-40 1,-40 40 31,0 0 78,0-80 156,41 40-281,-41-40 47</inkml:trace>
  <inkml:trace contextRef="#ctx0" brushRef="#br0" timeOffset="-56894.2">31058 14157 0,'0'40'78,"0"0"-78,0 40 15,0-40 1,0 0-16,0 0 16,0 0-16,0 1 15,40-41-15,0 0 16,0 0-1,0 0-15,-40-41 0,40 41 16,-40-40-16,41 40 0,-41-40 0,40 0 16,-40 0-1,40 40-15,-40 40 78,40-40-78,0 0 0,0 0 16,0-40 0,0 40-16,-40-40 15,0 0-15,0 0 16,0 0 0,0-1-1,-40 41-15,40-40 31,-40 40-31,40 81 16</inkml:trace>
  <inkml:trace contextRef="#ctx0" brushRef="#br0" timeOffset="-56614.22">31981 14197 0,'0'0'0,"-40"0"15,-1 0 1,1 0-16,0 0 16,40 40 15,0 0-31,0 0 0,0 0 16,40-40-16,-40 40 15,40-40-15,-40 40 0,0 0 0,41-40 16,-41 41-1,0-1-15,-81-40 16,41 40-16,0-40 0,0 0 0,0 0 16,0 0-16,0 0 0,-1 0 15,1 0-15,0 0 0</inkml:trace>
  <inkml:trace contextRef="#ctx0" brushRef="#br0" timeOffset="-56344.24">31138 14959 0,'0'0'16,"-40"0"-16,80 0 16,80-81-1,121-39 16,-40 40-15,-41 80 0,-120 40-1,-40 0-15</inkml:trace>
  <inkml:trace contextRef="#ctx0" brushRef="#br0" timeOffset="-56034.25">31459 15039 0,'40'0'31,"0"0"-15,0 0-16,1 0 15,-1 0-15,0 0 0,0 0 0,0 0 31,-40 40-31,0 0 0,-80-40 16,80 40-16,-40-40 0,0 40 16,-1-40-1,41 40-15,41-40 16,-1 0 0,0 0-16,0 0 0,40 0 15,-80-40-15,40 40 16,0 0-16,1 0 0,-1 0 15</inkml:trace>
  <inkml:trace contextRef="#ctx0" brushRef="#br0" timeOffset="-55444.29">28690 14558 0,'0'40'31,"40"-40"-16,1 0 17,-1-40-32,0 40 15,0 0-15,0-40 16,0 40-16,0 0 0,1 0 0,-1 0 16,0-41-16,0 41 15,-40-40-15</inkml:trace>
  <inkml:trace contextRef="#ctx0" brushRef="#br0" timeOffset="-55014.32">29332 14317 0,'0'40'32,"-40"0"-17,40 0 1,0 0-16,0 1 0,0-1 15,0 0 1,40-40 0,1 0-16,-1 0 15,0 0 1,-40-40-16,40 0 0,0-1 16,-40 1-16,40 40 15,-40 40 16,0 1-31,-40-41 0,40 40 16,0 0 0,40-40-16,0 0 15,0 0-15,-40-40 16,41 40 0,-41-40-16,0-1 0,0 1 15,0 0-15,-41 40 16,41-40-16,0 80 31</inkml:trace>
  <inkml:trace contextRef="#ctx0" brushRef="#br0" timeOffset="-54714.33">29974 14397 0,'41'0'31,"-82"0"-31,82-40 16,-82 40-16,41 40 31,0 0-15,0 0 0,0 41-1,81-41 1,-121-40 15,-1 0-15,-39 0-1,40 0 1,0 0-16</inkml:trace>
  <inkml:trace contextRef="#ctx0" brushRef="#br0" timeOffset="-54474.35">29613 15039 0,'-40'40'16,"80"-40"15,0-40-15,1 0-16,-1 40 0,-40-40 15,40 40-15,0 0 0,40 0 0,-40-40 0,0 40 16,1-41-16,-1 41 16,0 0-16,0-40 0,0 40 15</inkml:trace>
  <inkml:trace contextRef="#ctx0" brushRef="#br0" timeOffset="-53744.46">29774 15280 0,'-40'40'16,"80"-80"-16,-80 40 31,80-41-15,0 41-16,0 0 15,0 0 1,0 0-16,-40 41 0,0-1 15,0 0-15,0 0 0,-40-40 0,40 40 16,-40 0-16,40 0 0,-40-40 16,0 40-16,40 0 0,-40-40 0,40 40 15,-40-40-15,80 0 32,0 0-17,0 0-15,0 0 0,-40-40 0,40 40 16,0-40-16,0 40 15,1 0-15,-1 0 0,0-40 0,0 40 0,0 0 16,-40-40-16,40 40 0,0 0 0,0 0 16,-40-40-16,0 80 62,-40-40-46,40-40 171,40 0-155,1 40-1,-82 0 16,41 40-47,-40-40 0,0 0 15</inkml:trace>
  <inkml:trace contextRef="#ctx0" brushRef="#br0" timeOffset="10901.77">29373 3809 0,'-41'0'297,"41"-40"-297,41 40 219,-1 0-157,0 0-46,0 0-16,0 0 15,0 0 1,0 81 0,0-81-1,-40 40-15,41-40 0,-41 40 16,0 0-1,0 0 17,0 0 186,-41-40-218,1 40 32,0-40-17,40-40-15,0 0 32,0 0-32,0 0 15,0 0-15,40 0 16,-40-1-16,81 1 0,-81 0 15,40 40 1,-40-40-16,40 40 0,0 0 0,-40-40 0,40 40 16,-40-40-16</inkml:trace>
  <inkml:trace contextRef="#ctx0" brushRef="#br0" timeOffset="11281.75">29894 3769 0,'0'0'15,"0"40"1,40-40 0,121 0-1,-1-80 1,-79 40 15,-41 0-31,-40 0 16,-40 40-1,-41-40 1,41 40 0,0 0-16,-80 80 15,120-40-15,-40-40 0,40 40 31,0 0-31,0 41 16,40-81-16,-40 40 0,40-40 16,0 0-16,0 40 15,0-40-15,40 0 16,-39 0-16</inkml:trace>
  <inkml:trace contextRef="#ctx0" brushRef="#br0" timeOffset="11491.66">30496 3569 0,'0'0'0,"-40"40"15,0 40 1,0 0 0,40 41-1,80-41 16,0-40-15,0-40 0</inkml:trace>
  <inkml:trace contextRef="#ctx0" brushRef="#br0" timeOffset="11751.66">30857 3689 0,'0'0'47,"0"80"-31,40-80-16,-40 40 0,0 1 0,0-1 15,0 0 1,0 0-16,-40-40 16,0 0-1,0 0-15,0-40 16,40 0-1,-40 40-15,40-40 0,0-1 16,0 1-16,0 0 16,40 0-16,-40 0 0,80 40 0,-80-40 15</inkml:trace>
  <inkml:trace contextRef="#ctx0" brushRef="#br0" timeOffset="12071.7">31138 3609 0,'0'0'0,"0"40"0,0 0 15,40-40 1,-40 40-16,0 0 0,40-40 0,-40 40 16,0 1-16,40-1 15,-40 0-15,0 0 16,0 0-1,0-80 17,41 40-32,-41-40 15,0 0-15,40 0 0,0-1 16,0 1-16,0 0 16,0 0-16,0 0 15</inkml:trace>
  <inkml:trace contextRef="#ctx0" brushRef="#br0" timeOffset="12381.68">31660 3850 0,'0'0'0,"40"0"0,0 0 15,0 0-15,-40-41 16,40 41-16,0 0 15,-40-40-15,40 40 0,-40-40 16,41 40 0,-41-40-16,-41 0 0,-39 40 15,40-40-15,0 40 0,0 0 16,0 40 0,40 0-16,-40-40 0,40 40 15,-41-40-15,41 40 0,0 0 16,0 1-16,41-1 0,-1 0 15,40-40 1,-80 40-16,40-40 0,0 0 16,0 0-16,0 0 0,1 0 15</inkml:trace>
  <inkml:trace contextRef="#ctx0" brushRef="#br0" timeOffset="12671.66">31981 3529 0,'0'40'31,"0"0"-31,40 0 0,-40 0 16,40 0-16,0 0 16,0 0-16,-40 1 15,40-41-15,-40 40 16,-40-40 15,40-40-31,-40-1 16,40 1-16,0 0 0,80 0 15,-80 0 1,40 40-16,-40-40 0,41 40 0,-1-40 16,0 40-1</inkml:trace>
  <inkml:trace contextRef="#ctx0" brushRef="#br0" timeOffset="13281.63">32583 3649 0,'0'40'15,"0"-80"-15,40 80 0,0-40 32,0 0-32,-40-40 15,0 0 1,-40 40-1,-40 0 1,-1 40 0,1 40-1,80-40-15,0 0 16,40 1-16,40-41 0,-39 0 31,39 0-31,40-41 31,-80 41-31,1-40 0,-1-40 32,0 80-32,-40-80 15,0 40-15,-40 40 0,0 80 32,-41 0-17,81-40 1,40 0-1,1-40 1,-1-40 0,-40-120-1,40-41 1,-40 161 0,0 0-16,40-40 15,-80 120 16,40 40-31,-40-40 16,40 0-16,0 1 0,-40-1 16,40 0-16,0 40 0,0-40 0,0 0 0,0 0 15,0 41-15,0-41 0,40 0 0,0 0 0,0 0 16,0 0-16,0 0 16,0 0-16</inkml:trace>
  <inkml:trace contextRef="#ctx0" brushRef="#br0" timeOffset="14511.48">29934 16082 0,'-40'0'16,"40"-40"-16</inkml:trace>
  <inkml:trace contextRef="#ctx0" brushRef="#br0" timeOffset="15761.43">30817 11991 0,'40'0'78,"0"0"-78,0 0 15,1 0-15,-1 40 16,-40 0 0,0 0-16,0 0 15,0 0-15,-40-40 16,40 41-16,0-82 47,0 1-47,0 0 15,0 0-15,40 40 0,-40-40 16,40 0-16,0 0 0,0 0 16,0 40-16,0 0 31,-40 40-31,40-40 16,-40 80-16,41-40 15,-41 0-15,0 0 16,0 0-1,0 1-15,0-1 0,0 0 32,0-80-17</inkml:trace>
  <inkml:trace contextRef="#ctx0" brushRef="#br0" timeOffset="16041.42">31539 12031 0,'0'-40'16,"0"80"-16,40-120 31,1 120-31,-1 0 16,-40 0-1,40-40-15,-40 80 16,0-40 0,-40-40-1,-41 0 1,41-80-1,0 80-15,40-40 0,0-40 32,0 40-32,80 0 15,-80 0-15,41 40 0,-41-41 16,40 41-16</inkml:trace>
  <inkml:trace contextRef="#ctx0" brushRef="#br0" timeOffset="16271.45">31941 11590 0,'0'0'31,"0"40"-31,40 40 31,0-40-31,-40 0 0,40 81 31,-40-81-31,0 0 0,0 0 0,0 40 32,40 0-17</inkml:trace>
  <inkml:trace contextRef="#ctx0" brushRef="#br0" timeOffset="16431.37">32061 11991 0,'-40'0'16,"80"0"-16,-80-40 0,160 0 31,-40 0-31,-39 40 0,119-81 31,-120 81-31,0 0 0</inkml:trace>
  <inkml:trace contextRef="#ctx0" brushRef="#br0" timeOffset="17041.33">31379 12793 0,'0'-40'16,"40"40"-1,-40-40-15,40 0 16,0 40-1,0 0-15,0 40 16,1 0-16,-1 0 16,-40 0-16,0 0 0,40 0 15,-40 0-15,0 1 16,0-1 0,-40-40-1,0 0-15,40-40 16,0-1-1,0-39-15,0 40 0,0 0 16,0 0-16,0 0 0,40 40 16,-40-40-16,0 0 0,80 40 15,-40-41-15,0 41 16,0 0 0</inkml:trace>
  <inkml:trace contextRef="#ctx0" brushRef="#br0" timeOffset="17341.33">31900 12793 0,'81'0'31,"-162"0"-31,202-40 0,-41 0 0,-40 0 0,40 0 31,-80-1-15,-80 41-1,0 0 17,-40 81-17,120-1 1,0 0 0,80-40 15,-40-40-31,0 0 15</inkml:trace>
  <inkml:trace contextRef="#ctx0" brushRef="#br0" timeOffset="17571.37">32462 12512 0,'0'0'0,"-40"0"16,0 40-1,0-40-15,40 81 16,40-1 15,0-40-31,40 0 32,-40-80-17,1 0 1</inkml:trace>
  <inkml:trace contextRef="#ctx0" brushRef="#br0" timeOffset="17841.28">32583 12512 0,'80'0'47,"-40"0"-47,0 0 0,0 40 31,-40 0-31,0 1 0,-40-41 16,40 40 0,-40-40-1,0 0 1,40-40 0,-40 40-16,40-41 0,0 1 31,40 0-16</inkml:trace>
  <inkml:trace contextRef="#ctx0" brushRef="#br0" timeOffset="18151.26">32703 12432 0,'40'0'16,"0"0"-1,-40 40-15,40-40 0,1 0 16,-41 40-16,40-40 0,-40 40 31,40 0-31,-40-80 63,0 0-63,40 40 0,-40-40 15,0 0-15,0 0 16,40 40-16,-40-40 0,40 40 16,-40-40-16,40 40 31</inkml:trace>
  <inkml:trace contextRef="#ctx0" brushRef="#br0" timeOffset="18431.25">33104 12432 0,'81'-40'31,"-81"0"-31,40 40 0,0 0 16,-40-40-16,0 0 16,0 0-1,-40 40 1,40 80-1,-40-80-15,40 40 16,0 0-16,-41 0 16,41 0-16,0 0 15,41-40 1,-1 0-16,0 0 16</inkml:trace>
  <inkml:trace contextRef="#ctx0" brushRef="#br0" timeOffset="19101.24">33465 12272 0,'0'0'16,"41"0"0,-41 40-1,0 0 1,0 0-1,-41 40 1,41-120 15,0 0-15,41 40-16,-41-80 16,80 40-1,-40 0-15,-40-1 31,-40 41-15,40 41 15,0-1-31,40-40 32,0 0-17,-40-40 1,0-1-16,40 41 15,-40-40 1,0 80 15,-40-40-15,40 41 0,0-82 15,0 1-16,0 0-15,0 0 0,0 0 16,0 0-16,0 0 0,0 0 16,0 0-16,0-1 15,0 1-15,0 80 32,0 1-17,0-1-15,0 0 16,0 0-16,0 0 0,0 40 0,0-40 0,0 0 15,0 41-15,0-41 16,0 0-16,0 40 0,0-40 0,0 0 0</inkml:trace>
</inkml:ink>
</file>

<file path=ppt/ink/ink14.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10-13T04:26:49.708"/>
    </inkml:context>
    <inkml:brush xml:id="br0">
      <inkml:brushProperty name="width" value="0.05292" units="cm"/>
      <inkml:brushProperty name="height" value="0.05292" units="cm"/>
      <inkml:brushProperty name="color" value="#FF0000"/>
    </inkml:brush>
  </inkml:definitions>
  <inkml:trace contextRef="#ctx0" brushRef="#br0">17535 521 0,'0'40'265,"0"0"-265,0 0 16,0 0-16,0 0 0,0 0 16,0 1-1,0-1-15,0 0 0,0 0 16,0 0-16,0 0 16,0 0-16,0 0 0,40 0 0,-40 0 15,0 1-15,0-1 16,0 0-16,0 0 0,0 0 0,0 0 0,0 0 15,0 0-15,0 0 0,0 1 0,0-1 16,0 0-16,0 0 0,0 0 16,0 0-16,0 0 0,0 40 0,0-40 15,40 1-15,-40-1 16,0 0-16,41 0 0,-41 0 0,0 0 16,40-40-16,-40 40 0,40 0 15,-40 0 16,40-40-31,0 0 0</inkml:trace>
  <inkml:trace contextRef="#ctx0" brushRef="#br0" timeOffset="869.92">16612 1483 0,'40'0'63,"1"0"-47,-1 40-16,0-40 15,0 0-15,0 0 16,0 0-1,0 0-15,0 0 0,1 0 0,-1 0 0,0 0 16,0 0-16,40 0 0,-40 0 0,0 0 0,41 0 16,-41 0-16,40-40 0,-40 40 15,0 0-15,41 0 0,-41 0 0,0 0 0,40-40 16,0 40-16,-40 0 16,41 0-16,-1 0 0,0-40 0,1 40 0,-1 0 15,0 0-15,0-40 0,1 40 16,-1 0-16,0 0 0,0-40 0,1 40 0,-1 0 15,-40 0-15,40-40 0,0 40 0,-39 0 0,39 0 16,0 0-16,-40-40 16,40 40-16,1 0 0,-1 0 0,0 0 0,-40-40 15,41 40-15,-1 0 0,40-41 16,-40 41-16,1 0 0,-1 0 0,0-40 0,0 40 16,1 0-16,-1-40 15,0 40-15,0 0 0,1 0 0,-1-40 0,0 40 16,0 0-16,-39 0 0,39 0 15,-40-40-15,40 40 0,-40 0 0,0 0 0,1 0 16,-1 0-16,0 0 0,0 0 0,0 0 31,0 0-31,0 0 16,-40-40 31,-40 40-32</inkml:trace>
  <inkml:trace contextRef="#ctx0" brushRef="#br0" timeOffset="3349.77">17575 1564 0,'0'40'47,"-40"-40"-47,40 40 16,-40-40-16,0 0 15,40 40-15,0 0 32,0 0-1,40-40 47,-40-40-78,0 0 16,0 0-1,40 0 1,-40 0-16,0-1 15,40 41-15,-40-40 0,0 0 16,40 40-16,-40-40 0,0 0 16,41 0-1,-41 0-15,40 0 16,-40 0-16,0-1 16,40 1-16,-40 0 15,0 0 1,40 40-16,-40-40 0,0 0 0,40 40 15,-40-40-15,40 40 0,-40-40 16,40 40 0,0-40-16,1 0 31,-1 40-31,-40-41 16,40 41-1,0 0-15,-40-40 0,40 40 16,0 0-1,0 0 1,1 0 0,-1 0-1,0 0 17,0 0-1,-40 40-31,40-40 15,-40 41 1,40-41 0,-40 40-16,40 0 31,0 0 0,-40 0 0,41-40-31,-41 40 0,0 0 16,40 0-16,-40 0 0,0 0 16,40 1-1,-40-1-15,0 0 16,0 0 0,40 0 15,-40 0-31,0 0 15,0 0 1,40-40-16,-40 40 16,0 1-16,40-41 15,-40 40-15,0 0 16,40-40 0,-40 40-16,0 0 15,0 0-15,40-40 16,-40 40-1,0 0-15,41-40 16,-41 40-16,0 0 31,40-40-31,-40 41 16,0-1 15,40-40-15,-40 40-16,40-40 0,-40 40 15,40-40-15,0 40 16,0-40 0,0 0 15,-40 40 0,41-40-31,-1 0 16,0 0-1,0 0 1,0-40-16,0 40 31,-40-40-31,40 40 0,0 0 32,1 0-17,-41-40 1,40 40-1,-40-40-15,40 0 32,-40-1-32,0 1 31,40 40-31,-40-40 0,0 0 31,40 40-31,-40-40 16,40 40 15,-40-40-31,0 0 16,40 40-1,-40-40-15,40 40 16,-40-40 0,0 0-16,41-1 31,-41 1-31,0 0 15,40 0-15,-40 0 16,0 0 0,0 0-16,0 0 15,40 40 1,-40-40-16,0-1 16,0 1-1,-40 40 110</inkml:trace>
  <inkml:trace contextRef="#ctx0" brushRef="#br0" timeOffset="4749.73">23073 1082 0,'40'0'125,"0"0"-109,0 0-16,0 0 15,0 0-15,0 0 0,1 0 0,39 0 16,-40 0-16,0 0 16,40 0-16,-40 0 0,41 0 0,-1 0 0,-40 0 15,40 0-15,1 0 0,-1 0 16,0 0-16,-40 0 0,40-40 0,1 40 0,-41 0 15,40 0-15,-40 0 0,0 0 0,0 0 0,1 0 16,-1 0-16,0 0 16,0 0-1,-40-40 48,0 0-48,0 0-15</inkml:trace>
  <inkml:trace contextRef="#ctx0" brushRef="#br0" timeOffset="5169.71">24437 761 0,'-40'0'0,"80"41"62,-40-1-62,40-40 16,0 40-1,0-40-15,0 0 0,1 40 0,-1-40 16,0 0-16,0 0 0,0 0 0,0 0 0,40 40 16,-39-40-16,-1 0 15,0 40-15,0-40 0,0 0 16,-40 40 0,-40-40-1,-40 0 1,40 40-16,-1 0 15,1 0-15,0 1 0,0-1 0,0 0 16,0 0-16,0 0 16,0 0-16,-1-40 0,41 40 0,-40 0 0,0-40 15,40 40-15,-40 1 0</inkml:trace>
  <inkml:trace contextRef="#ctx0" brushRef="#br0" timeOffset="6079.74">27487 1924 0,'-41'0'0,"82"0"0,-122 0 0,1 0 16,40 0-16,0 0 16,-40 0-1,-81 0 1,81 0 0,40 0 15,40 41-16,40-41 1,80 0 0,81 0 15,80 0-15,80 0-1,-80-41 16,40 1-15,40 40 0,80 0-1,-360 0-15,79 0 16,-80 0-16,1 0 0,119 0 16,-39 0-1,-121 0-15,241 0 16,-201 0-16,-40 0 0,40 0 15,-40-40-15,41 40 0,-41 0 0,201 0 32,-201 0-32,0-40 0,0 40 0,161 0 31,-121 0-15,-120 0 62,40-40-63,-40 0 1,-1 40 0,1-40-16</inkml:trace>
  <inkml:trace contextRef="#ctx0" brushRef="#br0" timeOffset="7189.59">28891 320 0,'-40'0'16,"40"40"62,0 0-47,0 1-31,0-1 32,40 0-32,-40 0 15,0 0-15,40 0 16,-40 0-16,0 0 16,0 0-1,0 1-15,0-1 0,0 0 16,0 0-1,0 0-15,0 0 0,0 0 16,0 0-16,40 0 0,-40 0 16,0 1-1,0-1-15,0 0 16,0 0 0,0 0-1,0 0 1,0 0-16,0 0 15,0 0-15,0 1 16,0-1 15,0 0-15,0 0 0,0 0-1,0 0 16,0 0-15,40-40 31</inkml:trace>
  <inkml:trace contextRef="#ctx0" brushRef="#br0" timeOffset="8339.52">29011 882 0,'0'-40'16,"0"0"-1,0 80 95,-40-40-48,0 0-46,40 40-16,-40-40 16,0 0-16,40 40 15,-40-40-15,40 40 16,-40-40-16,40 40 0,-41 0 0,1 0 15,0 0-15,0 0 0,40 1 0,-40-41 16,40 40-16,-40-40 0,40 40 16,-40-40-16,40 40 0,-40-40 0,40 40 0,-41-40 15,1 0-15,40 40 16,-40-40-16,40 40 0,-40-40 0,0 0 16,40 40-16,-40-40 15,40 40-15,-40-40 0,40 41 16,-40-41-16,40 40 15,-41-40-15,41 40 0,-40-40 16,40 40-16,-40-40 0,40 40 16,-40-40-1,40 40-15,-40-40 16,40 40 0,-40-40-16,40 40 31,-40 0 16,0 0-32,-1-40 1,41 41-16,0-82 78,41 41-15,-41-40-63,40 40 0,-40-40 0,40 40 15,-40-40-15</inkml:trace>
  <inkml:trace contextRef="#ctx0" brushRef="#br0" timeOffset="9479.53">29011 761 0,'-40'0'0,"40"-40"15,-40 40 1,80 0 46,-40 40-46,40-40 0,1 41-1,-1-41 1,0 40-16,0 0 16,0-40-16,0 0 15,0 40-15,0-40 16,1 0-16,-1 0 0,-40 40 0,40-40 15,0 0-15,0 40 0,0-40 0,0 40 0,0 0 16,1-40-16,-1 40 16,0-40-16,0 40 0,0-40 0,0 41 15,0-41 1,0 40-16,1-40 0,-1 40 0,0-40 16,-40 40-16,40-40 15,0 40-15,0 0 16,0 0-1,0-40 1,-40 40-16,41-40 0,-41 40 16,40-40-16,-40 41 15,40-41-15,0 40 32,0-40-17,-40 40 1,40-40-16,0 40 0,0-40 15,-40 40-15,41-40 0,-1 0 16,-40 40-16,40-40 16,-40 40 31,40-40-16,-40-40 203,-40 40-234,40-40 16</inkml:trace>
  <inkml:trace contextRef="#ctx0" brushRef="#br0" timeOffset="12369.41">30456 2285 0,'0'-40'0,"-40"40"16,40 40 62,0 1-62,0-1-16,0 0 15,0 0-15,0 0 16,0 0 0,40-40-16,-40 40 0,40 0 15,0-40 1,-40 40-16,40-40 16,0 0-1,-40-40 1,41 40-16,-41-40 15,40 0 1,-40 0-16,40 0 16,-40 0-1,0 0 1,0 80 31,0 0-32,40 0-15,0-40 16,-40 40 0,40-40-16,-40 40 15,40-40-15,0 0 16,1 0 15,-1-40-15,-40 0-16,40 40 15,-40-40-15,0 0 16,0 0-16,0 0 16,0-1-1,-40 41 17,40-40-32,-40 80 46</inkml:trace>
  <inkml:trace contextRef="#ctx0" brushRef="#br0" timeOffset="13149.28">31299 2446 0,'0'-40'32,"0"80"30,0 0-46,0 0-16,40-40 15,-40 40 1,0 0-16,0 0 31,0-80 16,0 0-31,40 40-1,0-40-15,40 0 16,-40 40-16,0-40 16,1 40-1,-41 40 16,0 0-31,0 0 16,0 0 0,0 0 15,0-80 16,40 40-47,-40-40 15,40 40-15,0 0 16,0 0 0,0 0 31,-40 40-32,0 0 1,40-40-16,-40 40 15,0 1 17</inkml:trace>
  <inkml:trace contextRef="#ctx0" brushRef="#br0" timeOffset="14529.28">26804 2606 0,'0'-40'16,"41"40"125,-1 0-110,0 0-31,0 0 0,0 0 0,0-40 16,0 40-16,0 0 0,1 0 15,-1 0-15,0 0 0,0-40 16</inkml:trace>
  <inkml:trace contextRef="#ctx0" brushRef="#br0" timeOffset="15329.19">27607 2285 0,'-40'0'16,"80"0"-16,-80 41 47,80-1-32,-40 0 1,0 0-16,0 0 16,0 0-1,0 0-15,0 0 16,40-40 0,0 40-1,0-40 1,0 0-16,1 0 15,-1 0-15,-40-40 0,40 40 16,-40-40-16,40 40 16,-40-40-16,40 40 0,-40-40 31,0 0-31,40 40 0,-40 40 78,0 0-62,0 0-1,0 0 1,40-40-16,-40 40 16,40-40-16,1 0 15,-1 0-15,0 0 16,0 0-16,0-40 15,0 0-15,0 0 32,-40 0-32,40 40 15,-40-40-15,0 0 16,0 0-16,0 0 31,-40 40-31,40-41 0,0 1 16,-40 40-16,40 40 62,-40-40-46,40 41 0</inkml:trace>
  <inkml:trace contextRef="#ctx0" brushRef="#br0" timeOffset="16169.09">28570 2526 0,'0'0'0,"40"0"62,-40-40-62,40 40 32,0 0-32,-40 40 15,40-40 1,-40 40-16,0 0 0,0 0 15,0 0-15,41-40 16,-41 41 0,0-82 46,0 1-46,0 0-1,40 40-15,0 0 16,-40-40-16,40 40 0,0 0 16,0 0-1,0 0 1,-40 40 0,0 0-16,41-40 15,-41 40 1,0 1-1,-41-41 1,41-41 31,41 41-47,-41-40 16,40 40-16,-40-40 15,40 40-15,0-40 16,0 40 31,-40 40-32,0 0 1,40 0 0,-40 1-16,0-1 15,40-40 1,-40 40-16,40-40 15,1 0-15,-1 0 16,0 0 0,-40-40-16,0 0 15</inkml:trace>
  <inkml:trace contextRef="#ctx0" brushRef="#br0" timeOffset="17469.02">28771 280 0,'-41'0'78,"1"0"-47,40 40 0,-40-40-31,0 40 32,0-40-32,40 40 0,-40-40 15,0 41 1,0-1-16,-1-40 0,1 40 15,0-40-15,80 0 79,-40-40-79,40 0 15,1 40-15,-41-41 0,40 41 16,-40-40-16,40 40 0,0-40 15,0 40 1,-40-40-16,40 40 0,0 0 31,0 0-31,1 0 16,-1 0 46,0 0-46,0 0 0,-40 40-16,40-40 0,0 0 0,-40 40 15,40-40-15,1 0 16,-1 0-16,0 0 0,0 40 0,0-40 0,0 0 16,0 0-16,0 0 15</inkml:trace>
  <inkml:trace contextRef="#ctx0" brushRef="#br0" timeOffset="19448.94">31178 1884 0,'-40'0'171,"0"0"-155,0 0 0,40-40-1,-40 40-15,40-40 32,-40 40-32,80 0 125,0 0-110,0 0-15,0 0 0,0 0 16,0 0-16,41 0 0,-41 0 0,40 0 0,0 0 15,-40 0-15,41 0 0,-41 0 16,40 0-16,-40 0 0,40 0 0,-40 0 0,1 0 16,-1 0-16,0 0 15,0 0-15,0 0 0,0 0 0,0 0 0,0 0 16,1 0-16,-1 0 16,0 0-16,0 0 0,0 0 15,0-40 1,0 40-16,0 0 15,-80 0 48,0-40-47</inkml:trace>
  <inkml:trace contextRef="#ctx0" brushRef="#br0" timeOffset="19838.88">32141 1564 0,'-40'0'16,"80"0"-16,0 0 47,0 0-47,1 0 15,-1 40-15,0-40 16,-40 40-16,40-40 0,0 0 0,0 40 0,0-40 16,0 40-1,1-40-15,-1 40 16,-40 0 15,0 0-15,-40-40-1,-1 40-15,1-40 0,0 0 16,0 0-16,0 0 0,-40 40 16,40-40-16,-41 0 0,41 0 0,0 0 0,0 0 15</inkml:trace>
  <inkml:trace contextRef="#ctx0" brushRef="#br0" timeOffset="20818.86">27085 1724 0,'0'0'0,"-40"0"15,40-40 1,-40 40-16,0 40 78,0-40-62,0 0-16,40 40 0,-40-40 15,-1 0-15,1 0 0,0 40 16,0-40-16,0 40 0,0-40 0,0 40 15,0 0-15,-1-40 0,41 41 0,-40-41 16,0 0-16,40 40 16,40-40 46,0-40-62,1 40 16,-1 0-1,0 40-15,0 0 16,0-40-16,-40 40 0,40-40 0,0 40 16,0-40-16,1 0 15,-1 40-15,0-40 0,0 0 0,0 0 0,0 40 16,0-40 0</inkml:trace>
  <inkml:trace contextRef="#ctx0" brushRef="#br0" timeOffset="22488.79">17455 360 0,'0'-40'46,"40"40"-30,0 0 31,-80 0 78,40 40-125,-40-40 16,40 40-16,-40-40 15,0 41-15,40-1 0,-40-40 0,-1 40 16,1 0-1,0 0-15,0-40 0,40 40 0,-40-40 0,40 40 16,-40-40 0,40-40 46,0 0-62,80 40 16,-80-40-16,40 40 0,-40-40 15,40 0 1,0 40-16,1-40 16,-1 40-1,-40-41-15,40 41 0,0-40 16,0 40 15,0 0 47,0 40-62,0-40-16,1 0 0,-1 0 0,0 0 16,0 0-16,0 41 15,0-41-15,0 0 0,0 0 0,1 0 0,-1 0 16,0 0-16</inkml:trace>
  <inkml:trace contextRef="#ctx0" brushRef="#br0" timeOffset="23898.63">13803 1002 0,'41'0'32,"-41"-40"-17,0 0 17,40 40-17,-40-40-15,40 40 0,0-40 16,0 40-1,0 0-15,0 0 0,0 0 16,-40 40-16,0 0 16,41-40-16,-41 40 0,0 0 0,0 0 15,0 40 1,0-40-16,-41 1 0,41-1 0,-40 0 0,40 0 16,-80 0-16,80 0 15,-40-40-15,40 40 0,-40 0 0,0 0 0,0 1 16,40-82 15,40 41-31,-40-40 0,40 40 16,-40-40-16,40 0 15,0 0-15,-40 0 0,40 0 0,0 40 0,-40-40 16,40 0-16,1-1 0,-1 1 16,-40 0-16,40 0 0,0 0 15,-40 0-15,40 0 0,-40 0 16,40 0-1,-40 0-15,40 40 16,-40-41 0,-40 41 62,0 41-47,0-41-31,40 40 0,-40 0 16,0 0-1,40 0-15,-40-40 0,40 40 16,0 0-16,0 0 16,-41-40-16,41 40 0,0 0 0,0 1 15,81-1-15,-1-40 31,-40 0-31,0 0 0,0 0 16,0 0 0,1 0-16</inkml:trace>
  <inkml:trace contextRef="#ctx0" brushRef="#br0" timeOffset="24338.69">14807 601 0,'-40'0'32,"40"40"15,-41 0-32,41 0-15,0 0 16,-80-40-16,80 41 0,0-1 0,0 0 15,-40-40-15,40 40 0,-40 0 16,40 0-16,0 0 0,0 0 0,0 0 16,0 0-16,80 1 15,-80-1-15,40 0 0,-40 0 16,40 0-16,1 0 16,-1-40-16,0 0 15</inkml:trace>
  <inkml:trace contextRef="#ctx0" brushRef="#br0" timeOffset="24718.66">15208 641 0,'0'0'15,"0"-40"1,0 80 15,0 0-15,0 81 0,0-81-16,0 80 15,0-80-15,0 0 16,0 40-1,0-40 1,40-40-16,0 81 16,0-81-16,41 0 31,-1-81-15,-40 41-16</inkml:trace>
  <inkml:trace contextRef="#ctx0" brushRef="#br0" timeOffset="24948.58">14927 962 0,'-80'0'16,"160"0"-1,-40 0 1,-40-40-16,80 40 0,-39 0 16,-1-40-16,0 40 0,0 0 0,40 0 0,-40-40 15,0 40-15,1-40 16,-1 40-16,0 0 0,-40-41 0,40 41 0,0 0 16</inkml:trace>
  <inkml:trace contextRef="#ctx0" brushRef="#br0" timeOffset="25188.62">15449 601 0,'0'0'16,"0"40"-16,40-40 15,0 0 1,-40 40-16,120 40 15,-80-39-15,1-1 0,-1 80 32,-40-80-32,40 201 15,-120-201-15,80 0 0,-161 120 16,121-120-16</inkml:trace>
  <inkml:trace contextRef="#ctx0" brushRef="#br0" timeOffset="26668.47">29774 240 0,'0'40'109,"0"0"-62,40-40-47,0 40 16,40-40-16,-80 40 0,40-40 15,1 41-15,-1-41 0,0 0 0,0 40 0,0-40 16,0 0-16,0 40 15,0-40-15,1 0 0,-1 40 0,0-40 16,0 0 0</inkml:trace>
  <inkml:trace contextRef="#ctx0" brushRef="#br0" timeOffset="27058.53">30255 360 0,'0'-40'15,"0"0"1,0 80 62,-40-40-62,40 40-16,-40-40 0,0 40 15,0-40-15,0 41 0,0-1 16,-1-40-16,1 0 0,0 40 0,0 0 16,0 0-1,40 0-15,-40-40 0,40 40 16</inkml:trace>
  <inkml:trace contextRef="#ctx0" brushRef="#br0" timeOffset="27608.5">30897 240 0,'0'40'47,"-40"-40"-47,40 40 31,-40-40-15,40 40-16,-40 0 16,40 1-1,0-1-15,0 0 0,0 0 16,0 0-16,0 0 16,0 0-16,80-40 15,-80 40-15,40-40 0,0 0 16</inkml:trace>
  <inkml:trace contextRef="#ctx0" brushRef="#br0" timeOffset="28108.38">31258 561 0,'0'-40'16,"0"80"-16,41-80 0,-1 0 0,0 0 31,-40-1 1,0 1-17,0 80 63,0 1-62,0-1-16,0 0 16,-40-40-1,40 40-15,0 0 0,0 0 16,0 0-16,0 0 0,0 0 15,-40 1 1,40-1-16,-41-40 0,41 40 16,-40-40-1,0 0-15,40 40 0,-40-40 16,0 0-16,0 0 16,0 0-1,0-40-15</inkml:trace>
  <inkml:trace contextRef="#ctx0" brushRef="#br0" timeOffset="28358.44">31379 160 0,'-40'0'31,"0"0"-15</inkml:trace>
  <inkml:trace contextRef="#ctx0" brushRef="#br0" timeOffset="28958.41">31660 360 0,'-40'0'16,"40"40"15,0 1-31,0-1 32,0 0-32,40 0 15,0-40 16,0 0-31,0 0 16,-40-40 0,40 40-16,-40-40 15,0 0 17,40 40 30,-40 40-46,0 0-1,40-40-15,1 40 0,-41 0 16,40-40 0,0 0-1,0 0-15,-40-40 16,40 40-16,-40-40 15,40 40-15,-40-40 0,40 40 16,-40-40-16,0-1 16,0 1-16,-40 0 0,40 0 15,-40 40 1,40-40-16</inkml:trace>
  <inkml:trace contextRef="#ctx0" brushRef="#br0" timeOffset="29198.31">32502 280 0,'40'0'15,"1"0"1,-41 40-16,40 0 15,0-40-15,-40 40 0,0 1 16,0-1-16,0 0 0,0 0 16,-40 0-16,40 40 0,-81-40 0,41 41 0,0-41 15,-40 40-15,40 0 16,-40-40-16,39 40 0,-39-40 0,0 41 0,-40-41 0</inkml:trace>
  <inkml:trace contextRef="#ctx0" brushRef="#br0" timeOffset="118093.18">24878 12432 0,'0'0'0,"0"-40"16,-40 40-16,40 40 94,0 0-79,0 0 32,40-40-31,0 0-16,1 0 15,-1 0 1,0 0-16,0-40 0,0 0 16,0 0-16,0 40 15,-40-40-15,40 0 0,-40 0 16,41 0-16,-41-1 15,0 1 1,0 0 0,0 80 77,40-40-77,0 0 15,-40 40-15,40-40 0,-40 41-1,0-1 1,0 0-16,0 0 15,0 0 1,0 0-16,0 0 31,40-40 1,0 0-32,0 0 15,1 0 1,-1 0-1,0-40-15,0 40 16,0-40 0,0 0-1</inkml:trace>
  <inkml:trace contextRef="#ctx0" brushRef="#br0" timeOffset="118313.11">26162 12312 0,'0'0'0,"0"40"46,0 40-46,0-40 32,0 0-32,0 0 0,0 0 15,0 1 1</inkml:trace>
  <inkml:trace contextRef="#ctx0" brushRef="#br0" timeOffset="119243.08">19702 12673 0,'-40'0'16,"40"40"0,-40-40-1,80 0 32,0 0-31,0 0-16,0 0 15,0 0-15,1 0 0,-1 0 0,0-40 16,0 40-16,0 0 16,0 0-16,0-40 0,0 40 0,1 0 0,-1-41 15,0 41-15,0 0 0,0 0 0,0 0 16,0 0-16</inkml:trace>
  <inkml:trace contextRef="#ctx0" brushRef="#br0" timeOffset="119873.12">20866 12472 0,'-40'0'15,"40"40"1,-41 0-16,41 0 16,0 1-1,41-1-15,-1-40 16,0 0-1,0 0-15,0 0 0,0 0 16,0-40-16,0-1 16,1 1-16,-1 0 0,-40 0 15,40 0 1,-40 0-16,0 0 0,0 0 16,0 0-16,0 0 15,0-1 1,40 41 15,0 0-31,0 0 0,0 0 31,0 0-31,-40 41 0,41-41 16,-41 40 0,0 0-16,0 0 15,0 0-15,0 0 16,0 0-16,0 0 15,0 0-15,80 0 16,-80 1 0,40-1-16,0-40 15,0 0 1,0 0-16,0 0 16,-40-40-16,41 40 0,-1-41 0,0 1 15,-40 0 1,40 40-16,-40-40 0</inkml:trace>
  <inkml:trace contextRef="#ctx0" brushRef="#br0" timeOffset="120073.03">22110 12432 0,'0'-40'15,"0"80"16,-40 0-31,40 0 16,-41 0-16,41 0 16,0 1-16,0-1 0,0 0 15,41-40 1,-41 40-16,0 0 0,40-40 0,-40 40 16</inkml:trace>
  <inkml:trace contextRef="#ctx0" brushRef="#br0" timeOffset="124112.79">23996 10026 0,'-41'0'16,"1"0"77,40 40-77,40-80 78,1 40-94,-1 0 15,0 0 1,0 40-16,0-40 16,-40 40-16,40-40 0,0 0 31,0 0-31,1-40 15,-41 0 1,40 40-16,-40-40 0,0 0 31,40-1-31,-40 1 0,0 0 16,40 40-16,-40-40 16,40 0-16,-40 0 0,40 40 15,-40-40-15,40 40 0,-40-40 16,40 40-1,-40-40-15,41 40 16,-41-41-16,40 1 16,0 40 15,-40 40-15,0 1-1,40-1 1,-40 0-16,0 0 0,0 0 15,0 0 1,0 0-16,0 0 16,40-40 31,0 0-16,-40-40 94,40 40 31,0 0-140,1 0-16,-41-40 31,40 40-31,-40-40 16,40 40-16,-40-40 31</inkml:trace>
  <inkml:trace contextRef="#ctx0" brushRef="#br0" timeOffset="124512.77">25159 9665 0,'0'0'0,"40"-40"16,0 0-1,81-1 1,-81 41 0,-40 81-1,-40 39 1,40-80-16,-40 0 16,0 0-16,40 0 15,40-40 1,0-40 15,161-40-15,-121 80-1,-40-40-15,40 40 16,-40-40-16,0 40 16,-80 40-1,0-40 1,0 40-1,0-40-15,0 0 16,0 0-16,0 0 0</inkml:trace>
  <inkml:trace contextRef="#ctx0" brushRef="#br0" timeOffset="125712.69">23354 13354 0,'0'-40'31,"-41"40"-31,1 0 63,0 0-48,40 40-15,-40-40 0,80 0 94,0 0-94,41 0 16,-41-40-16,0 40 0,0 0 0,0-40 15,0 40-15,0 0 16,0 0-16,1 0 0,-1 0 31,-40 40 0,-40-40-15,-1 0 0,41-40-1</inkml:trace>
  <inkml:trace contextRef="#ctx0" brushRef="#br0" timeOffset="126602.72">23193 10347 0,'0'40'0,"-40"-40"0,0 0 32,40 40-17,0 0 1,40-40 31,0 0-47,0 0 15,0 0 1,0 0-16,1 0 0,-1 0 16,0 0-16,0 0 0,0 0 0,0 0 0,0 0 15,0 0-15,1 0 16</inkml:trace>
  <inkml:trace contextRef="#ctx0" brushRef="#br0" timeOffset="127432.61">23835 13836 0,'-40'0'0,"40"-40"47,80 40-16,-80-40-16,80 40 1,-39 0-16,-1 0 0,0 0 16,0 0-16,-40-41 0,40 41 15,0 0-15,0 0 0,0 0 0,-40-40 16</inkml:trace>
  <inkml:trace contextRef="#ctx0" brushRef="#br0" timeOffset="128072.62">24597 13635 0,'0'-40'0,"-40"40"0,80 0 62,-40 40-62,41 0 0,-1 0 16,-40 1-16,40-41 15,-40 40-15,40-40 0,-40 40 0,40-40 16,0 0 0,0 0-1,-40-40-15,40 40 16,-40-40-16,41-1 15,-41 1-15,0 0 0,40 0 0,-40 0 16,40 0-16,-40 0 0,40 0 16,-40 0-16,40-1 0,-40 1 0,0 0 15,0 0-15,40 40 16,-40-40-16,0 0 0,40 40 16,0 0 15,-40 40-16,0 0 1,0 0-16,0 0 16,0 0-1,0 1-15,0-1 0,0 0 0,41 0 16,-41 0 0,0 0-16,0 0 0,0 0 15,40-40-15,-40 40 0,40-40 0,0 41 31,0-41-31,0 0 0,0 0 16,1 0 0,-1 0-16,0 0 15,-40-41-15,40 41 16,-40-40 0</inkml:trace>
  <inkml:trace contextRef="#ctx0" brushRef="#br0" timeOffset="128542.52">26203 13555 0,'0'-40'16,"40"0"-1,-40 80 16,40-40-31,-40 40 0,0 0 0,0 0 16,0 0-16,-40 0 16,40 1-16,-40-1 15,40 0 1,0-80 31,40 40-47,0 0 0,-40-40 0,80 40 15,-40 0-15,-40-41 16,40 41-16,0 0 0,1-40 0,-1 40 31,-40-40-15,-40 40 78,-1 0-94</inkml:trace>
  <inkml:trace contextRef="#ctx0" brushRef="#br0" timeOffset="-158042.5">11918 3208 0,'0'-40'16,"0"0"-16,0 0 15,0-1 1,40 41-16,-40 41 78,0-1-62,0 0-16,0 0 0,0 40 0,0-40 0,0 0 15,0 40-15,0-39 16,0-1-16,-81 40 0,81-40 0,0 40 0,0-40 16,0 41-16,0-1 0,0 0 15,0-40-15,0 40 0,-40 0 0,40 1 0,0-41 16,0 40-16,0 0 0,0 0 0,-40 1 0,40-1 15,0 0-15,0 0 16,-40 41-16,40-41 0,-40 40 0,40-40 0,-40 41 16,0-41-16,40 40 0,-40-40 15,-1 1-15,1 39 0,0-40 0,0 0 0,0 1 16,40-1-16,-40-40 16,0 0-16,0 40 0</inkml:trace>
  <inkml:trace contextRef="#ctx0" brushRef="#br0" timeOffset="-157312.53">10192 4972 0,'-40'0'0,"80"0"0,-120 0 16,120 0 15,0 0 1,0 0-17,0 0-15,0 41 16,1-41-16,-1 0 0,0 0 0,0 0 0,0 0 15,0 0-15,40 0 16,-39-41-16,39 41 0,-40 0 0,40-40 0,-40 40 16,41 0-16,-1 0 0,0-40 15,-40 40-15,41 0 0,-1-40 0,0 40 0,0 0 16,1 0-16,-1 0 16,40-40-16,1 40 0,-41 0 0,40 0 0,1 0 15,-81-80-15,160 120 0,-79-40 16,-1-40-16,41 40 0,-41 0 0,40-40 0,-39 40 15,-201-80-15,441 160 0,-241-80 0,0 0 0,1 0 16,-1 0-16,1 0 16,-1 0-16,-40 0 0,41 0 0,-41 0 0,40 0 15,-39 0-15,-1 0 0,0 0 16,40 0-16,-39-40 0,-1 40 0,0 0 0,0-40 16,-39 40-16,-1-41 15,0 41-15,0 0 0,0-40 0,0 40 0,0 0 16,0 0-16,-40-40 0,41 40 0,-1 0 0,0 0 15,0 0-15,0 0 16,0-40-16,0 40 0,0 0 31,1 0-31,-41-40 16</inkml:trace>
  <inkml:trace contextRef="#ctx0" brushRef="#br0" timeOffset="-156302.61">11797 4932 0,'40'0'0,"-80"0"172,0-40-172,40 0 15,0 0 1,0 0 0,0 80 15,0 0-16,0 0 1,-40-40-16,40 40 0,-40-40 0,40 40 16,0-80 15</inkml:trace>
  <inkml:trace contextRef="#ctx0" brushRef="#br0" timeOffset="-155982.63">12680 4170 0,'40'0'94</inkml:trace>
  <inkml:trace contextRef="#ctx0" brushRef="#br0" timeOffset="-154452.69">13643 3649 0,'40'0'16,"-40"40"46,0 0-46,0 0 0,0 0-1,0 1 1,0-1-1,0 0-15,0 0 16,0 0 0,0 0-16,0 0 0,-40 0 0,40 0 15,0 0-15,0 1 16,0-1-16,-40 0 0,40 0 16,0 0-1,0 0-15,0 0 31,-40-40-15,40 40-16,0 0 0,0 1 16,0-1-1,0 0-15,-40 0 0,40 0 0,0 0 16,0 0-16,0 0 16,0 0-16,0 0 0,-41-80 31,82 80-31,-122-120 0,121 120 0,-40-80 15,0 0-15,0 0 0,0 0 16,0 0-16,41 0 0,-41 0 16,0 0-16,0-1 0,40 41 0,-40-40 0,0 0 15</inkml:trace>
  <inkml:trace contextRef="#ctx0" brushRef="#br0" timeOffset="-153672.72">12800 4251 0,'40'0'16,"-40"-41"0,41 41-1,-41 41 32,-41-41-16,41 40-15,0 0 0,0 0-1,0 0 1,0 0-16,0 0 0,0 0 15,0 0-15,-40-40 0,40 41 0,0-1 16,0 0-16,0 0 16,-40-40-16,40 40 0,0 0 15,-40 0-15</inkml:trace>
  <inkml:trace contextRef="#ctx0" brushRef="#br0" timeOffset="-152802.82">14245 4411 0,'0'40'16,"0"-80"62,0 80-31,0 0-31,40-40-1,-40 40-15,0 41 94,0-41-94,0 0 0,0 0 16,0 0-16,0 0 0,0 0 15,0 0-15,0 0 0,0 0 16,-40-40-16</inkml:trace>
  <inkml:trace contextRef="#ctx0" brushRef="#br0" timeOffset="-151982.87">14927 4772 0,'0'-40'78,"0"0"-47,0 80 63,0 0-78,0 0-1,0 0 1,0 0-16,0 0 16,0 0-16,0 1 15,0-1-15,0 0 0,0 0 0,0 0 16,0 0-16,0 0 0,0 0 0,-40 0 15,40 1 1,0-82 15,0 1-31,0 0 16,0 80 31</inkml:trace>
  <inkml:trace contextRef="#ctx0" brushRef="#br0" timeOffset="-151132.91">15609 4652 0,'-40'-40'16,"80"80"-16,-80-40 47,80 0-47,-40 40 93,0 0-77,0-80-16,0 120 0,-40-80 16,80 40-16,-40 0 15,0 0-15,0 0 0,0 0 16,0 1-16,0-1 0,0 0 0,0 0 15,0 0 1,0 0-16,-40 0 0,80 0 0,-40 0 16,0 1-1,0-1-15,0 0 0,0 0 16,-40 0-16,40 0 16,0-40-16,0 80 0,0-40 15,0 0-15,0 1 16,0-1-16,-40 0 0,40 0 15,0 0 17,0 0-17,0 0 1,-40-40 15,40-40-31,-40 0 16,40 0-16,0 0 0</inkml:trace>
  <inkml:trace contextRef="#ctx0" brushRef="#br0" timeOffset="-150402.96">16131 4451 0,'0'40'31,"-40"-40"-31,80 0 0,0 0 16,-80-40 31,80 80-47,-40 0 47,0 0-32,0 1 16,0-1-15,0 0 0,0 0-16,0 0 0,0 0 0,0 0 15,0 0 1,0 0-16,0 0 0,0 1 0,-40-1 0,40 0 16,0 0-16,-40-40 0,80 40 15,-40 0-15,-40-40 0</inkml:trace>
  <inkml:trace contextRef="#ctx0" brushRef="#br0" timeOffset="-148703.05">19983 4371 0,'-40'0'0,"80"0"78,0 0-31,-40 0-31,40 0-1,0 0-15,0 0 0,1 0 16,-1 0-1,0 0-15,0 0 0,0 0 0,0 0 0,0 0 16,0 0-16,1-40 16,39 80-16,0-40 0,-40 0 0,40 0 0,-39 0 15,39 0-15,0 0 0,-40 0 16,40 0-16,1 0 0,-1 0 0,-80 0 0,120 0 16,-39 0-16,-1 0 15,0 0-15,0 0 0,1 0 0,-1 0 0,0-40 16,0 80-16,1-40 0,-1 0 0,0 0 0,-40 0 15,41 0-15,-41 0 0,40 0 16,-120-40-16,160 80 0,-80-40 0,41 0 0,-41 0 0,40 0 16,0 0-16,-40 0 15,41 0-15,-1 0 0,0 0 0,-40 0 0,40 0 16,1 0-16,-41-40 0,80 80 16,-40-40-16,1 0 0,-41 0 0,120 40 0,-79-80 15,-1 80-15,0-40 0,0 0 0,1-40 0,-1 80 16,-40-40-16,0 0 15,0 0-15,40 0 0,-120-80 0,161 160 0,-81-80 16,0 0 0,-80-40-16,120 80 0,-160-80 0,200 80 0,-80-40 15,-80 0 1,120 0-16,-80-40 0,121 80 0,-81-40 0,40 0 16,0 0-16,1 0 0,-1 0 15,-40 0-15,0-40 0,81 80 0,-41-40 0,0 0 16,0 0-16,1 0 0,-41 0 0,40 0 0,0 0 15,-40 0-15,41 0 16,-41 0-16,-80-40 0,160 80 0,-80-40 0,0 0 16,0 0-16,1 0 0,-1 0 15,40 0-15,-40 0 0,40 40 0,1-40 0,-1 0 16,0 0-16,0 0 16,-40 0-16,41 40 0,-1-80 0,-40 80 0,-80-40 15,160 0-15,-80 40 0,1-40 0,-1 0 0,0 0 16,0 0-16,-40-80 15,40 200-15,0-120 0,-80 0 32,80 0-32,-120 0 0,160 0 0,-40 0 15</inkml:trace>
  <inkml:trace contextRef="#ctx0" brushRef="#br0" timeOffset="-147823.11">23835 2406 0,'0'40'31,"0"0"-15,0 0 15,0 0-31,0 0 16,0 0-16,0 0 15,0 1-15,0-1 0,0 0 0,0 0 16,-40 0-16,40 0 0,-40 0 16,40 0-16,0 41 0,0-41 0,0 0 0,-40 0 15,40 0-15,0 0 0,-40 0 0,40 0 0,0 0 16,-41 0-16,41 1 15,0-1-15,0 0 0,-40 0 0,40 0 0,0 0 16,0 0-16,0 0 0,0 0 16,0 1-16,0-1 0,0 0 0,0 0 15,0 0-15,0 0 16,0 0-16,0 0 16,0 0-1,0 0-15,-40 1 16,40-1-16,0 0 0,-40 0 15,0 0 1,40 0-16,-40-40 0,40 40 16,0 0-1</inkml:trace>
  <inkml:trace contextRef="#ctx0" brushRef="#br0" timeOffset="-146973.16">23795 3047 0,'0'41'0,"-40"-41"62,40 40-46,-40 0 15,0-40-31,40 40 0,-41 0 16,1 0 0,0 0-16,0 0 0,0-40 0,0 40 15,40 0-15,-40 1 0,0-41 0,-1 40 0,1 0 16,0 0-16,40 0 0,-40-40 15,0 40-15,0 0 0,0 0 0,0-40 0,-1 40 16,1 1-16,0-1 16,0-40-16,0 40 0,0 0 0,40 0 0,-40-40 15,0 40-15,40 0 0,-41 0 16,1 0-16,40 0 0,-40-40 0,0 41 0,40-1 16,-40 0-1,40 0-15,-40-40 16,0 0 62,40-40-16,0 0-46,0 0 0</inkml:trace>
  <inkml:trace contextRef="#ctx0" brushRef="#br0" timeOffset="-146153.13">23795 3128 0,'0'-40'31,"40"40"-15,-40 40 47,0 0-48,0 0 1,0 0-16,0 0 15,0 0-15,40 0 0,-40 0 16,0 0-16,0 1 0,40-1 16,-40 0-16,0 0 0,0 0 15,0 0-15,0 0 16,40 0-16,-40 0 0,0 1 16,41-41-16,-41 40 0,0 0 15,40-40-15,-40 40 0,40-40 0,-40 40 0,40-40 16,-40 40-16,40-40 0,-40 40 0,40-40 0,0 40 15,0 0 1,1-40-16,-41 40 0,40 1 16,-40-1-1,0 0-15,40-40 16,-40 40-16,0 0 16,40-40-1,-40 40-15,40-40 94,-40-40-63</inkml:trace>
  <inkml:trace contextRef="#ctx0" brushRef="#br0" timeOffset="-145343.26">26363 3248 0,'0'40'62,"0"0"-30,-40 0-32,0-40 0,40 40 15,-40-40-15,40 40 0,-40 1 0,-1-1 16,1-40-16,40 40 15,-40 0-15,0 0 0,0 0 0,0-40 0,40 40 16,-40 0-16,0 0 0,-1 1 16,-39-1-16,40-40 0,0 40 0,40 0 0,-40 0 15,0 0-15,0 0 16,-1 0-16,1 0 0,40 0 0,-40 1 16,40-1-16,-40-40 15,40 40-15,-40 0 0,40 0 16,-40 0-16,0-40 31,40-40-15</inkml:trace>
  <inkml:trace contextRef="#ctx0" brushRef="#br0" timeOffset="-144793.29">26403 3288 0,'40'0'31,"0"0"-16,1 0-15,-1 0 16,0 0 0,0 0-16,-40 40 15,40-40 1,-40 40-16,0 0 0,0 0 0,40-40 0,-40 41 16,0-1-16,0 0 15,40 0-15,-40 0 0,0 0 0,40 0 16,-40 0-16,41-40 0,-41 40 15,40-40-15,0 41 16,-40-1-16,40-40 0,0 40 0,0-40 0,0 40 16,0 0-16,1-40 0,-41 40 15,40 0-15,0-40 0,-40 40 0,40 0 0,0 0 16,-40 1 0,40-1-16</inkml:trace>
  <inkml:trace contextRef="#ctx0" brushRef="#br0" timeOffset="-143323.39">20585 2927 0,'0'40'78,"-40"-40"-78,40 40 0,0 0 16,0 1-16,-40-41 15,40 40-15,-81 0 0,81 0 0,-40-40 0,40 40 16,-40 0-16,0 0 0,0 0 16,0 0-16,0 0 0,-1 1 0,1-1 0,-40 0 15,40 0-15,-40 0 16,40 40-16,-41-40 0,41 0 0,-40 1 0,40-1 16,0 0-16,-41 0 0,41-40 15,0 40-15,0 0 0,0 0 0,0-40 16,40 40-16,-40-40 0,40 40 15,-40 0 1,40 1-16,-41-41 16,1 0-1</inkml:trace>
  <inkml:trace contextRef="#ctx0" brushRef="#br0" timeOffset="-142783.42">20505 3007 0,'0'0'15,"0"40"32,40 1-31,-40-1-1,0 0 1,0 0-16,40 0 0,-40 0 0,40 0 0,-40 0 16,40 0-16,0 41 15,-40-41-15,40 0 0,-40 0 0,40 0 16,-40 0-16,41 0 0,-1 0 0,-40 0 0,40-40 15,0 41-15,-40-1 16,40 0-16,0-40 0,-40 40 0,40-40 0,-40 40 16,0 0-16,40 0 15,-40 0-15,0 0 16,41 0 0,-1 1-16</inkml:trace>
  <inkml:trace contextRef="#ctx0" brushRef="#br0" timeOffset="-142133.43">20585 3128 0,'0'-40'78,"0"-1"-78</inkml:trace>
  <inkml:trace contextRef="#ctx0" brushRef="#br0" timeOffset="-141983.47">20585 3168 0,'0'0'0,"0"40"0,-40 0 15,40 0-15,0 0 16,0 0-16,-40 0 15,40 0-15,0 1 0,-41-1 0,41 0 0,0 0 16,-40 0-16</inkml:trace>
  <inkml:trace contextRef="#ctx0" brushRef="#br0" timeOffset="-141853.45">20264 4010 0,'-40'0'15,"80"0"-15,-80 40 0,0-40 16</inkml:trace>
  <inkml:trace contextRef="#ctx0" brushRef="#br0" timeOffset="-141653.45">20264 4291 0,'0'0'16,"0"80"0,-40 0 15,40 0-15,0-40-1</inkml:trace>
  <inkml:trace contextRef="#ctx0" brushRef="#br0" timeOffset="-140423.55">26483 3288 0,'41'0'16,"-41"-40"-16,40 40 16,-80 0 46,40 40-62,0 0 16,-41-40-16,41 40 0,0 0 15,-40 0 1,40 1-16,-40-1 0,40 0 0</inkml:trace>
  <inkml:trace contextRef="#ctx0" brushRef="#br0" timeOffset="-140283.48">26443 4010 0,'0'40'16,"0"0"0,0 0-1,-40-40-15</inkml:trace>
  <inkml:trace contextRef="#ctx0" brushRef="#br0" timeOffset="-140133.5">26203 4371 0,'0'40'0,"0"0"16,0 0-16,0 0 0</inkml:trace>
  <inkml:trace contextRef="#ctx0" brushRef="#br0" timeOffset="-139983.51">26203 4732 0</inkml:trace>
  <inkml:trace contextRef="#ctx0" brushRef="#br0" timeOffset="-138083.6">22110 4652 0,'-40'0'500,"-1"0"-485,1 40 1,0-40 15,0 0-15,0 0 0,80 0 62,0 0-63,0 0-15,0 0 16,1 0-16,-41 40 0,40-40 0,0 0 16,0 0-16,0 0 0,0 0 15,0 0 1,0 0-1,-40-40 1,41 40 15,-41-40-31</inkml:trace>
  <inkml:trace contextRef="#ctx0" brushRef="#br0" timeOffset="-137433.64">22471 4612 0,'0'40'78,"0"0"-47,0 0-31,0 0 16,0 0-1,40-40 1,0 0 15,0 0-15,0 0-1,-40-40-15,40 0 0,-40 0 16,41 40 0,-41-40-16,0 80 62,0 0-46,0 0-1,0 0 1,40-40 31,0 0-31,-40-40-16,40 40 0,0 0 15,-40-40-15,40 40 0,-40-40 0,40 0 0,-40 0 16,40-1-1,-40 1-15,0 0 32</inkml:trace>
  <inkml:trace contextRef="#ctx0" brushRef="#br0" timeOffset="-136813.77">23073 4652 0,'0'40'31,"0"0"-15,0 0-16,0 0 15,0 0 1,-40-40 0,40 40-16,0 0 15,0-80 32,0 0-31,0 0-1,40 40 1,-40-40-16,40 40 0,0 0 16,0 0-1,-40 40 17,0 0-32,0 0 15,40-40 79,0 0-78,0 0-16,-40 40 15,41-40 1,-41 40-16,0 1 47,0-1-32,0 0-15,-41-40 16</inkml:trace>
  <inkml:trace contextRef="#ctx0" brushRef="#br0" timeOffset="-136043.81">23875 4772 0,'0'40'78,"0"0"-63,-40-40 1,40 40-16,0 0 0,0 0 16,0 1-16,0-1 15,40 0 16,0-40-15,0 0-16,-40-40 0,41 40 0,-41-40 16,40-1-16,-40 1 15,40 40-15,-40-40 0,0 0 0,40 40 16,-40-40 0,0 80 30,0 0-30,0 0 0,40-40-16,-40 40 0,40-40 62,-40-40-46,0 0-16,40 40 15,-40-40 1,0 0-16,0 0 31</inkml:trace>
  <inkml:trace contextRef="#ctx0" brushRef="#br0" timeOffset="-135443.83">24397 4892 0,'0'40'15,"0"0"32,0 1-31,0-1-1,0 0-15,0 0 16,0 0 0,0 0-1,0-80 16,0 0-15,0 0 0,40 40-16,-40-40 0,40 40 0,-40-40 15,40 40 1,-40 40 15,40-40-31,-40 40 16,0 0-1,0 0 1,0-80 31,40 40-47,-40-40 16,41 0-16,-1 40 0,0 0 15,0 0 16,-40 40-31,0 0 16,0 0-16,0 0 16,40-40-16,-40 40 0,0 0 31</inkml:trace>
  <inkml:trace contextRef="#ctx0" brushRef="#br0" timeOffset="-134113.85">26162 4772 0,'0'40'93,"0"0"-77,0 0 0,0 0-1,0 0-15,0 1 0,0-1 16,41 0 0,-1-40-16,-40 40 0,40-40 15,0 0-15,0 40 16,0-40-1,0 0-15,0 0 16,1 0 0,-1 0-16,0 0 0,0 0 15,0 0 1,0 0-16,-40-40 16,40 40-16,-40-40 31,0 0-16,0 0 1,-40 40-16</inkml:trace>
  <inkml:trace contextRef="#ctx0" brushRef="#br0" timeOffset="-133493.96">26042 4732 0,'0'40'47,"-40"-40"-47,40 40 15,-40 0-15,40 0 32,-40-40-32,40-40 47,40 40-47,0 0 15,-40-40 1,40 40-16,0-40 0,0 40 15,0 0 1,-40-40-16,41 40 0,-41-40 31,0 80 16,40 0-31,-40 0-1,40 0-15</inkml:trace>
  <inkml:trace contextRef="#ctx0" brushRef="#br0" timeOffset="-132653.94">27286 5093 0,'0'-40'0,"0"80"94,0 0-79,0 0-15,0 0 16,0 0-1,0 0-15,0 0 0,0 1 16,0-1 0,40-80 15,-40-1-15,40 41-16,-40-40 0,40 40 0,0-40 15,1 0 1,-1 40-1,-40 40 1,0 0 0,0 0-1,40 1 1,0-41 0,-40-41 15,0 1-16,0 0 1,40 0 0,-40 0-16,0 0 0,0 0 15,0 0 1,0 0-16</inkml:trace>
  <inkml:trace contextRef="#ctx0" brushRef="#br0" timeOffset="-132244.04">28129 5293 0,'0'0'0,"-41"0"63,41 40-63,-40-40 0,0 0 16,0 41-16,0-41 15,40 40 1,-40-40-16,40 40 0,0 0 31,40-40-15,-40 40-16,40-40 0,0 40 15,-40 0-15,40-40 0,-40 40 16,0 0 0,0 0-16,-80 1 15,40-41-15,0 0 0,0 0 16,0 0-16,-1 0 0,1 0 15,0 0-15,0 0 0,0 0 0</inkml:trace>
  <inkml:trace contextRef="#ctx0" brushRef="#br0" timeOffset="-131044.07">19140 4852 0,'-40'0'15,"40"40"79,40-40-94,-40 40 16,40-40-16,1 0 15,-1 0-15,0 0 0,-40-40 0,40 40 16,0 0-16,0 0 0,-40-40 16,40 40-16,0 0 0</inkml:trace>
  <inkml:trace contextRef="#ctx0" brushRef="#br0" timeOffset="-130474.01">20023 4772 0,'0'0'0,"40"0"31,-40 40 0,0 0-31,0 0 32,0 0-32,0 0 0,0 1 15,0-1 1,40-40-16,0 0 15,1-40 17,-41-1-32,0 1 15,40 40-15,-40-40 16,0 0-16,40 40 16,0 40 15,-40 0-16,40-40-15,-40 40 0,0 1 16,40-1-16,-40-80 63,40-1-63,-40 1 0,40 0 15,-40 0-15,41 0 0,-41 0 31,0 0 1</inkml:trace>
  <inkml:trace contextRef="#ctx0" brushRef="#br0" timeOffset="-130154.11">20785 4972 0,'-80'0'16,"40"0"-1,0 0 1,40 41-16,0-1 16,0 0-1,0 0-15,0 0 0,0 0 16,40 0-1,0-40-15,-40 40 16,40-40-16,-40 40 16,40 1-16,-40-1 15,-40-40 1,40 40-16,-40-40 0,-40 40 0,40-40 0,0 0 16,40 40-16,-40-40 0,-1 0 0,1 0 15</inkml:trace>
  <inkml:trace contextRef="#ctx0" brushRef="#br0" timeOffset="-128294.19">27527 4652 0,'0'-40'31,"40"40"-31,-40-41 16,0 1 15,-40 0 63,40 80 78,80-40-141,-40 0-31,0 0 16,0 0-16,0 0 15,1 0-15,-1 0 16,0 0-16,0 0 0,40 0 0,-40 0 0,0 0 15,41 0-15,-41 0 0,0 40 16,40-40-16,-40 0 0,0 0 0,1 0 0,-1 0 16,0 0-16,40 0 15,-40 0-15,0 0 0,0 0 0,1 41 0,-1-41 16,40 0-16,-40 0 0,0 0 0,0 0 0,41 0 16,-41 0-16,40 0 0,-40 0 15,0 0-15,41 0 0,-1 0 0,-40 0 0,40 0 16,-40 0-16,41 0 15,-41 0-15,40 0 0,-40 40 0,0-40 0,40 0 16,-39 0-16,39 0 0,-40 0 16,0 40-16,40-40 0,1 0 0,-41 40 0,40-40 15,0 0-15,-40 0 16,0 0-16,41 0 0,-41 0 0,0 0 16,0 0-16,-40-40 0,40 40 31,0 0 0,0 0-31,-80 0 63,0-40-63</inkml:trace>
  <inkml:trace contextRef="#ctx0" brushRef="#br0" timeOffset="-127494.29">29894 3168 0,'-40'0'16,"80"0"-16,-120 0 62,80 40-31,0 0-31,0 0 16,0 0 0,0 0-16,0 0 15,0 0-15,0 1 0,0-1 16,0 0-1,0 0-15,0 0 0,0 0 0,0 0 16,0 0-16,0 0 0,-40 1 16,40-1-16,0 0 0,0 0 0,0 0 0,0 0 15,0 0-15,0 0 0,0 0 16,-40 0-16,40 1 0,0-1 0,-40 0 16,40 0-16,0 0 0,-41-40 0,41 40 15,0 0 1,0 0-1,0 0 1,-40 1-16,40-1 0,0 0 16,-40-40-16,40 40 15,0 0-15,0 0 0,0 0 16,0 0 15,0-80 0,0 0-31</inkml:trace>
  <inkml:trace contextRef="#ctx0" brushRef="#br0" timeOffset="-126714.33">29734 3649 0,'-40'0'0,"40"-40"0,40 40 62,-40-40-46,0 0 15,0 80 31,-40 0-46,40 0 0,-41-40-16,41 40 0,-80-40 0,80 40 0,-40-40 0,0 40 15,0-40-15,0 40 16,0 1-16,-1-1 0,1 0 0,0-40 16,0 40-16,0 0 0,0-40 0,40 40 0,-40 0 15,0 0-15,-1-40 16,1 40-16,0 0 0,0 1 0,0-41 0,40 40 0,-40 0 15,0-40-15,40 40 16,-41-40-16,41 40 0,-40-40 0,40 40 0,-40-40 16,0 40-16,0-40 15,40 40-15,-40 0 0,0 1 0,0-1 16,-1 0-16,1 0 0,0 0 0,40 0 16,-40-40-16,0 40 15,80-40 16,0-40-15,0 0 0,0 40-16,1-40 0,-1 0 0</inkml:trace>
  <inkml:trace contextRef="#ctx0" brushRef="#br0" timeOffset="-125824.3">29573 3729 0,'0'40'16,"0"-80"-16,-40 80 0,80-40 47,0 0-32,-40-40-15,0 0 16,40 40 31,1 40-47,-1-40 15,-40 40-15,40-40 16,0 40-16,-40 1 0,40-1 16,0 0-16,0 0 15,0 0-15,1 0 0,-1 0 16,-40 0-16,40-40 0,-40 40 0,40-40 0,-40 40 16,40 1-16,0-41 15,-40 40-15,40 0 0,0-40 0,-40 40 0,41-40 16,-1 40-16,0 0 15,0-40-15,-40 40 0,40-40 0,0 40 0,0 0 16,0-40 0,1 41-16,-1-41 15,-40 40 1,40-40-16,-40 40 0,40 0 0,0 0 16,0 0-16,0-40 15,0 0 1,1 0-16,-1 0 15,0 0 1,-80 0 15</inkml:trace>
  <inkml:trace contextRef="#ctx0" brushRef="#br0" timeOffset="-124944.44">29493 5293 0,'0'-40'15,"0"0"1,0 0-16,0 0 16,40 40-16,0 0 46,0 0-30,0 0-16,1 40 16,-1-40-1,-40 40-15,0 0 16,0 0-16,0 0 0,0 1 16,-81-1-16,81 0 0,0 0 15,-80 0-15,40-40 16,0 40-16,0-40 15,0 0 1,40-40 0,0 0-1,0 0 1,40 40 0,0 0-1,0 0-15,0 40 16,0-40-16,0 40 15,1 0-15,-1 0 0,0 0 32,-40 0-32,40 0 15</inkml:trace>
  <inkml:trace contextRef="#ctx0" brushRef="#br0" timeOffset="-124364.4">30095 5374 0,'0'40'31,"0"0"-15,0 0-1,0 0 1,0 0 0,40-40 15,0 0-31,0 0 16,-40-40-16,0 0 15,40 0 1,-40 80 46,40-40-46,-40 40-16,41-40 16,-1 40-1,0-40-15,-40 40 16,40-40-1,0-40 1,-40 0 0,0 0-16,0 0 15,0 0-15,0 0 16,0-1-16,0 1 0,0 0 16,0 0-16,0 0 0,0 0 15,0 0 1,0 0-16,-40 40 31</inkml:trace>
  <inkml:trace contextRef="#ctx0" brushRef="#br0" timeOffset="-124034.49">31058 5494 0,'-80'0'16,"160"0"-16,-201 0 15,81 0 1,0 40-16,40 0 31,0 0-15,40-40-1,-40 40-15,40 0 16,-40 0-16,0 1 31,0-1-31,-80-40 0,40 0 16,0 0-16,0 40 0,0-40 0,0 0 0,-1 0 16,-39 0-16,40 0 0</inkml:trace>
  <inkml:trace contextRef="#ctx0" brushRef="#br0" timeOffset="-121834.62">20384 4331 0,'-40'0'172,"0"0"-157,0 0 1,0 0 0,0 0-16,-1 0 15,1 0-15,0 0 16,0 0-16,0 0 0,0 0 16,0 0-1,0 0-15,-1 0 31,1 0 1,0 0-1,0 0-31,40-40 0,-40 40 16,0 0-16,0 0 0,0 0 15,-1 0 1,1 0-16,0 0 15,0 0 1,0 0-16,0 0 16,0 0-1,0 0-15,-1 0 16,1 0-16,0 0 0,0 0 16,0 0-16,0 0 15,0 0-15,0 0 0,-1 0 0,1 0 16,0 0-1,0 0-15,0 0 0,0 0 0,0 0 0,0 0 16,-1 0-16,1 0 0,-40 0 16,40 0-16,0 0 0,0 0 0,0 0 0,-1 0 15,1 0-15,0 0 16,0 0-16,0 0 0,0 0 0,0 0 16,-1 0-16,1 0 0,0 0 15,0 0-15,0 0 0,0 0 16,0 0-16,0 40 0,-1-40 0,1 0 15,0 0-15,0 0 16,0 0-16,0 0 0,0 0 0,0 0 16,-1 0-16,1 0 0,0 0 15,0 0-15,0 0 0,0 0 0,0 0 16,-41 0-16,41 0 0,0 0 0,0 0 16,0 0-16,0 0 15,0 0-15,0 0 16,-1 0-16,1 0 15,0 0-15,0 0 0,0 0 16,80 0 125</inkml:trace>
  <inkml:trace contextRef="#ctx0" brushRef="#br0" timeOffset="-120974.59">18057 2727 0,'0'40'109,"0"0"-93,0 0-1,0 0-15,0 0 0,0 0 16,0 0-16,0 0 0,0 1 16,0-1-16,0 0 0,0 0 0,0 0 15,0 0-15,0 0 16,0 0-16,0 0 0,0 0 0,0 1 16,0-1-16,0 40 0,0-40 0,0 0 15,0 0-15,0 0 0,0 0 16,0 1-16,0-1 0,0 0 0,-40-40 15,40 40-15,0 0 16,0 0-16,0 0 0,0 0 16,0 0-1,0 0-15,0 1 16,-40-41-16,40 40 0,0 0 16,0 0-1,0 0-15,0 0 16</inkml:trace>
  <inkml:trace contextRef="#ctx0" brushRef="#br0" timeOffset="-120224.72">18017 3128 0,'0'-40'15,"0"80"-15,0-121 16,0 41-16,0 80 78,-40-40-78,-1 41 0,41-1 16,-40 0-1,40 0-15,-40 0 0,0 0 0,40 0 0,-40 0 16,0 0-16,40 0 0,-40 1 16,0-1-16,-1 0 0,1 0 0,0 0 0,0 0 15,0 0-15,0 0 16,0-40-16,0 40 0,-41 1 0,41-41 0,40 40 16,-40-40-16,0 40 0,0 0 0,0-40 0,40 40 15,-40-40-15,40 40 0,-41 0 16,1-40-16,40 40 0,-40-40 0,40 40 0,0 0 15,-40-40 1,40 41 62,0-82-31,40 41-47</inkml:trace>
  <inkml:trace contextRef="#ctx0" brushRef="#br0" timeOffset="-119364.68">18097 3047 0,'0'41'15,"0"-1"95,40 0-79,0 0-15,0 0-16,1 0 15,-41 0-15,40-40 0,-40 40 16,40 0-16,0 0 0,0 1 0,-40-1 15,40 0-15,0 0 16,-40 0-16,0 0 0,40-40 0,-40 40 16,0 0-16,0 0 0,41-40 15,-41 41-15,40-1 0,-40 0 0,40-40 16,-40 40-16,40-40 0,-40 40 0,40-40 0,0 40 16,-40 0-1,40-40-15,-40 40 0,40-40 16,-40 40-16,41-40 15,-41 40-15,40-40 47,-40 41-31,40-41-16,0 0 0,-40 40 16,40-40-16,-40 40 0,40 0 31,-40 0-16,-40-40 1</inkml:trace>
  <inkml:trace contextRef="#ctx0" brushRef="#br0" timeOffset="-118674.74">17054 4932 0,'-40'0'0,"40"40"31,40-40 31,0 0-62,0-40 16,0 40 0,0 0-16,0 0 0,0 0 0,-40-40 15,41 40-15,-1-40 0,0 40 16,-40-40 0</inkml:trace>
  <inkml:trace contextRef="#ctx0" brushRef="#br0" timeOffset="-118264.78">17455 4772 0,'40'0'16,"-80"0"-16,120 0 15,-40 0-15,0 0 0,1 0 16,-1 0-1,0 40 1,-40 0-16,0 40 16,0-40-16,0 1 0,-40-41 15,-41 80 1,1-40 0,80-80-1,0 0 1,0 0 15,80 40-15,1 80-1,-41-80-15,0 40 16,0-40-16,40 40 16,-40-40-1,1 0-15</inkml:trace>
  <inkml:trace contextRef="#ctx0" brushRef="#br0" timeOffset="-117784.87">18097 4812 0,'0'0'0,"-40"0"31,40 40 0,40-40-31,-40 40 16,0 0-1,40-40 1,-40 40-16,40-40 16,-40-40-1,40 40-15,-40-40 0,0 0 16,41 40-1,-41-40 1,0 80 15,40-40-15,-40 40-16,40-40 16,-40-40 46,0 0-46,0 0-1</inkml:trace>
  <inkml:trace contextRef="#ctx0" brushRef="#br0" timeOffset="-117354.89">18579 4812 0,'-41'0'125,"1"0"-94,40 40-16,0 0-15,0 0 0,0 0 16,0 1 0,0-1-16,0 0 15,40 0-15,-40 0 0,41 0 16,-41 0 0,0 0-16,-81-40 31,41 0-16,0 0-15,0 0 16,0-40-16,0 40 0</inkml:trace>
  <inkml:trace contextRef="#ctx0" brushRef="#br0" timeOffset="-8101.19">21989 5815 0,'0'-40'0,"-40"40"172,40 40-125,-40-40-16,0 0-31,0 0 16,0 0-1,-1 0-15,1 40 0,0-40 16,0 0-1,0 0-15,40 40 0,-40-40 16,0 0 0,0 0-16,40 40 15,-41-40-15,1 0 16,0 0 0,0 40-16,0-40 0,0 0 0,0 0 15,0 40-15,-1-40 16,1 0-16,0 0 0,0 0 0,0 40 15,0-40-15,0 0 0,0 0 16,-1 40-16,1-40 0,0 0 0,0 0 16,0 41-16,0-41 15,0 0-15,40 40 0,-40-40 0,40 40 32,0 0 30,-41-40-46,1 0-1,40 40 1,-40-40-16,40 40 16,-40-40-1,0 0 1,40 40-16,-40-40 31,0 0 0,40 40-31,-40 0 16,40 0-16,-41-40 0,1 41 16,0-1-1,0 0 1,40 0-1,0-80 64</inkml:trace>
  <inkml:trace contextRef="#ctx0" brushRef="#br0" timeOffset="-7701.23">20023 6336 0,'0'-40'31,"40"40"-31,-40 40 31,0 0-15,-40 0-16,40 0 0,-40 0 15,40 1 1,0-1-16,-40-40 0,40 40 0,0 0 16,0 0-16,0 0 15,80-40 32,-40 0-31,0 0-16,0 0 15,1 0-15,-1 0 16,0 0 0,0 0-16,0 0 15</inkml:trace>
  <inkml:trace contextRef="#ctx0" brushRef="#br0" timeOffset="-6351.31">12600 8381 0,'-40'0'31,"120"0"32,-40 0-32,0 0 16,0 0-16,40 0-31,-39 0 0,-1 0 0,0 0 16,0 0-16,0 0 0,40 0 15,-40 0-15,1 0 0,39 0 0,-40 0 0,40 0 16,-40 0-16,41 0 0,-1 0 0,0 0 0,-40 0 16,40 0-16,1 0 15,-41 0-15,40 0 0,0 0 0,1 0 0,-41 0 16,40 0-16,-40 0 0,40 0 15,-40 0-15,41 0 0,-41 0 0,40 0 0,-40 0 16,41 0-16,-41 0 16,40 0-16,-40 0 0,40 0 0,-40 0 0,41 0 15,-41 0-15,40-40 0,-40 40 16,40 0-16,1 0 0,-41 0 0,40-40 0,0 40 16,1 0-16,-1 0 0,0-40 0,0 40 0,1 0 15,-1 0-15,-40 0 16,40 0-16,0 0 0,1 0 0,-1 0 0,-40 0 15,40 0-15,1 0 0,-41 0 16,40 0-16,0 0 0,0 0 0,1 0 0,-1 0 16,0 0-16,0 0 15,1 0-15,-41 0 0,40 0 0,0 0 0,1-40 16,-41 40-16,40 0 0,0 0 0,0 0 0,-39 0 16,39 0-16,-40 0 0,40-40 15,-40 40-15,1 0 0,39 0 0,-40 0 0,0 0 16,0 0-1,0 0-15,0 0 0,1 0 16,-1 0 0,0 0-16,0 0 47,0 0-16,-40-40 0,-40 0-31</inkml:trace>
  <inkml:trace contextRef="#ctx0" brushRef="#br0" timeOffset="-4971.47">15930 6537 0,'0'-41'0,"-40"41"109,0 0-78,40 41-31,0-1 16,-40-40 0,40 40-16,0 0 15,0 0-15,0 0 31,-40-40-31,40 40 0,0 0 16,0 0-16,0 1 16,0-1-16,0 0 0,0 0 15,0 0 1,0 0-16,-40 0 0,40 0 16,0 0-16,0 0 0,0 1 0,-41-1 15,41 0-15,0 0 16,0 0-16,0 0 15,0 0 1,0 0-16,0 0 16,0 1-16,-40-1 15,40 0-15,0 0 16,0 0-16,0 0 16,-40 0-1,40 0-15,0 0 16,0 0-1,0 1 17,0-1-17,-40-40-15,40 40 16,0 0-16,0 0 16,0 0-1,0 0 1,0 0 46,0 0-46,-40-40-16,40 41 16,0-1-1,0-80 48,0-1-63</inkml:trace>
  <inkml:trace contextRef="#ctx0" brushRef="#br0" timeOffset="-3021.49">14767 7459 0,'0'-40'31,"0"0"1,-41 40 108,-39 0-124,40 0 0,40 40-1,40-40 79,0 0-78,0 0-16,1-40 15,-1 40 1,0 0-16,0 0 15,0 0-15,0 0 16,0 0-16,0 0 16,1 0-1,-1 0-15,0 0 0,0 0 16,0-40-16,0 40 0,0 0 16,0 0-16,1 0 0,-1 0 15,0 0-15,0 0 0,40 0 0,-40 0 0,41 0 16,-1 0-16,-40 0 15,40 0-15,-40 0 0,41 0 0,-41 0 0,0-40 16,0 40-16,0 0 0,0 0 16,0 0-16,0 0 0,1 0 15,-1 0 1,0 0 15,0 0-31,0 0 16,0 0-1,0 0 1,0 0-16,1 0 16,-1 0 62,-40 40 187,0 0-265,0 0 16,0 0 0,0 0-1,0 0 1,0 0 0,0 0-16,-40-40 15,40 41 1,0-1-16,0 0 15,-41-40-15,41 40 16,0 0-16,0 0 16,0 0-1,0 0-15,-40-40 16,40 40-16,0 0 31,0 1-15,-40-41-1,40 40-15,0 0 16,0 0 0,0 0 15,0 0 0,0 0-15,-80-40-16,80 40 15,0 0 1,0 1 15,0-122 16</inkml:trace>
  <inkml:trace contextRef="#ctx0" brushRef="#br0" timeOffset="-1701.57">14646 7459 0,'40'0'31,"0"0"0,-40 40 16,0 0-31,0 0-1,0 0-15,0 1 16,0-1 0,0 0-16,-40 0 15,40 0-15,0 0 0,0 0 16,0 0-16,0 0 16,0 0-16,-40-40 0,40 41 0,0-1 31,0 0-31,-40-40 0,40 40 0,0 0 31,0 0-31,0 0 31,0 0-15,0 0 15,0 1 32,0-1 124,0 0-171,-40-40-16,40 40 15,0 0 1,-40-40 0</inkml:trace>
  <inkml:trace contextRef="#ctx0" brushRef="#br0" timeOffset="658.29">13964 9023 0,'0'40'125,"0"0"-110,0 0-15,0 1 16,0-1-16,0 0 0,0 0 16,0 0-1,0 0-15,40-40 31,0 0-15,-40-40 0,40 40-16,-40-40 0,40 40 15,-40-40-15,0 0 0,0 0 32,41 40-32,-41-41 0,0 1 31,0 80 16,40-40-32,-40 41-15,40-41 0,-40 40 16,40-40-16,0 0 31,0 0 0,-40-40-31,40 40 0,-40-41 32,0 1-32,0 0 0,0 0 15,40 0-15,-40 0 0,0 0 16,0 0 0</inkml:trace>
  <inkml:trace contextRef="#ctx0" brushRef="#br0" timeOffset="1128.24">14807 8943 0,'-40'0'0,"-1"0"46,41 40-46,-40-40 16,40 40-16,0 0 0,-40 0 16,0 0-1,40 1-15,0-1 0,0 0 16,0 0-16,0 0 16,0 0-1,40-40 1,0 0-1,0 0 1,1 0-16,-41 40 31,-41-40-31,41 40 0,-40-40 16,0 0 0,40 40-16,-40-40 0,0 40 15,0-40 1,0 0-16,-1 41 0,1-41 15</inkml:trace>
  <inkml:trace contextRef="#ctx0" brushRef="#br0" timeOffset="1598.22">13924 10146 0,'0'0'16,"40"0"46,0-40-62,0 40 16,0 0-16,-40-40 0,40 40 16,1 0-16,-1 0 15,0-40-15,0 40 0,0 0 0,0 0 0,0-40 16,0 40-16,1 0 15,-1-40-15,0 40 0,0 0 16,-40-41 0,40 41-16,0 0 0,0 0 15,-40-40-15,41 40 0</inkml:trace>
  <inkml:trace contextRef="#ctx0" brushRef="#br0" timeOffset="2218.19">14205 10306 0,'40'0'47,"0"0"-31,0 0-16,0 0 15,0 0 1,0 0-16,-40 41 15,41-41 1,-41 40-16,0 0 16,40-40-1,-40 40-15,0 0 0,0 0 16,-40-40-16,40 40 0,-41-40 16,41 40-16,-40-40 15,0 0 1,40-40 31,40 40-47,0 0 15,1-40 1,-1 40-16,0 0 16,0-40-16,0 40 0,0 0 15,0 0 1,1 0-16,-41-40 0,40 40 0,0 0 31,-80 0 16</inkml:trace>
  <inkml:trace contextRef="#ctx0" brushRef="#br0" timeOffset="3258.13">16131 9143 0,'-40'0'0,"40"41"79,0-1-64,40 0-15,-40 0 0,0 0 16,0 0-16,0 0 0,0 0 0,0 0 15,0 0-15,0 1 16,0-1-16,0 0 16,40-40-1,0 0 1,-40-40-16,40 40 0,-40-40 0,40 40 16,-40-41-16,40 1 15,1 0-15,-41 0 0,40 40 16,-40-40-1,0 80 32,40-40-31,-40 40 0,40-40-16,0 0 31,0-40-31,-40 0 31,40 40-31,-40-40 0,0 0 16,0 0-1,0 0-15,0 0 0,-40-1 16,40 1-16,-40 40 0,40-40 16</inkml:trace>
  <inkml:trace contextRef="#ctx0" brushRef="#br0" timeOffset="3678.05">17094 9103 0,'0'0'0,"-40"0"16,0 0-16,-1 0 31,41 40-31,0 1 0,-40-41 16,40 40-16,0 0 15,-40 0-15,40 0 0,0 0 16,0 0 0,40 0-16,0 0 15,-40 0 17,0 1-1,-40-41-31,40 40 0,-40-40 15,0 0 1,40 40-16,-40-40 0,0 40 16,0-40-1</inkml:trace>
  <inkml:trace contextRef="#ctx0" brushRef="#br0" timeOffset="4027.99">16211 10186 0,'0'40'16,"40"-40"15,0 0-15,0-40-16,1 40 15,-1 0-15,0 0 0,0 0 0,0-40 16,0 40-16,0 0 0,0 0 0,1-40 16,-1 40-16,0 0 15,0-40-15,0 40 16,0 0-1,-40-40-15,40 40 0</inkml:trace>
  <inkml:trace contextRef="#ctx0" brushRef="#br0" timeOffset="4687.95">16452 10547 0,'0'0'0,"-40"0"0,80 0 16,0 0 15,0 0-31,40 40 16,-40-40-16,-40 40 0,41 0 15,-1-40-15,-40 41 32,40-41-32,-40 40 15,0 0 1,-40-40 0,0 40-1,-1-40-15,41 40 16,-40-40-1,80 0 32,1 0-31,-1 0 0,-40-40-16,40 40 15,0 0-15,0 0 0,0-40 0,0 40 0,0 0 16,1 0-16,39-40 15,-40 40-15,0 0 0,0 0 0,0 0 0,0 0 16,1 0-16,-1 0 16,0 0-1,-40-81 110,-80 81-109</inkml:trace>
  <inkml:trace contextRef="#ctx0" brushRef="#br0" timeOffset="11737.54">22230 4571 0,'0'-40'344,"0"0"-329,0 0 48,0 0-1,0 0-46,0 0 0,40 40-16,-40-40 15,0 0 32,0-1 0,40 41-47,-40-40 0,40 0 16,-40 0 15,0 0 0,0 0-15,0 0 15,41 40-15,-41-40-16,0 0 15,0 0-15,0-1 16,0 1 0,0 0 15,0 0-16,0 0 1,0 0-16,0 0 16,0 0 15,0 0-15,0-1-1,0 1-15,0 0 16,0 0-1,40 40-15,-40-40 16,0 0 0,40 40-1,-40-40-15,0 0 16,0 0 15,0 0-15,0-1-1,40 41 1,-40-40-16,0 0 0,0 0 16,0 0-1,40 40 345,0 0-345,0 0 1,0 0 0,1 0 30,-1 0-30,0 0 0,0 0-1,0 0 1,-40 40 15,40-40-31,0 0 16,0 0 15,1 0-15,-1 0-1,0 0 1,0 0 0,0 0 15,-40 40-31,40-40 15,0 0 1,0 0 0,1 0 15,-1 0 0,0 0-31,0 0 31,0 0-31,0 0 0,0 0 16,0 0-16,1 0 16,-1 0-16,-40-40 0,40 40 15,0 0 1,0 0 0,0 0 15,0 0-31,0 0 15,1 0 1,-1 0 0,0 0-1,0 0 17,0 0 14,0 0-14,0 0-17,0 0 1,1 0 0,-1 0 15,0 0 0,0 0-15,0 0-16,0 0 15,0 0 1,0 0 0,-40 40-1,41-40-15,-1 0 63,0 0-63,0 0 15,0 0 1,0 0 0,0 0-1,0 0 63,1 0-62,-1 0 46,-40 40 267,-40-40-298,40 40 31,-41-40-46,41 41-16,0-1 0,0 0 31,0 0-31,0 0 16,0 0-1,0 0-15,-40-40 16,40 40-16,0 0 16,0 0-1,0 1 1,-40-41-16,40 40 16,0 0 15,0 0 0,0 0-15,0 0 15,-40-40-31,40 40 31,0 0 0,0 0 1,0 1-17,0-1 1,0 0 0,0 0 30,0 0-14,0 0-1,0 0-15,0 0-1,0 0 16,0 0 16,-40-40-47,40 41 63,0-1-32,0 0 0,-40-40 16,40 40 0,-40 0-31,0-40 46,40 40 32,-41-40 125,1 40 234,0-40-406,40 40-16,0-80 500</inkml:trace>
  <inkml:trace contextRef="#ctx0" brushRef="#br0" timeOffset="18267.16">12078 7058 0,'0'40'141,"0"0"-126,0 0 16,0 0-15,40-40-16,-40 40 16,40 1-16,0-41 0,1 40 15,-1 0 1,0 0-16,0-40 0,-40 40 0,40-40 16,-40 40-16,40-40 15,0 40-15,0-40 0,1 0 0,-41 40 16,40-40-16,0 0 15,0 40-15,0-40 0,0 0 16,0 0-16,0 0 0,1 0 16,-1 0-1,0 0-15,0 0 0,0 0 16,0 0-16,0 0 16,0 0-16,1 0 15,-1 0 1,0 0-16,0 0 15,0 0 1,0 0 0,0 0-16,0 0 15,1 0 1,-1 0-16,0 0 0,0 0 16,0 0-16,-40-40 15,40 40-15,0 0 0,-40-40 16,0 0-1</inkml:trace>
  <inkml:trace contextRef="#ctx0" brushRef="#br0" timeOffset="18707.21">13442 7459 0,'0'0'15,"40"0"63,-40-40-62,41 40-16,-1 0 0,0 0 16,0 0-1,0 0-15,-40 40 16,40 0-16,0-40 16,-40 40-16,40 0 15,-40 0 1,41-40-16,-41 41 0,0-1 31,0 0-31,-41-40 16,1 40-16,0-40 15,40 40-15,-40-40 16,0 40-16,0-40 0,0 40 16,0-40-16,-1 40 0</inkml:trace>
</inkml:ink>
</file>

<file path=ppt/ink/ink15.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8-11T06:11:47.060"/>
    </inkml:context>
    <inkml:brush xml:id="br0">
      <inkml:brushProperty name="width" value="0.05292" units="cm"/>
      <inkml:brushProperty name="height" value="0.05292" units="cm"/>
      <inkml:brushProperty name="color" value="#FF0000"/>
    </inkml:brush>
  </inkml:definitions>
  <inkml:trace contextRef="#ctx0" brushRef="#br0">10192 12994 0,'0'40'15,"-40"0"32,80-40-16,-40 40 141,0 0-140,40-40-17,-40 40 1,40-40-16,0 0 0,-40 40 0,41-40 0,-1 0 15,0 0-15,0 0 16,0 0-16,0 0 0,0 0 0,0 0 0,1 0 16,-1 0-16,0 0 0,40 0 0,-40 0 0,0 0 15,1 0-15,-1 0 0,40 0 16,-40 0-16,40 0 0,-40 0 0,1 0 0,39 0 16,-40 0-16,40 0 15,-40 0-15,0 0 0,1 0 0,39 0 0,-40 0 16,0 0-16,0 40 0,0-40 15,0 0-15,1 0 0,39 0 0,-40 40 0,0-40 16,40 0-16,-40 40 16,41-40-16,-41 0 0,40 0 0,-40 41 0,40-41 15,1 0-15,-41 0 0,40 0 0,0 0 0,-40 0 16,41 0-16,-1 0 0,-40 0 16,40 0-16,-40 0 0,41 0 0,-41 0 0,40 0 15,-40 0-15,40 0 16,-39 0-16,-1 0 0,0 0 0,40 0 0,-40 0 15,0 0-15,0 0 0,1 0 16,-1 40-16,0-40 0,0 0 0,0 0 16,0 0-16,0 0 0,0 40 0,1-40 15,-1 0-15,0 0 16,0 0-16,0 0 0,0 0 0,0 0 0,0 0 16,1 0-16,-1 40 0,0-40 15,40 0-15,-40 0 0,0 0 0,41 0 0,-41 0 16,0 0-16,0 40 15,40-40-15,-40 0 0,1 0 0,-1 0 0,0 0 16,40 0-16,-40 0 0,0 0 16,0 0-16,1 0 0,-1 0 0,0 0 15,0 0-15,0 0 0,0 0 32,-40-40-1</inkml:trace>
  <inkml:trace contextRef="#ctx0" brushRef="#br0" timeOffset="929.94">13402 11790 0,'-40'0'78,"40"40"-78,-40 1 31,40-1-31,-40-40 0,40 40 16,0 0-1,0 0-15,0 0 0,0 0 16,0 0 0,0 0-16,0 1 15,0-1-15,0 0 0,0 0 0,0 0 16,0 0-16,0 0 16,0 0-16,0 0 0,0 0 0,0 1 15,0-1 1,-40 0-16,40 0 0,0 0 0,0 0 15,0 0-15,0 0 0,-40-40 16,40 40-16,0 1 0,0-1 16,0 0-16,0 0 0,0 0 15,-41 0 1,41 0-16,0 0 16,0 0-1,0 0-15</inkml:trace>
  <inkml:trace contextRef="#ctx0" brushRef="#br0" timeOffset="1639.87">13362 12512 0,'-40'0'63,"0"0"-48,40 40-15,0 0 0,-40-40 0,0 0 16,-1 41-1,41-1-15,-40-40 0,0 40 16,40 0 0,0-80 15,0 0-15,40 40-16,0-40 0,1 40 15,-41-41 1,40 41-16,-40 41 47,0-1-16,40 0-31,-40 0 0,40-40 0,-40 40 16,40-40-16,0 40 15,0-40-15,0 40 0,1-40 16,-41 40-16,40-40 15</inkml:trace>
  <inkml:trace contextRef="#ctx0" brushRef="#br0" timeOffset="2119.86">14084 12713 0,'40'0'47,"-40"40"0,0 0-47,0 0 31,41-40-31,-41 40 16,40 0-16,-40 0 0,0 1 15,0-1-15,40 0 16,-40 0-16,0 0 0,0 0 0,0 0 15,0 0 1,0 0-16,0 0 0,0 1 16,0-1-16,0 0 0,0 0 15,0 0 1</inkml:trace>
  <inkml:trace contextRef="#ctx0" brushRef="#br0" timeOffset="2529.83">14325 12673 0,'0'-40'16,"-40"80"-16,40 0 16,-80 40-1,-1 0 1,41-40 0,0-40-1,40-40 16,40 40-15,0-40 0,1 0-16,-1 40 0,0-40 0,0 40 15,0 0 1,0 0 0,-40 40-16,40-40 0,-40 40 15,0 0 1,40-40-16,-40 40 0,0 0 0,41 1 15</inkml:trace>
  <inkml:trace contextRef="#ctx0" brushRef="#br0" timeOffset="2959.8">15449 12753 0,'-40'0'16,"40"40"46,0 0-62,0 0 16,0 0-16,0 0 0,0 1 15,0-1-15,0 0 16,0 0-16,0 0 0,0 0 0,0 0 16,-41 0-16,41 0 0,0 0 15,-40 1-15,40-1 0,-40 0 0,40 0 16,0 0-16,-40 0 15,0 0-15,40 0 0,0 0 16,-40-40-16,40 41 16,40-41-1,-40-41-15</inkml:trace>
  <inkml:trace contextRef="#ctx0" brushRef="#br0" timeOffset="3369.79">15449 12873 0,'0'0'0,"-40"40"47,40 0-31,-41-40-16,41 41 0,-40-41 0,0 0 15,40 40-15,-40-40 0,0 40 16,40-80 0,40 40-1,-40-40-15,40 40 16,0 0-16,-40-41 0,40 1 0,-40 0 15,41 40 1,-1-40-16,0 40 16,0 0-16,0 0 0,0 40 15,-40 0 1,40-40-16,-40 40 0,0 1 0,40-41 16,-40 40-16,0 0 15</inkml:trace>
  <inkml:trace contextRef="#ctx0" brushRef="#br0" timeOffset="4019.73">15649 13635 0,'0'40'78,"40"-40"-62,1 0 0,-1 0-16,0 0 0,0 0 0,40 0 15,-40 0-15,0 0 16,41 0-16,-41 0 0,40 0 0,-40 0 0,40 0 16,-39 0-16,39 0 0,-40 0 15,40 0-15,-40 0 0,0 0 0,1 0 0,-1 0 16,0 0-16,0 0 15,40 0-15,-40 0 0,0 0 0,1 0 0,39 0 16,-40 0-16,0 0 0,0 0 16,0 0-16,0 0 0,1 0 0,-1 0 15,0 0-15,0 0 0,0 0 16,0 0 0,-80 0 15,0 0-31,40-40 0</inkml:trace>
  <inkml:trace contextRef="#ctx0" brushRef="#br0" timeOffset="4939.68">12319 12633 0,'-40'40'125,"40"0"-110,0 0 1,0 0-16,0 0 0,0 0 0,0 0 16,0 0-16,0 1 0,0-1 15,0 0-15,0 0 0,-40-40 0,40 40 0,0 0 16,0 0-16,0 0 15,-41 0-15,41 0 0</inkml:trace>
  <inkml:trace contextRef="#ctx0" brushRef="#br0" timeOffset="5379.65">12359 12592 0,'0'0'0,"-40"0"47,0 41-31,0-1-16,-41 0 15,41 0-15,0 0 16,0-40 0,80 0 15,-40-40-31,40 40 0,0-40 15,0 0-15,1 0 16,-1 40-16,0 0 16,-40-41-16,40 41 0,0 0 15,-40 41 1,0-1 0,0 0-16,0 0 0,0 0 15,0 0-15,0 0 0,0 0 0,0 0 16,0 1-16</inkml:trace>
  <inkml:trace contextRef="#ctx0" brushRef="#br0" timeOffset="5989.61">11035 12633 0,'40'0'15,"0"0"17,-40 40 15,0 0-32,0 0-15,0 0 0,0 0 16,0 0-16,0 0 15,0 0-15,0 1 0,0-1 0,0 0 16,0 40-16,0-40 0,0 0 16,0 0-16,0 0 0,0 0 0,0 1 0,0-1 15,0 0-15,0 0 16,0-80 15</inkml:trace>
  <inkml:trace contextRef="#ctx0" brushRef="#br0" timeOffset="6379.59">11195 12673 0,'-40'0'31,"0"0"-15,40 40-1,-40-40-15,40 40 16,-40-40-16,0 0 16,40-40 15,0 0-16,40 40-15,-40-40 16,40 40-16,-40-41 0,40 41 0,0 0 16,-40-40-16,40 40 0,0 0 15,1 0-15,-1 40 16,-40 1-16,40-41 0,-40 80 16,40-40-16,-40 0 15,0 0-15,40 0 0,-40 0 0,0 0 0,0 1 16</inkml:trace>
  <inkml:trace contextRef="#ctx0" brushRef="#br0" timeOffset="8679.45">9149 16563 0,'-40'0'15,"80"0"79,0 0-94,0 0 16,0 0-16,0 0 15,0 0-15,1 0 16,-1 0 0,0 0-16,0 0 15,0 0-15,0 0 16,0 0-16,0 0 0,1 0 0,-1 0 0,40 0 15,-40 0-15,40 0 16,1 0-16,-1 0 0,0 0 0,0 0 0,1 0 16,-1 0-16,0 0 0,0 0 0,1 0 0,-1 0 15,0 0-15,0 0 0,1 0 16,-1 0-16,-40 0 0,0 0 0,40 0 0,-39 0 16,39 0-16,-40 0 15,40 0-15,-40 0 0,41 0 0,-1 0 0,0 0 16,40 0-16,-39 0 0,-1 0 15,40 0-15,-39 0 0,39 40 0,-40-40 16,41 0-16,-41 40 0,0-40 0,0 0 0,1 40 0,-1-40 16,0 0-16,0 0 15,-40 0-15,41 0 0,-41 0 0,0 0 0,0 0 16,40 0-16,-40 0 0,1 0 16,-1 0-16,40 0 0,0 0 0,-40 0 15,41 40-15,-1-40 0,40 0 16,-40 40-16,1-40 0,-41 0 0,40 0 0,0 41 15,-40-41-15,41 40 0,-41-40 16,0 0-16,0 0 0,0 0 0,0 0 0,1 0 16,39 0-16,-40 0 0,0 0 0,40 0 15,1 0-15,-41 0 0,40 0 16,0 0-16,-40 0 0,41 0 0,-1 0 0,-40 0 16,40 40-16,-40-40 0,0 0 15,1 0-15,-1 0 0,0 0 0,0 0 0,0 0 16,0 0-16,0 40 15,0-40-15,1 0 0,-1 0 16,0 0-16,0 0 16,0 0-1,0 0-15,0 0 16,0 0 0,1 40-16,-1-40 0,0 0 15,40 0-15,-40 0 0,0 0 16,0 0-16,41 0 0,-41 0 0,0 40 0,0-40 15,0 0-15,40 0 16,-39 0-16,-1 0 0,0 0 0,0 0 16,0 0-16,0 0 0,0 0 31,0 0-31,1 0 0,-1 0 16,0 0-16,0 0 15,0 0-15,0 0 0,0 0 0,0 0 16,-40 40-16,41-40 15,-1 0-15</inkml:trace>
  <inkml:trace contextRef="#ctx0" brushRef="#br0" timeOffset="10479.34">13442 14437 0,'40'0'63,"-40"40"-17,0 1-30,0-1 0,0 0-1,0 0-15,41 0 16,-41 0 0,40 0-16,-40 0 0,0 0 15,0 0-15,0 1 0,0-1 16,0 0-16,0 0 0,0 0 15,0 0 1,0 0-16,40-40 0,-40 40 0,0 0 16,40 1-16,-40-1 0,0 0 15,0 0-15,40 0 16,-40 0-16,0 0 0,0 0 16,0 0-16,0 0 15,0 1-15,0-1 0,0 0 16,0 0-1,0 0-15,0 0 0,0 0 16,0 0-16,40 0 0,-40 1 16,0-1-1,0 0-15,0 0 16,0 0 0,0 0-16,0 0 15,-40 0 1,40 0-16,0 0 0,-40 1 31,40-1-31,0 0 16,0 0-16,0 0 31,0 0-31,-40-40 0,40 40 16,0 0-1,0 0-15,0 1 0,0-1 16,0 0-1,0 0-15,-40-40 0,40 40 16,0 0-16,0 0 16,0 0-1,0 0-15,0 0 16,0 1 0,0-1-16,0 0 15,0 0 1,0 0-16,0 0 15,0 0 1,0 0-16,0 0 16,0 1-16,0-1 15,0 0 1,0 0 15,0 0-15,0 0-1,0 0-15,-40-40 16,40 40-16,0 0 0,0 0 16,0 1-1,0-1 1,-41-40 0,41 40-16,0 0 15,0 0 1,0 0-1,-40 0 1,40 0-16,0 0 16,0 1-16,0-1 15,0 0 1,0 0-16,0 0 16,0 0-1,0-80 95</inkml:trace>
  <inkml:trace contextRef="#ctx0" brushRef="#br0" timeOffset="13969.16">11075 15119 0,'0'40'16,"0"-80"78,40 40-63,0 0-31,-40 40 47,-40-40-47,0 0 15,40 40 1,-40-40-16,40-40 31,40 40-15,0 0-1,0 0 1,-80 0 15,40 40-15,-40-40 0,0 0-16,40-40 46,40 40-46,0 0 16,-40-40-16,40 40 16,-40 40 15,-40-40-31,0 40 31,0-40-31,0 0 16,80 0 31,0 0-32,0 0-15,0 0 16,0-40-16,0 40 16</inkml:trace>
  <inkml:trace contextRef="#ctx0" brushRef="#br0" timeOffset="14819.08">11918 15199 0,'40'0'16,"0"0"0,-40 40 62,40-40 16,-40-40-94,40 40 0,0-40 15,-40 80 32,0 0-31,-40-40-16,40 41 0,-40-41 15,40 40 1,-40-40-16,40-40 31,0-1-15,40 41-1,-40-40-15,40 40 0,0 0 16,-40-40-16,0 80 31,0 0-31,-40 1 16,0-41 0,40 40-16,-40-40 31,40-40-31,0-1 31,40 1-31,0 40 16,0 0-16,0 0 15</inkml:trace>
  <inkml:trace contextRef="#ctx0" brushRef="#br0" timeOffset="15639.03">12961 15239 0,'0'0'0,"-40"0"188,0 0-188,-1 0 16,82 0 77,-41 41-77,0-1 0,-41-40-16,41-40 46,0-1-30,0 1 0,0 80 46</inkml:trace>
  <inkml:trace contextRef="#ctx0" brushRef="#br0" timeOffset="31178.1">13643 15239 0,'0'41'16,"0"-1"-16,40-40 62,-40-40-46,-40 40 46,40 40-62,-40 0 32,40-80 15,40 0-32,-40-1 1,40 41 156,-80 0-141,40 41-15,-40-41-1,80 0 16,0 0-15,0 0-16,-40-41 16</inkml:trace>
  <inkml:trace contextRef="#ctx0" brushRef="#br0" timeOffset="32098.07">14566 15119 0,'0'40'110,"-40"-40"-110,0 40 31,40 0-15,-41-40 124,1 0-15,40 41-109,40-41 78,1 0-63</inkml:trace>
  <inkml:trace contextRef="#ctx0" brushRef="#br0" timeOffset="32768.03">15409 15199 0,'40'0'16,"-40"40"46,0 1-46,-40-1 0,40 0-1,-41-40-15,41-40 47,41 0-47,-1-1 16,-40 82 31,0-1-16</inkml:trace>
  <inkml:trace contextRef="#ctx0" brushRef="#br0" timeOffset="34087.93">11316 15881 0,'0'0'0,"-40"0"15,40 40 1,-41-40-16,1 0 0,40 40 16,0 0 77,-40-40-93,40 41 63,0-1-32,40-80 16,-40-1-47,40 1 16,-40 80 31,0 1-16,0-82 16,41 41-32,-41-40 1,40 40-16</inkml:trace>
  <inkml:trace contextRef="#ctx0" brushRef="#br0" timeOffset="34727.89">12158 15961 0,'0'-40'47,"0"80"47,0 0-94,0 1 15,-40-41-15,40 40 16,0-80 15,0-1-15,40 41-16,-40-40 0,40 40 16,-40-40-1,0 80 1,-40-40-16,40 40 15,-40-40 1,40 41-16,40-41 31,-40-41-15,40 41 0,1 0-16</inkml:trace>
  <inkml:trace contextRef="#ctx0" brushRef="#br0" timeOffset="35317.88">13001 15961 0,'0'0'0,"-40"0"0,40 40 15,0 1 32,-40-41-47,40 40 125,-40 0-93,-1-40-32,41-40 31,41 40 0,-1 0 0</inkml:trace>
  <inkml:trace contextRef="#ctx0" brushRef="#br0" timeOffset="36237.82">13563 16162 0,'40'0'78,"-40"40"-31,40-40-16,0 0 63,-80 0-47,0 0-32,40-40 16,40 40-15,-40-40-16,40 40 16,0 0-1,0 0 17</inkml:trace>
  <inkml:trace contextRef="#ctx0" brushRef="#br0" timeOffset="37097.77">14365 16001 0,'80'0'63,"-80"41"-32,41-41 0,-1 0 63,-40 40-63,40-40-15,-40 40 46,-40-40-62,80 0 78,-40 40-46,-40-40-1,40 40-31,-40-40 31,40-40-31,0 0 31,40 40-15</inkml:trace>
  <inkml:trace contextRef="#ctx0" brushRef="#br0" timeOffset="37747.71">15449 16122 0,'0'0'0,"-40"0"15,-1 0 1,41 40 156,41-40-156,-41 40-1,0-80 48,0 0-16,0 80-16</inkml:trace>
  <inkml:trace contextRef="#ctx0" brushRef="#br0" timeOffset="38807.67">16331 15440 0,'0'40'78,"0"0"-62,41-40 0,-41 40-16,0-80 78,0 0-63,40 40 126</inkml:trace>
  <inkml:trace contextRef="#ctx0" brushRef="#br0" timeOffset="39477.61">16452 16202 0,'-40'0'0,"40"40"109,-40-40-93,40 40-1,-41-40-15,1 0 141,40-40-110</inkml:trace>
  <inkml:trace contextRef="#ctx0" brushRef="#br0" timeOffset="40807.53">11316 16723 0,'0'-40'47,"0"0"-16,0 80 32,40-40-48,0 0 79,-40-40-94,0 0 125,40 40-109,0 0-1,0 0 17</inkml:trace>
  <inkml:trace contextRef="#ctx0" brushRef="#br0" timeOffset="41377.49">12198 16563 0,'0'0'0,"41"0"47,-1 0-16,-40 40 0,0 0-15,0 0-1,0-80 64,0 0 30,0 0-93,0 80 15</inkml:trace>
  <inkml:trace contextRef="#ctx0" brushRef="#br0" timeOffset="42017.48">13242 16643 0,'0'40'15,"0"0"1,-40-40 0,-1 0-1,1 0 17,40 40-17,-40-40-15,40 41 0,-40-41 0,0 0 31,40 40-31,40-40 63,-40-40 46,0-1-109,0 82 63</inkml:trace>
  <inkml:trace contextRef="#ctx0" brushRef="#br0" timeOffset="42867.4">13924 16763 0,'-40'0'0,"40"41"62,-40-41-46,-1 40-16,1-40 62,40-40-62,-40 40 16,0 0 0,0 0 155,40 40-155,-40-40-16,80 0 63,-40-40-63,0 80 62,-40 0-46,40-80 15,40 40 0</inkml:trace>
  <inkml:trace contextRef="#ctx0" brushRef="#br0" timeOffset="43487.37">14606 16844 0,'-40'40'31,"0"-40"-31,40-40 31,0 0 157,40 40-188,-40 40 31,0 0-31,-40-40 0,40 40 16,-40-40 31,40-40-47,40 0 15</inkml:trace>
  <inkml:trace contextRef="#ctx0" brushRef="#br0" timeOffset="44117.33">15449 16964 0,'0'0'0,"-40"0"16,40-40 47,40 40-48,-40 40 32,-40-40-47,-1 0 16,1 0-1,80 0 17,1 0-17,-1 0 1,0 0-1,0 0-15,-80 0 63</inkml:trace>
  <inkml:trace contextRef="#ctx0" brushRef="#br0" timeOffset="44627.29">16572 16804 0,'-40'0'15,"80"0"-15,-120 0 16,40 0 31,40 40-31,-40-40-16,40 40 0</inkml:trace>
  <inkml:trace contextRef="#ctx0" brushRef="#br0" timeOffset="45527.26">11316 17525 0,'40'0'0,"0"0"47,-40 41 46,40-1-61,-40-80 15,40 40-32,-40-41-15</inkml:trace>
  <inkml:trace contextRef="#ctx0" brushRef="#br0" timeOffset="46107.23">12359 17445 0,'0'40'16,"-40"-40"0,40 40-16,-40-40 15,40 41 1,-40-41 0,40 40-1,40-40 32,-40-40-16,40 40-31,-40 40 32,-40-40-17,0 0 16,80 0 32</inkml:trace>
  <inkml:trace contextRef="#ctx0" brushRef="#br0" timeOffset="46707.2">12961 17485 0,'0'40'15,"-40"-40"1,40 41-16,0-1 31,-40-40 0,40 40-31,-41-40 16,82 0 31,-41-40-32,40 40 1,-40 40 31,40-40 62,-40-40-109</inkml:trace>
  <inkml:trace contextRef="#ctx0" brushRef="#br0" timeOffset="47547.12">13442 17806 0,'40'0'0,"1"0"32,-1 0-17,-80 40 32,-1-40-31,41 40-16,-40-40 31,80 0 0,-40-40-31,41 40 16,-1 0-16,-40-40 94,-40 40-94,40-40 15,0 0-15,0 0 16,40 40 15,-40 40-15</inkml:trace>
  <inkml:trace contextRef="#ctx0" brushRef="#br0" timeOffset="48297.08">14325 17766 0,'40'0'250,"-40"40"-234,0 0 15,-40-40-15,0 0 15,40-40-15,40 0-1,0 40-15,0 0 31,-40 40-15</inkml:trace>
  <inkml:trace contextRef="#ctx0" brushRef="#br0" timeOffset="48987.03">15328 17846 0,'-40'0'78,"40"40"-62,-40-40 15,0 0-16,80 0 48,0 0-47,-40 40 46,-40-40-62</inkml:trace>
  <inkml:trace contextRef="#ctx0" brushRef="#br0" timeOffset="49846.98">16211 17926 0,'40'0'79,"0"0"-64,-40-40-15,40 40 63,-40 40-63,0 1 47,-40-41-47,0 0 31,80 0 0,-40-41-15,40 41-1,1 0 17,-82 0 14,41 41-30,-40-41-16,0 0 16,40-41-16,0 1 31</inkml:trace>
  <inkml:trace contextRef="#ctx0" brushRef="#br0" timeOffset="50966.91">20143 15640 0,'0'41'16,"-40"-41"30,0 0-30,0 0 0,0 0-16,0 0 0,0 0 0,40 40 0,-40-40 15,-1 0-15,1 0 16,0 40-16,-40-40 0,40 0 0,0 0 0,0 0 16,-1 40-16,-39-40 0,40 0 0,0 0 0,-40 0 15,40 40-15,-1-40 0,1 0 16,-40 0-16,40 40 0,0-40 0,0 0 15,0 0-15,-1 0 16,1 0 0</inkml:trace>
  <inkml:trace contextRef="#ctx0" brushRef="#br0" timeOffset="51406.91">18980 15681 0,'-40'0'15,"0"0"1,-1 80-1,1-80-15,0 0 16,0 40-16,0-40 0,0 40 0,0-40 0,40 40 16,-40-40-16,40 40 15,-41-40-15,1 40 0,40 0 32,40-40-17,-40 41-15,41-41 16,-1 0-16,0 0 15,0 0-15,0 0 0,0 0 0,0 0 0,41 0 16,-41 0-16,40 0 0,-40 0 16,0 0-16,40 40 0,-39-40 0,-1 0 0,0 0 15,0 0-15,0 0 16,-80 0 15,0 0-15</inkml:trace>
  <inkml:trace contextRef="#ctx0" brushRef="#br0" timeOffset="52376.83">20826 15159 0,'40'0'16,"0"-40"-16,0 0 16,0 40-16,0 0 0,0 0 15,0 0 1,1 0-16,-41 40 0,40 0 15,0 0-15,-40 0 16,0 1-16,0-1 0,0 0 0,0 0 16,-40 0-16,40 0 15,-40 0-15,-41 0 0,41 0 0,40 0 16,-40-40-16,0 41 0,0-41 16,40 40-16,-40-40 0,0 0 0,40-40 15,0-1 1,0 1-1,40 0-15,40 40 0,-40 0 16,0-40-16,0 40 16,0 0-16,1 0 0,-1 0 0,0 40 15,40-40-15,-40 0 16,0 40-16,0-40 0,1 0 0,-1 0 0,0 40 16,0 1-16,0-41 0,0 0 15,-40 40-15,40-40 16</inkml:trace>
  <inkml:trace contextRef="#ctx0" brushRef="#br0" timeOffset="52656.81">22150 15159 0,'0'0'0,"0"40"0,0 0 31,40 81-15,0-41-16,-40 80 31,0-79-16,0-41-15</inkml:trace>
  <inkml:trace contextRef="#ctx0" brushRef="#br0" timeOffset="52976.8">22029 15320 0,'0'-40'16,"0"80"-16,-40-80 16,40-1-16,81 41 15,-1-40 1,40 40-16,81 40 16,-81 161 15,-80-41-16,-40-120-15,-40 41 16,-120 39 0,-1-40-1,121-80 1</inkml:trace>
  <inkml:trace contextRef="#ctx0" brushRef="#br0" timeOffset="53316.79">23715 15400 0,'0'0'0,"-40"0"16,40 40-1,0 40-15,0 40 31,0-39-31,-41 39 32,41-40-32</inkml:trace>
  <inkml:trace contextRef="#ctx0" brushRef="#br0" timeOffset="53516.78">23554 15199 0,'-40'-40'16,"40"0"-1,40 40 16</inkml:trace>
  <inkml:trace contextRef="#ctx0" brushRef="#br0" timeOffset="54076.73">24196 15440 0,'0'0'0,"40"40"47,-40 0-47,40-40 16,-40 80-16,41-40 0,-41 1 15,0-1-15,0 0 0,0 0 31,-41-40-31,41-80 32,41 40-32,-1-1 0,40 1 15,-40 40 1,-40-40-16,40 40 0,0 0 16,-40 80-1,40-80-15,-40 81 16,0-41-1,0 0 1,41-80 15,-1 0-31,0 0 16,0-1-16,-40 1 16,40 40-16,-40-40 0,40 40 0,0-40 15,0 40 1,-40 40-16,0 0 15,0 0-15,0 1 16,0-1 0,0 0-16,-40 0 0,40 0 15</inkml:trace>
  <inkml:trace contextRef="#ctx0" brushRef="#br0" timeOffset="54336.73">25280 15600 0,'0'0'0,"-41"0"16,41 40 15,0 41-16,41-41-15,-41 80 32,0 0-17,0-39 1</inkml:trace>
  <inkml:trace contextRef="#ctx0" brushRef="#br0" timeOffset="54626.7">25400 15681 0,'0'-41'0,"0"82"0,0-162 32,40 81-32,0-40 15,81 80 1,-41 120-1,-80-40 1,-120 81 0,-41-41 15,81-80-15,40-40-16,40-40 0</inkml:trace>
  <inkml:trace contextRef="#ctx0" brushRef="#br0" timeOffset="55246.68">26162 15560 0,'0'40'47,"-40"-40"-47,40 40 0,0 1 0,0-1 15,0 0 1,0 0-16,0 0 0,0 0 16,40-40-16,-40 40 0,41-40 15,-1 0 1,-40-40-16,0 0 0,40 40 15,-40-40-15,0 0 16,0 0-16,40 0 0,-40-1 0,40 41 16,-40-40-16,0 80 31,40-40-31,-40 41 16,0-1-16,0 0 0,40 0 15,0 0-15,1-40 16,-1 0-16,0 0 15,0-40-15,0 0 0,-40 0 16,40 0 0,-40-1-16,0 1 0,40 40 0,-40-40 15,0 0-15,0 0 0,0 0 16,0 0-16,0 0 0,0 0 0,0 0 0,0-1 16,0 1-16,0 0 0,-40 40 31,40 40-16,-40-40 1,40 40-16,0 1 0,0-1 0,0 0 16,0 0-16,0 0 15,0 0-15,0 0 0,0 0 0,0 0 0,0 0 16,0 1-16,0-1 16,0 0-16,40-40 0,-40 40 0</inkml:trace>
  <inkml:trace contextRef="#ctx0" brushRef="#br0" timeOffset="55636.64">27366 15480 0,'-40'0'16,"0"0"-16,0 40 15,0 40 16,40-40-31,120 41 32,-80-41-32,0 40 31,-80 0-15,-160-40-1,119-40 1</inkml:trace>
  <inkml:trace contextRef="#ctx0" brushRef="#br0" timeOffset="55926.64">27928 15721 0,'0'0'15,"0"-40"-15,80 40 0,-40 0 0,0-41 16,121-39-1,-201 0 17,-161 80-17,81 40 1,40 80 0,39-39-16,162 39 31,39-40-16,-120-40-15,41-40 16,159 0 0</inkml:trace>
  <inkml:trace contextRef="#ctx0" brushRef="#br0" timeOffset="56216.62">29052 15119 0,'0'0'15,"0"-40"1,0 80 0,40 0-1,-40 201 1,40-121-1,-40 81 1,-40-81 15,40-80-31,-40-40 0</inkml:trace>
  <inkml:trace contextRef="#ctx0" brushRef="#br0" timeOffset="56596.6">28931 15640 0,'-80'-40'15,"160"80"-15,-200-80 16,120 0-16,40 0 16,120 0-1,41 0 1,-40 120 15,-81 40-15,-40-39-1,0-41 1,-80 40 0,0-80-1,0 0-15,40-40 16,40-121-1,120 41 17,-79 80-32,119-40 31,41 40-31</inkml:trace>
  <inkml:trace contextRef="#ctx0" brushRef="#br0" timeOffset="57096.57">30295 15320 0,'-40'0'15,"-40"0"1,40 0 0,0 40-1,0 80 17,80-40-17,40-40 1,0-80-1,-40-40 17,1 0-17,-1 40 1,0 80 0,0 80-1,-40-80 1,80 40-1,-40-80-15,0 0 16,1-40 0,39-120-1,-40 40 17,-40 80-32,40-1 15,-40 82 1,-40 79-1,40-40 1,-40 80 0,40-39 15,40-121-31</inkml:trace>
  <inkml:trace contextRef="#ctx0" brushRef="#br0" timeOffset="57266.56">30576 14959 0,'-40'-40'16,"80"80"-16,-80-241 16,80 161-16,0 0 15,1 40 1</inkml:trace>
  <inkml:trace contextRef="#ctx0" brushRef="#br0" timeOffset="58206.48">31018 15280 0,'-40'0'16,"40"-41"15,40 82 0,-40-1-31,40 0 16,-40 0 0,40-40-16,-40 40 15,0 0-15,0 0 16,-40-40-1,40 40-15,0-80 32,40 0-32,-40 0 15,0 0 1,40 40-16,0-40 0,0 40 16,0 0-1,1 0 1,-1 40-16,-40 0 15,40 0 1,-40 0-16,0 0 0,40 0 16,-40 0-1,0 1-15,0-1 16</inkml:trace>
  <inkml:trace contextRef="#ctx0" brushRef="#br0" timeOffset="58426.49">31900 15480 0,'-40'0'31,"40"-40"-15,40 40-16</inkml:trace>
</inkml:ink>
</file>

<file path=ppt/ink/ink16.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10-13T04:25:48.074"/>
    </inkml:context>
    <inkml:brush xml:id="br0">
      <inkml:brushProperty name="width" value="0.05292" units="cm"/>
      <inkml:brushProperty name="height" value="0.05292" units="cm"/>
      <inkml:brushProperty name="color" value="#FF0000"/>
    </inkml:brush>
  </inkml:definitions>
  <inkml:trace contextRef="#ctx0" brushRef="#br0">6260 2045 0,'40'0'15,"-40"-40"1,40 40 78,-40-40-48,40 40 95,0 0-125,0 0-16,0 0 15,1 0-15,-41-41 0,40 41 0,0 0 0,0 0 16,0 0-16,0 0 0,0 0 0,0 0 16,1 0-16,-1 0 15,0 0-15,0 0 0,0 0 0,0 0 16,0 0-16,0 0 15,1 0-15,-1 0 16,0 0 0,0 0-16,0 0 0,0 0 15,0 0-15,1 0 0,-1 0 0,40 0 16,0 0-16,-40 0 0,41 0 0,-1 0 0,0 0 16,0 0-16,1-40 15,-1 40-15,0 0 0,0 0 0,1-40 0,-1 40 16,-40 0-16,40 0 0,-40 0 0,0 0 15,1 0-15,-1 0 0,0 0 16,0 0-16,0 0 0,0 0 0,-40-40 16,40 40-16,0 0 15,1 0-15,-1 0 0,0 0 0,0 0 0,0 0 16,0 0-16,0 0 0,41 0 0,-41 0 0,40 0 16,-40 0-16,0 0 0,40 0 15,-39 0-15,-1 0 0,0 0 0,0 0 0,0 0 16,0 0-16,0 0 15,0 0-15,1 0 0,-1 0 0,0 0 16,0 0-16,40 0 16,-40 0-16,0 0 0,1 0 0,-1 0 0,0 0 15,0-40-15,0 40 0,40 0 0,-40 0 16,1 0-16,-1 0 16,0 0-16,0 0 0,0 0 0,0 0 15,0 0-15,1 0 16,-1 0-16,0 0 0,0 0 0,0 0 0,0 0 15,0 0-15,0 0 16,41 0-16,-41 0 0,0 0 0,40 0 0,0 0 16,-39 0-16,39 0 0,-40 0 15,40 0-15,-40 0 0,41 0 0,-41-40 0,0 40 16,0 0-16,0 0 0,0 0 0,-80 0 47,0 0-32</inkml:trace>
  <inkml:trace contextRef="#ctx0" brushRef="#br0" timeOffset="3827.05">6380 2005 0,'0'40'15,"0"-80"220,0 0-235,0-1 15,0 1 1,0 0-16,0 0 15,40 0-15,-40 0 16,0 0-16,40 40 0,0-40 0,-40 0 16,0 0-16,41 40 15,-41-41-15,40 1 0,-40 0 16,40 0-16,-40 0 0,40 40 16,-40-40-16,0 0 15,40 40-15,-40-40 0,40 40 0,-40-40 16,40-1-1,0 1-15,-40 0 16,41 40-16,-41-40 16,40 40-16,0-40 0,0 40 15,-40-40 1,40 40-16,0 0 16,-40-40-16,40 40 0,0 0 15,1 0 1,-1 0-16,0 0 0,0 0 31,-40 40-31,0 0 0,40-40 16,-40 40-1,0 0-15,40-40 0,-40 40 0,0 0 16,40 1-16,-40-1 16,41 0-1,-41 0-15,40 0 16,-40 0-16,0 0 15,40-40-15,-40 40 0,40 0 0,-40 1 16,40-41 0,-40 40-16,40 0 0,-40 0 15,40-40-15,-40 40 0,0 0 0,40-40 16,-40 40-16,41 0 16,-41 0-16,40-40 0,-40 40 0,0 1 15,40-41 1,-40 40-16,0 0 0,40-40 15,-40 40-15,0 0 16,0 0-16,40-40 0,-40 40 16,0 0-16,40-40 15,-40 40-15,40 1 0,-40-1 16,0 0-16,0 0 16,40-40-16,-40 40 15,41-40-15,-41 40 0,40-40 16,-40 40-1,40-40-15,-40 40 16,40-40-16,-40 40 16,40-40-16,0 40 15,0-40 1,-40 41-16,40-41 16,1 40-1,-1-40-15,-40 40 16,40-40-16,0 0 0,0 0 31,-40-40-31,40 40 16,-40-40-16,40-1 15,-40 1 1,40 40-16,-40-40 16,41 40-1,-41-40 1,40 40-1,-40-40 17,40 40-17,-40-40-15,40 0 0,0 0 16,-40 0 0,0 0-16,40 40 0,-40-41 15,0 1-15,40 40 16,-40-40-1,0 0-15,40 0 16,-40 0 0,0 0-1,0 0 1,41 40-16,-41-40 0,0-1 16,40 1-1,-40 0-15,0 0 16,40 40-16,-40-40 0,0 0 15,40 40-15,-40-40 16,0 0 0,40 40-16,-40-40 15,0 0 1,40 40 0,-40-41-16,40 41 15,-40-40-15,40 40 16,-40-40-1,41 40-15,-41-40 0,40 40 16,-40-40 0,40 40-16,-40-40 0,0 0 15,40 40 1,-40-40 0,40 40 30,0 0-30,-40-40-16,40 40 16,-40-41-1,40 1 1,1 40-16,-1 0 16,-40-40-16,40 40 15,0 0 16,-40-40-15,80 40 172,-40 0-157,0 0 16,1 0 109,-1 0-125,-40 40 32,0 0-48,80-40-15,-80 40 16,40-40 15,-40 41-31,0-1 16,0 0 15,40-40-31,-40 40 0,40-40 16,-40 40-16,40 0 15,-40 0 1,41-40-16,-1 0 16,-40 40-16,0 0 15,40-40 16,-40 41 1,40-41-17,-40 40 1,40-40-16,-40 40 31,40-40-31,-40 40 47,40-40-47,-40 40 47,40-40 0,-40-40 172,-40 40-219</inkml:trace>
  <inkml:trace contextRef="#ctx0" brushRef="#br0" timeOffset="7986.76">6902 521 0,'-40'0'32,"40"40"124,0 0-140,0 0-16,0 0 15,0 0-15,0 0 16,0 1-1,-41-41-15,41 40 0,0 0 16,0 0-16,0 0 16,0 0-16,0 0 15,0 0 1,0 0-16,0 0 16,0 1-1,0-1 1,0 0-16,0 0 15,0 0 1,0 0-16,0 0 0,0 0 16,0 0-16,0 1 15,0-1-15,-40 0 16,40 0 0,0 0-16,0 0 15,-40-40-15,40 40 0,0 0 16,0 0-1,0 0-15,0 1 16,0-1 0,0 0-16,0 0 0,0 0 15,0 0-15,0 0 16,-40 0-16,40 0 0,0 1 0,-40-1 16,0-40-16,40 40 0,0 0 15</inkml:trace>
  <inkml:trace contextRef="#ctx0" brushRef="#br0" timeOffset="8846.8">7464 601 0,'0'40'31,"0"0"0,0 0-31,0 0 16,0 1-16,-41-41 15,41 40-15,0 0 16,0 0-16,0 0 16,0 0-1,0 0-15,0 0 0,0 0 16,0 0 0,0 1-16,0-1 15</inkml:trace>
  <inkml:trace contextRef="#ctx0" brushRef="#br0" timeOffset="8996.71">7383 1724 0,'0'40'16,"0"-80"-16,0 120 0,0-40 47</inkml:trace>
  <inkml:trace contextRef="#ctx0" brushRef="#br0" timeOffset="9246.75">7423 2205 0,'0'40'16,"0"0"-1,0 1 1,41-1 0,-1-40-1,-40 40-15,0 0 16</inkml:trace>
  <inkml:trace contextRef="#ctx0" brushRef="#br0" timeOffset="9496.74">7423 3047 0,'0'41'0,"-40"-41"0</inkml:trace>
  <inkml:trace contextRef="#ctx0" brushRef="#br0" timeOffset="10576.61">7865 802 0,'0'40'16,"0"0"30,0 0-30,40-40-16,-40 40 16,0 0-1,0 0-15,40-40 0,-40 40 0,40 0 16</inkml:trace>
  <inkml:trace contextRef="#ctx0" brushRef="#br0" timeOffset="10756.68">7785 1724 0,'0'40'16,"0"0"15,40-40-16</inkml:trace>
  <inkml:trace contextRef="#ctx0" brushRef="#br0" timeOffset="10986.59">7785 2205 0,'-41'0'0,"41"40"32,0 0-32,0 1 15,0-1 1,0 0-16,0 0 16,0 0-16,0 0 31</inkml:trace>
  <inkml:trace contextRef="#ctx0" brushRef="#br0" timeOffset="11166.64">7624 2927 0,'0'161'32,"0"-322"-32,0 362 15,0-161-15,0 0 0,0 0 31,0 0-15</inkml:trace>
  <inkml:trace contextRef="#ctx0" brushRef="#br0" timeOffset="12196.6">8427 561 0,'0'0'0,"0"40"94,40-40-94,-40 40 0,0 0 15,0 0-15,0 0 16,0 1-16</inkml:trace>
  <inkml:trace contextRef="#ctx0" brushRef="#br0" timeOffset="12376.51">8306 1604 0,'0'40'0,"0"-80"0,0 120 15,40-40 1</inkml:trace>
  <inkml:trace contextRef="#ctx0" brushRef="#br0" timeOffset="12596.51">8306 2165 0,'0'40'16,"0"0"15,0 0 1,0 1-32</inkml:trace>
  <inkml:trace contextRef="#ctx0" brushRef="#br0" timeOffset="12776.54">8266 2686 0,'0'0'16,"-40"0"-16,40 41 31,0 39-16,0 0 1</inkml:trace>
  <inkml:trace contextRef="#ctx0" brushRef="#br0" timeOffset="12966.53">8146 3649 0,'-40'40'16,"80"-80"-16,-80 120 16</inkml:trace>
  <inkml:trace contextRef="#ctx0" brushRef="#br0" timeOffset="13116.49">8065 3930 0,'0'0'0,"0"-40"31,0 0-15</inkml:trace>
  <inkml:trace contextRef="#ctx0" brushRef="#br0" timeOffset="14246.44">9069 481 0,'0'40'16,"0"0"109</inkml:trace>
  <inkml:trace contextRef="#ctx0" brushRef="#br0" timeOffset="14426.46">9028 922 0,'0'0'15,"0"40"-15,0 0 16,0 0 0,0 0-16,0 0 15</inkml:trace>
  <inkml:trace contextRef="#ctx0" brushRef="#br0" timeOffset="14616.43">8988 1684 0,'-40'0'16,"80"0"-16,-80 40 15,40 0 1,40 0 0,-40 0-1</inkml:trace>
  <inkml:trace contextRef="#ctx0" brushRef="#br0" timeOffset="14766.43">8868 2245 0,'0'0'0,"0"40"0,-40 1 15,40-1 1,0 40 15</inkml:trace>
  <inkml:trace contextRef="#ctx0" brushRef="#br0" timeOffset="15046.41">8868 3368 0,'0'0'0,"0"40"0,0 0 0,-40-40 16,40 41-1</inkml:trace>
  <inkml:trace contextRef="#ctx0" brushRef="#br0" timeOffset="15226.34">8868 3850 0,'-40'40'16,"80"-80"-16,-120 80 0,120-80 47,-40-1-47</inkml:trace>
  <inkml:trace contextRef="#ctx0" brushRef="#br0" timeOffset="16346.34">14566 1764 0,'0'-40'47,"40"0"16,0 40-48,0 0 1,0 0-16,1 0 0,-1 0 0,0 0 16,0 0-16,0 0 0,0 0 0,0 0 0,0 0 15,1 0-15,-1 0 0,0 0 16,40 0-16,-40 0 0,40 0 0,1-40 0,-41 40 15,40-40-15,0 40 0,-40 0 16,41 0-16,-1-40 0,0 40 0,41 0 0,-41-41 16,40 41-16,1 0 15,-41 0-15,80-40 0,-39 40 0,-1 0 0,0 0 16,41 0-16,-81 0 0,81 0 16,-81 0-16,40 0 0,-39-40 0,-1 40 0,0 0 15,0 0-15,-40 0 0,1 0 0,39 0 0,-40 0 16,0 0-16,0-40 15,0 40-15,41 0 0,-41-40 0,40 40 0,0 0 16,1-40-16,39 40 0,-40 0 16,41 0-16,-1 0 0,0-40 0,1 40 0,-1 0 15,0 0-15,-39 0 16,39 0-16,0-40 0,1 40 0,-41 0 0,40 0 16,-39 0-16,-41-40 0,40 40 0,-40 0 0,0 0 15,0 0-15,1 0 0,-1 0 16,0 0 46,0 0-30</inkml:trace>
  <inkml:trace contextRef="#ctx0" brushRef="#br0" timeOffset="17426.27">15248 521 0,'0'0'0,"0"-40"15,40 40-15,-40-40 32,0 80 77,0 0-109,0 0 16,0 0-1,0 0-15,0 0 0,0 0 0,0 0 16,0 1 0,0-1-16,0 0 0,0 0 0,0 0 15,0 0-15,0 0 0,0 0 0,0 0 0,0 0 16,0 1-16,0 39 0,0-40 15,0 0-15,0 0 0,0 0 0,0 0 0,0 0 16,0 1-16,0-1 0,0 0 16,0 0-16,0 0 0,0 0 0,0 0 0,0 0 15,0 0-15,40 0 16,-40 1-16,0-1 0,0 0 0,0 0 16,0 0-16,40-40 0,-40 40 0,0 0 0,0 0 15,0 0-15,0 1 16,0-1-16,0 0 0,0 0 15,0 0 1,0 0-16,0 0 16,0 0-16,0 0 15,0 0 1,41-40 0,-41 41 30,0-1-30,40-40 0,-40 40-16</inkml:trace>
  <inkml:trace contextRef="#ctx0" brushRef="#br0" timeOffset="18256.15">15328 1684 0,'0'40'62,"0"0"-30,40-40 30,-40-40-46,0 80 31,0 0-16,-40-40-15,0 0-1,0 0-15,0 0 0,40-40 16,0 0-1,0 0 1,40 40 93</inkml:trace>
  <inkml:trace contextRef="#ctx0" brushRef="#br0" timeOffset="19126.09">15810 1203 0,'40'0'0,"-40"-41"16,0 1-1,0 0 63,0 0-62,0 0 0,0 0-16,0 0 0,0 0 31,40 40-31,-40 40 109,40 0-93,-40 0-1,0 0-15,0 0 0,0 0 16,0 0-16,0 1 0,0-1 16,0 0-16,-40-40 0,40 40 0,0 0 15,0 0 1,-40-40-16,40 40 0,0 0 16,0 0-1,0 1 1,0-1-16,0 0 31,0 0-31,0 0 0,0 0 16,40-40-1,-40 40-15,0-80 47,0 0-47,0 0 0,0 0 16,0 0-16,0 0 15</inkml:trace>
  <inkml:trace contextRef="#ctx0" brushRef="#br0" timeOffset="20196.03">16532 681 0,'0'-40'16,"40"0"-1,-40 0-15,0 0 16,0 0 0,40 40-16,-40-40 15,40 40 48,-40 40-16,0 0-16,0 0-31,0 0 0,0 0 16,0 0-16,0 0 15,0 0-15,-40 1 0,40-1 16,0 0-16,0 0 15,0 0-15,0 0 0,0 0 16,0 0-16,0 0 16,0 0-1,0 1 1,0-1-16,0 0 0,0 0 16,0 0-16,0 0 0,0 0 15,40-40 1,-40 40-16,0 0 31,0 1-15,0-1-1,0 0 32,0-80 31,0 0-62</inkml:trace>
  <inkml:trace contextRef="#ctx0" brushRef="#br0" timeOffset="20796.08">17174 842 0,'0'-40'16,"0"80"78,0 0-79,0 0 1,0 0-16,0 0 16,0 0-1,0 0-15,0 0 0,0 0 16,0 1-1,0-1-15,0 0 32,0 0-32,0 0 15,0 0 1,40-40-16,-40 40 0,0 0 16,0 0-16,0 1 0,0-1 31,40-40-16,-40-40 1,0-1 15,-40 41-31</inkml:trace>
  <inkml:trace contextRef="#ctx0" brushRef="#br0" timeOffset="21666.03">17615 1684 0,'0'-40'32,"0"0"61,41 40-46,-41-40-47,40 40 16,-40-41-16,40 41 31,-40 41 32,0-1-32,0 0-31,0 0 16,0 0-16,40-40 0,-40 40 15,0 0-15,0 0 16,0 0-16,0 0 31,0 1 78,-40-41-77</inkml:trace>
  <inkml:trace contextRef="#ctx0" brushRef="#br0" timeOffset="22835.87">18659 1483 0,'-40'0'16,"40"-40"15,0 0-15,0 0 15,0 80 79,0 0-95,0 0 1,0 0-16,0 1 0,0-1 15,0 0 1,0 0-16,0 0 0,0 0 16,0 0-1,0 0-15,0 0 0,0 0 16,0 1-16,0-1 0,0 0 16,0 0-1,0 0 16,0 0-31,0 0 16,0 0 0,0 0-1,0 1 188,0-1-78,0 0-109,0 0 0,0-80 15,0 0-31</inkml:trace>
  <inkml:trace contextRef="#ctx0" brushRef="#br0" timeOffset="23785.81">19341 1283 0,'0'40'94,"0"0"-78,0 0 15,0 0-31,0 0 15,0 0 1,0 1-16,0-1 0,0 0 16,0 0-1,0 0-15,0 0 0,0 0 0,0 0 16,0 0-16,0 0 0,0 1 16,0-1-16,0 0 0,0 0 15,0 0-15,0 0 16,0 0-1,-40-40 376,0 0-375</inkml:trace>
  <inkml:trace contextRef="#ctx0" brushRef="#br0" timeOffset="24535.77">20103 1243 0,'0'-40'16,"0"-1"31,0 82 15,40-41-62,-40 40 16,0 0-16,41 0 16,-41 0-1,0 0-15,0 0 0,0 0 16,0 0-1,0 1-15,0-1 0,0 0 32,0-80 15,0 0-47</inkml:trace>
  <inkml:trace contextRef="#ctx0" brushRef="#br0" timeOffset="26705.65">15649 3128 0,'-40'0'219,"40"40"-219,-40-40 16,40 40-1,-40-40-15,40 40 0,-40-40 0,0 40 16,0-40-16,-1 40 16,1-40-16,0 0 0,0 40 0,0-40 15,40-40 17,40 40-17,-40-40-15,0 0 16,40 40-1,-40-40 1,40 40-16,0 0 16,1 0-1,-1 40 1,-40 0 0,40-40-16,-40 40 15,40-40-15,-40 40 0,0 0 16,40-40-1,-40 40-15,40-40 32,-40 41-17,40-41 1</inkml:trace>
  <inkml:trace contextRef="#ctx0" brushRef="#br0" timeOffset="27095.62">15609 3328 0,'-40'0'15,"80"0"63,0 0-62,0 0 0,-40 40-16,41-40 0,-1 0 15,0 0 1,0 0-16,0 0 15,-40 40 48</inkml:trace>
  <inkml:trace contextRef="#ctx0" brushRef="#br0" timeOffset="27605.59">15850 3288 0,'0'0'0,"40"0"109,-40-40-62,40 40-47,0 0 16,0 0-1,1 40 17,-41 0-17,0 0 1,40-40-16,-40 40 16,40-40-16,-40 40 0,-40-40 62,40 41-31,-40-41-31,40 40 0,-41-40 16,41 40-16,-40-40 0,40 40 0,-40-40 16,40 40-1,-40-40-15,0 0 0</inkml:trace>
  <inkml:trace contextRef="#ctx0" brushRef="#br0" timeOffset="28935.5">15730 4010 0,'40'0'15,"0"0"173,0 0-157,0 0-15,0 0-16,0 0 15,0 0 1,1-40-16,-1 40 0,0 0 0,0 0 15,0-40-15,0 40 16,0 0-16,0 0 0,1 0 0,-1 0 16,-80 0 109</inkml:trace>
  <inkml:trace contextRef="#ctx0" brushRef="#br0" timeOffset="29645.55">16131 4010 0,'40'0'16,"-40"40"93,0 0-93,-40 0-1,0 0-15,40 0 16,-40-40-16,40 41 0,0-1 16,0 0-1,0 0-15,0 0 16,0 0-1,0 0 1,0-80 47,0 0 46,0 0-31</inkml:trace>
  <inkml:trace contextRef="#ctx0" brushRef="#br0" timeOffset="38844.92">6741 2446 0,'0'-40'0,"-120"0"15,240 80 1,-160-80 0,40 80-16,-80-40 0,160 0 15,-160-40-15,160 80 0,-160-40 16,160 0-16,-120 0 47,80 0-47,-40-40 0,0 80 15,-40-40 1,80 0-16,-120 0 16,160 0-16,-160-40 0,160 80 0,-240-120 0,320 120 15,-280-80-15,240 80 0,-120-80 0,0 40 0,-40-41 16,80 82-16,-40-82 31,-40 1-15,80 80-16,-80-40 0,40-40 0,0 40 15,-40 0 1,80 0-16,-80-40 0,80 80 0,-80-40 16,80 0-1,-80 0 1,80 0-16,-80 0 0,80 40 16,-40-80-16,0 80 0,0-80 15,0 121-15,-40-81 0,80 40 0,-160-80 0,240 120 16,-240-120-16,240 120 15,-120-40-15,0 0 0,-40-40 0,80 40 0,-40 0 16,0-40-16,-80 0 0,160 80 16,-160-39-16,160-41 0,-200 40 0,240 0 0,-160-40 15,80 40-15,-40 0 0,0 0 0,-120-80 0,240 120 16,-120-40-16,0 0 16,-120-40-16,240 41 0,-160-1 0,40 0 0,0 0 15,0 0-15,-40 0 0,80 0 16,-201-40-16,282 80 0,-121-40 0,0-40 0,0 41 15,0-1-15,0 0 16,0 0-16,0 0 0,0 0 0,-81-80 0,122 120 16,-82-40-16,82 0 0,-82-40 15,82 41-15,-41-1 0,0 0 0,0 0 16,0 0-16,0-40 0,0 40 0,0 0 0,0 0 16,0 0-1,0 0-15,0 1 0,0-1 0,0 0 16,0 0-16,0 0 15,0 0-15,-41 0 0,41 0 0,0 0 16,0 1-16,0-1 16,0 0-16,0 0 0,0 0 15,0 0-15,0 0 0,0 0 0,0 0 16,0 0 0,0 1-16,0-1 0,0 0 0,0 0 15,0 0-15,0 0 16,0 0-16,-40 0 0,40 0 0,0 1 0,0-1 15,0 0-15,0 0 0,0 0 16,0 0-16,0 0 0,0 0 16,0-80 31,40 40-47,-40-40 15</inkml:trace>
  <inkml:trace contextRef="#ctx0" brushRef="#br0" timeOffset="39614.95">5377 4812 0,'0'0'15,"-40"0"-15,80 0 79,0 0-79,0 0 15,0 40-15,0-40 16,1 0-16,-1 0 0,0 40 0,0-40 0,40 0 15,-40 0-15,41 0 0,-1 0 16,-40 0-16,40-40 0,0 40 0,1 0 0,-1 0 16,0 0-16,0-40 15,41 40-15,-1 0 0,1 0 0,-1 0 0,0 0 16,41-40-16,-41 40 0,41 0 0,-41 0 0,41-40 16,-121 40-16,201 0 0,-362 0 15,563 0-15,-603 0 0,643-40 0,-683 40 0,723 0 16,-723 0-16,682 0 15,-882-161-15,1003 282 0,-482-121 0,1 0 0,-41 0 16,0 0-16,1 0 0,-1 0 16,-80-40-16,120 40 0,-160 0 0,160 0 0,-79 0 15,39 0-15,-40 0 0,0 0 0,0-41 0,0 41 16,0 0-16,1 0 16,-1 0-16,0 0 0,0 0 0,0 0 15,0 0-15,0 0 16,1 0-16,-1 0 15,0 0 17,-40-40-17,40 40 1,0 0 0,-80 0 15</inkml:trace>
  <inkml:trace contextRef="#ctx0" brushRef="#br0" timeOffset="40414.91">6380 4331 0,'0'-40'16,"0"0"-1,0-1 32,40 41-16,0 0-31,-40-40 32</inkml:trace>
  <inkml:trace contextRef="#ctx0" brushRef="#br0" timeOffset="41244.86">6581 4090 0,'0'0'16,"0"-40"46,0 0-15,0 0 141,0 0-141,0 80 78,0 0-125,0 0 15,0 0 1,0 0-1,0 0 1,-40-40-16,40 40 0,0 1 16,0-1-16,0 0 15,0 0-15,0 0 16,0 0-16,0 0 16,-41-40-1,41 40-15,0 0 0,0 1 16,0-1-16,0 0 15,0 0-15,0 0 16,0 0 0,0 0-16,0 0 15,0 0 1,0 0 0,0-80 15</inkml:trace>
  <inkml:trace contextRef="#ctx0" brushRef="#br0" timeOffset="41834.74">7183 4090 0,'0'40'125,"0"0"-110,0 0-15,0 1 0,0-1 16,0 0 0,0 0-16,0 0 0,-41 0 15,41 0-15,0 0 16,0 0-16,0 41 0,0-41 15,0 0-15,0 0 0,0 0 16,0 0-16,0 0 16,41-40-16,-41 40 0,40-40 31,0 0-31,-40-40 0,40 0 16</inkml:trace>
  <inkml:trace contextRef="#ctx0" brushRef="#br0" timeOffset="42344.79">7865 4090 0,'0'40'32,"0"0"15,0 0-32,0 1 1,0-1-16,0 0 15,0 0-15,0 0 16,0 0-16,0 0 0,0 0 0,0 0 16,0 1-16,0-1 0,40 0 0,-40 0 15,0 0 1,0 0-16</inkml:trace>
  <inkml:trace contextRef="#ctx0" brushRef="#br0" timeOffset="42834.75">8627 4050 0,'40'0'15,"-40"40"32,0 0-47,0 0 16,0 0-16,0 1 16,0-1-16,40 0 0,-40 0 15,0 0 1,0 0-16,0 0 0,0 0 15,0 0 1,0 1-16,0-1 16,0 0-16</inkml:trace>
  <inkml:trace contextRef="#ctx0" brushRef="#br0" timeOffset="43294.68">9590 4130 0,'0'0'0,"0"40"78,40-40-78,-40 40 16,0 1-16,0-1 16,0 0-16,0 0 0,0 0 0,0 0 15,40-40-15,-40 40 16,0 0-16,0 0 0,0 1 0,0-1 15,0 0 1,-120-40-16,240 0 0,-240 0 16,240 0-16,-240 0 0,200 0 0</inkml:trace>
  <inkml:trace contextRef="#ctx0" brushRef="#br0" timeOffset="43714.68">10312 4050 0,'41'0'31,"-41"-40"-31,40 40 16,-40-40-16,40 40 16,-40 40 15,0 0-16,0 0-15,0 0 0,0 0 16,0 0-16,0 1 16,0-1-16,0 0 0,0 0 15,0 0-15,0 0 0,0 0 16,-80-40-16,80 40 16,-41-40-16</inkml:trace>
  <inkml:trace contextRef="#ctx0" brushRef="#br0" timeOffset="45554.52">11195 4371 0,'40'0'0,"-40"-40"16,41 40 0,-41-40-16,40 40 0,-40-40 140,0-1-124,40 41-16,-40-40 0,40 40 15,-40-40-15,40 0 0,0 0 16,-40 0-16,0 0 16,40 0-16,-40 0 0,0 0 0,40-1 0,-40 1 15,0-40-15,41 40 0,-41-40 0,0 40 0,0-41 16,40 1-16,-40 40 0,0-40 16,0 0-16,0 40 0,40 0 0,-40-41 0,0 41 15,0 0-15,40 0 16,-40 0-16,0 0 15,40 40-15,-40-40 0,0 0 16,0-1-16,0 1 0,0 0 16,0 0-16,0 0 0,0 0 15,0 0 1,0 0-16,0 0 31,0 0 16,0-1-31,-40 41-1,40-40-15,0 0 32,-40 80 249,0-40-266,40 40-15,-40-40 16,40 41-16,-41-41 0,41 40 0,-40-40 0,0 40 16,0 0-16,0 0 0,0 0 15,0-40 1,40 40-16,40-40 31,0-40-31,40 0 16,-80 0-1,40 0-15,0 40 0,1-40 0,-41 0 0,40-1 16,0 1-16,-40 0 16,40 40-16,-40-40 0,40 0 15,-40 0-15,40 40 16,0 0 15,0 0-15,-40 40-16,41-40 0,-41 40 15,40-40-15,0 40 16,-40 0 0,0 0-16,40-40 0,-40 41 0,0-1 15,40-40-15</inkml:trace>
  <inkml:trace contextRef="#ctx0" brushRef="#br0" timeOffset="47704.39">20906 1243 0,'0'-40'0,"0"80"110,80-40-110,-80 40 0,0 0 15,40-40-15,-40 40 16,40 0-16,-40 0 16,40-40-16,-40 40 15,0 0-15,41-40 0,-41 41 0,0-1 16,40 0-16,0-40 0,-40 40 15,40 0-15,0-40 16,0 0-16,0 0 16,0-40-16,1 40 0,-1-40 0,0 0 15,40 0-15,0-1 0,1 1 0,-1 0 0,0-40 16,41 40-16,-41-40 16,40-1-16,1 41 0,-1-40 0,40 40 0,-39 0 15,39-40-15,1 40 0,-1 0 16,1 40-16,-1-41 0,1 1 0,-1 40 0,41-40 15,-41 40-15,1-40 16,-1 40-16,1-40 0,-41 40 0,1 0 0,-1-40 16,-40 40-16,1 0 0,-41 0 0,0 0 0,0 0 15,0 0-15,-80 0 47,0 0-47,0 0 16,0 0-1,-1 0-15,1 0 32,0 0-32,0 0 15,0 0-15,0 0 0,0 0 16,0 0-16,-1 0 0,-39 0 16</inkml:trace>
  <inkml:trace contextRef="#ctx0" brushRef="#br0" timeOffset="203145.37">28369 842 0,'40'-40'31,"41"40"-15,-41 0-1,0 0-15,0 0 0,-40-41 0,40 41 16</inkml:trace>
  <inkml:trace contextRef="#ctx0" brushRef="#br0" timeOffset="204775.27">28409 601 0,'0'40'109,"0"0"-78,0 0-15,-40-40 15,0 0-31,0 0 16,40-40-1,0 0-15,40 40 16,-40-40 0,40 0-16,0 40 0,1-40 15,-1 40-15,0 0 16,0 0 0,-40 40 15,0 0-16,-40-40 17,80 40 30,-80-40 1,0 0-63,40-40 15,0 0-15,-40 40 0,40-40 32</inkml:trace>
  <inkml:trace contextRef="#ctx0" brushRef="#br0" timeOffset="205565.24">29613 641 0,'40'0'0,"-40"-40"32,41 40-32,-1 0 15,-80 0 79,-1 0-78,41 40-1,0-80 32,-40 40 31,40-40 16,0 80-63</inkml:trace>
  <inkml:trace contextRef="#ctx0" brushRef="#br0" timeOffset="207015.16">29493 601 0,'0'0'0,"40"0"78,0 0-62,0 0-1,-40 40 16,0 0-15,-40-40 0,0 40-16,0-40 15,0 0-15,40-40 32,40 40-32,-40-40 15,40 40-15,-40-40 16,40 40-16,0 0 0,-40-40 0,40 40 15,1 0 1,-82 0 31,1 0-31,80 0 30,-40 40-14,41-40-32,-41 40 15,40-40-15,-80 0 32,-1 0-17,1 0 1,0-40-16,40 0 31,40 40 0,-40 40 1,-40-40 14,40 40-46,-40-40 0,0 0 16,0 0 0,40-40 15,40 40-15,0 0-1,0 0 1,-40 40 31,-40-40-32,0 0 1,40-40 0,0 0-1,0 80 48,40-40-48,-40 40-15,0 0 32,40-40 30</inkml:trace>
  <inkml:trace contextRef="#ctx0" brushRef="#br0" timeOffset="208125.17">30978 641 0,'-41'0'63,"1"0"30,0 0-77,40-40 0,-40 40-16,0 0 140,0 0-140,40-40 16,40 40 62,-40 40-47,40-40 47,0 0-62,0 0 0,-40 40 15,-40-40-31,0 0 16,0 0-16,0 40 0,0-40 15,0 0 1,40-40 15,40 40-15,-40-40-1,40 40-15,0 0 16,-40 40 15,40-40-15</inkml:trace>
  <inkml:trace contextRef="#ctx0" brushRef="#br0" timeOffset="208965.03">31579 641 0,'0'-40'15,"41"40"-15,-41-40 32,40 40 30,-40 40-46,-40-40 31,-1 0-32,82 0 32,-1 0-47,0 0 16,0 0-16,0 0 15,-80 0 32,0 0-47,0 0 16,0 0 0,-1 0-16,82 0 46,-1 0-30,0 0-16,0 0 0,0 0 31,-80 0 1,40-40 14,0 80 33,0 0-79</inkml:trace>
  <inkml:trace contextRef="#ctx0" brushRef="#br0" timeOffset="210125.05">28369 1483 0,'0'40'15,"0"1"95,-40-41-110,0 0 15,40 40-15,-40-40 0,80 0 47,0 0-31,0 0-1,0 0-15,1 0 0,-1 0 16,-40 40 15,-40-40 1,80 0 61,-40 40-77,40-80 46</inkml:trace>
  <inkml:trace contextRef="#ctx0" brushRef="#br0" timeOffset="210785.01">29894 1564 0,'0'-41'0,"-40"41"47,40 41-15,0-1-17,0 0 1,-40-40-16,40 40 0,0-80 62,0 0-46,0 0 0,40 40-1,-40 40 16,0 0-15,-40 0 0,0-40-1,0 0-15,0 0 0,-1 0 16,1-40 0,40 0 15,81 40 0,-41 40-15</inkml:trace>
  <inkml:trace contextRef="#ctx0" brushRef="#br0" timeOffset="211444.88">30777 1724 0,'40'0'62,"0"0"-30,0 0-32,-40 40 31,-40-40-15,0 0-16,40 40 0,-40-40 15,40-40 32,40 40-47,-40-40 0,40 40 16,0-40-16,0 40 15,-80 0 32,0 40-47,0-40 0,0 0 16,80 0 31,0 0-47,0-40 15,0 40-15,1 0 0</inkml:trace>
  <inkml:trace contextRef="#ctx0" brushRef="#br0" timeOffset="212334.91">31981 1644 0,'0'40'93,"-40"-40"-61,40 40-32,-41-40 15,1 0 16,80 0 1,-40-40-32,41 40 47,-41 40-47,0 0 15,-81-40 1,41 0-1,0 0 1,40-40 0,0 0-1,40 40 1,-40-40-16,40 40 0,-40 40 47,0 0-32,-40-40 1,40 40-16,-40-40 16,40 40-16,-40-40 15,0 0-15,40-40 32,0 0-32,0 0 15,40 40-15,-40-40 16,40 40-16,-40 40 47,0 0-16,-40-40-31</inkml:trace>
  <inkml:trace contextRef="#ctx0" brushRef="#br0" timeOffset="213594.78">28369 2646 0,'0'-40'31,"40"40"-15,1 0-1,-41-40 1,-41 40 78,41-40-63,41 40-16,-1-40-15,0 40 16,0 0-16,0-40 0,0 40 16,-40 40 31,-40-40-47,40 40 15,-40-40-15,0 0 0,0 0 16,40 40-16,-40-40 15,80 0 32,0 0-31,0 0 0,-40 40 15,-40-40-31,0 0 31,0 0-31,40-40 31,0 0-15,40 40-16,0 0 16,0 0-1</inkml:trace>
  <inkml:trace contextRef="#ctx0" brushRef="#br0" timeOffset="214374.75">29694 2606 0,'40'0'15,"0"0"17,0 0-1,0 0-16,0 0 1,-80 0 62,0 0-62,40-40-1,40 40 48,0 0-47,0 0-1,-40 40-15,0 0 16,-80-40 15,40-40-15,40 0-1,0 0 1,80 40 15,-40 40 0</inkml:trace>
  <inkml:trace contextRef="#ctx0" brushRef="#br0" timeOffset="-214372.07">30937 2686 0,'0'-40'31,"41"40"-31,-1 0 16,0 0 31,-40 40-1,-40-40-46,0 0 16,-1 0 0,1 0-1,40-40 17,40 40-32,-40-40 0,41 40 15,-1 0-15,0 0 31,-40 40-15,-40-40 0,0 40-16,-1-40 0,1 0 15,0 0 1,80 0 15,0 0-15</inkml:trace>
  <inkml:trace contextRef="#ctx0" brushRef="#br0" timeOffset="-213722.02">31860 2606 0,'0'0'0,"40"0"46,-40 40 17,0-80-1,0 0-46,41 40 0,-1 0-16,0 0 47,-40 40-47,-40-40 31,0 0-31,40 40 0,-41-40 15,1 0-15,0 0 16</inkml:trace>
  <inkml:trace contextRef="#ctx0" brushRef="#br0" timeOffset="-208082.34">26122 1523 0,'0'-40'15,"-40"40"-15,0 0 94,40 40-78,0 1-1,40-41 1,-40 40-16,40-40 0,0 0 16,-40 40-16,41-40 15,-1 0-15,0 40 0,0-40 16,0 0-16,0 0 0,0 40 15,0-40-15,1 0 0,-1 0 16,0 0 0,0 0-16,0-40 15,0 0-15,0 0 0,-40 0 16,40 40-16,-40-41 0,41 1 16,-1 0-16,0 40 0,-40-40 0,0 0 15,40 40-15,-40-40 16,40 40-16,-40-40 0,40 0 0,0 40 15,-40-40-15,40 40 16,1 0-16,-1 0 16,0 40-16,-40 0 31,40-40-31,-80 0 94,0 0-94,0 0 0</inkml:trace>
  <inkml:trace contextRef="#ctx0" brushRef="#br0" timeOffset="-192873.29">28771 2887 0,'0'40'15,"0"0"79,0 0-47,0 0-16,-41-40-31,1 0 16,40 41-16,-40-41 0,0 40 0,0-40 16,40 40-1,-40-40-15,0 0 0,0 0 16,40-40 46,0 80 1,40-40-48,0 0 1,-40 40-16,40-40 0,0 0 16,-40 40-16,40-40 0,0 0 15,-40 40-15,40-40 16,1 40-16,-1-40 31,-40 40-31,40-40 0</inkml:trace>
  <inkml:trace contextRef="#ctx0" brushRef="#br0" timeOffset="-192253.33">28730 3248 0,'-40'0'16,"80"0"78,1 0-79,-1 0-15,0 0 16,0 0-16,0 0 0,0 0 16,0 0-1,1 0-15,-1 0 0,0 0 16,0 0-16,0 0 16,0 0-16,0 0 0,0 0 15,1 0 1,-41-40-16,40 40 15,0 0-15,-40-40 0,40 40 16,0 0-16,0 0 16,0 0-16,0 0 0,1 0 15,-41-40 1,40 40-16,0 0 16,0 0-1</inkml:trace>
  <inkml:trace contextRef="#ctx0" brushRef="#br0" timeOffset="-191813.36">29653 2927 0,'0'0'16,"-40"-40"-1,40 80 48,0 0-48,40-40-15,1 0 16,-1 0-16,-40 40 16,40-40-16,0 40 15,0-40 17,-40 41-32,-40-1 46,40 0-46,-40-40 0,40 40 16,-40-40-16,0 0 0,-1 40 0,41 0 16,-40-40-16,40 40 15,-40-40-15</inkml:trace>
  <inkml:trace contextRef="#ctx0" brushRef="#br0" timeOffset="-191293.39">30215 3128 0,'40'0'94,"0"-40"-94,1 40 0,-1 0 16,0 0-16,0 0 15,0 0-15,0 0 0,0 0 0,0 0 16,1 0-16,-41-41 0,40 41 0,0 0 0,0 0 16,0 0-1,0 0-15</inkml:trace>
  <inkml:trace contextRef="#ctx0" brushRef="#br0" timeOffset="-191023.34">30616 3088 0,'0'0'0,"-40"0"16,40 40-1,-40 0 16,40 40-15,-40-80-16,40 80 16,0-40-1,0 0-15,40 0 32</inkml:trace>
  <inkml:trace contextRef="#ctx0" brushRef="#br0" timeOffset="-190753.43">30817 3328 0,'0'0'0,"40"0"31,-40 40 1,0 0-17,0 0 1,-40-40-16,40 41 16,0-1-16,0 0 15,0 0 1,40-40-16</inkml:trace>
  <inkml:trace contextRef="#ctx0" brushRef="#br0" timeOffset="-189393.51">27808 1764 0,'0'-40'47,"-41"40"-16,41 40-15,-40 0 0,0-40-1,40 40-15,0 0 0,-40-40 16,40 40-16,-40-40 16,40-40 46,80 40-62,-80-40 16,0 0-1,40 40-15,-40-40 0,40 40 0,-40-40 0,41 40 16,-1-40 0,0 80 30,0-40-46,0 40 16,40-40-16,-40 0 16,1 0-16,-1 40 0,0-40 15,0 0 1,0 0-16,0 0 0,-40 40 0,40-40 16,0 0-16,1 0 15</inkml:trace>
  <inkml:trace contextRef="#ctx0" brushRef="#br0" timeOffset="-188773.54">27848 1764 0,'0'40'172,"0"0"-172,-81-40 16,81 40-16,0 0 16,0 1-16,0-1 0,0 0 15,0 0 1,-40-40-16,40 40 0,0 0 15,0 0-15,0 0 16,0 0 0,0 1-1,0-1 1,0 0 0,40-40 15</inkml:trace>
  <inkml:trace contextRef="#ctx0" brushRef="#br0" timeOffset="-187993.58">27366 2446 0,'40'0'125,"-40"40"-125,40-40 15,1 0-15,-1 0 16,-40 40-16,40-40 16,0 0-16,-40 40 15,40-40-15,0 0 63,-40-40-1,40 40-46,-40-40-1,40 40-15,-40-40 16,41 40-16,-1 0 0,0-40 0,0 40 16,0-40-1,-80 40 63</inkml:trace>
  <inkml:trace contextRef="#ctx0" brushRef="#br0" timeOffset="-187233.63">26283 2125 0,'0'40'32,"40"-40"93,0 0-110,0 0-15,0 0 0,0 0 16,1 0-1,-1 0-15,0 0 0,0 0 0,0-40 0,0 40 16,0 0-16,0 0 0,1 0 16,-1 0-1,-40-40-15,40 40 16</inkml:trace>
  <inkml:trace contextRef="#ctx0" brushRef="#br0" timeOffset="-186863.57">26564 2165 0,'0'40'15,"0"0"63,0 0-62,0 1 0,0-1-16,0 0 15,0 0 1,0 0 0,40-40 30</inkml:trace>
  <inkml:trace contextRef="#ctx0" brushRef="#br0" timeOffset="-186193.7">26804 2366 0,'41'0'16,"-1"0"31,0 0-32,0 0-15,0 0 16,-40 40 0,0 0-1,-40-40 17,40 40-32,-40-40 0,40 40 31,-40-40-31,0 0 0,40 40 15,40-40 48,-40-40-47,40 40-16,0 0 15,0 0-15,0 0 16,0-40-1,0 40-15,1 0 0,-1 0 16,0 0-16,0 0 0,0 0 16,-80 0 31</inkml:trace>
  <inkml:trace contextRef="#ctx0" brushRef="#br0" timeOffset="-162405.02">31539 3368 0,'40'0'234,"1"0"-234,-1 0 0,0 0 16,0 0 0,0 0-16,0 0 0,0 0 0,0 0 15,1 0-15</inkml:trace>
  <inkml:trace contextRef="#ctx0" brushRef="#br0" timeOffset="-161775.06">31579 3208 0,'-40'0'0,"0"0"109,0 0-77,0 0-32,0 40 15,40 0-15,-40 0 31,40 0-15,0 0 15,40-40 16,0 0-31,-40 40-1,0 1 1,0-1-16,0 0 0,40-40 16,-40 40-1,0 0-15,40 0 16,0-40-16,0 0 16,1 0-16,-1 0 15</inkml:trace>
  <inkml:trace contextRef="#ctx0" brushRef="#br0" timeOffset="-160805.12">32141 3168 0,'40'0'31,"0"-40"-31,-40 80 62,41 0-46,-41 0-16,40-40 16,-40 40-1,0 0-15,40 0 0,0-40 16,-40 40 0,0 0-16,40-80 62,-40 0-46,0 0-1,40 40 1,-40-40-16,40 40 0,-40-40 16,40 40-1,1 0 1,-41 40 15,0 0-31,40-40 16,-40 40-1,0 0 1,40-80 46,-40 0-30,40 40-32,-40 40 47,40-40-16,-40 40-31,40-40 0,-40 40 15,0 1 1</inkml:trace>
  <inkml:trace contextRef="#ctx0" brushRef="#br0" timeOffset="-160185.16">32904 3208 0,'40'0'16,"0"0"-1,0 40 1,-40 0 15,0 0-31,0 0 32,-40 0-32,80-40 78,-40-40-78,40 40 15,-40-40 1,40 40-16,0 0 16,-40 40-1,0 0 1,0 0 15,0 1-15,41-41-1,-41-41 1,40 41 0,-40-40-16,40 40 0,-40-40 0,40 40 15,-40 40 16,40-40-31,-40 40 0,0 1 16,0-1-16,0 0 16,40-40-16,-40 40 0,0 0 0,0 0 15,-40 0 1</inkml:trace>
  <inkml:trace contextRef="#ctx0" brushRef="#br0" timeOffset="-158885.19">25601 2486 0,'-40'0'0,"-1"0"47,82 0 62,39 0-78,-40 0-31,0 0 0,0 0 0,0 0 16,0 0-16,1 0 0,-1 0 15,0 0-15,0 0 0,0 0 0,0 0 16,0 0 0,0 0-16,1-40 0,-1 40 15,0 0 1</inkml:trace>
  <inkml:trace contextRef="#ctx0" brushRef="#br0" timeOffset="-158485.22">26082 2366 0,'-120'0'31,"240"0"-16,-280 0-15,120 0 32,80 0 15,0 0-47,0 0 15,0 0 1,0 40-16,0-40 0,0 0 15,1 0-15,-1 0 16,0 40-16,0-40 16,0 0-1,-80 0 32,0 40-47,0-40 16,0 0-16,-1 0 15,1 40-15,0-40 0,0 0 0</inkml:trace>
  <inkml:trace contextRef="#ctx0" brushRef="#br0" timeOffset="-157235.29">24076 2205 0,'40'0'62,"-40"-40"-62,40 40 0,0 0 16,0 0-1,0 0-15,1 0 16,-1 0 0,0 40-1,-40 0-15,0 0 16,0 1-1,0-1 1,0 0 0,0 0 15,0-80 0,0 0-15,0 0-16,0-1 31,40 1-31,0 40 31,0 0 1,0 0-32,-40 40 15,40-40-15,-40 41 16,0-82 62,0 1-62,41 40-1,-41-40-15,40 40 16,0-40-16,0 40 31,0 40-15,0-40-1,-40 40-15,40-40 0,0 0 16,-40 40-16,41-40 16,-41 41-16,0-1 46</inkml:trace>
  <inkml:trace contextRef="#ctx0" brushRef="#br0" timeOffset="-156415.25">25079 2085 0,'40'0'78,"-40"40"-78,0 0 15,0 0 17,40-40-17,-40-40 48,40 40-63,0-40 15,1 40 1,-41-40-16,40 40 16,0 0-1,-40 40 1,0 0 0,0 0-16,40-40 0,-40 40 15,0 0-15,0-80 63,0 0-48,40 40 1,-40-40-16,40 0 0,0 40 16,-40-40-16,41 40 15,-1 0-15,0 0 16,0 0-16,0 0 15,-40 40 1,40-40-16,-40 40 0,40-40 16,0 0-1,1 0-15,-41 40 0,-41-40 78,41-40-78,0 0 63,-40 40-63</inkml:trace>
  <inkml:trace contextRef="#ctx0" brushRef="#br0" timeOffset="-150825.67">29854 2727 0,'40'0'16,"-120"0"171,80-41 829,40 41-860</inkml:trace>
  <inkml:trace contextRef="#ctx0" brushRef="#br0" timeOffset="-149055.69">30897 2646 0,'-40'0'79,"40"40"311,0-80 423</inkml:trace>
  <inkml:trace contextRef="#ctx0" brushRef="#br0" timeOffset="45512.75">13161 4331 0,'-40'0'63,"40"40"249,0 0-296,-80 0-16,80 0 0,0 0 16,0 0-16,0 1 0,0-1 0,0 0 15,0 0-15,0 0 16,0 0-16,0 0 16,0 0-1,-40 0-15,40 0 0,0 1 16,-40-1-1,40 0-15</inkml:trace>
  <inkml:trace contextRef="#ctx0" brushRef="#br0" timeOffset="46302.69">11958 5534 0,'-40'0'16,"40"-40"140,40 40-156,0 0 16,0 0 0,0 0-16,0 0 0,40-40 0,-39 40 0,-1 0 15,40-40-15,0 40 0,0 0 16,-39 0-16,39 0 0,0-40 0,0 40 0,1 0 15,-41 0-15,40-41 16,0 41-16,-40 0 0,41 0 0,-41-40 0,0 40 16,0 0-16,40 0 0,-40 0 0,0-40 0,1 40 15,-1 0-15,0 0 16,0-40-16,40 40 0,-40 0 0,0 0 16,1-40-16,-1 40 15,0 0-15,0 0 0,0-40 16,0 40-1,0-40-15,0 40 32</inkml:trace>
  <inkml:trace contextRef="#ctx0" brushRef="#br0" timeOffset="46812.75">12720 5694 0,'0'0'16,"-80"40"0,40-40-1,0 0 17,-1 0-17,82 0 48,-1 0-48,0 0-15,0 0 16,40 0-16,-40 0 0,41 0 0,-41 0 16,40 0-16,0-40 15,0 40-15,1 0 0,-1 0 0,-40 0 0,40 0 16,-40-40-16,1 40 0,-1 0 15,0 0-15,0 0 0,0-40 0,0 40 32</inkml:trace>
  <inkml:trace contextRef="#ctx0" brushRef="#br0" timeOffset="47142.64">13161 5734 0,'0'0'15,"-40"0"-15,40-40 16,0 0 15,0 80 32,0 0-63,0 1 0,0-1 15,0 0-15,0 0 0,0 0 16,0 0 0,0 0-16,0 0 0,-40 0 0,40 1 0,-40-41 15,40 40-15,-40 0 0,40 0 16,-40-40-16,40 40 0,0 0 0,0 0 15,-40-40-15,40 40 16</inkml:trace>
  <inkml:trace contextRef="#ctx0" brushRef="#br0" timeOffset="47722.6">13563 6216 0,'-40'0'109,"40"40"-109,-41 0 16,41 0-16,0 0 0,-40-40 0,40 40 15,0 0-15,0 0 0,-40 1 16,40-1-16,0 0 0,0 0 0,0 0 16,-40 0-1</inkml:trace>
  <inkml:trace contextRef="#ctx0" brushRef="#br0" timeOffset="49942.47">15649 4692 0,'-40'0'344,"0"0"-329,0 0-15,0 0 16,0 0-16,0 0 0,-1 0 0,1 0 0,0 0 16,0 0-16,0 0 15,-40 0-15,40 0 0,-1 40 0,1-40 0,0 0 16,0 40-16,0-40 0,-40 0 16,40 0-16,-1 0 0,1 40 0,0-40 15,0 0 1,0 0-16,0 0 31,40 40-15,-40-40-1,-1 0 1,41 40 15,0 0 32,41-40-63,-41 40 0,40-40 15,0 0-15,0 0 0,0 0 0,0 41 0,0-41 16,1 0-16,39 0 16,-40 40-16,0-40 0,0 0 0,40 0 0,-39 0 15,-1 0-15,0 0 0,0 0 16,0 0-16,-40 40 0,40-40 0,0 0 0,0 0 15,1 0-15,-1 0 16,0 0-16,-40 40 16,-40 0 15,0-40-31,40 40 0,-41 0 0,1-40 16,0 40-16,0-40 15,40 40-15,-40-40 0,0 41 0,0-1 16,0-40-16,40 40 0,-41-40 15,1 40-15,0-40 0,0 40 0,0-40 16,0 40-16,0-40 0,0 40 16,-1-40-1,1 0-15,40 40 0,-40-40 32,40 40-32,-40-40 15,80 0 32,0 0-31,41 0-16,-41 0 15,0 0-15,0 0 16,0-40-16,0 40 0,0 0 16,0 0-16,1 0 15,-1 0-15,0 0 0,0 0 0,0-40 16,0 40-16,0 0 15,0 0-15,1 0 0,-1 0 0,0 0 16,0 0-16,0 0 0,0-40 16,0 40-16,0 0 15,1 0 1,-1-40 0,0 40-16,0 0 15,0 0 1,0 0-16,0 0 15,0 0 1,1 0 0,-1 0 15,0 0 16,-80 0 47,0 0-63,-1 0 0,1 0-15,0 0-1,0 0 1</inkml:trace>
  <inkml:trace contextRef="#ctx0" brushRef="#br0" timeOffset="51562.37">16412 4531 0,'0'-40'0,"-40"40"0,80 0 219,0 40-204,0 0 1,0-40-16,0 41 0,0-41 0,0 40 0,1 0 16,-1-40-16,40 0 0,-40 40 15,0-40-15,0 40 0,0-40 0,1 0 0,39 0 16,-40 40-16,0-40 15,0 0-15,0 0 0,0 40 0,1 0 16,-41 0 0</inkml:trace>
  <inkml:trace contextRef="#ctx0" brushRef="#br0" timeOffset="51882.39">17094 4451 0,'0'0'0,"0"-40"31,0 0-15,-40 80 15,0 0-15,40 0-1,-41-40-15,1 80 0,0-39 0,40-1 0,-40 0 16,0 0-16,0 0 0,0 0 16,40 40-16,-40-40 0,40 0 0,-41 1 0,41-1 15,-40 0-15,0 0 16,40 0-16,0 0 0</inkml:trace>
  <inkml:trace contextRef="#ctx0" brushRef="#br0" timeOffset="52502.32">17977 4170 0,'-41'0'47,"1"0"-15,0 0-32,40 40 15,-40-40 1,0 0-16,40 41 0,-40-41 0,40 40 15,-40-40-15,0 40 0,-1 0 16,41 0-16,-40 0 0,40 0 0,0 0 16,0 0-16,0 1 0,40-1 0,1 0 15,-41 0 1,40-40-16,0 40 0,0 0 0,-40 0 0,40-40 16,0 40-16,-40 0 0,40-40 15,-40 40-15,40-40 0,-40 41 0,0-1 31</inkml:trace>
  <inkml:trace contextRef="#ctx0" brushRef="#br0" timeOffset="53582.25">18298 4411 0,'-40'0'0,"40"-40"16,-41 40-1,41 40 1,0 0 0,0 0-1,0 0-15,0 0 0,0 1 16,0-1-1,41-40-15,-41 40 0,40 0 0,0-40 16,0 0-16,0 0 31,0 0-15,-40-40 0,40 40-16,-40-40 0,0 0 15,40 40 1,-40-41-16,0 122 47,41-81-47,-41 40 0,40 0 15,0-40 1,0 0-16,0 0 16,0 0-1,-40-40-15,-40 0 31,40-41-31,-40 81 0,40-40 16,-40 40-16,40-40 0,-40 40 0,40-40 16,40 40 15</inkml:trace>
  <inkml:trace contextRef="#ctx0" brushRef="#br0" timeOffset="53942.27">19100 4491 0,'40'0'47,"0"0"-47,1 0 16,39 0-1,-40 0-15,0 0 0,0 0 0,0 0 16,0 0-16,1 0 0,-1 0 16,0 0-16,0-40 0,0 40 31,-80 0 0,0 0-15,0 0 15</inkml:trace>
  <inkml:trace contextRef="#ctx0" brushRef="#br0" timeOffset="55462.15">19943 3769 0,'40'0'78,"0"0"-62,0 0-16,0 0 0,0 0 15,1 0 1,-41 40-16,40-40 0,-40 41 0,40-1 0,0-40 16,-40 40-16,40-40 15,-40 40-15,0 0 0,40-40 0,-40 40 0,0 0 16,0 0-1,0 0-15,-40-40 0,0 0 16,40 40-16,-40-40 0,0 0 0,0 0 0,-1 0 16,1 0-1,0 0-15,40-40 16,0 0 0,-40 40-16,80 0 46,0 0-30,-40 40-16,81-40 0,-41 0 16,0 40-16,40-40 0,-40 41 0,0-1 0,0-40 15,1 0-15,-1 40 16,0-40-16,0 0 0,0 0 0,0 0 16</inkml:trace>
  <inkml:trace contextRef="#ctx0" brushRef="#br0" timeOffset="56022.12">20785 3890 0,'0'-40'16,"0"80"31,0 0-32,0 0 1,0 0-16,0 0 0,0 0 0,0 0 16,0 0-16,0 0 15,-40 1-15,40-1 31,0-80-15,0-1 15,0 1-31,0 0 0,0 0 16,0 0-16,0 0 0,40 0 16,-40 0-16,41 0 0,-1 0 0,-40-1 15,0 1 1,0 0-16,40 40 0,-40 40 47,0 0-47,40-40 15,-40 41-15,0-1 16,40-40-16,-40 40 0,40-40 0,-40 40 0,40-40 16,-40 40-16,40 0 0,-40 0 15,41 0-15,-41 0 16,40-40-1,-40 40-15</inkml:trace>
  <inkml:trace contextRef="#ctx0" brushRef="#br0" timeOffset="56372.16">20785 3769 0,'0'0'0,"0"-40"0,-40 40 31,80 0 0,1 0-31,39-40 16,-40 40-16,0 0 15,0 0-15,0-40 0,0 40 0,41 0 0,-41 0 16,0 0-16,0-40 0,0 40 0,0 0 0,0 0 16,1 0-16,-1 0 15,-80 40 17,40 0-17,-41-40 1,41 40-16,-40-40 0</inkml:trace>
  <inkml:trace contextRef="#ctx0" brushRef="#br0" timeOffset="56942.06">20143 4411 0,'0'40'15,"41"-40"79,-1 0-78,0 0-16,0 0 15,0 0-15,0 0 0,0 0 0,0 0 16,1 0-16,-1-40 0,0 40 0,0 0 0,40 0 16,-40-40-16,0 40 15,1 0-15,-1 0 0,40 0 0,-40 0 0,0-40 16,0 40-16,0 0 16,1 0-16,-1 0 78,-40-40-47</inkml:trace>
  <inkml:trace contextRef="#ctx0" brushRef="#br0" timeOffset="57442.03">20344 4652 0,'0'-40'0,"40"40"47,0 0-31,0 0-16,1 0 16,-1 0-16,0 0 0,0 0 15,0 0 1,0 0-16,0 0 0,0 0 0,1 0 15,-1 0-15,0 0 0,0 0 16,0 0-16,-40-41 0,40 41 0,0 0 0,0 0 16</inkml:trace>
  <inkml:trace contextRef="#ctx0" brushRef="#br0" timeOffset="57712.08">20585 4652 0,'0'-40'16,"40"40"-16,0 0 31,-40 40-16,40 80 1,-40 0 0,-40 1 15,0-121-31,40 40 0</inkml:trace>
  <inkml:trace contextRef="#ctx0" brushRef="#br0" timeOffset="61051.81">21748 4050 0,'0'40'188,"0"0"-173,0 0-15,0 0 0,0 1 0,0-1 16,0 0-16,0 0 0,0 0 16</inkml:trace>
  <inkml:trace contextRef="#ctx0" brushRef="#br0" timeOffset="61631.86">22150 4090 0,'0'0'16,"-40"40"46,0 0-46,-1-40-1,1 40-15,0-40 16,0 0-16,0 0 16,0 0-16,0 41 0,-1-41 15,1 0 16,40-41 1,40 41 46,1 0-47,-1 0-31,0 41 16,0-41-16,0 40 15,0-40-15,0 0 0,1 40 16,-1-40-16,0 0 16,0 40-16,0-40 0,0 0 15,-40 40-15,40-40 16,0 0-16,1 0 15</inkml:trace>
  <inkml:trace contextRef="#ctx0" brushRef="#br0" timeOffset="61991.77">22631 3729 0,'40'0'15,"-40"40"1,41-40-16,-1 0 16,-40 40-16,40 1 0,0-1 15,0 0-15,0-40 16,-40 40-16,0 0 0,40 0 0,-40 0 0,0 0 16,0 0-16,-40 0 0,40 1 15,-80 39-15,40-40 0,-40 0 0,39 0 0,1 0 16,-40 0-16</inkml:trace>
  <inkml:trace contextRef="#ctx0" brushRef="#br0" timeOffset="62931.77">15288 5855 0,'0'40'47,"0"0"-32,0 0 1,0 0-16,0 0 0,0 0 15,-40 1-15,40-1 0,-40-40 0,40 40 0,0 0 16,0 0-16,-40 0 0,0 0 16,0 0-16</inkml:trace>
  <inkml:trace contextRef="#ctx0" brushRef="#br0" timeOffset="63341.69">15569 5935 0,'0'0'0,"0"40"32,-40 0-17,-40 40 1,-41-39-1,41-1 17,40-40-1,40-40-31,40 40 62,0 0-62,40 40 16,-39-40-16,39 0 0,-40 0 16,0 0-16,0 0 15,0 40-15,0-40 0,1 0 0,-1 0 0,0 0 16,0 40-16,0-40 0,0 0 16,0 0-16,0 0 0,1 0 0</inkml:trace>
</inkml:ink>
</file>

<file path=ppt/ink/ink17.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8-11T06:16:18.528"/>
    </inkml:context>
    <inkml:brush xml:id="br0">
      <inkml:brushProperty name="width" value="0.05292" units="cm"/>
      <inkml:brushProperty name="height" value="0.05292" units="cm"/>
      <inkml:brushProperty name="color" value="#FF0000"/>
    </inkml:brush>
  </inkml:definitions>
  <inkml:trace contextRef="#ctx0" brushRef="#br0">21227 1804 0,'0'0'0,"-121"40"0,41-40 15,0 40-15,0-40 0,-1 40 16,41-40-16,-40 0 0,40 0 0,80 0 31,0 0-31,0-40 16,0 40-16,41-40 0,-41 40 16,0-40-16</inkml:trace>
  <inkml:trace contextRef="#ctx0" brushRef="#br0" timeOffset="1089.95">20826 1965 0,'0'-41'16,"40"1"-1,-40 0 1,40 40 0,-40-40-16,40 40 0,0 0 15,0 0-15,-40-40 0,40 40 16,0 0 0,1-40-16,-1 40 0,0 0 15,0 0-15,0 0 16,0 0-16,0 0 0,0 0 0,1 40 15,-1 0-15,-40 0 0,40-40 16,-40 40-16,0 0 16,0 1-16,0-1 0,-40 0 0,40 0 15,-81 0-15,81 0 16,-40 0-16,0-40 0,40 40 0,-40 0 0,0-40 16,0 41-16,0-41 15,40 40-15,-40-40 0,40 40 0,-41-40 0,1 0 16,80 0 31,1 0-32,-1 0 1,0 0 0,0 0-16,0 0 0,0 0 15,0 40 1,41-40-16,-41 40 0,0 0 0,0-40 0,0 40 15,0-40-15,0 40 0,0 0 0,1-40 16,-1 0-16,0 40 0,0-40 16</inkml:trace>
  <inkml:trace contextRef="#ctx0" brushRef="#br0" timeOffset="1379.93">22350 2125 0,'0'-40'16,"0"0"0,0 80 30,0 40-46,0-40 16,0 0-16,0 0 16,0 1-16,0-1 0,0 0 0,0 0 0,0 0 15,0 0-15,0 0 0,0 0 16,0 0-16,0 0 0,0 1 0,0-1 0,0 0 16</inkml:trace>
  <inkml:trace contextRef="#ctx0" brushRef="#br0" timeOffset="1729.91">22230 2045 0,'0'0'0,"0"-40"0,40 40 0,-40-40 15,40 40-15,-40-41 0,40 41 0,1 0 0,-1 0 16,-40-40-16,40 40 0,0 0 16,0 0-16,0 0 0,0 40 15,-40 1 1,40-41-16,-40 80 0,41-40 0,-41 0 16,0 0-16,0 0 0,0 0 15,0 0-15,0 41 0,0-41 0,-41 0 0,41 0 16,-40 0-16,40 0 0,-40 0 0,40 0 15,-40-40-15,40 40 16,-40 1-16,0-41 0,40 40 0,-40-40 16,0 0-1,-1 0-15</inkml:trace>
  <inkml:trace contextRef="#ctx0" brushRef="#br0" timeOffset="2269.88">23755 1924 0,'0'41'63,"0"-1"-63,40-40 0,-40 40 15,0 0-15,0 0 0,40 0 0,-40 0 16,0 0-16,0 0 0,0 1 16,0-1-16,0 0 0,0 0 0,-40 0 0,40 0 15,0 0-15,-40 0 16,40 0-16,-40 0 0,40 1 0,0-1 31,40-80-15,0 40-16,-40-41 15,40 41 1,0 0-16,-40-40 0,40 40 0,0-40 16,1 40-16,-1-40 15,0 40-15,0 0 0,0 0 16,0 0 0,0 0-16,0 0 0,1 0 0,39 0 15,-40 0-15</inkml:trace>
  <inkml:trace contextRef="#ctx0" brushRef="#br0" timeOffset="2589.86">25199 1924 0,'0'41'47,"-40"-1"-47,40 0 0,0 0 15,0 0-15,0 0 16,-40 0-16,40 0 0,0 0 0,0 1 15,0-1-15,0 0 0,0 0 0,0 0 16,0 0-16,0 0 16</inkml:trace>
  <inkml:trace contextRef="#ctx0" brushRef="#br0" timeOffset="2909.82">25079 2045 0,'0'0'15,"-40"-121"1,80 81 0,120-40-1,-119 40-15,39 40 16,-40 0-16,40 0 15,-40 0-15,1 80 32,-41 41-17,0-81-15,-121 80 16,41-80-16,-41 40 31,81-80-31,0 40 16,0-40-16</inkml:trace>
  <inkml:trace contextRef="#ctx0" brushRef="#br0" timeOffset="3199.8">26323 1884 0,'0'-40'16,"0"120"15,0-39-31,0-1 16,0 0-16,0 0 0,0 0 15,-40 0-15,40 0 0,0 0 0,-40 0 0,40 1 16,0-1-16,0 0 0,0 0 0,0 0 15,-40 0 1</inkml:trace>
  <inkml:trace contextRef="#ctx0" brushRef="#br0" timeOffset="3449.79">26403 2045 0,'0'0'0,"-40"0"16,40-40-16,0 0 16,-40-1-16,40 1 0,0 0 15,0 0-15,40 40 16,-40-40-16,80 0 0,-40 40 0,-40-40 0,41 40 16,-1 0-16,0-40 15,0 40-15,0 0 0,0 0 0,0 0 16,0 0-16,-40 0 0,41 0 0,-1 0 15,-40 40-15,40-40 16,-40 40-16</inkml:trace>
  <inkml:trace contextRef="#ctx0" brushRef="#br0" timeOffset="3639.77">26443 2165 0,'0'0'16,"40"0"0,41 0-16,159-80 31,-199 80-31,79-40 0,-80 40 0,0 0 16</inkml:trace>
  <inkml:trace contextRef="#ctx0" brushRef="#br0" timeOffset="4509.72">21267 3448 0,'0'0'0,"40"0"31,0 0-31,-40-40 0,40 40 31,-40 40 16,40-40-47,41 0 0,-41 0 16,0 0-16,0 0 15,40 0-15,-40 0 0,41 0 0,-41 0 0,40-40 16,0 40-16,1-40 16,-1 40-16,40-40 0,-39 40 0,39 0 0,-40-40 15,41 40-15,-41 0 0,0-40 16,40 40-16,-39 0 0,-1-40 0,40 40 0,-39 0 15,39 0-15,-40 0 0,41-40 0,-41 40 0,40 0 16,1 0-16,-1-40 16,0 40-16,1 0 0,-1 0 0,0-40 0,1 40 15,-1 0-15,41-41 0,-81 41 16,40 0-16,1-40 0,-1 40 0,1 0 0,-41 0 16,0 0-16,0 0 15,1 0-15,-1 0 0,-40-40 0,0 40 0,40 0 16,-40 0-16,1 0 0,-41-40 0,40 40 15,-121 0 1,162 0-16,-282 0 0,402 0 0,-201 40 31,-40-40 1</inkml:trace>
  <inkml:trace contextRef="#ctx0" brushRef="#br0" timeOffset="6949.6">28650 1724 0,'-40'0'0,"80"0"141,0 0-126,0 0-15,1 0 16,-1 0-16,0 0 16,0 0-16,0 0 0,40 0 0,-39 0 15,-1-40-15,40 40 16,0 0-16,-40 0 0,41 0 0,-1-40 0,0 40 16,-40 0-16,40 0 0,1 0 15,-1 0-15,0 0 0,0 0 0,1-40 0,39 40 16,-40 0-16,-40 0 0,41 0 0,-1 0 0,0 0 15,-40 0-15,41 0 16,-41 0-16,40 0 0,-40 0 0,40 0 0,-40 0 16,1 0-16,39 0 0,-40 0 15,0 0-15,40 0 0,-40 0 0,41 0 0,-41 0 16,40 0-16,0 0 16,-40 0-16,41 0 0,-1 40 0,0-40 0,-40 0 15,41 0-15,-1 0 0,0 0 0,-40 0 0,40 0 16,1 0-16,-1 0 0,-40 0 15,40 0-15,-40 0 0,1-40 0,-1 40 0,0 0 16,0 0-16,0 0 16,0 0-16,0 0 15,1 0 1,-1 0 15,-80 0 16,40-40-47</inkml:trace>
  <inkml:trace contextRef="#ctx0" brushRef="#br0" timeOffset="7849.52">30456 601 0,'0'-40'0,"0"80"94,0 0-48,0 0-46,0 0 16,-40-40-16,40 40 16,0 1-16,-40-1 0,40 0 15,0 0 1,0 0-16,0 0 16,0 0-1,0 0-15,0 0 0,0 0 16,0 1-16,0-1 0,0 0 15,0 0 1,40-40-16,-40 40 0,0 0 16,0 0-1,0 0-15,0 0 16,0 1 0,0-1-16,0 0 15,0 0-15,0-80 78</inkml:trace>
  <inkml:trace contextRef="#ctx0" brushRef="#br0" timeOffset="9029.45">29453 922 0,'0'0'16,"40"0"140,0 0-156,0 0 0,40 0 16,-39 0-1,-1 0-15,0 0 0,0 0 0,0 0 0,0 0 16,0 0-16,0 0 0,1 0 0,-1-40 0,0 40 15,0 0-15,0 0 0,0 0 16,0 0-16,0 0 0,1 0 0,-1 0 16,0 0-1,0 0-15,0 0 0,0 0 0,0 0 0,41 0 16,-41 0-16,40 0 0,0 0 16,0 0-16,1 0 0,-41 0 0,40 0 0,-40 0 15,40 0-15,-39 0 0,-1 0 0,0 0 0,0 0 16,0 0-1,0 0-15,0 0 16,0 0 0,1 0-16,-1 0 15,0 0 1,-40-40-16,-40 40 109,40 40-93,0 0 15,0 0-31,0 0 31,0 0-31,0 0 0,0 0 16,0 0 0,0 1-16,0-1 0,-40 0 15,40 0 1,0 0-16,0 0 16,0 0-1,0 0-15,0 0 16,0 1-16,0-1 0,0 0 15,0 0 1,0 0 0</inkml:trace>
  <inkml:trace contextRef="#ctx0" brushRef="#br0" timeOffset="9859.4">29373 922 0,'-41'0'31,"82"0"31,-1 40-15,-40 0-31,0 0-16,0 0 0,0 0 16,0 0-16,0 1 15,40-1-15,-40 0 0,0 0 16,0 0-16,0 0 15,0 0 1,0 0-16,0 0 31,0 1-31,0-1 0,0 0 16,0 0 0,0 0-1,40-40 1,0 0 46,-40-40-62,0 0 0,0 0 16</inkml:trace>
  <inkml:trace contextRef="#ctx0" brushRef="#br0" timeOffset="11319.31">27246 6697 0,'0'40'16,"80"-40"78,-40 0-79,0 0-15,0 0 0,1 0 0,-1 0 16,40 0-16,-40 0 15,40 0-15,1 0 0,-1 0 0,0 0 0,40 0 16,-39 0-16,39-40 0,-40 40 16,41 0-16,-1 0 0,0 0 0,1 0 0,-1-40 15,41 40-15,-41 0 16,41 0-16,-41 0 0,41 0 0,-41-40 0,40 40 16,1 0-16,-41 0 0,41 0 15,-1 0-15,-39 0 0,39 0 0,-39 0 0,-1 0 16,40 0-16,-39 0 0,-1 0 0,1 0 0,-41 0 15,40 0-15,-40 0 16,1 0-16,-1 0 0,-40 0 0,40 0 0,-40 40 16,1-40-16,-1 0 0,0 0 15,0 0-15,0 0 32,-120 0 14</inkml:trace>
  <inkml:trace contextRef="#ctx0" brushRef="#br0" timeOffset="12319.26">29613 4571 0,'0'41'93,"0"-1"-77,0 0 0,0 0-16,-40-40 0,40 40 15,0 0-15,0 0 16,0 0-16,0 0 0,0 0 0,0 1 0,0-1 16,0 0-16,0 0 15,0 0-15,0 0 0,0 0 0,0 0 0,0 0 16,-40 1-16,40-1 0,0 0 0,0 0 0,0 0 15,0 0-15,-40 0 0,40 0 16,0 0-16,0 0 0,0 1 0,0-1 0,0 0 16,0 0-1,0 0-15,0 0 0,0 0 0,0 0 16,0 0-16,0 1 0,0-1 16,0 0-16,0 0 0,0 0 0,0 0 15,0 0-15,0 0 0,0 0 16,-40 0-16,40 1 15,0-1-15,-40-40 0,40 40 0,0 0 16,0 0-16,-40 0 16,40 0-16,0 0 15,-41-40-15,41 40 16,0 1-16,-40-1 0,40 0 0,0 0 0,0 0 16,-40 0-16,40 0 15,0 0-15,0 0 0,-40-40 0,40 40 0,0 1 16,0-1-16,0 0 0,0 0 15,0 0-15,0 0 16,0 0-16,0 0 0,0 0 16,0 1-16,0-1 0,0 0 15,0 0-15,-40 0 0,40 0 16,0 0 0,0 0-16,40-40 15,-40-40 16,0-40-15</inkml:trace>
  <inkml:trace contextRef="#ctx0" brushRef="#br0" timeOffset="15469.09">27888 5654 0,'0'-40'16,"40"40"15,-40 40 16,0 0-16,0-80 31,0 0-46,0 0-16,40 0 0,-40 0 16,40 40-1,-40-40 1,0 80 46,0 0-46,0 0 0,0 0-16,0 0 15,0 0 1,0 0-16,0 1 0,0-1 0,0 0 16,0 0-16,0 0 15,0 0-15,0 0 0,0 0 0,-40 0 0,40 1 16,0-1-16,0 0 0,0 0 0,0 0 0,-40 0 15,40 0-15,0 0 16,0 0-16,0 0 0,-40 1 16,40-1-16,0 0 0,0 0 15,0 0-15,0 0 0,0 0 0,0 0 16,0 0 0,0 1-16,0-1 0,0 0 0,0 0 15,0 0-15,0 0 0,0 0 16,0 0-1,0 0-15,0 0 0,0 1 16,0-1-16,0 0 16,0 0-16,0 0 0,0 0 15,0 0-15,-40 0 16,40 0-16,0 1 47,40-41 62,0 0-93,-40-41-16,40 41 15,0 0-15,0 0 32,0 0-32,1 0 15,-1 0 1,0 0-16,0 0 0,0 0 16,0 0-16,0 0 0,0 0 15,-40 41-15,41-41 0,-1 0 0,0 0 0,0 0 16,0 0-16,0 40 0,0-40 0,0 0 15,1 0 1,-1 0-16,0 0 0,0 0 0,40 0 16,-40 0-16,1 0 0,-1 0 15,40 0-15,-40 0 0,0 0 0,40-40 0,-39 40 16,-1 0-16,0 0 16,0 0-16,0 0 0,0 0 0,0 0 0,0 0 15,1 0-15,-1 0 16,0 0-16,0 0 15,0 0-15,0 0 0,0 0 0,0 0 0,1 0 16,-1 0 0,0 0-16,0 0 0,0 0 0,0 0 15,-40 40-15,40-40 16,0 0-16,1 0 16,-1 0-1,0 0-15,0 0 0,0 0 0,0 0 16,0 0-16,0 0 0,1 0 0,-1 0 0,0 0 15,0 0-15,0 0 16,0 0 15,-40-40 79,0-1-79,0 1-15,0 0-1,0 0-15,0 0 16,0 0-16,0 0 0,0 0 15,0 0 1,0-1-16,0 1 0,0 0 16,40 0-1,-40 0-15,0 0 0,40 0 16,-40 0-16,0 0 16,0 0-16,0-1 0,0 1 15,0 0-15,0 0 0,0 0 16,0 0-1,0 0 1,0 0 0,0 0-1,0-1 1,0 1-16,0 0 0,0 0 16,0 0-1,0 0-15,0 0 16,0 0-16,0 0 0,0 0 15,0-1 1,0 1-16,-40 40 0,40-40 0,0 0 16,0 0-1,0 0-15,0 0 16,0 0 0,0 0-16,-40 40 15,40-41-15,0 1 0,0 0 16,0 0-1,0 0 1,0 0 15,0 0-15,-40 0 93,0 40-62,40 40-31,-40-40-16,0 0 15,0 0-15,-1 0 16,1 0-16,0 0 16,0 0-16,0 0 0,0 0 15,0 0-15,0 0 16,-1 0-16,1 0 0,40-40 0,-40 40 0,0 0 16,0 0-1,0 0-15,0 0 0,0 0 16,40-40-1,-41 40-15,1 0 16,0 0-16,0 0 0,40 40 16,-40-40-16,0 0 15,0 40 1,0-40-16,-1 0 16,1 0-16,0 0 15,0 0-15,0 0 16,0 0-1,0 0-15,0 0 16,40 40 0,-41-40-16,1 0 0,0 0 0,0 0 15,0 0 1,0 0-16,0 0 0,0 40 0,-1-40 16,1 0-16,0 0 15,0 0-15,0 0 16,0 0-16,0 0 0,-1 0 15,1 0 1,0 0-16,0 0 16,0 0-16,0 0 15,0 0-15,0 0 16,-1 0 0,1 0-1,0 0 1,0 0-1,0 0-15,0 0 16,0 0 0,0 0-16,-1 0 0,1 0 0,0 0 0,0 0 15,0 0-15,0 0 16,40 40 15,40-40 47,-40 40-78</inkml:trace>
  <inkml:trace contextRef="#ctx0" brushRef="#br0" timeOffset="16738.99">31379 7459 0,'0'-40'16,"0"0"-1,-40 40 1,0 0 31,40-40-32,0 0 1,-41 40-16,41-41 0,-40 1 16,40 0-1,0 0-15,-40 40 0,40-40 0,0 0 16,0 0-16,-40 0 15,40 0 1,-40 0 15,0-1-31,0 1 32,0 0-17,40 0 32,0 80 78,0 0-109,0 0-1,-41-40-15,41 41 0,0-1 0,-40-40 16,40 40-16,0 0 0,-40 0 16,0 0-16,40-80 46,80 40-46,-80-40 0,40 0 0,-40 0 16,41 0-16,-1-1 16,0 1-16,-40 0 0,40 40 0,0-40 31,-40 80 16,0 0-47,40-40 15,-40 40-15,40-40 16,-40 41-16,40-1 0,1 0 0,-41 0 16,40-40-16,-40 40 0,40 0 15,-40 0-15,40 0 0,0 0 0</inkml:trace>
  <inkml:trace contextRef="#ctx0" brushRef="#br0" timeOffset="17478.97">31740 7740 0,'0'-40'0,"40"40"16,-40-40-1,0 80 48,0 0-47,0 0-1,0 0-15,0 0 0,-40-40 0,40 40 16,0 0-16,40-80 47,-40 0-32,40 40-15,0 0 0,-40-40 16,0 0 0,0 80 15,0 0-16,81-40-15,-81 40 0,40 0 32,0-40-32,0 0 15,0-40 1,-40 0-16,40 40 0,-40-40 16,0 0-16,0 0 15,0 0-15,0 0 0,0-1 16,0 1-16,-40 40 15,0 0 17,0 40-17,40 1-15</inkml:trace>
  <inkml:trace contextRef="#ctx0" brushRef="#br0" timeOffset="17828.93">32583 7940 0,'-41'0'0,"41"-40"16,-40 40 0,40-40-16,-40 40 15,0 0 1,0 0-16,40 40 15,-40-40-15,40 40 0,0 0 16,0 0-16,0 1 16,0-1-1,0 0-15,40-40 0,-40 40 32,-40-40-1,0 0-16,0 0-15,-1 0 0,1 0 16,0 0 0</inkml:trace>
  <inkml:trace contextRef="#ctx0" brushRef="#br0" timeOffset="18138.93">31780 8582 0,'0'0'16,"-40"0"-1,0 0 1,80 0 0,40 0-1,41 0 1,39-40-1,-120 40 1,81-40 0,-81 0-16,80 40 31,-80 0-15</inkml:trace>
  <inkml:trace contextRef="#ctx0" brushRef="#br0" timeOffset="18798.86">32021 8823 0,'-40'0'0,"80"0"46,0 0-30,40 0 0,-40 0-16,0 0 0,1 0 15,-41 40 1,0 0-16,0 0 16,0 0-16,0 0 0,-41 0 0,1-40 15,40 40-15,-40-40 16,40 40-16,-40-40 0,0 0 0,40 41 15,-40-41 1,120 0 15,-40 0-31,-40-41 0,40 41 16,0 0-16,1 0 16,-1-40-16,0 40 0,0 0 15,0 0-15,-40-40 0,40 40 0,-40-40 16,40 40-1</inkml:trace>
  <inkml:trace contextRef="#ctx0" brushRef="#br0" timeOffset="19438.83">32783 8141 0,'0'40'78,"0"0"-62,-40-40-1,40 40-15,0 0 16,0 0 0,0-80 30,0-40-30,0 40 0,0 0-16,0 80 62,0 0-46,0 0-16,0 0 0,0 0 15,0 0-15</inkml:trace>
  <inkml:trace contextRef="#ctx0" brushRef="#br0" timeOffset="20838.74">30336 4652 0,'0'40'15,"0"0"95,-41-40-110,41 40 0,-40-40 15,40 40-15,-40-40 16,0 0-16,40 40 0,-40-40 16,40 40-16,-40-40 0,0 40 0,0 0 15,40 1 1,-41-41-16,41 40 0,-40-40 0,0 40 0,40 0 15,-40-40-15,40 40 0,-40-40 16,40 40-16,0 0 16,-40-40-16,40 40 31,-40-40-31,80 0 62,0 0-30,-40-40-32</inkml:trace>
  <inkml:trace contextRef="#ctx0" brushRef="#br0" timeOffset="21188.73">29814 5093 0,'-40'0'0,"40"-40"0,0 0 31,0 80 1,-40-40-32,40 40 15,-40 0-15,40 0 0,0 0 16,-41-40-16,41 40 0,-40-40 15,40 40-15,-40 0 0,40 1 16,40-41 31,0 0-47,-40-41 0,41 41 0,-1 0 16,0 0-16,0-40 0,0 40 15,-40-40-15,40 40 16,0 0-16,0-40 0,1 40 0,-1 0 15,0-40-15</inkml:trace>
  <inkml:trace contextRef="#ctx0" brushRef="#br0" timeOffset="21818.68">30616 4251 0,'-40'0'0,"40"40"125,0 0-125,0 0 15,0 0-15,0 0 0,40 0 16,-40 0-1,41-40-15,-1 0 0,0 0 32,-40-40-32,40 40 0,-40-40 15,40 0-15,-40 0 16,40 40 0,0 0 30,0 0-30,1 0 15,-41-40-15,0 0-16,0 0 16,0-1-16,-41 41 15,41-40-15</inkml:trace>
  <inkml:trace contextRef="#ctx0" brushRef="#br0" timeOffset="22188.66">31379 4331 0,'-40'0'16,"0"0"15,-1 0-15,41 40-16,0 0 15,-40-40-15,40 40 16,0 0-1,0 0-15,40-40 0,-40 40 16,41-40 0,-1 0-16,-40 41 0,40-41 15,-40 40 1,-40-40 0,0 40-16,-1-40 15,1 0 1,0 0-16,0 0 0,40-40 15,-40 40-15</inkml:trace>
  <inkml:trace contextRef="#ctx0" brushRef="#br0" timeOffset="22968.62">31620 4491 0,'0'-40'31,"40"0"1,0 40-17,0 0-15,0 0 0,-40-40 16,40 40-1,-40 40 17,0 0-32,0 0 15,0 0 1,0 0-16,-40 1 16,120-41 15,-80-41-31,40 41 0,1-40 15,-1 40 1,-40-40-16,40 40 0,0 0 16,-40-40-16,40 40 0,-40-40 15</inkml:trace>
  <inkml:trace contextRef="#ctx0" brushRef="#br0" timeOffset="23408.59">32181 3930 0,'-40'-40'16,"80"80"-16,-80-40 62,40 40-62,0 0 16,0 0-16,0 0 16,0 0-16,0 40 0,0-39 0,0-1 15,0 0-15,0 0 0,0 40 0,0-40 0,0 0 16,0 0-16,0 1 15,-40 39-15,40-40 0,-40 0 0,40 0 16,0 0-16,0 0 0,0 0 16,-40 0-16,40 1 0,0-1 0,0 0 15,0 0 1,0-80 0,40 40-1,-40-40-15,40 0 16</inkml:trace>
  <inkml:trace contextRef="#ctx0" brushRef="#br0" timeOffset="23918.56">32342 4692 0,'0'0'0,"0"-40"0,40 0 31,40 40-31,-40 0 16,0 0 0,1 80 15,-82 0-15,-39 0-1,0 0 1,120-80 15,0-40-15,0 0-1,0 40-15,121-40 32,-81 40-17,-120 0 110,0 0-109</inkml:trace>
  <inkml:trace contextRef="#ctx0" brushRef="#br0" timeOffset="25388.47">31579 10106 0,'0'-40'47,"0"80"0,-40-40-47,40 80 0,0-40 0,-40-40 15,40 40-15,-40 0 16,40 1-16,0-1 16,-40-40-16,40-40 46,0-41-46,40 81 16,-40-40-16,40 0 0,-40 0 0,40 0 0,-40 0 16,40 40-16,-40-40 15,0 0-15,41 40 0,-41-40 0,40 40 16,-40-41 0,40 41-1,-40 41 1,40-1-1,-40 40-15,0-40 0,40 0 16,-40 0-16,0 0 16,0 0-16,0 0 0,0 1 31,40-41-31,-40 40 0</inkml:trace>
  <inkml:trace contextRef="#ctx0" brushRef="#br0" timeOffset="25658.45">31299 9946 0,'0'0'0,"-41"0"0,41-41 0,41 1 31,39 40-31,-40 0 16,0 0-16,-40-40 16,40 40-16,0 0 0,0 0 0,1 0 0,-1 0 15,0 0-15,0 0 0,0 0 16,0 0-16,0 0 0,0 40 0,1-40 16,-1 0-16,-40 40 0,40-40 0</inkml:trace>
  <inkml:trace contextRef="#ctx0" brushRef="#br0" timeOffset="26008.43">31299 10908 0,'0'40'16,"0"-80"-16,40 80 31,-40-80-15,40 0-16,0 40 15,0 0-15,0-40 16,0 40-16,0 0 0,1 0 0,-1 0 0,0 0 15,0-40-15,0 40 16,0 0-16,0 0 0,0-40 0,1 40 0,-1 0 16,0 0-16,0-40 0,0 40 15,0 0-15,0 0 0,0 0 16</inkml:trace>
  <inkml:trace contextRef="#ctx0" brushRef="#br0" timeOffset="26378.41">31660 11149 0,'0'0'0,"0"-40"0,0-1 16,80 41-1,-80-40-15,40 40 16,0-40-16,0 40 0,0 0 16,1 0-1,-1 0 1,0 0 0,0 0-1,-40-40 63,-40 40-62</inkml:trace>
  <inkml:trace contextRef="#ctx0" brushRef="#br0" timeOffset="26668.41">31941 11068 0,'-41'0'0,"41"41"94,0-1-78,0 0-16,0 0 0,0 0 15,0 0-15,0 0 0,-40 0 16,40 0-16,0 1 0,0-1 0,0 0 16,-40-40-16,40 40 0</inkml:trace>
  <inkml:trace contextRef="#ctx0" brushRef="#br0" timeOffset="26898.4">32221 11429 0,'0'-40'15,"0"80"16,0 1-15,0-1-16,0 40 16,0-40-16,0 0 0,-40-40 15,40 40-15,0 0 16,-40-40-16,40 40 0</inkml:trace>
  <inkml:trace contextRef="#ctx0" brushRef="#br0" timeOffset="28448.31">28329 3970 0,'40'0'16,"-40"-40"31,0 80 0,0 0-32,0 40-15,-40-40 16,40 0-16,0 0 0,0 1 16,-40-41-1,40 40-15,0-80 32,0-1-17,0 1-15,0 0 0,40 0 0,-40 0 16,40 0-16,-40 0 15,0 0-15,0 0 0,40 0 0,-40-1 16,0 122 47,41-81-63,-41 40 0,40 0 0,-40 0 15,0 0-15,0 0 16,40 0-16,-40 0 0,0 0 0,40-40 15,-40 41 1</inkml:trace>
  <inkml:trace contextRef="#ctx0" brushRef="#br0" timeOffset="28688.27">28289 3930 0,'0'-40'0,"0"80"0,0-120 31,40 80-15,0 0-16,0-41 0,1 41 15,-1 0-15,0-40 16,0 40-16,0 0 0,0 0 0,0 0 0,0 0 15,1 0 1</inkml:trace>
  <inkml:trace contextRef="#ctx0" brushRef="#br0" timeOffset="29078.27">28048 4732 0,'0'0'0,"40"0"62,1 0-62,-41-40 0,40 40 16,0 0-1,0 0-15,-40-40 0,40 40 0,0 0 16,0 0-16,0-40 0,1 40 0,-1 0 16,0 0-16,0-41 15,0 41-15,40 0 0,-40 0 0,-40-40 0,41 40 16,-1 0-16,0 0 0,0-40 15,0 40-15</inkml:trace>
  <inkml:trace contextRef="#ctx0" brushRef="#br0" timeOffset="29388.23">28088 5013 0,'0'-41'16,"41"41"-1,-41-40-15,120 0 31,40 0-15,-119 40 0,79-40-16,0 40 31,-80 0-31</inkml:trace>
  <inkml:trace contextRef="#ctx0" brushRef="#br0" timeOffset="29608.22">28610 4932 0,'-40'0'0,"0"40"16,0-40-1,40 41 32,0-1-47,0 0 16,0 0-1,0 0-15,0 0 0,0 0 16,0 0 0,0 0-16</inkml:trace>
  <inkml:trace contextRef="#ctx0" brushRef="#br0" timeOffset="30028.21">28650 5213 0,'40'-40'15,"0"40"1,1-40 15,-1 40-31,-40 40 16,0 0 15,-81 80-15,41-39-1,40-41 1,-40-40 0,80 0 15,0-40-31,81 0 16,-81-1 15,0 41-31,0 0 78,-40-40-47</inkml:trace>
</inkml:ink>
</file>

<file path=ppt/ink/ink18.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5-08-07T07:45:05.283"/>
    </inkml:context>
    <inkml:brush xml:id="br0">
      <inkml:brushProperty name="width" value="0.05292" units="cm"/>
      <inkml:brushProperty name="height" value="0.05292" units="cm"/>
      <inkml:brushProperty name="color" value="#FF0000"/>
    </inkml:brush>
  </inkml:definitions>
  <inkml:trace contextRef="#ctx0" brushRef="#br0">23434 4652 0,'-40'0'0,"0"0"16,40-40-16,-41 40 0,1 0 15,40-41 1,40 41 46,1 0-62,-1 0 16,0 0-16,0 0 0,40 0 16,-40 0-16,0-40 15,41 40-15,-1 0 0,0 0 0,0 0 0,1-40 16,-1 40-16,0 0 0,41 0 15,-41 0-15,40 0 0,1 0 0,-41 0 0,0 0 16,40 0-16,-39 0 0,39 0 0,-40 0 0,41 0 16,-1 0-16,1 0 15,-1 0-15,-40-40 0,81 40 0,-41 0 0,41-40 16,-41 40-16,40 0 0,-39-40 16,39 40-16,-39-40 0,39 40 0,-39-40 0,39 40 15,-40 0-15,41-40 16,-41 40-16,41 0 0,-41 0 0,41-41 0,-41 41 15,0 0-15,1 0 0,-1 0 16,1 0-16,-1 0 0,0-40 0,1 40 0,-1 0 16,1 0-16,-1 0 0,0-40 0,1 40 0,-1 0 15,41 0-15,-41-40 16,0 40-16,1 0 0,39 0 0,-39-40 0,-1 40 16,-40 0-16,41-40 0,-1 40 15,-40 0-15,41 0 0,-41-40 0,0 40 0,0 0 16,-40 0-16,41 0 15,-41 0-15,0-40 0,0 40 0,0 0 16,-40-40-16,40 40 0,-120 0 31,80-40-31,-40 40 0,0 0 0,0 0 16,0 0-16,-1 0 16</inkml:trace>
  <inkml:trace contextRef="#ctx0" brushRef="#br0" timeOffset="940">27567 2005 0,'-40'0'47,"40"40"-31,0 0 0,0 0-1,0 0 1,0 0-16,40-40 0,-40 40 0,0 0 15,0 1 1,0-1-16,0 0 0,0 0 0,0 0 0,0 0 16,0 0-16,0 0 0,0 0 0,0 0 0,0 1 15,0 39-15,0-40 0,-40 0 16,40 0-16,0 40 0,0-40 0,0 1 0,0 39 16,0-40-16,0 0 15,0 40-15,0-40 0,0 0 0,0 41 0,0-41 16,0 0-16,0 0 0,0 0 15,0 0-15,0 0 0,0 0 0,0 41 0,0-41 16,0 0-16,40 0 0,-40 0 0,0 0 0,40-40 16,-40 40-16,0 0 15,0 0-15,0 0 0,0 1 0,0-1 0,0 0 16,0 0-16,0 0 16,0 0-16,0 0 0,0 0 0,0 0 15,0 1 1,0-1-16,0 0 0,0 0 15,0 0-15,0 0 16,0 0-16,0 0 0,0 0 0,0 0 16,0 1-16,0-1 0,0 0 0,0 0 15,0 0-15,0 0 16,0 0-16,0 0 0,-40-40 16,40-40 30,0 0-46,0 0 0,0 0 16,0 0-16</inkml:trace>
  <inkml:trace contextRef="#ctx0" brushRef="#br0" timeOffset="3679.78">26965 3168 0,'40'0'0,"0"0"15,-40-40 17,-40 40 139,80 0-61,0 0-110,0 40 15,1 0 1,-1-40-16,0 0 16,0 0-1,-40 40 1,40-40-16,0 0 0,0 0 16,0 40-16,1-40 15,-1 0 1,0 0 15,0 0-15,0 0-1,0 0-15,0 0 16,0-40 0,1 40-16,-1 0 0,-40-40 15,40 40-15,0 0 16,0-40-16,0 40 15,0 0 1,-40-40 0,40 40-16,1 0 31,-1 0-31,0 0 16,0-40-1,0 40-15,0 0 16,0 0-1,0 0-15,1-41 16,-1 41 0,0 0 15,-40-40 16,-40 40 78,0 0-78,-1 0-32,41 40-15,-40-40 16,0 0 0,40 41-16,0-1 15,-40-40 1,80 0 62,-80 0-16</inkml:trace>
  <inkml:trace contextRef="#ctx0" brushRef="#br0" timeOffset="6429.61">26845 3007 0,'0'-40'31,"0"0"110,0 0-125,0 0 30,40 80 79,-40 0-109,40-40-16,-40 40 16,40-40-1,-40 40-15,0 0 0,40-40 0,-40 41 16,40-41 0,-40 40-16,40-40 15,-40 40-15,40-40 16,1 40-16,-1-40 15,-40 40 1,40-40-16,-40 40 0,40-40 16,-40 40-16,40-40 0,0 0 31,0 0-31,0 0 31,1 0-15,-1 0 15,0 0-31,0 0 16,0 0-1,-40-40-15,40 40 16,0 0 0,0-40-1,1 40 1,-1 0-1,-40-40-15,40 40 16,0 0 0,-40-40-16,40 40 15,0 0 1,0 0 0,0 0-1,1 0-15,-1-40 31,0 40-31,0 0 16,0 0-16,0 0 31,-40-40-15,40 40 0,-40-41-1,40 41-15,1 0 16,-1 0 15,-40-40-31,40 40 16,0 0-16,-40-40 15,40 40-15,-40-40 16,40 40-16,0-40 16,0 40-1,-80 0 235,0 0-203,40 40-47,0 0 16,-40-40-1,40 40-15,0 0 0,-40-40 16,40 41-16,0-1 16,-40-40-16,40 40 0,-40-40 15,40 40 1,-40-40-16,40 40 0,-41 0 31,41 0-15,0 0-16,-40-40 0,40 40 15,0 0 1,-40-40-16,40 41 0,0-1 16,0 0-1,-40 0-15,40 0 16,0 0-1,0 0 1,0 0 0,0 0-1,0 1 1,0-1 0,0 0-1,0 0 1,0 0 15,0 0-15,0 0-1,0 0 1,0 0 0,0 0-1,0 1 16,40-41-15,-40 40 0,0 0-1,0 0 17,0 0-17,40-40-15,-40 40 16,40-40-1,-40 40 1,41-40 0,-41 40-1,40-40 1,-40 40-16,40-40 16,0 0-1,-40 41-15,40-41 16,0 0-1,-40 40-15,40-40 16,0 0 47,-40 40-63,41-40 31,-1 0-31,-40 40 31,40-40-31,0 0 16,-80 0 46,0 0-46,40-40-1,-40 40-15,-1-40 0</inkml:trace>
  <inkml:trace contextRef="#ctx0" brushRef="#br0" timeOffset="8709.46">27045 3248 0,'0'0'0,"0"-40"16,0 0 0,0 0-1,-40 40 1,40-40 62,-40 40-78,40-41 16,-40 41-16,40-40 15,-40 40 17,40 40 77,40-40-109,-40 41 16,40-41-16,-40 40 15,40 0-15,-40 0 0,40 0 16,-40 0-1,40 0-15,-40 0 0,40 0 0,-40 0 16,0 1-16,41-1 0,-41 0 16,0 0-1,0 0-15,40 0 0,-40 0 16,0 0 0,0 0-16,0 1 15,0-1 1,0 0-16,0 0 15,0 0-15,0 0 16,-40-40-16,40 40 0,0 0 16,0 0-16,-41-40 15,41 40-15,0 1 16,0-1 0,0 0-1,-40 0 1,40 0-1,-40-40 1,40 40-16,-40-40 16,40 40-1,-40 0-15,0 0 16,0-40 0,40 41-16,-40-41 0,40 40 15,-41-40 1,41 40-16,-40-40 0,40 40 15,-40-40-15,40 40 0,-40 0 32,0-40-17,40 40 1,-40-40 15,40 40-31,0 0 16,-40-40-16,40 40 15,-40-40-15,40 41 32,40-41 124,-40-41-140,40 1-1,0 40 16,0-40 1,0 40-17,0-40-15,0 40 32,1-40-17,-1 40 1,0 0-1,0 0-15,-40-40 16,40 40-16,0 0 16,0 0-16,-40-40 15,40 40-15,1 0 16,-1 0-16,0 0 16,0 0-1,0 0-15,-40 40 0,40-40 16,0 0-16,0 0 15,1 0-15,-1 0 0,0 0 16,0 0-16,0 0 16,0 0-1,0 0 1,0 0 0,1 0-1,-1 0 1,0 0-16,0 0 0,0 0 15,0 0-15,0 0 0,0 0 16,1 0-16,-1 0 16,0 0-16,-40 40 0,40-40 0,0 0 15,0 0 1,0 0 0,0 0-1,1 0-15,-41 40 0,40-40 16,0 0-1,0 0-15,0 0 0,0 0 0,0 0 16,-40 40-16,40-40 0,1 0 16,-41 40-16,40-40 15,-40 40 17,40-40 14,0 0 1,-80 0 31,0 0-62,0 0-16,-1 0 0</inkml:trace>
  <inkml:trace contextRef="#ctx0" brushRef="#br0" timeOffset="10119.39">28891 4812 0,'-40'0'0,"40"-40"15,-40 40 1,40-40-16,-40 40 47,40 40 172,0 0-219,40-40 15,0 40 1,0 0 0,0 0-1,0-40 1,-40 40-16,-40-40 172,40-40-63</inkml:trace>
  <inkml:trace contextRef="#ctx0" brushRef="#br0" timeOffset="11339.32">30697 6777 0,'-40'0'0,"-1"0"78,41-40-78,-40 40 16,40-40-16,-40 40 0,0 0 15,40-40-15,-40 40 0,40-40 0,-40 40 16,40-40-16,-40 40 16,0-40-16,-1-1 0,1 41 0,40-40 15,-40 0-15,0 40 0,40-40 16,-40 40-16,0-40 0,40 0 0,-40 40 0,40-40 16,-40 0-16,-1 40 15,41-40-15,-40 40 0,40-40 0,-40-1 0,0 1 16,0 40-1,40-40-15,-40 40 0,0 0 16,0 0 15,-1 0-31,1 0 32,0 0-1,40-40 16,40 40-47</inkml:trace>
  <inkml:trace contextRef="#ctx0" brushRef="#br0" timeOffset="11779.36">29814 5775 0,'-40'0'0,"0"0"31,0 40-31,-1 0 16,1 0 0,40 0-16,-40-40 0,40 40 0,-40 0 15,40 0 1,-40-40-16,40 40 0,-40-40 15,40 41 17,0-82-17,0 1 1,0 0-16,0 0 0,0 0 16,0 0-1,0 0-15,40 0 16,0 40-1,-40-40-15,40 40 16,0 0-16,0 0 16,1 0-1,-1 40-15,0-40 0,0 0 0,0 40 16,0-40-16,0 40 0,41-40 16,-41 40-16,40-40 0,0 0 0,0 0 0,1 40 15,-1-40-15,0 0 16</inkml:trace>
</inkml:ink>
</file>

<file path=ppt/ink/ink19.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5-08-11T07:05:27.089"/>
    </inkml:context>
    <inkml:brush xml:id="br0">
      <inkml:brushProperty name="width" value="0.05292" units="cm"/>
      <inkml:brushProperty name="height" value="0.05292" units="cm"/>
      <inkml:brushProperty name="color" value="#FF0000"/>
    </inkml:brush>
  </inkml:definitions>
  <inkml:trace contextRef="#ctx0" brushRef="#br0">7466 7739 0,'0'25'15,"25"-50"16,0 25-15,-25-25-16,-50 25 141,25 0-126,1 0 17,-1 0-32,0 0 15,0 0 1,0 0 15,25 25-15,-24 0-1,-1-25 1,25 25-16,-25-25 16,0 0-16,25 24 15,-25-24 1,1 25-1,-1 0 1,25 0 0,0 0 15,0-1-31,0 26 31,0-25-15,0 0-16,0 24 31,0-24-15,0 0-1,25 25 1,-25-26 0,24 26-1,1-25 1,-25 0-16,0-1 15,25-24-15,-25 25 16,25-25 0,-25 25-16,25-25 31,-25 25-15,24 0-1,1-1 1,0 1-16,25 0 31,-26-25-15,1 0-1,0 0 17,0 0-1,0 0-31,-1-25 15,1 25 1,0-25 0,0 25 15,0 0-31,-1 0 31,-24-24-15,25-1-16,0-50 31,0 75-31,0-24 16,-25-1-16,0 0 15,24 25-15,1-50 16,-25 26 0,0-26-1,25 25 1,-25 0-1,-25 1 1,0-1 0,1-25 15,-26 25-31,50 0 31,-25 25-15,25-24-16,-49 24 31,-1-25-15,25 0-1,-24 0 1,24 25 0,25-25 15,-25 25-31,0 0 15,0-24 1,1-1 0,-1 25 15,0 0-31,0 0 31,0 0-15,1 25-16</inkml:trace>
  <inkml:trace contextRef="#ctx0" brushRef="#br0" timeOffset="1849.89">8979 5432 0,'0'-25'0,"0"1"31,-25 24-15,1 0 15,-1 0-15,0 0 15,0 0-31,0 0 15,1 24 1,-1-24 0,0 25 15,0-25-31,0 25 0,1-25 16,24 25-1,-25 0 1,0-1-16,0 1 31,25 0-31,0 0 16,0 0-16,-25-25 15,25 24-15,-24 26 16,24 24 0,0-24-1,0-25 1,0 0-16,0 0 15,0-1 1,24 1-16,1 0 16,0 25 15,0-1-31,0 1 31,-1-1-15,1-49-16,0 50 0,0-50 15,-25 25 1,25 0 0,24-1-1,-24-24 1,0 0 0,0 0-1,24 0 1,-24 0-1,0 0 1,0 0 0,0 0-16,-1 0 31,1 0-31,0-24 31,0-1-15,0-25-16,-1 25 31,1 25-31,0-49 16,-25 24-16,25 0 15,-25 0 1,0-49 0,25 24-1,-25 26 1,0-1-16,0 0 15,0 0-15,0 0 16,0-24 0,-25-1 15,0 25-31,0-24 31,0 24-15,25 0-16,-49 0 0,24 0 15,0 1 1,0-1 0,1 25-1,-26 0 1,0 0 0,25 0-16,-24 0 15,49 25-15,-25-25 16</inkml:trace>
  <inkml:trace contextRef="#ctx0" brushRef="#br0" timeOffset="3359.8">11782 7218 0,'-25'0'0,"25"-25"218,50 25-202,-25 0 0,0 0-16,-1 0 0,76-24 31,-26-26-31,25 50 31,-49 0-15,-25-25-16,0 25 31,-1 0-15,1 0-1,0 0 1,0 0 15</inkml:trace>
  <inkml:trace contextRef="#ctx0" brushRef="#br0" timeOffset="3749.73">12105 6995 0,'0'0'16,"0"-25"-16,-25 25 16,50 25 46,-1-25-62,1 0 16,0 0-1,0 25-15,0-25 0,49 25 16,-49-25 0,25 0-16,-1 0 31,-24 0-31,-25 24 31,-25 26-15,0-50-16,-74 74 0,74-49 15,-49 0 1</inkml:trace>
  <inkml:trace contextRef="#ctx0" brushRef="#br0" timeOffset="5589.62">13568 4837 0,'0'50'109,"0"-1"-93,0-24-1,0 0-15,0 49 16,0 1-16,0-1 31,0-49-31,0 24 16,0-24-16,25 0 15,-25 25 1</inkml:trace>
  <inkml:trace contextRef="#ctx0" brushRef="#br0" timeOffset="6139.64">13469 5308 0,'0'0'0,"0"-25"15,0 50 48,0 0-48,25 0-15,-25 0 16,25-1 0,-1 1-1,-24 0-15,25 0 16,0-25-1,-25 25-15,25-25 16,0 0 15,-25-25-15,24 0-16,1-25 31,0 26-15,0-1-16,-25 0 47,25 25-32,-75 0 95</inkml:trace>
  <inkml:trace contextRef="#ctx0" brushRef="#br0" timeOffset="10729.38">12378 13593 0,'0'25'47,"-25"-25"-32,25 25 1,25-25 93,-1 0-93,1 0 0,0 0-16,49 0 31,-49 0-31,25 0 0,-25 0 16,-1 0-16,26 0 15,49-25 1,0 25-16,50-25 31,0 0-15,-99 25-16,74-25 15,-25 25-15,0-24 16,25-1 0,-49 25-1,-1-25 1,-24 25-1,-26-25 1,1 25 0,-50 0 15,25 25-15,-24-25-1,-1 25 1,0-25-16</inkml:trace>
  <inkml:trace contextRef="#ctx0" brushRef="#br0" timeOffset="20478.82">14312 10840 0,'0'24'172,"-25"-24"1031,50 0-1062,-50 0 827,1 0-952,-1 0 0,25 25 1796,0-50-1812,-25 25 141,50 0-126,-75 0-15,100 0 0,-100 0 16,100 0-16,-100 0 0,125 0 16,-100 0-16,50 0 0,-50 0 78,50 0-78,-50 0 31,50 0-31,-75 0 1172,100 0-1172,-75 0 94,50 0-94,-50 0 281,50 0-281,-25-24 1672</inkml:trace>
  <inkml:trace contextRef="#ctx0" brushRef="#br0" timeOffset="23878.55">14387 8682 0,'0'0'0,"0"24"47,0 1 78,0 0-62,-25-25 406,25 25-313,25-25-62,-50 0-63,50 0 203,-50 0-203,50 0 79,-50 0-48,50 0 516</inkml:trace>
  <inkml:trace contextRef="#ctx0" brushRef="#br0" timeOffset="25818.46">12923 10616 0,'25'0'1234</inkml:trace>
  <inkml:trace contextRef="#ctx0" brushRef="#br0" timeOffset="31298.21">14461 10666 0,'25'0'750,"-25"25"-578,0-50-31,0 50 15,-25-25-93,25-25-32,0 50 125,0-50-109,0 50 0,0-50 562,0 50-249,-25-25 999,1 0-578,-1 0-781,0 0 16,25 25-16</inkml:trace>
  <inkml:trace contextRef="#ctx0" brushRef="#br0" timeOffset="33768.06">18579 11981 0,'25'0'157,"-25"-25"-111,0 50 251,0-50-125,0 50-31,24-50 15</inkml:trace>
  <inkml:trace contextRef="#ctx0" brushRef="#br0" timeOffset="40477.68">18281 8310 0,'0'24'78,"0"1"-15,0 0 202,25-25-202</inkml:trace>
  <inkml:trace contextRef="#ctx0" brushRef="#br0" timeOffset="42667.56">18529 7913 0,'-25'0'31,"25"-25"-15,-25 25 46,1 0-46,24-25 15,-25 25-31,0 0 16,0 0 0,0 0-16,1 0 31,-1 0-31,0 0 15,0 0 1,0 0 15,1 0-15,-1 0 15,0 0-31,0 0 31,0 0-31,25 25 47,-24-25-47,-1 25 16,0-25 0,0 24 15,0 1-16,1-25 1,24 25 0,-25 0-1,25 25 1,0-26 0,0 1-1,0 25 1,0-25-1,-25-1-15,25 1 32,0 0-32,0 0 0,25-25 15,-25 49 1,25-24 0,-1 0 15,1 25-31,0-50 31,0 49-15,0-24-1,-1 0 1,-24 0-16,25-25 16,0 49-1,0-49 1,24 0-1,-24 0 1,0 0 0,0-25-1,0 25 17,-1 0-32,1 0 31,0-24-31,25-1 31,-26 25-31,1-50 16,0 50-16,0-25 15,0 1 1,0-26 0,-1 25-1,1 0 1,-25 1-16,25-1 15,-25 0 17,0 0-32,0 0 15,0 1 17,0-1-32,0 0 0,0 0 15,0 0 1,0 1-16,0-1 31,0 0-15,-25 0-1,0 0 1,1 0 0,-26 1-1,25-1 1,-25 25-1,1-25 1,24 25 0,0 0-16</inkml:trace>
  <inkml:trace contextRef="#ctx0" brushRef="#br0" timeOffset="45057.42">18331 5531 0,'-25'0'0,"0"0"78,0 0-31,0 0-31,1 0 0,-1 0-1,0 0 1,0 0-16,0 0 31,1 0-15,24 25-16,-50 0 15,50 0-15,-25-25 16,0 49 0,1-24-1,-1 0 1,0 0-16,25 0 15,-25-1 17,0 26-32,25 0 15,0-1 1,-24 1 0,24-25-16,0 24 31,-25-24-31,25 25 15,0-1 1,0 1 0,0-25-1,25 24 1,-25 1 0,24 0-1,-24-26 1,25 1-1,0 0 1,0 0 0,0-25-1,-1 25 1,26-25 0,0 0 15,-26 0-31,26-25 31,-25 25-31,0-25 16,-1 25-16,1 0 15,0 0 1,0-25 0,0 25-1,-1-25 1,1 25-1,0-24 17,0-1-17,0 25 1,-25-25 0,24 25-16,-24-25 31,25 25-16,0-25 1,-25 1 0,25-1-1,0-25 1,0 25 0,-25 1-16,24-1 15,-24 0-15,25 25 16,-25-25-1,25-24 1,-25 24 0,0 0-16,0 0 15,0 0-15,0 1 16,0-1 0,0 0 15,0 0-31,0 0 15,-25 25 1,25-25 0,0 1-1,-25-1 1,1 0 0,24-25-1,-25 26 1,25-1-1,-25 0 17,0 25-32,0-25 15,0 0 1,-24 1 0,24 24 15,0 0-31,-24-25 15,24 25 1,0 0-16,25 25 47</inkml:trace>
  <inkml:trace contextRef="#ctx0" brushRef="#br0" timeOffset="47577.27">19943 5457 0,'0'0'0,"-25"0"31,25-25-31,-25 25 47,1 0-15,-1 0-32,25-25 31,-50 25-31,25 0 31,1 0-31,-1 0 16,0 0-1,0 25 1,0-25 0,1 25-1,24 0 1,-25-25-16,25 25 15,-25-25-15,25 24 0,-25 1 32,0 0-32,0 25 15,25-26 1,0 26 0,0 0 15,0-1-16,0 1 1,-24-25 0,24 24-1,0 1 1,0-25-16,0 0 16,0-1-16,0 1 15,0 0-15,0 25 16,0 24-1,0-24 1,24-26 0,-24 1-16,25 0 15,-25 0-15,0 0 16,25-1 0,-25 1-16,25 0 31,0 0-31,0 0 31,-25-1-15,24-24-16,1 0 15,0 0-15,0 0 16,24 0 0,1 0-1,-25 0 1,0 0-16,-1 0 15,1-24-15,0 24 16,0-25 0,0 0-1,24 0 1,-24-24 0,0 24 15,0 0-16,-1-25 1,1 26 0,-25-26-1,0 0 1,0 1 0,0-1-1,0 1 1,0 24-1,0 0 1,0-25 0,-25 1-1,25 24 17,-24 0-32,24 0 31,0 0-31,-25 1 31,25-1-31,0 0 16,-25 25-16,25-25 0,-25 0 15,0 1 17,1-1-17,-1 25 16,25-25-31,-25 0 32,0 25-32,0-25 15,1 25 1,-1 0 0,0 0 15,0 0-16,25-24 1,-25 24 0,1 0 31,48 0 437</inkml:trace>
  <inkml:trace contextRef="#ctx0" brushRef="#br0" timeOffset="49477.16">19397 6524 0,'0'-25'0,"0"0"79</inkml:trace>
  <inkml:trace contextRef="#ctx0" brushRef="#br0" timeOffset="52207.01">19596 5829 0,'0'-25'360</inkml:trace>
  <inkml:trace contextRef="#ctx0" brushRef="#br0" timeOffset="53736.92">19769 10740 0,'-24'0'140</inkml:trace>
  <inkml:trace contextRef="#ctx0" brushRef="#br0" timeOffset="55386.79">19943 9227 0,'-25'0'47,"0"0"-16,1 0-15,-1 0 0,0 0-1,0 0 1,-24 0-16,-1 0 31,-24 25-15,49 0-16,-50 0 15,50-25-15,1 0 0,-1 25 16,0-25 62</inkml:trace>
  <inkml:trace contextRef="#ctx0" brushRef="#br0" timeOffset="55776.8">19496 9153 0,'0'25'0,"-24"-25"0,-1 0 16,25 25-1,-25-25 1,0 24 0,25 1-16,-25-25 15,25 25-15,-24-25 0,24 25 16,-25 0-1,50-25 64,-1 0-79,1 0 0,74 0 31,1 0-31,-26 0 31,-49 24-15,0-24-16</inkml:trace>
  <inkml:trace contextRef="#ctx0" brushRef="#br0" timeOffset="57426.63">20092 9823 0,'-25'0'16,"25"-25"0,-25 25 15,0 0-15,25-25-16,-49 25 31,24 0-31,-25-25 31,1 25-15,24 0-1,0 0-15,-24 25 16,24-25-16,0 25 16,-25 0-1,26-1 1,-1 1-1,0-25-15,25 25 16,-25-25 0,25 25-16,-25 49 15,0-24 1,1 0 0,24-26-16,-25 1 31,25 0-31,0 0 0,0 0 31,0 24-15,25-24-16,-1 25 31,1-26-15,-25 1-16,25 0 15,-25 0-15,0 0 0,0-1 16,25 1-1,0 25 1,0-25 0,-25-1-1,0 1 17,24-25-32,1 25 0,0-25 15,0 0 1,0 0-16,24 25 31,26-25-15,-51 0-16,1 0 15,25 0 1,-25 25-16,-1-25 31,1 0-15,0 0-1,0 0 32,0 0-47,-25-25 16,24 25 15,-24-25-15,25 25-1,0-25 1,0 25 0,0-25-16,-1 1 31,-24-1-31,25 0 16,-25 0-16,25 0 15,-25 1-15,25-26 16,-25 25-1,25 0-15,-25 1 16,24-26 0,-24 25-1,0 0 17,0 1-32,0-26 0,0 25 15,0 0 1,0 1-16,-24-26 31,-1 25-15,25 0-16,-25 0 15,0 25-15,25-24 0,-25-1 16,1 0 0,-1 0-1,0 0 1,-25 25-1,1-24 1,24 24-16,-74 0 16,74 0-1,-49 24-15,49-24 16</inkml:trace>
  <inkml:trace contextRef="#ctx0" brushRef="#br0" timeOffset="61386.41">18653 4266 0,'0'0'0,"0"25"140,0 0-108,25 0-17,0-25 1,-25 25-1,25-25-15,-1 0 16,1 0-16,25 0 16,49-25-16,0 0 31,-24-74-15,-51 99-16,51-75 15,-50 51-15,-1-1 0,51-74 16,74-25-1,-25 0 1,25 49 0,-25-24-1,-75 99-15,50-75 16,-74 75 0,0-24-16,74-1 0,-24 0 31,-26 0-16</inkml:trace>
  <inkml:trace contextRef="#ctx0" brushRef="#br0" timeOffset="65486.19">17388 496 0,'-25'0'109,"25"25"-109,0 0 0,0 0 16,0-1 0,0 76-16,-25-1 31,25 0-31,0 0 31,25-74-15,-25 0-16,25-25 15,-25-25 1,50-49 0,-1-1-1,-24 26 1,0 24-1,0 25 1,-25 25 0,25 49-1,-25-24 17,0 24-32,0-49 31,0 0-31</inkml:trace>
  <inkml:trace contextRef="#ctx0" brushRef="#br0" timeOffset="65786.16">17884 794 0,'0'0'0,"0"-25"0,25 25 16,-25 25-1,25-25-15,-25 49 16,0-24 0,-50 25-1,1-1 17,-1-49-32,0-49 31,50-1-31,0 1 31,50-1-15,-25 50-16,24-25 15,-24 25-15</inkml:trace>
  <inkml:trace contextRef="#ctx0" brushRef="#br0" timeOffset="66076.21">18008 695 0,'0'24'31,"25"-24"-15,0 25 0,0-25-16,-25 50 15,24-25-15,-24-1 16,0 1 0,-24 0 15,24-50-16,0 0 1,24 1-16,1-26 16,0 25-16,25-24 0,-26 24 31,26 25-15,-50-25-16,25 25 15</inkml:trace>
  <inkml:trace contextRef="#ctx0" brushRef="#br0" timeOffset="66266.21">18405 670 0,'0'25'16,"0"-1"31,0 1-47,0 25 31,-25-25-31,25-1 31,0 1-31</inkml:trace>
  <inkml:trace contextRef="#ctx0" brushRef="#br0" timeOffset="66426.2">18479 521 0,'0'0'0,"-24"-25"0,24 0 31,0 0-31,24 25 16</inkml:trace>
  <inkml:trace contextRef="#ctx0" brushRef="#br0" timeOffset="66836.1">18604 670 0,'24'-25'31,"26"25"-15,-50-25-16,50 25 15,-26 0-15,26-25 16,0 25-1,-26 0 1,-24 25-16,0 0 16,-24 49-1,-1-49-15,0 25 32,0-50-32,0 25 0,1 24 0,-26 26 31,25-51-16,25 1 1,25-50 0,49-24-16,1 24 31,-50 25-31,74 0 16,-74 0-16,49-25 15</inkml:trace>
  <inkml:trace contextRef="#ctx0" brushRef="#br0" timeOffset="67096.16">19248 695 0,'0'0'0,"0"-25"0,25 25 16,0 0 0,0 0 15,-25 25-31,0-1 0,0 1 31,-25-25-31,-25 50 16,26-50-16,-1 25 0,0-25 31,25-25-15,0-25-1,25 50-15,24-49 16</inkml:trace>
  <inkml:trace contextRef="#ctx0" brushRef="#br0" timeOffset="67416.14">19372 620 0,'0'0'0,"25"25"32,-25 0-32,0 24 31,0 1-31,0-25 31,0-50-15,50 25-1,-50-25-15,74-49 16,-49 74-16,0-25 16,0 25-1,0 0 1,-1 25-1,-24 0-15,25-1 16,-25 1-16,25-25 0,-25 25 16,25-25-16,0 25 15</inkml:trace>
  <inkml:trace contextRef="#ctx0" brushRef="#br0" timeOffset="67646.12">20092 422 0,'0'0'0,"0"24"47,0 1-47,0 0 16,0 50-1,0-51-15,-25 51 16,25-50-16,0-1 15,0 26-15,-25 0 16</inkml:trace>
  <inkml:trace contextRef="#ctx0" brushRef="#br0" timeOffset="68246.09">20117 695 0,'0'0'0,"24"0"15,1 0 1,0-25 0,0 25-16,24 0 15,-24 0-15,0 0 0,0 0 16,24-25 0,-73 25 30,24 25-30,-25-25-16,25 25 16,25-50 31,-1 25-47,-24-50 31,50 25-31,-25 25 15,0 0 1,-1 0-16,-24 25 16,50 0-16,-25-25 31,-25-50 0,0 26-31,0-26 16,0 25-16,0-49 15,25 49-15,-25 0 16,0 0 0,0 50-1,0 25-15,-25 49 32,25-74-32,-25 24 0,0 26 0,25-26 0,-49 125 31,49-149-31,-25 99 0,25-99 15</inkml:trace>
  <inkml:trace contextRef="#ctx0" brushRef="#br0" timeOffset="68976.05">17314 1736 0,'0'-24'15,"0"48"48,0 1-63,24-25 0,-24 25 16,50 49-1,-25-49 1,0-25-1,24-25 1,-49 1-16,50-26 16,0 0-1,-1 1-15,1-26 16,-1 50 0,26 50 15,-50 0-31</inkml:trace>
  <inkml:trace contextRef="#ctx0" brushRef="#br0" timeOffset="69225.99">17983 1712 0,'0'0'0,"25"0"0,0 0 15,-25-25 1,25-25 0,-25 0-1,-25 26 1,0 24-16,-24 0 15,24 0-15,0 74 16,0-24 0,0 24-1,75-24 1,-25-25 0,0-25-16,24 24 31,-24-24-31</inkml:trace>
  <inkml:trace contextRef="#ctx0" brushRef="#br0" timeOffset="69496.01">18231 1637 0,'0'0'15,"25"-25"-15,-25 0 16,25 25-16,-25-24 16,25 24-1,24 49 1,-24 26-1,-25-26 1,0-24 0,-25-25-16,25-25 15,25 1 1,25-76 0,-1 51 15,26-1-16,-25 25-15,-26 0 0</inkml:trace>
  <inkml:trace contextRef="#ctx0" brushRef="#br0" timeOffset="69696.01">18777 1389 0,'0'0'15,"25"-25"1,0 25-16,-25-49 16,0 24-1,0 50 16,0 24-31,0 26 16,0 49 0,0 0-1,0-99-15,-25 49 32,25-49-32,0 0 0</inkml:trace>
  <inkml:trace contextRef="#ctx0" brushRef="#br0" timeOffset="69995.99">18876 1662 0,'-24'0'16,"24"-25"-16,24 25 16,51-25-1,-1 0 1,1 1-1,-51-1-15,-24 50 47,0-1-47,0 26 16,0 25 0,0-26 15,0-24-31,0 0 15</inkml:trace>
  <inkml:trace contextRef="#ctx0" brushRef="#br0" timeOffset="70165.98">19224 1364 0,'0'0'0,"-25"0"15,25-25 1,25 25 0</inkml:trace>
  <inkml:trace contextRef="#ctx0" brushRef="#br0" timeOffset="70875.89">19596 1463 0,'0'0'16,"-25"0"0,0 0-1,-25 25 1,50 0-16,-24 49 16,-1-49-1,25 0-15,0 25 16,25-25-1,24-1 1,-24-24-16,50 0 16,-51-24-16,1 24 15,50-50-15,24 0 16,-74 1 0,-25-1 15,-25 50-16,0 0-15,0 25 32,0 24-32,1-24 31,73-25 0,-24-25-31,25 1 16,-50-1-16,74 0 15,-49 25 1,0 0-16,49 0 16,25 0-1,25-25 17,-99 25-32,49-49 0,-49 24 0,0 0 15,-25-25 1,25-49-16,-25 25 15,-25 24 17,0 50-32,0 0 15,25 25-15,0 0 0,-24 24 16,-1 1-16,0 124 16,25-150-16,0 125 15,25 0 1,0-25-1,-25-99-15</inkml:trace>
  <inkml:trace contextRef="#ctx0" brushRef="#br0" timeOffset="71878.25">17636 2877 0,'0'0'16,"0"-24"-16,0-1 15,-25 0-15,1 0 16,-1 25-1,25 25 1,-25-25-16,25 25 16,0 0-16,0-1 15,0 1-15,25 0 16,0 0 15,-1-25-15,1-50-1,0 1-15,-25 24 0,0-74 32,0 74-32,0-50 0,25 1 31,-25 99 16,0-1-32,25 26-15,-1 49 16,51 1 0,-1-51-1,-24-24 17,-1-25-32,-49-25 0,25-49 31,0 49-31,-25-25 0,0-24 31,0 49-15,0 50 15,0 25-15,0 24-1,25 0 1,0-49-1</inkml:trace>
  <inkml:trace contextRef="#ctx0" brushRef="#br0" timeOffset="72028.24">18182 2456 0,'0'0'0,"-25"0"0,0 0 0,50 0 62</inkml:trace>
  <inkml:trace contextRef="#ctx0" brushRef="#br0" timeOffset="72396.44">18529 2629 0,'0'0'16,"-25"0"0,0 0-16,1 0 31,-1 25-31,0 0 0,25 0 0,-25 0 16,25-1-16,25 26 31,0-50-31,24-25 31,1-24-15,-25-1-1,-25 25-15,25 25 16,-25-25-16,25 25 16,-1 50-1,26 0 1,24-26-1,1 1 1</inkml:trace>
  <inkml:trace contextRef="#ctx0" brushRef="#br0" timeOffset="73176.39">19149 2530 0,'0'-25'0,"0"50"0,-25-75 16,1 50-1,-1 0 1,0 0-16,0 50 16,25 0-16,0-26 15,25 26 1,0-50-1,24-25 1,-49 0-16,0 1 16,0-1-16,0 0 15,0 0-15,0 0 16,0 50 0,0 50 15,0 49-31,0-99 15,25 99 1,-25-100-16,0 26 0,0 74 16,-49 0-16,-1-25 31,25-74-15,0-25-1,1-50-15,-1 1 16,25 24-16,0 0 15,-25-74-15,25 0 16,50 0 0,49 24-1,-25 1 1</inkml:trace>
  <inkml:trace contextRef="#ctx0" brushRef="#br0" timeOffset="73466.37">19546 2505 0,'0'0'0,"25"0"16,-25 25-1,0 0 1,0 49 0,25 1-1,-50-26 1,-25-49-1,25-24 1,1 24-16,-1-75 16,25 50-1,0 0-15,0-24 16,49 24 0,1 0 15</inkml:trace>
  <inkml:trace contextRef="#ctx0" brushRef="#br0" timeOffset="73726.36">19794 2257 0,'0'-25'0,"0"50"47,0 0-47,0 0 0,0 24 16,0-24 0,25 99-16,-25-99 0,25 25 15,0 49 1,-1 0-16</inkml:trace>
  <inkml:trace contextRef="#ctx0" brushRef="#br0" timeOffset="74326.32">19844 2654 0,'0'-25'46,"25"25"-46,-25-25 16,24 25-16,-24-24 16,50-1-1,24 0 1,-74 0 0,75 0-16,-50 25 15,24 0 1,-24 25-16,0 25 31,0 24-15,-1 1-16,-24-50 31,0-1-31,50-24 16,-25 0-1,24 0-15</inkml:trace>
  <inkml:trace contextRef="#ctx0" brushRef="#br0" timeOffset="74826.29">20538 2480 0,'0'0'0,"-25"0"0,-49 25 16,49 0 15,25 0-31,25 0 31,25-25-15,-26-25-16,-24-25 31,25 25-15,0 25-1,0 0 1,49 0-1,26 0 1,-26-49 0,-74 24-1,25-49 1,-25 49 0,-75-50-16,51 51 15,24-26 1,-50 25-16,50 50 31,0 25-15,-25 74-16,25-75 15,0 75 1,50-99-16,-50 25 0,25 24 16,-1-24-1</inkml:trace>
  <inkml:trace contextRef="#ctx0" brushRef="#br0" timeOffset="80600.19">28674 5978 0,'25'0'16,"-25"25"171,25 0-171,0-25-1,-1 0-15,1 24 16,0 1 0,0 25-1,0-25 1,-25-1 15,49-24-31,-49-24 16,75-51-16,-51 50 15,26-24 1,49-1-16,1-24 31,-76 49-31,51-25 16,-50 50-16,-1-25 0,26 1 16,-25-1-16,74-25 15,-74 50-15,74-49 16,0-1-1,-24 50 1,-51-25 0,-24 50 156,0 0-157,0 0 1</inkml:trace>
  <inkml:trace contextRef="#ctx0" brushRef="#br0" timeOffset="83712.34">21903 13767 0,'-25'0'16,"25"-25"-1,0 0-15,0 0 16,0 0-16,0 1 16,25-1-1,-1 25 1,26-25-1,24 25-15,1 0 32,-26 50-17,-24 24-15,-25-49 16,0 74 0,-25-74-16,25 0 0,-24 49 15,-1-24 1,25-75 15,49-25-15,-49 25-1,50-49-15,-25 24 16,24 1-16,-24 24 16,25 25-1,-1 50 16,-49-26-31,25 26 0,-25-25 16,0 0 0,25-50 15,0 0-15,49-74-1,-49 99-15,0-50 16,24 50-16,-49-25 15,25 25-15,0 0 16,-25 25-16,25 0 16,-25 49-1,-25 1 1,25-1 0,-25-74-1,25 25-15</inkml:trace>
  <inkml:trace contextRef="#ctx0" brushRef="#br0" timeOffset="83912.33">22969 13692 0,'0'0'0,"0"25"47,0 0-47,0 0 0,0-1 15,0 51 1,0-50 0,0-1-1</inkml:trace>
  <inkml:trace contextRef="#ctx0" brushRef="#br0" timeOffset="84092.32">22944 13370 0,'0'0'0,"0"-25"0,0 0 16,0 0 0,0 1-1</inkml:trace>
  <inkml:trace contextRef="#ctx0" brushRef="#br0" timeOffset="84362.31">23416 13419 0,'-25'0'0,"25"25"31,25-25-31,24 75 32,50-1-17,-49 25-15,-50-74 16,25 25 0,-25-26-16,0 1 15,25-25 1</inkml:trace>
  <inkml:trace contextRef="#ctx0" brushRef="#br0" timeOffset="84582.29">23738 13543 0,'0'-24'0,"-25"24"0,0 0 31,25 24-15,-24 1-1,-1-25-15,0 75 16,0-51-16,-24 26 16,24-25-16,-50 74 15,75-74-15,-49 24 0,24-24 32,25 0-32</inkml:trace>
  <inkml:trace contextRef="#ctx0" brushRef="#br0" timeOffset="84942.27">23937 13767 0,'0'-25'0,"49"25"0,-24 0 16,25-50-1,-1 25-15,1 1 32,-25-26-17,-25 25-15,0 0 32,-50 25-17,-24 50 1,-1 24-1,26-24 1,49-25-16,0 0 16,49-25-16,-24 24 15,49-24 1,-49 0 0</inkml:trace>
  <inkml:trace contextRef="#ctx0" brushRef="#br0" timeOffset="85502.24">24606 13543 0,'-25'0'16,"1"0"-1,-1 0-15,-74 50 16,24 0 15,50-1-31,25 1 31,50-25-31,49-25 32,-49-50-17,-25 0-15,-25 26 16,0-51 0,0 50-16,0-24 0,-25 24 15,0-74 1,25 49-1,-25 25 1,25 75 0,0-25-1,0 99 1,25 25 0,0-50-1,24-25 16,-24 1-31</inkml:trace>
  <inkml:trace contextRef="#ctx0" brushRef="#br0" timeOffset="86192.2">25425 13370 0,'0'0'0,"0"-25"16,-25 25-1,0 0-15,-49 0 32,-1 50-17,26 24 1,49-49-16,0 24 15,0-24-15,0 0 16,25 25-16,24 24 16,26-49-1,-26-25 1,-24 0 0</inkml:trace>
  <inkml:trace contextRef="#ctx0" brushRef="#br0" timeOffset="86482.18">25623 13419 0,'0'0'0,"25"0"0,-25-24 15,25 24-15,0 0 16,-25 24 0,24 1-16,-24 0 0,0 25 15,0 24 1,-49-24-1,-1-26 1,1 1 0,24-25-16,25-74 15,0 49-15,0 0 16,0-24-16,49-51 16,26 26-1,-26 49 16</inkml:trace>
  <inkml:trace contextRef="#ctx0" brushRef="#br0" timeOffset="86832.16">26045 13271 0,'0'0'0,"0"24"47,0 1-47,-25 25 15,25-25-15,0 24 16,0-24 0,25-25-16,0 0 15,0-25 1,24-49 0,-49 49-1,25 0-15,0 25 16,-25 25-1,25 0-15,-25 74 32,0-25-17,0-49-15,0-50 32</inkml:trace>
  <inkml:trace contextRef="#ctx0" brushRef="#br0" timeOffset="87492.13">26491 13320 0,'0'-25'0,"0"1"32,0-1-1,25 25-31,0 0 15,0 25-15,24 49 32,-24 25-17,-25-24-15,0-51 16,0 1 0,0-50-1,25-24 1,74-75-1,-49 49 1,-25 75 0,-25 25-1,24 74 1,-24 1 15,0-26-31,0-24 31,25-50-31</inkml:trace>
  <inkml:trace contextRef="#ctx0" brushRef="#br0" timeOffset="87792.11">27087 13494 0,'0'25'16,"25"-25"-1,-1 0 1,1 0-16,25-50 16,-25 25-1,-25-24 1,-25-1 0,0 50-1,0 0-15,25 25 16,-25 0-1,1 49-15,24 0 32,49-24-17,26-25-15</inkml:trace>
  <inkml:trace contextRef="#ctx0" brushRef="#br0" timeOffset="88012.1">27558 13320 0,'0'0'0,"-25"0"0,0-25 16,1 25-16,-1 0 15,25 50-15,-25 24 16,25-49-16,0 25 16,50 24-1,24-24 16,-24-50-31,-1-25 16</inkml:trace>
  <inkml:trace contextRef="#ctx0" brushRef="#br0" timeOffset="88192.09">27930 13097 0,'0'0'0,"0"-25"0,-25 25 16,25 25-1,0 0 1,0 49-16,0 50 16,0 0-1,0-25 1,0-49 0</inkml:trace>
  <inkml:trace contextRef="#ctx0" brushRef="#br0" timeOffset="88482.09">27856 13494 0,'0'0'0,"-25"0"0,25-25 0,25 25 16,49-25 0,-49 25-16,99-25 15,-99 1-15,74-1 16,0 0-1,-49 0 1,-50 75 0,0-25-1,0 49 1,0 0 15,-25 1-31,25-50 31</inkml:trace>
  <inkml:trace contextRef="#ctx0" brushRef="#br0" timeOffset="88652.06">28352 13171 0,'0'0'16,"0"-25"-16,0 1 0,-25-1 15,50-25 1,24 50 0</inkml:trace>
  <inkml:trace contextRef="#ctx0" brushRef="#br0" timeOffset="89132.06">28600 13246 0,'0'0'0,"0"25"15,25-25-15,-25 24 32,49 1-17,1 25-15,-25-25 32,-1-25-32,-24 24 15,25-24 1,0 0-16,-25-24 15,50-1 1,-26 0 0,26 0-1,0 0 1,-26 25 0,1 0-1,0-24 16,0 24-31,-25 24 47,0 1-31,0 50 0,0-1-1,0 0 1,0-49-16,0 25 15</inkml:trace>
  <inkml:trace contextRef="#ctx0" brushRef="#br0" timeOffset="89302.02">29146 12973 0,'0'0'0,"0"-25"0,0 0 16,0 0 0,24 25 15</inkml:trace>
  <inkml:trace contextRef="#ctx0" brushRef="#br0" timeOffset="89512.03">29468 12849 0,'0'25'15,"0"-1"1,0 1-16,25 50 16,-25 24-1,0 25 16,0-25-31,0-74 16,0 25 0</inkml:trace>
  <inkml:trace contextRef="#ctx0" brushRef="#br0" timeOffset="90011.98">29666 13146 0,'0'0'0,"-24"0"0,24 25 31,0 25-31,49-50 16,1 50-1,24-50 1,-49-25 0,0 25-1,-25-75-15,0 50 16,25 25-1,-25 25 17,0 0-17,0 25-15,24-25 16,-24-1 0,25-24-16,0 0 0,25 0 15,-1-74 1,26-1-1,-51 51 1,1 24 0,-25 24-1,-25 1-15,1 75 16,24-76-16,-50 100 16,-24 50-1,-75 0 16,-25-50-31,125-75 16,-51 1-16</inkml:trace>
  <inkml:trace contextRef="#ctx0" brushRef="#br0" timeOffset="111460.83">24209 7838 0,'-24'0'16,"-1"0"93,25-25-77,-25 25-32,0 0 31,0 0-15,1 0-1,-1 0 1,0 0 15,0 0 0,0 0-31,1 0 16,-1 0 0,0 0-1,0 0 1,0 0-1,0 0 1,1 0 0,-1 0-16,-25 0 15,25 0 1,25 25-16,-24-25 31,24 25-31,-25-25 31,25 25-15,-25 0-16,-25-1 31,26 1-31,24 0 32,-25-25-32,25 25 15,-25-25-15,25 25 16,0 0-1,0-1 1,0 1 0,0 25-1,0-25-15,0-1 16,0 1-16,0 0 16,0 0-1,0 0-15,25-25 31,0 24-31,-25 26 16,24-50 15,1 0-15,0 0-16,-25 25 16,0 0-16,0-1 31,25-24-31,-25 25 15,25-25 1,-1 0 0,26 25-1,-25-25 1,24 0 0,-24 25-1,0-25-15,0 0 31,0 0-15,0 0-16,24 0 31,1-50-31,-25 50 32,-1 0-32,1 0 31,0 0-16,0 0 1,0-25 0,-1 1-1,1-1 1,0 25 15,-25-25-31,25 25 0,-25-25 16,25 25-1,-25-25-15,24 1 16,-24-1 15,25 0-15,-25 0 0,0-24-1,25 24 1,-25 0-1,0 0 1,0 0 0,0 1-1,0-1 1,0-25 0,0 25-1,0 0 16,0 1 1,-25 24-17,25-25 1,-25 25 0,1-25-1,-1 25 1,25-25-16,-25 25 15,0 0-15,25-25 16,-49 25 0,24 0-1,0 0 1,0 0-16,-24 25 31,24-25-31,-25 0 0</inkml:trace>
  <inkml:trace contextRef="#ctx0" brushRef="#br0" timeOffset="113640.64">24061 5531 0,'-25'0'16,"25"-24"0,-25 24-1,0 0 48,0 0-63,1 0 15,-1 0-15,0 0 16,-50 0 0,26 0-1,-1 0 1,25 0 15,1 0-31,-1 0 31,0 0-31,0 24 16,0 1 15,1 0-15,-1 25 0,0-26-1,25 1 1,-25 25-1,25-1 1,0-24-16,0 25 16,0-25-16,0 0 15,-25 24 1,25 1 15,0-1-31,0-24 31,0 0-31,0 0 16,0 24-16,25-24 0,0 25 31,-25-1-31,25-24 32,0-25-17,-25 25-15,24-25 16,26 0-1,-50 25-15,25-25 16,0 0 0,-1 25-1,1-25 1,0 0 15,0 0-15,0 0-1,-1 0-15,26 0 16,-50-25-16,50 25 31,-50-25-31,25 25 0,-1 0 32,-24-25-1,25 25-16,0 0-15,-25-25 16,25 25-16,0 0 16,-25-24-16,24 24 15,1-25 1,0 25 0,-25-25-1,25 0 16,0 0-31,-25 1 16,0-1-16,24 0 16,-24 0-1,0 0-15,25 1 32,-25-1-32,0 0 15,0 0 1,0 0-16,0 1 15,25-1 1,-25 0 0,0 0-1,0 0 1,0 0 0,0-24-1,-25-1 16,25 25-31,-25 1 16,1-1 15,24 0-31,-25 25 16,0 0-16,25-25 16,-50 25-1,26 0 1,-26 0-1,50 25-15,-25 0 16,0-25-16,25 25 0,-24-1 16</inkml:trace>
  <inkml:trace contextRef="#ctx0" brushRef="#br0" timeOffset="117930.39">25574 5507 0,'0'-25'31,"0"0"-16,-25 25 32,25-25-47,-25 25 32,0 0-32,25-25 15,-25 25-15,1 0 16,-1 0-16,0 0 15,0-24 1,0 24 0,-24 0-1,24 0 1,0 24 15,0-24-31,1 25 0,-1-25 16,25 25-1,-25-25 1,25 25-16,-25 0 31,0-1-31,25 1 16,-24-25-16,24 25 0,-25 0 16,0 0-1,0 24 1,25 1-1,0-1 1,0 1 0,0-25-16,0 0 15,0 0 1,0-1-16,0 51 16,0-26-1,0 26 1,0-50-16,0-1 15,0 1 1,0 0-16,0 0 16,0 0-1,25-1-15,25 1 32,-1 0-17,-24 0 1,0-25-16,0 25 15,-1-25-15,1 24 16,0-24 0,25 0-1,24 0 1,-24 0 15,-1 0-31,-24-24 31,0 24-31,0-25 16,24 25 15,-49-25-31,25 0 16,0 25-16,0-25 16,-1-24-1,1 24 1,0 0-1,-25-24 1,25 49-16,-25-50 16,0 25-16,25-24 15,-1-1 1,-24-24 0,0 24-1,0 0 1,0 25-16,0-24 31,0 24-31,0 0 0,0 0 0,-24 1 31,-1-1-31,0 0 32,0 0-17,0 25-15,1-25 16,-1 25-16,0 0 0,0-24 15,0 24 1,1 24 0,24 26-1,-25-25 1</inkml:trace>
  <inkml:trace contextRef="#ctx0" brushRef="#br0" timeOffset="122200.21">18529 8235 0,'25'0'0,"0"0"63,-25-25 46</inkml:trace>
  <inkml:trace contextRef="#ctx0" brushRef="#br0" timeOffset="123140.16">19621 6400 0,'0'24'15</inkml:trace>
  <inkml:trace contextRef="#ctx0" brushRef="#br0" timeOffset="124760.07">19348 7863 0,'0'0'0,"24"0"0,1 0 15,-25-25-15,25 25 16,-50 0 406,25-25-406,25 25 530</inkml:trace>
  <inkml:trace contextRef="#ctx0" brushRef="#br0" timeOffset="131839.67">24011 7590 0,'0'-25'16,"0"1"31</inkml:trace>
  <inkml:trace contextRef="#ctx0" brushRef="#br0" timeOffset="132199.58">23788 6325 0,'-25'0'0,"50"0"15,-50-25 1,0 25-16</inkml:trace>
  <inkml:trace contextRef="#ctx0" brushRef="#br0" timeOffset="133519.57">25350 5904 0,'25'0'63,"0"0"-48,-50 0 126</inkml:trace>
  <inkml:trace contextRef="#ctx0" brushRef="#br0" timeOffset="138429.29">23713 8682 0,'0'0'0,"-25"0"0,1 24 0,-1-24 31,50 0 1,-1 0-17,1 0 1</inkml:trace>
  <inkml:trace contextRef="#ctx0" brushRef="#br0" timeOffset="141079.13">25747 10096 0,'-25'-25'141,"25"0"-110,-24 25 0,24-25 1,-25 25-17,25-25 32,-25 25-31,0 0-1,25-25 1,-25 25 0,1 0-1,-1 0 16,0 0 1,25-24-32,-25 24 15,0-25 1,1 25 0,-1 0-1,0 0 1,25-25-16,-25 25 31,0 0-15,1 0-1,-1 0 17,0 0-32,25 25 15,-50 0 1,1-25-1,24 24 1,0 1 0,0-25-1,1 25 1,-26 0 0,25 0-1,0 24 1,1-24 15,24 0-31,-25 25 31,25-1-15,0 1 0,-25-1-1,25 1 1,0-25-16,0 24 15,-25-49-15,25 25 0,0 0 16,0 25 0,0-26-1,0 26 1,0 0 0,25-26-1,-25 1-15,0 0 16,25 0-16,-25 0 31,25-1-31,-1 1 31,1 0-15,25-25 0,-50 25-16,25-25 15,-1 0-15,1 0 0,0 0 16,25 0-1,24 0 1,-24 0 0,24 0-1,-49 0-15,24-25 16,-24 0-16,25 25 16,-1-25-1,1 1 1,-25-1 15,0 25-31,-1 0 0,-24-25 0,25 25 16,0 0-1,0-25 1,0 0 0,-1 1-1,-24-1 1,0 0-1,25 25-15,-25-50 16,0 26 0,0-1-16,0 0 15,0-25 1,0 1 0,-25-1-1,25 1 1,-24 24-16,-1 0 31,25 0-31,-25 0 0,-25 1 31,1-26-15,24 25 0,0 0-16,0 25 15,25-24-15</inkml:trace>
  <inkml:trace contextRef="#ctx0" brushRef="#br0" timeOffset="-117147.4">12750 8806 0,'0'0'0,"24"0"31,1 0-31,0 0 0,-25-25 32,25 25-32,0-25 0,-50 25 47,50 0 31,-1 0-78,1 0 15,0 0-15,74-50 16,-49 50 0,-25 0-1</inkml:trace>
  <inkml:trace contextRef="#ctx0" brushRef="#br0" timeOffset="-116207.45">14114 10864 0,'0'25'16,"0"0"15,0 0 0,25-25 16,-1-25-47,1 25 0,0 0 16,25-25-1,24 25 1,-24 0 0,-25 0-16,-1 0 15</inkml:trace>
</inkml:ink>
</file>

<file path=ppt/ink/ink20.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5-08-11T07:14:10.677"/>
    </inkml:context>
    <inkml:brush xml:id="br0">
      <inkml:brushProperty name="width" value="0.05292" units="cm"/>
      <inkml:brushProperty name="height" value="0.05292" units="cm"/>
      <inkml:brushProperty name="color" value="#FF0000"/>
    </inkml:brush>
  </inkml:definitions>
  <inkml:trace contextRef="#ctx0" brushRef="#br0">11088 8285 0,'-25'0'0,"0"0"47,25 25-31,-25-25 31,0 0-32,1 0 17,-1 24-32,0 26 31,0-50-31,25 25 0,-25 24 31,-24 26 0,-1-1 1,50-49-32,0 49 31,0-49-15,-25 25-1,1 24 16,24-24 1,24 24 15,1-49-16,0-25-31,-25 25 31,25-25-15,0 25-1,24 0 17,-24-25-1,49 0 0,26 0 0,-26-25 16,-24 0-16,-1 0 1,-24 0-1,-25 0 0,75 1 16,-51-26-16,-24 25 16,25 25-31,-25-49 31,25-1-32,-25 25 17,0-24-1,0-26 16,0 26-16,0-26 0,0 26 0,0-1 1,0 25-17,-74-24 32,24 49-16,-49 0 1,-25 0-1,49 24-15</inkml:trace>
  <inkml:trace contextRef="#ctx0" brushRef="#br0" timeOffset="4149.76">11286 11361 0,'-25'0'15,"1"0"79,24-25-63,-50 25 1,-25 0-1,1 25 0,74-1-31,-25 1 31,0-25-15,1 0 0,24 25-16,-75 0 31,75 0-31,-74 24 31,24 26 16,25-1-16,1-74-31,24 99 32,0-74-32,0 49 31,0-24 0,0 0 0,0-1 16,24-24-47,51-25 31,-50 0-31,49 0 32,-49 0-32,49 25 31,-74 0-31,25-25 16,25 0-1,24 0 32,1 0-31,-1 0 15,-24-25 0,-1 0 16,-49 0-47,25 0 31,0 1-31,0-1 16,-25 0 0,49 0 15,-24-49 0,-25-1 0,-50 1 1,26-25-1,-51 74 0,-49 25 0,25 0 1,74 25-17</inkml:trace>
  <inkml:trace contextRef="#ctx0" brushRef="#br0" timeOffset="4599.73">11038 12129 0,'-25'0'31,"50"0"-31,-50 25 32,25 0-32,0 50 31,-74 49 0,-1 0 16,51-100-16,73-73 1</inkml:trace>
  <inkml:trace contextRef="#ctx0" brushRef="#br0" timeOffset="4999.71">11038 12229 0,'0'-25'31,"-25"25"-31,-24 50 31,-1-1 0,50-74 16,74-49-31,1-1 15,-75 100 16,0 75-31,0-26 15,25-49-15</inkml:trace>
  <inkml:trace contextRef="#ctx0" brushRef="#br0" timeOffset="5549.7">10393 12725 0,'-99'0'31,"74"25"-31,-24 24 31,24-24-31,25 99 31,0-99-15,25 99 15,49-75 0,-49-49-31</inkml:trace>
  <inkml:trace contextRef="#ctx0" brushRef="#br0" timeOffset="6089.65">10592 12898 0,'0'-49'47,"99"24"-16,-50 50 0,-49 24 0,-74 26 1,0-26-1,74-24 0,74-25 0,-24 0 1,-75 0 15,0 50-32,0-50-15,-49 25 31,49-25-31,-25 0 32</inkml:trace>
  <inkml:trace contextRef="#ctx0" brushRef="#br0" timeOffset="6369.63">10964 13097 0,'0'25'47,"0"24"-16,-25 1 1,0 0-1,25-26-15</inkml:trace>
  <inkml:trace contextRef="#ctx0" brushRef="#br0" timeOffset="6969.6">11261 12948 0,'50'-25'31,"-100"50"-31,125-75 0,-26 50 32,-24 0-32,0 0 31,-25 25-31,-50 50 31,26-75-15,-1 24-16,-25 26 31,50-25 0,75 0 0,-51-25 1,-73 49 15,-50-24-16,49 0 0,25-50-15,25 0-16</inkml:trace>
  <inkml:trace contextRef="#ctx0" brushRef="#br0" timeOffset="7239.58">11658 12898 0,'50'0'31,"-100"0"-31,50 100 47,0-76-47,-25 1 0,-74 74 31,-50-24 0</inkml:trace>
  <inkml:trace contextRef="#ctx0" brushRef="#br0" timeOffset="8879.51">11584 7789 0,'-25'0'31,"25"24"-31,0 1 31,-25 74 0,-74 26 1,25-51-1</inkml:trace>
  <inkml:trace contextRef="#ctx0" brushRef="#br0" timeOffset="9169.47">11361 8037 0,'0'0'0,"-25"0"31,50 25 0,49-1 0,-24-24 1,-26 0-1,1 0 0</inkml:trace>
  <inkml:trace contextRef="#ctx0" brushRef="#br0" timeOffset="9929.44">11658 7119 0,'-25'0'63,"1"0"-48,-26 99 1,-24 100 15,49-26 1,99-98-1</inkml:trace>
  <inkml:trace contextRef="#ctx0" brushRef="#br0" timeOffset="10309.43">11931 7268 0,'0'0'0,"0"-25"31,25 25-15,0 0 0,-1 74 15,-73 125 0,-26-50 0,51-125-15</inkml:trace>
  <inkml:trace contextRef="#ctx0" brushRef="#br0" timeOffset="10539.39">12105 7615 0,'0'0'0,"24"0"31,1 74 1,-99 26-1,-50-51 0</inkml:trace>
  <inkml:trace contextRef="#ctx0" brushRef="#br0" timeOffset="11319.37">12601 7293 0,'25'0'16,"49"-50"15,-49 50-31,24-25 31,-49 50 0,0 0-15,-74 99 15,49-75 1,25-24-1,50-25 0,-25 25-31,24-25 31,-49 25-31,0 0 16,0-1 0,-124 26 15,0-25 0,75-25 0</inkml:trace>
  <inkml:trace contextRef="#ctx0" brushRef="#br0" timeOffset="11839.32">13047 7144 0,'50'0'31,"-25"0"-31,-1 0 0,26 49 31,-75 125 1,25-124-32,-223 198 15</inkml:trace>
  <inkml:trace contextRef="#ctx0" brushRef="#br0" timeOffset="20928.87">11559 8310 0,'25'0'79</inkml:trace>
  <inkml:trace contextRef="#ctx0" brushRef="#br0" timeOffset="23108.75">11460 13196 0,'0'25'766</inkml:trace>
  <inkml:trace contextRef="#ctx0" brushRef="#br0" timeOffset="25988.53">7665 16222 0,'24'0'0,"1"-49"31,0 49 0,-50 0 0,50 0 16,25 0-16,49 0-15,149 0 15,149 0 1,24-100 14,-321 100-14,-175 25-1,26 25 0</inkml:trace>
  <inkml:trace contextRef="#ctx0" brushRef="#br0" timeOffset="27728.41">11633 8533 0,'-24'0'15,"-1"25"1,0-25 15,25 24 188,25 1-172,74 0-16,-25-50 0,-24-24 1,0-1-1,49-49 0,0 49 0,-74 50 16,-50 25 16,25 0-16,-25-25-16</inkml:trace>
  <inkml:trace contextRef="#ctx0" brushRef="#br0" timeOffset="29018.41">10492 15875 0,'0'0'0</inkml:trace>
  <inkml:trace contextRef="#ctx0" brushRef="#br0" timeOffset="30998.22">15280 8384 0,'0'25'110,"24"0"-79,26 24 0,-25-49 0,25-25 1,-1-49-1,-24 0 16,-25 49-47,74-74 31,-74 74-31,149-99 31,-124 99-31,198-74 16,-223 74-16,25 25 15,25-25 17,-50 50 124,-50-25-140</inkml:trace>
  <inkml:trace contextRef="#ctx0" brushRef="#br0" timeOffset="32608.13">11857 15925 0,'0'0'0,"0"24"0,24-24 156,-48 0-124</inkml:trace>
  <inkml:trace contextRef="#ctx0" brushRef="#br0" timeOffset="34508.04">14784 10071 0,'24'0'0,"-24"25"31,0-1 79,0 1-79,25-25-31,0 50 31,-25-25-31,25-25 16,0 0-1,74-75 17,-50 1-1,1 24 0,-50 25-31,74 0 31,-49 25-15,25-24 15,-1-1 1,-49 50 46,0-1-47,0 1-31,-24-25 16</inkml:trace>
  <inkml:trace contextRef="#ctx0" brushRef="#br0" timeOffset="35658.03">13742 15875 0,'0'25'32</inkml:trace>
  <inkml:trace contextRef="#ctx0" brushRef="#br0" timeOffset="37127.87">17140 11658 0,'0'25'140,"25"0"-109,24 49 1,1-24-1,49-100 0,100-99 0,24 50 1,0 0 15,-49 25-16,-125 49-16,-49 0 189,0 0-204</inkml:trace>
  <inkml:trace contextRef="#ctx0" brushRef="#br0" timeOffset="39107.76">16842 8409 0,'-24'0'0,"48"0"94,26 25-63,24-50 0,100-99 0,49-25 1,-24 25-1,-26 49 0,-73 75 0,-125-24 63,25-1-63,-99 0 1</inkml:trace>
  <inkml:trace contextRef="#ctx0" brushRef="#br0" timeOffset="47397.31">5755 15602 0,'0'-25'0,"24"25"32,1 25 108,25 25-109,24 24 1,75-123 15,-124 24-47,198-248 15,-173 248 1,223-223 15,-75 99 0,-173 149 1,-25 25 108,-25 0-140</inkml:trace>
  <inkml:trace contextRef="#ctx0" brushRef="#br0" timeOffset="48247.26">5978 17115 0,'-25'0'31,"50"0"-31,-25 25 47,25-25-31,-25 25-16,74 24 31,-49-49-31,25 0 31,-50-24-31,198-175 31,-173 150-31,24-1 0,249-173 32,-199 173 14,-49 50 17</inkml:trace>
  <inkml:trace contextRef="#ctx0" brushRef="#br0" timeOffset="52357.02">22647 9153 0,'0'25'62,"0"0"-30</inkml:trace>
  <inkml:trace contextRef="#ctx0" brushRef="#br0" timeOffset="53946.91">15751 9575 0,'0'24'109,"50"26"-78,148 24 1,25-74-1,-148 100 0,-75-51-15</inkml:trace>
  <inkml:trace contextRef="#ctx0" brushRef="#br0" timeOffset="54226.91">16272 9525 0,'-25'-25'15,"25"50"32,0 124-16,0-100-31,-74 150 16</inkml:trace>
  <inkml:trace contextRef="#ctx0" brushRef="#br0" timeOffset="55136.84">16743 9649 0,'-25'25'31,"50"-25"1,-25-25-17,124 25 16,248-50 1,174 1-1,49 24-15,25 25 15,-198 0 16,-372 0-47,173-25 31,-198 25-31,0 0 0,123 0 31,76 0 0,-100-25 1,-75 25-1,26 0 0,73 0 16,-123 0-47,124 0 31,-124 25-31,-25-50 47,0 1-31</inkml:trace>
  <inkml:trace contextRef="#ctx0" brushRef="#br0" timeOffset="55446.85">20389 9376 0,'0'0'0,"-24"-25"31,-1 25-16,74 0 17,125 0-1,-100 75 0,-173 49 0,74-99-15,-347 173 0</inkml:trace>
</inkml:ink>
</file>

<file path=ppt/ink/ink2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5-08-11T07:18:10.137"/>
    </inkml:context>
    <inkml:brush xml:id="br0">
      <inkml:brushProperty name="width" value="0.05292" units="cm"/>
      <inkml:brushProperty name="height" value="0.05292" units="cm"/>
      <inkml:brushProperty name="color" value="#FF0000"/>
    </inkml:brush>
  </inkml:definitions>
  <inkml:trace contextRef="#ctx0" brushRef="#br0">13122 1463 0,'0'0'0,"0"25"0,0 0 47,24-25-47,-24 25 0,0 0 32,0 24-32,0-24 0,0 50 31,-24-51-31,24 1 0,0 50 15,0 24 1,74-50 0,25-49-1,1-24 1</inkml:trace>
  <inkml:trace contextRef="#ctx0" brushRef="#br0" timeOffset="550.02">13568 1513 0,'0'0'16,"25"0"-16,-25-25 0,25 25 16,0-25-16,-1 25 31,26 25-16,-25 50 1,-25-51-16,0 26 16,0-25-16,-25 0 0,-25 49 15,1 1 1,24-51 0,50-48-1,0-26 1,49-24-1,-49 74-15,49-75 32,-74 50-32,50 0 0,-25-24 15,-1 24 17,-24 0-32,0 0 0,0 1 31,0 48 0,-24-24-15,-1 75-1,25-50-15,-25 24 16,25-24-16,0 0 0,0 0 16,0 0-16,25-1 15,0 1-15,-1-25 16</inkml:trace>
  <inkml:trace contextRef="#ctx0" brushRef="#br0" timeOffset="750.01">14089 1712 0,'-25'0'0,"25"24"31,25 1-31,-25 0 15,0 0 1,0 0-16,0 24 16,0 1-1,0-25-15,0-1 16</inkml:trace>
  <inkml:trace contextRef="#ctx0" brushRef="#br0" timeOffset="1289.9">14560 1885 0,'0'25'62,"0"0"-62,25 0 16,-25 24-1,0 26 1,-74-26 0,24-24-1</inkml:trace>
  <inkml:trace contextRef="#ctx0" brushRef="#br0" timeOffset="1939.87">15056 1488 0,'0'0'0,"-24"0"0,24 50 16,0-25-16,-25-25 16,25 49-16,0-24 15,49 0 1,26-25-1,-1 0 17,-49-75-32,0 75 0,-25-49 15,0-1-15,-25 25 32,25 1-32,0-1 31,0 50-16,0 24 1,0-24-16,25 25 16,0-1-16,-25 26 15,0 49 1,-25-25 0,-25-25-1,50-49-15,-25 0 16,25 0-16,-24-25 15,-1 0-15,25 25 0,-25-25 32,0 0-32,0 24 0,1-73 15,-1 24 17,25 0-32,0 0 0,25 1 0,-1-1 15,1 25 1,25-25-1</inkml:trace>
  <inkml:trace contextRef="#ctx0" brushRef="#br0" timeOffset="2149.93">15329 1860 0,'0'25'0,"0"0"46,25-25-46,-25 25 0,0 0 32,0 24-32,0-24 0,0 25 15,0-26-15,0 26 32</inkml:trace>
  <inkml:trace contextRef="#ctx0" brushRef="#br0" timeOffset="2539.83">15850 1513 0,'0'0'0,"0"25"47,25-25-47,-25 25 16,25 49-1,-25 50 1,0-99-16,-75 74 16,26-49-16,-1-25 15</inkml:trace>
  <inkml:trace contextRef="#ctx0" brushRef="#br0" timeOffset="3999.75">20315 1712 0,'-25'0'16,"0"0"-1,1 0 17,-1 24-17,0 26 1,-25 49-1,50 0 1,25 1 0,25-26-1,24 0 1,-49-74-16</inkml:trace>
  <inkml:trace contextRef="#ctx0" brushRef="#br0" timeOffset="4519.72">20737 1786 0,'0'-25'0,"25"25"31,-25-25-31,24 25 15,51 25 1,-26 50 0,-49-51-16,0 51 15,0-50-15,-24 24 16,-26 1 0,75-50 15,0-25-16,-1 0-15,51-49 32,-50 49-32,49-49 0,0-1 15,-49 26 17,0 24-32,-50 25 31,-49 25-16,24 49 1,25 25 0,1-24-1,48-1 1,-24-49-16,50 0 16</inkml:trace>
  <inkml:trace contextRef="#ctx0" brushRef="#br0" timeOffset="4799.7">21382 1935 0,'0'0'15,"24"-25"-15,1 25 0,0 0 32,25 0-32,-26 50 31,1 24-16,-74-24 1,24-26 0,74-48 15,1-1-15,49 0-1,-49 25-15</inkml:trace>
  <inkml:trace contextRef="#ctx0" brushRef="#br0" timeOffset="5019.69">22051 2084 0,'25'24'47,"-25"1"-47,0 0 0,0 0 16,-25 0-1,1-1 1,-1 1-16</inkml:trace>
  <inkml:trace contextRef="#ctx0" brushRef="#br0" timeOffset="5689.65">22845 1687 0,'0'0'0,"-25"0"0,1 0 16,24 25-16,0-1 16,49 26-1,26 0 1,-51-50-16,1 24 15,0-24-15,0 0 16,0 0 0,-25-24-16,0-26 15,24 0 17,-24 26-32,0 48 31,0 1-16,0 50 1,0 24 0,0 0-1,0 25 1,0-99-16,-24 49 16,-1-49-16,0 0 15,-49 0 1,24-50-1,25 0 17,0-49-32,25 49 0,0-25 15,25 25-15,-25 1 16,25 24 0,25-25-16,-26 25 31,1 25-31</inkml:trace>
  <inkml:trace contextRef="#ctx0" brushRef="#br0" timeOffset="5949.67">23168 2108 0,'24'0'0,"1"0"0,0 0 31,0 0-15,-25 25-16,0 0 15,-25 49 17,0-49-32,50-25 47,0 0-47,0 0 0,24-25 31,1 1-31,-25 24 15,24-25-15</inkml:trace>
  <inkml:trace contextRef="#ctx0" brushRef="#br0" timeOffset="6189.62">23688 1687 0,'25'0'16,"0"25"-1,0-1-15,-25 1 0,49 74 32,-24-74-32,-25 74 0,-74 25 31,-100 0-31</inkml:trace>
  <inkml:trace contextRef="#ctx0" brushRef="#br0" timeOffset="10459.45">14635 2654 0,'25'0'16,"-1"0"0,1 0-1,-25 25 48,-25-25-63,25 25 0,0-50 31,25 0-15,0 0-16,0 0 0,0 1 31,-25 48-16,0 1 1,0 50 0,0-26-1,-25-49 1,25-24 15,0-1-31,-25 25 31,25 25 1,-25-1-32,0 1 15,25 0-15,0-50 47,0 0-31,0-24-1,0 24 1,0 0-16,0 0 16,0 50 15,0 0 0,0 0-15,25-25 156,0 0-157,-25 25-15,25-25 16,0 0-16,24 0 16,-24 0-16,49 24 15,-49-24-15,25 0 16,24 0-1,1-24 17,-1-1-32,-49 25 0,49 0 15,-49 0-15,0 0 0,49 0 32,75 25-32,-25-25 31,-49 24-16,-51-24 1,1 0-16,25 0 16,-25 0-16,-1 0 0,26 0 15,0 0-15,123-24 16,-123 24-16,49 0 16,-24 0-1,-26 0 1,-24 24-16,0-24 15,0 0-15,24 25 32,75-25-32,0 0 15,0 0 17,25 0-32,-124 0 0,74 0 31,-74 0-31,0 0 0,74 0 15,25-25 1,0 25 0,-25 0-1,-24 0 1,-51 0-16,26 0 16,-25 0-16,0 0 15,24 0-15,50 25 16,25-25-1,0 0 17,-74 0-32,24 0 0,-49 0 0,0 0 15,50-25-15,-51 25 0,76-24 32,-76 24-32,76 0 0,48 0 31,-24 0-16,-24 0 1,-26 0 0,-74 24-16,74-24 15,-49 0-15,0 0 16,49 0 0,1-24-1,-1 24 1,1 0-1,24 0 17,0 0-32,0 0 15,-24 0 17,-26 0-32,-24 0 0,0 0 31,0 0-31,24 0 15,26 0 1,-1 0 0,1-25-1,24 0 1,-74 25-16,-1-25 16,1 25-16,0 0 15,0 0 1,0 0-1,0 0 17,24 0-32,-24 0 0,0 0 15,0 0 1,-25 25 0,24-25 15,1 0-16,0 0 1,0 0 0,-25-25 15,0 0 63,0 0 31,25 25 109,-50 0-203,50 0 32,-25 25-48,0 0 17,-25-25-32,0 0 15,0 25-15,0-25 32,1 0-32,24-25 31,49-25-16,-49 26 1,25 24 0,-25 24-1,25-24 1,-25 25-16,0 0 16,0 0-1,-25 0 1,25-75 15,0 25-15,0 0-16,0 1 15,0 48 17,0 1-1,0 0-16,0 0 1,-25-25 0,25-25-1,0 0 1,0 0 0,25 1-1,-25 48 16,0 1-31,0 0 32,0 0-32,-25-25 15,25-25 17,0 0-1,0 0-16</inkml:trace>
  <inkml:trace contextRef="#ctx0" brushRef="#br0" timeOffset="12539.26">18852 3845 0,'-25'-25'0,"0"25"15,25 25 48,25-25-63,0 49 0,-1 1 16,51 24-1,-26 1 1,-24-50-16,0 24 15,-25-24-15,25 0 16,-25 0 0,25-25-16,-1 0 15,1-25 17,0-50-32,-25-24 31,0 50-31,0-125 15,0 124-15,0-99 16,0-24 0,0 74-1,0 24 1,0 26 0,0 24-1,25 25 32,0 0-31,-1 0-16,1 0 15,0 0-15,25 0 32,-1 0-32,26 0 0,49 0 31,49 0-16,75 0 1,-198 0-16,148 0 16,-123 0-16,-1 0 0,50 0 15,-49 0-15,222-25 16,-222 25-16,173-25 16,124 25-1,0-25 1,-273 25-16,174 0 15,-174 0-15,0 0 0,75-24 32,-75 24-32,-49-149 0,297 298 15,-942-149-15,967 0 32,223-25-32,-123 25 0,-348 0 31,-50 0-31,-24 0 0,24 0 15,-49 0-15,49-25 16,-49 25-16,-50 0 47,0 0-31,1 0-16,-26 0 0</inkml:trace>
  <inkml:trace contextRef="#ctx0" brushRef="#br0" timeOffset="13249.29">19794 3473 0,'-25'0'0,"1"0"32,-1 0-17,25 24-15,-50 26 32,50-25-32,-25 74 0,1-74 15,24 49 1,0 50-1,0-24 1,0-26 0,24-74-16,1 50 15,0-50-15,0 0 16</inkml:trace>
  <inkml:trace contextRef="#ctx0" brushRef="#br0" timeOffset="13849.26">20067 3671 0,'0'0'0,"-25"-25"0,25 0 31,50 25-15,-1 0-1,1 25 1,-25 75 0,0-26-1,-75 0 1,50-49-16,-25 0 16,25 0-16,-25-25 0,1 25 15,24-50 16,24 0-15,1 0 0,25-74-16,-25 74 0,24-49 15,-49 49-15,25 0 0,0 0 32,24-24-32,-24 24 31,0 0-16,-25 50 17,-25-25-32,0 74 15,-24 1 1,24 24 0,25-25-1,0 1 1,25-50-1,-25-1-15,25-24 32,-1 0-32,1 0 0,0 0 0</inkml:trace>
  <inkml:trace contextRef="#ctx0" brushRef="#br0" timeOffset="14889.12">20712 3969 0,'0'25'47,"25"-25"125,0-25-16,-1 25-140,1 0 0,0 0-16,0 0 15,0 0 1,-1 25-1,1 24 1,-25-24-16,-49 49 16,49-49-16,-25 25 15,0-50-15,-25 49 16,26-49-16,48 0 47,1 0-32,0 0-15,0 0 0,0-24 32,-1 24-32,1 0 0,0 0 0,74-25 15,-74 25-15</inkml:trace>
  <inkml:trace contextRef="#ctx0" brushRef="#br0" timeOffset="15089.12">21481 3845 0,'-25'0'0,"50"0"47,0 0-47,-1 0 16,1 0-16,50-25 15,-26 0 1</inkml:trace>
  <inkml:trace contextRef="#ctx0" brushRef="#br0" timeOffset="15669.16">21803 3671 0,'25'0'62,"0"0"-62,0 0 16,0 0-16,-1 0 16,1 25-1,-25 49 1,-25 26-1,25-51-15,-49 1 32,24-25-32,25-1 0,-50 26 0,1-25 15,49 0 17,25-50-32,24-74 31,-24 74-31,49-50 15,-49 51-15,-25-1 0,75-25 16,-26-49 0,1 24-1,-25 26 1,-50 49 46,25 25-62,-25-1 0,0 76 32,0-1-32,25-74 0,-99 24 15,198 1-15,-148-75 0,123 100 32,-24-51-32,-1-24 15</inkml:trace>
  <inkml:trace contextRef="#ctx0" brushRef="#br0" timeOffset="15849.15">22399 3894 0,'-25'0'15,"25"25"1,-25 0 0,25 49-1,0 1 1,25-26-1,-100-24 17,150-25-32,-75 0 0</inkml:trace>
  <inkml:trace contextRef="#ctx0" brushRef="#br0" timeOffset="16139.05">22870 3473 0,'0'0'0,"-25"0"0,25-25 16,-49 25-1,73 0 17,1 49-32,25-24 15,-50 0-15,49 124 16,-49-124-1,0 74-15,-99 25 32,0-25-32,24-49 15,51-50-15</inkml:trace>
  <inkml:trace contextRef="#ctx0" brushRef="#br0" timeOffset="16569.1">23019 3572 0,'0'0'0,"25"0"16,-25-25-16,49 0 16,26 0-1,-26 25 1,-24 75-1,-25-1 17,-74-74-32,-1 50 0,125 0 15,-75-26-15,0 1 32,50-25-32,49-25 31,-74 1-31,50-1 15,-25 25-15,0 0 0,24-50 16,1 50 0,-25-25-1,-50 25 1,50 0 0,-50 0-16,50 0 15,-75-25-15,100 50 0,-174 0 16,223-25-1</inkml:trace>
  <inkml:trace contextRef="#ctx0" brushRef="#br0" timeOffset="16919.08">23664 3994 0,'0'0'0,"0"24"0,-25-24 0,74 0 31,-24-24-15,25 24 0,24-25-1,-24 25 1,74-25-1,-74 0 1,-1 25-16,1-25 16,-25 25-1,-1 0-15,26 0 32,-25-24-32</inkml:trace>
  <inkml:trace contextRef="#ctx0" brushRef="#br0" timeOffset="17159">24110 3746 0,'0'0'0,"-25"0"16,1 0-1,24 24 1,-25 1-1,25 25 1,0 49 0,0-74-16,0 49 15,0-49-15,0 0 0,0 24 32,-25-24-32,0 25 0,25-25 15</inkml:trace>
  <inkml:trace contextRef="#ctx0" brushRef="#br0" timeOffset="17569.05">24730 3572 0,'0'0'0,"-25"0"0,1-25 16,-1 25-16,-25 0 31,25 0-16,25 25-15,-24 49 16,24-49-16,-25 50 16,25 73-1,0-24 1,25-24 0,-25-76-16,24 26 15,1-50-15,-25 25 0,50-25 16,49-25-1</inkml:trace>
  <inkml:trace contextRef="#ctx0" brushRef="#br0" timeOffset="18048.97">25152 3646 0,'-25'0'0,"0"0"15,25 25-15,-49-25 16,-1 50-1,50-1 1,149-24 0,-99 0-16,49-25 15,-50 0-15,-24 0 0,50-74 16,-26-1 0,-49 1-1,0 49 1,0 50-1,0 49 1,-25-49-16,25 124 16,-24-124-1,24 99-15,-25 24 32,-25-24-32,1-74 31,24-25-31,-25-25 15,25 0-15,-24-25 16,24-25 0,25 1-1,25 24 1,49 0 0,-49 25-16,49-25 15,-49 25-15,0 0 0,25-24 16</inkml:trace>
  <inkml:trace contextRef="#ctx0" brushRef="#br0" timeOffset="18318.93">25673 4142 0,'0'25'0,"25"-25"16,-25 25 0,24-25 15,-24 0-16,25 50 1,-25-1 0,25-49 15,0 0-31,0 0 16,49 0-1,-24-25 1,-1 1-1</inkml:trace>
  <inkml:trace contextRef="#ctx0" brushRef="#br0" timeOffset="18598.99">26268 4043 0,'0'0'31,"50"0"0,-25 0-31,-1 0 0,26-25 16,49 1-1,-24-1 1,-1-25 0</inkml:trace>
  <inkml:trace contextRef="#ctx0" brushRef="#br0" timeOffset="19188.88">26888 3696 0,'-49'0'0,"98"0"0,-49-25 15,-74 25-15,148-25 16,-74 75-16,-49-25 16,73 99-1,1 0 1,50-75-1,-51-49-15,26-24 16,-25 24-16,0-75 16,24-49-1,1 25 17,-25 24-32,0 51 31,-25 48-16,24 76 1,-24 24 0,0 25-1,-24-1 1,-26-48 0,-24-1-1,49-99-15,-25 25 16,25-25-1,0 0-15,1-50 16,24 0 0,24 1-1,1 49-15,0-50 32,0 50-32,-25-25 0,50 1 0,24 24 31,-49-25-31</inkml:trace>
  <inkml:trace contextRef="#ctx0" brushRef="#br0" timeOffset="19348.87">27360 4093 0,'0'0'16,"24"0"-16,1 25 15,-25-1-15,0 1 16,0 25 0,0-1-1,0 26 1,0-1-1,0-49 1,25-25 0</inkml:trace>
  <inkml:trace contextRef="#ctx0" brushRef="#br0" timeOffset="19668.93">27682 3770 0,'0'0'0,"0"-24"16,25 24 0,0-25-1,24 25 1,1 74-1,-1 25 1,-24 50 0,-50-25-1,25-99-15,-74 49 32,49-49-32,0-25 0,-24 50 0,-1-50 31</inkml:trace>
  <inkml:trace contextRef="#ctx0" brushRef="#br0" timeOffset="19998.91">27955 3448 0,'0'0'0,"25"0"15,-25-25-15,24 25 0,51 0 16,-50 0-16,0 0 0,24 50 16,1 49-1,-50 0 17,0-49-32,74-25 31,-24-25-31,74-50 15,-75 50-15,1 0 0,74-75 16,0 26 0,-74-1-1,-50 25-15</inkml:trace>
  <inkml:trace contextRef="#ctx0" brushRef="#br0" timeOffset="22028.79">24209 3150 0,'0'0'0,"25"0"31,-25-25-31,25 25 16,-25-24 0,25 24-16,0-25 0,-1 25 140,1 0-140,0 0 0,0 0 0,0-25 16,49 25-1,-49 0-15,24-25 16,-24 25-16,50 0 16,24 0-1,0-25 17,25 25-32,0 0 31,-99 0-31,74-24 15,-74 24-15,0 0 0,74 0 16,50 0 0,0 0-1,-1 0 1,-23 0 0,-76 0-16,26 0 15,-51 0-15,1 0 0,74 0 16,1 0-1,48 0 1,1 0 0,-25 0-1,-99 0-15,49 0 32,-49 0-32,0 0 0,49 0 0,51 0 31,-26 0-16,-25-25 1,1 25 0,-51 0-16,51 0 15,-26 0-15,-24 0 0,74-25 16,25 25 0,-74 0-1,0-25 1,-26 25-1,1 0-15,0 0 16,0 0-16,0 0 0,24 0 16,26-25-1,24 25 17,-25 0-32,-24 0 31,-25 0-16,0 0 1,-1 0 0,1 0-1,0 0 1</inkml:trace>
  <inkml:trace contextRef="#ctx0" brushRef="#br0" timeOffset="33818.12">22448 7987 0,'0'-25'16,"-25"25"125,25 25-79,0 0 126,0 0-173,0 0-15,0-1 16,0 51-1,0-50-15,0 49 0,0-49 16,25 0 0,-25-1-1,0-48 17,0-1-17,-25 25-15,25-50 16,0 1-1,0-1-15,0-49 16,0 24 0,50 1-1,-25 49 17,0 25-32,-1-25 0,1 25 15,0 0 1,0 25-1,0 49-15,-25-24 32,-75 0-17,50-50-15,-24 25 16,24-1-16,0-24 0,0 0 16,1 0-1,48 0 16</inkml:trace>
  <inkml:trace contextRef="#ctx0" brushRef="#br0" timeOffset="34218.09">23118 7838 0,'0'0'0,"-25"0"31,25-25-15,-25 25-1,1 50 1,-1 0 0,0 24-1,25 1 17,0-51-32,0 51 0,0-50 0,0-1 15,0 1 1,25 25-1,24-50-15,-24 0 16</inkml:trace>
  <inkml:trace contextRef="#ctx0" brushRef="#br0" timeOffset="34867.98">23416 7937 0,'0'0'15,"0"-24"-15,24 24 32,1-25-32,50 25 31,-26 0-16,-49 25-15,25-1 0,0 26 16,-25 0 0,0-1-1,-50 26 1,25-26 0,1-24-1,-1-25-15,50-25 31,24-49-15,26 24 0,-51-24-1,26 24 17,-25 50-32,0-25 0,-25 1 15,24 24 1,-48 24 46,-1 1-46,0 25-16,0 0 16,-24-1-1,49 1 1,24-25-1,26 24 1,24-24 0,-49-25-1</inkml:trace>
  <inkml:trace contextRef="#ctx0" brushRef="#br0" timeOffset="35098.04">24061 8210 0,'0'25'47,"0"0"-47,0 0 31,0 0-31,0-1 16,-25-24-16,-25 75 15,50-50-15,-49 24 16,-1-24 0</inkml:trace>
  <inkml:trace contextRef="#ctx0" brushRef="#br0" timeOffset="35837.93">24433 8012 0,'0'0'0,"0"25"31,0 0-15,0-1-16,24 1 16,26 0-1,0-25 17,-26-25-32,1 0 31,-25-24-16,0 24-15,25 0 0,-25 0 16,25 25 0,-25 25 15,0 0-15,0 0-1,0 0 1,0 49-1,0-24 1,25 24 0,-1-49-1,-24 24 17,0-24-32,-24 0 0,24 0 0,-25 0 15,0-1 1,-25 1-1,26-25-15,24-25 32,-25-24-17,25-1 1,0 25-16,25-24 16,-1 49-16,1-25 15,25-25 1,-1 1-1,-24 24 1,0 25-16</inkml:trace>
  <inkml:trace contextRef="#ctx0" brushRef="#br0" timeOffset="36117.99">25152 7838 0,'25'0'31,"0"25"-31,-1 0 16,-24 0-16,25-1 0,0 76 15,-25-1 1,-74 0 0,-1-49-1</inkml:trace>
  <inkml:trace contextRef="#ctx0" brushRef="#br0" timeOffset="37457.86">27384 7689 0,'0'-24'16,"-24"24"0,24-25-1,-25 25 32,0 25-47,0 24 16,0 26-1,50-26 1,25-49 0,-25 0-16,24-25 15,-24 25-15,0-24 32,0-51-32,-25 1 31,0 24-16,0 25-15,0 50 47,0 0-31,0 99 0,0-25-1,0-74-15,0 49 16,0-49-16,0 25 15,24 24-15,1 26 16,-25-26 0,0-24-1,0-26 17,0 1-32,0-50 46,25 1-46,49-26 32,-24-24-17,-25 49 1,-25 0-16,49 0 16,-24 25-1,0-25-15,0 25 16,-25-24-1,-25 24 110</inkml:trace>
  <inkml:trace contextRef="#ctx0" brushRef="#br0" timeOffset="38367.79">28352 7541 0,'25'0'94,"-25"-25"-79,24 25-15,-48 0 141,24 25-125,-25-25-1,25 24-15,0 1 16,-25 0 0,25 0-16,-25 24 0,25-24 0,0 0 15,0 74 1,-25 0-1,25-24-15,25 24 32,0-49-17,0-25 1,0-1 0,-1-24-1,1 0 1,0-24 15,-25-1 0</inkml:trace>
  <inkml:trace contextRef="#ctx0" brushRef="#br0" timeOffset="39047.75">28972 7590 0,'0'0'0,"0"-25"31,-25 25 0,0 0 0,0 25-15,25 0-16,-24 25 16,-1-50-16,0 74 15,25-49 1,0 0 0,0 24-16,50-24 31,-1 0-16,-49 0-15,25-1 32,-50-24-17,-24 25 1,-26 0 0,1-25-1</inkml:trace>
  <inkml:trace contextRef="#ctx0" brushRef="#br0" timeOffset="39347.73">29195 8086 0,'0'25'47,"0"0"-31,0 0-1,-25-25 1,25 25-16,-74 24 15,24 1 1,25-50 0,1 0-16</inkml:trace>
  <inkml:trace contextRef="#ctx0" brushRef="#br0" timeOffset="39797.77">29939 7541 0,'-25'0'16,"25"-25"-16,-24 25 0,24 25 47,0-1-31,0 26-16,0-25 0,24 49 31,-24-49-31,25 49 15,-25-24-15,25 0 32,0-26-17,0 1 1,49-25 0,-24-49-1,-26 24-15</inkml:trace>
  <inkml:trace contextRef="#ctx0" brushRef="#br0" timeOffset="40047.71">29815 7838 0,'0'0'0,"-25"0"16,1 0-16,-1 25 15,0-25-15,50-25 32,24 25-32,1-49 15,49 24 1,-24 0 0,-1 0-1,-49-24 1</inkml:trace>
  <inkml:trace contextRef="#ctx0" brushRef="#br0" timeOffset="40337.67">30460 7491 0,'-25'0'0,"25"25"31,0 0-15,0-1-16,50 51 15,-25 49 1,-75 0-1,-99 0 1</inkml:trace>
  <inkml:trace contextRef="#ctx0" brushRef="#br0" timeOffset="51727.09">29220 2828 0,'0'0'0,"-25"0"0,25-25 0,-25 25 32,25-50-32,25 50 46,-25 25-14,25 0-17,-25 25 1,25-26 0,0 1-1,24-25 1,26 0-1,24-25 1,25-49 0,-75 74-16,51-74 15,-76 49-15,1 0 0,99-50 32,25 1-32,74-25 15,25 0 16,-24 74-31,-175 25 0,50 0 32,-74 0-32,-74 0 187,49 25-187,-25-25 16,0 0 15,25 24-15</inkml:trace>
  <inkml:trace contextRef="#ctx0" brushRef="#br0" timeOffset="62726.46">18504 10071 0,'25'0'63,"-25"25"93,0-1 47,0 1-171,25-25-17,-25 25 1,25-25 31,0 25-32,-1-25 1,-24 25 0,25-25-1,0 0 1,0 0 15,0 0-31,-1 0 16,26-25-1,-50 0-15,50 25 32,-50-25-32,24 25 0,1-25 0,25 25 15,24-24 16,-24-1-31,24 25 32,-49-25-32,0 25 15,0 0-15,-25-25 0,24 25 16,1-25 0,0 25-1,0-25 1,-25 50 156,-25-25-172,25 25 0</inkml:trace>
  <inkml:trace contextRef="#ctx0" brushRef="#br0" timeOffset="73205.79">6995 13568 0,'25'0'172,"0"0"-125,-1 0-16,1 0 1,0 0-17,0 0 1,0 0-16,-1 0 15,1 0 1,0 0-16,0 0 16,0 0 31,-1 0-47,26 0 15,-25 0-15,24 0 31,-24 0-31,0 0 0,0 0 0,49-25 32,-24 1-17,-1 24 1,1-25 0,-25 25-16,24-25 15,-24 25-15,25 0 16,24 0-1,-49 0 1,0 0 0,0 0 31,0 0-32,-1 0 1,1 0-1,0 0 1,0 0 0,24 0-1,-49-25-15,50 25 16,-25 0-16,0 0 16,-1 0-1,1 0 1,-25-25-1,25 25 1,0 0 0,0 0 15,-1 0-15,1 0-16,50 0 15,-51 0-15,51 0 31,-26 0-31,-24 0 0,0 0 0,0 0 0,24 0 32,-24 0-32,0 0 31,-25 25 78,50-25-31,-26 25-62,-24 0 0,25-25-1,0 0 1,0 0-16,0 0 16,0 0-16,-1 0 15,51 0 1,-26 0-1,-24 0-15,0 0 16,0 0 0,0 0 46,-1 0-46,1 0-1,0 25 1,0-25 0,0 0-1,-1 0 1,1 0 0,0 0-1,0 0-15,24 0 16,-24 0-16,25-25 15,24 25 1,1 0 0,-51 0-1,1 0 17,0 0-32,0 0 15,49-25 16,1 25-31,24 0 32,-74 0-32,24-25 15,-24 25-15,0 0 0,0 0 16,0 0-16,-1 0 16,1 0-16,0 0 15,25 0 1,-1 0-1,-24 0-15,25 0 16,-26 0-16,1 0 0,25 0 16,-25 0-16,74 0 15,-74 0-15,24 0 16,50 0 0,-24 0-1,-50 0-15,24 0 31,-24 0-31,0 0 141,0 0 31,0 0-125,-1 0-16,1 0 0,-74 0-31,98 0 16,-49 0-16,0 0 16,0 0-1,0 0 16,25 0-31,0 0 0,24 0 32,-24 0-32,25 0 15,-1 0 1,-24 0 0,0 0 15,0 0 31,0 0-62,24 0 16,-24 0-16,25 0 16,-26 0-1,1 0-15,25 0 0,49 0 31,-49 0-31,24 0 32,-49 0-17,0 0 1,-50 0 0,50 0-1,-25 0 1,49 0-1,1 0 1,24 0 0,1 0-1,-26 0 1,-24 0 0,0 0-1,0 0 16,0 0-31,24 0 32,50 0-17,25 0 1,0 0 0,0 0-1,-173 0-15,198 0 16,-199 0-16,124 0 0,-49 0 15,25 0 1,-25 0 0,0 0-1,148 0 1,-148 0-16,74 0 16,-49 0-1,-25 0-15,49 0 0,0 0 31,-24 0-31,-75 0 250,0 0-234</inkml:trace>
</inkml:ink>
</file>

<file path=ppt/ink/ink2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5-08-11T07:20:49.448"/>
    </inkml:context>
    <inkml:brush xml:id="br0">
      <inkml:brushProperty name="width" value="0.05292" units="cm"/>
      <inkml:brushProperty name="height" value="0.05292" units="cm"/>
      <inkml:brushProperty name="color" value="#FF0000"/>
    </inkml:brush>
  </inkml:definitions>
  <inkml:trace contextRef="#ctx0" brushRef="#br0">4068 819 0,'0'24'281,"25"1"-281,-25 0 0,25 0 16,-25 49-1,49 25-15,-24 25 32,0-24-17,-25-51-15</inkml:trace>
  <inkml:trace contextRef="#ctx0" brushRef="#br0" timeOffset="629.96">4068 868 0,'0'-25'32,"25"25"-17,-25-24 1,25 24-16,-1 0 16,51-25-1,-1 25 1,-49 0-16,25 0 15,-26 0 1,1 25-16,25 24 31,-1 1-31,-49-1 32,0 26-17,0-1-15,-24-74 16,-26 99-1,50-74-15,-25 25 16,-24-1 0,-1-24-1,50 0-15,-50-25 16,26 0-16,-1 25 16,0-25-16,-25 0 15,26-25-15,-1 0 16,25 0-1</inkml:trace>
  <inkml:trace contextRef="#ctx0" brushRef="#br0" timeOffset="989.86">4862 992 0,'0'25'47,"0"0"-31,0 0-1,0 49-15,0 0 16,0 1 15,0-50-31,0-1 0,0 1 16</inkml:trace>
  <inkml:trace contextRef="#ctx0" brushRef="#br0" timeOffset="1179.93">4911 868 0,'0'0'0,"-24"0"16,-1 0-16,0 0 31</inkml:trace>
  <inkml:trace contextRef="#ctx0" brushRef="#br0" timeOffset="1629.9">5432 918 0,'-25'0'15,"1"0"16,-1 0-15,25 25-16,-25-1 31,0 26-31,25-25 16,25 0 15,0-25-31,24 49 0,-24-49 16,0 25-1,25 0 1,-26 0 0,-24-1-1,-74 1 1,49 0-16,-49 0 16,49 0-16,0-25 0,-24 24 15,-1-24 1</inkml:trace>
  <inkml:trace contextRef="#ctx0" brushRef="#br0" timeOffset="2299.87">6028 620 0,'-25'0'31,"25"25"16,0 0 0,-25-25-47,25 25 15,0-1-15,-25 51 16,25-1 15,0 25-31,0-24 31,25-1-15,-25-49-16,50 25 16,-26-26-16</inkml:trace>
  <inkml:trace contextRef="#ctx0" brushRef="#br0" timeOffset="2899.77">5879 1067 0,'-25'0'0,"50"-25"15,24 25 1,1-25-16,99 0 31,-124 0-31,49 1 0,-49 24 16,0 0-16,24-25 15,1 25 1,-1 0 0,-24-25-1,0 25-15,-25-25 16,-25 0 0,0 25-16,1 0 15,-51 0 1,26 25-1,24 50 1,25-51-16,0 1 31,0 0-31,0 0 0,25-25 16,-1 0-16,1-25 31,25-25-31,-25 1 31,-1-1-15,-24 75 15,0 0-15,0 0-16,25 24 16,74 1-1,-49-25 1,-25-25-16,0 0 15,-1 0 1,1 0-16</inkml:trace>
  <inkml:trace contextRef="#ctx0" brushRef="#br0" timeOffset="3269.81">6772 769 0,'0'25'16,"0"0"0,0 24-16,24-24 0,-24 0 15,0 24 1,25-24-16,-25 0 16,25-25-16,-25-25 31,25 0-16,25-49 1,-26 49-16,1 0 31,0 25-31,-25 25 16,25-25-16,-25 50 31,25-1-31,-25 1 31,0-25-15,24-25-16</inkml:trace>
  <inkml:trace contextRef="#ctx0" brushRef="#br0" timeOffset="3519.72">7516 769 0,'-25'0'0,"0"0"16,0 0-16,-24 25 31,24 24-31,25 26 16,25-1 15,-25-49-31,25 0 0,-25 0 16,24-25-1,1 24-15</inkml:trace>
  <inkml:trace contextRef="#ctx0" brushRef="#br0" timeOffset="3799.78">7689 893 0,'25'0'16,"0"-25"-1,0 25 1,49 0-16,-24-25 31,-50 1-31,-25 24 16,0 0-16,-24 24 31,-26 26-31,50 24 31,75-24-15,-25-25-16,24 0 16,-24-25-16,0 0 0,99 0 15</inkml:trace>
  <inkml:trace contextRef="#ctx0" brushRef="#br0" timeOffset="4889.65">9426 471 0,'0'-25'31,"0"50"-16,25-25 1,-25 75-16,24 49 31,-24-99-31,0 49 0,-24-49 16,24 0-16,-25 24 0,25 1 31,25-75-15,-1 0-1,26 0 1,-25 1-16,24 24 16,-24 0-16,0 0 15,-25 49 1,-25 26 0,-49-1-1,-25-49 1,74-25-16,0 0 15,25-25 1,0 0-16,0-24 0,74-26 31,1 1-31,24 49 16,0 0 15,-74 0-31,25 1 0,-26 24 16,1 0-16,25-25 15,-25 0 1,-50 25 0,25 25 15,-25-25-31,0 74 16,25-49-16,-25 49 15,25-49-15,25 0 16,50 0-1,24-25 1,0-50 15,-74 50-31,25-49 0,-26 24 16,1 25-16,0-75 0,-25-49 31,-25-25-31,0 75 31,1 49-15,24 50 0,-25 25-1,25 49 1,0 25 0,0-25-1,25 0 1,-1-74-16,1 0 15,-25 0 1,25-25-16</inkml:trace>
  <inkml:trace contextRef="#ctx0" brushRef="#br0" timeOffset="5479.68">10220 819 0,'0'0'0,"24"-25"16,26 25 0,74-50-1,0 25 1,-99 1-16,24-1 16,-24 25-16,0 0 0,-25-25 15,-25 50 32,25 0-47,0-1 31,-25 1-31,25 25 0,0-25 16,0-1-16,50 1 31,0-25-31,-1-49 31,1-1-15,-25 25 0,-1 25 15,1 25-15,0 0-1,49-25 1,-49 0-16,0-25 15,0 25 1,-25-25-16,25-24 0,-25-51 31,-25 26-31,25 49 16,0 50 15</inkml:trace>
  <inkml:trace contextRef="#ctx0" brushRef="#br0" timeOffset="5799.62">11410 794 0,'0'0'0,"25"0"0,0 0 15,49-25 1,1-25-1,-26-24 1,-24 24 15,-25 26-31,-50-1 0,26 25 16,-1 0-16,0 0 0,-25 49 31,26 26-31,24-1 31,24-24-15,1-25-16,0-1 16,0-24-16,0 25 0,24-25 15</inkml:trace>
  <inkml:trace contextRef="#ctx0" brushRef="#br0" timeOffset="6129.64">11857 695 0,'0'0'0,"24"0"0,26 0 16,-25 0-16,74 0 31,-74 0-31,24-50 16,1 50-16,-50-50 15,0 26 1,-74 24 0,-1 49-1,50 50 1,25-74-16,0 25 16,0-25-16,25-1 0,0 26 15,49-25 1,26-25-1</inkml:trace>
  <inkml:trace contextRef="#ctx0" brushRef="#br0" timeOffset="6479.63">12427 595 0,'0'0'0,"0"25"16,0 0-1,0 25 1,25-50-16,0 49 16,-25-24-16,25-25 0,-25 25 15,0 0 1,24-25 0,1-25-1,25-25 1,-1 50-1,-49-25 1,25 25-16,0 0 0,-25 50 31,25 24-31,-25 1 16,0-26 15,0-24-31</inkml:trace>
  <inkml:trace contextRef="#ctx0" brushRef="#br0" timeOffset="7679.5">14436 620 0,'0'25'94,"0"0"-94,0 0 15,0-1-15,25 100 16,-25 0 0,0 0-1,0-49 1,25-26-1,-25-24 1,0-50 15,0-49-31,0-50 16,-25 0 15,0 74-31,25-24 0,0 24 16,0 26-16,25-26 15,25-24 1,-1 24 0,1 50-1,0 0 1,-26 25-16,1 0 16,0 24-16,-25-24 0,0 25 15,-74-1 1,-50 26-1,24-51 1,76-24 15</inkml:trace>
  <inkml:trace contextRef="#ctx0" brushRef="#br0" timeOffset="8349.52">15652 1166 0,'-25'0'0,"25"-25"31,50 25-15,-1-25-1,26-24 1,-26-1 0,1-24-1,-25-50 1,-25 99-16,0-25 16,-25 25-16,-25 1 15,-49-1 1,25 25-1,49 25 1,0 24 15,25-24-31,50 25 0,-50-26 16,24 1-16,76 25 0,-1 24 31,-50-49-31,-24 0 31,-25 0-15,-74-1 0,24 1-16,-99-25 15,100 0 1,-50 0-16,24 0 16</inkml:trace>
  <inkml:trace contextRef="#ctx0" brushRef="#br0" timeOffset="8689.43">16570 695 0,'0'-25'16,"0"50"0,0 24-1,24 26 1,1 49-1,-25-25 1,25 0 15,-25-74-31,0 49 0,0-49 16</inkml:trace>
  <inkml:trace contextRef="#ctx0" brushRef="#br0" timeOffset="8989.41">16644 819 0,'0'0'0,"0"-25"0,-25 0 15,25 0 1,0-24-16,25-1 16,49 0-1,26 26 1,-51 24-1,-24 24 1,0 51-16,-25-50 16,0 49-1,-124 0-15,0 1 16,0-26 15,99-49-31,0 25 0</inkml:trace>
  <inkml:trace contextRef="#ctx0" brushRef="#br0" timeOffset="9479.45">17562 719 0,'0'0'0,"-25"0"47,0 25-32,0 0-15,-24 25 16,24-50-16,0 49 16,0-49-16,0 25 0,1 0 15,-1 24 1,0-24 0,75-25-1,24 0 1,-49 0-16,74 0 15,-74 0 1,0 0-16,49 0 0,-49 0 0,99 0 31,-99-25-31,0 25 0,24 0 16,-49-24 15</inkml:trace>
  <inkml:trace contextRef="#ctx0" brushRef="#br0" timeOffset="9719.44">17686 819 0,'0'0'0,"-25"-25"0,0 25 16,0-25-1,1 25 32,24 74-47,-25 26 31,25-76-31,0 76 0,0-76 16,0 26-16,-25 24 0,25-24 0,25 173 31</inkml:trace>
  <inkml:trace contextRef="#ctx0" brushRef="#br0" timeOffset="13369.16">12551 10939 0,'0'0'0,"-25"0"31,1 0 79,24-25-95,-25 25 1,0 0 0,0 0-1,0 0 1,1 0-16,24-25 0,-25 25 0,0 0 31,0-25 16,0 25-31,25-24-1,-24 24 48,-1 0-63,0 0 15,0 0 1,0 24 0,0-24-1,25-24 1,-24 24 0,-1 0-1,0 24 1,-25-24-1,26 0 1,-1 0 0,25 25-1,-25-25-15,0 0 16,25 25-16,-25 0 16,1-25-1,-1 0 1,-25 0-1,25 0 1,1 25 15,-1-1-15,0 1-16,0-25 31,0 25-31,1-25 0,24 25 16,-25-25-16,25 25 15,-25-1 1,25 1 0,-25 0-1,0 25 1,25-25 0,0-1-1,-24 1-15,24 0 16,0 0-16,0 0 15,0 24 1,0 1 15,24-1-31,1-49 16,-25 25-16,25 0 0,0 0 16,-25 0-1,74-1-15,-24 26 31,-1-50-15,26 25 0,-50-25-16,49 0 15,-24 0-15,-26 0 16,51 25 0,-1-25-1,-24 0 1,24 0 15,-49 0-31,50-25 0,-51 25 16,1-25-1,50 0-15,-26-24 16,1 24 15,-1-25-31,-24 25 31,0 1-15,-25-26 0,25 0-1,-25 26 1,0-1-16,0 0 16,0 0-16,0 0 0,25 1 15,-25-1 1,0-50-1,-25 26 1,0-1 15,0 0-31,0 26 16,-24-26 15,-1 0-31,1 26 31,-26-1-15,50 0 0,1 25-1,-26 25 1,0 24 0,26 1-1</inkml:trace>
  <inkml:trace contextRef="#ctx0" brushRef="#br0" timeOffset="16568.97">23614 5184 0,'-25'0'15,"0"0"32,1 0-31,24-25 15,-25 25-31,-25 0 31,-24-24-31,49 24 16,-25 0-16,1-25 16,-1 25-1,-24 0-15,24-25 31,25 25-15,1 0 0,-1 0-1,0 0-15,-25 25 16,26 0 0,-1-25-16,0 0 15,0 24 1,0-24-1,1 25 1,24 0 15,-25 0-31,0 0 16,-25 24 15,1-24-31,24 0 16,0-25-1,0 25-15,25-1 32,0 1-17,-25-25-15,25 25 16,-24 0 0,-1 0-16,25-1 15,-25-24-15,25 25 16,-25 0-16,25 0 15,0 0 1,0-1 15,-49 1-31,49 0 16,0 0-16,-25 0 31,25-1-31,0 1 0,-25 25 31,25-25-15,0 24 0,0-24-16,0 25 15,0-25-15,0-1 0,0 1 16,0 25 0,0-1-1,0 1 1,0 0-1,0-26 1,0 26-16,25-25 16,-25 24-1,25 1-15,-1-25 16,1 24 15,0-24-31,-25 0 16,0 0-1,0 0-15,25-1 16,-25 1 0,25 25-1,24-25 1,-24-1 0,0-24-16,0 25 15,-1 0 1,1 0-16,25-25 15,-25 25 1,0-25 15,24 25-31,-24-25 16,49 0-16,-49 0 0,0 0 16,25 24-1,74-24-15,-25 25 31,-50-25-15,1 0 0,-25-25-16,0 1 15,-1 24-15,1-25 16,25 0 0,-1 0-1,1 25 1,0-25-1,-1 0 1,-49 1-16,50-1 31,-25 25-31,-1-25 0,1-25 16,0 26 15,0-1-31,0-25 31,0 50-31,-1-74 16,1 74-16,0-50 16,0 1-1,0 24 1,-25-25 0,0 25-16,24-24 15,-24 24-15,0 0 16,0-24-16,0-26 15,0 26 1,-24-26 15,-26 26-31,25 24 16,-24-25-16,24 25 16,25-24-1,-25-1-15,0 25 31,25 0-15,0 1 0,0-1-16,-25 25 15,25-25-15,-25 25 16,1-25 0,-26 0-1,0-24 1,26 24-1,-1-25 1,0 26 15,25-1-15,-25 0-16,0 0 31,1 25-31,24-25 16,-25 25-1,0 0-15,25-24 0,-50 24 16,-24-25 0,-25 25-1,0 0-15</inkml:trace>
  <inkml:trace contextRef="#ctx0" brushRef="#br0" timeOffset="26588.43">18008 9178 0,'-25'0'0</inkml:trace>
  <inkml:trace contextRef="#ctx0" brushRef="#br0" timeOffset="27668.34">17909 9624 0,'-25'0'0,"25"25"156,-25-25-125,25 25-15,-24 24-1,-1-49 1,0 75 0,0-26-1,0 26 1,25-50-16,0-1 16,0 1-16,0 0 15,50 0 1,-50 0-16,50 0 15,-26-25-15,1 0 16,25 0 0,-25 0-16</inkml:trace>
  <inkml:trace contextRef="#ctx0" brushRef="#br0" timeOffset="28568.28">18355 9649 0,'25'-25'15,"-25"0"1,-25 25 31,25 50 31,-24-25-78,-1 0 15,0-1 1,0 26 0,25 0-1,0-26 1,0 1 0,50 0-1,-1-25-15,-24 25 31,25-25-15,-25 0 0,-1 0-1,1-25 1,-25 0-16,25 0 16,-25 1-16,0-1 15,0-25 1,0 25-1,0 1 17,-25 24-17,25-25-15,-49 0 16,24 0 15,-25 0-31,50 1 31,0 48 1,0 1-32,25 0 15,-25 0-15</inkml:trace>
  <inkml:trace contextRef="#ctx0" brushRef="#br0" timeOffset="29148.25">18802 9922 0,'0'25'109,"0"-1"-109,0 26 16,0 0 0,-50-1-1,1-24 1,-1 0-1,1-25 1</inkml:trace>
  <inkml:trace contextRef="#ctx0" brushRef="#br0" timeOffset="29858.21">19273 9575 0,'-25'0'16,"1"0"15,-1 0-15,0 24-1,0 51 1,0-26 0,25-24-16,0 0 15,0 0-15,25 0 16,0-1-1,-25 1-15,25-25 16,0 25-16,-1-25 16,1 0-16,0-25 31,0 0-31,0 1 31,-25-1-31,24 0 16,-24 0-16,0 0 15,-24-24 1,-1-1 0,25 25-1,-25 1 1,0 24 0</inkml:trace>
  <inkml:trace contextRef="#ctx0" brushRef="#br0" timeOffset="30308.19">19695 9451 0,'25'0'47,"-25"24"-32,25 1 1,-1 0-16,-24 0 15,25 0-15,-25 74 16,-99 74 0,0-49-1,-1-49-15</inkml:trace>
  <inkml:trace contextRef="#ctx0" brushRef="#br0" timeOffset="33318.09">18802 12229 0,'25'0'0,"-25"-25"0</inkml:trace>
  <inkml:trace contextRef="#ctx0" brushRef="#br0" timeOffset="33438.01">18827 12204 0,'-25'0'31,"75"0"16</inkml:trace>
  <inkml:trace contextRef="#ctx0" brushRef="#br0" timeOffset="33618">19025 12204 0,'0'-25'47,"25"25"-47,25-25 16,24 25 0,25-25-1,-74 25-15,25 0 16,-26 0-16</inkml:trace>
  <inkml:trace contextRef="#ctx0" brushRef="#br0" timeOffset="33728.01">19472 12129 0,'0'0'16,"24"0"-1,1 0 1,0 0-16,50 0 31,-51 0-31,1 0 0</inkml:trace>
  <inkml:trace contextRef="#ctx0" brushRef="#br0" timeOffset="33878.06">20141 12105 0,'-24'0'15,"-1"0"-15,25-25 16,0 0 0,74 0-1,1 25 1,-1-25-1</inkml:trace>
  <inkml:trace contextRef="#ctx0" brushRef="#br0" timeOffset="34018">20737 12030 0,'0'0'0,"0"25"0,25-25 0,-1 0 16,1 0-1,25 0-15</inkml:trace>
  <inkml:trace contextRef="#ctx0" brushRef="#br0" timeOffset="34218.04">21357 12005 0,'0'-24'0,"-25"24"0,25-25 31,25 25-31,74-25 16,-25 25-1,50 0 1,-99-25-16,25 25 16</inkml:trace>
  <inkml:trace contextRef="#ctx0" brushRef="#br0" timeOffset="34378.03">22572 11881 0,'0'0'0,"25"0"16,0-24-1,-25-1 17,25 25-1</inkml:trace>
  <inkml:trace contextRef="#ctx0" brushRef="#br0" timeOffset="35127.98">18976 12278 0,'-25'0'0,"0"0"16,0 0 46,0 0-46,1 0 0,-1 0-1,25-24 1,-25 24-16,25-25 0</inkml:trace>
  <inkml:trace contextRef="#ctx0" brushRef="#br0" timeOffset="35277.98">18529 12254 0,'0'0'0,"-74"24"0,49-24 0,0 0 16,0 0-1,0 0-15,-24 25 16,24-25-16,0 0 15,0 0 1,-49 0-16</inkml:trace>
  <inkml:trace contextRef="#ctx0" brushRef="#br0" timeOffset="35447.97">17413 12254 0,'0'0'0,"-50"0"0,1 0 0,-26 0 16,1 49-1,49-24 1,25 0 0</inkml:trace>
  <inkml:trace contextRef="#ctx0" brushRef="#br0" timeOffset="35617.88">16942 12353 0,'0'0'0,"-25"0"0,0-25 16,0 25-16,-49 0 15,-25 0 1,-25-25 0,24 25-1,51 0 1</inkml:trace>
  <inkml:trace contextRef="#ctx0" brushRef="#br0" timeOffset="36397.86">18976 10641 0,'0'0'16,"0"25"47,0 0-32,49 24-31,-49 1 15,25-25 1</inkml:trace>
  <inkml:trace contextRef="#ctx0" brushRef="#br0" timeOffset="36607.83">19050 11435 0,'-25'25'15,"50"-50"-15,-50 75 16,25-26-16,25 1 0,0 25 31,-25 24-15,0-49 0,25 25-1</inkml:trace>
  <inkml:trace contextRef="#ctx0" brushRef="#br0" timeOffset="36747.82">19149 12055 0,'0'0'0,"-25"25"0,1 0 0,24-1 16,0 1 15,24 0-16</inkml:trace>
  <inkml:trace contextRef="#ctx0" brushRef="#br0" timeOffset="37097.87">19100 12601 0,'0'0'0,"0"25"0,-25-25 0,25 24 0,0 1 16,0 0-16,0 0 15,0 0 1,0-1-16,0 26 31,0-25-31,-25 24 31,25-24-31,25 25 16,0-25-16,-25-1 0,0 1 0,0 0 16,0 49-1,0-49-15,0 50 16,0-1 0,0-49-16</inkml:trace>
  <inkml:trace contextRef="#ctx0" brushRef="#br0" timeOffset="37277.86">19100 13444 0,'0'50'31,"0"-25"-31,-25-1 0,25 51 16,0 24-1,0 0 1,0-74-16,0 25 31,0-26-31,0 1 0,0 25 0,0 24 31,0 1-15,0-51-16</inkml:trace>
  <inkml:trace contextRef="#ctx0" brushRef="#br0" timeOffset="37397.78">19075 14238 0,'-25'0'0,"50"0"0,-50 25 0,0 49 16,25-49-16,0 0 0,0 24 16,0 26-1,0-50 1</inkml:trace>
  <inkml:trace contextRef="#ctx0" brushRef="#br0" timeOffset="38277.74">18901 12700 0,'0'-25'31,"-25"25"-15,25-25-16,-24 25 31,-26-24-31,0 24 31,-24 49-31,49 26 31,25-26-15,0-24 0,0 0-16,25 0 15,-25-1-15,25 1 16,24 0 0,1-25-1,-25 0-15,0-25 16,-1 25-16,-24-25 0,25 25 31,-25-49-31,0-26 16,-25 26 15,1-1-31,-26 25 31,25 25-31,0 0 16,-24 0-1,49 25-15,-25-25 16,25 25-16</inkml:trace>
  <inkml:trace contextRef="#ctx0" brushRef="#br0" timeOffset="40277.62">22498 12179 0,'-25'0'15,"50"0"48,0 0 15,-1 0-78,1 0 16,0 0-16,0 0 15,24-25 1,-24 50 15,0 0-31,-25 49 16,0-49-16,0 25 15,-50 24 1,26-49-16,-26 25 31,25-50-15,50 0 15,0 0-15,0-25-16,49 0 15,-24-25 1,-25 26-16,24-1 16,-24 0-16,0 25 0,0-25 31,-1 0-31,26-24 0,-50 24 0,25 25 31,-50 0 16,0 0-47,0 0 16,-49 25-1,24 49 1,26-24 0,24 24-1,0-49-15,24 0 16,-24 0-16,25-25 0,0 24 15,49-24 1,1 0 0,-26-49-1,-24 24 1,-25 50 62</inkml:trace>
  <inkml:trace contextRef="#ctx0" brushRef="#br0" timeOffset="41217.64">15379 13097 0,'0'0'0,"0"-25"16,-25 25 0,50 0 15,-25-25-31,25 25 31,49 0-31,1 0 16,-1-25-1,-24 1 1,-26 24-16,1 0 16</inkml:trace>
  <inkml:trace contextRef="#ctx0" brushRef="#br0" timeOffset="41937.53">15801 12973 0,'-25'-25'0,"25"0"31,49 0-15,-24 25 0,25-24-1,-1 24 1,-24 0-1,0 49 1,0-24-16,-25 0 16,0 0-16,25-25 0,-25 49 31,-50 26-31,25-26 31,0-49-31,50-25 31,0 25-15,-25-24 0,25-1-16,49-25 15,-49 25-15,0 1 16,0-51 0,-1 26-1,-24-1 1,0 25-1,-24 25 17,24 25-32,-50 0 15,25 24 1,0 1 15,25 0-31,50-1 31,49-24-15,-49-25-16,-25-25 31,24 25-15,-49-25 0,0 50 46,-25-25-46,25 25 15</inkml:trace>
  <inkml:trace contextRef="#ctx0" brushRef="#br0" timeOffset="43477.43">19298 10542 0,'0'-25'0,"-25"25"47,0 0-31,25 50 0,0-25-16,0-1 31,0 1-31,50 0 15,0 0 1,-26 0 0,1-25-1,25-25 1,-25-50 0,-1 26-1,-24 24 1,0 0-1,0 0 1,0 50 31,0 0-31,0 0-1,0 49 1,0-24-1,0-1 1,0 1 0,0-25-16,-24 24 15,24-24-15,0 0 16,0 0 0,-25 24-1,25-24 1,-25 0-1,25 0 1,-25-25-16,0 0 31,25-25-31,0 0 16,0 0-16,0 1 16,0-1-1,25 0 1,0 0-1,74-24 1,-49 24 0,-25 0 15,0 25 0,-25 25-31</inkml:trace>
  <inkml:trace contextRef="#ctx0" brushRef="#br0" timeOffset="44567.37">19199 14560 0,'0'0'0,"0"25"0,25-25 62,-1 0-62,-24-25 16,50 1-1,-25 24-15,0-25 16,-1 25-16,1 0 16,50 0-1,-26 25-15</inkml:trace>
  <inkml:trace contextRef="#ctx0" brushRef="#br0" timeOffset="45467.39">19745 14263 0,'24'0'63,"1"24"-63,-25 1 15,25-25 1,0 25-16,24-25 15,1 0 1,0 0 0,-26 0-16,1-25 31,-25 0-31,25 25 0,-25-24 0,0-1 31,-25 25 0,0 0-15,25 49 15,0-24-15,0 25 0,0 24-1,0-24 1,0-25-16,0 24 15,0-24-15,25 25 16,-25-1 0,0 1-1,-25-25 1,25 24 15,0-24-15,-24-25-16,-1 25 15,0-25 1,0 0-16,0-25 31,1 0-15,24-24 0,0 24-1,0-25 1,24 26-1,1 24 1,0-25 0,0 25 15,0 0-31,-1 0 0,1 0 16</inkml:trace>
  <inkml:trace contextRef="#ctx0" brushRef="#br0" timeOffset="50117.06">17661 4465 0,'-25'0'140,"0"0"-124,25 25 0,-24-25-16,-1 24 15,0 26-15,-25 24 31,1 26-15,24-76-16,25 51 16,-25-50-16,25 0 0,0 49 15,25 0 1,24 1 0,51-26-1,-26-24 1,-49-25-16</inkml:trace>
  <inkml:trace contextRef="#ctx0" brushRef="#br0" timeOffset="56126.73">18355 9178 0,'0'25'47,"0"-1"-15,0 1-17,0 0 1</inkml:trace>
  <inkml:trace contextRef="#ctx0" brushRef="#br0" timeOffset="60846.51">18306 4366 0,'-25'0'141,"25"24"-141,0 1 15,0 0 1,-25-25-16,25 25 16,0 24 15,0 1-31,0 0 31,0-26-31,0 1 16,0 0 15,25-25-31,0 0 31,24 0-15,-24-25 0,0 0-1,0-24 1,0 24-1,-1-25 1,-24 26 0,0-1 15,0 0-31,0 0 31,0 0-31,-24 25 16,-1 0-16,0 0 31,25-24-31,-25 24 31,0 0-15,25 24 0,-24-24-16</inkml:trace>
  <inkml:trace contextRef="#ctx0" brushRef="#br0" timeOffset="61496.48">18777 4589 0,'0'25'47,"25"-25"-31,-25 24-1,0 1 1,0 0-16,-50 49 31,1-24-31,-1-25 16</inkml:trace>
  <inkml:trace contextRef="#ctx0" brushRef="#br0" timeOffset="62026.45">19149 4266 0,'0'25'109,"0"0"-93,0 0-1,0 0-15,0-1 0,0 1 0,25 74 16,0-24 15,0-26-31</inkml:trace>
  <inkml:trace contextRef="#ctx0" brushRef="#br0" timeOffset="62616.41">19521 4118 0,'25'0'78,"-25"24"-78,25-24 16,-25 25-16,25 0 0,0 49 31,-1 1-31,-24-50 16,25 49-1,-25-49-15,0 0 0,0 24 16,-25 26 0,-74-1-1,0 0 1</inkml:trace>
  <inkml:trace contextRef="#ctx0" brushRef="#br0" timeOffset="63436.3">22671 6424 0,'0'0'0,"0"25"32,25-25-32</inkml:trace>
  <inkml:trace contextRef="#ctx0" brushRef="#br0" timeOffset="64976.28">24829 4589 0,'0'25'15,"-24"-25"79,-1 0-78,0 0-16,0 24 15,0-24 1,1 25 0,24 0-16,-25 0 15,0 0-15,25-1 0,-25 26 16,0 0 0,25-1-1,0 1 1,0 24-1,25-49-15,-25 0 16,0 0-16,25 0 16,-25-1-16,25-24 31,-25 25-31,25 0 31,-1 0-15,1 0-16,0-25 31,0 24-31,0-24 31,-1 0-15,1 0 15,0 0-15</inkml:trace>
  <inkml:trace contextRef="#ctx0" brushRef="#br0" timeOffset="70745.95">24978 4738 0,'0'-25'47,"0"50"62,0-1-109,0 1 0,0 0 16,0 25 0,0-25-16,0 49 31,0-49-31,0 49 0,-49 1 31,24-26-15,25-24-16</inkml:trace>
  <inkml:trace contextRef="#ctx0" brushRef="#br0" timeOffset="71325.86">25251 5159 0,'0'25'16,"25"-25"-16,0 0 31,0 0-15,-25 25-16,0 0 31,-25 0-31,0 49 16,0-74-16,-24 50 15,-26-26 1,26 1 0</inkml:trace>
  <inkml:trace contextRef="#ctx0" brushRef="#br0" timeOffset="71895.88">25673 4663 0,'0'25'109,"-25"0"-109,25 24 16,-25 26 0,25-50-16,0 49 15,0-49-15,0 0 0,0 24 16,25 1-1,-25-25-15</inkml:trace>
  <inkml:trace contextRef="#ctx0" brushRef="#br0" timeOffset="72445.85">25946 4539 0,'25'0'16,"-1"0"31,-24 25-31,25-25-16,-25 25 15,25 0-15,-25 24 16,0-24-16,25 74 15,-25-74-15,0 50 16,0 49 0,-25-25 15,-74 0-31,74-74 0</inkml:trace>
  <inkml:trace contextRef="#ctx0" brushRef="#br0" timeOffset="74635.66">9649 7342 0,'0'0'0,"-25"0"15,0 25 1,1-25 0,24 25 15,-25 0-16,0 74 1,0-25 0,0-49-16,25 74 15,-24-74-15,24 0 0,0 49 32,74 25-32,-24-24 15,-26-50-15,76 49 16,-51-24-16,50 24 15</inkml:trace>
  <inkml:trace contextRef="#ctx0" brushRef="#br0" timeOffset="78575.45">9798 7813 0,'-25'0'16,"50"0"47,0 0-32,-1 0-31,1 0 15,0 0-15,25 0 16,-26 0-16,51-24 16,-1 24-1,-24 0 1</inkml:trace>
  <inkml:trace contextRef="#ctx0" brushRef="#br0" timeOffset="79045.4">10344 7417 0,'-25'-25'15,"0"25"-15,25-25 32,25 25-1,-25 25-15,0 0-1,0 99 1,0-50-1,49 50 1,-24-50 0,0-49-16,0 25 15</inkml:trace>
  <inkml:trace contextRef="#ctx0" brushRef="#br0" timeOffset="79445.4">10765 7838 0,'0'0'32,"25"0"-32,-25-25 0,25 25 15,-25 50 16,0-25-31,0 24 0,0-24 0,0 25 32,-25 24-32,0-49 31,25 0-31</inkml:trace>
  <inkml:trace contextRef="#ctx0" brushRef="#br0" timeOffset="80095.34">11013 7293 0,'-25'0'16,"25"24"-1,-24-24 17,24 25-17,0 25 1,0-1 0,24 26-1,26-26-15,-25 1 16,24-25-1,-24-25 1,0-25 0,0-25 15,0 1-31,-25 24 0,0 0 16,0 0-16,0 1 15,0-1 1,0 0-16,-25 0 31,0 0-15,-49 25-1,49 0 1,0 0-16</inkml:trace>
  <inkml:trace contextRef="#ctx0" brushRef="#br0" timeOffset="80525.31">11559 6995 0,'0'0'15,"25"0"1,0 0 0,-1 0-1,1 0 1,0 50-16,0-26 16,0 1-16,-25 25 0,24 24 15,-24-49 1,0 74-16,0-74 0,-24 74 15,-26-24 1</inkml:trace>
  <inkml:trace contextRef="#ctx0" brushRef="#br0" timeOffset="81585.27">11683 11584 0,'0'0'0,"-25"0"31</inkml:trace>
  <inkml:trace contextRef="#ctx0" brushRef="#br0" timeOffset="82725.19">7789 11261 0,'-25'0'0,"25"25"31,-25-25-15,25 25-1,0 0-15,0 24 16,0-24-16,0 0 16,0 0-16,0 0 0,0 49 15,0-49-15,0 49 16,25 25-1,49 1 1,-24-51 0,-25-24-16,49 49 31,-49-49-31,49 0 0,1-25 16,-50 0-1</inkml:trace>
  <inkml:trace contextRef="#ctx0" brushRef="#br0" timeOffset="83065.17">8285 11683 0,'0'0'0,"0"25"16,-25-25 0,0 0 15,75 0-15,-50-25 15,25 25-31,24-25 0,-24 25 15,0-25 1,24 1 0,1-1-1,-50 0-15</inkml:trace>
  <inkml:trace contextRef="#ctx0" brushRef="#br0" timeOffset="83615.14">8632 11212 0,'0'-25'32,"-25"25"-17,75 0 95,-25 74-95,24 50 1,1-24 0,-25-1-1,24-25-15</inkml:trace>
  <inkml:trace contextRef="#ctx0" brushRef="#br0" timeOffset="83965.12">9153 11658 0,'-25'25'15,"50"-50"-15,-50 75 16,25-25-1,25-1-15,-25 1 32,0 0-32,25 25 0,-25-26 0,0 1 15,0 0 1,-25 25-16,0-26 0,25 26 16</inkml:trace>
  <inkml:trace contextRef="#ctx0" brushRef="#br0" timeOffset="84445.09">9401 11385 0,'-25'0'15,"50"0"-15,-50-49 32,25 24-32,50 25 15,-50-25-15,25 25 31,24 0-31,-24-25 32,0 25-32,24-24 31</inkml:trace>
  <inkml:trace contextRef="#ctx0" brushRef="#br0" timeOffset="84965.06">9773 10914 0,'0'25'62,"0"24"-46,50 26 0,-26-1-1,1-49-15,0 25 16,0-25-16,-25-1 0,25 1 16</inkml:trace>
  <inkml:trace contextRef="#ctx0" brushRef="#br0" timeOffset="85605.02">9897 10616 0,'0'0'0,"25"0"15,0 0 1,-1 50-16,1-50 0,25 50 31,-25-26-31,49 76 16,-49 24 0,0 49-1,-25-98-15</inkml:trace>
  <inkml:trace contextRef="#ctx0" brushRef="#br0" timeOffset="93174.59">1612 2927 0,'0'-25'16,"0"0"-1,0 50 142,0 0-142,0 0-15,0 0 16,0 24-16,0 26 16,0-51-16,0 51 31,0-50-31,0 24 0,0 1 31,25-25-15,0-25-1,0 0 1,0 0-16,24 0 16,-49 24-16,25-24 0,25 0 15,-1 25 1,1-25-1,-25 0 1,24-49 0,-24-1-1</inkml:trace>
  <inkml:trace contextRef="#ctx0" brushRef="#br0" timeOffset="93564.56">1637 2877 0,'0'-24'16,"0"-1"-1,25 25 1,25-50-16,24 1 31,25-1-15,-49 50-1,-1 0 1</inkml:trace>
  <inkml:trace contextRef="#ctx0" brushRef="#br0" timeOffset="93834.55">1612 3324 0,'0'0'0,"25"-25"31,0 25-15,25 0-16,24-50 15,-49 50-15,49-24 16,25-1-16</inkml:trace>
  <inkml:trace contextRef="#ctx0" brushRef="#br0" timeOffset="94584.51">2257 3026 0,'0'25'141,"0"0"-141,25-25 0,-25 25 0,0-1 16,25 26-1,24 0 1,1-26 0,0-24-1,-1-24 1,-24 24-16,0-50 15,-25 25-15,25 25 0,-25-25 16,0 1-16,24-26 16,-24 25-1,25 25 1,-25-25-16,0 50 47,0 0-32,0 0 1,0 49 0,0-24-1,25-1 1,0-49-16,-25 25 0</inkml:trace>
  <inkml:trace contextRef="#ctx0" brushRef="#br0" timeOffset="94984.48">3101 3026 0,'0'0'0,"0"-25"0,-25 25 47,0 25-31,0-25-1,0 50-15,-24-1 16,49-24 0,0 25-16,25-1 31,49-24-31,-24 0 16,-26-25-16,1 0 15</inkml:trace>
  <inkml:trace contextRef="#ctx0" brushRef="#br0" timeOffset="95264.54">3324 2729 0,'0'0'0,"0"-25"0,0 0 16,-25 0-1,25 0 1,-25 25 0,25 75 15,0-50-31,25 74 0,-25-74 16,50 49-16,-26 50 31,-24-25-31,0-49 15</inkml:trace>
  <inkml:trace contextRef="#ctx0" brushRef="#br0" timeOffset="96184.42">3795 3125 0,'-25'0'0,"25"-24"16,25 24 0,0 0-1,0 0 48,-25-25-32,25 25-31,-25-25 16,24 25 93,1 0-93,0 0-1,0 0-15,0 0 31,-1 0 1,1 0-1,-25-25-31,0 0 31,0 1-15,-25 24-1,1 0 1,-1 0 15,25 24-31,-25-24 16,0 50 0,25-25-16,-25 24 15,25-24-15,0 0 16,50-25-1,0 25 1,49-25 0,-74 0-16,-1-25 0</inkml:trace>
  <inkml:trace contextRef="#ctx0" brushRef="#br0" timeOffset="96694.47">4390 3001 0,'0'0'0,"0"-24"15,0-1 1,-24 25 0,-1 0-1,0 0 1,0 0-16,0 49 15,1-49-15,24 25 0,0 25 16,-25-1 0,74-24 15,-24-25-31,25 0 16,-50-25-16,49 1 31,-49-1-31,0 0 0,0 0 0,0 0 0,0-49 31,0 24-31,-24-24 16,24-75-1,0 75 1,0 49-16,-25 25 16,25 25-1,0-1 1,25 101-1,-1 23 1,1-24 0,-25-99-16,25 74 31,-25-74-31,0 0 0</inkml:trace>
  <inkml:trace contextRef="#ctx0" brushRef="#br0" timeOffset="97044.44">4837 3001 0,'0'0'16,"-25"0"-16,25-24 16,25 24-1,25-25 1,-26 0-16,26 0 15,-25 25-15,-25-25 0,25 1 16,-25-26 0,-25 25 15,-25 0-31,1 75 16,-1 24 15,50-49-31,0 50 0,0-51 15,25 26 1,24-25 0,1-25-16</inkml:trace>
  <inkml:trace contextRef="#ctx0" brushRef="#br0" timeOffset="97394.42">5333 2853 0,'0'0'0,"-25"0"0,0-25 0,-24 25 16,24 0 0,0 25-16,0-1 31,25 1-31,0 0 0,0 0 16,0 0-16,25-25 31,0-50-31,25-24 31,-26 49-31,-24 0 16,25 0-16,0 25 15,0 0 1,0 50 0,24 24-1,-49-24 1,0-25-16,0-1 15</inkml:trace>
  <inkml:trace contextRef="#ctx0" brushRef="#br0" timeOffset="97734.33">5457 2828 0,'0'-25'0,"0"0"16,0 0 15,25 25-31,0 75 31,-25-1-15,0-24-1,24-50 17,-24-25-17,25 0-15,0-24 16,0 24-1,0 25-15,-1 0 16,1 49 0,0-49-16,0 50 15,0-25-15,-25 0 16,24-25-16,-24 24 16,25 1-16,0-25 31</inkml:trace>
  <inkml:trace contextRef="#ctx0" brushRef="#br0" timeOffset="98844.34">7169 2778 0,'0'-25'0,"-25"25"0,25-24 15,-50 24 1,25-25-16,-49 25 16,49 0-16,0 0 0,-24 25 15,24-25-15,-25 74 16,25-49-16,25 24 16,25 1-1,25 0 1,-50-26-16,74-24 15,-49 0-15,0 0 0,0 0 16,-25-24-16,49-51 16,-24 50-16,-25-49 15,0-50 1,-49-50 0,24 149-16,0-74 31,0 50-31,25 24 0,0 0 0,0 0 31,0 50-31,0 49 31,50 75-15,-25-124-16,24 99 16,-24-74-16,0-25 0,24 49 15,-24-49-15,25 74 16,-25-99-16,-1 25 15,26 0 1,-25-50 0,0 25-16,-1-75 15,1 51-15,-25-1 0,50-25 16,-50 1-16,25-51 16,-25 75-16,24 1 31,-24-1-31,0 74 31,0 1-15,0-25-16,0 49 15,0-49-15,25 25 16,0-1 0,25-49-1</inkml:trace>
  <inkml:trace contextRef="#ctx0" brushRef="#br0" timeOffset="98994.33">7665 2456 0,'0'0'15,"-25"0"-15,0 0 0,25-25 16</inkml:trace>
  <inkml:trace contextRef="#ctx0" brushRef="#br0" timeOffset="99344.31">8111 2505 0,'-25'0'15,"1"0"1,-1 0-16,0 25 16,0 25-1,25-26-15,0 26 16,0-25 0,25 25-16,25 24 31,-1-24-31,1-26 31,-50 1-15,-50 25-1,25-50-15,-74 49 16,74-49-16,-49 0 16,49 0-1</inkml:trace>
  <inkml:trace contextRef="#ctx0" brushRef="#br0" timeOffset="99624.29">8657 2257 0,'0'0'0,"-25"0"0,25-25 0,0 1 31,25 48-15,24 76-1,-49 24 1,0-75-16,0 50 16,0-49-16,-24-25 0,24 25 15,-25-26-15,0 76 16,25-76-1</inkml:trace>
  <inkml:trace contextRef="#ctx0" brushRef="#br0" timeOffset="100194.19">8682 2729 0,'0'0'0,"0"-25"15,24 25 1,26-25 0,-25 25-16,74-25 15,-25 25-15,1-25 16,-25-24 0,-26 24-1,-24 0 1,0 0-16,-49 25 47,24 25-47,0 0 15,0 49 1,0-24 0,25-25-16,0 0 31,25-25-31,0 0 0,25 0 31,-25-50-15,-1-25-1,1 51 1,-25 48 15,0 26-15,0 0-1,25-25 1,0 24 0,0-49-16,-1 0 15</inkml:trace>
  <inkml:trace contextRef="#ctx0" brushRef="#br0" timeOffset="100594.2">9401 2480 0,'0'0'0,"0"-24"0,-25 24 0,25-25 31,25 25-15,25 49 0,-1 1-1,-49 0 1,0-26-16,25 1 15,-25 0-15,0-50 63,25-24-63,0 24 16,24-25 15,-24 25-31,0 50 31,0 25-15,-1 24-1,-24 1 1,-24-26 0,-1-24-16</inkml:trace>
  <inkml:trace contextRef="#ctx0" brushRef="#br0" timeOffset="101194.2">10269 2456 0,'0'0'0,"0"-25"16,-25 25-16,1-50 15,-1 25 1,0 25 0,25 75-1,-25-50-15,-24 74 16,49-74-16,0 49 15,24 1 1,26-1 0,24-49-1,-49-25-15</inkml:trace>
  <inkml:trace contextRef="#ctx0" brushRef="#br0" timeOffset="101514.13">10492 2580 0,'0'0'16,"25"0"-1,25-25 1,-1 0 0,26 0-1,-75-24 1,0-1-1,-25 25 1,-49 50 0,24 49-1,25 26 1,0-1 0,25-74-16,0 24 31,25-24-31,0 0 0</inkml:trace>
  <inkml:trace contextRef="#ctx0" brushRef="#br0" timeOffset="103214.01">12254 2183 0,'0'-25'0,"0"50"47,0 0-47,0-1 16,0 1-16,0 25 15,24-1-15,-24 26 16,0-50-16,0-1 16,0 51-16,0-26 15,0-24 1,25 0 0,-25-50 15,25 25-31,-25-49 0,25 49 0,-25-25 15,49 25 1,-49-25 0,25 50-1,-25 49 1,-25 1 0,-24-50-1,49-1-15,-25-24 16,0 0-16,0 0 15,1-49 1,24-1 0,0 25-1,24 25-15,1-25 16,0 25-16,0 0 16,49-24-16,25 24 31,25-25-31,-24-25 31,-26 1-15,-24-1-1,-26-24 1,-24 49 0,0 0-1,-74 50 1,24 49-1,50-49-15,0 25 16,0-26-16,0 1 16,25 0-16,0 25 15,49-26 1,1-24 0,-1-24 15,-49 24-31,25-50 0,-50 25 0,24 25 15,-24-74 1,25-25 0,-25-1-1,25 1 1,-25 50 0,0 73 30,-25-24-46,0 75 16,25 24 0,-24 0-1,24-74-15,24 49 16,1-24 0,0-25-16</inkml:trace>
  <inkml:trace contextRef="#ctx0" brushRef="#br0" timeOffset="103793.99">13221 2456 0,'0'0'0,"0"-25"15,25 25 1,74-25-1,-74 25-15,0-25 16,-1 25 0,1-49-16,-25 24 15,0 0 1,0 50 15,0 0-15,-25-1-16,25 1 0,0 50 31,0-51-31,0 1 16,0 0-1,50-25 1,-25-25 0,0-24-1,-1-1 1,1 50-1,-25 25 17,25-25-32,-25 25 15,25-25-15,0 24 16,-1-24 0,-24-24-16,50-26 31,-25-24-31,-25-1 31,25 50-15,-25 1-16</inkml:trace>
  <inkml:trace contextRef="#ctx0" brushRef="#br0" timeOffset="104133.97">13990 2431 0,'0'-25'16,"25"0"-16,-1 0 15,26 1-15,0-26 16,-26 25 0,1-24 15,-74 24-31,24 25 31,-50 25-15,26 49-1,24 25 1,25-24 0,0-51-16,0 1 15,25 0-15,0-25 0,-1 25 16,26-25-1</inkml:trace>
  <inkml:trace contextRef="#ctx0" brushRef="#br0" timeOffset="104464.02">14337 2381 0,'0'0'0,"25"0"0,0 0 31,0-25-31,49 1 16,-49-1-16,0 0 15,-25-25 1,-25 26 0,-25-1-1,1 74 1,-26 1-1,50 24 1,25-49-16,-25 50 16,25-51-1,25 1-15,50 0 16,-26-25 0</inkml:trace>
  <inkml:trace contextRef="#ctx0" brushRef="#br0" timeOffset="104913.99">14660 2232 0,'-25'-24'16,"50"24"15,-1 0-15,1 0-1,-25 24-15,0 1 16,25 25 0,-25-1-1,0-24 1,0-50 31,25 25-47,0-49 31,24-1-15,-24 25-1,25 25 1,-26 0 0,-24 25-1,25 25 1,-25-1-1,0-24-15,0 0 16,0 0-16,0 0 16</inkml:trace>
  <inkml:trace contextRef="#ctx0" brushRef="#br0" timeOffset="105493.88">15677 2009 0,'0'25'15,"0"0"-15,0 0 16,0 49-1,-25 25 1,-25-24 0,50 24-1,0-74-15,0 24 16,0-74 31,0 1-47,0-51 31,25-24-15,-25 74-16,0-49 15,0 49-15,0 0 0,25-49 16,0-1 0,-1 51-1,1-1 1,25 25-1,-25 25 1,-1-25-16,-24 24 16,0 1-16,0 25 15,-74 24 1,-25-24 0,24-1 15,51-49-31,-1 25 0</inkml:trace>
  <inkml:trace contextRef="#ctx0" brushRef="#br0" timeOffset="106363.87">16396 2381 0,'25'0'16,"-25"-25"0,25 25-16,-1-24 0,1-1 31,25 0-31,-25 25 0,-1-50 31,-24 26-31,0-26 16,0-24-1,-24-1 1,-26 26 0,25 49-1,25 24 1,-49 51-1,24-1 1,25 1 0,49-26-1,-24-24-15,50 0 16,-1 0 0,-24-1-16,-26-24 31,-48 0 0,-1 0-15,0 0-16,-25 0 15,26 0-15,-1 0 0,-50 0 16,1 25 0,49 0-1</inkml:trace>
  <inkml:trace contextRef="#ctx0" brushRef="#br0" timeOffset="107133.79">17016 1984 0,'0'0'0,"25"0"47,-25 25-16,0 0-31,0 0 0,0 0 16,25 49 0,-25 0 15,0-24-31,0 24 31,0-49-15,0-50 15,0 1-15,0-1-1,0-50 1,24-24-1,-24 74-15,25-49 16,-25 49-16,25 0 16,-25-49-16,50 0 15,-26 24 1,1 25 0,0 25 15,0 25-31,0 25 31,-25-1-15,0 1-1,0-1 1,-75-24 0,50 0-16,1 0 15,-1-25-15,0 0 0,0 25 31</inkml:trace>
  <inkml:trace contextRef="#ctx0" brushRef="#br0" timeOffset="107613.77">17785 2084 0,'0'0'0,"0"-25"0,-25 25 16,0 0 15,1 25-16,-1-25-15,0 24 16,0-24-16,-24 50 16,49-25-16,-50 0 15,25-1 1,0 1 0,50-25 15,0 0-31,74 0 31,0 0-15,1 0-1,-1 0 1,-50-25 0,-24 25-16,0-24 15,-25-1-15</inkml:trace>
  <inkml:trace contextRef="#ctx0" brushRef="#br0" timeOffset="107883.75">17785 2158 0,'0'0'0,"-25"0"16,25 25 31,0 0-47,0-1 16,0 76-1,0-1 1,0-25-1</inkml:trace>
  <inkml:trace contextRef="#ctx0" brushRef="#br0" timeOffset="111533.54">1935 3845 0,'0'25'31,"0"-1"16,25-24 62,-25 25-109,24-25 0,1 0 16,0 0-1,25 0 1,-26 0 0,1 0-16,25 0 15,-25 0-15,-1 0 0,51-25 16,24 25-1,-25 25 1,-24 0 0,24 0-1,-49-25-15,50 0 16,-50 0-16,24 0 16,75-50-16,50 1 31,24 24-31,-74 0 31,-49 25-15,-51 0-16,26 0 31,49 0-15,50 0-1,0 0 1,0-25-1,-100 0-15,51 25 16,-76 0-16,1-24 16,50 24-16,24 0 15,0-25 1,0 0 0,25 25 15,-99 0-31,74 0 0,-74 0 0,0 0 15,74 0 1,75 0 0,-1-25-16,26 0 31,-50 25-15,-125-25-16,51 25 15,-50 0-15,0 0 0,-1 0 16,26 0-1,24 0 1,1 0 0,49 0-1,-99 0-15,74 0 16,-74 0-16,24 0 16,1 0-16,-1 0 0,100 0 31,-99 0-31,49-24 0,50-1 31,0 25-15,-124-25-16,99 25 0,-100 0 0,1 0 15,74 0 1,1 0 0,-26 0-1,25 0 1,25 0-1,-99 0-15,74-25 16,-49 25-16,-25 0 16,74 0-16,-74 0 0,148 0 15,-123 0-15,99 0 16,49 0 0,25 0 15,-24 0-31,-149 0 0,173 0 31,-174 0-31,100 25 16,25-25-16,-1 0 31,-24 0-15,-99 0-16,24 0 15,-24 0-15,-25 0 0,74 0 16,75 0-1,-1 0 1,26 0 0,-26 0-1,-148 0-15,99 0 16,-74 0-16,-25 0 16,74 25-16,25-25 31,0 0-31,49 0 31,26 0-15,-150 0-16,100-25 0,-99 25 0,0 0 15,49 0 1,-50 0-16,150 0 16,-150 0-16,51 0 15,48-25 1,-24 25-1,-74 0-15,49 0 16,1 0 0,-26-25-16,-49 25 0,148 0 15,-123 0-15,49 0 16,50-49 0,-25 24 15,-99 25-31,74-25 0,-74 25 0,24 0 15,1-25 1,-25 25-16,74 0 16,-49 0-16,24 0 0,50 0 31,0-24-15,-99 24-16,74-25 15,-74 25-15,0 0 0,49 0 16,-49 0-16,49 0 15,-49 0-15,50 0 16,-1 0 0,1-25-1,-51 25-15,51 0 16,-50-25-16,-1 25 16,1-25-16,0 25 0,99 0 31,-99 0-31,74-24 0,25 24 31,-25-25-15,25 0-16,-99 25 0,74 0 31,-74 0-31,74 0 16,50 0-1,0-25 1,-25 25-1,-99 0-15,49 0 16,-49-25-16,0 25 16,24 0-16,51 0 15,-1-24 1,50 24 0,-25 0 15,-75 0-31,51 0 0,-76 0 0,1 0 15,50 0 1,-51 0-16,1 0 0</inkml:trace>
  <inkml:trace contextRef="#ctx0" brushRef="#br0" timeOffset="112183.5">18504 2257 0,'0'0'0,"25"0"15,-25-25 1,25 25 0,25 0-16,-1 0 31,-24 0-15,0 0-16,24 0 15,-24 0-15,0 0 16,0 0-16,24 0 15,-24 0-15,0 0 16,0 0 0,0 0-16</inkml:trace>
  <inkml:trace contextRef="#ctx0" brushRef="#br0" timeOffset="112463.56">18976 2084 0,'0'0'0,"-25"0"15,50 24 48,-1 1-48,-24 0-15,0 0 0,50 24 16,-25-49-16,0 25 16,-25 25-1,-25-25-15,-25-1 16,-24 1 0</inkml:trace>
  <inkml:trace contextRef="#ctx0" brushRef="#br0" timeOffset="116613.25">21134 595 0,'24'0'31,"-73"0"126,24 0-32,25 25-110,-25-25-15,25 25 16,-25 0 0,25 0-16,-49 24 31,24 26-31,25-1 31,0-49-31,0 24 16,0-24-16,0 50 0,25-1 31,0-24-15,49-50-1,-49 0-15,24 0 16,-24-25-16</inkml:trace>
  <inkml:trace contextRef="#ctx0" brushRef="#br0" timeOffset="116893.23">21382 967 0,'0'0'0,"-25"0"16,25-24-16,25 24 16,-1 0-1,51 0 1,24 0-1,-74 0-15,0-25 16</inkml:trace>
  <inkml:trace contextRef="#ctx0" brushRef="#br0" timeOffset="117283.21">21803 719 0,'0'0'0,"0"-24"31,0 48 16,0 1-31,0 0 0,0 0-16,0 0 0,0 49 31,0-49-31,0 0 0,0 49 31,0-24-31</inkml:trace>
  <inkml:trace contextRef="#ctx0" brushRef="#br0" timeOffset="117593.19">22275 1141 0,'0'25'31,"0"0"-15,0-1 0,-25 26-16,-25-25 31,-24 24-15,49-24-16</inkml:trace>
  <inkml:trace contextRef="#ctx0" brushRef="#br0" timeOffset="118443.22">22771 843 0,'0'0'0,"-25"0"15,0 0-15,50 0 110,0 0-95,0-24 1,-1 24-16,100 0 16,0 0-1,-49-25 1,-26 25-1,-73 0 32</inkml:trace>
  <inkml:trace contextRef="#ctx0" brushRef="#br0" timeOffset="118793.12">23391 620 0,'-25'0'16,"25"-25"-16,0 50 47,0 0-47,0 0 15,0 0 1,0 49-16,0 0 31,25 1-15,-25-1-16</inkml:trace>
  <inkml:trace contextRef="#ctx0" brushRef="#br0" timeOffset="119263.17">23639 595 0,'0'-24'0,"25"24"31,-25 24-15,24 26 0,26 0-1,-25 24 1,-25-49-16,0 49 16,0-49-16,-50 25 0,25-1 31,-74 50-31,25-49 15</inkml:trace>
  <inkml:trace contextRef="#ctx0" brushRef="#br0" timeOffset="122622.98">20315 695 0,'0'-25'16,"0"50"31,0-1-32,0 1-15,0 50 16,-25-51-16,0 51 16,25-50-16,0-1 0,-24 26 31,24 0-31,0-1 31,0-74 16,0 1-47,0-1 16,0-50-1,24 1 1,1-25-1,0 49 1,-25 25-16,25 1 16,0 24-16,-25-25 0,24 25 15,26-25 1,-50 0 0,0 50 15,0 0-16,0 0 1,0-1 0,-25 26-16,0-25 31,-24 24-15,24-49-1,25 25-15,-25-25 16,0 25-1</inkml:trace>
  <inkml:trace contextRef="#ctx0" brushRef="#br0" timeOffset="124132.82">26392 719 0,'0'25'78,"0"0"-78,0 0 0,0 74 31,0 25-15,0-25-16,-25-74 0,25 49 31,0-49-31,25-25 16,-25-25-1,0-49 1,0 0-1,25-1 1,-25 50-16,0-49 16,25 49-16,-25 0 0,25-49 15,-1 24 1,51 1 0,-50 24 15,24 25-31,-24 0 31,0 0-15,-25 25-16,0 0 0,-25-1 15,0 1 1,-24 25 0,-51-25-1,76-1-15,-26-24 16,25 0-16,0 25 0</inkml:trace>
  <inkml:trace contextRef="#ctx0" brushRef="#br0" timeOffset="124482.8">27112 645 0,'0'0'15,"-25"0"-15,-25 25 16,0 24-1,1 1 1,24-25-16,0 24 16,25-24-16,0 25 0,-25-25 15,25-1-15,0 76 16,50-100 0,-25 49-16,74 1 15</inkml:trace>
  <inkml:trace contextRef="#ctx0" brushRef="#br0" timeOffset="124742.86">27459 744 0,'0'0'0,"0"-25"0,0 50 31,0 0-15,0 25-1,0-1 1,0-24-16,0 25 16,0-26-16,0 1 0,25 25 31</inkml:trace>
  <inkml:trace contextRef="#ctx0" brushRef="#br0" timeOffset="124982.77">27608 1067 0,'0'-25'0,"24"25"31,-24 25-15,25-25-16,-25 49 16,0 1-1,-25-25 1,1 24 0,-26-49-1</inkml:trace>
  <inkml:trace contextRef="#ctx0" brushRef="#br0" timeOffset="125382.75">28153 744 0,'0'0'0,"-24"0"15,24 25 17,0 0-32,24-25 0,-24 74 31,25-49-31,-25 0 0,0 0 16,0 24-1,0 1 1</inkml:trace>
  <inkml:trace contextRef="#ctx0" brushRef="#br0" timeOffset="125742.8">28451 595 0,'0'0'0,"25"0"15,-25 25 1,25-25-16,24 50 16,26-1-1,-51 26 1,-24-50-16,-24 49 16,24-49-16,-50 0 0,0 24 31,26-49-31,-150 75 0</inkml:trace>
  <inkml:trace contextRef="#ctx0" brushRef="#br0" timeOffset="128032.59">20712 2480 0,'0'-24'0,"0"48"110,25-24-110,-25 25 0,25 0 15,-25 0 1,24 0-16,51 49 0,-75-49 15,49 25 1,1-1 0,-25-24-16,0-25 31,-1 0-15,1 0-1,-25-25 32,0 0-47,0 1 16,0-26-1,0 25-15,0-124 16,0 124 0,25-123-16,0 24 31,0 0-31,-25 99 0,0-25 31,0 25-31,24 1 0,-24-1 16,0 0-16,0-25 0,0 26 15,0-26 1,0 25 0,0 50 46,25-25-31,-25 25-15,25-25-16,0 0 16,0 0 15,-1 0-31,26 0 31,24 0-15,26 0-16,-76 0 0,76 0 31,-51 0-31,-24 0 0,74 0 16,-49 0-16,124 0 15,-150 0-15,100 0 16,0 0-1,-24 0 1,24 0 0,-100 0-16,76-25 15,-26 25-15,25 0 16,50-25 0,-74 25 15,-1 0-31,25 0 31,-74 0-31,99-25 16,-99 25-16,74 0 0,0 0 31,-24 0-15,-26-24-1,-24 24 1,0 0-16,49 0 15,-49 0-15,74 0 16,75 0 0,-25 0-1,-25 0 1,-75 0 0,-24 0-16,25-25 31,-1 0-31,75 25 0,75 0 31,-25 0-15,-26 25-16,-48-25 31,-51 0-31,26 0 16,-26-25-16,50 25 15,50 0 1,0 0-1,50 0 1,-150 0-16,100 0 16,-99 0-16,-1 0 0,26 0 15,-26 0-15,150 25 16,-150-25 0,100 0-16,99 0 31,0 25-31,-25-25 31,-173 0-31,99 0 16</inkml:trace>
  <inkml:trace contextRef="#ctx0" brushRef="#br0" timeOffset="129042.61">21927 2183 0,'0'0'0,"25"0"0,-25-25 47,-25 25 15,1 25-62,-1 0 16,0-1-16,-25 51 15,50-50-15,-49 99 16,49-100 0,0 51-16,49 24 31,1-24-31,-50-51 0,50 1 31,-26-25-31,1 0 16,0 0-16,25 0 0</inkml:trace>
  <inkml:trace contextRef="#ctx0" brushRef="#br0" timeOffset="129392.59">22423 2257 0,'0'25'62,"0"0"-46,-49-25-16,49 74 16,0-49-16,-25 99 15,25-99-15,-25 49 16,25 26-1,0-76 1</inkml:trace>
  <inkml:trace contextRef="#ctx0" brushRef="#br0" timeOffset="129982.48">22622 2580 0,'-25'0'16,"0"0"-1,50 0 95,0 0-95,24 0 1,-24 0-16,25 0 16,-25 0-16,49 0 15,-49 0-15,0-25 16,0 25-1,-50 0 32,0 0-47,25 25 32</inkml:trace>
  <inkml:trace contextRef="#ctx0" brushRef="#br0" timeOffset="130332.46">23316 2257 0,'-24'0'15,"24"25"1,0 0 0,-25-25-16,0 74 31,25-49-31,-25 25 0,25-26 15,0 26 1,0 0 0,50-1-16,-25-24 31,-1-25-31,1 0 16</inkml:trace>
  <inkml:trace contextRef="#ctx0" brushRef="#br0" timeOffset="130532.45">23490 2555 0,'0'-25'47,"25"25"-31,0 0-1,-1 0 1,1 0-16,25-25 31,-25 0-15,-1 1-16</inkml:trace>
  <inkml:trace contextRef="#ctx0" brushRef="#br0" timeOffset="130782.44">23912 2257 0,'0'0'16,"-25"0"-16,25 25 47,0 0-31,0 0-16,25 49 31,-25-49-31,0 24 0,0-24 15,0 0 1</inkml:trace>
  <inkml:trace contextRef="#ctx0" brushRef="#br0" timeOffset="131132.42">24259 2084 0,'0'0'0,"25"0"31,-25 24-16,25-24 1,-1 50 0,1 0-16,-25 49 31,-49 25-15,-26-25-1,26-25 1,24-74-16,0 50 15,0-50-15</inkml:trace>
  <inkml:trace contextRef="#ctx0" brushRef="#br0" timeOffset="131692.46">24507 2009 0,'0'0'0,"25"0"16,-25-25-1,25 25 1,24 0-1,-24 25 1,0 0 0,0 0-1,-25 0-15,-25-1 16,25 1 0,-25-25-16,0 25 31,25 0-31,75-25 31,-1 0-15,-49 0-16,49 0 0,-49 0 15,0 0 1,-25-25 0,25 25 93</inkml:trace>
  <inkml:trace contextRef="#ctx0" brushRef="#br0" timeOffset="132112.43">25549 2480 0,'0'0'0,"-25"0"16,0 0-16,0 0 0,1 0 15,-1 0 1,25-24 0,49-1 15,26 25-31,-1 0 15,-49 0-15,49 0 32,-24 0-32,0-25 0,24 0 31,-49 0-15,0 25-1,-25-24-15</inkml:trace>
  <inkml:trace contextRef="#ctx0" brushRef="#br0" timeOffset="132392.42">25698 2282 0,'0'0'16,"-25"25"15,25 0-15,0-1-16,0 1 15,0 0 1,0 0-16,-25 24 16,25-24-16,0 0 0,0 49 15,0-24 1,25-25-1,0 0-15</inkml:trace>
  <inkml:trace contextRef="#ctx0" brushRef="#br0" timeOffset="132812.4">26343 2084 0,'0'24'31,"-25"-24"-31,25 25 0,-25-25 16,-25 75 0,26-51-16,-1 26 31,25-25-31,0 0 0,0 49 0,25 25 15,-25 0 17,49-49-32,1-50 31</inkml:trace>
  <inkml:trace contextRef="#ctx0" brushRef="#br0" timeOffset="133262.37">26690 2257 0,'-25'0'16,"25"25"0,0 0-1,-25 24-15,0 26 16,25-1 0,-24-74-16,24 50 31,0-25-31,0-1 15,24-24-15</inkml:trace>
  <inkml:trace contextRef="#ctx0" brushRef="#br0" timeOffset="134482.22">26913 2480 0,'25'0'109,"0"0"-93,-1 0-16,26 0 16,25-24-1,-26-1 1,1 25 0,-25 0-1</inkml:trace>
  <inkml:trace contextRef="#ctx0" brushRef="#br0" timeOffset="135412.25">27533 2307 0,'0'-25'31,"0"0"-16,-25 25 17,1 25-32,-1 49 31,0-49-31,0 25 16,25-25-16,0 24 15,25 26 1,49-26-1,26-24 1,-51-25-16</inkml:trace>
  <inkml:trace contextRef="#ctx0" brushRef="#br0" timeOffset="135582.16">27781 2530 0,'-25'0'0,"25"-25"15,0 0-15,50 1 32,0 24-32,24 0 31,-49 0-31</inkml:trace>
  <inkml:trace contextRef="#ctx0" brushRef="#br0" timeOffset="135792.23">28178 2332 0,'0'0'0,"-25"0"0,1 0 0,-1 0 16,0 24 0,25 26 15,-25 24-31,25-24 15,25 0 17,25-26-32</inkml:trace>
  <inkml:trace contextRef="#ctx0" brushRef="#br0" timeOffset="136132.13">28277 2208 0,'0'24'0,"0"1"31,0 0-15,25 49-16,-25 1 31,0-1-15,-49 1-1,-26-1 1,26-49-1,49 0-15</inkml:trace>
  <inkml:trace contextRef="#ctx0" brushRef="#br0" timeOffset="136792.17">28352 2009 0,'25'0'47,"-1"0"-32,1 0-15,0 0 32,0 0-17,-25 25 1,25 0 0,-25 24-1,0-24 1,0 0-1,24-25 32,1 0-31,0 0-16,0 0 16,24 0 15,-24 0-31,50-50 0,-51 50 15,1-24-15,50-1 32,-26 0-32</inkml:trace>
  <inkml:trace contextRef="#ctx0" brushRef="#br0" timeOffset="137312.14">27806 1860 0,'0'0'0,"-25"0"0,75 0 46,-25-24-46,74 24 32,50-50-32,0 50 31</inkml:trace>
  <inkml:trace contextRef="#ctx0" brushRef="#br0" timeOffset="138092.1">29046 2480 0,'0'25'16,"0"-50"31,25 25-32,0 0-15,0-24 0,0 24 32,-25-25-32,74 25 0,-49 0 15,49 0 1,1 25 0,-26-1-1</inkml:trace>
  <inkml:trace contextRef="#ctx0" brushRef="#br0" timeOffset="138312.08">29146 2853 0,'0'0'0,"-25"0"15,74 0 1,-24 0-1,25-25-15,49 0 32,0 0-32,-24 0 15</inkml:trace>
  <inkml:trace contextRef="#ctx0" brushRef="#br0" timeOffset="139561.93">29815 2704 0,'0'0'0,"-25"0"0,25 25 47,25-25-47,0 0 47,0 0-31,-25 24-16,25 1 15,49 25 1,-24-1 0,-26-24 15,1-25-16,0-25 32,-25 1-31,0-1 0,25-50-1,-25-24 1,25 0-1,-1 0 1,-24-1 0,0 76-16,0-51 15,0 26-15,0-1 16,0-49 0,0 49 15,25 25-31,-25 1 62,0-1-46,0 0 15,25 25-15,-25-25-16,25 25 15,-25-25 1,0 1 62,0-1-31,25 25-47,-25-25 16,25 25-1,-1 0 1,1 0 0,-25-25-16,75 25 15,-51 0-15,26 0 16,49 0-1,0 0 1,25 0 0,-99 0-16,74 0 15,-49 0-15,-25 0 0,124 0 16,24 0 0,51 25 15,-1-25-31,-25 25 15,-123-25-15,98 25 32,-123-25-32,0 0 0,148 24 0,-148-24 15</inkml:trace>
  <inkml:trace contextRef="#ctx0" brushRef="#br0" timeOffset="140591.95">30832 2208 0,'0'0'0,"-25"0"16,1 0 15,-1 0-16,25 24 1,-25-24-16,0 25 16,0 0-1,1-25-15,-26 25 16,50 0 0,-25-1-16,0 1 31,25 0-31,25-25 15,25 0-15,-1 0 32,-24 0-32,0 0 0,49 0 0,26 0 31,-26 0-15,-49-25-16</inkml:trace>
  <inkml:trace contextRef="#ctx0" brushRef="#br0" timeOffset="140841.89">30857 2232 0,'0'0'0,"-25"0"0,0 0 15,25 25 1,-24 0-16,-26 74 15,25 0 17,0-24-32,25-26 31,0-24-31,50 0 16,-25-25-16</inkml:trace>
  <inkml:trace contextRef="#ctx0" brushRef="#br0" timeOffset="141061.92">31055 2480 0,'0'0'0,"25"-24"15,0 24 1,25 0-16,49 0 15,-74-25-15,24 25 32,-24 0-32,0 0 0,0 0 15</inkml:trace>
  <inkml:trace contextRef="#ctx0" brushRef="#br0" timeOffset="141291.91">31279 2307 0,'0'0'0,"-25"0"0,25-25 31,-25 25-31,25 25 32,0 0-32,0 24 31,0-24-31,0 25 0,0-1 15,-25-24-15,25 25 32,0-26-32</inkml:trace>
  <inkml:trace contextRef="#ctx0" brushRef="#br0" timeOffset="141611.89">31725 2332 0,'0'0'0,"-25"0"16,1 0 0,-51 49 15,1-24-31,49 25 15,25-26 17,0 1-32,50-25 31,49 0-15,0 0-1,-25 0-15</inkml:trace>
  <inkml:trace contextRef="#ctx0" brushRef="#br0" timeOffset="141861.88">31700 2381 0,'-24'0'0,"-1"0"0,0 0 15,0 0-15,25 50 32,0 24-32,0 25 31,0-74-31,0 50 16,0-50-16,-25-1 0,25 1 15,0 0-15</inkml:trace>
  <inkml:trace contextRef="#ctx0" brushRef="#br0" timeOffset="142681.76">29319 3621 0,'25'0'62,"0"0"-46,0 0-16,-1 0 16,76 0-1,-1 0 1,-74 0-16,24-24 15,-24 24-15,0 0 0,-25-25 16,25 25 0,-25 25-1</inkml:trace>
  <inkml:trace contextRef="#ctx0" brushRef="#br0" timeOffset="142931.74">29319 3870 0,'0'24'0,"-25"-24"15,50 0 32,0 0-47,0 0 16,49 0-1,1-24 1,24-1 0,-74 25-16</inkml:trace>
  <inkml:trace contextRef="#ctx0" brushRef="#br0" timeOffset="143761.77">29939 3845 0,'0'25'0,"-25"-25"16,25 24-1,25-24 1,25 50 0,-25-25-1,-1 0 1,1-25 0,-25-25 30,25 0-46,-25-25 32,50-49-32,-1-25 31,-24 74-31,0-49 16,0 74-16,-25 1 0,0-26 15,0 25-15,0-24 16,0 24-16,0 0 15,25 25 1,-25-25 0,24 25-1,1 0 17,0 0 46,25 0-78,-26 0 0,76 0 31,-1-25-15,-25 25-1,25 0 1,-24 0-1,-50 0-15,49 0 16,-24 0-16,-26 0 16,1 0-1,-50 0 48,25 25-63,-24-25 0,-1 0 15</inkml:trace>
  <inkml:trace contextRef="#ctx0" brushRef="#br0" timeOffset="144591.72">30386 3621 0,'0'25'16,"25"-25"-16,-1 0 31,51-49-31,-26 49 15,1 0 17,-25 0-32,0 0 31,-1 24-15,-24 26-1,-24-25 1,-26 25-1,25-50-15,-24 24 16,49 1-16,-25-25 0,0 25 16,-25 25-1,26-26 1,24 1 0,0 0 15,0 0-31,0 24 15,0-24 17,24 0-32,26-25 31,-25-25-15,0 25-16,-1-25 15,-24 1-15,25 24 0,0-50 16,0 0-1,-25 1 1,-25-1 0,-25 25-1,26 25-15,-1-24 16,-25-1 0,25 25-16,25-25 31,50 25 16,-25 0-47,0 0 0,49-25 31,0 0-15,-49 25-16</inkml:trace>
  <inkml:trace contextRef="#ctx0" brushRef="#br0" timeOffset="145031.62">31031 3795 0,'-25'0'0,"25"-25"16,-25 25-1,50 0 16,0 0-15,-1 0 0,26 0-1,-25 0-15,24 0 16,-24 0-16,0 0 16,25-24-16,-1-1 31,-24 25-31,0 0 15</inkml:trace>
  <inkml:trace contextRef="#ctx0" brushRef="#br0" timeOffset="145291.61">31006 4142 0,'0'0'0,"-25"0"0,50-24 32,0 24-32,24-50 31,-24 50-31,25 0 0,-1-25 15,-24 0-15,50 1 32,-1-26-32</inkml:trace>
  <inkml:trace contextRef="#ctx0" brushRef="#br0" timeOffset="145791.65">31651 3473 0,'0'-25'15,"25"25"17,-1 0-32,1 25 31,0 49-31,0-24 15,0-1 17,-25 1-32,-25-25 0,-25 24 31,25-24-31,-24 0 16,-1 25-1,1-50 1,24 0-1,25-25 1,25 25 0,-1-25-1,1 25 1,0 50 0,0-1 15,-25-24-31,25 0 0,-25 24 15,24-24-15,51 25 32,24-25-32</inkml:trace>
  <inkml:trace contextRef="#ctx0" brushRef="#br0" timeOffset="146381.54">31973 3919 0,'0'0'0,"0"25"16,0 0-1,0 0 1,25 24 0,-25-24 15,25-25-31,0 0 15,-25-25 17,24 0-32,-24 1 0,0-26 31,0 25-31,25-24 16,-25-75-1,0 24 1,0 51-16,0-26 15,0 50-15,25 1 16,0-1 15,-25 0-15,25 25 0,-1 0 15,1 0-31,0 0 0,50 25 15,-51-25 1,1 0 0,50 0-16,-1 0 31,-49 0-15,0-25-1,-1 25 1</inkml:trace>
  <inkml:trace contextRef="#ctx0" brushRef="#br0" timeOffset="147141.54">32172 3746 0,'24'0'47,"1"0"-47,0 0 15,0 24-15,0-24 16,24 25-1,-24 0-15,0-25 16,-25 25-16,25-25 16,-25 49-1,0-24 1,-25 0 0,-25 0 15,26 0-31,-1-1 0,0 1 15,0-25-15,25 25 32,-25-25-32,75 0 31,-25 0 0,-25-25-31,74 25 16,-49-25-1,25 25 1,-26 0 0,26 0-1,-25 0 1,24 0 0,-24 0 15,-25 25-16,25-25 17,-25-25 30,0 1-46,0-1-1,0 0 1</inkml:trace>
  <inkml:trace contextRef="#ctx0" brushRef="#br0" timeOffset="165810.47">967 5060 0,'-24'0'78,"-1"25"-63,0 0 1,0 0-16,0-1 16,25 1-16,-24 74 15,24-74-15,0 25 16,0 49 0,24-49-1,1-26 1,-25 1-16,50-25 15,-25 0-15,24-25 32,50-24-32,-24-26 15</inkml:trace>
  <inkml:trace contextRef="#ctx0" brushRef="#br0" timeOffset="166080.45">1439 5234 0,'0'-25'16,"24"25"-16,-24-25 15,0 75 16,0-25-31,0 49 32,0 0-32,0-49 0,0 25 31,0-25-31,0-1 0</inkml:trace>
  <inkml:trace contextRef="#ctx0" brushRef="#br0" timeOffset="166270.48">1463 5011 0,'0'0'0,"-24"0"0,24-25 16</inkml:trace>
  <inkml:trace contextRef="#ctx0" brushRef="#br0" timeOffset="166640.46">1687 4862 0,'0'0'0,"0"25"47,0-1-31,0 1-1,0 0-15,0 0 16,0 24 0,0 26-16,0-50 0,0 49 31,0-49-31,0 0 0,0 24 16,25 1-16,-1-25 31,1-25-16,0-25-15</inkml:trace>
  <inkml:trace contextRef="#ctx0" brushRef="#br0" timeOffset="167330.39">1712 5234 0,'0'0'15,"24"-25"17,1 25-32,0 0 0,25-25 31,-1 0-15,1 1-16,-25-1 31,-1 25-16,-24-25 1,0 50 31,0 0-47,25-1 16,-25 1-16,50 0 15,-25-25-15,-1 0 16,1 0-1,0-25 17,0 25-32,-25-25 0,0 1 31,0 48 78,0 1-109,0 0 16,0 0-16,0 74 16,0 25-1,-25 0 1,0-74-16,0 24 15,-24-24-15,-1-1 32,1-24-32,-1 0 31,25-25-31</inkml:trace>
  <inkml:trace contextRef="#ctx0" brushRef="#br0" timeOffset="167990.31">2629 4837 0,'0'0'0,"0"25"16,0 0 15,0-1-31,25-24 16,-25 25-16,25 50 15,-25-51-15,0 51 16,0 24 0,0-25-1,0-49 1,0-50 31,50-24-47,-26 24 31,1 0-15,0 25-16,0 0 0,0 50 31,-25-25-31,0-1 15,0 26 1,-50-25 0,0-25-1,26 0-15,-26 0 16,25 0 0,0-25-16,0 25 0,1-25 15,24 0-15</inkml:trace>
  <inkml:trace contextRef="#ctx0" brushRef="#br0" timeOffset="168310.36">3125 4738 0,'0'24'47,"0"1"-32,0 0-15,0 0 0,0 49 16,0-49-16,0 50 15,0-51-15,0 26 0,0 24 32,-24 1-32,24-50 15</inkml:trace>
  <inkml:trace contextRef="#ctx0" brushRef="#br0" timeOffset="168910.33">3249 5135 0,'0'-25'0,"25"25"16,0 0-1,-25-25-15,50 25 16,-26 0 0,1 25-1,0 24 1,0-24-1,-25 0-15,0 0 32,0 0-32,-25-1 0,-25 1 31,1-25-15,24-25-16,0 1 31,25-1-31,0 0 15,0 0-15,25 25 16,0-25 0</inkml:trace>
  <inkml:trace contextRef="#ctx0" brushRef="#br0" timeOffset="169210.31">3696 4986 0,'0'0'0,"-25"0"16,0 25-16,-24 24 31,24 1-16,25-1 1,0 1 0,49-25-1,26-25 1,-1-25 0</inkml:trace>
  <inkml:trace contextRef="#ctx0" brushRef="#br0" timeOffset="169540.29">3870 4762 0,'0'0'0,"-25"-24"0,0 24 15,25-25 1,-25 25 0,25 25 15,25-1-15,0 51-1,-25-50-15,25 74 16,-25-74-1,24 24-15,-24 26 32,25-50-32</inkml:trace>
  <inkml:trace contextRef="#ctx0" brushRef="#br0" timeOffset="169960.27">4142 4762 0,'-24'0'16,"-1"0"-1,25 25-15,-25 0 16,25 0-16,-50 25 15,50-26-15,-24 1 0,-26 25 32,0-1-32,26-24 31,-1-25-15,50-25-1,-1 1 1,51-1-1,-26 25 1,1 25 0,24 24-1,-49 1 1,0-1 0</inkml:trace>
  <inkml:trace contextRef="#ctx0" brushRef="#br0" timeOffset="170610.23">4911 4887 0,'-24'0'16,"-1"0"-16,0 0 0,0 0 0,0 0 15,0 0 1,-24 49-1,49 26 17,25-26-32,-1-24 31,51-25-15,-25-25-16,-26 0 31,-24 1-31,0-76 15,0 51-15,0-1 16,-49-74 0,24 74-1,25 26 1,-25-1 0,25 50-1,0-1 16,0 26-31,0 49 32,50 1-32,-1-26 31,1-24-15,-25-50-16,24 24 0,-24-24 15</inkml:trace>
  <inkml:trace contextRef="#ctx0" brushRef="#br0" timeOffset="170840.14">5135 4812 0,'0'0'0,"0"-25"0,0 0 15,0 1-15,0-1 16,0 74-1,24-24 17,26 75-32,-50-26 31,25-49-15,0 0-16</inkml:trace>
  <inkml:trace contextRef="#ctx0" brushRef="#br0" timeOffset="171010.21">5184 4663 0,'0'0'0,"0"-25"0,-25 25 15,50 0 16,-25 25-31</inkml:trace>
  <inkml:trace contextRef="#ctx0" brushRef="#br0" timeOffset="171360.19">5779 4663 0,'0'0'0,"-24"0"0,-26 0 16,25 0-1,25 25 1,-25 25 0,25-1-1,25 26 1,25-26-1,-25 1 17,-25 0-32,-25-26 31,-74-24-15,-1 0-16,76 0 0,-1-24 31</inkml:trace>
  <inkml:trace contextRef="#ctx0" brushRef="#br0" timeOffset="171630.1">5904 4465 0,'0'0'16,"0"25"0,0-1-16,0 26 31,0-25-31,0 24 16,24-24-16,-24 0 0,25 25 0,0 74 31,-25-50-31</inkml:trace>
  <inkml:trace contextRef="#ctx0" brushRef="#br0" timeOffset="172180.16">6325 4688 0,'0'0'0,"25"0"16,-25-25 15,-25 25 0,0 0-31,1 0 16,-51 25-1,50 25 1,25-26-16,0 1 16,0 0-16,25-25 0,0 0 15,25 0 1,-26-50-1,-24 26 17,0-51-32,-24 75 31,24 25-15,0 0-1,24 24 1,1 26-1,25-25 1,-25-50-16,-1 24 16,1-24-16,0 0 15</inkml:trace>
  <inkml:trace contextRef="#ctx0" brushRef="#br0" timeOffset="172560.12">6672 4564 0,'0'0'32,"-49"0"-32,49-25 0,25 25 0,49 0 31,-24 50-15,-26 24-16,-24-24 31,0-25-16,0-1-15,0-48 32,25-1-17,25-25 1,-25 50-16,0-25 16,-1 25-1,-24 25 1,25 0-1,-25 25 17,0 24-32,0-49 31</inkml:trace>
  <inkml:trace contextRef="#ctx0" brushRef="#br0" timeOffset="172810.04">7441 4564 0,'0'0'0,"-49"-25"15,24 25-15,0 0 0,0 0 0,-24-25 16,24 25 0,25 50-16,25 24 15,0-49 1,-1 25-1,-24-25-15,50-1 32,-25 1-32,24-25 0,1 0 15</inkml:trace>
  <inkml:trace contextRef="#ctx0" brushRef="#br0" timeOffset="173130.11">7541 4688 0,'-25'0'0,"74"0"31,51-25-15,-76 25-16,51-25 16,-50 1-16,-25-1 15,0 0-15,-25 0 16,0 25-1,-25 0 17,1 50-32,-1-25 31,50 24-31,0 1 16,50-25-16,24-1 0,50 26 31,-25-50-31</inkml:trace>
  <inkml:trace contextRef="#ctx0" brushRef="#br0" timeOffset="173780.07">8582 4514 0,'0'-24'32,"25"24"-32,0-25 15,0 25 1,0 0 0,-1 0-16,1 0 0,0 25 15,-25-1 1,0 26-1,0 24 1,-50-74-16,26 25 16,-1-25-16,0 0 15,0 0-15,0 0 16,1-49 0,-1-26-1,25 26 1,25-1-1,-1 50-15,26-25 32,-25 25-32</inkml:trace>
  <inkml:trace contextRef="#ctx0" brushRef="#br0" timeOffset="174109.96">8880 4390 0,'50'0'31,"-26"25"-15,26 25 0,-25-1-1,-25-24 1,-25 0 0,0-25-16,0 25 15,25-50 16,0 0-31,25-49 32,25 24-32,0-24 31,-26 74-31,1-25 16,0 25-16,0 0 0,0 0 0,24 0 15</inkml:trace>
  <inkml:trace contextRef="#ctx0" brushRef="#br0" timeOffset="175309.96">9872 4266 0,'0'-24'47,"25"24"-47,-25-25 32,0 74-17,0-24-15,0 0 16,0 0-16,25 49 15,-25-49-15,0 0 0,25 24 32,-1 26-32,-24-50 15</inkml:trace>
  <inkml:trace contextRef="#ctx0" brushRef="#br0" timeOffset="175709.86">9773 4341 0,'0'0'0,"0"-25"0,0 0 16,0 0-16,0 1 16,25-1-1,0 0-15,24 25 16,-24 0-1,25 0-15,49 25 32,0 24-32,-74 26 31,0-75-31,-25 49 16,0-24-16,0 0 0,-25 25 0,-25-1 31,1 26-16,-26-26 1,50-49-16,-24 0 16,49 25-16,-25-25 15</inkml:trace>
  <inkml:trace contextRef="#ctx0" brushRef="#br0" timeOffset="176089.88">10641 4266 0,'0'0'0,"0"-24"0,-25 24 31,1 24-16,-1 1 1,-25 50 0,25-51-1,1 26 1,24-25 0,24-25 15,1 0-16,25 0-15,49-25 32,25 25-32,0 0 31,-99 0-31,24 0 16,-24-25-16,0 25 0</inkml:trace>
  <inkml:trace contextRef="#ctx0" brushRef="#br0" timeOffset="176359.83">10765 4291 0,'0'0'0,"-25"0"0,1 0 47,24 25-32,-25-25-15,25 25 0,0 24 32,-25-49-32,25 25 0,0 25 0,0 24 31,25-24-15,49-1-16</inkml:trace>
  <inkml:trace contextRef="#ctx0" brushRef="#br0" timeOffset="176979.87">11633 4390 0,'0'0'0,"-24"-24"0,-26 24 0,25 0 31,-24-25-15,-1 50-16,25 24 31,0-24-16,25 25 1,25-26 0,0-24-16,25 25 15,-26-25-15,1 0 16,0-25 0,0-24-1,-25-26 1,-25-24-1,25 74-15,-25-49 32,0 24-32,25 26 0,-24-1 31,-1 25-15,25 25 15,25 24-16,-25-24-15,24 49 16,-24-49-16,25 50 16,0-1-1,25 0 1,24-24 0,-24-50-1</inkml:trace>
  <inkml:trace contextRef="#ctx0" brushRef="#br0" timeOffset="177179.86">11931 4291 0,'0'0'0,"-25"0"16,25 25-1,0 0 1,0 24-1,0 1 1,25-25 0,0 0-16,0-25 15,-25 24-15</inkml:trace>
  <inkml:trace contextRef="#ctx0" brushRef="#br0" timeOffset="177359.85">11857 4217 0,'0'0'0,"0"-25"0,0 0 15,24 25 1,1 0 0,0 0-16</inkml:trace>
  <inkml:trace contextRef="#ctx0" brushRef="#br0" timeOffset="177729.81">12328 4242 0,'-25'0'31,"25"24"-15,-25-24-16,25 25 16,-24 0-16,24 0 31,0 0-31,24-1 16,-24 1-16,25-25 0,0 25 0,49 25 31,-49-26-16,-25 26 1,-49-25 0,24-25-16,-50 0 15,51 25-15,-1-25 0,0 0 16,-25-25 0</inkml:trace>
  <inkml:trace contextRef="#ctx0" brushRef="#br0" timeOffset="178029.77">12700 4018 0,'0'0'0,"0"-24"0,0 48 31,0 1-15,0 0-1,25 74 1,24-24 0,-49-51-16,50 26 15,-25 0-15,0-1 16,-25 26-1,0-51 1</inkml:trace>
  <inkml:trace contextRef="#ctx0" brushRef="#br0" timeOffset="178599.72">12750 4341 0,'0'0'0,"49"0"16,-24 0 0,25 0-1,-26 0-15,100 0 16,-99 0-16,74 0 16,-24-50-1,-75 25 1,0 1-1,-50-1 17,1 25-32,-1 25 31,0-1-15,50 26-16,0-25 31,25-25-16,0 25-15,25-25 16,-26 0-16,1-25 16,25-25-1,-25 25 1,-25-24 0,0 74 30,0-1-30,0 1 0,0 0-16,25 25 31,24-1-15,-24-49-16,49 25 0</inkml:trace>
  <inkml:trace contextRef="#ctx0" brushRef="#br0" timeOffset="179039.75">13469 4192 0,'0'0'0,"0"-25"0,0 0 16,0 1 0,0 48-1,0 1 1,0 25-1,0-25-15,0 24 32,0-24-32,0 0 0,0 0 31,25-25-15,-25-25-1,25 0 1,-1 25-16,1-50 15,0 50-15,-25-24 0,50-1 16,-26-25 0,1 75 15,-25 0-31,25 0 16,-25-1-16,0 1 15,25 0-15,-25 0 0,0 0 31,25-1-31,24-24 32,-24 0-32</inkml:trace>
  <inkml:trace contextRef="#ctx0" brushRef="#br0" timeOffset="179279.74">14139 4192 0,'0'0'0,"-25"0"15,25-25-15,-25 25 16,-25 0 0,26 0-16,-1 25 15,25 0-15,-25-25 0,0 49 16,0-24 0,25 25-1,50-1 1,24-24-1,-49-25-15,0 0 16</inkml:trace>
  <inkml:trace contextRef="#ctx0" brushRef="#br0" timeOffset="179629.68">14139 4291 0,'0'0'0,"24"0"31,1 0-31,0 0 16,49 0-1,1 0 1,-50-25 0,-25-24-1,-50-1 1,-24 25-1,24 25 17,25 75-32,25-1 31,0-49-31,0 25 16,0-26-16,75 26 0,24 24 31,-49-74-31</inkml:trace>
  <inkml:trace contextRef="#ctx0" brushRef="#br0" timeOffset="182739.54">769 6176 0,'25'0'15,"-25"25"48,25 0-32,-1-25 0,1 0-31,0 0 16,-25 25-16,50-25 16,-1 0-1,-24 0-15,49 0 16,-49 0-1,0 0-15,25 0 32,24 0-32,25 25 31,-74-25-31,49-25 16,-49 25-16,0 0 0,49 0 0,1-25 31,-25 25-16,24 0 1,25 0 0,-74 0-16,74-25 15,-74 0-15,0 25 0,74-24 16,0-1 0,0 25-1,1 0 1,-1 0-1,-50 0-15,26-25 32,-50 25-32,0-25 0,49 0 0,25 1 31,0-1-15,1 0-16,-1 0 31,-74 25-31,74 0 15,-74 0-15,-1-25 0,51 25 16,24-24 0,0 24-1,50 0 1,-25-25 0,-99 25-16,74 0 15,-74 0-15,0 0 0,49 0 16,-24-25-16,99 0 15,-125 25-15,100-25 32,0 25-32,-24-25 31,-1 25-15,-74 0-16,99 0 0,-99 0 15,74-24 1,50-1-1,-50 25 1,25-25 0,-99 25-16,49 0 15,-49 0-15,0-25 0,99 25 16,49 0 0,1-25-1,-75 25 1,-24 0-1,-51 0-15,26 0 32,-25-24-32,0 24 0,49 0 0,75-25 31,24 25-15,-24 0-16,-25-25 31,-99 25-31,50-25 15,-51 25-15,1 0 0,74-25 16,50 25 0,25-24-1,-25 24 1,-1-25 0,-123 25-16,99 0 15,-99 0-15,25 0 0,74-25 16,49 0-1,51 0 17,-26 1-32,-24-1 31,-125 25-31,75 0 16,-74 0-16,-25 0 0,99-25 0,0 25 31,0-25-16,25 25 1,-1-25 0,-98 25-16,49 0 15,-74 0-15,25-24 0,49 24 16,75-25 0,24 25-1,0-25 1,-49 0-1,-124 25-15,74-25 32,-74 25-32,0 0 0,25-24 0,-26 24 0,100-50 31,-74 50-31,49-25 16,50 25-16,25 0 31,-125-25-31,50 25 15,-49 0-15,-25 0 0,24-24 16,-24 24-16,99 0 16,-99-25-16,50 25 15,73 0 1,-48 0 0,-76 0-16,51 0 15,-50 0-15,-1 0 0,51 0 16,24 0-1,25 0 17,-25-25-32,-24 0 31,-50 25-31,49-25 16,-49 25-16,0 0 0,24-24 0,-24 24 0,74 0 31,-74 0-31,74 0 15,0-25 1,1 25 0,-26 0-1,25 0 1,-24 0 0,-26 0-1,-24-25 1</inkml:trace>
  <inkml:trace contextRef="#ctx0" brushRef="#br0" timeOffset="185989.28">1761 6722 0,'0'25'141,"-25"-25"-141,25 25 31,-24-25-31,24 24 16,0 1-16,-25 25 16,0-25-16,25 49 15,-25 25 1,25 50-1,0-99-15,0 99 32,0-125-32,0 26 0,0 24 0,0-24 0,0 49 15,0-74-15,0 25 32,0-26-32,0 1 31,0-50 16,0 1-32,0-1 1,0 0 0,0 0-1,25 0 1</inkml:trace>
  <inkml:trace contextRef="#ctx0" brushRef="#br0" timeOffset="187279.28">2059 6995 0,'25'0'78,"-25"-25"-46,24 25-32,1 0 0,0 0 0,25-25 15,-26 25-15,1 0 32,25 25-32,-25 50 31,-25-51-31,0 76 15,0-76-15,0 1 0,-25 50 16,25-51-16,-25 76 16,0-76-16,0 1 15,25 0 1,25-75 0,-25 26-16,75-51 15,-75 50-15,24-24 0,26-1 16,-25 25-16,74-74 15,-99 74-15,50-24 32,-1-1-32,-24 1 15,-25 24 17,0 0-32,0 0 0,0 0 31,-25 25-31,0 50 15,1-25 1,-26 74 0,50-74-16,-50 24 15,50-24-15,-24 0 0,24 0 16,0 0-16,0 24 16,24-49-16,1 25 15,99-25 1,-24 0-1,-76-25-15,26 0 16</inkml:trace>
  <inkml:trace contextRef="#ctx0" brushRef="#br0" timeOffset="187529.19">3026 7045 0,'0'0'0,"-25"0"0,1 0 0,-1 0 16,74 0-1,1 0 1,49-25 0,0-25-1,-74 50-15,50 0 16,-51-25-1,26 1-15,-25 24 0</inkml:trace>
  <inkml:trace contextRef="#ctx0" brushRef="#br0" timeOffset="188179.23">3994 6573 0,'-25'-25'16,"0"25"-1,0 0 1,0 25 0,1 0-1,-1 0-15,0 24 16,0 1-1,25 0-15,0-1 32,50-24-32,24 0 15,-49-25-15,0 25 32,-25 0-32,0-1 15,-25 1 1,-25 0-1,-24 25 1,24-26 0,26-24-16,-1 0 15</inkml:trace>
  <inkml:trace contextRef="#ctx0" brushRef="#br0" timeOffset="188979.18">4366 6276 0,'-25'0'15,"0"0"16,25 24 16,0 1-31,0 0-16,0 49 16,0 50-1,0 0 1,25-24-1,-25-1 17,0-74-32,0 74 0,0-74 15,0 0-15,0 24 0,0 1 32,25-25-32,-25-1 31,0-48 31,0-1-46,24 25-16,-24-25 16,25 0-1</inkml:trace>
  <inkml:trace contextRef="#ctx0" brushRef="#br0" timeOffset="189459.15">5011 6821 0,'0'0'0,"-25"0"0,0 0 32,50 0-1,0 0-15,49-25-16,75 1 31,0-1-16,-125 25-15,51 0 16,-50 0-16,-1-25 16,1 25-1,0-25 1</inkml:trace>
  <inkml:trace contextRef="#ctx0" brushRef="#br0" timeOffset="189789.1">5283 6573 0,'0'0'0,"-24"0"0,24-25 15,-25 25 1,25 25 31,0 0-47,25 25 16,-1 24-1,1 0 1,-25 26-1,0-26 17,0-24-32</inkml:trace>
  <inkml:trace contextRef="#ctx0" brushRef="#br0" timeOffset="190389.11">5953 6152 0,'-25'0'0,"25"-25"15,0 50 63,0-1-62,0 1-16,0 25 16,0-25-16,0 49 15,0-49-15,0 0 0,0 24 16,0-24-16,0 124 16,0-124-16,25 74 15,-25 25 1,0 0-1,0-50 17,0-49-32,0 0 0,0-50 47,25 25-32,-25-25 1,0 1-1,0-1 1</inkml:trace>
  <inkml:trace contextRef="#ctx0" brushRef="#br0" timeOffset="192578.97">6300 6424 0,'-24'0'0,"-1"0"94,25 25 93,0 0-171,25-25-16,-25 25 0,24 0 16,1-25 30,0 0 17,0 0-47,0 0-1,-1 0-15,1 0 16,0-25-1,25 25 1,-26-25 0,-24 0-1,25 0 1,0 1 0,-25-1-1,-25 25 126,25-25-141,0 50 78,0 0-78,0-1 16,0 1-1,0 0-15,0 25 16,25 24-1,-25 0 17,0-49-32,0 25 0,0-25 15,0 24-15,0 26 32,-50-1-32,1-24 31,49-25-16,-25-25 1,0 0 0,25-50-1,-25-24 1,25-1 0,0 25-1,25 50-15,0-24 16,-25-1-1,25 25-15,0-25 32,24 0-32,26 0 15,-26 25 1</inkml:trace>
  <inkml:trace contextRef="#ctx0" brushRef="#br0" timeOffset="193138.94">7119 6573 0,'-25'0'0,"0"0"15,1 0 1,48 0 93,1 0-93,0 0-16,49-25 16,50 1-1,-99 24-15,50-25 16,-26 0-1,-24 0-15,-50 50 63,0-25-63,1 0 16,24 25 15</inkml:trace>
  <inkml:trace contextRef="#ctx0" brushRef="#br0" timeOffset="193688.91">7838 6176 0,'0'0'0,"0"-24"31,-25 24 31,1 24-46,24 1 15,0 0-31,0 0 0,0 0 16,0-1-1,0 51-15,0-50 0,0 49 32,24-24-32,1-1 15,0-24 17,0-25-32,0 0 15,-1 0 1,1 0-16,0-25 15,0 0 1,-25 1 0,0-1-1,0 0 1</inkml:trace>
  <inkml:trace contextRef="#ctx0" brushRef="#br0" timeOffset="193938.9">7739 6424 0,'0'0'0,"-25"0"0,0 0 32,50-24-1,0 24-16,0 0 1,0 0-16,99-25 16,-100 25-16,51-25 15,-1 0 1</inkml:trace>
  <inkml:trace contextRef="#ctx0" brushRef="#br0" timeOffset="194338.8">8359 6028 0,'0'24'47,"25"1"-31,25 0-1,-26 49 1,-24 1 0,-49 49-16,-26 0 15,-24-25 17,50-74-32</inkml:trace>
  <inkml:trace contextRef="#ctx0" brushRef="#br0" timeOffset="197958.59">1712 8359 0,'24'0'157,"-24"25"-157,0 0 31,25-25-31,-25 25 15,0-1 1,0 51 0,0 24-1,0-74-15,0 74 16,0-74-16,0 0 0,0 49 16,0-49-16,0 74 15,0-74-15,0 25 16,0 49-1,0-50 17,0-24-32,0 0 0,0 0 15,0 0-15,0-50 141</inkml:trace>
  <inkml:trace contextRef="#ctx0" brushRef="#br0" timeOffset="198908.61">2208 8830 0,'-25'0'31,"25"25"16,-25 0 46,25 0-61,0-50 93,50 25-125,-26 0 15,1 0 1,-25-25-16,25 25 0,49-25 16,-49 25-1,0 0-15,25-24 16,-26 24-1,-48 0 142</inkml:trace>
  <inkml:trace contextRef="#ctx0" brushRef="#br0" timeOffset="199428.59">2729 8483 0,'-25'0'31,"25"25"63,0 0-78,-25 0-16,25 49 0,0 50 31,25 0-16,-25-99-15,25 24 16,-25-24-16,0 0 0,24-25 16,-24 25-16,25-25 15</inkml:trace>
  <inkml:trace contextRef="#ctx0" brushRef="#br0" timeOffset="205668.23">3101 8830 0,'0'-24'32,"-25"24"30,25 24 16,25-24-62,-1 0-1,1 0-15,0 0 0,0 0 0,74-24 32,-49-1-32,24 0 0,25 0 15,-74 25 17,-50 0-1,25 25-31,-25-25 15</inkml:trace>
  <inkml:trace contextRef="#ctx0" brushRef="#br0" timeOffset="206208.19">3919 8359 0,'-49'0'16,"24"0"-16,0 0 15,50 0 17,0 0-17,-1 0 1,-24 25 46,0 0-46,0 0 0,0-1-16,0 1 0,0 25 31,0-25-31,0-1 0,0 51 15,0 24 1,0-25 0,0-49-1,25-25 1</inkml:trace>
  <inkml:trace contextRef="#ctx0" brushRef="#br0" timeOffset="207078.14">4266 8012 0,'0'25'172,"0"0"-157,0-1 1,0 1-1,0 0-15,0 25 32,0-1-32,25-24 0,-25 25 15,0-26-15,25 26 32,-25 24-32,25 26 31,0-51-16,-1 1 1,-24-25-16,0-1 16,0 1-16,0-50 140,0 1-108</inkml:trace>
  <inkml:trace contextRef="#ctx0" brushRef="#br0" timeOffset="207728.11">4762 8409 0,'0'0'0,"-24"0"0,-1 25 16,0-25-16,0 0 16,0 0-16,50 0 93,-25-25-93,25 25 0,0 0 0,0 0 32,49-25-32,1-25 15,24 26 17,-50 24-32,1-25 31,-25 25-16,0 0 1,-25 25 0,24-25-1,1 0 1,0 0-16,0 0 16</inkml:trace>
  <inkml:trace contextRef="#ctx0" brushRef="#br0" timeOffset="208318.07">5011 8186 0,'0'0'0,"0"-25"0,-25 0 15,25 0 1,25 25-1,-50 0 32,25 25-31,-25-25 0,25 25 15,0 0-31,0-1 15,0 1 1,25-25 0,-25 50-1,25-1 1,-1-24-16,-24 25 16,0-25-16,0 24 15,0-24 1,0 25-1,25-26 1,0 1 0</inkml:trace>
  <inkml:trace contextRef="#ctx0" brushRef="#br0" timeOffset="209197.97">5655 7813 0,'0'0'0,"-24"0"0,24-24 16,0 48 77,0 1-93,0 0 32,0 25-32,0-1 31,0 51-16,24-26 1,-24 0 0,25-49-16,0 50 15,-25-51-15,25 1 16,0 25 0,-25-25-1,0 24 1,0-24-1,0 0 1,0-50 140,0 0-140</inkml:trace>
  <inkml:trace contextRef="#ctx0" brushRef="#br0" timeOffset="-208519.45">6028 8161 0,'-25'0'16,"25"25"-1,-25-25 157,50 0-47,-25-25-125,25 25 0,24 0 0,1-25 32,-25 0-32,24 0 0,-24 1 15,0 24 1,0 0-1,-1 0-15</inkml:trace>
  <inkml:trace contextRef="#ctx0" brushRef="#br0" timeOffset="-207609.43">6747 7764 0,'0'-25'31,"0"0"-15,0 0 15,0 50 204,0 0-235,0 0 15,25 0 1,-25-1-1,0 1-15,0 50 0,24-51 16,-24 26 0,0 25-1,0-26 1,25-24 0,-25 0-1,0-50 141</inkml:trace>
  <inkml:trace contextRef="#ctx0" brushRef="#br0" timeOffset="-205839.53">7342 7813 0,'0'25'171,"-25"-25"-30,50 0 547,0 0-642,0 0-30,0 0 0,-1 0-16,1 0 15,0 0-15,0 0 16,0-25-16,-1 25 0,1 0 0,0-24 16,0 24-16,0 0 15,-1 0-15,-24-25 0,25 25 0,0 0 16,0 0-1,0 0 1,-50 0 15,0 0 1,25 25 14</inkml:trace>
  <inkml:trace contextRef="#ctx0" brushRef="#br0" timeOffset="-205189.57">7962 7466 0,'-25'0'31,"25"25"126,0 0-157,0 0 0,25-1 0,-25 1 15,0 74 1,0 1 0,0-76-16,0 26 15,0-25-15,0 0 16,25-1-16,-25 1 15,25-25 1,-25-25 0,0 1-1</inkml:trace>
  <inkml:trace contextRef="#ctx0" brushRef="#br0" timeOffset="-204449.69">8334 7193 0,'0'-24'15,"0"-1"1,25 25-1,-25-25 1,0 50 78,25-25-79,-25 25-15,0-1 16,0 1 0,25 50-1,-25 73 1,25-24 0,-1 25-1,-24-25 1,0-99-16,25 74 15,-25-74-15,0 25 16,0-1-16</inkml:trace>
  <inkml:trace contextRef="#ctx0" brushRef="#br0" timeOffset="-202439.73">1439 10418 0,'24'0'563,"1"0"-547,-25-25-16,25 25 15,-25-25-15,25 25 0,0 0 0,-1-24 16,1 24-1,0 0-15,0-25 0,0 25 16,0-25-16,-1 25 0,1 0 16,0 0-16,-25 25 15,0 0-15</inkml:trace>
  <inkml:trace contextRef="#ctx0" brushRef="#br0" timeOffset="-202139.75">1538 10765 0,'0'0'16,"-25"0"-16,0 0 15,0 0 1,75-25 15,-25 25-15,49-24-1,-49 24-15,50-25 32,-51 25-32,1 0 0,0-25 0,0 25 15</inkml:trace>
  <inkml:trace contextRef="#ctx0" brushRef="#br0" timeOffset="-201089.8">2580 9872 0,'0'-25'31,"-25"25"-15,25-24 31,0 48-1,0 1-46,25-25 16,-25 50-16,49 49 16,1 25-1,-50-99-15,25 74 32,0-74-32,-25 0 0,0 49 0,24-49 15,-24 74 1,0-74-16,25 25 15</inkml:trace>
  <inkml:trace contextRef="#ctx0" brushRef="#br0" timeOffset="-200419.86">2927 9971 0,'0'0'0,"0"-24"15,0-1 1,50 25 0,-50-25-1,24 0-15,26 0 16,-25 25-16,24 0 15,1 25 1,0 50 0,-26 24-1,-24-49-15,0-1 32,0-24-32,0 0 0,-24 24 0,-1-24 15,-25 50 1,25-75-16,1 24 15,-1-24-15,0 0 32,25-24-17,0-26 1,25 25 0,24 25-1,1 0 1,24 25-1,-24 0 1,-25 0-16,0-25 16,-1 24-1</inkml:trace>
  <inkml:trace contextRef="#ctx0" brushRef="#br0" timeOffset="-199629.89">3671 9575 0,'-25'0'15,"25"-25"-15,-25 0 16,25 0 0,0 0-1,0 50 95,25-25-110,0 0 15,0 25 1,25 49 0,-50-49-16,24 99 15,1-99-15,-25 25 0,25 24 16,0-24-16,0 74 15,-1-99-15,-24 49 16,50 0 0,-25 1-1,-25-50-15,25-1 32,-25 1-32,24-25 15</inkml:trace>
  <inkml:trace contextRef="#ctx0" brushRef="#br0" timeOffset="-199009.92">4539 9872 0,'0'0'0,"-25"0"16,50 0 47,25 0-48,-25 0 1,-1 0-16,51 0 15,-1 0-15,1 0 32,-224 0-32,372-25 15,-198 25-15,0 0 16,0 0-16,74-24 16,-74 24-16,24-25 15,-24 25-15</inkml:trace>
  <inkml:trace contextRef="#ctx0" brushRef="#br0" timeOffset="-198609.95">4837 9624 0,'0'0'0,"0"-25"16,0 1 15,0 48-15,0 1-1,0 25 1,25-1 0,-25 26-1,0 49 17,0-99-32,0 49 0,0-49 15,0 0-15,25 24 16,24-24-1,-49 0-15</inkml:trace>
  <inkml:trace contextRef="#ctx0" brushRef="#br0" timeOffset="-198109.98">5581 9203 0,'0'0'0,"0"-25"16,-25 25 15,25 25-31,0-1 16,0 51-1,25-26 1,0 75 0,0 0-1,-25 25 17,24-124-32,-24 49 0,25-49 15,-25 0-15,25 0 16,25 0-1,-26-1-15</inkml:trace>
  <inkml:trace contextRef="#ctx0" brushRef="#br0" timeOffset="-197570.01">5928 9376 0,'0'0'0,"0"-25"0,0 1 16,0-26-16,25 50 31,25 0-16,-25 25-15,-1 0 16,1-1 0,-25 1-16,25 25 15,-25 49 1,-74 0 0,24 0-1,25-99-15,25 25 16,0-25 15,50-49-15,-1-1-1,1 25 17,-25 0-32,0 25 0,-1 0 15,1 25 1,0 0-1,25 0-15,-1-25 32,50-25-17,-74 25-15</inkml:trace>
  <inkml:trace contextRef="#ctx0" brushRef="#br0" timeOffset="-197220.03">6524 9103 0,'0'0'0,"-25"0"15,25 25 17,0 0-17,25 74 1,-1 50 0,26-50-1,-50-74-15,25 49 16,-25-49-16,0 0 0,25 25 15,-25-26 1</inkml:trace>
  <inkml:trace contextRef="#ctx0" brushRef="#br0" timeOffset="-195220.14">2902 10244 0,'-25'0'31,"1"0"79,-1 0-95,0 25 1,0 0 15,75-25 0,-50-25-15,25 0 0,24 1-16,1-26 31,-1 25-16,-24 25-15,-50 0 63,1 25-63,-1 0 16,0 0-1,0-25 1,0 24-1</inkml:trace>
  <inkml:trace contextRef="#ctx0" brushRef="#br0" timeOffset="-194010.21">5779 9525 0,'25'0'31,"0"-25"1,0 25-32,0 0 15,0 0 1,-50 0 46,0 0-46,0 0 0,0 25-1,0-25-15,1 0 16,24 25-16,-25-25 15,0 25 1,0-25 31,50 0-16,0-25-15,49 0-1,1 0-15,-50 25 32,-1 0-17,-48 0 1,-51 25 0,50-25-1,-24 0 1</inkml:trace>
  <inkml:trace contextRef="#ctx0" brushRef="#br0" timeOffset="-192560.29">1712 11460 0,'0'25'31,"0"-50"32,24 25-48,1-25-15,0 0 0,0 25 0,74-49 32,0-1-17,-74 50-15,0 0 16</inkml:trace>
  <inkml:trace contextRef="#ctx0" brushRef="#br0" timeOffset="-192310.38">1712 11807 0,'0'0'0,"-25"0"0,25 25 16,-50-25-16,75-25 31,0 0-16,74-24-15,25-1 32,0 0-17,-74 26-15</inkml:trace>
  <inkml:trace contextRef="#ctx0" brushRef="#br0" timeOffset="-191810.34">2704 10988 0,'0'0'16,"0"-24"-16,25-1 31,24 25-16,26 25-15,-26-1 32,-24 76-17,-25-76-15,0 26 16,0-25-16,0 0 0,-50 49 16,-24 1-1,24-51 1,26 1-1,-1-25 1,25-49 0,49-1-1,1 25 17,24 0-32,1 25 31,-1 25-16,-74 0-15,25-25 0,0 25 16,-25 0-16,0-1 16,25 1-1</inkml:trace>
  <inkml:trace contextRef="#ctx0" brushRef="#br0" timeOffset="-191560.35">3349 11187 0,'-25'0'15,"50"0"1,-25-25 0,74 25-16,-49 0 15,99-25 1,-99 25-16,74-25 15,-25 1-15,-24-1 32,24 0-17,-49 25-15</inkml:trace>
  <inkml:trace contextRef="#ctx0" brushRef="#br0" timeOffset="-191260.44">3646 10840 0,'0'0'0,"-25"0"0,1 0 15,24 49 16,0 1-31,24-25 16,1 74 0,-25-74-16,0 49 15,50 1 1,-25 24 0,0-50-1</inkml:trace>
  <inkml:trace contextRef="#ctx0" brushRef="#br0" timeOffset="-190770.4">4167 10815 0,'0'0'0,"0"-25"0,0 0 15,25-24-15,49-1 32,1 50-17,-50 0-15,24 50 16,-24-26-16,-25 51 16,-25 24-1,-24-25 1,-26 26-1,26-76 1,24 1-16,0-25 16,0 0-1,25-25-15,0 1 32,25-1-32,25 25 31,24 0-16,-49 0-15,24 25 0,-24-25 16,25 24 0,49 26-1,-25-25 1,1 0 0,-50 0-1</inkml:trace>
  <inkml:trace contextRef="#ctx0" brushRef="#br0" timeOffset="-190490.49">4961 10765 0,'0'0'0,"-25"25"0,0-25 0,1 0 15,-1 0-15,74 0 32,1-25-17,-25 0-15,99 25 16,-99 0-16,-1-24 0,76-1 16,-1-25-1,-25 25 1,-49 1-16</inkml:trace>
  <inkml:trace contextRef="#ctx0" brushRef="#br0" timeOffset="-190210.5">5011 11013 0,'0'0'0,"-25"0"16,50 0 0,-1-25-1,76-24 1,-1 24 0,0-25-1,-74 50-15,24-24 16,-24 24-16,0 0 0,0-25 15,0 0 1,-1 25 0</inkml:trace>
  <inkml:trace contextRef="#ctx0" brushRef="#br0" timeOffset="-189640.46">6152 10418 0,'0'0'0,"-25"0"0,0 0 32,-25 25-32,1 0 31,-1 49-16,25-24-15,1-26 16,-1 26 0,0-25-16,0 0 15,0-1 1,75-24 0,0 0-1,-26-24-15,76-1 16,-76 0-16,1 25 0,74-50 15,1 26 1,-1 24 0,-25-50-1,-24 50 17,-25 0-32,-1 0 31</inkml:trace>
  <inkml:trace contextRef="#ctx0" brushRef="#br0" timeOffset="-189220.48">6251 10418 0,'0'0'16,"-25"0"-16,0 0 0,0 0 31,25 25 32,25-25-17,-25 25-14,0-1-32,0 1 15,0 25 1,0 24 0,25 50-1,-25-99-15,25 49 16,-25-49-16,0 0 0,49 49 15,-24-24 1</inkml:trace>
  <inkml:trace contextRef="#ctx0" brushRef="#br0" timeOffset="-186670.71">1315 14114 0,'24'0'15,"-48"0"32,-1 0-31,0 0-1,-49 25 1,-26 49 0,26 0-1,49-24-15,0 49 16,25-74-16,0 0 0,25 49 15,-25-49-15,99 74 16,-74-74-16,74 0 16,50-25-1,0-50 1</inkml:trace>
  <inkml:trace contextRef="#ctx0" brushRef="#br0" timeOffset="-186240.65">1786 14089 0,'-25'0'0,"0"0"16,25 25 15,0 0-31,25 24 15,0 75 1,-25-74-16,25 24 16,-25-24-1,25-25-15,-25 24 0,0 1 32,0-75-17,0 0 1,24-24-1,51-50-15,-75 74 16,74 0 0,-49 25-16,25 0 15,-1 99 1,-24 25 0,-25 0-1,0-99-15,0 49 16,0-49-16,0 0 0</inkml:trace>
  <inkml:trace contextRef="#ctx0" brushRef="#br0" timeOffset="-185850.75">2729 14486 0,'0'-25'32,"49"0"-32,1 25 15,24-49 1,-49 24-16,25 25 16,-1-25-1,-49 0-15,-25 25 16,1 0-1,-26 0 1,-24 0 0,74 25-1,-75 50-15,75-51 0,-25 26 32,25 0-32,50-1 15,49-49 16,-74 0-31,25 0 0,-26 0 16</inkml:trace>
  <inkml:trace contextRef="#ctx0" brushRef="#br0" timeOffset="-185420.7">3473 14238 0,'0'-25'16,"-25"50"15,0 0-15,0-25-16,0 24 15,-24 51 1,49-50-16,-25 24 16,25-24-16,0 50 15,74-1 1,-24-24-1,-25 24 1,-25-24 0,-50-50-1,25 24-15,-24-24 0,24 0 32</inkml:trace>
  <inkml:trace contextRef="#ctx0" brushRef="#br0" timeOffset="-185060.78">4118 14337 0,'-50'0'0,"50"-25"0,-25 25 15,0-25-15,-24 1 16,-1 24-1,50 24-15,-25 26 16,25-25-16,25 25 16,50-1-1,-1 26 17,0-26-32,-74-24 15,50 0-15,-50 0 0,-25-1 31,-74 26-31,-50-25 32,0-25-17,125 0-15,24-25 16</inkml:trace>
  <inkml:trace contextRef="#ctx0" brushRef="#br0" timeOffset="-184440.76">5209 13866 0,'0'0'0,"-25"0"15,0 0 1,25 25 15,0-1-31,25 26 16,-25-25-16,50 74 15,-25-25-15,-1 26 16,-24-1 0,0 0-1,0-24 17,0-51-32,25-73 15,0 24 16,49-74-31,-24 49 32,0 50-17,-26 0-15,1 25 16,-25 25 0,0-26-16,-25 76 15,25-76-15,-49 26 16,-26 24-1,1-49 1,49-74 0,25 24-1,0-50-15</inkml:trace>
  <inkml:trace contextRef="#ctx0" brushRef="#br0" timeOffset="-184070.78">5978 14312 0,'25'0'15,"0"0"1,-1 0-16,1 25 16,0-25-1,-25 50 1,0-25-16,0 24 15,0-24-15,0 0 0,-25 0 16,-49 24 0,24-24-1,1-25 17,24-25-32,0-24 0,25 24 15,0 0-15,0-25 0,0 26 0,0-76 31,0 75-31,25 1 0,24-1 32,26 50-32</inkml:trace>
  <inkml:trace contextRef="#ctx0" brushRef="#br0" timeOffset="-183640.84">6772 14287 0,'0'0'0,"-50"0"0,25-24 15,-49 24-15,24 0 0,-49-25 32,74 25-32,0 49 0,1 51 15,24-26 16,49 1-31,1-51 32,-25-24-32,24-74 15,-24 74-15,0-74 16,0-1 0,-25 25-1,0 26 1,0 48-1,0 1 1,24 75 0,1-51-1,50 1 17,-26-25-32,-24-25 15</inkml:trace>
  <inkml:trace contextRef="#ctx0" brushRef="#br0" timeOffset="-183320.86">6896 14362 0,'0'0'0,"0"-25"0,0 0 15,0 0 1,25 25 0,49 50-1,0 25 1,-49 24-1,-25-50 1,0-24 0,-25-25-1,25-25-15,-24-24 32,24-26-32,49-24 15,1 25 16,-1 49-31,-24 25 16,50 0 0,-1 0-16,0 25 0</inkml:trace>
  <inkml:trace contextRef="#ctx0" brushRef="#br0" timeOffset="-182870.85">8037 14362 0,'0'0'0,"-25"0"0,0 0 16,-74-25 0,24 25-1,26 0 17,-1 50-32,50-25 15,-25-1-15,25 1 0,0 0 0,50 0 31,0-25-31,24 0 32,-24-75-17,-26 1 1,-24 49-16,25-25 16,-25 1-16,0 24 0,0-74 15,-25-50 1,25 75-1,-24 74 1,24 74 0,0-24-1,0 74-15,0-100 0,49 100 32,-24-24-32,25-1 15,-1-49 1</inkml:trace>
  <inkml:trace contextRef="#ctx0" brushRef="#br0" timeOffset="-181960.9">9500 14436 0,'0'0'0,"0"-24"0,0-1 16,0 0 0,0 0-1,-25 25 1,-24 0 0,-75 0-1,0 25 1,49 49-1,75 1 1,25-26 0,25-49-1,-1 25-15,-24-25 0,0 0 0,25-25 32,24-49-32,-49-25 15,-25 24 16,0 50-31,-25-74 0,25 50 16,0 24-16,0-50 16,-25 51-16,0-76 15,25 76-15,0-1 16,-24 25 0,24 25-1,-25 74 1,25-74-16,0 74 15,0-50-15,0-24 0,49 74 16,26 1 0,-1-26-1,1-49 17,-51 0-32,26-25 0,-25-50 15,0 25-15,-1 1 0,1-51 31,0 1-31,-25-1 32,0 50-17,0 50 1,-25-25-16,25 75 16,0-51-16,0 1 0,0 50 15,0-1 1,50 1-1,49-26 1,-25-49 0</inkml:trace>
  <inkml:trace contextRef="#ctx0" brushRef="#br0" timeOffset="-181770.97">10021 14114 0,'0'0'16,"-25"0"-16,0-25 0,-49 0 15,49 0 1,50 25 0</inkml:trace>
  <inkml:trace contextRef="#ctx0" brushRef="#br0" timeOffset="-181471">10319 14287 0,'0'0'0,"0"-24"0,0-1 15,-25 25-15,0 0 31,0 49-31,50 1 32,0 25-17,0-1 1,-25-49-16,49 24 16,-49-24-16,0 0 15,0 0-15,-74-25 16,-25-25-1,24-25 1</inkml:trace>
  <inkml:trace contextRef="#ctx0" brushRef="#br0" timeOffset="-181151.01">10815 13965 0,'0'0'0,"0"-25"16,0 0-16,0 1 15,-25 24 1,25 24-1,0 26-15,0 49 16,0-49-16,0 74 16,25-25-1,0 0 17,-1-24-32,1-50 15</inkml:trace>
  <inkml:trace contextRef="#ctx0" brushRef="#br0" timeOffset="-180611.01">10889 14387 0,'0'0'16,"0"-25"-1,25 25-15,74-25 16,25 0-1,25-24 1,0-1 0,-99 50-1,24-50-15,-74 26 0,-50 24 32,1 0-32,-50 49 15,24 1 16,50-1-31,25-24 16,0 0 0,0 0-16,25-25 0,0 25 15,49 0 1,-24-50 0,-25-50-1,-25 26 1,0 24-16,0-25 15,0 25 1,0 50 15,0 0-31,0 74 32,49 1-32,-49-76 15,25 51-15,-25-50 0,0-1 16,25 1-1</inkml:trace>
  <inkml:trace contextRef="#ctx0" brushRef="#br0" timeOffset="-180241">11832 14263 0,'0'0'0,"0"-25"0,0 0 0,-25 0 16,25 50-1,0 25 1,0 24 0,0-49-1,50 0-15,-50 0 0,0-1 16,24-24 0,1 0-16,0-49 15,25-26 16,-26 75-31,1-74 0,0 74 16,-25-25-16,25 25 16,0 25-1,-1 74 1,-24 0 0,-24-24-1,24-26 1</inkml:trace>
  <inkml:trace contextRef="#ctx0" brushRef="#br0" timeOffset="-179991.09">12700 14213 0,'0'0'0,"-25"0"0,0 0 0,-24 0 15,-26 0-15,26 50 32,24-1-17,25 26 1,0-50-16,50 24 16,-50-24-16,24 0 15,1 0-15,50-1 16,-51-24-16</inkml:trace>
  <inkml:trace contextRef="#ctx0" brushRef="#br0" timeOffset="-179691.09">12923 14337 0,'0'0'0,"-25"0"0,50 0 31,0 0-15,49 0 0,-49-50-16,25 50 15,-25 0-15,-25-49 16,-25 24 0,-50 50-1,26 49 1,49-49-16,-25 25 15,25-25-15,0-1 16,50 26-16,-1 0 16,26-50-1</inkml:trace>
  <inkml:trace contextRef="#ctx0" brushRef="#br0" timeOffset="-173611.43">14213 14287 0,'0'0'0,"0"-24"0,-25-26 15,50 50 16,0 25-15,0 0 0,24 49-1,1 25 1,-50-24 0,-25-26-1,-49-24 1,49-25-16,-25-25 15,25 1 1,1-1-16,24 0 0,0-74 16,0 74-1,0-50-15,24 26 32,1 49-32,0 0 15,0 25-15,0-25 0,-25 24 16,24 1-1,1 0-15</inkml:trace>
  <inkml:trace contextRef="#ctx0" brushRef="#br0" timeOffset="-173291.46">14684 14287 0,'25'-24'0,"0"-1"15,0 25-15,0 0 16,-1 0-16,-24 25 15,50 49 1,-25 1 0,-25-51-1,25 51-15,-25-50 16,0-1 0,-25 1-16,0-25 15,25-99 16,25 0-31,0 74 16,24-25 0,-24 25-16,0 25 0,0-24 15,24 24 1,1 24 0</inkml:trace>
  <inkml:trace contextRef="#ctx0" brushRef="#br0" timeOffset="-171571.49">16123 14486 0,'-25'0'0,"25"25"78,0 0-78,0-1 0,0 1 0,0 0 0,25 99 31,-25-50-31,0 26 0,0-1 32,-25-25-17</inkml:trace>
  <inkml:trace contextRef="#ctx0" brushRef="#br0" timeOffset="-171221.59">16049 14635 0,'0'0'0,"-25"-25"0,25 0 0,0 0 0,0-24 32,74 24-32,1 50 15,-1 24 16,-24 51-31,-50-76 16,0 76 0,0-76-16,0 1 0,0 50 15,-25-51-15,-25 100 16,25-99-16,-24 50 16,-50-1-1,24-24 1,50-26-1</inkml:trace>
  <inkml:trace contextRef="#ctx0" brushRef="#br0" timeOffset="-170611.54">16991 14635 0,'0'0'0,"25"0"0,0 0 0,0-25 15,-1 25-15,26 0 16,-25 0-16,0 0 15,24 25 1,-24 0 0,-25 74-1,-50-74-15,-24 74 32,49-74-32,-24 49 0,-26 25 15,75-24 16,0-26-31,50-24 32,24-25-17,-24 0 1,-1 0 0,-24-50-1,-74 1 1,-26-50-1,50 74-15,-49-50 16,49 26-16,0-26 16,1-24-1,73 25 17,50 74-32,-74 0 15,25 25-15,-25-1 0,-1-24 16,26 25-1,-25 0-15</inkml:trace>
  <inkml:trace contextRef="#ctx0" brushRef="#br0" timeOffset="-169811.65">18182 15056 0,'-25'0'0,"0"0"15,25-24-15,-25 24 32,1 0-32,-26 49 15,25-49-15,0 50 31,25-25-31,0-1 0,0 1 0,0 25 32,25-25-17,25-25 1,-1-25 0,-24 0-16,-25-49 15,25 49-15,-25 0 0,0-49 16,25-26-1,0 1 1,-25 25 0,0 49-1,0 0-15,-25 25 32,25 50-32,-25 24 0,25-24 15,-25 49-15,25 50 31,25-25-31,25-50 32,-50-49-32,49 0 15,-24-25-15,0 0 16</inkml:trace>
  <inkml:trace contextRef="#ctx0" brushRef="#br0" timeOffset="-169611.63">18628 15255 0,'0'0'0,"-24"-25"0,-1 25 15,0 0 1,25 25 0,0 24-16,0 26 15,25-50-15,0 0 31,-1-1-31</inkml:trace>
  <inkml:trace contextRef="#ctx0" brushRef="#br0" timeOffset="-169421.69">18876 15106 0,'0'0'0,"-24"0"0,-1 0 0,0 0 0,-25 0 16,26 0-1,73 0 1</inkml:trace>
  <inkml:trace contextRef="#ctx0" brushRef="#br0" timeOffset="-169141.69">19000 15255 0,'0'0'0,"-24"0"0,-1 0 15,0 0 1,25 25 0,0 24-1,25 26 1,24 24-1,-24-74 1,-25 0-16,0-1 16,-25-24-1,-24 25-15,-50-25 32,-1-25-32,76-24 15</inkml:trace>
  <inkml:trace contextRef="#ctx0" brushRef="#br0" timeOffset="-168871.65">19397 15205 0,'0'0'0,"-25"0"31,25 25-31,0 25 16,-24-26-1,24 51-15,0-50 0,0 0 16,0 24 0,0-24-16,24 49 0,-24-49 15,25 0-15</inkml:trace>
  <inkml:trace contextRef="#ctx0" brushRef="#br0" timeOffset="-168371.68">19546 15478 0,'25'-25'31,"0"25"-31,0 0 15,-1 0-15,51 0 16,-50 0-16,-1 0 0,51-24 16,-26-1-1,-24 0 17,-25 0-32,-25 25 15,1 25-15,-26 0 31,25 0-31,0-1 0,1 1 0,-1 50 32,25-51-17,49-24 1,26-49 0,-50 49-16,-1-50 15,-24 1 1,25 24-16,-25 50 31,0-1-15,0 51-1,0-50-15,0-1 32,0 26-32,0-25 15,50-25-15,-1 0 31</inkml:trace>
  <inkml:trace contextRef="#ctx0" brushRef="#br0" timeOffset="-168021.7">20439 15429 0,'0'-25'0,"0"0"16,-25 25-1,25 25 16,0 0-15,0-1-16,0 26 16,25-50-1,0 25 17,24-50-32,-24 25 15,0-50-15,0 50 0,0 0 16,-25 25-1,0 25 17,0-1-17,0-24 1,0 0 0,24-25-16</inkml:trace>
  <inkml:trace contextRef="#ctx0" brushRef="#br0" timeOffset="-167841.71">21258 15354 0,'0'-25'0,"-25"0"0,-50 25 32,51 0-32,-100 50 0,99-50 15,0 75-15,25-1 31,50-24-31,24-50 32,-49 0-32</inkml:trace>
  <inkml:trace contextRef="#ctx0" brushRef="#br0" timeOffset="-167411.73">21431 15404 0,'0'25'15,"0"-1"1,25-24-16,25 25 16,24-25-1,-24-49 17,-26-1-32,-24 0 15,-24 50-15,-26 0 31,25 0-31,0 25 0,-24 74 32,24-49-17,75 0 1,-26-50-16,51 24 16,-50-24-16,24 0 0,1 0 15,-25 0-15,49 0 16,-49 0-1,-50 0 32,0 0-47</inkml:trace>
  <inkml:trace contextRef="#ctx0" brushRef="#br0" timeOffset="-162572.01">1587 16222 0,'0'0'15,"-24"0"-15,24 25 0,-25 0 0,-25 74 32,25 50-17,25-25 1,0-25 0,0-74-1,25-25-15,-25-50 47,25 1-47,-25-50 16,0-75-1,25 149-15,-25-99 16,0 74-16,25 26 0,-25-26 16,24 25-1,26 50 16,0 99-31,-25 0 32,-1-99-32,-24 49 15,25-49-15,-25 0 0,0 0 16,0 0 0,25-50-1,25-124 1,24-25-1,-49 125-15,24-51 16,-24 76-16,0-1 0,25 0 16,-26 25-1,1 74 1,0 26 0,0 24-1,-25-100-15,0 76 31,0-51-31,0-24 0,25 50 0,24-26 32,-24-49-32</inkml:trace>
  <inkml:trace contextRef="#ctx0" brushRef="#br0" timeOffset="-162172.11">2977 16222 0,'0'0'16,"-50"0"-16,25 25 0,0-25 15,-24 50-15,24-50 0,0 24 16,25 1-16,0 0 16,0 0-1,25-25-15,49 25 31,-24-50-31,0-25 32,-50 1-17,0 24-15,0-25 16,-25 50-16,25 25 47,25 25-32,-1-1 1,-24-24-16,75 50 31,-50-75-31,-1 24 0,1 1 16</inkml:trace>
  <inkml:trace contextRef="#ctx0" brushRef="#br0" timeOffset="-161972.04">3200 16297 0,'-25'0'16,"25"-25"-16,50 25 15,-1 25 1,50 24 0,-74-49-16,50 25 15,-51-25-15,1 25 0,50 0 16,-26-25-1,-24 0 1</inkml:trace>
  <inkml:trace contextRef="#ctx0" brushRef="#br0" timeOffset="-161742.06">3721 16197 0,'0'-24'0,"0"48"0,-25-73 16,0 24-1,0-25-15,25 26 32,-25 24-32,25 49 15,-24-24-15,-26 49 16,0 75 0,1 0-1,-26 0 1,75-99-16</inkml:trace>
  <inkml:trace contextRef="#ctx0" brushRef="#br0" timeOffset="-161012.14">5358 15503 0,'-25'0'31,"0"0"-15,0 0-1,1 0-15,-1 0 16,-74 74 0,24 50-1,75-74-15,-25 99 31,1-100-31,24 1 0,0 99 0,24 24 32,26-24-17,49-74 1,-24-1 0,-26-74-16,26 25 15,-51 0-15,1-25 0,0 0 16</inkml:trace>
  <inkml:trace contextRef="#ctx0" brushRef="#br0" timeOffset="-158072.26">6028 15503 0,'0'25'16,"-25"-25"15,25 25 16,0-1-47,0 1 0,0 174 16,0 24-1,0-25 16,0-173-31,0 74 0,0-74 16,25 0-16,-25 0 16</inkml:trace>
  <inkml:trace contextRef="#ctx0" brushRef="#br0" timeOffset="-157782.33">6276 15825 0,'24'25'62,"1"0"-62,0 0 0,25-25 0,49 124 32,-74-99-32,49 74 15,-49-74-15,0-1 0,24 1 16,-24 0-16,25 0 16,-26-25-16</inkml:trace>
  <inkml:trace contextRef="#ctx0" brushRef="#br0" timeOffset="-157522.37">6747 15825 0,'-25'-24'0,"0"24"0,25-25 16,-49 25-1,49 25 16,-25-1-31,25 1 16,-75 124 0,51-124-16,-26 99 15,0 0 1,1-50 0,49-49-16</inkml:trace>
  <inkml:trace contextRef="#ctx0" brushRef="#br0" timeOffset="-157222.39">7243 16049 0,'0'0'0,"-25"0"15,0 0-15,50 0 32,25 0-17,74 0 1,0-25-1,-99 0-15,24 25 16</inkml:trace>
  <inkml:trace contextRef="#ctx0" brushRef="#br0" timeOffset="-156842.34">8037 15776 0,'0'0'0,"0"-25"0,-25 25 0,0 0 16,0-25 0,0 25-1,1 50-15,-1-25 16,25-1-16,0 1 0,0 25 15,49 24 1,26 1 0,-25-26-1,-26-24-15,-24 0 16,0 0-16,0-1 0,-49 1 16,-51 25-1,1-50 16,50 0-31,49-25 16</inkml:trace>
  <inkml:trace contextRef="#ctx0" brushRef="#br0" timeOffset="-156342.37">8359 15503 0,'0'0'16,"0"-25"-16,-25 25 31,25-25-15,0 50 46,0 0-46,0 25-16,0-1 15,25 100 1,-25 25 0,0-26-1,0-123-15,0 74 16,0-74-16,0 0 0,0 25 16,0-1-1,0-49 16</inkml:trace>
  <inkml:trace contextRef="#ctx0" brushRef="#br0" timeOffset="-155922.43">8954 16321 0,'0'25'32,"0"0"-1,25-25-31,-25 25 0,0 49 15,0-49-15,-25 50 16,-49-1 0,-25-24-1,49-50 1</inkml:trace>
  <inkml:trace contextRef="#ctx0" brushRef="#br0" timeOffset="-155002.52">9798 15577 0,'0'-24'15,"25"24"63,-25 24 63,0 1-125,0 0-1,0 49-15,0 50 31,24-74-31,1 49 16,-25-49-16,0-25 0,25 74 16,-25 50-1,0-50-15,0-25 32,25-49-17,0-25 1</inkml:trace>
  <inkml:trace contextRef="#ctx0" brushRef="#br0" timeOffset="-154322.48">10244 15801 0,'0'0'0,"-24"0"15,24-25 1,0 50 0,49 49-1,26-24 1,-26-1-1,50-49 1,-74 0-16,25-25 16,-50 1-1,25-1-15,-25-25 16,-25 1 0,25 24-1,-25 25 16,25 25-15,-25-25 0,25 99-1,0 25-15,0-25 32,0 25-17,0-74-15,0 24 16,-25-49-16,25 0 0,-24 24 15,-1 1 1,-25 0 0,25-50-1,1 0 1,24-25-16,0 0 31,0 0-31,0 0 0,24-24 0,26-26 31,0 50-31,24 25 32,-24 0-17,-26 0-15</inkml:trace>
  <inkml:trace contextRef="#ctx0" brushRef="#br0" timeOffset="-154042.57">11013 16272 0,'-25'0'0,"25"-25"16,25 25 15,0 0-15,0 0-1,0-25-15,24 25 0,-24 0 16,25 0 0,-1 0-1,-24 0-15,0 0 16</inkml:trace>
  <inkml:trace contextRef="#ctx0" brushRef="#br0" timeOffset="-153612.59">11906 15825 0,'0'0'0,"0"-24"0,0-1 0,0 0 31,-25 25 16,25 25-47,-24-25 16,-1 99 0,0 0-1,25 25 1,0-25-1,25-24 1,0-50-16,-1 24 16,1-24-1,0 0-15,49 0 16,-49-25 0,25-50-1,-50 0 16,0 26-31</inkml:trace>
  <inkml:trace contextRef="#ctx0" brushRef="#br0" timeOffset="-153422.53">11757 16123 0,'0'0'0,"-24"0"0,-1 0 16,50-25 15,-1 25-31,76-25 16,-1 1-1,0-1 1,-74 25-16</inkml:trace>
  <inkml:trace contextRef="#ctx0" brushRef="#br0" timeOffset="-152592.58">12452 15528 0,'0'0'0,"0"-25"15,0 0 1,0 0-1,0 1 1,0 48 172,0 1-173,0 0 1,0 0-16,0 74 15,0 25 1,0-99-16,-25 99 16,25-99-1,0 24-15,0 50 0,-25 1 16,25-1 0,0-25-1,0-49 16,25 0-31</inkml:trace>
  <inkml:trace contextRef="#ctx0" brushRef="#br0" timeOffset="-152022.62">12874 15205 0,'0'25'16,"0"0"15,24 0-31,-24-1 0,124 76 31,-99-51-31,50 51 0,-75-51 16,24 1-16,1 74 16,-25 74-1,-124-24-15,-49-1 32,-1-73-32</inkml:trace>
  <inkml:trace contextRef="#ctx0" brushRef="#br0" timeOffset="-149392.76">1910 17587 0,'0'-25'0,"0"0"16,-25 25-1,25-25 1,0 75 15,0-1-31,0 75 32,25 0-17,0-99-15,0 50 16,-25-51-16,24-24 15,-24-24 32,0-1-47,0-74 16,0 74-16,0-99 16,0 99-1,0-25-15,0-49 0,25-25 31,-25 50-31,0 49 32,25 25-17,-25 25-15,25-1 16,0 76 0,-1-76-16,1 51 15,0 24 1,-25-24-1,25-26 1,-25-74 31,25 25-47,-1-74 16,26-25-1,0-1 16,-50 76-31,49-26 0,-49 25 16,25 25-16,0-25 16,0 25-1,-1 0 1,-24 25 0,25-25-1,0 25-15,0 25 16,-25-26-16,25 1 0,-1 50 15,-24-1 1,0 25 0,0 1-1,-24-76-15,24 26 16,0-25-16,0 0 16,24-25-1</inkml:trace>
  <inkml:trace contextRef="#ctx0" brushRef="#br0" timeOffset="-148922.83">3051 17587 0,'-25'0'0,"0"0"16,1 0-16,-1 0 15,25 24 1,-25 26 0,25 0-1,50-26 1,-26-24 0,1 0-1,0-49 16,0 49-31,-25-50 0,0 25 16,0-24 0,0-1-1,0 75 17,0 0-1,0 0-31,49 24 15,1 26 1,-25-51 0,24 1-1,-49 0-15</inkml:trace>
  <inkml:trace contextRef="#ctx0" brushRef="#br0" timeOffset="-148672.86">3473 17462 0,'0'0'0,"0"25"32,0 0-32,49 0 15,26 49 1,24-24-1,-25 0 1,-49-50-16,25 24 16,-25 1-1,-1-25-15,1 0 0,0 0 0</inkml:trace>
  <inkml:trace contextRef="#ctx0" brushRef="#br0" timeOffset="-148442.89">3919 17512 0,'0'0'0,"-25"0"0,25-25 0,-24 0 15,-1 1-15,0 24 32,25 49-17,-25-24-15,0 50 16,1-51-16,24 26 0,-50 24 15,0 26 1,1-1 0,24-74-1</inkml:trace>
  <inkml:trace contextRef="#ctx0" brushRef="#br0" timeOffset="-147392.95">5209 16842 0,'0'-24'0,"-25"24"47,0 24-47,-24 26 31,24-50-31,-25 74 0,26-49 16,24 0-16,-25 74 16,0 75-1,25-25-15,25 0 32,24-50-17,-24-74-15,25 49 16,-25-74-16,-1 25 0,26 49 15,0-24 1,-1-25 0,-24-1-1,25-24 1,-26 0 0</inkml:trace>
  <inkml:trace contextRef="#ctx0" brushRef="#br0" timeOffset="-146792.91">5879 17190 0,'0'0'16,"0"-25"-16,25 25 0,-50 0 47,0 0-32,0 0 48,25 25 30,0-1-77,0 1-16,25 50 16,0 49-1,-25-25 1,0-74-16,0 49 16,0-49-1,0 0-15,0 0 0,0 24 31,0-24-31,0-50 63</inkml:trace>
  <inkml:trace contextRef="#ctx0" brushRef="#br0" timeOffset="-146253.02">6300 17487 0,'-24'0'0,"-1"0"32,50 0 77,-1-25-109,1 25 16,0 0-1,74-24-15,-49 24 31,-1 0-31,-73 0 47,24 24-31,-25-24 0,25 25-1</inkml:trace>
  <inkml:trace contextRef="#ctx0" brushRef="#br0" timeOffset="-145643.02">6772 17214 0,'0'-24'0,"-25"24"46,25 24 48,0 1-78,0 0-1,0 49-15,25 26 32,-25 24-17,24-99-15,-24 24 0,0-24 16,0 0-16,0 0 16,0-1-16,0 1 15</inkml:trace>
  <inkml:trace contextRef="#ctx0" brushRef="#br0" timeOffset="-143903.15">7417 17438 0,'-25'0'15,"0"0"16,0 0-15,50 0 47,-25-25-63,25 25 0,24 0 15,51-25 1,-76 25-16,51 0 15,-50 0 1,-1 0-16,1 0 16,-50 0 15</inkml:trace>
  <inkml:trace contextRef="#ctx0" brushRef="#br0" timeOffset="-143523.17">7838 17214 0,'0'0'0,"-25"-24"31,25 48 78,0 1-78,0 0-31,0 0 0,25 0 0,-25-1 16,0 76 0,0-76-16,0 26 15,0 0-15,0-25 32</inkml:trace>
  <inkml:trace contextRef="#ctx0" brushRef="#br0" timeOffset="-142193.25">8210 16991 0,'0'0'0,"0"-25"31,0 1 0,0-1 172,0 50-109,0-1-94,0 1 0,0 0 0,0 49 16,0-49-1,0 74-15,0-49 0,0-25 16,0 74-1,0 25-15,0-25 32,0-24-17,25-26-15,-25-73 110,0-1-110</inkml:trace>
  <inkml:trace contextRef="#ctx0" brushRef="#br0" timeOffset="-141423.29">8781 17735 0,'0'0'0,"25"0"218,-25 25-202,0 0 15,0 0-15,0 0 15,-25 24-31,-25 26 16,1-51-1,24-24 1</inkml:trace>
  <inkml:trace contextRef="#ctx0" brushRef="#br0" timeOffset="-139673.32">9624 17289 0,'0'-25'0,"-25"25"31,25-25-31,0 50 469,0 0-453,0 0-1,0 49-15,0-49 0,25 99 31,-25-74-31,0 49 0,25 25 32,-25-50-17,25-49-15,-25 0 0,0 0 16,25-25-16,-25-25 94,0 0-63</inkml:trace>
  <inkml:trace contextRef="#ctx0" brushRef="#br0" timeOffset="-139293.41">10021 17711 0,'0'0'0,"-25"0"16,50 0 15,0 0-31,25 0 16,-26 0-1,26 0-15,-25-25 0,0 25 16,-1 0-1,1 0-15,-25-25 32,25 25-17,-50 0 1</inkml:trace>
  <inkml:trace contextRef="#ctx0" brushRef="#br0" timeOffset="-138823.41">10492 17438 0,'0'-25'15,"0"50"64,25-1-48,-25 1-31,0 0 0,0 0 15,25 49 1,-25 26 0,0-26-1,0 0 1,0-24 0,-25-50 62,25-25-78</inkml:trace>
  <inkml:trace contextRef="#ctx0" brushRef="#br0" timeOffset="-138493.39">10964 17884 0,'0'0'0,"0"-25"0,24 50 63,-24 0-63,0 25 15,0-1-15,-49 1 32,-1 24-17,25-74-15,-24 25 16,24-25-16,25 25 15</inkml:trace>
  <inkml:trace contextRef="#ctx0" brushRef="#br0" timeOffset="-137843.42">11509 17661 0,'0'0'16,"-24"0"-16,-1 0 16,0 0 15,0 0-31,0 0 16,1 0-1,48 0 48,1 0-48,25 0-15,24 0 32,25-25-17,1 25 1,-76-25-16,26 25 15,-25 0 1,-50 0 31,0 0-31,0 25 30</inkml:trace>
  <inkml:trace contextRef="#ctx0" brushRef="#br0" timeOffset="-136923.47">12229 17314 0,'0'-25'16,"0"0"15,25 25-31,-25 25 281,0 0-281,0-1 16,0 1 0,0 0-16,0 74 15,0-74-15,0 25 0,0 49 32,0-25-17,0-49 1,0 0-1</inkml:trace>
  <inkml:trace contextRef="#ctx0" brushRef="#br0" timeOffset="-136263.55">12551 17165 0,'0'0'0,"0"-25"32,-25 25 30,25 25-15,25-25-47,-25 25 0,0 24 16,25-49-1,0 75-15,-25-26 16,25 26-1,24 49-15,-49-25 32,0-25-17,-49 26-15,-51-1 32,76-25-17,-1-74-15</inkml:trace>
  <inkml:trace contextRef="#ctx0" brushRef="#br0" timeOffset="-134813.67">12650 17289 0,'-24'0'31,"24"-25"78,0 50-15,0 0-94,0-1 16,0 1-16,0 50 15,0-51-15,49 101 16,-49-101-16,25 51 16,0 24-1,24 0 1,-24-24 0,-25-51-1,0 1 16,0-50 16,25 25-47</inkml:trace>
  <inkml:trace contextRef="#ctx0" brushRef="#br0" timeOffset="-134263.66">13395 17090 0,'-25'0'63,"50"25"-16,-1-25-32,-24 50-15,25-50 0,-25 25 16,50 74-1,-1 74-15,-24 26 16,-25-25 15,-49-1-31,24-148 16,-50 74 0,51-99-16,-1 25 0,-50 25 15,26-26 1</inkml:trace>
  <inkml:trace contextRef="#ctx0" brushRef="#br0" timeOffset="-129583.96">16669 17314 0,'-25'0'16,"0"0"-16,25 24 16,-25 1-1,1 0-15,-1 99 16,25-74-16,0 74 16,0 25-1,25-50 1,-25-74-16,0-1 15,24-24-15,-24-24 16,25-51 0,0-98-1,0-26 1,24-24 15,-49 173-31,25-24 0,0 49 0,-25 0 16,25 25-1,-25 75-15,49 49 16,-24 24 15,25-23-15,-50-101-16,0 51 16,0-50-16,0-1 15,0-48 1,25-51-1,74-49 1,-25 0 0,-49 99-16,0 25 15,0 0-15,-25 25 16,24-25-16,-24 50 0,25 49 31,-25-49-31,0 24 0,0 75 31,0-50-31,0-74 16,0 24-16,0-24 0</inkml:trace>
  <inkml:trace contextRef="#ctx0" brushRef="#br0" timeOffset="-129173.92">17785 17735 0,'0'0'0,"-25"-24"0,0 24 15,-24 0 1,-26 24 0,75 1-1,-24 25-15,24-25 16,0-1-1,24 1-15,26 0 16,-25-25-16,24 0 0,-24-50 31,0 1-31,-25-1 32,0 25-32,-25 25 15,25 50 1,0-25-16,25 24 15,25 26 1,24-26 0,-49-24-16,24-25 15,-24 0 1</inkml:trace>
  <inkml:trace contextRef="#ctx0" brushRef="#br0" timeOffset="-128993.93">18157 17735 0,'0'0'0,"25"0"16,-25 25-16,0 25 31,25-50-31,24 99 16,-49-74-16,50 24 16,49 26-1,-25-26 1,1-49-1</inkml:trace>
  <inkml:trace contextRef="#ctx0" brushRef="#br0" timeOffset="-128823.94">18604 17934 0,'-100'-25'16,"200"50"-16,-225-50 0,101 25 15,-26 25-15,25-25 0,-24 25 31,-1 24-31,25-24 0,0 49 16,1-49 0</inkml:trace>
  <inkml:trace contextRef="#ctx0" brushRef="#br0" timeOffset="-127993.99">15131 17686 0,'-25'0'16,"25"-25"-16,25 25 31,-25-25-31,99 25 32,0-25-17,1 25 1,-100-24-16,49 24 15,-24 0-15</inkml:trace>
  <inkml:trace contextRef="#ctx0" brushRef="#br0" timeOffset="-127794">15205 18008 0,'0'0'0,"-25"25"0,1-25 0,24 25 16,-25-25-1,25 25-15,49-25 16,26-25-16,74-25 31,24 1-31,-123 49 16,74-25 0,-74 25-16</inkml:trace>
  <inkml:trace contextRef="#ctx0" brushRef="#br0" timeOffset="-126694.14">19695 17066 0,'0'0'0,"0"-25"0,-25 25 31,0 0 63,1 0-78,-1 0 15,0 0-16,0 25 157,0-25-156,25 24 0,-25-24-16,1 25 15,-26 0 1,25 25-1,25-26-15,-25 76 16,25-76-16,0 26 0,0 74 16,0 75-1,25-26 1,0-24 0,-25-124-1,25 74-15,-25-74 0,25 24 16,-1 26-1,-24-50-15,50 99 16,-25-100-16,25 26 0,24 0 31,0-25-31,1-1 32,-50-24-32,-1 0 15,1 0 1,-50 0 15,1 0-31,-26 0 16,0-24-16</inkml:trace>
  <inkml:trace contextRef="#ctx0" brushRef="#br0" timeOffset="-120814.4">20861 17264 0,'0'25'0,"-25"-25"31,25-25-15,0 0-1,0 0 63,25 1-62,0-1 0,-1 0-16,1 0 15,50 0 1,-1 25-1,-24 25 1,-26 50 0,-48 24-1,24-74-15,-75 74 16,50-74-16,25-1 0,-74 51 31,0-1-31,24-24 31,25-25-31,25-50 32,0 0-17,25-49 1,25 49 0,-26 25-1,1 0 1,0 25-1,0-25-15,24 49 16,-49-24-16,25-25 0,50 50 16,24-1-1,-50 1 1,1 24 0,-25-74-1,0 25-15,-1-25 31,1 0-15,0 0-16,0 0 31</inkml:trace>
  <inkml:trace contextRef="#ctx0" brushRef="#br0" timeOffset="-120524.41">21977 17835 0,'0'0'0,"0"24"47,0 26-32,0-25-15,0 49 0,-50 25 16,50-74-16,-24 74 31,-1-74-31,25 0 0,-25 25 0,-25-26 32,26-24-32</inkml:trace>
  <inkml:trace contextRef="#ctx0" brushRef="#br0" timeOffset="-119334.56">22696 17140 0,'0'0'0,"-25"0"0,1 0 15,24-25 1,-25 25-16,25-25 31,25 1-15,-25-1 0,24 25-16,26-25 15,-50 0-15,25 0 0,0 25 16,74 0-1,-49 25 1,-1 25 0,-24 24-1,-25-49-15,0 74 16,0-74-16,-25 0 0,0 49 31,-74 1-31,25-1 31,24-49-31,25-25 16,50 0 15,25-50-15,24 25 0,1 25-1,24 0 1,0 0-1,-74 25-15,49-25 16,-24 0-16,-25 0 16,-1 0-1,-48 0 48,-1 0-32</inkml:trace>
  <inkml:trace contextRef="#ctx0" brushRef="#br0" timeOffset="-118824.51">23837 16743 0,'0'0'0,"0"-25"32,25 25 14,-25 25-46,25-25 16,74 99 0,-24 25-1,-26 50 1,-24 24 0,-75 1-1,26-174-15,-26 99 31,25-99-31,0 24 0,-24 1 16,24-1-16,25-24 31</inkml:trace>
  <inkml:trace contextRef="#ctx0" brushRef="#br0" timeOffset="-118324.59">25375 17314 0,'-25'0'0,"1"0"16,-1 0-1,0-25 1,0 0 0,25 0-1,25 0 1,149-24 0,-1 24-1,-148 25-15,74 0 31,-74 0-31,0-25 0,24 25 16,-24 0-16,-25 50 16</inkml:trace>
  <inkml:trace contextRef="#ctx0" brushRef="#br0" timeOffset="-118094.55">25499 17686 0,'0'0'0,"-25"25"0,1-1 0,-26 1 16,25-25 0,100 0-1,-26-25-15,75 25 16,-74-24-16,-1 24 0,51-25 31,-1 0-31,-74 25 31,-50 0-31,-50-25 16</inkml:trace>
  <inkml:trace contextRef="#ctx0" brushRef="#br0" timeOffset="-113934.87">27360 16743 0,'-25'0'0,"0"0"31,25-25 0,25 25 1,0 0-17,24-24 1,26-1 0,24 25-1,-74 0-15,49 25 31,-49-1-31,0 1 16,-1 50-16,-24 49 31,-49 0-31,-26-25 32,51-74-32,-26 24 15,25-24-15,0-25 0,1 25 16,-1-25-16,0 25 15,50-25 32,-25-25-31,25 25-16,-1 0 0,76-25 31,-51 25-31,100-25 0,49 25 31,-24 25-31,-25 0 16,-124-25-16,49 25 31,-49-1-31,-50-24 125</inkml:trace>
  <inkml:trace contextRef="#ctx0" brushRef="#br0" timeOffset="-111874.95">23515 14833 0,'0'-25'0,"25"25"16,-25-24-16,24 24 15,-24-25-15,-24 25 47,24 25-16,0-1-15,0 76 0,24-26-1,51-24 1,-50-26-16,49-24 31,-24 0-31,49-24 0,50-76 16,74-48-1,25-26 1,25 0 15,-199 150-31,150-51 16,-100 25-16,24 26 16,26-26-1,-75 50 1,0-25-1,-74 25 1,-25 25 31,-25-25-47,25 25 31,-49 0-31,-1-1 16</inkml:trace>
  <inkml:trace contextRef="#ctx0" brushRef="#br0" timeOffset="-106275.3">918 15453 0,'0'-24'16,"25"24"124,-1 0-140,1 0 0,0 0 16,49 0-16,1-50 15,24 50 1,-25-25 15,-49 25-31,25-25 16,-25 25-16,-1 0 0,26 0 16,24 0-1,1 0 1,-1 0-1,1-25 1,-50 25-16,49-49 16,-49 49-16,-25-25 0,99 0 15,-25-24 1,1 24 0,24 0-1,-49 25 1,-26 0-16,1 0 31,0 0-31,0 0 0,0 0 0,24 0 31,1 0-31,-1 0 32,-24 0-17,0 0-15,0 0 16,0 0-16,0-25 0,-1 25 15,100-25 1,0 1 0,-24-1-1,-76 25-15,26 0 16,-25 0-16,0 0 0,-1 0 16,51 0-1,24-25 1,50-25-1,0 26 1,-124 24-16,49 0 31,-49 0-31,0 0 0,-1 0 16,26 24 0,-25-24-1,0 0 1,24 0-1,1 0 1,-25 0 0,-1 0-16,26 0 15,-25 0 1,0 0-16,-1 0 16,1 0-1,0 0 1,0 0-16,0 0 31,-1 0-31,-24-24 0,75 24 0,-1 0 31,50 0-31,-25 0 32,-24 0-17,-50 0-15,24 0 16,-24 0-16,0 0 15,49 0 1,26 0 0,73-25-1,1 25 1,-149 0-16,74 25 31,-74-25-31,-1 0 0,51 24 0,-26-24 16,1 0-1,25 0 1,73 0 15,-98-24-31,74-1 16,-25 25-16,0 0 16,25 0-1,-99 0 1,25 25-1,-25-25 1,-1 0-16,26 0 16,-25 0-16,0 0 0,74 0 15,50 0 1,-50 0 0,-25 24-1,1-24 1,-26 0-1,-24 0 1,50 0-16,-51-24 16,51-1-1,49 25-15,25-25 32,-50 25-17,-74 0-15,24 0 16,-24 0-16,0 0 0,0 0 15,74 0 1,0 0 0,25 0-1,-25 25 1,-74-25-16,50 25 31,-26-25-31,1 24 0,24-24 16,25 25-1,1-25 1,24 0 15,-99 0-31,49 25 16,-49-25-16,0 0 0,24 0 16,75 0-1,-25 0 1,1 0-1,-26 0 1,-49 0-16,49 25 16,-49-25-16,0 0 0,49 0 15,50 0 1,0 0 0,-24 0-1,-1 25 1,-74-25-16,74 0 31,-74 0-31,-1 0 0,51 0 0,24 0 31,0 0-31,0 0 32,25 0-17,-99-25-15,50 25 16,-26-25-16,-24 25 0,50 0 15,24 0 1,-50 0 0,26 0-1,24 0 1,-74 0-16,49 0 31,-49 0-31,0 0 0,49 0 0,1 0 16,-26 0-1,-24 0 1,49 0 15,-49 0-31,50 0 16,-51 0-16,1 0 0,25-25 16,0 25-1,-1 0 1,1-25-1,24 25 1,-49 0-16,74 0 16,-74 25-16,0-25 0,74 0 15,0 25 1,0 0 0,-24-25-1,-1 0 1,1 0 15,-51 0-31,51 25 0,-50-25 16,0 0-1,49 0-15,-49 0 32,24 0-17,1 24 1,-25-24-1,24 0 1,26 0 0,49 0-1,25 25 1,-125-25-16,100 25 31,-74 0-31,-25-25 0,99 25 0,0-1 16,0 1-1,25-25 1,-25 25 15,-99-25-31,74 25 16,-74-25-16,-1 0 0,26 0 16,0 25-1,-1-1 1,-24-24-1,0 0 1,0 25-16,-1-25 16,1 0-16,25 0 15,-1 0 1,51 0 0,-1 25-1,25-25 1,-99 0-16,74 25 31,-74-25-31,0 0 0,74 25 0,25 0 31,0-1-31,-25 1 32,0 0-17,-74-25-15,50 25 16,-26-25-16,1 25 15,-1-25 1,-24 0 0,25 24-1,-25-24 1,-1 0 0,26 0-1,0 0 1,24 50-1,25-25 1,50 0 15,-99-25-31,74 24 0,-100-24 16,26 25-16,74-25 16,25 25-1,-25 0 1,0-25-1,0 25 1,-99-25-16,49 0 16,-49 0-16,25 0 0,24 0 15,50 0 1,0 24 0,-25 1-1,-24-25 1,-50 0-16,74 25 31,-74-25-31,49 0 0,25 0 31,0 25-31,1 0 32,24-1-17,-100-24-15,76 0 16,-76 0-16,1 0 0,50 0 15,49 25 1,0-25 0,0 0-1,0 25 1,-99-25-16,74 0 31,-74 0-31,24 0 0,26 0 0,24 0 16,-25 0-1,1 25 1,-26 0 15,-24-1-31,0-24 16,25 25 0,-26-25-16,1 0 15,74 0 1,-24-25-1,-1 25 1,-49 0-16,74 0 16,-74 0-16,0 0 0,49 0 15,25-24 1,1 24 0,-26-25-1,-24 25 1,-26 0-16,26 0 31,-25 0-31,49 0 0,50 0 31,0 0-15,-49 0 0,-50 0-16,24-25 15,-49 0-15</inkml:trace>
  <inkml:trace contextRef="#ctx0" brushRef="#br0" timeOffset="-102725.43">372 5060 0,'-25'0'47,"50"25"47,0-25-79,0 25-15,-1-25 16,1 25 0,0-25-1,25 0 1,-25-25 0,24 0-1,-24-25 1,-25 26-16,0-26 31,25 25-31,0-24 0,-1-1 31,1 0-31,25 25 32,-25 1-17,-25-1 1,0 50-1</inkml:trace>
  <inkml:trace contextRef="#ctx0" brushRef="#br0" timeOffset="-101895.48">670 3101 0,'-25'0'0,"25"24"32,0 1 46,25 0-63,0 0 1,24-25 0,-24 25-1,25-25-15,-26 0 16,26 0-16,49-50 31,0-24-31,1-1 31,-76 50-31,26-49 16,-25 74-16,0-25 0,-1 0 16,1 25-16,0-24 15,0 24 1,-50 0 78,25 24-79,-25-24-15,0 25 0</inkml:trace>
  <inkml:trace contextRef="#ctx0" brushRef="#br0" timeOffset="-41830.2">27930 15205 0,'25'0'0,"0"0"250,-25 25-235,24 0-15,-24 0 16,25 49-16,0 1 31,-25-1-15,0-24-16,0-1 31,-25-24-15,25 0-1,0-50 32,0 0-31,0 0-16,25-49 15,-25 49-15,25-24 16,0 24 0,-25 0-16,0-25 0,25 50 0,-25-74 31,24 74-31,-24-50 0,25 1 31,0 24-15,-25 0-16,25 25 15,0 0 1,-1 0 0,1 50-1,0 24 1,-25-24 0,-25-26-16,0 1 15,-24-25 1,24 0-16,0 25 0,0-25 0,-74 0 15,74 0-15,-49-50 16,74-24 0</inkml:trace>
  <inkml:trace contextRef="#ctx0" brushRef="#br0" timeOffset="-40610.27">28054 13767 0,'25'0'16,"0"0"-1,-25 24 1,0 1 0,0 0 15,0 0-31,0 49 31,0-24-15,0-25-16,0 24 0,0-24 15,0 0-15,25 0 16,-25 24 0,0-24-1,0-50 17,0-24-17,0 24 1,0-50-16,0 26 0,24-50 15,1-1 1,25 51 0,-25-1 15,-1 50-31,-24-25 16,25 25-1,-25 25 1,25 25-16,-25 24 31,-74 1-15,24-1-1,0-49 1,26 0 0,48-25 15,-24-50-31,50 50 0</inkml:trace>
  <inkml:trace contextRef="#ctx0" brushRef="#br0" timeOffset="-40360.28">28625 13990 0,'0'25'0,"0"-1"62,0 1-62,0 0 16,0 74 0,24-74-16,-24 49 15,0-49 1,0 0-16,0 0 0,25 0 15</inkml:trace>
  <inkml:trace contextRef="#ctx0" brushRef="#br0" timeOffset="-39540.39">30038 13469 0,'-24'0'31,"24"25"1,0 0-32,0-1 0,0 26 15,0-25 1,0 49-16,0-49 0,0 0 0,0 49 15,0 1 1,0-1 0,0-49 15,0-50 0,24 25-31,-24-99 16,25 0-16,0-1 31,0 1-15,-25 74-16,25 1 15,-25-1-15,24 25 0,-24-25 16,50 25 0,-25 25-1,-25 49 1,-25 1-1,25-51-15,-74 26 16,49-25 0,0-25-16,-25 49 0,26-49 0,-26 25 31,75-50-15</inkml:trace>
  <inkml:trace contextRef="#ctx0" brushRef="#br0" timeOffset="-39110.35">30361 13915 0,'50'-24'15,"-26"24"-15,26-25 16,49 0 0,-24 25 15,-51 50-31,-24 24 31,-24-49-31,-26 49 16,25-49-16,-24 25 0,-26-1 31,75-24-15,75-25-1,-51 0-15,76-25 16,-26 0-16,50-24 16,0-1-1,-74 25 1,-50 1-16</inkml:trace>
  <inkml:trace contextRef="#ctx0" brushRef="#br0" timeOffset="-37960.42">29691 11733 0,'0'24'62,"0"1"-62,0 0 16,25 0-16,-25 24 0,0-24 16,0 74-1,0-74-15,0 0 0,-25 74 16,0 1-16,25-51 31,-24-49-15,24-25-1,0-49 1,0 49-16,49-149 16,-24 125-16,25-75 15,-1 0 1,1 74-1,-1 25 1,-24 25 0,0 0-16,-25 50 31,0-25-31,0 24 0,-99 51 31,-25-1-15,25-25-16,74-49 15,50-25 1</inkml:trace>
  <inkml:trace contextRef="#ctx0" brushRef="#br0" timeOffset="-37510.45">29964 12204 0,'0'-25'0,"25"25"0,0-25 15,-1 25 1,26-25-16,-25 25 16,24-24-1,-24 24-15,0 0 16,-25 49-16,-25 51 31,-74-26-15,25 0-1,49-49 1,25 0-16,25-25 16,-1 0-16,51 0 15,-1 0 1,-49 0-1,-50 74 1,-74-24 0,74-50-16,-74 25 31,99 0-31,-50-25 0,26-25 31,24-25-31</inkml:trace>
  <inkml:trace contextRef="#ctx0" brushRef="#br0" timeOffset="-36870.56">31428 11733 0,'0'-25'15,"24"25"1,-24 25-1,0-1 1,0 1-16,25 0 16,-25 74-1,0-74-15,0 49 16,0-49-16,0 25 16,-25-25-1,1-25 1,24-50-1,-25-24 1,25 49 0,0-74-16,0 74 0,0 0 0,0-74 31,49-25-31,26 49 31,-26 51-15,1 24-16,-25 0 15,24 49 1,-49-24-16,0 49 16,-74 26-1,-25-26 1,0-24 0,49-26-1,75-24 1</inkml:trace>
  <inkml:trace contextRef="#ctx0" brushRef="#br0" timeOffset="-36500.57">31899 11981 0,'25'0'0,"-25"-25"31,-25 25 1,25 25-32,-25 24 15,-25 1 1,1-1-1,24-49 1,25 25 0,25-25-1,24 0 1,26 0-16,49 0 31,-50 0-15,-49 0-16</inkml:trace>
  <inkml:trace contextRef="#ctx0" brushRef="#br0" timeOffset="-36300.51">31973 12030 0,'0'0'0,"0"25"31,0 49-16,0 51 1,-25-1 0,1 0 15,24-75-31</inkml:trace>
  <inkml:trace contextRef="#ctx0" brushRef="#br0" timeOffset="-35010.59">28476 15280 0,'-25'0'15,"0"0"1,50 0 46,0 0 17,-25-25-79,0 0 15,25 25-15,24-50 16,1 1-16,-25 24 15,24-25 1,-24 26-16,25-1 16,-1-25-1,26-24 1,24-1 0,-74 51-16,49-51 15,-49 50-15,0 1 0,49-26 16,-49 25-16,74-74 15,-74 74-15,25-24 16,49-26 0,0 50 15,-25-24-31,-49 24 16,25 0-1,-25 25-15,-25-25 0,49 0 16,-24-24-16,0 24 31,0 25-15,-1 0 31,-24-25-32,25 25 1,-50 25 46,1-25-46,24 25-16,-25-25 16,25-25 15</inkml:trace>
  <inkml:trace contextRef="#ctx0" brushRef="#br0" timeOffset="-32920.71">30683 13246 0,'-24'0'0,"24"25"32,24-25 30,-24-25-31,25 25-31,-25-25 16,0 0-16,50 0 16,-25-49-1,-1 24 1,26 1-1,0-1 1,-1 0 0,-24 50-16,25-49 31,-26 24-31,1 0 0,25 0 31,-1-24-15,-24 24-16,0 0 15,0 0 1,0 1-16,0-1 16,-1 0-1,1 0 1,0 25 0,-25-25-1,25 25-15,-25-24 16,25 24-1,-1-25 1,1 0 0,0 0 15,0 25-31,-25-25 16,25 25 15,-25 25 281</inkml:trace>
  <inkml:trace contextRef="#ctx0" brushRef="#br0" timeOffset="-32080.76">29518 14932 0,'0'0'0,"-25"0"0,25 25 47,0 25-31,0 24-1,25 1 1,-25-26-1,0-24 1,24-25 0,-24-25-16</inkml:trace>
  <inkml:trace contextRef="#ctx0" brushRef="#br0" timeOffset="-31530.86">31403 13097 0,'-25'0'15,"25"25"1,0-1 0,25 1-16,0 50 31,-1 49-31,-24-25 31</inkml:trace>
  <inkml:trace contextRef="#ctx0" brushRef="#br0" timeOffset="-30330.92">28600 16842 0,'0'0'0,"0"25"63,25-25-63,-25 25 15,24-25-15,-24 25 16,50-25 0,-25 25-1,0-1 1,-1-24 0,1 0-1,25-74 1,-1 0-1,51-1 1,-76 50 0,101-74-16,-101 99 15,76-49 1,-51 24-16,150-25 0,-150 50 16,50-25-1,-24 1 1,-100 24 15,0 0-15,0 24-1,1 1 1,-1-25 0,25 25-1,-25-25 32,0 0-31,0-25-16</inkml:trace>
  <inkml:trace contextRef="#ctx0" brushRef="#br0" timeOffset="-14731.75">12005 10691 0,'0'0'0,"-24"0"15,48 0 48,-24-25 15,0 0-31,0 0-32,0 1 1,0-1-16,0 0 16,0 0-1,0-24 1,0-1-1,0 25 1,0 0-16,-24 1 16,24-1-16,0 0 15,0-49 1,0 24 0,0 25-1,0 0 1,0-24-1,0 24 1,0 0 0,0 0-16,0 0 0,0 1 31,0-1-31,0 0 16,0-25 15,0 1-31,-25 24 31,25 0-15,0 0-1,0 1 1,0-1 15,0 0-15,0 0-1,0 0 17,0 1-32,0-1 31,0 0 16</inkml:trace>
  <inkml:trace contextRef="#ctx0" brushRef="#br0" timeOffset="-13201.84">13643 8954 0,'-25'0'0,"25"-24"16,25 24 140,-1 0-156,1 24 31,0-24-31,49 0 0,-49 0 16,50-24-16,24-1 16,-25 25-1,-24-25 1,-25 25-1,-1 0-15,-24 25 16,25-25-16,0 0 16,25 0-1,-26 0-15,26 0 16,-25 0-16,25 0 16,24 0-1,-74-25-15,50 25 16,-26 0-16,1 0 15,0 0 1,25 0 0,-1 25-1,50-25 1,25 0 0,-99 0-16,25 0 15,-1 0-15,1 0 16,0 0-1,-1-25 1,50 0 0,-74 25-16,50 0 31,-50 0-31,-1 0 0,51 0 16,-1 0-16,-49 0 31,0 0-31,24 25 31,-24-25-31,50 0 16,-51 0-16,1 0 0,25 0 15,-1 0 1,-49-25 0</inkml:trace>
  <inkml:trace contextRef="#ctx0" brushRef="#br0" timeOffset="-11801.99">18430 7962 0,'0'-25'16,"-25"25"-1,0 0 1,25-24-1,-25 24 1,25-25 0,0 0-1,25 25-15,-25-25 0,0 0 16,0 1-16,0-26 16,-49 25-1,49-49 1,0-1-1,0 26 1,0 24 0,0-25-16,0 26 0,0-26 31,0-49-31,-25 24 16,25 51-16,0-51 31,0 50-31,0 1 0,0-1 15,0-50 1,0 51-16,0-26 16,-25 0-1,0 1 1,25 24 0,0 0-1,0 0 1,0 0-1,0 1 17,-25 24 108,25-25-124,25 25 93,0 0-93</inkml:trace>
  <inkml:trace contextRef="#ctx0" brushRef="#br0" timeOffset="-10252.08">19348 6003 0,'0'25'63,"24"-25"-32,26 0 0,24 0-31,-49 0 0,25-25 16,-25 25-16,24 0 16,75 0-1,-24 0 1,24 0-1,-50-25 1,-24 25-16,24 0 16,-49 0-16,74 0 15,0-25 1,-49 25 0,49 0-16,0-25 31,1 25-31,24 0 31,-25 0-15,-50 0-16,1 0 15,0 0-15,-50-24 16,24 24 0,1 0-1,25 0 1,-25 0-1,-1 0-15,26 0 16,-25 0 0,0 0-16,-1 0 0,26 0 31,24 0-31,26 0 16,-1 0 15,-74 0-31,49 0 15,-24 0-15,-25 0 16,-1 0 15,1 0-31,0 0 16,0 0 0,0 0-1,-1 0-15,1 0 31,0 0 63,-50 0 109,0 0-156</inkml:trace>
  <inkml:trace contextRef="#ctx0" brushRef="#br0" timeOffset="-8572.1">7020 10145 0,'-25'0'16,"25"25"0,-25-25-16,25 25 15,25 0 142,0-25-157,0 0 15,-25 24 1,24-24-16,1 0 31,0 0-15,-25 25-16,50-25 15,-26 0-15,26-49 16,24-26 0,26-49-1,48 0 1,-123 99-16,124-99 15,-99 99-15,-1-24 0,50-26 16,-24 51 0,123-125-16,-148 124 0,49-25 31,-24 1-31,-51 49 16</inkml:trace>
  <inkml:trace contextRef="#ctx0" brushRef="#br0" timeOffset="-4882.35">18107 2877 0</inkml:trace>
  <inkml:trace contextRef="#ctx0" brushRef="#br0" timeOffset="-82.62">11906 11460 0,'0'-25'63</inkml:trace>
  <inkml:trace contextRef="#ctx0" brushRef="#br0" timeOffset="1977.22">11981 9525 0,'0'25'0,"-25"-25"0,25 25 32,0-1-32,0 1 78,0 25-63,25 49 1,-25-74-16,0 49 16,0-49-1,24 25-15,-24-1 16,0 51 0,0-76-16,0 125 15,0-99-15,-24 49 16,24 0-1,-25-24 1,25-26 0,0-24-1,0 0 1,25-50 0,-25-25-16</inkml:trace>
  <inkml:trace contextRef="#ctx0" brushRef="#br0" timeOffset="2907.17">14064 8855 0,'-25'0'15,"50"0"-15,-74 0 16,49 25 15,24-25-31,26 0 16,49 0-16,149-25 16,0 25-1,124-25 1,-49 1-1,-249 24-15</inkml:trace>
  <inkml:trace contextRef="#ctx0" brushRef="#br0" timeOffset="3057.16">15875 8880 0,'25'0'31,"-50"0"-31,25 0 31,-25 0-15,0 0-1</inkml:trace>
  <inkml:trace contextRef="#ctx0" brushRef="#br0" timeOffset="5847">19348 8260 0,'0'0'0,"24"0"0,-24-25 0,25 0 31,0 1-31,0-1 16,74-25 0,-49 1-1,74-26 1,-25 1-1,0-1 1,0 1 0,-24-1-1,24 1-15,-25 24 32,-49 26-32,50-26 0,-51 25 0,1 25 15,50-74 1,-1 24-16,25 1 31,-24-1-15,-50 25-16,24 0 15,-49 1-15,25 24 0,25-25 16,24-25 0,-24 1-1,74-1 1,-25 25-1,-50-24 17,1 49-32,24-50 15,1 25 1,-1 0 0,1 0 15,-1 1-31,-24 24 31,-50-25-31,25 0 16,-1 25-1,-24-25-15,50-24 16,-25 24 0,0 0-1,-1 25-15,-24-25 16,50 25 15,-50-25-15,25 25-16,-25 25 140,-50-25-124,25 0 15,1 0-31,-1 0 31,-25 25-31,25 0 16,-24 0 0,24-1-1,-25 1 1,1 0 0,24 25-1,0-50-15,0 24 16,25 1-16,-25-25 15,1 25 1,-1 0-16,0 0 16,0-25-16,-24 25 15,-26 24 1,1-24 0,-1 25-1,51-26-15,-1-24 16,0 25-16,0-25 15,25 25-15,-25-25 0,1 25 32,-1-25-32,-25 25 0,1 24 15,-1-24 1,25-25 0,-24 50-16,24-50 0,0 24 15,0-24 1,0 25-16,-24 25 31,-1-25-15,-24 24-1,49-49-15,-50 25 16,75 0-16,-49-25 16,-1 25-1,1 24 1,-1 1-1,25-50-15,-24 49 16,24-24 0,-25 0-16,-24 49 15,24-24 1,1-25 0,-26 0 15,1-25-31,49 24 15,-25-24 1,26 0-16,-1 0 0,-25 25 16,-24 0-1,74 0 1,0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529827B-54BC-45D6-AF61-60A99E7A2B2E}" type="datetimeFigureOut">
              <a:rPr lang="en-IN" smtClean="0"/>
              <a:t>10-09-2025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2ED530-397D-4AE0-8AF6-807480659E62}" type="slidenum">
              <a:rPr lang="en-IN" smtClean="0"/>
              <a:t>‹#›</a:t>
            </a:fld>
            <a:endParaRPr lang="en-IN"/>
          </a:p>
        </p:txBody>
      </p:sp>
    </p:spTree>
    <p:extLst>
      <p:ext uri="{BB962C8B-B14F-4D97-AF65-F5344CB8AC3E}">
        <p14:creationId xmlns:p14="http://schemas.microsoft.com/office/powerpoint/2010/main" val="5454317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529827B-54BC-45D6-AF61-60A99E7A2B2E}" type="datetimeFigureOut">
              <a:rPr lang="en-IN" smtClean="0"/>
              <a:t>10-09-2025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2ED530-397D-4AE0-8AF6-807480659E62}" type="slidenum">
              <a:rPr lang="en-IN" smtClean="0"/>
              <a:t>‹#›</a:t>
            </a:fld>
            <a:endParaRPr lang="en-IN"/>
          </a:p>
        </p:txBody>
      </p:sp>
    </p:spTree>
    <p:extLst>
      <p:ext uri="{BB962C8B-B14F-4D97-AF65-F5344CB8AC3E}">
        <p14:creationId xmlns:p14="http://schemas.microsoft.com/office/powerpoint/2010/main" val="214384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529827B-54BC-45D6-AF61-60A99E7A2B2E}" type="datetimeFigureOut">
              <a:rPr lang="en-IN" smtClean="0"/>
              <a:t>10-09-2025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2ED530-397D-4AE0-8AF6-807480659E62}" type="slidenum">
              <a:rPr lang="en-IN" smtClean="0"/>
              <a:t>‹#›</a:t>
            </a:fld>
            <a:endParaRPr lang="en-IN"/>
          </a:p>
        </p:txBody>
      </p:sp>
    </p:spTree>
    <p:extLst>
      <p:ext uri="{BB962C8B-B14F-4D97-AF65-F5344CB8AC3E}">
        <p14:creationId xmlns:p14="http://schemas.microsoft.com/office/powerpoint/2010/main" val="34197975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9529827B-54BC-45D6-AF61-60A99E7A2B2E}" type="datetimeFigureOut">
              <a:rPr lang="en-IN" smtClean="0"/>
              <a:t>10-09-2025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12ED530-397D-4AE0-8AF6-807480659E62}" type="slidenum">
              <a:rPr lang="en-IN" smtClean="0"/>
              <a:t>‹#›</a:t>
            </a:fld>
            <a:endParaRPr lang="en-IN"/>
          </a:p>
        </p:txBody>
      </p:sp>
    </p:spTree>
    <p:extLst>
      <p:ext uri="{BB962C8B-B14F-4D97-AF65-F5344CB8AC3E}">
        <p14:creationId xmlns:p14="http://schemas.microsoft.com/office/powerpoint/2010/main" val="11812624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9529827B-54BC-45D6-AF61-60A99E7A2B2E}" type="datetimeFigureOut">
              <a:rPr lang="en-IN" smtClean="0"/>
              <a:t>10-09-2025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12ED530-397D-4AE0-8AF6-807480659E62}" type="slidenum">
              <a:rPr lang="en-IN" smtClean="0"/>
              <a:t>‹#›</a:t>
            </a:fld>
            <a:endParaRPr lang="en-IN"/>
          </a:p>
        </p:txBody>
      </p:sp>
    </p:spTree>
    <p:extLst>
      <p:ext uri="{BB962C8B-B14F-4D97-AF65-F5344CB8AC3E}">
        <p14:creationId xmlns:p14="http://schemas.microsoft.com/office/powerpoint/2010/main" val="3364399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529827B-54BC-45D6-AF61-60A99E7A2B2E}" type="datetimeFigureOut">
              <a:rPr lang="en-IN" smtClean="0"/>
              <a:t>10-09-2025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12ED530-397D-4AE0-8AF6-807480659E62}" type="slidenum">
              <a:rPr lang="en-IN" smtClean="0"/>
              <a:t>‹#›</a:t>
            </a:fld>
            <a:endParaRPr lang="en-IN"/>
          </a:p>
        </p:txBody>
      </p:sp>
    </p:spTree>
    <p:extLst>
      <p:ext uri="{BB962C8B-B14F-4D97-AF65-F5344CB8AC3E}">
        <p14:creationId xmlns:p14="http://schemas.microsoft.com/office/powerpoint/2010/main" val="3382271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29827B-54BC-45D6-AF61-60A99E7A2B2E}" type="datetimeFigureOut">
              <a:rPr lang="en-IN" smtClean="0"/>
              <a:t>10-09-2025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12ED530-397D-4AE0-8AF6-807480659E62}" type="slidenum">
              <a:rPr lang="en-IN" smtClean="0"/>
              <a:t>‹#›</a:t>
            </a:fld>
            <a:endParaRPr lang="en-IN"/>
          </a:p>
        </p:txBody>
      </p:sp>
    </p:spTree>
    <p:extLst>
      <p:ext uri="{BB962C8B-B14F-4D97-AF65-F5344CB8AC3E}">
        <p14:creationId xmlns:p14="http://schemas.microsoft.com/office/powerpoint/2010/main" val="2064266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529827B-54BC-45D6-AF61-60A99E7A2B2E}" type="datetimeFigureOut">
              <a:rPr lang="en-IN" smtClean="0"/>
              <a:t>10-09-2025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12ED530-397D-4AE0-8AF6-807480659E62}" type="slidenum">
              <a:rPr lang="en-IN" smtClean="0"/>
              <a:t>‹#›</a:t>
            </a:fld>
            <a:endParaRPr lang="en-IN"/>
          </a:p>
        </p:txBody>
      </p:sp>
    </p:spTree>
    <p:extLst>
      <p:ext uri="{BB962C8B-B14F-4D97-AF65-F5344CB8AC3E}">
        <p14:creationId xmlns:p14="http://schemas.microsoft.com/office/powerpoint/2010/main" val="180212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529827B-54BC-45D6-AF61-60A99E7A2B2E}" type="datetimeFigureOut">
              <a:rPr lang="en-IN" smtClean="0"/>
              <a:t>10-09-2025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12ED530-397D-4AE0-8AF6-807480659E62}" type="slidenum">
              <a:rPr lang="en-IN" smtClean="0"/>
              <a:t>‹#›</a:t>
            </a:fld>
            <a:endParaRPr lang="en-IN"/>
          </a:p>
        </p:txBody>
      </p:sp>
    </p:spTree>
    <p:extLst>
      <p:ext uri="{BB962C8B-B14F-4D97-AF65-F5344CB8AC3E}">
        <p14:creationId xmlns:p14="http://schemas.microsoft.com/office/powerpoint/2010/main" val="73393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529827B-54BC-45D6-AF61-60A99E7A2B2E}" type="datetimeFigureOut">
              <a:rPr lang="en-IN" smtClean="0"/>
              <a:t>10-09-2025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2ED530-397D-4AE0-8AF6-807480659E62}" type="slidenum">
              <a:rPr lang="en-IN" smtClean="0"/>
              <a:t>‹#›</a:t>
            </a:fld>
            <a:endParaRPr lang="en-IN"/>
          </a:p>
        </p:txBody>
      </p:sp>
    </p:spTree>
    <p:extLst>
      <p:ext uri="{BB962C8B-B14F-4D97-AF65-F5344CB8AC3E}">
        <p14:creationId xmlns:p14="http://schemas.microsoft.com/office/powerpoint/2010/main" val="959751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529827B-54BC-45D6-AF61-60A99E7A2B2E}" type="datetimeFigureOut">
              <a:rPr lang="en-IN" smtClean="0"/>
              <a:t>10-09-2025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2ED530-397D-4AE0-8AF6-807480659E62}" type="slidenum">
              <a:rPr lang="en-IN" smtClean="0"/>
              <a:t>‹#›</a:t>
            </a:fld>
            <a:endParaRPr lang="en-IN"/>
          </a:p>
        </p:txBody>
      </p:sp>
    </p:spTree>
    <p:extLst>
      <p:ext uri="{BB962C8B-B14F-4D97-AF65-F5344CB8AC3E}">
        <p14:creationId xmlns:p14="http://schemas.microsoft.com/office/powerpoint/2010/main" val="3429407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29827B-54BC-45D6-AF61-60A99E7A2B2E}" type="datetimeFigureOut">
              <a:rPr lang="en-IN" smtClean="0"/>
              <a:t>10-09-2025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2ED530-397D-4AE0-8AF6-807480659E62}" type="slidenum">
              <a:rPr lang="en-IN" smtClean="0"/>
              <a:t>‹#›</a:t>
            </a:fld>
            <a:endParaRPr lang="en-IN"/>
          </a:p>
        </p:txBody>
      </p:sp>
    </p:spTree>
    <p:extLst>
      <p:ext uri="{BB962C8B-B14F-4D97-AF65-F5344CB8AC3E}">
        <p14:creationId xmlns:p14="http://schemas.microsoft.com/office/powerpoint/2010/main" val="29196076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2.xml"/><Relationship Id="rId5" Type="http://schemas.openxmlformats.org/officeDocument/2006/relationships/image" Target="../media/image38.emf"/><Relationship Id="rId4" Type="http://schemas.openxmlformats.org/officeDocument/2006/relationships/customXml" Target="../ink/ink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7.jpe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customXml" Target="../ink/ink1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0.emf"/><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60.emf"/><Relationship Id="rId2" Type="http://schemas.openxmlformats.org/officeDocument/2006/relationships/customXml" Target="../ink/ink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0.emf"/><Relationship Id="rId2" Type="http://schemas.openxmlformats.org/officeDocument/2006/relationships/customXml" Target="../ink/ink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image" Target="../media/image18.emf"/><Relationship Id="rId1" Type="http://schemas.openxmlformats.org/officeDocument/2006/relationships/slideLayout" Target="../slideLayouts/slideLayout2.xml"/><Relationship Id="rId6" Type="http://schemas.openxmlformats.org/officeDocument/2006/relationships/image" Target="../media/image20.emf"/><Relationship Id="rId5" Type="http://schemas.openxmlformats.org/officeDocument/2006/relationships/customXml" Target="../ink/ink15.xml"/><Relationship Id="rId4" Type="http://schemas.openxmlformats.org/officeDocument/2006/relationships/image" Target="../media/image120.emf"/></Relationships>
</file>

<file path=ppt/slides/_rels/slide34.xml.rels><?xml version="1.0" encoding="UTF-8" standalone="yes"?>
<Relationships xmlns="http://schemas.openxmlformats.org/package/2006/relationships"><Relationship Id="rId3" Type="http://schemas.openxmlformats.org/officeDocument/2006/relationships/customXml" Target="../ink/ink16.xml"/><Relationship Id="rId2" Type="http://schemas.openxmlformats.org/officeDocument/2006/relationships/image" Target="../media/image19.emf"/><Relationship Id="rId1" Type="http://schemas.openxmlformats.org/officeDocument/2006/relationships/slideLayout" Target="../slideLayouts/slideLayout2.xml"/><Relationship Id="rId4" Type="http://schemas.openxmlformats.org/officeDocument/2006/relationships/image" Target="../media/image140.emf"/></Relationships>
</file>

<file path=ppt/slides/_rels/slide35.xml.rels><?xml version="1.0" encoding="UTF-8" standalone="yes"?>
<Relationships xmlns="http://schemas.openxmlformats.org/package/2006/relationships"><Relationship Id="rId3" Type="http://schemas.openxmlformats.org/officeDocument/2006/relationships/customXml" Target="../ink/ink17.xml"/><Relationship Id="rId2" Type="http://schemas.openxmlformats.org/officeDocument/2006/relationships/image" Target="../media/image21.emf"/><Relationship Id="rId1" Type="http://schemas.openxmlformats.org/officeDocument/2006/relationships/slideLayout" Target="../slideLayouts/slideLayout2.xml"/><Relationship Id="rId4" Type="http://schemas.openxmlformats.org/officeDocument/2006/relationships/image" Target="../media/image23.emf"/></Relationships>
</file>

<file path=ppt/slides/_rels/slide36.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customXml" Target="../ink/ink18.xml"/><Relationship Id="rId2" Type="http://schemas.openxmlformats.org/officeDocument/2006/relationships/image" Target="../media/image24.emf"/><Relationship Id="rId1" Type="http://schemas.openxmlformats.org/officeDocument/2006/relationships/slideLayout" Target="../slideLayouts/slideLayout2.xml"/><Relationship Id="rId4" Type="http://schemas.openxmlformats.org/officeDocument/2006/relationships/image" Target="../media/image230.emf"/></Relationships>
</file>

<file path=ppt/slides/_rels/slide38.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slideLayout" Target="../slideLayouts/slideLayout2.xml"/><Relationship Id="rId5" Type="http://schemas.openxmlformats.org/officeDocument/2006/relationships/image" Target="../media/image29.emf"/><Relationship Id="rId4" Type="http://schemas.openxmlformats.org/officeDocument/2006/relationships/image" Target="../media/image28.emf"/></Relationships>
</file>

<file path=ppt/slides/_rels/slide40.xml.rels><?xml version="1.0" encoding="UTF-8" standalone="yes"?>
<Relationships xmlns="http://schemas.openxmlformats.org/package/2006/relationships"><Relationship Id="rId2" Type="http://schemas.openxmlformats.org/officeDocument/2006/relationships/image" Target="../media/image30.em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emf"/><Relationship Id="rId1" Type="http://schemas.openxmlformats.org/officeDocument/2006/relationships/slideLayout" Target="../slideLayouts/slideLayout2.xml"/><Relationship Id="rId5" Type="http://schemas.openxmlformats.org/officeDocument/2006/relationships/image" Target="../media/image34.emf"/><Relationship Id="rId4" Type="http://schemas.openxmlformats.org/officeDocument/2006/relationships/image" Target="../media/image33.emf"/></Relationships>
</file>

<file path=ppt/slides/_rels/slide42.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5.emf"/><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44.emf"/><Relationship Id="rId3" Type="http://schemas.openxmlformats.org/officeDocument/2006/relationships/image" Target="../media/image39.emf"/><Relationship Id="rId7" Type="http://schemas.openxmlformats.org/officeDocument/2006/relationships/image" Target="../media/image43.emf"/><Relationship Id="rId2" Type="http://schemas.openxmlformats.org/officeDocument/2006/relationships/image" Target="../media/image37.emf"/><Relationship Id="rId1" Type="http://schemas.openxmlformats.org/officeDocument/2006/relationships/slideLayout" Target="../slideLayouts/slideLayout2.xml"/><Relationship Id="rId6" Type="http://schemas.openxmlformats.org/officeDocument/2006/relationships/image" Target="../media/image42.emf"/><Relationship Id="rId5" Type="http://schemas.openxmlformats.org/officeDocument/2006/relationships/image" Target="../media/image41.emf"/><Relationship Id="rId4" Type="http://schemas.openxmlformats.org/officeDocument/2006/relationships/image" Target="../media/image40.e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customXml" Target="../ink/ink19.xml"/><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6.e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customXml" Target="../ink/ink20.xml"/><Relationship Id="rId2" Type="http://schemas.openxmlformats.org/officeDocument/2006/relationships/image" Target="../media/image47.emf"/><Relationship Id="rId1" Type="http://schemas.openxmlformats.org/officeDocument/2006/relationships/slideLayout" Target="../slideLayouts/slideLayout2.xml"/><Relationship Id="rId4" Type="http://schemas.openxmlformats.org/officeDocument/2006/relationships/image" Target="../media/image48.em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customXml" Target="../ink/ink2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customXml" Target="../ink/ink22.xml"/><Relationship Id="rId2" Type="http://schemas.openxmlformats.org/officeDocument/2006/relationships/image" Target="../media/image51.emf"/><Relationship Id="rId1" Type="http://schemas.openxmlformats.org/officeDocument/2006/relationships/slideLayout" Target="../slideLayouts/slideLayout2.xml"/><Relationship Id="rId4" Type="http://schemas.openxmlformats.org/officeDocument/2006/relationships/image" Target="../media/image52.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Representing Digital Images:</a:t>
            </a:r>
          </a:p>
        </p:txBody>
      </p:sp>
      <p:sp>
        <p:nvSpPr>
          <p:cNvPr id="3" name="Content Placeholder 2"/>
          <p:cNvSpPr>
            <a:spLocks noGrp="1"/>
          </p:cNvSpPr>
          <p:nvPr>
            <p:ph idx="1"/>
          </p:nvPr>
        </p:nvSpPr>
        <p:spPr/>
        <p:txBody>
          <a:bodyPr>
            <a:normAutofit/>
          </a:bodyPr>
          <a:lstStyle/>
          <a:p>
            <a:pPr algn="just"/>
            <a:r>
              <a:rPr lang="en-US" dirty="0"/>
              <a:t>An image may be defined as a two-dimensional function, f(x, y), where x and y are spatial (plane) coordinates, and the amplitude of f at any pair of coordinates (x, y) is called the intensity or gray level of the image at that point. When x, y, and the amplitude values of f are all finite, discrete quantities, we call the image a digital image.</a:t>
            </a:r>
          </a:p>
          <a:p>
            <a:pPr algn="just"/>
            <a:r>
              <a:rPr lang="en-US" dirty="0"/>
              <a:t> digital image is composed of a finite number of elements, each of which has a particular location and value. These elements are referred to as picture elements, image elements, </a:t>
            </a:r>
            <a:r>
              <a:rPr lang="en-US" dirty="0" err="1"/>
              <a:t>pels</a:t>
            </a:r>
            <a:r>
              <a:rPr lang="en-US" dirty="0"/>
              <a:t>, and pixels. Pixel is the term most widely used to denote the elements of a digital image. </a:t>
            </a:r>
            <a:endParaRPr lang="en-IN" dirty="0"/>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938880" y="72000"/>
              <a:ext cx="10935720" cy="1501920"/>
            </p14:xfrm>
          </p:contentPart>
        </mc:Choice>
        <mc:Fallback xmlns="">
          <p:pic>
            <p:nvPicPr>
              <p:cNvPr id="4" name="Ink 3"/>
              <p:cNvPicPr/>
              <p:nvPr/>
            </p:nvPicPr>
            <p:blipFill>
              <a:blip r:embed="rId3"/>
              <a:stretch>
                <a:fillRect/>
              </a:stretch>
            </p:blipFill>
            <p:spPr>
              <a:xfrm>
                <a:off x="929520" y="62640"/>
                <a:ext cx="10954440" cy="1520640"/>
              </a:xfrm>
              <a:prstGeom prst="rect">
                <a:avLst/>
              </a:prstGeom>
            </p:spPr>
          </p:pic>
        </mc:Fallback>
      </mc:AlternateContent>
    </p:spTree>
    <p:extLst>
      <p:ext uri="{BB962C8B-B14F-4D97-AF65-F5344CB8AC3E}">
        <p14:creationId xmlns:p14="http://schemas.microsoft.com/office/powerpoint/2010/main" val="28430659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38774" y="935152"/>
            <a:ext cx="4457041" cy="4015670"/>
          </a:xfrm>
          <a:prstGeom prst="rect">
            <a:avLst/>
          </a:prstGeom>
        </p:spPr>
      </p:pic>
      <p:pic>
        <p:nvPicPr>
          <p:cNvPr id="5" name="Picture 4"/>
          <p:cNvPicPr>
            <a:picLocks noChangeAspect="1"/>
          </p:cNvPicPr>
          <p:nvPr/>
        </p:nvPicPr>
        <p:blipFill>
          <a:blip r:embed="rId3"/>
          <a:stretch>
            <a:fillRect/>
          </a:stretch>
        </p:blipFill>
        <p:spPr>
          <a:xfrm>
            <a:off x="5220789" y="1907178"/>
            <a:ext cx="6422886" cy="1347185"/>
          </a:xfrm>
          <a:prstGeom prst="rect">
            <a:avLst/>
          </a:prstGeom>
        </p:spPr>
      </p:pic>
      <p:sp>
        <p:nvSpPr>
          <p:cNvPr id="6" name="Rectangle 5"/>
          <p:cNvSpPr/>
          <p:nvPr/>
        </p:nvSpPr>
        <p:spPr>
          <a:xfrm>
            <a:off x="7763691" y="3051258"/>
            <a:ext cx="6096000" cy="677108"/>
          </a:xfrm>
          <a:prstGeom prst="rect">
            <a:avLst/>
          </a:prstGeom>
        </p:spPr>
        <p:txBody>
          <a:bodyPr>
            <a:spAutoFit/>
          </a:bodyPr>
          <a:lstStyle/>
          <a:p>
            <a:endParaRPr lang="en-IN" sz="2000" b="0" i="0" u="none" strike="noStrike" baseline="0" dirty="0">
              <a:solidFill>
                <a:srgbClr val="000000"/>
              </a:solidFill>
              <a:latin typeface="Times New Roman" panose="02020603050405020304" pitchFamily="18" charset="0"/>
            </a:endParaRPr>
          </a:p>
          <a:p>
            <a:r>
              <a:rPr lang="en-IN" dirty="0">
                <a:latin typeface="Times New Roman" panose="02020603050405020304" pitchFamily="18" charset="0"/>
              </a:rPr>
              <a:t>M*N digital image </a:t>
            </a:r>
            <a:endParaRPr lang="en-IN" dirty="0"/>
          </a:p>
        </p:txBody>
      </p:sp>
      <mc:AlternateContent xmlns:mc="http://schemas.openxmlformats.org/markup-compatibility/2006" xmlns:p14="http://schemas.microsoft.com/office/powerpoint/2010/main">
        <mc:Choice Requires="p14">
          <p:contentPart p14:bwMode="auto" r:id="rId4">
            <p14:nvContentPartPr>
              <p14:cNvPr id="7" name="Ink 6"/>
              <p14:cNvContentPartPr/>
              <p14:nvPr/>
            </p14:nvContentPartPr>
            <p14:xfrm>
              <a:off x="3018960" y="173160"/>
              <a:ext cx="8523360" cy="6598440"/>
            </p14:xfrm>
          </p:contentPart>
        </mc:Choice>
        <mc:Fallback xmlns="">
          <p:pic>
            <p:nvPicPr>
              <p:cNvPr id="7" name="Ink 6"/>
              <p:cNvPicPr/>
              <p:nvPr/>
            </p:nvPicPr>
            <p:blipFill>
              <a:blip r:embed="rId5"/>
              <a:stretch>
                <a:fillRect/>
              </a:stretch>
            </p:blipFill>
            <p:spPr>
              <a:xfrm>
                <a:off x="3009600" y="163800"/>
                <a:ext cx="8542080" cy="6617160"/>
              </a:xfrm>
              <a:prstGeom prst="rect">
                <a:avLst/>
              </a:prstGeom>
            </p:spPr>
          </p:pic>
        </mc:Fallback>
      </mc:AlternateContent>
    </p:spTree>
    <p:extLst>
      <p:ext uri="{BB962C8B-B14F-4D97-AF65-F5344CB8AC3E}">
        <p14:creationId xmlns:p14="http://schemas.microsoft.com/office/powerpoint/2010/main" val="3035017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Spatial resolution</a:t>
            </a:r>
          </a:p>
        </p:txBody>
      </p:sp>
      <p:sp>
        <p:nvSpPr>
          <p:cNvPr id="3" name="Content Placeholder 2"/>
          <p:cNvSpPr>
            <a:spLocks noGrp="1"/>
          </p:cNvSpPr>
          <p:nvPr>
            <p:ph idx="1"/>
          </p:nvPr>
        </p:nvSpPr>
        <p:spPr/>
        <p:txBody>
          <a:bodyPr/>
          <a:lstStyle/>
          <a:p>
            <a:r>
              <a:rPr lang="en-US" dirty="0"/>
              <a:t>Spatial resolution can be defined as the smallest discernible detail in an image. Or in other way we can define spatial resolution as the number of independent pixels values per inch.</a:t>
            </a:r>
          </a:p>
          <a:p>
            <a:r>
              <a:rPr lang="en-US" dirty="0"/>
              <a:t>In short what spatial resolution refers to is that we cannot compare two different types of images to see that which one is clear or which one is not. If we have to compare the two images, to see which one is more clear or which has more spatial resolution, we have to compare two images of the same size.</a:t>
            </a:r>
          </a:p>
          <a:p>
            <a:endParaRPr lang="en-IN" dirty="0"/>
          </a:p>
        </p:txBody>
      </p:sp>
    </p:spTree>
    <p:extLst>
      <p:ext uri="{BB962C8B-B14F-4D97-AF65-F5344CB8AC3E}">
        <p14:creationId xmlns:p14="http://schemas.microsoft.com/office/powerpoint/2010/main" val="30987692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1026" name="Picture 2" descr="einstei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2625" y="2436925"/>
            <a:ext cx="3459480" cy="338508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einstein zoom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0" y="2511697"/>
            <a:ext cx="2743200" cy="210502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einstein spatial"/>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80077" y="2511697"/>
            <a:ext cx="3303905" cy="32328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6882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Measuring spatial resolution</a:t>
            </a:r>
          </a:p>
        </p:txBody>
      </p:sp>
      <p:sp>
        <p:nvSpPr>
          <p:cNvPr id="3" name="Content Placeholder 2"/>
          <p:cNvSpPr>
            <a:spLocks noGrp="1"/>
          </p:cNvSpPr>
          <p:nvPr>
            <p:ph idx="1"/>
          </p:nvPr>
        </p:nvSpPr>
        <p:spPr/>
        <p:txBody>
          <a:bodyPr/>
          <a:lstStyle/>
          <a:p>
            <a:r>
              <a:rPr lang="en-US" dirty="0"/>
              <a:t>Dots per inch: Dots per inch or DPI is usually used in monitors.</a:t>
            </a:r>
          </a:p>
          <a:p>
            <a:r>
              <a:rPr lang="en-US" dirty="0"/>
              <a:t>Lines per inch: Lines per inch or LPI is usually used in laser printers.</a:t>
            </a:r>
          </a:p>
          <a:p>
            <a:r>
              <a:rPr lang="en-US" dirty="0"/>
              <a:t>Pixel per inch: Pixel per inch or PPI is measure for different devices such as tablets , Mobile phones </a:t>
            </a:r>
            <a:r>
              <a:rPr lang="en-US" dirty="0" err="1"/>
              <a:t>e.t.c</a:t>
            </a:r>
            <a:r>
              <a:rPr lang="en-US" dirty="0"/>
              <a:t>.</a:t>
            </a:r>
          </a:p>
          <a:p>
            <a:endParaRPr lang="en-US" dirty="0"/>
          </a:p>
          <a:p>
            <a:endParaRPr lang="en-IN" dirty="0"/>
          </a:p>
        </p:txBody>
      </p:sp>
    </p:spTree>
    <p:extLst>
      <p:ext uri="{BB962C8B-B14F-4D97-AF65-F5344CB8AC3E}">
        <p14:creationId xmlns:p14="http://schemas.microsoft.com/office/powerpoint/2010/main" val="6703945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err="1"/>
              <a:t>Gray</a:t>
            </a:r>
            <a:r>
              <a:rPr lang="en-IN" b="1" dirty="0"/>
              <a:t> Level Resolution</a:t>
            </a:r>
            <a:br>
              <a:rPr lang="en-IN" b="1" dirty="0"/>
            </a:br>
            <a:endParaRPr lang="en-IN" dirty="0"/>
          </a:p>
        </p:txBody>
      </p:sp>
      <p:sp>
        <p:nvSpPr>
          <p:cNvPr id="3" name="Content Placeholder 2"/>
          <p:cNvSpPr>
            <a:spLocks noGrp="1"/>
          </p:cNvSpPr>
          <p:nvPr>
            <p:ph idx="1"/>
          </p:nvPr>
        </p:nvSpPr>
        <p:spPr/>
        <p:txBody>
          <a:bodyPr/>
          <a:lstStyle/>
          <a:p>
            <a:r>
              <a:rPr lang="en-US" dirty="0"/>
              <a:t>A resolution can be defined as the total number of pixels in an image.</a:t>
            </a:r>
          </a:p>
          <a:p>
            <a:r>
              <a:rPr lang="en-US" dirty="0"/>
              <a:t>that clarity of an image does not depends on number of pixels, but on the spatial resolution of the image. </a:t>
            </a:r>
          </a:p>
          <a:p>
            <a:r>
              <a:rPr lang="en-US" dirty="0"/>
              <a:t>Gray level resolution refers to the predictable or deterministic change in the shades or levels of gray in an image.</a:t>
            </a:r>
          </a:p>
          <a:p>
            <a:r>
              <a:rPr lang="en-US" dirty="0"/>
              <a:t>gray level resolution is equal to the number of bits per pixel(BPP).</a:t>
            </a:r>
          </a:p>
          <a:p>
            <a:r>
              <a:rPr lang="en-US" dirty="0"/>
              <a:t>The number of different colors in an image is depends on the depth of color or bits per pixel.</a:t>
            </a:r>
          </a:p>
          <a:p>
            <a:endParaRPr lang="en-IN" dirty="0"/>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476640" y="187560"/>
              <a:ext cx="11383560" cy="6699600"/>
            </p14:xfrm>
          </p:contentPart>
        </mc:Choice>
        <mc:Fallback xmlns="">
          <p:pic>
            <p:nvPicPr>
              <p:cNvPr id="4" name="Ink 3"/>
              <p:cNvPicPr/>
              <p:nvPr/>
            </p:nvPicPr>
            <p:blipFill>
              <a:blip r:embed="rId3"/>
              <a:stretch>
                <a:fillRect/>
              </a:stretch>
            </p:blipFill>
            <p:spPr>
              <a:xfrm>
                <a:off x="467280" y="178200"/>
                <a:ext cx="11402280" cy="6718320"/>
              </a:xfrm>
              <a:prstGeom prst="rect">
                <a:avLst/>
              </a:prstGeom>
            </p:spPr>
          </p:pic>
        </mc:Fallback>
      </mc:AlternateContent>
    </p:spTree>
    <p:extLst>
      <p:ext uri="{BB962C8B-B14F-4D97-AF65-F5344CB8AC3E}">
        <p14:creationId xmlns:p14="http://schemas.microsoft.com/office/powerpoint/2010/main" val="48631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050" name="Picture 2" descr="bpp"/>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411436" y="2492261"/>
            <a:ext cx="1409700" cy="66675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709747" y="1684600"/>
            <a:ext cx="10798629" cy="646331"/>
          </a:xfrm>
          <a:prstGeom prst="rect">
            <a:avLst/>
          </a:prstGeom>
        </p:spPr>
        <p:txBody>
          <a:bodyPr wrap="square">
            <a:spAutoFit/>
          </a:bodyPr>
          <a:lstStyle/>
          <a:p>
            <a:r>
              <a:rPr lang="en-US" b="0" i="0" dirty="0">
                <a:solidFill>
                  <a:srgbClr val="000000"/>
                </a:solidFill>
                <a:effectLst/>
                <a:latin typeface="Verdana" panose="020B0604030504040204" pitchFamily="34" charset="0"/>
              </a:rPr>
              <a:t>The mathematical relation that can be established between gray level resolution and bits per pixel can be given as.</a:t>
            </a:r>
            <a:endParaRPr lang="en-IN" dirty="0"/>
          </a:p>
        </p:txBody>
      </p:sp>
      <p:sp>
        <p:nvSpPr>
          <p:cNvPr id="5" name="Rectangle 4"/>
          <p:cNvSpPr/>
          <p:nvPr/>
        </p:nvSpPr>
        <p:spPr>
          <a:xfrm>
            <a:off x="709747" y="3010163"/>
            <a:ext cx="10406744" cy="646331"/>
          </a:xfrm>
          <a:prstGeom prst="rect">
            <a:avLst/>
          </a:prstGeom>
        </p:spPr>
        <p:txBody>
          <a:bodyPr wrap="square">
            <a:spAutoFit/>
          </a:bodyPr>
          <a:lstStyle/>
          <a:p>
            <a:r>
              <a:rPr lang="en-US" b="0" i="0" dirty="0">
                <a:solidFill>
                  <a:srgbClr val="000000"/>
                </a:solidFill>
                <a:effectLst/>
                <a:latin typeface="Verdana" panose="020B0604030504040204" pitchFamily="34" charset="0"/>
              </a:rPr>
              <a:t>In this equation L refers to number of gray levels. It can also be defined as the shades of gray. And k refers to </a:t>
            </a:r>
            <a:r>
              <a:rPr lang="en-US" b="0" i="0" dirty="0" err="1">
                <a:solidFill>
                  <a:srgbClr val="000000"/>
                </a:solidFill>
                <a:effectLst/>
                <a:latin typeface="Verdana" panose="020B0604030504040204" pitchFamily="34" charset="0"/>
              </a:rPr>
              <a:t>bpp</a:t>
            </a:r>
            <a:r>
              <a:rPr lang="en-US" b="0" i="0" dirty="0">
                <a:solidFill>
                  <a:srgbClr val="000000"/>
                </a:solidFill>
                <a:effectLst/>
                <a:latin typeface="Verdana" panose="020B0604030504040204" pitchFamily="34" charset="0"/>
              </a:rPr>
              <a:t> or bits per pixel. </a:t>
            </a:r>
            <a:endParaRPr lang="en-IN" dirty="0"/>
          </a:p>
        </p:txBody>
      </p:sp>
      <p:pic>
        <p:nvPicPr>
          <p:cNvPr id="2052" name="Picture 4" descr="einstei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6729" y="4174396"/>
            <a:ext cx="1771650" cy="173355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3441715" y="4174396"/>
            <a:ext cx="2983381" cy="369332"/>
          </a:xfrm>
          <a:prstGeom prst="rect">
            <a:avLst/>
          </a:prstGeom>
        </p:spPr>
        <p:txBody>
          <a:bodyPr wrap="none">
            <a:spAutoFit/>
          </a:bodyPr>
          <a:lstStyle/>
          <a:p>
            <a:r>
              <a:rPr lang="en-US" b="0" i="0" dirty="0">
                <a:solidFill>
                  <a:srgbClr val="000000"/>
                </a:solidFill>
                <a:effectLst/>
                <a:latin typeface="Verdana" panose="020B0604030504040204" pitchFamily="34" charset="0"/>
              </a:rPr>
              <a:t>8 bits per pixel or 8bpp.</a:t>
            </a:r>
            <a:endParaRPr lang="en-IN" dirty="0"/>
          </a:p>
        </p:txBody>
      </p:sp>
      <p:pic>
        <p:nvPicPr>
          <p:cNvPr id="2054" name="Picture 6" descr="quantiz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59426" y="3937789"/>
            <a:ext cx="3876675" cy="24384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838199" y="6211669"/>
            <a:ext cx="10278291" cy="646331"/>
          </a:xfrm>
          <a:prstGeom prst="rect">
            <a:avLst/>
          </a:prstGeom>
        </p:spPr>
        <p:txBody>
          <a:bodyPr wrap="square">
            <a:spAutoFit/>
          </a:bodyPr>
          <a:lstStyle/>
          <a:p>
            <a:r>
              <a:rPr lang="en-US" b="0" i="0">
                <a:solidFill>
                  <a:srgbClr val="000000"/>
                </a:solidFill>
                <a:effectLst/>
                <a:latin typeface="Verdana" panose="020B0604030504040204" pitchFamily="34" charset="0"/>
              </a:rPr>
              <a:t>It means it gray level resolution is 256. </a:t>
            </a:r>
            <a:r>
              <a:rPr lang="en-US" b="0" i="0" dirty="0">
                <a:solidFill>
                  <a:srgbClr val="000000"/>
                </a:solidFill>
                <a:effectLst/>
                <a:latin typeface="Verdana" panose="020B0604030504040204" pitchFamily="34" charset="0"/>
              </a:rPr>
              <a:t>Or in other way we can say that this image has 256 different shades of gray.</a:t>
            </a:r>
            <a:endParaRPr lang="en-IN" dirty="0"/>
          </a:p>
        </p:txBody>
      </p:sp>
    </p:spTree>
    <p:extLst>
      <p:ext uri="{BB962C8B-B14F-4D97-AF65-F5344CB8AC3E}">
        <p14:creationId xmlns:p14="http://schemas.microsoft.com/office/powerpoint/2010/main" val="1288238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gray level resolution in terms of </a:t>
            </a:r>
            <a:r>
              <a:rPr lang="en-US" dirty="0" err="1"/>
              <a:t>bpp</a:t>
            </a:r>
            <a:br>
              <a:rPr lang="en-US" dirty="0"/>
            </a:br>
            <a:endParaRPr lang="en-IN" dirty="0"/>
          </a:p>
        </p:txBody>
      </p:sp>
      <p:sp>
        <p:nvSpPr>
          <p:cNvPr id="3" name="Content Placeholder 2"/>
          <p:cNvSpPr>
            <a:spLocks noGrp="1"/>
          </p:cNvSpPr>
          <p:nvPr>
            <p:ph idx="1"/>
          </p:nvPr>
        </p:nvSpPr>
        <p:spPr/>
        <p:txBody>
          <a:bodyPr/>
          <a:lstStyle/>
          <a:p>
            <a:r>
              <a:rPr lang="en-US" dirty="0"/>
              <a:t>If you are given an image of 4 </a:t>
            </a:r>
            <a:r>
              <a:rPr lang="en-US" dirty="0" err="1"/>
              <a:t>bpp</a:t>
            </a:r>
            <a:r>
              <a:rPr lang="en-US" dirty="0"/>
              <a:t>, and you are asked to calculate its gray level resolution. There are two answers to that question.</a:t>
            </a:r>
          </a:p>
          <a:p>
            <a:r>
              <a:rPr lang="en-US" dirty="0"/>
              <a:t>The first answer is 16 levels.</a:t>
            </a:r>
          </a:p>
          <a:p>
            <a:r>
              <a:rPr lang="en-US" dirty="0"/>
              <a:t>The second answer is 4 bits.</a:t>
            </a:r>
          </a:p>
          <a:p>
            <a:endParaRPr lang="en-IN" dirty="0"/>
          </a:p>
        </p:txBody>
      </p:sp>
    </p:spTree>
    <p:extLst>
      <p:ext uri="{BB962C8B-B14F-4D97-AF65-F5344CB8AC3E}">
        <p14:creationId xmlns:p14="http://schemas.microsoft.com/office/powerpoint/2010/main" val="3124765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Gray level resolution and quantization:</a:t>
            </a:r>
            <a:br>
              <a:rPr lang="en-US" dirty="0"/>
            </a:br>
            <a:endParaRPr lang="en-IN" dirty="0"/>
          </a:p>
        </p:txBody>
      </p:sp>
      <p:sp>
        <p:nvSpPr>
          <p:cNvPr id="3" name="Content Placeholder 2"/>
          <p:cNvSpPr>
            <a:spLocks noGrp="1"/>
          </p:cNvSpPr>
          <p:nvPr>
            <p:ph idx="1"/>
          </p:nvPr>
        </p:nvSpPr>
        <p:spPr/>
        <p:txBody>
          <a:bodyPr/>
          <a:lstStyle/>
          <a:p>
            <a:pPr algn="just"/>
            <a:r>
              <a:rPr lang="en-US" dirty="0"/>
              <a:t>Gray level resolution is found on the y axis of the signal.</a:t>
            </a:r>
          </a:p>
          <a:p>
            <a:pPr algn="just"/>
            <a:r>
              <a:rPr lang="en-US" dirty="0"/>
              <a:t>Sampling is done on x axis. And quantization is done in Y axis.</a:t>
            </a:r>
          </a:p>
          <a:p>
            <a:pPr algn="just"/>
            <a:r>
              <a:rPr lang="en-US" dirty="0"/>
              <a:t>So that means digitizing the gray level resolution of an image is done in quantization.</a:t>
            </a:r>
            <a:endParaRPr lang="en-IN" dirty="0"/>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866880" y="3710160"/>
              <a:ext cx="2759400" cy="3032640"/>
            </p14:xfrm>
          </p:contentPart>
        </mc:Choice>
        <mc:Fallback xmlns="">
          <p:pic>
            <p:nvPicPr>
              <p:cNvPr id="4" name="Ink 3"/>
              <p:cNvPicPr/>
              <p:nvPr/>
            </p:nvPicPr>
            <p:blipFill>
              <a:blip r:embed="rId3"/>
              <a:stretch>
                <a:fillRect/>
              </a:stretch>
            </p:blipFill>
            <p:spPr>
              <a:xfrm>
                <a:off x="857520" y="3700800"/>
                <a:ext cx="2778120" cy="3051360"/>
              </a:xfrm>
              <a:prstGeom prst="rect">
                <a:avLst/>
              </a:prstGeom>
            </p:spPr>
          </p:pic>
        </mc:Fallback>
      </mc:AlternateContent>
    </p:spTree>
    <p:extLst>
      <p:ext uri="{BB962C8B-B14F-4D97-AF65-F5344CB8AC3E}">
        <p14:creationId xmlns:p14="http://schemas.microsoft.com/office/powerpoint/2010/main" val="4192773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Zooming Methods</a:t>
            </a:r>
            <a:br>
              <a:rPr lang="en-IN" b="1" dirty="0"/>
            </a:br>
            <a:endParaRPr lang="en-IN" dirty="0"/>
          </a:p>
        </p:txBody>
      </p:sp>
      <p:sp>
        <p:nvSpPr>
          <p:cNvPr id="3" name="Content Placeholder 2"/>
          <p:cNvSpPr>
            <a:spLocks noGrp="1"/>
          </p:cNvSpPr>
          <p:nvPr>
            <p:ph idx="1"/>
          </p:nvPr>
        </p:nvSpPr>
        <p:spPr/>
        <p:txBody>
          <a:bodyPr/>
          <a:lstStyle/>
          <a:p>
            <a:pPr algn="just"/>
            <a:r>
              <a:rPr lang="en-US" dirty="0"/>
              <a:t>Zooming simply means enlarging a picture in a sense that the details in the image became more visible and clear. Zooming an image has many wide applications ranging from zooming through a camera lens, to zoom an image on internet </a:t>
            </a:r>
            <a:r>
              <a:rPr lang="en-US" dirty="0" err="1"/>
              <a:t>e.t.c</a:t>
            </a:r>
            <a:r>
              <a:rPr lang="en-US" dirty="0"/>
              <a:t>.</a:t>
            </a:r>
            <a:endParaRPr lang="en-IN" dirty="0"/>
          </a:p>
        </p:txBody>
      </p:sp>
      <p:pic>
        <p:nvPicPr>
          <p:cNvPr id="3074" name="Picture 2" descr="einstei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8147" y="4006986"/>
            <a:ext cx="1771650" cy="173355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einsteinzoom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9255" y="3635511"/>
            <a:ext cx="2743200" cy="21050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190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algn="just"/>
            <a:r>
              <a:rPr lang="en-US" dirty="0"/>
              <a:t>You can zoom something at two different steps.</a:t>
            </a:r>
          </a:p>
          <a:p>
            <a:pPr algn="just"/>
            <a:r>
              <a:rPr lang="en-US" dirty="0"/>
              <a:t>The first step includes zooming before taking an particular image. This is known as pre processing zoom. This zoom involves hardware and mechanical movement.</a:t>
            </a:r>
          </a:p>
          <a:p>
            <a:pPr algn="just"/>
            <a:r>
              <a:rPr lang="en-US" dirty="0"/>
              <a:t>The second step is to zoom once an image has been captured. It is done through many different algorithms in which we manipulate pixels to zoom in the required portion.</a:t>
            </a:r>
          </a:p>
          <a:p>
            <a:endParaRPr lang="en-IN" dirty="0"/>
          </a:p>
        </p:txBody>
      </p:sp>
    </p:spTree>
    <p:extLst>
      <p:ext uri="{BB962C8B-B14F-4D97-AF65-F5344CB8AC3E}">
        <p14:creationId xmlns:p14="http://schemas.microsoft.com/office/powerpoint/2010/main" val="1991279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Optical Zoom:</a:t>
            </a:r>
            <a:endParaRPr lang="en-IN" dirty="0"/>
          </a:p>
        </p:txBody>
      </p:sp>
      <p:sp>
        <p:nvSpPr>
          <p:cNvPr id="3" name="Content Placeholder 2"/>
          <p:cNvSpPr>
            <a:spLocks noGrp="1"/>
          </p:cNvSpPr>
          <p:nvPr>
            <p:ph idx="1"/>
          </p:nvPr>
        </p:nvSpPr>
        <p:spPr/>
        <p:txBody>
          <a:bodyPr/>
          <a:lstStyle/>
          <a:p>
            <a:pPr algn="just"/>
            <a:r>
              <a:rPr lang="en-US" dirty="0"/>
              <a:t>The optical zoom is achieved using the movement of the lens of your camera. An optical zoom is actually a true zoom. The result of the optical zoom is far better then that of digital zoom. In optical zoom, an image is magnified by the lens in such a way that the objects in the image appear to be closer to the camera. In optical zoom the lens is physically extend to zoom or magnify an object.</a:t>
            </a:r>
          </a:p>
          <a:p>
            <a:endParaRPr lang="en-IN" dirty="0"/>
          </a:p>
        </p:txBody>
      </p:sp>
    </p:spTree>
    <p:extLst>
      <p:ext uri="{BB962C8B-B14F-4D97-AF65-F5344CB8AC3E}">
        <p14:creationId xmlns:p14="http://schemas.microsoft.com/office/powerpoint/2010/main" val="6368983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Digital Zoom:</a:t>
            </a:r>
          </a:p>
        </p:txBody>
      </p:sp>
      <p:sp>
        <p:nvSpPr>
          <p:cNvPr id="3" name="Content Placeholder 2"/>
          <p:cNvSpPr>
            <a:spLocks noGrp="1"/>
          </p:cNvSpPr>
          <p:nvPr>
            <p:ph idx="1"/>
          </p:nvPr>
        </p:nvSpPr>
        <p:spPr/>
        <p:txBody>
          <a:bodyPr/>
          <a:lstStyle/>
          <a:p>
            <a:pPr algn="just"/>
            <a:r>
              <a:rPr lang="en-US" dirty="0"/>
              <a:t>Digital zoom is basically image processing within a camera. During a digital zoom, the center of the image is magnified and the edges of the picture got crop out. Due to magnified center, it looks like that the object is closer to you.</a:t>
            </a:r>
          </a:p>
          <a:p>
            <a:pPr algn="just"/>
            <a:r>
              <a:rPr lang="en-US" dirty="0"/>
              <a:t>During a digital zoom, the pixels got expand , due to which the quality of the image is compromised.</a:t>
            </a:r>
          </a:p>
          <a:p>
            <a:endParaRPr lang="en-IN" dirty="0"/>
          </a:p>
        </p:txBody>
      </p:sp>
    </p:spTree>
    <p:extLst>
      <p:ext uri="{BB962C8B-B14F-4D97-AF65-F5344CB8AC3E}">
        <p14:creationId xmlns:p14="http://schemas.microsoft.com/office/powerpoint/2010/main" val="40226060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Zooming methods:</a:t>
            </a:r>
          </a:p>
        </p:txBody>
      </p:sp>
      <p:sp>
        <p:nvSpPr>
          <p:cNvPr id="3" name="Content Placeholder 2"/>
          <p:cNvSpPr>
            <a:spLocks noGrp="1"/>
          </p:cNvSpPr>
          <p:nvPr>
            <p:ph idx="1"/>
          </p:nvPr>
        </p:nvSpPr>
        <p:spPr/>
        <p:txBody>
          <a:bodyPr/>
          <a:lstStyle/>
          <a:p>
            <a:r>
              <a:rPr lang="en-US" dirty="0"/>
              <a:t>Pixel replication or (Nearest neighbor interpolation)</a:t>
            </a:r>
          </a:p>
          <a:p>
            <a:r>
              <a:rPr lang="en-US" dirty="0"/>
              <a:t>Zero order hold method</a:t>
            </a:r>
          </a:p>
          <a:p>
            <a:r>
              <a:rPr lang="en-US" dirty="0"/>
              <a:t>Zooming K times</a:t>
            </a:r>
          </a:p>
          <a:p>
            <a:endParaRPr lang="en-IN" dirty="0"/>
          </a:p>
        </p:txBody>
      </p:sp>
    </p:spTree>
    <p:extLst>
      <p:ext uri="{BB962C8B-B14F-4D97-AF65-F5344CB8AC3E}">
        <p14:creationId xmlns:p14="http://schemas.microsoft.com/office/powerpoint/2010/main" val="26082268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1.Pixel replication:</a:t>
            </a:r>
            <a:br>
              <a:rPr lang="en-IN" dirty="0"/>
            </a:br>
            <a:endParaRPr lang="en-IN" dirty="0"/>
          </a:p>
        </p:txBody>
      </p:sp>
      <p:sp>
        <p:nvSpPr>
          <p:cNvPr id="3" name="Content Placeholder 2"/>
          <p:cNvSpPr>
            <a:spLocks noGrp="1"/>
          </p:cNvSpPr>
          <p:nvPr>
            <p:ph idx="1"/>
          </p:nvPr>
        </p:nvSpPr>
        <p:spPr/>
        <p:txBody>
          <a:bodyPr/>
          <a:lstStyle/>
          <a:p>
            <a:pPr algn="just"/>
            <a:r>
              <a:rPr lang="en-US" dirty="0"/>
              <a:t>It is also known as Nearest neighbor interpolation. As its name suggest, in this method, we just replicate the neighboring pixels. </a:t>
            </a:r>
          </a:p>
          <a:p>
            <a:pPr algn="just"/>
            <a:r>
              <a:rPr lang="en-US" dirty="0"/>
              <a:t> zooming is nothing but increase amount of sample or pixels.</a:t>
            </a:r>
          </a:p>
          <a:p>
            <a:pPr algn="just"/>
            <a:r>
              <a:rPr lang="en-US" dirty="0"/>
              <a:t>if you have an image of 2 rows and 2 columns and you want to zoom it twice or 2 times using pixel replication, here how it can be done.</a:t>
            </a:r>
            <a:endParaRPr lang="en-IN" dirty="0"/>
          </a:p>
        </p:txBody>
      </p:sp>
      <p:graphicFrame>
        <p:nvGraphicFramePr>
          <p:cNvPr id="4" name="Table 3"/>
          <p:cNvGraphicFramePr>
            <a:graphicFrameLocks noGrp="1"/>
          </p:cNvGraphicFramePr>
          <p:nvPr/>
        </p:nvGraphicFramePr>
        <p:xfrm>
          <a:off x="987835" y="5134315"/>
          <a:ext cx="2121126" cy="853440"/>
        </p:xfrm>
        <a:graphic>
          <a:graphicData uri="http://schemas.openxmlformats.org/drawingml/2006/table">
            <a:tbl>
              <a:tblPr/>
              <a:tblGrid>
                <a:gridCol w="1060563">
                  <a:extLst>
                    <a:ext uri="{9D8B030D-6E8A-4147-A177-3AD203B41FA5}">
                      <a16:colId xmlns:a16="http://schemas.microsoft.com/office/drawing/2014/main" val="3666696439"/>
                    </a:ext>
                  </a:extLst>
                </a:gridCol>
                <a:gridCol w="1060563">
                  <a:extLst>
                    <a:ext uri="{9D8B030D-6E8A-4147-A177-3AD203B41FA5}">
                      <a16:colId xmlns:a16="http://schemas.microsoft.com/office/drawing/2014/main" val="347865457"/>
                    </a:ext>
                  </a:extLst>
                </a:gridCol>
              </a:tblGrid>
              <a:tr h="0">
                <a:tc>
                  <a:txBody>
                    <a:bodyPr/>
                    <a:lstStyle/>
                    <a:p>
                      <a:pPr algn="l"/>
                      <a:r>
                        <a:rPr lang="en-IN">
                          <a:effectLst/>
                        </a:rPr>
                        <a:t>1</a:t>
                      </a:r>
                    </a:p>
                  </a:txBody>
                  <a:tcPr marL="76200" marR="76200" marT="76200" marB="76200" anchor="ctr">
                    <a:lnL>
                      <a:noFill/>
                    </a:lnL>
                    <a:lnR>
                      <a:noFill/>
                    </a:lnR>
                    <a:lnT>
                      <a:noFill/>
                    </a:lnT>
                    <a:lnB>
                      <a:noFill/>
                    </a:lnB>
                    <a:solidFill>
                      <a:srgbClr val="FFFFFF"/>
                    </a:solidFill>
                  </a:tcPr>
                </a:tc>
                <a:tc>
                  <a:txBody>
                    <a:bodyPr/>
                    <a:lstStyle/>
                    <a:p>
                      <a:pPr algn="l"/>
                      <a:r>
                        <a:rPr lang="en-IN">
                          <a:effectLst/>
                        </a:rPr>
                        <a:t>2</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1590208733"/>
                  </a:ext>
                </a:extLst>
              </a:tr>
              <a:tr h="0">
                <a:tc>
                  <a:txBody>
                    <a:bodyPr/>
                    <a:lstStyle/>
                    <a:p>
                      <a:pPr algn="l"/>
                      <a:r>
                        <a:rPr lang="en-IN">
                          <a:effectLst/>
                        </a:rPr>
                        <a:t>3</a:t>
                      </a:r>
                    </a:p>
                  </a:txBody>
                  <a:tcPr marL="76200" marR="76200" marT="76200" marB="76200" anchor="ctr">
                    <a:lnL>
                      <a:noFill/>
                    </a:lnL>
                    <a:lnR>
                      <a:noFill/>
                    </a:lnR>
                    <a:lnT>
                      <a:noFill/>
                    </a:lnT>
                    <a:lnB>
                      <a:noFill/>
                    </a:lnB>
                    <a:solidFill>
                      <a:srgbClr val="FFFFFF"/>
                    </a:solidFill>
                  </a:tcPr>
                </a:tc>
                <a:tc>
                  <a:txBody>
                    <a:bodyPr/>
                    <a:lstStyle/>
                    <a:p>
                      <a:pPr algn="l"/>
                      <a:r>
                        <a:rPr lang="en-IN" dirty="0">
                          <a:effectLst/>
                        </a:rPr>
                        <a:t>4</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1719700845"/>
                  </a:ext>
                </a:extLst>
              </a:tr>
            </a:tbl>
          </a:graphicData>
        </a:graphic>
      </p:graphicFrame>
      <p:sp>
        <p:nvSpPr>
          <p:cNvPr id="5" name="Rectangle 4"/>
          <p:cNvSpPr/>
          <p:nvPr/>
        </p:nvSpPr>
        <p:spPr>
          <a:xfrm>
            <a:off x="3493728" y="4210985"/>
            <a:ext cx="3455713" cy="923330"/>
          </a:xfrm>
          <a:prstGeom prst="rect">
            <a:avLst/>
          </a:prstGeom>
        </p:spPr>
        <p:txBody>
          <a:bodyPr wrap="square">
            <a:spAutoFit/>
          </a:bodyPr>
          <a:lstStyle/>
          <a:p>
            <a:r>
              <a:rPr lang="en-IN" b="0" i="0" dirty="0">
                <a:effectLst/>
                <a:latin typeface="Verdana" panose="020B0604030504040204" pitchFamily="34" charset="0"/>
              </a:rPr>
              <a:t>Row wise zooming:</a:t>
            </a:r>
            <a:r>
              <a:rPr lang="en-US" dirty="0"/>
              <a:t>simple copy the rows pixels to its adjacent new cell.</a:t>
            </a:r>
            <a:endParaRPr lang="en-IN" b="0" i="0" dirty="0">
              <a:effectLst/>
              <a:latin typeface="Verdana" panose="020B0604030504040204" pitchFamily="34" charset="0"/>
            </a:endParaRPr>
          </a:p>
        </p:txBody>
      </p:sp>
      <p:graphicFrame>
        <p:nvGraphicFramePr>
          <p:cNvPr id="6" name="Table 5"/>
          <p:cNvGraphicFramePr>
            <a:graphicFrameLocks noGrp="1"/>
          </p:cNvGraphicFramePr>
          <p:nvPr/>
        </p:nvGraphicFramePr>
        <p:xfrm>
          <a:off x="3461657" y="5228919"/>
          <a:ext cx="3487784" cy="853440"/>
        </p:xfrm>
        <a:graphic>
          <a:graphicData uri="http://schemas.openxmlformats.org/drawingml/2006/table">
            <a:tbl>
              <a:tblPr/>
              <a:tblGrid>
                <a:gridCol w="871946">
                  <a:extLst>
                    <a:ext uri="{9D8B030D-6E8A-4147-A177-3AD203B41FA5}">
                      <a16:colId xmlns:a16="http://schemas.microsoft.com/office/drawing/2014/main" val="1102446897"/>
                    </a:ext>
                  </a:extLst>
                </a:gridCol>
                <a:gridCol w="871946">
                  <a:extLst>
                    <a:ext uri="{9D8B030D-6E8A-4147-A177-3AD203B41FA5}">
                      <a16:colId xmlns:a16="http://schemas.microsoft.com/office/drawing/2014/main" val="2552722862"/>
                    </a:ext>
                  </a:extLst>
                </a:gridCol>
                <a:gridCol w="871946">
                  <a:extLst>
                    <a:ext uri="{9D8B030D-6E8A-4147-A177-3AD203B41FA5}">
                      <a16:colId xmlns:a16="http://schemas.microsoft.com/office/drawing/2014/main" val="2829918003"/>
                    </a:ext>
                  </a:extLst>
                </a:gridCol>
                <a:gridCol w="871946">
                  <a:extLst>
                    <a:ext uri="{9D8B030D-6E8A-4147-A177-3AD203B41FA5}">
                      <a16:colId xmlns:a16="http://schemas.microsoft.com/office/drawing/2014/main" val="408847354"/>
                    </a:ext>
                  </a:extLst>
                </a:gridCol>
              </a:tblGrid>
              <a:tr h="0">
                <a:tc>
                  <a:txBody>
                    <a:bodyPr/>
                    <a:lstStyle/>
                    <a:p>
                      <a:pPr algn="l"/>
                      <a:r>
                        <a:rPr lang="en-IN">
                          <a:effectLst/>
                        </a:rPr>
                        <a:t>1</a:t>
                      </a:r>
                    </a:p>
                  </a:txBody>
                  <a:tcPr marL="76200" marR="76200" marT="76200" marB="76200" anchor="ctr">
                    <a:lnL>
                      <a:noFill/>
                    </a:lnL>
                    <a:lnR>
                      <a:noFill/>
                    </a:lnR>
                    <a:lnT>
                      <a:noFill/>
                    </a:lnT>
                    <a:lnB>
                      <a:noFill/>
                    </a:lnB>
                    <a:solidFill>
                      <a:srgbClr val="FFFFFF"/>
                    </a:solidFill>
                  </a:tcPr>
                </a:tc>
                <a:tc>
                  <a:txBody>
                    <a:bodyPr/>
                    <a:lstStyle/>
                    <a:p>
                      <a:pPr algn="l"/>
                      <a:r>
                        <a:rPr lang="en-IN">
                          <a:effectLst/>
                        </a:rPr>
                        <a:t>1</a:t>
                      </a:r>
                    </a:p>
                  </a:txBody>
                  <a:tcPr marL="76200" marR="76200" marT="76200" marB="76200" anchor="ctr">
                    <a:lnL>
                      <a:noFill/>
                    </a:lnL>
                    <a:lnR>
                      <a:noFill/>
                    </a:lnR>
                    <a:lnT>
                      <a:noFill/>
                    </a:lnT>
                    <a:lnB>
                      <a:noFill/>
                    </a:lnB>
                    <a:solidFill>
                      <a:srgbClr val="FFFFFF"/>
                    </a:solidFill>
                  </a:tcPr>
                </a:tc>
                <a:tc>
                  <a:txBody>
                    <a:bodyPr/>
                    <a:lstStyle/>
                    <a:p>
                      <a:pPr algn="l"/>
                      <a:r>
                        <a:rPr lang="en-IN">
                          <a:effectLst/>
                        </a:rPr>
                        <a:t>2</a:t>
                      </a:r>
                    </a:p>
                  </a:txBody>
                  <a:tcPr marL="76200" marR="76200" marT="76200" marB="76200" anchor="ctr">
                    <a:lnL>
                      <a:noFill/>
                    </a:lnL>
                    <a:lnR>
                      <a:noFill/>
                    </a:lnR>
                    <a:lnT>
                      <a:noFill/>
                    </a:lnT>
                    <a:lnB>
                      <a:noFill/>
                    </a:lnB>
                    <a:solidFill>
                      <a:srgbClr val="FFFFFF"/>
                    </a:solidFill>
                  </a:tcPr>
                </a:tc>
                <a:tc>
                  <a:txBody>
                    <a:bodyPr/>
                    <a:lstStyle/>
                    <a:p>
                      <a:pPr algn="l"/>
                      <a:r>
                        <a:rPr lang="en-IN">
                          <a:effectLst/>
                        </a:rPr>
                        <a:t>2</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2868974496"/>
                  </a:ext>
                </a:extLst>
              </a:tr>
              <a:tr h="0">
                <a:tc>
                  <a:txBody>
                    <a:bodyPr/>
                    <a:lstStyle/>
                    <a:p>
                      <a:pPr algn="l"/>
                      <a:r>
                        <a:rPr lang="en-IN">
                          <a:effectLst/>
                        </a:rPr>
                        <a:t>3</a:t>
                      </a:r>
                    </a:p>
                  </a:txBody>
                  <a:tcPr marL="76200" marR="76200" marT="76200" marB="76200" anchor="ctr">
                    <a:lnL>
                      <a:noFill/>
                    </a:lnL>
                    <a:lnR>
                      <a:noFill/>
                    </a:lnR>
                    <a:lnT>
                      <a:noFill/>
                    </a:lnT>
                    <a:lnB>
                      <a:noFill/>
                    </a:lnB>
                    <a:solidFill>
                      <a:srgbClr val="FFFFFF"/>
                    </a:solidFill>
                  </a:tcPr>
                </a:tc>
                <a:tc>
                  <a:txBody>
                    <a:bodyPr/>
                    <a:lstStyle/>
                    <a:p>
                      <a:pPr algn="l"/>
                      <a:r>
                        <a:rPr lang="en-IN">
                          <a:effectLst/>
                        </a:rPr>
                        <a:t>3</a:t>
                      </a:r>
                    </a:p>
                  </a:txBody>
                  <a:tcPr marL="76200" marR="76200" marT="76200" marB="76200" anchor="ctr">
                    <a:lnL>
                      <a:noFill/>
                    </a:lnL>
                    <a:lnR>
                      <a:noFill/>
                    </a:lnR>
                    <a:lnT>
                      <a:noFill/>
                    </a:lnT>
                    <a:lnB>
                      <a:noFill/>
                    </a:lnB>
                    <a:solidFill>
                      <a:srgbClr val="FFFFFF"/>
                    </a:solidFill>
                  </a:tcPr>
                </a:tc>
                <a:tc>
                  <a:txBody>
                    <a:bodyPr/>
                    <a:lstStyle/>
                    <a:p>
                      <a:pPr algn="l"/>
                      <a:r>
                        <a:rPr lang="en-IN">
                          <a:effectLst/>
                        </a:rPr>
                        <a:t>4</a:t>
                      </a:r>
                    </a:p>
                  </a:txBody>
                  <a:tcPr marL="76200" marR="76200" marT="76200" marB="76200" anchor="ctr">
                    <a:lnL>
                      <a:noFill/>
                    </a:lnL>
                    <a:lnR>
                      <a:noFill/>
                    </a:lnR>
                    <a:lnT>
                      <a:noFill/>
                    </a:lnT>
                    <a:lnB>
                      <a:noFill/>
                    </a:lnB>
                    <a:solidFill>
                      <a:srgbClr val="FFFFFF"/>
                    </a:solidFill>
                  </a:tcPr>
                </a:tc>
                <a:tc>
                  <a:txBody>
                    <a:bodyPr/>
                    <a:lstStyle/>
                    <a:p>
                      <a:pPr algn="l"/>
                      <a:r>
                        <a:rPr lang="en-IN" dirty="0">
                          <a:effectLst/>
                        </a:rPr>
                        <a:t>4</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979183997"/>
                  </a:ext>
                </a:extLst>
              </a:tr>
            </a:tbl>
          </a:graphicData>
        </a:graphic>
      </p:graphicFrame>
      <p:sp>
        <p:nvSpPr>
          <p:cNvPr id="7" name="Rectangle 6"/>
          <p:cNvSpPr/>
          <p:nvPr/>
        </p:nvSpPr>
        <p:spPr>
          <a:xfrm>
            <a:off x="7334208" y="4210985"/>
            <a:ext cx="3773063" cy="923330"/>
          </a:xfrm>
          <a:prstGeom prst="rect">
            <a:avLst/>
          </a:prstGeom>
        </p:spPr>
        <p:txBody>
          <a:bodyPr wrap="square">
            <a:spAutoFit/>
          </a:bodyPr>
          <a:lstStyle/>
          <a:p>
            <a:r>
              <a:rPr lang="en-IN" b="0" i="0" dirty="0">
                <a:effectLst/>
                <a:latin typeface="Verdana" panose="020B0604030504040204" pitchFamily="34" charset="0"/>
              </a:rPr>
              <a:t>Column size zooming:</a:t>
            </a:r>
            <a:r>
              <a:rPr lang="en-US" dirty="0"/>
              <a:t>simply copy the column pixel to its adjacent new column or simply below it.</a:t>
            </a:r>
            <a:endParaRPr lang="en-IN" b="0" i="0" dirty="0">
              <a:effectLst/>
              <a:latin typeface="Verdana" panose="020B0604030504040204" pitchFamily="34" charset="0"/>
            </a:endParaRPr>
          </a:p>
        </p:txBody>
      </p:sp>
      <p:graphicFrame>
        <p:nvGraphicFramePr>
          <p:cNvPr id="8" name="Table 7"/>
          <p:cNvGraphicFramePr>
            <a:graphicFrameLocks noGrp="1"/>
          </p:cNvGraphicFramePr>
          <p:nvPr/>
        </p:nvGraphicFramePr>
        <p:xfrm>
          <a:off x="7623767" y="5134315"/>
          <a:ext cx="2499948" cy="1706880"/>
        </p:xfrm>
        <a:graphic>
          <a:graphicData uri="http://schemas.openxmlformats.org/drawingml/2006/table">
            <a:tbl>
              <a:tblPr/>
              <a:tblGrid>
                <a:gridCol w="624987">
                  <a:extLst>
                    <a:ext uri="{9D8B030D-6E8A-4147-A177-3AD203B41FA5}">
                      <a16:colId xmlns:a16="http://schemas.microsoft.com/office/drawing/2014/main" val="1438262051"/>
                    </a:ext>
                  </a:extLst>
                </a:gridCol>
                <a:gridCol w="624987">
                  <a:extLst>
                    <a:ext uri="{9D8B030D-6E8A-4147-A177-3AD203B41FA5}">
                      <a16:colId xmlns:a16="http://schemas.microsoft.com/office/drawing/2014/main" val="1805484474"/>
                    </a:ext>
                  </a:extLst>
                </a:gridCol>
                <a:gridCol w="624987">
                  <a:extLst>
                    <a:ext uri="{9D8B030D-6E8A-4147-A177-3AD203B41FA5}">
                      <a16:colId xmlns:a16="http://schemas.microsoft.com/office/drawing/2014/main" val="577625734"/>
                    </a:ext>
                  </a:extLst>
                </a:gridCol>
                <a:gridCol w="624987">
                  <a:extLst>
                    <a:ext uri="{9D8B030D-6E8A-4147-A177-3AD203B41FA5}">
                      <a16:colId xmlns:a16="http://schemas.microsoft.com/office/drawing/2014/main" val="1837508311"/>
                    </a:ext>
                  </a:extLst>
                </a:gridCol>
              </a:tblGrid>
              <a:tr h="367342">
                <a:tc>
                  <a:txBody>
                    <a:bodyPr/>
                    <a:lstStyle/>
                    <a:p>
                      <a:pPr algn="l"/>
                      <a:r>
                        <a:rPr lang="en-IN">
                          <a:effectLst/>
                        </a:rPr>
                        <a:t>1</a:t>
                      </a:r>
                    </a:p>
                  </a:txBody>
                  <a:tcPr marL="76200" marR="76200" marT="76200" marB="76200" anchor="ctr">
                    <a:lnL>
                      <a:noFill/>
                    </a:lnL>
                    <a:lnR>
                      <a:noFill/>
                    </a:lnR>
                    <a:lnT>
                      <a:noFill/>
                    </a:lnT>
                    <a:lnB>
                      <a:noFill/>
                    </a:lnB>
                    <a:solidFill>
                      <a:srgbClr val="FFFFFF"/>
                    </a:solidFill>
                  </a:tcPr>
                </a:tc>
                <a:tc>
                  <a:txBody>
                    <a:bodyPr/>
                    <a:lstStyle/>
                    <a:p>
                      <a:pPr algn="l"/>
                      <a:r>
                        <a:rPr lang="en-IN">
                          <a:effectLst/>
                        </a:rPr>
                        <a:t>1</a:t>
                      </a:r>
                    </a:p>
                  </a:txBody>
                  <a:tcPr marL="76200" marR="76200" marT="76200" marB="76200" anchor="ctr">
                    <a:lnL>
                      <a:noFill/>
                    </a:lnL>
                    <a:lnR>
                      <a:noFill/>
                    </a:lnR>
                    <a:lnT>
                      <a:noFill/>
                    </a:lnT>
                    <a:lnB>
                      <a:noFill/>
                    </a:lnB>
                    <a:solidFill>
                      <a:srgbClr val="FFFFFF"/>
                    </a:solidFill>
                  </a:tcPr>
                </a:tc>
                <a:tc>
                  <a:txBody>
                    <a:bodyPr/>
                    <a:lstStyle/>
                    <a:p>
                      <a:pPr algn="l"/>
                      <a:r>
                        <a:rPr lang="en-IN">
                          <a:effectLst/>
                        </a:rPr>
                        <a:t>2</a:t>
                      </a:r>
                    </a:p>
                  </a:txBody>
                  <a:tcPr marL="76200" marR="76200" marT="76200" marB="76200" anchor="ctr">
                    <a:lnL>
                      <a:noFill/>
                    </a:lnL>
                    <a:lnR>
                      <a:noFill/>
                    </a:lnR>
                    <a:lnT>
                      <a:noFill/>
                    </a:lnT>
                    <a:lnB>
                      <a:noFill/>
                    </a:lnB>
                    <a:solidFill>
                      <a:srgbClr val="FFFFFF"/>
                    </a:solidFill>
                  </a:tcPr>
                </a:tc>
                <a:tc>
                  <a:txBody>
                    <a:bodyPr/>
                    <a:lstStyle/>
                    <a:p>
                      <a:pPr algn="l"/>
                      <a:r>
                        <a:rPr lang="en-IN">
                          <a:effectLst/>
                        </a:rPr>
                        <a:t>2</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1031840944"/>
                  </a:ext>
                </a:extLst>
              </a:tr>
              <a:tr h="367342">
                <a:tc>
                  <a:txBody>
                    <a:bodyPr/>
                    <a:lstStyle/>
                    <a:p>
                      <a:pPr algn="l"/>
                      <a:r>
                        <a:rPr lang="en-IN">
                          <a:effectLst/>
                        </a:rPr>
                        <a:t>1</a:t>
                      </a:r>
                    </a:p>
                  </a:txBody>
                  <a:tcPr marL="76200" marR="76200" marT="76200" marB="76200" anchor="ctr">
                    <a:lnL>
                      <a:noFill/>
                    </a:lnL>
                    <a:lnR>
                      <a:noFill/>
                    </a:lnR>
                    <a:lnT>
                      <a:noFill/>
                    </a:lnT>
                    <a:lnB>
                      <a:noFill/>
                    </a:lnB>
                    <a:solidFill>
                      <a:srgbClr val="FFFFFF"/>
                    </a:solidFill>
                  </a:tcPr>
                </a:tc>
                <a:tc>
                  <a:txBody>
                    <a:bodyPr/>
                    <a:lstStyle/>
                    <a:p>
                      <a:pPr algn="l"/>
                      <a:r>
                        <a:rPr lang="en-IN">
                          <a:effectLst/>
                        </a:rPr>
                        <a:t>1</a:t>
                      </a:r>
                    </a:p>
                  </a:txBody>
                  <a:tcPr marL="76200" marR="76200" marT="76200" marB="76200" anchor="ctr">
                    <a:lnL>
                      <a:noFill/>
                    </a:lnL>
                    <a:lnR>
                      <a:noFill/>
                    </a:lnR>
                    <a:lnT>
                      <a:noFill/>
                    </a:lnT>
                    <a:lnB>
                      <a:noFill/>
                    </a:lnB>
                    <a:solidFill>
                      <a:srgbClr val="FFFFFF"/>
                    </a:solidFill>
                  </a:tcPr>
                </a:tc>
                <a:tc>
                  <a:txBody>
                    <a:bodyPr/>
                    <a:lstStyle/>
                    <a:p>
                      <a:pPr algn="l"/>
                      <a:r>
                        <a:rPr lang="en-IN">
                          <a:effectLst/>
                        </a:rPr>
                        <a:t>2</a:t>
                      </a:r>
                    </a:p>
                  </a:txBody>
                  <a:tcPr marL="76200" marR="76200" marT="76200" marB="76200" anchor="ctr">
                    <a:lnL>
                      <a:noFill/>
                    </a:lnL>
                    <a:lnR>
                      <a:noFill/>
                    </a:lnR>
                    <a:lnT>
                      <a:noFill/>
                    </a:lnT>
                    <a:lnB>
                      <a:noFill/>
                    </a:lnB>
                    <a:solidFill>
                      <a:srgbClr val="FFFFFF"/>
                    </a:solidFill>
                  </a:tcPr>
                </a:tc>
                <a:tc>
                  <a:txBody>
                    <a:bodyPr/>
                    <a:lstStyle/>
                    <a:p>
                      <a:pPr algn="l"/>
                      <a:r>
                        <a:rPr lang="en-IN">
                          <a:effectLst/>
                        </a:rPr>
                        <a:t>2</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2937904702"/>
                  </a:ext>
                </a:extLst>
              </a:tr>
              <a:tr h="367342">
                <a:tc>
                  <a:txBody>
                    <a:bodyPr/>
                    <a:lstStyle/>
                    <a:p>
                      <a:pPr algn="l"/>
                      <a:r>
                        <a:rPr lang="en-IN">
                          <a:effectLst/>
                        </a:rPr>
                        <a:t>3</a:t>
                      </a:r>
                    </a:p>
                  </a:txBody>
                  <a:tcPr marL="76200" marR="76200" marT="76200" marB="76200" anchor="ctr">
                    <a:lnL>
                      <a:noFill/>
                    </a:lnL>
                    <a:lnR>
                      <a:noFill/>
                    </a:lnR>
                    <a:lnT>
                      <a:noFill/>
                    </a:lnT>
                    <a:lnB>
                      <a:noFill/>
                    </a:lnB>
                    <a:solidFill>
                      <a:srgbClr val="FFFFFF"/>
                    </a:solidFill>
                  </a:tcPr>
                </a:tc>
                <a:tc>
                  <a:txBody>
                    <a:bodyPr/>
                    <a:lstStyle/>
                    <a:p>
                      <a:pPr algn="l"/>
                      <a:r>
                        <a:rPr lang="en-IN">
                          <a:effectLst/>
                        </a:rPr>
                        <a:t>3</a:t>
                      </a:r>
                    </a:p>
                  </a:txBody>
                  <a:tcPr marL="76200" marR="76200" marT="76200" marB="76200" anchor="ctr">
                    <a:lnL>
                      <a:noFill/>
                    </a:lnL>
                    <a:lnR>
                      <a:noFill/>
                    </a:lnR>
                    <a:lnT>
                      <a:noFill/>
                    </a:lnT>
                    <a:lnB>
                      <a:noFill/>
                    </a:lnB>
                    <a:solidFill>
                      <a:srgbClr val="FFFFFF"/>
                    </a:solidFill>
                  </a:tcPr>
                </a:tc>
                <a:tc>
                  <a:txBody>
                    <a:bodyPr/>
                    <a:lstStyle/>
                    <a:p>
                      <a:pPr algn="l"/>
                      <a:r>
                        <a:rPr lang="en-IN">
                          <a:effectLst/>
                        </a:rPr>
                        <a:t>4</a:t>
                      </a:r>
                    </a:p>
                  </a:txBody>
                  <a:tcPr marL="76200" marR="76200" marT="76200" marB="76200" anchor="ctr">
                    <a:lnL>
                      <a:noFill/>
                    </a:lnL>
                    <a:lnR>
                      <a:noFill/>
                    </a:lnR>
                    <a:lnT>
                      <a:noFill/>
                    </a:lnT>
                    <a:lnB>
                      <a:noFill/>
                    </a:lnB>
                    <a:solidFill>
                      <a:srgbClr val="FFFFFF"/>
                    </a:solidFill>
                  </a:tcPr>
                </a:tc>
                <a:tc>
                  <a:txBody>
                    <a:bodyPr/>
                    <a:lstStyle/>
                    <a:p>
                      <a:pPr algn="l"/>
                      <a:r>
                        <a:rPr lang="en-IN">
                          <a:effectLst/>
                        </a:rPr>
                        <a:t>4</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3668892202"/>
                  </a:ext>
                </a:extLst>
              </a:tr>
              <a:tr h="367342">
                <a:tc>
                  <a:txBody>
                    <a:bodyPr/>
                    <a:lstStyle/>
                    <a:p>
                      <a:pPr algn="l"/>
                      <a:r>
                        <a:rPr lang="en-IN">
                          <a:effectLst/>
                        </a:rPr>
                        <a:t>3</a:t>
                      </a:r>
                    </a:p>
                  </a:txBody>
                  <a:tcPr marL="76200" marR="76200" marT="76200" marB="76200" anchor="ctr">
                    <a:lnL>
                      <a:noFill/>
                    </a:lnL>
                    <a:lnR>
                      <a:noFill/>
                    </a:lnR>
                    <a:lnT>
                      <a:noFill/>
                    </a:lnT>
                    <a:lnB>
                      <a:noFill/>
                    </a:lnB>
                    <a:solidFill>
                      <a:srgbClr val="FFFFFF"/>
                    </a:solidFill>
                  </a:tcPr>
                </a:tc>
                <a:tc>
                  <a:txBody>
                    <a:bodyPr/>
                    <a:lstStyle/>
                    <a:p>
                      <a:pPr algn="l"/>
                      <a:r>
                        <a:rPr lang="en-IN">
                          <a:effectLst/>
                        </a:rPr>
                        <a:t>3</a:t>
                      </a:r>
                    </a:p>
                  </a:txBody>
                  <a:tcPr marL="76200" marR="76200" marT="76200" marB="76200" anchor="ctr">
                    <a:lnL>
                      <a:noFill/>
                    </a:lnL>
                    <a:lnR>
                      <a:noFill/>
                    </a:lnR>
                    <a:lnT>
                      <a:noFill/>
                    </a:lnT>
                    <a:lnB>
                      <a:noFill/>
                    </a:lnB>
                    <a:solidFill>
                      <a:srgbClr val="FFFFFF"/>
                    </a:solidFill>
                  </a:tcPr>
                </a:tc>
                <a:tc>
                  <a:txBody>
                    <a:bodyPr/>
                    <a:lstStyle/>
                    <a:p>
                      <a:pPr algn="l"/>
                      <a:r>
                        <a:rPr lang="en-IN">
                          <a:effectLst/>
                        </a:rPr>
                        <a:t>4</a:t>
                      </a:r>
                    </a:p>
                  </a:txBody>
                  <a:tcPr marL="76200" marR="76200" marT="76200" marB="76200" anchor="ctr">
                    <a:lnL>
                      <a:noFill/>
                    </a:lnL>
                    <a:lnR>
                      <a:noFill/>
                    </a:lnR>
                    <a:lnT>
                      <a:noFill/>
                    </a:lnT>
                    <a:lnB>
                      <a:noFill/>
                    </a:lnB>
                    <a:solidFill>
                      <a:srgbClr val="FFFFFF"/>
                    </a:solidFill>
                  </a:tcPr>
                </a:tc>
                <a:tc>
                  <a:txBody>
                    <a:bodyPr/>
                    <a:lstStyle/>
                    <a:p>
                      <a:pPr algn="l"/>
                      <a:r>
                        <a:rPr lang="en-IN" dirty="0">
                          <a:effectLst/>
                        </a:rPr>
                        <a:t>4</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4149079635"/>
                  </a:ext>
                </a:extLst>
              </a:tr>
            </a:tbl>
          </a:graphicData>
        </a:graphic>
      </p:graphicFrame>
    </p:spTree>
    <p:extLst>
      <p:ext uri="{BB962C8B-B14F-4D97-AF65-F5344CB8AC3E}">
        <p14:creationId xmlns:p14="http://schemas.microsoft.com/office/powerpoint/2010/main" val="25836278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 new image has a dimensions of</a:t>
            </a:r>
          </a:p>
          <a:p>
            <a:r>
              <a:rPr lang="en-US" dirty="0"/>
              <a:t>(Original image rows * zooming factor, Original Image cols * zooming factor)</a:t>
            </a:r>
          </a:p>
          <a:p>
            <a:endParaRPr lang="en-IN" dirty="0"/>
          </a:p>
        </p:txBody>
      </p:sp>
    </p:spTree>
    <p:extLst>
      <p:ext uri="{BB962C8B-B14F-4D97-AF65-F5344CB8AC3E}">
        <p14:creationId xmlns:p14="http://schemas.microsoft.com/office/powerpoint/2010/main" val="23419855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2: Zero order hold</a:t>
            </a:r>
            <a:endParaRPr lang="en-IN" dirty="0"/>
          </a:p>
        </p:txBody>
      </p:sp>
      <p:sp>
        <p:nvSpPr>
          <p:cNvPr id="3" name="Content Placeholder 2"/>
          <p:cNvSpPr>
            <a:spLocks noGrp="1"/>
          </p:cNvSpPr>
          <p:nvPr>
            <p:ph idx="1"/>
          </p:nvPr>
        </p:nvSpPr>
        <p:spPr/>
        <p:txBody>
          <a:bodyPr/>
          <a:lstStyle/>
          <a:p>
            <a:pPr algn="just"/>
            <a:r>
              <a:rPr lang="en-US" dirty="0"/>
              <a:t>Zero order hold method is another method of zooming. It is also known as zoom twice. Because it can only zoom twice. </a:t>
            </a:r>
          </a:p>
          <a:p>
            <a:pPr algn="just"/>
            <a:r>
              <a:rPr lang="en-US" dirty="0"/>
              <a:t>In zero order hold method, we pick two adjacent elements from the rows respectively and then we add them and divide the result by two, and place their result in between those two elements. We first do this row wise and then we do this column wise.</a:t>
            </a:r>
            <a:endParaRPr lang="en-IN" dirty="0"/>
          </a:p>
        </p:txBody>
      </p:sp>
      <p:graphicFrame>
        <p:nvGraphicFramePr>
          <p:cNvPr id="4" name="Table 3"/>
          <p:cNvGraphicFramePr>
            <a:graphicFrameLocks noGrp="1"/>
          </p:cNvGraphicFramePr>
          <p:nvPr/>
        </p:nvGraphicFramePr>
        <p:xfrm>
          <a:off x="838200" y="4593477"/>
          <a:ext cx="1513114" cy="853440"/>
        </p:xfrm>
        <a:graphic>
          <a:graphicData uri="http://schemas.openxmlformats.org/drawingml/2006/table">
            <a:tbl>
              <a:tblPr/>
              <a:tblGrid>
                <a:gridCol w="756557">
                  <a:extLst>
                    <a:ext uri="{9D8B030D-6E8A-4147-A177-3AD203B41FA5}">
                      <a16:colId xmlns:a16="http://schemas.microsoft.com/office/drawing/2014/main" val="494748465"/>
                    </a:ext>
                  </a:extLst>
                </a:gridCol>
                <a:gridCol w="756557">
                  <a:extLst>
                    <a:ext uri="{9D8B030D-6E8A-4147-A177-3AD203B41FA5}">
                      <a16:colId xmlns:a16="http://schemas.microsoft.com/office/drawing/2014/main" val="1179226138"/>
                    </a:ext>
                  </a:extLst>
                </a:gridCol>
              </a:tblGrid>
              <a:tr h="0">
                <a:tc>
                  <a:txBody>
                    <a:bodyPr/>
                    <a:lstStyle/>
                    <a:p>
                      <a:pPr algn="l"/>
                      <a:r>
                        <a:rPr lang="en-IN">
                          <a:effectLst/>
                        </a:rPr>
                        <a:t>1</a:t>
                      </a:r>
                    </a:p>
                  </a:txBody>
                  <a:tcPr marL="76200" marR="76200" marT="76200" marB="76200" anchor="ctr">
                    <a:lnL>
                      <a:noFill/>
                    </a:lnL>
                    <a:lnR>
                      <a:noFill/>
                    </a:lnR>
                    <a:lnT>
                      <a:noFill/>
                    </a:lnT>
                    <a:lnB>
                      <a:noFill/>
                    </a:lnB>
                    <a:solidFill>
                      <a:srgbClr val="FFFFFF"/>
                    </a:solidFill>
                  </a:tcPr>
                </a:tc>
                <a:tc>
                  <a:txBody>
                    <a:bodyPr/>
                    <a:lstStyle/>
                    <a:p>
                      <a:pPr algn="l"/>
                      <a:r>
                        <a:rPr lang="en-IN">
                          <a:effectLst/>
                        </a:rPr>
                        <a:t>2</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1728112416"/>
                  </a:ext>
                </a:extLst>
              </a:tr>
              <a:tr h="0">
                <a:tc>
                  <a:txBody>
                    <a:bodyPr/>
                    <a:lstStyle/>
                    <a:p>
                      <a:pPr algn="l"/>
                      <a:r>
                        <a:rPr lang="en-IN">
                          <a:effectLst/>
                        </a:rPr>
                        <a:t>3</a:t>
                      </a:r>
                    </a:p>
                  </a:txBody>
                  <a:tcPr marL="76200" marR="76200" marT="76200" marB="76200" anchor="ctr">
                    <a:lnL>
                      <a:noFill/>
                    </a:lnL>
                    <a:lnR>
                      <a:noFill/>
                    </a:lnR>
                    <a:lnT>
                      <a:noFill/>
                    </a:lnT>
                    <a:lnB>
                      <a:noFill/>
                    </a:lnB>
                    <a:solidFill>
                      <a:srgbClr val="FFFFFF"/>
                    </a:solidFill>
                  </a:tcPr>
                </a:tc>
                <a:tc>
                  <a:txBody>
                    <a:bodyPr/>
                    <a:lstStyle/>
                    <a:p>
                      <a:pPr algn="l"/>
                      <a:r>
                        <a:rPr lang="en-IN" dirty="0">
                          <a:effectLst/>
                        </a:rPr>
                        <a:t>4</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2807053941"/>
                  </a:ext>
                </a:extLst>
              </a:tr>
            </a:tbl>
          </a:graphicData>
        </a:graphic>
      </p:graphicFrame>
      <p:sp>
        <p:nvSpPr>
          <p:cNvPr id="5" name="Rectangle 4"/>
          <p:cNvSpPr/>
          <p:nvPr/>
        </p:nvSpPr>
        <p:spPr>
          <a:xfrm>
            <a:off x="3371219" y="4408811"/>
            <a:ext cx="2320892" cy="369332"/>
          </a:xfrm>
          <a:prstGeom prst="rect">
            <a:avLst/>
          </a:prstGeom>
        </p:spPr>
        <p:txBody>
          <a:bodyPr wrap="none">
            <a:spAutoFit/>
          </a:bodyPr>
          <a:lstStyle/>
          <a:p>
            <a:r>
              <a:rPr lang="en-IN" b="0" i="0" dirty="0">
                <a:effectLst/>
                <a:latin typeface="Verdana" panose="020B0604030504040204" pitchFamily="34" charset="0"/>
              </a:rPr>
              <a:t>Row wise zooming</a:t>
            </a:r>
          </a:p>
        </p:txBody>
      </p:sp>
      <p:graphicFrame>
        <p:nvGraphicFramePr>
          <p:cNvPr id="6" name="Table 5"/>
          <p:cNvGraphicFramePr>
            <a:graphicFrameLocks noGrp="1"/>
          </p:cNvGraphicFramePr>
          <p:nvPr/>
        </p:nvGraphicFramePr>
        <p:xfrm>
          <a:off x="3387045" y="4867457"/>
          <a:ext cx="2708955" cy="853440"/>
        </p:xfrm>
        <a:graphic>
          <a:graphicData uri="http://schemas.openxmlformats.org/drawingml/2006/table">
            <a:tbl>
              <a:tblPr/>
              <a:tblGrid>
                <a:gridCol w="902985">
                  <a:extLst>
                    <a:ext uri="{9D8B030D-6E8A-4147-A177-3AD203B41FA5}">
                      <a16:colId xmlns:a16="http://schemas.microsoft.com/office/drawing/2014/main" val="527099130"/>
                    </a:ext>
                  </a:extLst>
                </a:gridCol>
                <a:gridCol w="902985">
                  <a:extLst>
                    <a:ext uri="{9D8B030D-6E8A-4147-A177-3AD203B41FA5}">
                      <a16:colId xmlns:a16="http://schemas.microsoft.com/office/drawing/2014/main" val="1422546312"/>
                    </a:ext>
                  </a:extLst>
                </a:gridCol>
                <a:gridCol w="902985">
                  <a:extLst>
                    <a:ext uri="{9D8B030D-6E8A-4147-A177-3AD203B41FA5}">
                      <a16:colId xmlns:a16="http://schemas.microsoft.com/office/drawing/2014/main" val="290325677"/>
                    </a:ext>
                  </a:extLst>
                </a:gridCol>
              </a:tblGrid>
              <a:tr h="0">
                <a:tc>
                  <a:txBody>
                    <a:bodyPr/>
                    <a:lstStyle/>
                    <a:p>
                      <a:pPr algn="l"/>
                      <a:r>
                        <a:rPr lang="en-IN">
                          <a:effectLst/>
                        </a:rPr>
                        <a:t>1</a:t>
                      </a:r>
                    </a:p>
                  </a:txBody>
                  <a:tcPr marL="76200" marR="76200" marT="76200" marB="76200" anchor="ctr">
                    <a:lnL>
                      <a:noFill/>
                    </a:lnL>
                    <a:lnR>
                      <a:noFill/>
                    </a:lnR>
                    <a:lnT>
                      <a:noFill/>
                    </a:lnT>
                    <a:lnB>
                      <a:noFill/>
                    </a:lnB>
                    <a:solidFill>
                      <a:srgbClr val="FFFFFF"/>
                    </a:solidFill>
                  </a:tcPr>
                </a:tc>
                <a:tc>
                  <a:txBody>
                    <a:bodyPr/>
                    <a:lstStyle/>
                    <a:p>
                      <a:pPr algn="l"/>
                      <a:r>
                        <a:rPr lang="en-IN">
                          <a:effectLst/>
                        </a:rPr>
                        <a:t>1</a:t>
                      </a:r>
                    </a:p>
                  </a:txBody>
                  <a:tcPr marL="76200" marR="76200" marT="76200" marB="76200" anchor="ctr">
                    <a:lnL>
                      <a:noFill/>
                    </a:lnL>
                    <a:lnR>
                      <a:noFill/>
                    </a:lnR>
                    <a:lnT>
                      <a:noFill/>
                    </a:lnT>
                    <a:lnB>
                      <a:noFill/>
                    </a:lnB>
                    <a:solidFill>
                      <a:srgbClr val="FFFFFF"/>
                    </a:solidFill>
                  </a:tcPr>
                </a:tc>
                <a:tc>
                  <a:txBody>
                    <a:bodyPr/>
                    <a:lstStyle/>
                    <a:p>
                      <a:pPr algn="l"/>
                      <a:r>
                        <a:rPr lang="en-IN">
                          <a:effectLst/>
                        </a:rPr>
                        <a:t>2</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1511241790"/>
                  </a:ext>
                </a:extLst>
              </a:tr>
              <a:tr h="0">
                <a:tc>
                  <a:txBody>
                    <a:bodyPr/>
                    <a:lstStyle/>
                    <a:p>
                      <a:pPr algn="l"/>
                      <a:r>
                        <a:rPr lang="en-IN">
                          <a:effectLst/>
                        </a:rPr>
                        <a:t>3</a:t>
                      </a:r>
                    </a:p>
                  </a:txBody>
                  <a:tcPr marL="76200" marR="76200" marT="76200" marB="76200" anchor="ctr">
                    <a:lnL>
                      <a:noFill/>
                    </a:lnL>
                    <a:lnR>
                      <a:noFill/>
                    </a:lnR>
                    <a:lnT>
                      <a:noFill/>
                    </a:lnT>
                    <a:lnB>
                      <a:noFill/>
                    </a:lnB>
                    <a:solidFill>
                      <a:srgbClr val="FFFFFF"/>
                    </a:solidFill>
                  </a:tcPr>
                </a:tc>
                <a:tc>
                  <a:txBody>
                    <a:bodyPr/>
                    <a:lstStyle/>
                    <a:p>
                      <a:pPr algn="l"/>
                      <a:r>
                        <a:rPr lang="en-IN">
                          <a:effectLst/>
                        </a:rPr>
                        <a:t>3</a:t>
                      </a:r>
                    </a:p>
                  </a:txBody>
                  <a:tcPr marL="76200" marR="76200" marT="76200" marB="76200" anchor="ctr">
                    <a:lnL>
                      <a:noFill/>
                    </a:lnL>
                    <a:lnR>
                      <a:noFill/>
                    </a:lnR>
                    <a:lnT>
                      <a:noFill/>
                    </a:lnT>
                    <a:lnB>
                      <a:noFill/>
                    </a:lnB>
                    <a:solidFill>
                      <a:srgbClr val="FFFFFF"/>
                    </a:solidFill>
                  </a:tcPr>
                </a:tc>
                <a:tc>
                  <a:txBody>
                    <a:bodyPr/>
                    <a:lstStyle/>
                    <a:p>
                      <a:pPr algn="l"/>
                      <a:r>
                        <a:rPr lang="en-IN" dirty="0">
                          <a:effectLst/>
                        </a:rPr>
                        <a:t>4</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2615806060"/>
                  </a:ext>
                </a:extLst>
              </a:tr>
            </a:tbl>
          </a:graphicData>
        </a:graphic>
      </p:graphicFrame>
      <p:sp>
        <p:nvSpPr>
          <p:cNvPr id="7" name="Rectangle 6"/>
          <p:cNvSpPr/>
          <p:nvPr/>
        </p:nvSpPr>
        <p:spPr>
          <a:xfrm>
            <a:off x="2760617" y="5676043"/>
            <a:ext cx="3836126" cy="1323439"/>
          </a:xfrm>
          <a:prstGeom prst="rect">
            <a:avLst/>
          </a:prstGeom>
        </p:spPr>
        <p:txBody>
          <a:bodyPr wrap="square">
            <a:spAutoFit/>
          </a:bodyPr>
          <a:lstStyle/>
          <a:p>
            <a:r>
              <a:rPr lang="en-US" sz="1600" b="0" i="0" dirty="0">
                <a:solidFill>
                  <a:srgbClr val="000000"/>
                </a:solidFill>
                <a:effectLst/>
                <a:latin typeface="Verdana" panose="020B0604030504040204" pitchFamily="34" charset="0"/>
              </a:rPr>
              <a:t>As we take the first two numbers : (2 + 1) = 3 and then we divide it by 2, we get 1.5 which is approximated to 1. The same method is applied in the row 2.</a:t>
            </a:r>
            <a:endParaRPr lang="en-IN" sz="1600" dirty="0"/>
          </a:p>
        </p:txBody>
      </p:sp>
      <p:sp>
        <p:nvSpPr>
          <p:cNvPr id="8" name="Rectangle 7"/>
          <p:cNvSpPr/>
          <p:nvPr/>
        </p:nvSpPr>
        <p:spPr>
          <a:xfrm>
            <a:off x="7309747" y="4408811"/>
            <a:ext cx="2719271" cy="369332"/>
          </a:xfrm>
          <a:prstGeom prst="rect">
            <a:avLst/>
          </a:prstGeom>
        </p:spPr>
        <p:txBody>
          <a:bodyPr wrap="none">
            <a:spAutoFit/>
          </a:bodyPr>
          <a:lstStyle/>
          <a:p>
            <a:r>
              <a:rPr lang="en-IN" b="0" i="0" dirty="0">
                <a:effectLst/>
                <a:latin typeface="Verdana" panose="020B0604030504040204" pitchFamily="34" charset="0"/>
              </a:rPr>
              <a:t>Column wise zooming</a:t>
            </a:r>
          </a:p>
        </p:txBody>
      </p:sp>
      <p:graphicFrame>
        <p:nvGraphicFramePr>
          <p:cNvPr id="9" name="Table 8"/>
          <p:cNvGraphicFramePr>
            <a:graphicFrameLocks noGrp="1"/>
          </p:cNvGraphicFramePr>
          <p:nvPr/>
        </p:nvGraphicFramePr>
        <p:xfrm>
          <a:off x="7420797" y="4667983"/>
          <a:ext cx="2982492" cy="1280160"/>
        </p:xfrm>
        <a:graphic>
          <a:graphicData uri="http://schemas.openxmlformats.org/drawingml/2006/table">
            <a:tbl>
              <a:tblPr/>
              <a:tblGrid>
                <a:gridCol w="994164">
                  <a:extLst>
                    <a:ext uri="{9D8B030D-6E8A-4147-A177-3AD203B41FA5}">
                      <a16:colId xmlns:a16="http://schemas.microsoft.com/office/drawing/2014/main" val="4113712481"/>
                    </a:ext>
                  </a:extLst>
                </a:gridCol>
                <a:gridCol w="994164">
                  <a:extLst>
                    <a:ext uri="{9D8B030D-6E8A-4147-A177-3AD203B41FA5}">
                      <a16:colId xmlns:a16="http://schemas.microsoft.com/office/drawing/2014/main" val="864132270"/>
                    </a:ext>
                  </a:extLst>
                </a:gridCol>
                <a:gridCol w="994164">
                  <a:extLst>
                    <a:ext uri="{9D8B030D-6E8A-4147-A177-3AD203B41FA5}">
                      <a16:colId xmlns:a16="http://schemas.microsoft.com/office/drawing/2014/main" val="2694537144"/>
                    </a:ext>
                  </a:extLst>
                </a:gridCol>
              </a:tblGrid>
              <a:tr h="325435">
                <a:tc>
                  <a:txBody>
                    <a:bodyPr/>
                    <a:lstStyle/>
                    <a:p>
                      <a:pPr algn="l"/>
                      <a:r>
                        <a:rPr lang="en-IN">
                          <a:effectLst/>
                        </a:rPr>
                        <a:t>1</a:t>
                      </a:r>
                    </a:p>
                  </a:txBody>
                  <a:tcPr marL="76200" marR="76200" marT="76200" marB="76200" anchor="ctr">
                    <a:lnL>
                      <a:noFill/>
                    </a:lnL>
                    <a:lnR>
                      <a:noFill/>
                    </a:lnR>
                    <a:lnT>
                      <a:noFill/>
                    </a:lnT>
                    <a:lnB>
                      <a:noFill/>
                    </a:lnB>
                    <a:solidFill>
                      <a:srgbClr val="FFFFFF"/>
                    </a:solidFill>
                  </a:tcPr>
                </a:tc>
                <a:tc>
                  <a:txBody>
                    <a:bodyPr/>
                    <a:lstStyle/>
                    <a:p>
                      <a:pPr algn="l"/>
                      <a:r>
                        <a:rPr lang="en-IN">
                          <a:effectLst/>
                        </a:rPr>
                        <a:t>1</a:t>
                      </a:r>
                    </a:p>
                  </a:txBody>
                  <a:tcPr marL="76200" marR="76200" marT="76200" marB="76200" anchor="ctr">
                    <a:lnL>
                      <a:noFill/>
                    </a:lnL>
                    <a:lnR>
                      <a:noFill/>
                    </a:lnR>
                    <a:lnT>
                      <a:noFill/>
                    </a:lnT>
                    <a:lnB>
                      <a:noFill/>
                    </a:lnB>
                    <a:solidFill>
                      <a:srgbClr val="FFFFFF"/>
                    </a:solidFill>
                  </a:tcPr>
                </a:tc>
                <a:tc>
                  <a:txBody>
                    <a:bodyPr/>
                    <a:lstStyle/>
                    <a:p>
                      <a:pPr algn="l"/>
                      <a:r>
                        <a:rPr lang="en-IN">
                          <a:effectLst/>
                        </a:rPr>
                        <a:t>2</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1885867051"/>
                  </a:ext>
                </a:extLst>
              </a:tr>
              <a:tr h="325435">
                <a:tc>
                  <a:txBody>
                    <a:bodyPr/>
                    <a:lstStyle/>
                    <a:p>
                      <a:pPr algn="l"/>
                      <a:r>
                        <a:rPr lang="en-IN">
                          <a:effectLst/>
                        </a:rPr>
                        <a:t>2</a:t>
                      </a:r>
                    </a:p>
                  </a:txBody>
                  <a:tcPr marL="76200" marR="76200" marT="76200" marB="76200" anchor="ctr">
                    <a:lnL>
                      <a:noFill/>
                    </a:lnL>
                    <a:lnR>
                      <a:noFill/>
                    </a:lnR>
                    <a:lnT>
                      <a:noFill/>
                    </a:lnT>
                    <a:lnB>
                      <a:noFill/>
                    </a:lnB>
                    <a:solidFill>
                      <a:srgbClr val="FFFFFF"/>
                    </a:solidFill>
                  </a:tcPr>
                </a:tc>
                <a:tc>
                  <a:txBody>
                    <a:bodyPr/>
                    <a:lstStyle/>
                    <a:p>
                      <a:pPr algn="l"/>
                      <a:r>
                        <a:rPr lang="en-IN">
                          <a:effectLst/>
                        </a:rPr>
                        <a:t>2</a:t>
                      </a:r>
                    </a:p>
                  </a:txBody>
                  <a:tcPr marL="76200" marR="76200" marT="76200" marB="76200" anchor="ctr">
                    <a:lnL>
                      <a:noFill/>
                    </a:lnL>
                    <a:lnR>
                      <a:noFill/>
                    </a:lnR>
                    <a:lnT>
                      <a:noFill/>
                    </a:lnT>
                    <a:lnB>
                      <a:noFill/>
                    </a:lnB>
                    <a:solidFill>
                      <a:srgbClr val="FFFFFF"/>
                    </a:solidFill>
                  </a:tcPr>
                </a:tc>
                <a:tc>
                  <a:txBody>
                    <a:bodyPr/>
                    <a:lstStyle/>
                    <a:p>
                      <a:pPr algn="l"/>
                      <a:r>
                        <a:rPr lang="en-IN">
                          <a:effectLst/>
                        </a:rPr>
                        <a:t>3</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2141771402"/>
                  </a:ext>
                </a:extLst>
              </a:tr>
              <a:tr h="325435">
                <a:tc>
                  <a:txBody>
                    <a:bodyPr/>
                    <a:lstStyle/>
                    <a:p>
                      <a:pPr algn="l"/>
                      <a:r>
                        <a:rPr lang="en-IN">
                          <a:effectLst/>
                        </a:rPr>
                        <a:t>3</a:t>
                      </a:r>
                    </a:p>
                  </a:txBody>
                  <a:tcPr marL="76200" marR="76200" marT="76200" marB="76200" anchor="ctr">
                    <a:lnL>
                      <a:noFill/>
                    </a:lnL>
                    <a:lnR>
                      <a:noFill/>
                    </a:lnR>
                    <a:lnT>
                      <a:noFill/>
                    </a:lnT>
                    <a:lnB>
                      <a:noFill/>
                    </a:lnB>
                    <a:solidFill>
                      <a:srgbClr val="FFFFFF"/>
                    </a:solidFill>
                  </a:tcPr>
                </a:tc>
                <a:tc>
                  <a:txBody>
                    <a:bodyPr/>
                    <a:lstStyle/>
                    <a:p>
                      <a:pPr algn="l"/>
                      <a:r>
                        <a:rPr lang="en-IN" dirty="0">
                          <a:effectLst/>
                        </a:rPr>
                        <a:t>3</a:t>
                      </a:r>
                    </a:p>
                  </a:txBody>
                  <a:tcPr marL="76200" marR="76200" marT="76200" marB="76200" anchor="ctr">
                    <a:lnL>
                      <a:noFill/>
                    </a:lnL>
                    <a:lnR>
                      <a:noFill/>
                    </a:lnR>
                    <a:lnT>
                      <a:noFill/>
                    </a:lnT>
                    <a:lnB>
                      <a:noFill/>
                    </a:lnB>
                    <a:solidFill>
                      <a:srgbClr val="FFFFFF"/>
                    </a:solidFill>
                  </a:tcPr>
                </a:tc>
                <a:tc>
                  <a:txBody>
                    <a:bodyPr/>
                    <a:lstStyle/>
                    <a:p>
                      <a:pPr algn="l"/>
                      <a:r>
                        <a:rPr lang="en-IN" dirty="0">
                          <a:effectLst/>
                        </a:rPr>
                        <a:t>4</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1116480583"/>
                  </a:ext>
                </a:extLst>
              </a:tr>
            </a:tbl>
          </a:graphicData>
        </a:graphic>
      </p:graphicFrame>
      <p:sp>
        <p:nvSpPr>
          <p:cNvPr id="10" name="Rectangle 9"/>
          <p:cNvSpPr/>
          <p:nvPr/>
        </p:nvSpPr>
        <p:spPr>
          <a:xfrm>
            <a:off x="7132830" y="5835970"/>
            <a:ext cx="4261747" cy="1200329"/>
          </a:xfrm>
          <a:prstGeom prst="rect">
            <a:avLst/>
          </a:prstGeom>
        </p:spPr>
        <p:txBody>
          <a:bodyPr wrap="square">
            <a:spAutoFit/>
          </a:bodyPr>
          <a:lstStyle/>
          <a:p>
            <a:r>
              <a:rPr lang="en-US" b="0" i="0" dirty="0">
                <a:solidFill>
                  <a:srgbClr val="000000"/>
                </a:solidFill>
                <a:effectLst/>
                <a:latin typeface="Verdana" panose="020B0604030504040204" pitchFamily="34" charset="0"/>
              </a:rPr>
              <a:t>We take two adjacent column pixel values which are 1 and 3. We add them and got 4. 4 is then divided by 2</a:t>
            </a:r>
            <a:endParaRPr lang="en-IN" dirty="0"/>
          </a:p>
        </p:txBody>
      </p:sp>
    </p:spTree>
    <p:extLst>
      <p:ext uri="{BB962C8B-B14F-4D97-AF65-F5344CB8AC3E}">
        <p14:creationId xmlns:p14="http://schemas.microsoft.com/office/powerpoint/2010/main" val="7866595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US" dirty="0"/>
              <a:t>Advantages and disadvantage.</a:t>
            </a:r>
          </a:p>
          <a:p>
            <a:pPr algn="just"/>
            <a:r>
              <a:rPr lang="en-US" dirty="0"/>
              <a:t>One of the advantage of this zooming technique , that it does not create as blurry picture as compare to the nearest neighbor interpolation method. But it also has a disadvantage that it can only run on the power of 2. It can be demonstrated here.</a:t>
            </a:r>
          </a:p>
          <a:p>
            <a:endParaRPr lang="en-IN" dirty="0"/>
          </a:p>
        </p:txBody>
      </p:sp>
    </p:spTree>
    <p:extLst>
      <p:ext uri="{BB962C8B-B14F-4D97-AF65-F5344CB8AC3E}">
        <p14:creationId xmlns:p14="http://schemas.microsoft.com/office/powerpoint/2010/main" val="35458046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Method 3: K-Times zooming</a:t>
            </a:r>
            <a:br>
              <a:rPr lang="en-IN" dirty="0"/>
            </a:br>
            <a:endParaRPr lang="en-IN" dirty="0"/>
          </a:p>
        </p:txBody>
      </p:sp>
      <p:sp>
        <p:nvSpPr>
          <p:cNvPr id="3" name="Content Placeholder 2"/>
          <p:cNvSpPr>
            <a:spLocks noGrp="1"/>
          </p:cNvSpPr>
          <p:nvPr>
            <p:ph idx="1"/>
          </p:nvPr>
        </p:nvSpPr>
        <p:spPr/>
        <p:txBody>
          <a:bodyPr>
            <a:normAutofit fontScale="92500" lnSpcReduction="20000"/>
          </a:bodyPr>
          <a:lstStyle/>
          <a:p>
            <a:r>
              <a:rPr lang="en-US" dirty="0"/>
              <a:t>It is one of the most perfect zooming algorithm discussed so far. It caters the challenges of both twice zooming and pixel replication. K in this zooming algorithm stands for zooming factor.</a:t>
            </a:r>
          </a:p>
          <a:p>
            <a:r>
              <a:rPr lang="en-US" dirty="0"/>
              <a:t>First of all, you have to take two adjacent pixels as you did in the zooming twice. Then you have to subtract the smaller from the greater one. We call this output (OP).</a:t>
            </a:r>
          </a:p>
          <a:p>
            <a:r>
              <a:rPr lang="en-US" dirty="0"/>
              <a:t>Divide the output(OP) with the zooming factor(K). Now you have to add the result to the smaller value and put the result in between those two values.</a:t>
            </a:r>
          </a:p>
          <a:p>
            <a:r>
              <a:rPr lang="en-US" dirty="0"/>
              <a:t>Add the value OP again to the value you just put and place it again next to the previous putted value. You have to do it till you place k-1 values in it.</a:t>
            </a:r>
          </a:p>
          <a:p>
            <a:r>
              <a:rPr lang="en-US" dirty="0"/>
              <a:t>Repeat the same step for all the rows and the columns , and you get a zoomed images.</a:t>
            </a:r>
          </a:p>
          <a:p>
            <a:endParaRPr lang="en-IN" dirty="0"/>
          </a:p>
        </p:txBody>
      </p:sp>
    </p:spTree>
    <p:extLst>
      <p:ext uri="{BB962C8B-B14F-4D97-AF65-F5344CB8AC3E}">
        <p14:creationId xmlns:p14="http://schemas.microsoft.com/office/powerpoint/2010/main" val="28534045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nvPr>
        </p:nvGraphicFramePr>
        <p:xfrm>
          <a:off x="726186" y="1772186"/>
          <a:ext cx="2917959" cy="853440"/>
        </p:xfrm>
        <a:graphic>
          <a:graphicData uri="http://schemas.openxmlformats.org/drawingml/2006/table">
            <a:tbl>
              <a:tblPr/>
              <a:tblGrid>
                <a:gridCol w="972653">
                  <a:extLst>
                    <a:ext uri="{9D8B030D-6E8A-4147-A177-3AD203B41FA5}">
                      <a16:colId xmlns:a16="http://schemas.microsoft.com/office/drawing/2014/main" val="3950024003"/>
                    </a:ext>
                  </a:extLst>
                </a:gridCol>
                <a:gridCol w="972653">
                  <a:extLst>
                    <a:ext uri="{9D8B030D-6E8A-4147-A177-3AD203B41FA5}">
                      <a16:colId xmlns:a16="http://schemas.microsoft.com/office/drawing/2014/main" val="1709719933"/>
                    </a:ext>
                  </a:extLst>
                </a:gridCol>
                <a:gridCol w="972653">
                  <a:extLst>
                    <a:ext uri="{9D8B030D-6E8A-4147-A177-3AD203B41FA5}">
                      <a16:colId xmlns:a16="http://schemas.microsoft.com/office/drawing/2014/main" val="365089291"/>
                    </a:ext>
                  </a:extLst>
                </a:gridCol>
              </a:tblGrid>
              <a:tr h="0">
                <a:tc>
                  <a:txBody>
                    <a:bodyPr/>
                    <a:lstStyle/>
                    <a:p>
                      <a:pPr algn="l"/>
                      <a:r>
                        <a:rPr lang="en-IN">
                          <a:effectLst/>
                        </a:rPr>
                        <a:t>15</a:t>
                      </a:r>
                    </a:p>
                  </a:txBody>
                  <a:tcPr marL="76200" marR="76200" marT="76200" marB="76200" anchor="ctr">
                    <a:lnL>
                      <a:noFill/>
                    </a:lnL>
                    <a:lnR>
                      <a:noFill/>
                    </a:lnR>
                    <a:lnT>
                      <a:noFill/>
                    </a:lnT>
                    <a:lnB>
                      <a:noFill/>
                    </a:lnB>
                    <a:solidFill>
                      <a:srgbClr val="FFFFFF"/>
                    </a:solidFill>
                  </a:tcPr>
                </a:tc>
                <a:tc>
                  <a:txBody>
                    <a:bodyPr/>
                    <a:lstStyle/>
                    <a:p>
                      <a:pPr algn="l"/>
                      <a:r>
                        <a:rPr lang="en-IN" dirty="0">
                          <a:effectLst/>
                        </a:rPr>
                        <a:t>30</a:t>
                      </a:r>
                    </a:p>
                  </a:txBody>
                  <a:tcPr marL="76200" marR="76200" marT="76200" marB="76200" anchor="ctr">
                    <a:lnL>
                      <a:noFill/>
                    </a:lnL>
                    <a:lnR>
                      <a:noFill/>
                    </a:lnR>
                    <a:lnT>
                      <a:noFill/>
                    </a:lnT>
                    <a:lnB>
                      <a:noFill/>
                    </a:lnB>
                    <a:solidFill>
                      <a:srgbClr val="FFFFFF"/>
                    </a:solidFill>
                  </a:tcPr>
                </a:tc>
                <a:tc>
                  <a:txBody>
                    <a:bodyPr/>
                    <a:lstStyle/>
                    <a:p>
                      <a:pPr algn="l"/>
                      <a:r>
                        <a:rPr lang="en-IN">
                          <a:effectLst/>
                        </a:rPr>
                        <a:t>15</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3539891567"/>
                  </a:ext>
                </a:extLst>
              </a:tr>
              <a:tr h="0">
                <a:tc>
                  <a:txBody>
                    <a:bodyPr/>
                    <a:lstStyle/>
                    <a:p>
                      <a:pPr algn="l"/>
                      <a:r>
                        <a:rPr lang="en-IN">
                          <a:effectLst/>
                        </a:rPr>
                        <a:t>30</a:t>
                      </a:r>
                    </a:p>
                  </a:txBody>
                  <a:tcPr marL="76200" marR="76200" marT="76200" marB="76200" anchor="ctr">
                    <a:lnL>
                      <a:noFill/>
                    </a:lnL>
                    <a:lnR>
                      <a:noFill/>
                    </a:lnR>
                    <a:lnT>
                      <a:noFill/>
                    </a:lnT>
                    <a:lnB>
                      <a:noFill/>
                    </a:lnB>
                    <a:solidFill>
                      <a:srgbClr val="FFFFFF"/>
                    </a:solidFill>
                  </a:tcPr>
                </a:tc>
                <a:tc>
                  <a:txBody>
                    <a:bodyPr/>
                    <a:lstStyle/>
                    <a:p>
                      <a:pPr algn="l"/>
                      <a:r>
                        <a:rPr lang="en-IN">
                          <a:effectLst/>
                        </a:rPr>
                        <a:t>15</a:t>
                      </a:r>
                    </a:p>
                  </a:txBody>
                  <a:tcPr marL="76200" marR="76200" marT="76200" marB="76200" anchor="ctr">
                    <a:lnL>
                      <a:noFill/>
                    </a:lnL>
                    <a:lnR>
                      <a:noFill/>
                    </a:lnR>
                    <a:lnT>
                      <a:noFill/>
                    </a:lnT>
                    <a:lnB>
                      <a:noFill/>
                    </a:lnB>
                    <a:solidFill>
                      <a:srgbClr val="FFFFFF"/>
                    </a:solidFill>
                  </a:tcPr>
                </a:tc>
                <a:tc>
                  <a:txBody>
                    <a:bodyPr/>
                    <a:lstStyle/>
                    <a:p>
                      <a:pPr algn="l"/>
                      <a:r>
                        <a:rPr lang="en-IN" dirty="0">
                          <a:effectLst/>
                        </a:rPr>
                        <a:t>30</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2697660589"/>
                  </a:ext>
                </a:extLst>
              </a:tr>
            </a:tbl>
          </a:graphicData>
        </a:graphic>
      </p:graphicFrame>
      <p:sp>
        <p:nvSpPr>
          <p:cNvPr id="5" name="Rectangle 4"/>
          <p:cNvSpPr/>
          <p:nvPr/>
        </p:nvSpPr>
        <p:spPr>
          <a:xfrm>
            <a:off x="4926376" y="2057497"/>
            <a:ext cx="845103" cy="369332"/>
          </a:xfrm>
          <a:prstGeom prst="rect">
            <a:avLst/>
          </a:prstGeom>
        </p:spPr>
        <p:txBody>
          <a:bodyPr wrap="none">
            <a:spAutoFit/>
          </a:bodyPr>
          <a:lstStyle/>
          <a:p>
            <a:r>
              <a:rPr lang="en-IN" b="0" i="0" dirty="0">
                <a:solidFill>
                  <a:srgbClr val="000000"/>
                </a:solidFill>
                <a:effectLst/>
                <a:latin typeface="Verdana" panose="020B0604030504040204" pitchFamily="34" charset="0"/>
              </a:rPr>
              <a:t>K = 3</a:t>
            </a:r>
            <a:endParaRPr lang="en-IN" dirty="0"/>
          </a:p>
        </p:txBody>
      </p:sp>
      <p:sp>
        <p:nvSpPr>
          <p:cNvPr id="6" name="Rectangle 5"/>
          <p:cNvSpPr/>
          <p:nvPr/>
        </p:nvSpPr>
        <p:spPr>
          <a:xfrm>
            <a:off x="4926376" y="2426829"/>
            <a:ext cx="6096000" cy="646331"/>
          </a:xfrm>
          <a:prstGeom prst="rect">
            <a:avLst/>
          </a:prstGeom>
        </p:spPr>
        <p:txBody>
          <a:bodyPr>
            <a:spAutoFit/>
          </a:bodyPr>
          <a:lstStyle/>
          <a:p>
            <a:r>
              <a:rPr lang="en-US" b="0" i="0" dirty="0">
                <a:solidFill>
                  <a:srgbClr val="000000"/>
                </a:solidFill>
                <a:effectLst/>
                <a:latin typeface="Verdana" panose="020B0604030504040204" pitchFamily="34" charset="0"/>
              </a:rPr>
              <a:t>The number of values that should be inserted is k-1 = 3-1 = 2.</a:t>
            </a:r>
            <a:endParaRPr lang="en-IN" dirty="0"/>
          </a:p>
        </p:txBody>
      </p:sp>
      <p:sp>
        <p:nvSpPr>
          <p:cNvPr id="7" name="Rectangle 6"/>
          <p:cNvSpPr/>
          <p:nvPr/>
        </p:nvSpPr>
        <p:spPr>
          <a:xfrm>
            <a:off x="1024719" y="3014878"/>
            <a:ext cx="2320892" cy="369332"/>
          </a:xfrm>
          <a:prstGeom prst="rect">
            <a:avLst/>
          </a:prstGeom>
        </p:spPr>
        <p:txBody>
          <a:bodyPr wrap="none">
            <a:spAutoFit/>
          </a:bodyPr>
          <a:lstStyle/>
          <a:p>
            <a:r>
              <a:rPr lang="en-IN" b="0" i="0" dirty="0">
                <a:effectLst/>
                <a:latin typeface="Verdana" panose="020B0604030504040204" pitchFamily="34" charset="0"/>
              </a:rPr>
              <a:t>Row wise zooming</a:t>
            </a:r>
          </a:p>
        </p:txBody>
      </p:sp>
      <p:sp>
        <p:nvSpPr>
          <p:cNvPr id="8" name="Rectangle 7"/>
          <p:cNvSpPr/>
          <p:nvPr/>
        </p:nvSpPr>
        <p:spPr>
          <a:xfrm>
            <a:off x="297612" y="3462412"/>
            <a:ext cx="6096000" cy="3323987"/>
          </a:xfrm>
          <a:prstGeom prst="rect">
            <a:avLst/>
          </a:prstGeom>
        </p:spPr>
        <p:txBody>
          <a:bodyPr>
            <a:spAutoFit/>
          </a:bodyPr>
          <a:lstStyle/>
          <a:p>
            <a:r>
              <a:rPr lang="en-US" sz="1600" b="0" i="0" dirty="0">
                <a:solidFill>
                  <a:srgbClr val="000000"/>
                </a:solidFill>
                <a:effectLst/>
                <a:latin typeface="Verdana" panose="020B0604030504040204" pitchFamily="34" charset="0"/>
              </a:rPr>
              <a:t>Take the first two adjacent pixels. Which are 15 and 30.</a:t>
            </a:r>
          </a:p>
          <a:p>
            <a:r>
              <a:rPr lang="en-US" sz="1600" b="0" i="0" dirty="0">
                <a:solidFill>
                  <a:srgbClr val="000000"/>
                </a:solidFill>
                <a:effectLst/>
                <a:latin typeface="Verdana" panose="020B0604030504040204" pitchFamily="34" charset="0"/>
              </a:rPr>
              <a:t>Subtract 15 from 30. 30-15 = 15.</a:t>
            </a:r>
          </a:p>
          <a:p>
            <a:r>
              <a:rPr lang="en-US" sz="1600" b="0" i="0" dirty="0">
                <a:solidFill>
                  <a:srgbClr val="000000"/>
                </a:solidFill>
                <a:effectLst/>
                <a:latin typeface="Verdana" panose="020B0604030504040204" pitchFamily="34" charset="0"/>
              </a:rPr>
              <a:t>Divide 15 by k. 15/k = 15/3 = 5. We call it OP.(where op is just a name)</a:t>
            </a:r>
          </a:p>
          <a:p>
            <a:r>
              <a:rPr lang="en-US" sz="1600" b="0" i="0" dirty="0">
                <a:solidFill>
                  <a:srgbClr val="000000"/>
                </a:solidFill>
                <a:effectLst/>
                <a:latin typeface="Verdana" panose="020B0604030504040204" pitchFamily="34" charset="0"/>
              </a:rPr>
              <a:t>Add OP to lower number. 15 + OP = 15 + 5 = 20.</a:t>
            </a:r>
          </a:p>
          <a:p>
            <a:r>
              <a:rPr lang="en-US" sz="1600" b="0" i="0" dirty="0">
                <a:solidFill>
                  <a:srgbClr val="000000"/>
                </a:solidFill>
                <a:effectLst/>
                <a:latin typeface="Verdana" panose="020B0604030504040204" pitchFamily="34" charset="0"/>
              </a:rPr>
              <a:t>Add OP to 20 again. 20 + OP = 20 + 5 = 25.</a:t>
            </a:r>
          </a:p>
          <a:p>
            <a:r>
              <a:rPr lang="en-US" sz="1600" b="0" i="0" dirty="0">
                <a:solidFill>
                  <a:srgbClr val="000000"/>
                </a:solidFill>
                <a:effectLst/>
                <a:latin typeface="Verdana" panose="020B0604030504040204" pitchFamily="34" charset="0"/>
              </a:rPr>
              <a:t>We do that 2 times because we have to insert k-1 values.</a:t>
            </a:r>
          </a:p>
          <a:p>
            <a:r>
              <a:rPr lang="en-US" sz="1600" b="0" i="0" dirty="0">
                <a:solidFill>
                  <a:srgbClr val="000000"/>
                </a:solidFill>
                <a:effectLst/>
                <a:latin typeface="Verdana" panose="020B0604030504040204" pitchFamily="34" charset="0"/>
              </a:rPr>
              <a:t>Now repeat this step for the next two adjacent pixels. It is shown in the first table.</a:t>
            </a:r>
          </a:p>
          <a:p>
            <a:r>
              <a:rPr lang="en-US" sz="1600" b="0" i="0" dirty="0">
                <a:solidFill>
                  <a:srgbClr val="000000"/>
                </a:solidFill>
                <a:effectLst/>
                <a:latin typeface="Verdana" panose="020B0604030504040204" pitchFamily="34" charset="0"/>
              </a:rPr>
              <a:t>After inserting the values, you have to sort the inserted values in ascending order, so there remains a symmetry between them.</a:t>
            </a:r>
          </a:p>
          <a:p>
            <a:r>
              <a:rPr lang="en-US" sz="1600" b="0" i="0" dirty="0">
                <a:solidFill>
                  <a:srgbClr val="000000"/>
                </a:solidFill>
                <a:effectLst/>
                <a:latin typeface="Verdana" panose="020B0604030504040204" pitchFamily="34" charset="0"/>
              </a:rPr>
              <a:t>It is shown in the second table</a:t>
            </a:r>
          </a:p>
        </p:txBody>
      </p:sp>
      <p:graphicFrame>
        <p:nvGraphicFramePr>
          <p:cNvPr id="9" name="Table 8"/>
          <p:cNvGraphicFramePr>
            <a:graphicFrameLocks noGrp="1"/>
          </p:cNvGraphicFramePr>
          <p:nvPr/>
        </p:nvGraphicFramePr>
        <p:xfrm>
          <a:off x="6748554" y="4175466"/>
          <a:ext cx="4605244" cy="853440"/>
        </p:xfrm>
        <a:graphic>
          <a:graphicData uri="http://schemas.openxmlformats.org/drawingml/2006/table">
            <a:tbl>
              <a:tblPr/>
              <a:tblGrid>
                <a:gridCol w="657892">
                  <a:extLst>
                    <a:ext uri="{9D8B030D-6E8A-4147-A177-3AD203B41FA5}">
                      <a16:colId xmlns:a16="http://schemas.microsoft.com/office/drawing/2014/main" val="3559127038"/>
                    </a:ext>
                  </a:extLst>
                </a:gridCol>
                <a:gridCol w="657892">
                  <a:extLst>
                    <a:ext uri="{9D8B030D-6E8A-4147-A177-3AD203B41FA5}">
                      <a16:colId xmlns:a16="http://schemas.microsoft.com/office/drawing/2014/main" val="1755522099"/>
                    </a:ext>
                  </a:extLst>
                </a:gridCol>
                <a:gridCol w="657892">
                  <a:extLst>
                    <a:ext uri="{9D8B030D-6E8A-4147-A177-3AD203B41FA5}">
                      <a16:colId xmlns:a16="http://schemas.microsoft.com/office/drawing/2014/main" val="3943899203"/>
                    </a:ext>
                  </a:extLst>
                </a:gridCol>
                <a:gridCol w="657892">
                  <a:extLst>
                    <a:ext uri="{9D8B030D-6E8A-4147-A177-3AD203B41FA5}">
                      <a16:colId xmlns:a16="http://schemas.microsoft.com/office/drawing/2014/main" val="678588858"/>
                    </a:ext>
                  </a:extLst>
                </a:gridCol>
                <a:gridCol w="657892">
                  <a:extLst>
                    <a:ext uri="{9D8B030D-6E8A-4147-A177-3AD203B41FA5}">
                      <a16:colId xmlns:a16="http://schemas.microsoft.com/office/drawing/2014/main" val="3839968130"/>
                    </a:ext>
                  </a:extLst>
                </a:gridCol>
                <a:gridCol w="657892">
                  <a:extLst>
                    <a:ext uri="{9D8B030D-6E8A-4147-A177-3AD203B41FA5}">
                      <a16:colId xmlns:a16="http://schemas.microsoft.com/office/drawing/2014/main" val="4124531091"/>
                    </a:ext>
                  </a:extLst>
                </a:gridCol>
                <a:gridCol w="657892">
                  <a:extLst>
                    <a:ext uri="{9D8B030D-6E8A-4147-A177-3AD203B41FA5}">
                      <a16:colId xmlns:a16="http://schemas.microsoft.com/office/drawing/2014/main" val="3596151646"/>
                    </a:ext>
                  </a:extLst>
                </a:gridCol>
              </a:tblGrid>
              <a:tr h="0">
                <a:tc>
                  <a:txBody>
                    <a:bodyPr/>
                    <a:lstStyle/>
                    <a:p>
                      <a:pPr algn="l"/>
                      <a:r>
                        <a:rPr lang="en-IN">
                          <a:effectLst/>
                        </a:rPr>
                        <a:t>15</a:t>
                      </a:r>
                    </a:p>
                  </a:txBody>
                  <a:tcPr marL="76200" marR="76200" marT="76200" marB="76200" anchor="ctr">
                    <a:lnL>
                      <a:noFill/>
                    </a:lnL>
                    <a:lnR>
                      <a:noFill/>
                    </a:lnR>
                    <a:lnT>
                      <a:noFill/>
                    </a:lnT>
                    <a:lnB>
                      <a:noFill/>
                    </a:lnB>
                    <a:solidFill>
                      <a:srgbClr val="FFFFFF"/>
                    </a:solidFill>
                  </a:tcPr>
                </a:tc>
                <a:tc>
                  <a:txBody>
                    <a:bodyPr/>
                    <a:lstStyle/>
                    <a:p>
                      <a:pPr algn="l"/>
                      <a:r>
                        <a:rPr lang="en-IN">
                          <a:effectLst/>
                        </a:rPr>
                        <a:t>20</a:t>
                      </a:r>
                    </a:p>
                  </a:txBody>
                  <a:tcPr marL="76200" marR="76200" marT="76200" marB="76200" anchor="ctr">
                    <a:lnL>
                      <a:noFill/>
                    </a:lnL>
                    <a:lnR>
                      <a:noFill/>
                    </a:lnR>
                    <a:lnT>
                      <a:noFill/>
                    </a:lnT>
                    <a:lnB>
                      <a:noFill/>
                    </a:lnB>
                    <a:solidFill>
                      <a:srgbClr val="FFFFFF"/>
                    </a:solidFill>
                  </a:tcPr>
                </a:tc>
                <a:tc>
                  <a:txBody>
                    <a:bodyPr/>
                    <a:lstStyle/>
                    <a:p>
                      <a:pPr algn="l"/>
                      <a:r>
                        <a:rPr lang="en-IN">
                          <a:effectLst/>
                        </a:rPr>
                        <a:t>25</a:t>
                      </a:r>
                    </a:p>
                  </a:txBody>
                  <a:tcPr marL="76200" marR="76200" marT="76200" marB="76200" anchor="ctr">
                    <a:lnL>
                      <a:noFill/>
                    </a:lnL>
                    <a:lnR>
                      <a:noFill/>
                    </a:lnR>
                    <a:lnT>
                      <a:noFill/>
                    </a:lnT>
                    <a:lnB>
                      <a:noFill/>
                    </a:lnB>
                    <a:solidFill>
                      <a:srgbClr val="FFFFFF"/>
                    </a:solidFill>
                  </a:tcPr>
                </a:tc>
                <a:tc>
                  <a:txBody>
                    <a:bodyPr/>
                    <a:lstStyle/>
                    <a:p>
                      <a:pPr algn="l"/>
                      <a:r>
                        <a:rPr lang="en-IN">
                          <a:effectLst/>
                        </a:rPr>
                        <a:t>30</a:t>
                      </a:r>
                    </a:p>
                  </a:txBody>
                  <a:tcPr marL="76200" marR="76200" marT="76200" marB="76200" anchor="ctr">
                    <a:lnL>
                      <a:noFill/>
                    </a:lnL>
                    <a:lnR>
                      <a:noFill/>
                    </a:lnR>
                    <a:lnT>
                      <a:noFill/>
                    </a:lnT>
                    <a:lnB>
                      <a:noFill/>
                    </a:lnB>
                    <a:solidFill>
                      <a:srgbClr val="FFFFFF"/>
                    </a:solidFill>
                  </a:tcPr>
                </a:tc>
                <a:tc>
                  <a:txBody>
                    <a:bodyPr/>
                    <a:lstStyle/>
                    <a:p>
                      <a:pPr algn="l"/>
                      <a:r>
                        <a:rPr lang="en-IN">
                          <a:effectLst/>
                        </a:rPr>
                        <a:t>20</a:t>
                      </a:r>
                    </a:p>
                  </a:txBody>
                  <a:tcPr marL="76200" marR="76200" marT="76200" marB="76200" anchor="ctr">
                    <a:lnL>
                      <a:noFill/>
                    </a:lnL>
                    <a:lnR>
                      <a:noFill/>
                    </a:lnR>
                    <a:lnT>
                      <a:noFill/>
                    </a:lnT>
                    <a:lnB>
                      <a:noFill/>
                    </a:lnB>
                    <a:solidFill>
                      <a:srgbClr val="FFFFFF"/>
                    </a:solidFill>
                  </a:tcPr>
                </a:tc>
                <a:tc>
                  <a:txBody>
                    <a:bodyPr/>
                    <a:lstStyle/>
                    <a:p>
                      <a:pPr algn="l"/>
                      <a:r>
                        <a:rPr lang="en-IN">
                          <a:effectLst/>
                        </a:rPr>
                        <a:t>25</a:t>
                      </a:r>
                    </a:p>
                  </a:txBody>
                  <a:tcPr marL="76200" marR="76200" marT="76200" marB="76200" anchor="ctr">
                    <a:lnL>
                      <a:noFill/>
                    </a:lnL>
                    <a:lnR>
                      <a:noFill/>
                    </a:lnR>
                    <a:lnT>
                      <a:noFill/>
                    </a:lnT>
                    <a:lnB>
                      <a:noFill/>
                    </a:lnB>
                    <a:solidFill>
                      <a:srgbClr val="FFFFFF"/>
                    </a:solidFill>
                  </a:tcPr>
                </a:tc>
                <a:tc>
                  <a:txBody>
                    <a:bodyPr/>
                    <a:lstStyle/>
                    <a:p>
                      <a:pPr algn="l"/>
                      <a:r>
                        <a:rPr lang="en-IN">
                          <a:effectLst/>
                        </a:rPr>
                        <a:t>15</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3405772512"/>
                  </a:ext>
                </a:extLst>
              </a:tr>
              <a:tr h="0">
                <a:tc>
                  <a:txBody>
                    <a:bodyPr/>
                    <a:lstStyle/>
                    <a:p>
                      <a:pPr algn="l"/>
                      <a:r>
                        <a:rPr lang="en-IN">
                          <a:effectLst/>
                        </a:rPr>
                        <a:t>30</a:t>
                      </a:r>
                    </a:p>
                  </a:txBody>
                  <a:tcPr marL="76200" marR="76200" marT="76200" marB="76200" anchor="ctr">
                    <a:lnL>
                      <a:noFill/>
                    </a:lnL>
                    <a:lnR>
                      <a:noFill/>
                    </a:lnR>
                    <a:lnT>
                      <a:noFill/>
                    </a:lnT>
                    <a:lnB>
                      <a:noFill/>
                    </a:lnB>
                    <a:solidFill>
                      <a:srgbClr val="FFFFFF"/>
                    </a:solidFill>
                  </a:tcPr>
                </a:tc>
                <a:tc>
                  <a:txBody>
                    <a:bodyPr/>
                    <a:lstStyle/>
                    <a:p>
                      <a:pPr algn="l"/>
                      <a:r>
                        <a:rPr lang="en-IN">
                          <a:effectLst/>
                        </a:rPr>
                        <a:t>20</a:t>
                      </a:r>
                    </a:p>
                  </a:txBody>
                  <a:tcPr marL="76200" marR="76200" marT="76200" marB="76200" anchor="ctr">
                    <a:lnL>
                      <a:noFill/>
                    </a:lnL>
                    <a:lnR>
                      <a:noFill/>
                    </a:lnR>
                    <a:lnT>
                      <a:noFill/>
                    </a:lnT>
                    <a:lnB>
                      <a:noFill/>
                    </a:lnB>
                    <a:solidFill>
                      <a:srgbClr val="FFFFFF"/>
                    </a:solidFill>
                  </a:tcPr>
                </a:tc>
                <a:tc>
                  <a:txBody>
                    <a:bodyPr/>
                    <a:lstStyle/>
                    <a:p>
                      <a:pPr algn="l"/>
                      <a:r>
                        <a:rPr lang="en-IN">
                          <a:effectLst/>
                        </a:rPr>
                        <a:t>25</a:t>
                      </a:r>
                    </a:p>
                  </a:txBody>
                  <a:tcPr marL="76200" marR="76200" marT="76200" marB="76200" anchor="ctr">
                    <a:lnL>
                      <a:noFill/>
                    </a:lnL>
                    <a:lnR>
                      <a:noFill/>
                    </a:lnR>
                    <a:lnT>
                      <a:noFill/>
                    </a:lnT>
                    <a:lnB>
                      <a:noFill/>
                    </a:lnB>
                    <a:solidFill>
                      <a:srgbClr val="FFFFFF"/>
                    </a:solidFill>
                  </a:tcPr>
                </a:tc>
                <a:tc>
                  <a:txBody>
                    <a:bodyPr/>
                    <a:lstStyle/>
                    <a:p>
                      <a:pPr algn="l"/>
                      <a:r>
                        <a:rPr lang="en-IN">
                          <a:effectLst/>
                        </a:rPr>
                        <a:t>15</a:t>
                      </a:r>
                    </a:p>
                  </a:txBody>
                  <a:tcPr marL="76200" marR="76200" marT="76200" marB="76200" anchor="ctr">
                    <a:lnL>
                      <a:noFill/>
                    </a:lnL>
                    <a:lnR>
                      <a:noFill/>
                    </a:lnR>
                    <a:lnT>
                      <a:noFill/>
                    </a:lnT>
                    <a:lnB>
                      <a:noFill/>
                    </a:lnB>
                    <a:solidFill>
                      <a:srgbClr val="FFFFFF"/>
                    </a:solidFill>
                  </a:tcPr>
                </a:tc>
                <a:tc>
                  <a:txBody>
                    <a:bodyPr/>
                    <a:lstStyle/>
                    <a:p>
                      <a:pPr algn="l"/>
                      <a:r>
                        <a:rPr lang="en-IN">
                          <a:effectLst/>
                        </a:rPr>
                        <a:t>20</a:t>
                      </a:r>
                    </a:p>
                  </a:txBody>
                  <a:tcPr marL="76200" marR="76200" marT="76200" marB="76200" anchor="ctr">
                    <a:lnL>
                      <a:noFill/>
                    </a:lnL>
                    <a:lnR>
                      <a:noFill/>
                    </a:lnR>
                    <a:lnT>
                      <a:noFill/>
                    </a:lnT>
                    <a:lnB>
                      <a:noFill/>
                    </a:lnB>
                    <a:solidFill>
                      <a:srgbClr val="FFFFFF"/>
                    </a:solidFill>
                  </a:tcPr>
                </a:tc>
                <a:tc>
                  <a:txBody>
                    <a:bodyPr/>
                    <a:lstStyle/>
                    <a:p>
                      <a:pPr algn="l"/>
                      <a:r>
                        <a:rPr lang="en-IN">
                          <a:effectLst/>
                        </a:rPr>
                        <a:t>25</a:t>
                      </a:r>
                    </a:p>
                  </a:txBody>
                  <a:tcPr marL="76200" marR="76200" marT="76200" marB="76200" anchor="ctr">
                    <a:lnL>
                      <a:noFill/>
                    </a:lnL>
                    <a:lnR>
                      <a:noFill/>
                    </a:lnR>
                    <a:lnT>
                      <a:noFill/>
                    </a:lnT>
                    <a:lnB>
                      <a:noFill/>
                    </a:lnB>
                    <a:solidFill>
                      <a:srgbClr val="FFFFFF"/>
                    </a:solidFill>
                  </a:tcPr>
                </a:tc>
                <a:tc>
                  <a:txBody>
                    <a:bodyPr/>
                    <a:lstStyle/>
                    <a:p>
                      <a:pPr algn="l"/>
                      <a:r>
                        <a:rPr lang="en-IN" dirty="0">
                          <a:effectLst/>
                        </a:rPr>
                        <a:t>30</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1900708389"/>
                  </a:ext>
                </a:extLst>
              </a:tr>
            </a:tbl>
          </a:graphicData>
        </a:graphic>
      </p:graphicFrame>
      <p:pic>
        <p:nvPicPr>
          <p:cNvPr id="6146" name="Picture 2" descr="Table2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3612" y="5441807"/>
            <a:ext cx="5265510" cy="8477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95779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584653"/>
            <a:ext cx="10515600" cy="4351338"/>
          </a:xfrm>
        </p:spPr>
        <p:txBody>
          <a:bodyPr/>
          <a:lstStyle/>
          <a:p>
            <a:r>
              <a:rPr lang="en-IN" dirty="0"/>
              <a:t>Column wise zooming</a:t>
            </a:r>
          </a:p>
          <a:p>
            <a:r>
              <a:rPr lang="en-US" dirty="0"/>
              <a:t>The same procedure has to be performed column wise. The procedure include taking the two adjacent pixel values, and then subtracting the smaller from the bigger one. Then after that, you have to divide it by k. Store the result as OP. Add OP to smaller one, and then again add OP to the value that comes in first addition of OP. Insert the new values.</a:t>
            </a:r>
            <a:endParaRPr lang="en-IN" dirty="0"/>
          </a:p>
        </p:txBody>
      </p:sp>
      <p:graphicFrame>
        <p:nvGraphicFramePr>
          <p:cNvPr id="4" name="Table 3"/>
          <p:cNvGraphicFramePr>
            <a:graphicFrameLocks noGrp="1"/>
          </p:cNvGraphicFramePr>
          <p:nvPr/>
        </p:nvGraphicFramePr>
        <p:xfrm>
          <a:off x="3247709" y="3722620"/>
          <a:ext cx="5539828" cy="1706880"/>
        </p:xfrm>
        <a:graphic>
          <a:graphicData uri="http://schemas.openxmlformats.org/drawingml/2006/table">
            <a:tbl>
              <a:tblPr/>
              <a:tblGrid>
                <a:gridCol w="791404">
                  <a:extLst>
                    <a:ext uri="{9D8B030D-6E8A-4147-A177-3AD203B41FA5}">
                      <a16:colId xmlns:a16="http://schemas.microsoft.com/office/drawing/2014/main" val="1503346275"/>
                    </a:ext>
                  </a:extLst>
                </a:gridCol>
                <a:gridCol w="791404">
                  <a:extLst>
                    <a:ext uri="{9D8B030D-6E8A-4147-A177-3AD203B41FA5}">
                      <a16:colId xmlns:a16="http://schemas.microsoft.com/office/drawing/2014/main" val="1819045510"/>
                    </a:ext>
                  </a:extLst>
                </a:gridCol>
                <a:gridCol w="791404">
                  <a:extLst>
                    <a:ext uri="{9D8B030D-6E8A-4147-A177-3AD203B41FA5}">
                      <a16:colId xmlns:a16="http://schemas.microsoft.com/office/drawing/2014/main" val="1256164636"/>
                    </a:ext>
                  </a:extLst>
                </a:gridCol>
                <a:gridCol w="791404">
                  <a:extLst>
                    <a:ext uri="{9D8B030D-6E8A-4147-A177-3AD203B41FA5}">
                      <a16:colId xmlns:a16="http://schemas.microsoft.com/office/drawing/2014/main" val="2481800584"/>
                    </a:ext>
                  </a:extLst>
                </a:gridCol>
                <a:gridCol w="791404">
                  <a:extLst>
                    <a:ext uri="{9D8B030D-6E8A-4147-A177-3AD203B41FA5}">
                      <a16:colId xmlns:a16="http://schemas.microsoft.com/office/drawing/2014/main" val="4129116220"/>
                    </a:ext>
                  </a:extLst>
                </a:gridCol>
                <a:gridCol w="791404">
                  <a:extLst>
                    <a:ext uri="{9D8B030D-6E8A-4147-A177-3AD203B41FA5}">
                      <a16:colId xmlns:a16="http://schemas.microsoft.com/office/drawing/2014/main" val="1320603503"/>
                    </a:ext>
                  </a:extLst>
                </a:gridCol>
                <a:gridCol w="791404">
                  <a:extLst>
                    <a:ext uri="{9D8B030D-6E8A-4147-A177-3AD203B41FA5}">
                      <a16:colId xmlns:a16="http://schemas.microsoft.com/office/drawing/2014/main" val="1273526780"/>
                    </a:ext>
                  </a:extLst>
                </a:gridCol>
              </a:tblGrid>
              <a:tr h="0">
                <a:tc>
                  <a:txBody>
                    <a:bodyPr/>
                    <a:lstStyle/>
                    <a:p>
                      <a:pPr algn="l"/>
                      <a:r>
                        <a:rPr lang="en-IN">
                          <a:effectLst/>
                        </a:rPr>
                        <a:t>15</a:t>
                      </a:r>
                    </a:p>
                  </a:txBody>
                  <a:tcPr marL="76200" marR="76200" marT="76200" marB="76200" anchor="ctr">
                    <a:lnL>
                      <a:noFill/>
                    </a:lnL>
                    <a:lnR>
                      <a:noFill/>
                    </a:lnR>
                    <a:lnT>
                      <a:noFill/>
                    </a:lnT>
                    <a:lnB>
                      <a:noFill/>
                    </a:lnB>
                    <a:solidFill>
                      <a:srgbClr val="FFFFFF"/>
                    </a:solidFill>
                  </a:tcPr>
                </a:tc>
                <a:tc>
                  <a:txBody>
                    <a:bodyPr/>
                    <a:lstStyle/>
                    <a:p>
                      <a:pPr algn="l"/>
                      <a:r>
                        <a:rPr lang="en-IN">
                          <a:effectLst/>
                        </a:rPr>
                        <a:t>20</a:t>
                      </a:r>
                    </a:p>
                  </a:txBody>
                  <a:tcPr marL="76200" marR="76200" marT="76200" marB="76200" anchor="ctr">
                    <a:lnL>
                      <a:noFill/>
                    </a:lnL>
                    <a:lnR>
                      <a:noFill/>
                    </a:lnR>
                    <a:lnT>
                      <a:noFill/>
                    </a:lnT>
                    <a:lnB>
                      <a:noFill/>
                    </a:lnB>
                    <a:solidFill>
                      <a:srgbClr val="FFFFFF"/>
                    </a:solidFill>
                  </a:tcPr>
                </a:tc>
                <a:tc>
                  <a:txBody>
                    <a:bodyPr/>
                    <a:lstStyle/>
                    <a:p>
                      <a:pPr algn="l"/>
                      <a:r>
                        <a:rPr lang="en-IN">
                          <a:effectLst/>
                        </a:rPr>
                        <a:t>25</a:t>
                      </a:r>
                    </a:p>
                  </a:txBody>
                  <a:tcPr marL="76200" marR="76200" marT="76200" marB="76200" anchor="ctr">
                    <a:lnL>
                      <a:noFill/>
                    </a:lnL>
                    <a:lnR>
                      <a:noFill/>
                    </a:lnR>
                    <a:lnT>
                      <a:noFill/>
                    </a:lnT>
                    <a:lnB>
                      <a:noFill/>
                    </a:lnB>
                    <a:solidFill>
                      <a:srgbClr val="FFFFFF"/>
                    </a:solidFill>
                  </a:tcPr>
                </a:tc>
                <a:tc>
                  <a:txBody>
                    <a:bodyPr/>
                    <a:lstStyle/>
                    <a:p>
                      <a:pPr algn="l"/>
                      <a:r>
                        <a:rPr lang="en-IN">
                          <a:effectLst/>
                        </a:rPr>
                        <a:t>30</a:t>
                      </a:r>
                    </a:p>
                  </a:txBody>
                  <a:tcPr marL="76200" marR="76200" marT="76200" marB="76200" anchor="ctr">
                    <a:lnL>
                      <a:noFill/>
                    </a:lnL>
                    <a:lnR>
                      <a:noFill/>
                    </a:lnR>
                    <a:lnT>
                      <a:noFill/>
                    </a:lnT>
                    <a:lnB>
                      <a:noFill/>
                    </a:lnB>
                    <a:solidFill>
                      <a:srgbClr val="FFFFFF"/>
                    </a:solidFill>
                  </a:tcPr>
                </a:tc>
                <a:tc>
                  <a:txBody>
                    <a:bodyPr/>
                    <a:lstStyle/>
                    <a:p>
                      <a:pPr algn="l"/>
                      <a:r>
                        <a:rPr lang="en-IN">
                          <a:effectLst/>
                        </a:rPr>
                        <a:t>25</a:t>
                      </a:r>
                    </a:p>
                  </a:txBody>
                  <a:tcPr marL="76200" marR="76200" marT="76200" marB="76200" anchor="ctr">
                    <a:lnL>
                      <a:noFill/>
                    </a:lnL>
                    <a:lnR>
                      <a:noFill/>
                    </a:lnR>
                    <a:lnT>
                      <a:noFill/>
                    </a:lnT>
                    <a:lnB>
                      <a:noFill/>
                    </a:lnB>
                    <a:solidFill>
                      <a:srgbClr val="FFFFFF"/>
                    </a:solidFill>
                  </a:tcPr>
                </a:tc>
                <a:tc>
                  <a:txBody>
                    <a:bodyPr/>
                    <a:lstStyle/>
                    <a:p>
                      <a:pPr algn="l"/>
                      <a:r>
                        <a:rPr lang="en-IN">
                          <a:effectLst/>
                        </a:rPr>
                        <a:t>20</a:t>
                      </a:r>
                    </a:p>
                  </a:txBody>
                  <a:tcPr marL="76200" marR="76200" marT="76200" marB="76200" anchor="ctr">
                    <a:lnL>
                      <a:noFill/>
                    </a:lnL>
                    <a:lnR>
                      <a:noFill/>
                    </a:lnR>
                    <a:lnT>
                      <a:noFill/>
                    </a:lnT>
                    <a:lnB>
                      <a:noFill/>
                    </a:lnB>
                    <a:solidFill>
                      <a:srgbClr val="FFFFFF"/>
                    </a:solidFill>
                  </a:tcPr>
                </a:tc>
                <a:tc>
                  <a:txBody>
                    <a:bodyPr/>
                    <a:lstStyle/>
                    <a:p>
                      <a:pPr algn="l"/>
                      <a:r>
                        <a:rPr lang="en-IN">
                          <a:effectLst/>
                        </a:rPr>
                        <a:t>15</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381169032"/>
                  </a:ext>
                </a:extLst>
              </a:tr>
              <a:tr h="0">
                <a:tc>
                  <a:txBody>
                    <a:bodyPr/>
                    <a:lstStyle/>
                    <a:p>
                      <a:pPr algn="l"/>
                      <a:r>
                        <a:rPr lang="en-IN">
                          <a:effectLst/>
                        </a:rPr>
                        <a:t>20</a:t>
                      </a:r>
                    </a:p>
                  </a:txBody>
                  <a:tcPr marL="76200" marR="76200" marT="76200" marB="76200" anchor="ctr">
                    <a:lnL>
                      <a:noFill/>
                    </a:lnL>
                    <a:lnR>
                      <a:noFill/>
                    </a:lnR>
                    <a:lnT>
                      <a:noFill/>
                    </a:lnT>
                    <a:lnB>
                      <a:noFill/>
                    </a:lnB>
                    <a:solidFill>
                      <a:srgbClr val="FFFFFF"/>
                    </a:solidFill>
                  </a:tcPr>
                </a:tc>
                <a:tc>
                  <a:txBody>
                    <a:bodyPr/>
                    <a:lstStyle/>
                    <a:p>
                      <a:pPr algn="l"/>
                      <a:r>
                        <a:rPr lang="en-IN">
                          <a:effectLst/>
                        </a:rPr>
                        <a:t>21</a:t>
                      </a:r>
                    </a:p>
                  </a:txBody>
                  <a:tcPr marL="76200" marR="76200" marT="76200" marB="76200" anchor="ctr">
                    <a:lnL>
                      <a:noFill/>
                    </a:lnL>
                    <a:lnR>
                      <a:noFill/>
                    </a:lnR>
                    <a:lnT>
                      <a:noFill/>
                    </a:lnT>
                    <a:lnB>
                      <a:noFill/>
                    </a:lnB>
                    <a:solidFill>
                      <a:srgbClr val="FFFFFF"/>
                    </a:solidFill>
                  </a:tcPr>
                </a:tc>
                <a:tc>
                  <a:txBody>
                    <a:bodyPr/>
                    <a:lstStyle/>
                    <a:p>
                      <a:pPr algn="l"/>
                      <a:r>
                        <a:rPr lang="en-IN">
                          <a:effectLst/>
                        </a:rPr>
                        <a:t>21</a:t>
                      </a:r>
                    </a:p>
                  </a:txBody>
                  <a:tcPr marL="76200" marR="76200" marT="76200" marB="76200" anchor="ctr">
                    <a:lnL>
                      <a:noFill/>
                    </a:lnL>
                    <a:lnR>
                      <a:noFill/>
                    </a:lnR>
                    <a:lnT>
                      <a:noFill/>
                    </a:lnT>
                    <a:lnB>
                      <a:noFill/>
                    </a:lnB>
                    <a:solidFill>
                      <a:srgbClr val="FFFFFF"/>
                    </a:solidFill>
                  </a:tcPr>
                </a:tc>
                <a:tc>
                  <a:txBody>
                    <a:bodyPr/>
                    <a:lstStyle/>
                    <a:p>
                      <a:pPr algn="l"/>
                      <a:r>
                        <a:rPr lang="en-IN">
                          <a:effectLst/>
                        </a:rPr>
                        <a:t>25</a:t>
                      </a:r>
                    </a:p>
                  </a:txBody>
                  <a:tcPr marL="76200" marR="76200" marT="76200" marB="76200" anchor="ctr">
                    <a:lnL>
                      <a:noFill/>
                    </a:lnL>
                    <a:lnR>
                      <a:noFill/>
                    </a:lnR>
                    <a:lnT>
                      <a:noFill/>
                    </a:lnT>
                    <a:lnB>
                      <a:noFill/>
                    </a:lnB>
                    <a:solidFill>
                      <a:srgbClr val="FFFFFF"/>
                    </a:solidFill>
                  </a:tcPr>
                </a:tc>
                <a:tc>
                  <a:txBody>
                    <a:bodyPr/>
                    <a:lstStyle/>
                    <a:p>
                      <a:pPr algn="l"/>
                      <a:r>
                        <a:rPr lang="en-IN">
                          <a:effectLst/>
                        </a:rPr>
                        <a:t>21</a:t>
                      </a:r>
                    </a:p>
                  </a:txBody>
                  <a:tcPr marL="76200" marR="76200" marT="76200" marB="76200" anchor="ctr">
                    <a:lnL>
                      <a:noFill/>
                    </a:lnL>
                    <a:lnR>
                      <a:noFill/>
                    </a:lnR>
                    <a:lnT>
                      <a:noFill/>
                    </a:lnT>
                    <a:lnB>
                      <a:noFill/>
                    </a:lnB>
                    <a:solidFill>
                      <a:srgbClr val="FFFFFF"/>
                    </a:solidFill>
                  </a:tcPr>
                </a:tc>
                <a:tc>
                  <a:txBody>
                    <a:bodyPr/>
                    <a:lstStyle/>
                    <a:p>
                      <a:pPr algn="l"/>
                      <a:r>
                        <a:rPr lang="en-IN">
                          <a:effectLst/>
                        </a:rPr>
                        <a:t>21</a:t>
                      </a:r>
                    </a:p>
                  </a:txBody>
                  <a:tcPr marL="76200" marR="76200" marT="76200" marB="76200" anchor="ctr">
                    <a:lnL>
                      <a:noFill/>
                    </a:lnL>
                    <a:lnR>
                      <a:noFill/>
                    </a:lnR>
                    <a:lnT>
                      <a:noFill/>
                    </a:lnT>
                    <a:lnB>
                      <a:noFill/>
                    </a:lnB>
                    <a:solidFill>
                      <a:srgbClr val="FFFFFF"/>
                    </a:solidFill>
                  </a:tcPr>
                </a:tc>
                <a:tc>
                  <a:txBody>
                    <a:bodyPr/>
                    <a:lstStyle/>
                    <a:p>
                      <a:pPr algn="l"/>
                      <a:r>
                        <a:rPr lang="en-IN">
                          <a:effectLst/>
                        </a:rPr>
                        <a:t>20</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858594837"/>
                  </a:ext>
                </a:extLst>
              </a:tr>
              <a:tr h="0">
                <a:tc>
                  <a:txBody>
                    <a:bodyPr/>
                    <a:lstStyle/>
                    <a:p>
                      <a:pPr algn="l"/>
                      <a:r>
                        <a:rPr lang="en-IN">
                          <a:effectLst/>
                        </a:rPr>
                        <a:t>25</a:t>
                      </a:r>
                    </a:p>
                  </a:txBody>
                  <a:tcPr marL="76200" marR="76200" marT="76200" marB="76200" anchor="ctr">
                    <a:lnL>
                      <a:noFill/>
                    </a:lnL>
                    <a:lnR>
                      <a:noFill/>
                    </a:lnR>
                    <a:lnT>
                      <a:noFill/>
                    </a:lnT>
                    <a:lnB>
                      <a:noFill/>
                    </a:lnB>
                    <a:solidFill>
                      <a:srgbClr val="FFFFFF"/>
                    </a:solidFill>
                  </a:tcPr>
                </a:tc>
                <a:tc>
                  <a:txBody>
                    <a:bodyPr/>
                    <a:lstStyle/>
                    <a:p>
                      <a:pPr algn="l"/>
                      <a:r>
                        <a:rPr lang="en-IN">
                          <a:effectLst/>
                        </a:rPr>
                        <a:t>22</a:t>
                      </a:r>
                    </a:p>
                  </a:txBody>
                  <a:tcPr marL="76200" marR="76200" marT="76200" marB="76200" anchor="ctr">
                    <a:lnL>
                      <a:noFill/>
                    </a:lnL>
                    <a:lnR>
                      <a:noFill/>
                    </a:lnR>
                    <a:lnT>
                      <a:noFill/>
                    </a:lnT>
                    <a:lnB>
                      <a:noFill/>
                    </a:lnB>
                    <a:solidFill>
                      <a:srgbClr val="FFFFFF"/>
                    </a:solidFill>
                  </a:tcPr>
                </a:tc>
                <a:tc>
                  <a:txBody>
                    <a:bodyPr/>
                    <a:lstStyle/>
                    <a:p>
                      <a:pPr algn="l"/>
                      <a:r>
                        <a:rPr lang="en-IN">
                          <a:effectLst/>
                        </a:rPr>
                        <a:t>22</a:t>
                      </a:r>
                    </a:p>
                  </a:txBody>
                  <a:tcPr marL="76200" marR="76200" marT="76200" marB="76200" anchor="ctr">
                    <a:lnL>
                      <a:noFill/>
                    </a:lnL>
                    <a:lnR>
                      <a:noFill/>
                    </a:lnR>
                    <a:lnT>
                      <a:noFill/>
                    </a:lnT>
                    <a:lnB>
                      <a:noFill/>
                    </a:lnB>
                    <a:solidFill>
                      <a:srgbClr val="FFFFFF"/>
                    </a:solidFill>
                  </a:tcPr>
                </a:tc>
                <a:tc>
                  <a:txBody>
                    <a:bodyPr/>
                    <a:lstStyle/>
                    <a:p>
                      <a:pPr algn="l"/>
                      <a:r>
                        <a:rPr lang="en-IN">
                          <a:effectLst/>
                        </a:rPr>
                        <a:t>20</a:t>
                      </a:r>
                    </a:p>
                  </a:txBody>
                  <a:tcPr marL="76200" marR="76200" marT="76200" marB="76200" anchor="ctr">
                    <a:lnL>
                      <a:noFill/>
                    </a:lnL>
                    <a:lnR>
                      <a:noFill/>
                    </a:lnR>
                    <a:lnT>
                      <a:noFill/>
                    </a:lnT>
                    <a:lnB>
                      <a:noFill/>
                    </a:lnB>
                    <a:solidFill>
                      <a:srgbClr val="FFFFFF"/>
                    </a:solidFill>
                  </a:tcPr>
                </a:tc>
                <a:tc>
                  <a:txBody>
                    <a:bodyPr/>
                    <a:lstStyle/>
                    <a:p>
                      <a:pPr algn="l"/>
                      <a:r>
                        <a:rPr lang="en-IN">
                          <a:effectLst/>
                        </a:rPr>
                        <a:t>22</a:t>
                      </a:r>
                    </a:p>
                  </a:txBody>
                  <a:tcPr marL="76200" marR="76200" marT="76200" marB="76200" anchor="ctr">
                    <a:lnL>
                      <a:noFill/>
                    </a:lnL>
                    <a:lnR>
                      <a:noFill/>
                    </a:lnR>
                    <a:lnT>
                      <a:noFill/>
                    </a:lnT>
                    <a:lnB>
                      <a:noFill/>
                    </a:lnB>
                    <a:solidFill>
                      <a:srgbClr val="FFFFFF"/>
                    </a:solidFill>
                  </a:tcPr>
                </a:tc>
                <a:tc>
                  <a:txBody>
                    <a:bodyPr/>
                    <a:lstStyle/>
                    <a:p>
                      <a:pPr algn="l"/>
                      <a:r>
                        <a:rPr lang="en-IN">
                          <a:effectLst/>
                        </a:rPr>
                        <a:t>22</a:t>
                      </a:r>
                    </a:p>
                  </a:txBody>
                  <a:tcPr marL="76200" marR="76200" marT="76200" marB="76200" anchor="ctr">
                    <a:lnL>
                      <a:noFill/>
                    </a:lnL>
                    <a:lnR>
                      <a:noFill/>
                    </a:lnR>
                    <a:lnT>
                      <a:noFill/>
                    </a:lnT>
                    <a:lnB>
                      <a:noFill/>
                    </a:lnB>
                    <a:solidFill>
                      <a:srgbClr val="FFFFFF"/>
                    </a:solidFill>
                  </a:tcPr>
                </a:tc>
                <a:tc>
                  <a:txBody>
                    <a:bodyPr/>
                    <a:lstStyle/>
                    <a:p>
                      <a:pPr algn="l"/>
                      <a:r>
                        <a:rPr lang="en-IN">
                          <a:effectLst/>
                        </a:rPr>
                        <a:t>25</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1710700894"/>
                  </a:ext>
                </a:extLst>
              </a:tr>
              <a:tr h="0">
                <a:tc>
                  <a:txBody>
                    <a:bodyPr/>
                    <a:lstStyle/>
                    <a:p>
                      <a:pPr algn="l"/>
                      <a:r>
                        <a:rPr lang="en-IN">
                          <a:effectLst/>
                        </a:rPr>
                        <a:t>30</a:t>
                      </a:r>
                    </a:p>
                  </a:txBody>
                  <a:tcPr marL="76200" marR="76200" marT="76200" marB="76200" anchor="ctr">
                    <a:lnL>
                      <a:noFill/>
                    </a:lnL>
                    <a:lnR>
                      <a:noFill/>
                    </a:lnR>
                    <a:lnT>
                      <a:noFill/>
                    </a:lnT>
                    <a:lnB>
                      <a:noFill/>
                    </a:lnB>
                    <a:solidFill>
                      <a:srgbClr val="FFFFFF"/>
                    </a:solidFill>
                  </a:tcPr>
                </a:tc>
                <a:tc>
                  <a:txBody>
                    <a:bodyPr/>
                    <a:lstStyle/>
                    <a:p>
                      <a:pPr algn="l"/>
                      <a:r>
                        <a:rPr lang="en-IN">
                          <a:effectLst/>
                        </a:rPr>
                        <a:t>25</a:t>
                      </a:r>
                    </a:p>
                  </a:txBody>
                  <a:tcPr marL="76200" marR="76200" marT="76200" marB="76200" anchor="ctr">
                    <a:lnL>
                      <a:noFill/>
                    </a:lnL>
                    <a:lnR>
                      <a:noFill/>
                    </a:lnR>
                    <a:lnT>
                      <a:noFill/>
                    </a:lnT>
                    <a:lnB>
                      <a:noFill/>
                    </a:lnB>
                    <a:solidFill>
                      <a:srgbClr val="FFFFFF"/>
                    </a:solidFill>
                  </a:tcPr>
                </a:tc>
                <a:tc>
                  <a:txBody>
                    <a:bodyPr/>
                    <a:lstStyle/>
                    <a:p>
                      <a:pPr algn="l"/>
                      <a:r>
                        <a:rPr lang="en-IN">
                          <a:effectLst/>
                        </a:rPr>
                        <a:t>20</a:t>
                      </a:r>
                    </a:p>
                  </a:txBody>
                  <a:tcPr marL="76200" marR="76200" marT="76200" marB="76200" anchor="ctr">
                    <a:lnL>
                      <a:noFill/>
                    </a:lnL>
                    <a:lnR>
                      <a:noFill/>
                    </a:lnR>
                    <a:lnT>
                      <a:noFill/>
                    </a:lnT>
                    <a:lnB>
                      <a:noFill/>
                    </a:lnB>
                    <a:solidFill>
                      <a:srgbClr val="FFFFFF"/>
                    </a:solidFill>
                  </a:tcPr>
                </a:tc>
                <a:tc>
                  <a:txBody>
                    <a:bodyPr/>
                    <a:lstStyle/>
                    <a:p>
                      <a:pPr algn="l"/>
                      <a:r>
                        <a:rPr lang="en-IN">
                          <a:effectLst/>
                        </a:rPr>
                        <a:t>15</a:t>
                      </a:r>
                    </a:p>
                  </a:txBody>
                  <a:tcPr marL="76200" marR="76200" marT="76200" marB="76200" anchor="ctr">
                    <a:lnL>
                      <a:noFill/>
                    </a:lnL>
                    <a:lnR>
                      <a:noFill/>
                    </a:lnR>
                    <a:lnT>
                      <a:noFill/>
                    </a:lnT>
                    <a:lnB>
                      <a:noFill/>
                    </a:lnB>
                    <a:solidFill>
                      <a:srgbClr val="FFFFFF"/>
                    </a:solidFill>
                  </a:tcPr>
                </a:tc>
                <a:tc>
                  <a:txBody>
                    <a:bodyPr/>
                    <a:lstStyle/>
                    <a:p>
                      <a:pPr algn="l"/>
                      <a:r>
                        <a:rPr lang="en-IN">
                          <a:effectLst/>
                        </a:rPr>
                        <a:t>20</a:t>
                      </a:r>
                    </a:p>
                  </a:txBody>
                  <a:tcPr marL="76200" marR="76200" marT="76200" marB="76200" anchor="ctr">
                    <a:lnL>
                      <a:noFill/>
                    </a:lnL>
                    <a:lnR>
                      <a:noFill/>
                    </a:lnR>
                    <a:lnT>
                      <a:noFill/>
                    </a:lnT>
                    <a:lnB>
                      <a:noFill/>
                    </a:lnB>
                    <a:solidFill>
                      <a:srgbClr val="FFFFFF"/>
                    </a:solidFill>
                  </a:tcPr>
                </a:tc>
                <a:tc>
                  <a:txBody>
                    <a:bodyPr/>
                    <a:lstStyle/>
                    <a:p>
                      <a:pPr algn="l"/>
                      <a:r>
                        <a:rPr lang="en-IN">
                          <a:effectLst/>
                        </a:rPr>
                        <a:t>25</a:t>
                      </a:r>
                    </a:p>
                  </a:txBody>
                  <a:tcPr marL="76200" marR="76200" marT="76200" marB="76200" anchor="ctr">
                    <a:lnL>
                      <a:noFill/>
                    </a:lnL>
                    <a:lnR>
                      <a:noFill/>
                    </a:lnR>
                    <a:lnT>
                      <a:noFill/>
                    </a:lnT>
                    <a:lnB>
                      <a:noFill/>
                    </a:lnB>
                    <a:solidFill>
                      <a:srgbClr val="FFFFFF"/>
                    </a:solidFill>
                  </a:tcPr>
                </a:tc>
                <a:tc>
                  <a:txBody>
                    <a:bodyPr/>
                    <a:lstStyle/>
                    <a:p>
                      <a:pPr algn="l"/>
                      <a:r>
                        <a:rPr lang="en-IN" dirty="0">
                          <a:effectLst/>
                        </a:rPr>
                        <a:t>30</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1466283170"/>
                  </a:ext>
                </a:extLst>
              </a:tr>
            </a:tbl>
          </a:graphicData>
        </a:graphic>
      </p:graphicFrame>
      <p:sp>
        <p:nvSpPr>
          <p:cNvPr id="5" name="Rectangle 4"/>
          <p:cNvSpPr/>
          <p:nvPr/>
        </p:nvSpPr>
        <p:spPr>
          <a:xfrm>
            <a:off x="474617" y="5940475"/>
            <a:ext cx="10276114" cy="369332"/>
          </a:xfrm>
          <a:prstGeom prst="rect">
            <a:avLst/>
          </a:prstGeom>
        </p:spPr>
        <p:txBody>
          <a:bodyPr wrap="square">
            <a:spAutoFit/>
          </a:bodyPr>
          <a:lstStyle/>
          <a:p>
            <a:r>
              <a:rPr lang="en-US" b="0" i="0">
                <a:solidFill>
                  <a:srgbClr val="000000"/>
                </a:solidFill>
                <a:effectLst/>
                <a:latin typeface="Verdana" panose="020B0604030504040204" pitchFamily="34" charset="0"/>
              </a:rPr>
              <a:t>(K (number of rows minus 1) + 1) X (K (number of cols minus 1) + 1)</a:t>
            </a:r>
            <a:endParaRPr lang="en-IN" dirty="0"/>
          </a:p>
        </p:txBody>
      </p:sp>
      <mc:AlternateContent xmlns:mc="http://schemas.openxmlformats.org/markup-compatibility/2006" xmlns:p14="http://schemas.microsoft.com/office/powerpoint/2010/main">
        <mc:Choice Requires="p14">
          <p:contentPart p14:bwMode="auto" r:id="rId2">
            <p14:nvContentPartPr>
              <p14:cNvPr id="2" name="Ink 1"/>
              <p14:cNvContentPartPr/>
              <p14:nvPr/>
            </p14:nvContentPartPr>
            <p14:xfrm>
              <a:off x="419040" y="6366960"/>
              <a:ext cx="8898840" cy="491040"/>
            </p14:xfrm>
          </p:contentPart>
        </mc:Choice>
        <mc:Fallback xmlns="">
          <p:pic>
            <p:nvPicPr>
              <p:cNvPr id="2" name="Ink 1"/>
              <p:cNvPicPr/>
              <p:nvPr/>
            </p:nvPicPr>
            <p:blipFill>
              <a:blip r:embed="rId3"/>
              <a:stretch>
                <a:fillRect/>
              </a:stretch>
            </p:blipFill>
            <p:spPr>
              <a:xfrm>
                <a:off x="409680" y="6357600"/>
                <a:ext cx="8917560" cy="509760"/>
              </a:xfrm>
              <a:prstGeom prst="rect">
                <a:avLst/>
              </a:prstGeom>
            </p:spPr>
          </p:pic>
        </mc:Fallback>
      </mc:AlternateContent>
    </p:spTree>
    <p:extLst>
      <p:ext uri="{BB962C8B-B14F-4D97-AF65-F5344CB8AC3E}">
        <p14:creationId xmlns:p14="http://schemas.microsoft.com/office/powerpoint/2010/main" val="18726457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r>
              <a:rPr lang="en-IN" dirty="0"/>
              <a:t>Advantages and disadvantages</a:t>
            </a:r>
          </a:p>
          <a:p>
            <a:r>
              <a:rPr lang="en-US" dirty="0"/>
              <a:t>The one of the clear advantage that k time zooming algorithm has that it is able to compute zoom of any factor which was the power of pixel replication algorithm , also it gives improved result (less blurry) which was the power of zero order hold method. So hence It comprises the power of the two algorithms.</a:t>
            </a:r>
          </a:p>
          <a:p>
            <a:r>
              <a:rPr lang="en-US" dirty="0"/>
              <a:t>The only difficulty this algorithm has that it has to be sort in the end, which is an additional step, and thus increases the cost of computation.</a:t>
            </a:r>
          </a:p>
          <a:p>
            <a:endParaRPr lang="en-IN" dirty="0"/>
          </a:p>
        </p:txBody>
      </p:sp>
    </p:spTree>
    <p:extLst>
      <p:ext uri="{BB962C8B-B14F-4D97-AF65-F5344CB8AC3E}">
        <p14:creationId xmlns:p14="http://schemas.microsoft.com/office/powerpoint/2010/main" val="15202782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115560" y="158760"/>
              <a:ext cx="11903400" cy="6439680"/>
            </p14:xfrm>
          </p:contentPart>
        </mc:Choice>
        <mc:Fallback xmlns="">
          <p:pic>
            <p:nvPicPr>
              <p:cNvPr id="4" name="Ink 3"/>
              <p:cNvPicPr/>
              <p:nvPr/>
            </p:nvPicPr>
            <p:blipFill>
              <a:blip r:embed="rId3"/>
              <a:stretch>
                <a:fillRect/>
              </a:stretch>
            </p:blipFill>
            <p:spPr>
              <a:xfrm>
                <a:off x="106200" y="149400"/>
                <a:ext cx="11922120" cy="6458400"/>
              </a:xfrm>
              <a:prstGeom prst="rect">
                <a:avLst/>
              </a:prstGeom>
            </p:spPr>
          </p:pic>
        </mc:Fallback>
      </mc:AlternateContent>
    </p:spTree>
    <p:extLst>
      <p:ext uri="{BB962C8B-B14F-4D97-AF65-F5344CB8AC3E}">
        <p14:creationId xmlns:p14="http://schemas.microsoft.com/office/powerpoint/2010/main" val="4230552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Shrinking</a:t>
            </a:r>
            <a:r>
              <a:rPr lang="en-IN" dirty="0"/>
              <a:t>(Down scaling, resizing downward, Down Sampling)</a:t>
            </a:r>
          </a:p>
        </p:txBody>
      </p:sp>
      <p:sp>
        <p:nvSpPr>
          <p:cNvPr id="3" name="Content Placeholder 2"/>
          <p:cNvSpPr>
            <a:spLocks noGrp="1"/>
          </p:cNvSpPr>
          <p:nvPr>
            <p:ph idx="1"/>
          </p:nvPr>
        </p:nvSpPr>
        <p:spPr/>
        <p:txBody>
          <a:bodyPr/>
          <a:lstStyle/>
          <a:p>
            <a:pPr algn="just"/>
            <a:r>
              <a:rPr lang="en-US" dirty="0"/>
              <a:t>Image shrinking is done in the similar manner as zooming with one difference as now the process of pixel replication is row column deletion. Now we can delete every second column and row for shrinking</a:t>
            </a:r>
            <a:endParaRPr lang="en-IN" dirty="0"/>
          </a:p>
        </p:txBody>
      </p:sp>
      <p:pic>
        <p:nvPicPr>
          <p:cNvPr id="4" name="Picture 3"/>
          <p:cNvPicPr>
            <a:picLocks noChangeAspect="1"/>
          </p:cNvPicPr>
          <p:nvPr/>
        </p:nvPicPr>
        <p:blipFill>
          <a:blip r:embed="rId2"/>
          <a:stretch>
            <a:fillRect/>
          </a:stretch>
        </p:blipFill>
        <p:spPr>
          <a:xfrm>
            <a:off x="3223876" y="3197619"/>
            <a:ext cx="6449641" cy="3519469"/>
          </a:xfrm>
          <a:prstGeom prst="rect">
            <a:avLst/>
          </a:prstGeom>
        </p:spPr>
      </p:pic>
    </p:spTree>
    <p:extLst>
      <p:ext uri="{BB962C8B-B14F-4D97-AF65-F5344CB8AC3E}">
        <p14:creationId xmlns:p14="http://schemas.microsoft.com/office/powerpoint/2010/main" val="34032244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43200" y="303120"/>
              <a:ext cx="11975760" cy="6526080"/>
            </p14:xfrm>
          </p:contentPart>
        </mc:Choice>
        <mc:Fallback xmlns="">
          <p:pic>
            <p:nvPicPr>
              <p:cNvPr id="4" name="Ink 3"/>
              <p:cNvPicPr/>
              <p:nvPr/>
            </p:nvPicPr>
            <p:blipFill>
              <a:blip r:embed="rId3"/>
              <a:stretch>
                <a:fillRect/>
              </a:stretch>
            </p:blipFill>
            <p:spPr>
              <a:xfrm>
                <a:off x="33840" y="293760"/>
                <a:ext cx="11994480" cy="6544800"/>
              </a:xfrm>
              <a:prstGeom prst="rect">
                <a:avLst/>
              </a:prstGeom>
            </p:spPr>
          </p:pic>
        </mc:Fallback>
      </mc:AlternateContent>
    </p:spTree>
    <p:extLst>
      <p:ext uri="{BB962C8B-B14F-4D97-AF65-F5344CB8AC3E}">
        <p14:creationId xmlns:p14="http://schemas.microsoft.com/office/powerpoint/2010/main" val="31083210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1906920" y="505080"/>
              <a:ext cx="10155600" cy="6295320"/>
            </p14:xfrm>
          </p:contentPart>
        </mc:Choice>
        <mc:Fallback xmlns="">
          <p:pic>
            <p:nvPicPr>
              <p:cNvPr id="4" name="Ink 3"/>
              <p:cNvPicPr/>
              <p:nvPr/>
            </p:nvPicPr>
            <p:blipFill>
              <a:blip r:embed="rId3"/>
              <a:stretch>
                <a:fillRect/>
              </a:stretch>
            </p:blipFill>
            <p:spPr>
              <a:xfrm>
                <a:off x="1897560" y="495720"/>
                <a:ext cx="10174320" cy="6314040"/>
              </a:xfrm>
              <a:prstGeom prst="rect">
                <a:avLst/>
              </a:prstGeom>
            </p:spPr>
          </p:pic>
        </mc:Fallback>
      </mc:AlternateContent>
    </p:spTree>
    <p:extLst>
      <p:ext uri="{BB962C8B-B14F-4D97-AF65-F5344CB8AC3E}">
        <p14:creationId xmlns:p14="http://schemas.microsoft.com/office/powerpoint/2010/main" val="2365324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72360" y="129600"/>
              <a:ext cx="12192120" cy="6642000"/>
            </p14:xfrm>
          </p:contentPart>
        </mc:Choice>
        <mc:Fallback xmlns="">
          <p:pic>
            <p:nvPicPr>
              <p:cNvPr id="4" name="Ink 3"/>
              <p:cNvPicPr/>
              <p:nvPr/>
            </p:nvPicPr>
            <p:blipFill>
              <a:blip r:embed="rId3"/>
              <a:stretch>
                <a:fillRect/>
              </a:stretch>
            </p:blipFill>
            <p:spPr>
              <a:xfrm>
                <a:off x="63000" y="120240"/>
                <a:ext cx="12210840" cy="6660720"/>
              </a:xfrm>
              <a:prstGeom prst="rect">
                <a:avLst/>
              </a:prstGeom>
            </p:spPr>
          </p:pic>
        </mc:Fallback>
      </mc:AlternateContent>
    </p:spTree>
    <p:extLst>
      <p:ext uri="{BB962C8B-B14F-4D97-AF65-F5344CB8AC3E}">
        <p14:creationId xmlns:p14="http://schemas.microsoft.com/office/powerpoint/2010/main" val="3124152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144360" y="129600"/>
              <a:ext cx="11889000" cy="6728400"/>
            </p14:xfrm>
          </p:contentPart>
        </mc:Choice>
        <mc:Fallback xmlns="">
          <p:pic>
            <p:nvPicPr>
              <p:cNvPr id="4" name="Ink 3"/>
              <p:cNvPicPr/>
              <p:nvPr/>
            </p:nvPicPr>
            <p:blipFill>
              <a:blip r:embed="rId3"/>
              <a:stretch>
                <a:fillRect/>
              </a:stretch>
            </p:blipFill>
            <p:spPr>
              <a:xfrm>
                <a:off x="135000" y="120240"/>
                <a:ext cx="11907720" cy="6747120"/>
              </a:xfrm>
              <a:prstGeom prst="rect">
                <a:avLst/>
              </a:prstGeom>
            </p:spPr>
          </p:pic>
        </mc:Fallback>
      </mc:AlternateContent>
    </p:spTree>
    <p:extLst>
      <p:ext uri="{BB962C8B-B14F-4D97-AF65-F5344CB8AC3E}">
        <p14:creationId xmlns:p14="http://schemas.microsoft.com/office/powerpoint/2010/main" val="7631994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rotWithShape="1">
          <a:blip r:embed="rId2"/>
          <a:srcRect l="38689" t="44911" r="18141" b="27946"/>
          <a:stretch/>
        </p:blipFill>
        <p:spPr>
          <a:xfrm>
            <a:off x="1449976" y="1567542"/>
            <a:ext cx="8684221" cy="3069772"/>
          </a:xfrm>
          <a:prstGeom prst="rect">
            <a:avLst/>
          </a:prstGeom>
        </p:spPr>
      </p:pic>
    </p:spTree>
    <p:extLst>
      <p:ext uri="{BB962C8B-B14F-4D97-AF65-F5344CB8AC3E}">
        <p14:creationId xmlns:p14="http://schemas.microsoft.com/office/powerpoint/2010/main" val="3955325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115560" y="201960"/>
              <a:ext cx="11499120" cy="6685200"/>
            </p14:xfrm>
          </p:contentPart>
        </mc:Choice>
        <mc:Fallback xmlns="">
          <p:pic>
            <p:nvPicPr>
              <p:cNvPr id="4" name="Ink 3"/>
              <p:cNvPicPr/>
              <p:nvPr/>
            </p:nvPicPr>
            <p:blipFill>
              <a:blip r:embed="rId3"/>
              <a:stretch>
                <a:fillRect/>
              </a:stretch>
            </p:blipFill>
            <p:spPr>
              <a:xfrm>
                <a:off x="106200" y="192600"/>
                <a:ext cx="11517840" cy="6703920"/>
              </a:xfrm>
              <a:prstGeom prst="rect">
                <a:avLst/>
              </a:prstGeom>
            </p:spPr>
          </p:pic>
        </mc:Fallback>
      </mc:AlternateContent>
    </p:spTree>
    <p:extLst>
      <p:ext uri="{BB962C8B-B14F-4D97-AF65-F5344CB8AC3E}">
        <p14:creationId xmlns:p14="http://schemas.microsoft.com/office/powerpoint/2010/main" val="35092634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346680" y="129600"/>
              <a:ext cx="11744640" cy="6714000"/>
            </p14:xfrm>
          </p:contentPart>
        </mc:Choice>
        <mc:Fallback xmlns="">
          <p:pic>
            <p:nvPicPr>
              <p:cNvPr id="4" name="Ink 3"/>
              <p:cNvPicPr/>
              <p:nvPr/>
            </p:nvPicPr>
            <p:blipFill>
              <a:blip r:embed="rId3"/>
              <a:stretch>
                <a:fillRect/>
              </a:stretch>
            </p:blipFill>
            <p:spPr>
              <a:xfrm>
                <a:off x="337320" y="120240"/>
                <a:ext cx="11763360" cy="6732720"/>
              </a:xfrm>
              <a:prstGeom prst="rect">
                <a:avLst/>
              </a:prstGeom>
            </p:spPr>
          </p:pic>
        </mc:Fallback>
      </mc:AlternateContent>
    </p:spTree>
    <p:extLst>
      <p:ext uri="{BB962C8B-B14F-4D97-AF65-F5344CB8AC3E}">
        <p14:creationId xmlns:p14="http://schemas.microsoft.com/office/powerpoint/2010/main" val="10733266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447840" y="173160"/>
              <a:ext cx="11686680" cy="6598440"/>
            </p14:xfrm>
          </p:contentPart>
        </mc:Choice>
        <mc:Fallback xmlns="">
          <p:pic>
            <p:nvPicPr>
              <p:cNvPr id="4" name="Ink 3"/>
              <p:cNvPicPr/>
              <p:nvPr/>
            </p:nvPicPr>
            <p:blipFill>
              <a:blip r:embed="rId3"/>
              <a:stretch>
                <a:fillRect/>
              </a:stretch>
            </p:blipFill>
            <p:spPr>
              <a:xfrm>
                <a:off x="438480" y="163800"/>
                <a:ext cx="11705400" cy="6617160"/>
              </a:xfrm>
              <a:prstGeom prst="rect">
                <a:avLst/>
              </a:prstGeom>
            </p:spPr>
          </p:pic>
        </mc:Fallback>
      </mc:AlternateContent>
    </p:spTree>
    <p:extLst>
      <p:ext uri="{BB962C8B-B14F-4D97-AF65-F5344CB8AC3E}">
        <p14:creationId xmlns:p14="http://schemas.microsoft.com/office/powerpoint/2010/main" val="24037906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2D Sampling</a:t>
            </a:r>
            <a:endParaRPr lang="en-IN" dirty="0"/>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838200" y="1825625"/>
            <a:ext cx="10341872" cy="3621586"/>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p14:cNvContentPartPr/>
              <p14:nvPr/>
            </p14:nvContentPartPr>
            <p14:xfrm>
              <a:off x="3640320" y="57600"/>
              <a:ext cx="8118720" cy="4923720"/>
            </p14:xfrm>
          </p:contentPart>
        </mc:Choice>
        <mc:Fallback xmlns="">
          <p:pic>
            <p:nvPicPr>
              <p:cNvPr id="5" name="Ink 4"/>
              <p:cNvPicPr/>
              <p:nvPr/>
            </p:nvPicPr>
            <p:blipFill>
              <a:blip r:embed="rId4"/>
              <a:stretch>
                <a:fillRect/>
              </a:stretch>
            </p:blipFill>
            <p:spPr>
              <a:xfrm>
                <a:off x="3630960" y="48240"/>
                <a:ext cx="8137440" cy="49424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p14:cNvContentPartPr/>
              <p14:nvPr/>
            </p14:nvContentPartPr>
            <p14:xfrm>
              <a:off x="3279240" y="4244400"/>
              <a:ext cx="8205120" cy="2426040"/>
            </p14:xfrm>
          </p:contentPart>
        </mc:Choice>
        <mc:Fallback xmlns="">
          <p:pic>
            <p:nvPicPr>
              <p:cNvPr id="6" name="Ink 5"/>
              <p:cNvPicPr/>
              <p:nvPr/>
            </p:nvPicPr>
            <p:blipFill>
              <a:blip r:embed="rId6"/>
              <a:stretch>
                <a:fillRect/>
              </a:stretch>
            </p:blipFill>
            <p:spPr>
              <a:xfrm>
                <a:off x="3269880" y="4235040"/>
                <a:ext cx="8223840" cy="2444760"/>
              </a:xfrm>
              <a:prstGeom prst="rect">
                <a:avLst/>
              </a:prstGeom>
            </p:spPr>
          </p:pic>
        </mc:Fallback>
      </mc:AlternateContent>
    </p:spTree>
    <p:extLst>
      <p:ext uri="{BB962C8B-B14F-4D97-AF65-F5344CB8AC3E}">
        <p14:creationId xmlns:p14="http://schemas.microsoft.com/office/powerpoint/2010/main" val="28088505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401904" y="885912"/>
            <a:ext cx="11236538" cy="5018499"/>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p14:cNvContentPartPr/>
              <p14:nvPr/>
            </p14:nvContentPartPr>
            <p14:xfrm>
              <a:off x="1921320" y="158760"/>
              <a:ext cx="10097640" cy="2266920"/>
            </p14:xfrm>
          </p:contentPart>
        </mc:Choice>
        <mc:Fallback xmlns="">
          <p:pic>
            <p:nvPicPr>
              <p:cNvPr id="5" name="Ink 4"/>
              <p:cNvPicPr/>
              <p:nvPr/>
            </p:nvPicPr>
            <p:blipFill>
              <a:blip r:embed="rId4"/>
              <a:stretch>
                <a:fillRect/>
              </a:stretch>
            </p:blipFill>
            <p:spPr>
              <a:xfrm>
                <a:off x="1911960" y="149400"/>
                <a:ext cx="10116360" cy="2285640"/>
              </a:xfrm>
              <a:prstGeom prst="rect">
                <a:avLst/>
              </a:prstGeom>
            </p:spPr>
          </p:pic>
        </mc:Fallback>
      </mc:AlternateContent>
    </p:spTree>
    <p:extLst>
      <p:ext uri="{BB962C8B-B14F-4D97-AF65-F5344CB8AC3E}">
        <p14:creationId xmlns:p14="http://schemas.microsoft.com/office/powerpoint/2010/main" val="40216646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Critically Sampled</a:t>
            </a:r>
            <a:endParaRPr lang="en-IN" dirty="0"/>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838199" y="1937293"/>
            <a:ext cx="9030441" cy="4239669"/>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p14:cNvContentPartPr/>
              <p14:nvPr/>
            </p14:nvContentPartPr>
            <p14:xfrm>
              <a:off x="7425000" y="201960"/>
              <a:ext cx="4420800" cy="4042800"/>
            </p14:xfrm>
          </p:contentPart>
        </mc:Choice>
        <mc:Fallback xmlns="">
          <p:pic>
            <p:nvPicPr>
              <p:cNvPr id="5" name="Ink 4"/>
              <p:cNvPicPr/>
              <p:nvPr/>
            </p:nvPicPr>
            <p:blipFill>
              <a:blip r:embed="rId4"/>
              <a:stretch>
                <a:fillRect/>
              </a:stretch>
            </p:blipFill>
            <p:spPr>
              <a:xfrm>
                <a:off x="7415640" y="192600"/>
                <a:ext cx="4439520" cy="4061520"/>
              </a:xfrm>
              <a:prstGeom prst="rect">
                <a:avLst/>
              </a:prstGeom>
            </p:spPr>
          </p:pic>
        </mc:Fallback>
      </mc:AlternateContent>
    </p:spTree>
    <p:extLst>
      <p:ext uri="{BB962C8B-B14F-4D97-AF65-F5344CB8AC3E}">
        <p14:creationId xmlns:p14="http://schemas.microsoft.com/office/powerpoint/2010/main" val="41364362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 Sampling</a:t>
            </a:r>
            <a:endParaRPr lang="en-IN" dirty="0"/>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1098852" y="1825624"/>
            <a:ext cx="8502347" cy="4300411"/>
          </a:xfrm>
          <a:prstGeom prst="rect">
            <a:avLst/>
          </a:prstGeom>
        </p:spPr>
      </p:pic>
    </p:spTree>
    <p:extLst>
      <p:ext uri="{BB962C8B-B14F-4D97-AF65-F5344CB8AC3E}">
        <p14:creationId xmlns:p14="http://schemas.microsoft.com/office/powerpoint/2010/main" val="28548165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 Sampling (Aliasing)</a:t>
            </a:r>
            <a:endParaRPr lang="en-IN" dirty="0"/>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1412966" y="1732417"/>
            <a:ext cx="8767082" cy="4444546"/>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p14:cNvContentPartPr/>
              <p14:nvPr/>
            </p14:nvContentPartPr>
            <p14:xfrm>
              <a:off x="8378280" y="721800"/>
              <a:ext cx="3091680" cy="1718280"/>
            </p14:xfrm>
          </p:contentPart>
        </mc:Choice>
        <mc:Fallback xmlns="">
          <p:pic>
            <p:nvPicPr>
              <p:cNvPr id="5" name="Ink 4"/>
              <p:cNvPicPr/>
              <p:nvPr/>
            </p:nvPicPr>
            <p:blipFill>
              <a:blip r:embed="rId4"/>
              <a:stretch>
                <a:fillRect/>
              </a:stretch>
            </p:blipFill>
            <p:spPr>
              <a:xfrm>
                <a:off x="8368920" y="712440"/>
                <a:ext cx="3110400" cy="1737000"/>
              </a:xfrm>
              <a:prstGeom prst="rect">
                <a:avLst/>
              </a:prstGeom>
            </p:spPr>
          </p:pic>
        </mc:Fallback>
      </mc:AlternateContent>
    </p:spTree>
    <p:extLst>
      <p:ext uri="{BB962C8B-B14F-4D97-AF65-F5344CB8AC3E}">
        <p14:creationId xmlns:p14="http://schemas.microsoft.com/office/powerpoint/2010/main" val="39651339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2D </a:t>
            </a:r>
            <a:r>
              <a:rPr lang="en-US" dirty="0" err="1"/>
              <a:t>Nyquist</a:t>
            </a:r>
            <a:r>
              <a:rPr lang="en-US" dirty="0"/>
              <a:t> </a:t>
            </a:r>
            <a:r>
              <a:rPr lang="en-US" dirty="0" err="1"/>
              <a:t>Theoram</a:t>
            </a:r>
            <a:endParaRPr lang="en-IN" dirty="0"/>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1057771" y="1825625"/>
            <a:ext cx="9954161" cy="4351338"/>
          </a:xfrm>
          <a:prstGeom prst="rect">
            <a:avLst/>
          </a:prstGeom>
        </p:spPr>
      </p:pic>
    </p:spTree>
    <p:extLst>
      <p:ext uri="{BB962C8B-B14F-4D97-AF65-F5344CB8AC3E}">
        <p14:creationId xmlns:p14="http://schemas.microsoft.com/office/powerpoint/2010/main" val="10941822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Down Sampling (Sampling Rate reduction)</a:t>
            </a:r>
            <a:endParaRPr lang="en-IN" dirty="0"/>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658003" y="1384835"/>
            <a:ext cx="3613551" cy="3007067"/>
          </a:xfrm>
          <a:prstGeom prst="rect">
            <a:avLst/>
          </a:prstGeom>
        </p:spPr>
      </p:pic>
      <p:pic>
        <p:nvPicPr>
          <p:cNvPr id="5" name="Picture 4"/>
          <p:cNvPicPr>
            <a:picLocks noChangeAspect="1"/>
          </p:cNvPicPr>
          <p:nvPr/>
        </p:nvPicPr>
        <p:blipFill>
          <a:blip r:embed="rId3"/>
          <a:stretch>
            <a:fillRect/>
          </a:stretch>
        </p:blipFill>
        <p:spPr>
          <a:xfrm>
            <a:off x="4933406" y="1495817"/>
            <a:ext cx="2992018" cy="2505477"/>
          </a:xfrm>
          <a:prstGeom prst="rect">
            <a:avLst/>
          </a:prstGeom>
        </p:spPr>
      </p:pic>
      <p:pic>
        <p:nvPicPr>
          <p:cNvPr id="6" name="Picture 5"/>
          <p:cNvPicPr>
            <a:picLocks noChangeAspect="1"/>
          </p:cNvPicPr>
          <p:nvPr/>
        </p:nvPicPr>
        <p:blipFill>
          <a:blip r:embed="rId4"/>
          <a:stretch>
            <a:fillRect/>
          </a:stretch>
        </p:blipFill>
        <p:spPr>
          <a:xfrm>
            <a:off x="658003" y="4256966"/>
            <a:ext cx="2699984" cy="2360787"/>
          </a:xfrm>
          <a:prstGeom prst="rect">
            <a:avLst/>
          </a:prstGeom>
        </p:spPr>
      </p:pic>
      <p:pic>
        <p:nvPicPr>
          <p:cNvPr id="7" name="Picture 6"/>
          <p:cNvPicPr>
            <a:picLocks noChangeAspect="1"/>
          </p:cNvPicPr>
          <p:nvPr/>
        </p:nvPicPr>
        <p:blipFill>
          <a:blip r:embed="rId5"/>
          <a:stretch>
            <a:fillRect/>
          </a:stretch>
        </p:blipFill>
        <p:spPr>
          <a:xfrm>
            <a:off x="4271554" y="4074977"/>
            <a:ext cx="3004457" cy="2672176"/>
          </a:xfrm>
          <a:prstGeom prst="rect">
            <a:avLst/>
          </a:prstGeom>
        </p:spPr>
      </p:pic>
    </p:spTree>
    <p:extLst>
      <p:ext uri="{BB962C8B-B14F-4D97-AF65-F5344CB8AC3E}">
        <p14:creationId xmlns:p14="http://schemas.microsoft.com/office/powerpoint/2010/main" val="42707904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688635" y="619244"/>
            <a:ext cx="10814730" cy="4762654"/>
          </a:xfrm>
          <a:prstGeom prst="rect">
            <a:avLst/>
          </a:prstGeom>
        </p:spPr>
      </p:pic>
    </p:spTree>
    <p:extLst>
      <p:ext uri="{BB962C8B-B14F-4D97-AF65-F5344CB8AC3E}">
        <p14:creationId xmlns:p14="http://schemas.microsoft.com/office/powerpoint/2010/main" val="27342140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Upsampling</a:t>
            </a:r>
            <a:endParaRPr lang="en-IN" dirty="0"/>
          </a:p>
        </p:txBody>
      </p:sp>
      <p:sp>
        <p:nvSpPr>
          <p:cNvPr id="3" name="Content Placeholder 2"/>
          <p:cNvSpPr>
            <a:spLocks noGrp="1"/>
          </p:cNvSpPr>
          <p:nvPr>
            <p:ph idx="1"/>
          </p:nvPr>
        </p:nvSpPr>
        <p:spPr/>
        <p:txBody>
          <a:bodyPr/>
          <a:lstStyle/>
          <a:p>
            <a:endParaRPr lang="en-IN" dirty="0"/>
          </a:p>
        </p:txBody>
      </p:sp>
      <p:pic>
        <p:nvPicPr>
          <p:cNvPr id="4" name="Picture 3"/>
          <p:cNvPicPr>
            <a:picLocks noChangeAspect="1"/>
          </p:cNvPicPr>
          <p:nvPr/>
        </p:nvPicPr>
        <p:blipFill>
          <a:blip r:embed="rId2"/>
          <a:stretch>
            <a:fillRect/>
          </a:stretch>
        </p:blipFill>
        <p:spPr>
          <a:xfrm>
            <a:off x="838200" y="1520871"/>
            <a:ext cx="3563983" cy="3046707"/>
          </a:xfrm>
          <a:prstGeom prst="rect">
            <a:avLst/>
          </a:prstGeom>
        </p:spPr>
      </p:pic>
      <p:pic>
        <p:nvPicPr>
          <p:cNvPr id="5" name="Picture 4"/>
          <p:cNvPicPr>
            <a:picLocks noChangeAspect="1"/>
          </p:cNvPicPr>
          <p:nvPr/>
        </p:nvPicPr>
        <p:blipFill>
          <a:blip r:embed="rId3"/>
          <a:stretch>
            <a:fillRect/>
          </a:stretch>
        </p:blipFill>
        <p:spPr>
          <a:xfrm>
            <a:off x="2022155" y="3600079"/>
            <a:ext cx="3072359" cy="2711821"/>
          </a:xfrm>
          <a:prstGeom prst="rect">
            <a:avLst/>
          </a:prstGeom>
        </p:spPr>
      </p:pic>
      <p:pic>
        <p:nvPicPr>
          <p:cNvPr id="6" name="Picture 5"/>
          <p:cNvPicPr>
            <a:picLocks noChangeAspect="1"/>
          </p:cNvPicPr>
          <p:nvPr/>
        </p:nvPicPr>
        <p:blipFill>
          <a:blip r:embed="rId4"/>
          <a:stretch>
            <a:fillRect/>
          </a:stretch>
        </p:blipFill>
        <p:spPr>
          <a:xfrm>
            <a:off x="5307126" y="1099413"/>
            <a:ext cx="3497240" cy="3094244"/>
          </a:xfrm>
          <a:prstGeom prst="rect">
            <a:avLst/>
          </a:prstGeom>
        </p:spPr>
      </p:pic>
      <p:pic>
        <p:nvPicPr>
          <p:cNvPr id="7" name="Picture 6"/>
          <p:cNvPicPr>
            <a:picLocks noChangeAspect="1"/>
          </p:cNvPicPr>
          <p:nvPr/>
        </p:nvPicPr>
        <p:blipFill>
          <a:blip r:embed="rId5"/>
          <a:stretch>
            <a:fillRect/>
          </a:stretch>
        </p:blipFill>
        <p:spPr>
          <a:xfrm>
            <a:off x="8500924" y="3528642"/>
            <a:ext cx="2852876" cy="2648321"/>
          </a:xfrm>
          <a:prstGeom prst="rect">
            <a:avLst/>
          </a:prstGeom>
        </p:spPr>
      </p:pic>
    </p:spTree>
    <p:extLst>
      <p:ext uri="{BB962C8B-B14F-4D97-AF65-F5344CB8AC3E}">
        <p14:creationId xmlns:p14="http://schemas.microsoft.com/office/powerpoint/2010/main" val="35476828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3142941" y="206344"/>
            <a:ext cx="7003398" cy="3373500"/>
          </a:xfrm>
          <a:prstGeom prst="rect">
            <a:avLst/>
          </a:prstGeom>
        </p:spPr>
      </p:pic>
      <p:pic>
        <p:nvPicPr>
          <p:cNvPr id="5" name="Picture 4"/>
          <p:cNvPicPr>
            <a:picLocks noChangeAspect="1"/>
          </p:cNvPicPr>
          <p:nvPr/>
        </p:nvPicPr>
        <p:blipFill>
          <a:blip r:embed="rId3"/>
          <a:stretch>
            <a:fillRect/>
          </a:stretch>
        </p:blipFill>
        <p:spPr>
          <a:xfrm>
            <a:off x="2803306" y="3524825"/>
            <a:ext cx="7172562" cy="3333175"/>
          </a:xfrm>
          <a:prstGeom prst="rect">
            <a:avLst/>
          </a:prstGeom>
        </p:spPr>
      </p:pic>
    </p:spTree>
    <p:extLst>
      <p:ext uri="{BB962C8B-B14F-4D97-AF65-F5344CB8AC3E}">
        <p14:creationId xmlns:p14="http://schemas.microsoft.com/office/powerpoint/2010/main" val="17434166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Basic Relationships between Pixels </a:t>
            </a:r>
          </a:p>
        </p:txBody>
      </p:sp>
      <p:sp>
        <p:nvSpPr>
          <p:cNvPr id="3" name="Content Placeholder 2"/>
          <p:cNvSpPr>
            <a:spLocks noGrp="1"/>
          </p:cNvSpPr>
          <p:nvPr>
            <p:ph idx="1"/>
          </p:nvPr>
        </p:nvSpPr>
        <p:spPr/>
        <p:txBody>
          <a:bodyPr/>
          <a:lstStyle/>
          <a:p>
            <a:r>
              <a:rPr lang="en-IN" b="1" dirty="0" err="1"/>
              <a:t>Neighborhood</a:t>
            </a:r>
            <a:r>
              <a:rPr lang="en-IN" b="1" dirty="0"/>
              <a:t> </a:t>
            </a:r>
            <a:endParaRPr lang="en-IN" dirty="0"/>
          </a:p>
          <a:p>
            <a:r>
              <a:rPr lang="en-IN" b="1" dirty="0"/>
              <a:t>Connectivity </a:t>
            </a:r>
            <a:endParaRPr lang="en-IN" dirty="0"/>
          </a:p>
          <a:p>
            <a:r>
              <a:rPr lang="en-IN" b="1" dirty="0"/>
              <a:t>Adjacency </a:t>
            </a:r>
            <a:endParaRPr lang="en-IN" dirty="0"/>
          </a:p>
          <a:p>
            <a:r>
              <a:rPr lang="en-IN" b="1" dirty="0"/>
              <a:t>Paths </a:t>
            </a:r>
            <a:endParaRPr lang="en-IN" dirty="0"/>
          </a:p>
          <a:p>
            <a:r>
              <a:rPr lang="en-IN" b="1" dirty="0"/>
              <a:t>Regions and boundaries </a:t>
            </a:r>
            <a:endParaRPr lang="en-IN" dirty="0"/>
          </a:p>
          <a:p>
            <a:endParaRPr lang="en-IN" dirty="0"/>
          </a:p>
        </p:txBody>
      </p:sp>
    </p:spTree>
    <p:extLst>
      <p:ext uri="{BB962C8B-B14F-4D97-AF65-F5344CB8AC3E}">
        <p14:creationId xmlns:p14="http://schemas.microsoft.com/office/powerpoint/2010/main" val="36755553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Pixels Neighbourhood </a:t>
            </a:r>
          </a:p>
        </p:txBody>
      </p:sp>
      <p:sp>
        <p:nvSpPr>
          <p:cNvPr id="3" name="Content Placeholder 2"/>
          <p:cNvSpPr>
            <a:spLocks noGrp="1"/>
          </p:cNvSpPr>
          <p:nvPr>
            <p:ph idx="1"/>
          </p:nvPr>
        </p:nvSpPr>
        <p:spPr/>
        <p:txBody>
          <a:bodyPr/>
          <a:lstStyle/>
          <a:p>
            <a:r>
              <a:rPr lang="en-US" dirty="0"/>
              <a:t>Neighbors of a pixel p at coordinates (</a:t>
            </a:r>
            <a:r>
              <a:rPr lang="en-US" dirty="0" err="1"/>
              <a:t>x,y</a:t>
            </a:r>
            <a:r>
              <a:rPr lang="en-US" dirty="0"/>
              <a:t>) </a:t>
            </a:r>
          </a:p>
          <a:p>
            <a:r>
              <a:rPr lang="en-US" b="1" dirty="0"/>
              <a:t>4-neighbors of p</a:t>
            </a:r>
            <a:r>
              <a:rPr lang="en-US" dirty="0"/>
              <a:t>, denoted by N4(p): (x-1, y), (x+1, y), (x,y-1), and (x, y+1) </a:t>
            </a:r>
          </a:p>
          <a:p>
            <a:endParaRPr lang="en-US" dirty="0"/>
          </a:p>
          <a:p>
            <a:endParaRPr lang="en-US" b="1" dirty="0"/>
          </a:p>
          <a:p>
            <a:r>
              <a:rPr lang="en-US" b="1" dirty="0"/>
              <a:t>4 diagonal neighbors of p, denoted by ND(p): (x-1, y-1), (x+1, y+1), (x+1,y-1), and (x-1, y+1) </a:t>
            </a:r>
          </a:p>
          <a:p>
            <a:endParaRPr lang="en-US" dirty="0"/>
          </a:p>
          <a:p>
            <a:r>
              <a:rPr lang="en-US" b="1" dirty="0"/>
              <a:t>8 neighbors of </a:t>
            </a:r>
            <a:r>
              <a:rPr lang="en-US" b="1" dirty="0" err="1"/>
              <a:t>p,denoted</a:t>
            </a:r>
            <a:r>
              <a:rPr lang="en-US" b="1" dirty="0"/>
              <a:t> N8(p) N8(p) = N4(p) U ND(p) </a:t>
            </a:r>
            <a:endParaRPr lang="en-US" dirty="0"/>
          </a:p>
          <a:p>
            <a:endParaRPr lang="en-IN" dirty="0"/>
          </a:p>
        </p:txBody>
      </p:sp>
      <p:pic>
        <p:nvPicPr>
          <p:cNvPr id="4" name="Picture 3"/>
          <p:cNvPicPr>
            <a:picLocks noChangeAspect="1"/>
          </p:cNvPicPr>
          <p:nvPr/>
        </p:nvPicPr>
        <p:blipFill>
          <a:blip r:embed="rId2"/>
          <a:stretch>
            <a:fillRect/>
          </a:stretch>
        </p:blipFill>
        <p:spPr>
          <a:xfrm>
            <a:off x="2985646" y="2924840"/>
            <a:ext cx="1465827" cy="1321828"/>
          </a:xfrm>
          <a:prstGeom prst="rect">
            <a:avLst/>
          </a:prstGeom>
        </p:spPr>
      </p:pic>
      <p:pic>
        <p:nvPicPr>
          <p:cNvPr id="5" name="Picture 4"/>
          <p:cNvPicPr>
            <a:picLocks noChangeAspect="1"/>
          </p:cNvPicPr>
          <p:nvPr/>
        </p:nvPicPr>
        <p:blipFill>
          <a:blip r:embed="rId3"/>
          <a:stretch>
            <a:fillRect/>
          </a:stretch>
        </p:blipFill>
        <p:spPr>
          <a:xfrm>
            <a:off x="5607391" y="3218060"/>
            <a:ext cx="977218" cy="802828"/>
          </a:xfrm>
          <a:prstGeom prst="rect">
            <a:avLst/>
          </a:prstGeom>
        </p:spPr>
      </p:pic>
      <p:pic>
        <p:nvPicPr>
          <p:cNvPr id="6" name="Picture 5"/>
          <p:cNvPicPr>
            <a:picLocks noChangeAspect="1"/>
          </p:cNvPicPr>
          <p:nvPr/>
        </p:nvPicPr>
        <p:blipFill>
          <a:blip r:embed="rId4"/>
          <a:stretch>
            <a:fillRect/>
          </a:stretch>
        </p:blipFill>
        <p:spPr>
          <a:xfrm>
            <a:off x="6355198" y="4683479"/>
            <a:ext cx="944644" cy="729844"/>
          </a:xfrm>
          <a:prstGeom prst="rect">
            <a:avLst/>
          </a:prstGeom>
        </p:spPr>
      </p:pic>
      <p:pic>
        <p:nvPicPr>
          <p:cNvPr id="7" name="Picture 6"/>
          <p:cNvPicPr>
            <a:picLocks noChangeAspect="1"/>
          </p:cNvPicPr>
          <p:nvPr/>
        </p:nvPicPr>
        <p:blipFill>
          <a:blip r:embed="rId5"/>
          <a:stretch>
            <a:fillRect/>
          </a:stretch>
        </p:blipFill>
        <p:spPr>
          <a:xfrm>
            <a:off x="7340936" y="6002914"/>
            <a:ext cx="926810" cy="807562"/>
          </a:xfrm>
          <a:prstGeom prst="rect">
            <a:avLst/>
          </a:prstGeom>
        </p:spPr>
      </p:pic>
      <p:pic>
        <p:nvPicPr>
          <p:cNvPr id="8" name="Picture 7"/>
          <p:cNvPicPr>
            <a:picLocks noChangeAspect="1"/>
          </p:cNvPicPr>
          <p:nvPr/>
        </p:nvPicPr>
        <p:blipFill>
          <a:blip r:embed="rId6"/>
          <a:stretch>
            <a:fillRect/>
          </a:stretch>
        </p:blipFill>
        <p:spPr>
          <a:xfrm>
            <a:off x="6982194" y="3111355"/>
            <a:ext cx="3974021" cy="948797"/>
          </a:xfrm>
          <a:prstGeom prst="rect">
            <a:avLst/>
          </a:prstGeom>
        </p:spPr>
      </p:pic>
      <p:pic>
        <p:nvPicPr>
          <p:cNvPr id="9" name="Picture 8"/>
          <p:cNvPicPr>
            <a:picLocks noChangeAspect="1"/>
          </p:cNvPicPr>
          <p:nvPr/>
        </p:nvPicPr>
        <p:blipFill>
          <a:blip r:embed="rId7"/>
          <a:stretch>
            <a:fillRect/>
          </a:stretch>
        </p:blipFill>
        <p:spPr>
          <a:xfrm>
            <a:off x="7580486" y="4683480"/>
            <a:ext cx="3470650" cy="1067742"/>
          </a:xfrm>
          <a:prstGeom prst="rect">
            <a:avLst/>
          </a:prstGeom>
        </p:spPr>
      </p:pic>
      <p:pic>
        <p:nvPicPr>
          <p:cNvPr id="10" name="Picture 9"/>
          <p:cNvPicPr>
            <a:picLocks noChangeAspect="1"/>
          </p:cNvPicPr>
          <p:nvPr/>
        </p:nvPicPr>
        <p:blipFill>
          <a:blip r:embed="rId8"/>
          <a:stretch>
            <a:fillRect/>
          </a:stretch>
        </p:blipFill>
        <p:spPr>
          <a:xfrm>
            <a:off x="9105946" y="5712446"/>
            <a:ext cx="3086054" cy="930683"/>
          </a:xfrm>
          <a:prstGeom prst="rect">
            <a:avLst/>
          </a:prstGeom>
        </p:spPr>
      </p:pic>
    </p:spTree>
    <p:extLst>
      <p:ext uri="{BB962C8B-B14F-4D97-AF65-F5344CB8AC3E}">
        <p14:creationId xmlns:p14="http://schemas.microsoft.com/office/powerpoint/2010/main" val="459563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Connectivity &amp; Adjacency </a:t>
            </a:r>
          </a:p>
        </p:txBody>
      </p:sp>
      <p:sp>
        <p:nvSpPr>
          <p:cNvPr id="3" name="Content Placeholder 2"/>
          <p:cNvSpPr>
            <a:spLocks noGrp="1"/>
          </p:cNvSpPr>
          <p:nvPr>
            <p:ph idx="1"/>
          </p:nvPr>
        </p:nvSpPr>
        <p:spPr/>
        <p:txBody>
          <a:bodyPr>
            <a:normAutofit fontScale="85000" lnSpcReduction="10000"/>
          </a:bodyPr>
          <a:lstStyle/>
          <a:p>
            <a:r>
              <a:rPr lang="en-US" dirty="0"/>
              <a:t>Two pixels are said to be connected if they are adjacent in some sense</a:t>
            </a:r>
          </a:p>
          <a:p>
            <a:pPr lvl="1"/>
            <a:r>
              <a:rPr lang="en-US" dirty="0"/>
              <a:t>They are neighbors</a:t>
            </a:r>
          </a:p>
          <a:p>
            <a:pPr lvl="1"/>
            <a:r>
              <a:rPr lang="en-US" dirty="0"/>
              <a:t>There intensity values are the similar [gray levels are equal]</a:t>
            </a:r>
            <a:endParaRPr lang="en-IN" dirty="0"/>
          </a:p>
          <a:p>
            <a:pPr lvl="1"/>
            <a:endParaRPr lang="en-US" dirty="0"/>
          </a:p>
          <a:p>
            <a:pPr lvl="1"/>
            <a:r>
              <a:rPr lang="en-US" dirty="0"/>
              <a:t>Let V be the set of intensity values </a:t>
            </a:r>
          </a:p>
          <a:p>
            <a:pPr lvl="1"/>
            <a:r>
              <a:rPr lang="en-US" b="1" dirty="0"/>
              <a:t>4-adjacency: </a:t>
            </a:r>
            <a:r>
              <a:rPr lang="en-US" dirty="0"/>
              <a:t>Two pixels </a:t>
            </a:r>
            <a:r>
              <a:rPr lang="en-US" b="1" dirty="0"/>
              <a:t>p </a:t>
            </a:r>
            <a:r>
              <a:rPr lang="en-US" dirty="0"/>
              <a:t>and </a:t>
            </a:r>
            <a:r>
              <a:rPr lang="en-US" b="1" dirty="0"/>
              <a:t>q </a:t>
            </a:r>
            <a:r>
              <a:rPr lang="en-US" dirty="0"/>
              <a:t>with values from </a:t>
            </a:r>
            <a:r>
              <a:rPr lang="en-US" b="1" dirty="0"/>
              <a:t>V </a:t>
            </a:r>
            <a:r>
              <a:rPr lang="en-US" dirty="0"/>
              <a:t>are </a:t>
            </a:r>
            <a:r>
              <a:rPr lang="en-US" b="1" dirty="0"/>
              <a:t>4-adjacent </a:t>
            </a:r>
            <a:r>
              <a:rPr lang="en-US" dirty="0"/>
              <a:t>if </a:t>
            </a:r>
            <a:r>
              <a:rPr lang="en-US" b="1" dirty="0"/>
              <a:t>q </a:t>
            </a:r>
            <a:r>
              <a:rPr lang="en-US" dirty="0"/>
              <a:t>is in the set </a:t>
            </a:r>
            <a:r>
              <a:rPr lang="en-US" b="1" dirty="0"/>
              <a:t>N4(p) or </a:t>
            </a:r>
            <a:r>
              <a:rPr lang="en-US" dirty="0"/>
              <a:t>Two or more pixels are said to be 4-connected if they are 4-adjacent with each others.</a:t>
            </a:r>
          </a:p>
          <a:p>
            <a:pPr lvl="1"/>
            <a:r>
              <a:rPr lang="en-US" b="1" dirty="0"/>
              <a:t>8-adjacency:</a:t>
            </a:r>
            <a:r>
              <a:rPr lang="en-US" dirty="0"/>
              <a:t> Two or more pixels are said to be 8-connected if they are 8-adjacent with each others. Two pixels </a:t>
            </a:r>
            <a:r>
              <a:rPr lang="en-US" b="1" dirty="0"/>
              <a:t>p </a:t>
            </a:r>
            <a:r>
              <a:rPr lang="en-US" dirty="0"/>
              <a:t>and </a:t>
            </a:r>
            <a:r>
              <a:rPr lang="en-US" b="1" dirty="0"/>
              <a:t>q </a:t>
            </a:r>
            <a:r>
              <a:rPr lang="en-US" dirty="0"/>
              <a:t>with values from </a:t>
            </a:r>
            <a:r>
              <a:rPr lang="en-US" b="1" dirty="0"/>
              <a:t>V </a:t>
            </a:r>
            <a:r>
              <a:rPr lang="en-US" dirty="0"/>
              <a:t>are </a:t>
            </a:r>
            <a:r>
              <a:rPr lang="en-US" b="1" dirty="0"/>
              <a:t>8-adjacent </a:t>
            </a:r>
            <a:r>
              <a:rPr lang="en-US" dirty="0"/>
              <a:t>if </a:t>
            </a:r>
            <a:r>
              <a:rPr lang="en-US" b="1" dirty="0"/>
              <a:t>q </a:t>
            </a:r>
            <a:r>
              <a:rPr lang="en-US" dirty="0"/>
              <a:t>is in the set </a:t>
            </a:r>
            <a:r>
              <a:rPr lang="en-US" b="1" dirty="0"/>
              <a:t>N8(p) </a:t>
            </a:r>
            <a:endParaRPr lang="en-US" dirty="0"/>
          </a:p>
          <a:p>
            <a:pPr lvl="1"/>
            <a:r>
              <a:rPr lang="en-US" b="1" dirty="0"/>
              <a:t>8-adjacency: </a:t>
            </a:r>
            <a:r>
              <a:rPr lang="en-US" dirty="0"/>
              <a:t>Two pixels </a:t>
            </a:r>
            <a:r>
              <a:rPr lang="en-US" b="1" dirty="0"/>
              <a:t>p </a:t>
            </a:r>
            <a:r>
              <a:rPr lang="en-US" dirty="0"/>
              <a:t>and </a:t>
            </a:r>
            <a:r>
              <a:rPr lang="en-US" b="1" dirty="0"/>
              <a:t>q </a:t>
            </a:r>
            <a:r>
              <a:rPr lang="en-US" dirty="0"/>
              <a:t>with values from </a:t>
            </a:r>
            <a:r>
              <a:rPr lang="en-US" b="1" dirty="0"/>
              <a:t>V </a:t>
            </a:r>
            <a:r>
              <a:rPr lang="en-US" dirty="0"/>
              <a:t>are </a:t>
            </a:r>
            <a:r>
              <a:rPr lang="en-US" b="1" dirty="0"/>
              <a:t>m-adjacent </a:t>
            </a:r>
            <a:r>
              <a:rPr lang="en-US" dirty="0"/>
              <a:t>if </a:t>
            </a:r>
          </a:p>
          <a:p>
            <a:pPr lvl="1"/>
            <a:r>
              <a:rPr lang="en-US" dirty="0"/>
              <a:t>(</a:t>
            </a:r>
            <a:r>
              <a:rPr lang="en-US" dirty="0" err="1"/>
              <a:t>i</a:t>
            </a:r>
            <a:r>
              <a:rPr lang="en-US" dirty="0"/>
              <a:t>) </a:t>
            </a:r>
            <a:r>
              <a:rPr lang="en-US" b="1" dirty="0"/>
              <a:t>q </a:t>
            </a:r>
            <a:r>
              <a:rPr lang="en-US" dirty="0"/>
              <a:t>is in the set </a:t>
            </a:r>
            <a:r>
              <a:rPr lang="en-US" b="1" dirty="0"/>
              <a:t>N</a:t>
            </a:r>
            <a:r>
              <a:rPr lang="en-US" sz="1000" b="1" dirty="0"/>
              <a:t>4</a:t>
            </a:r>
            <a:r>
              <a:rPr lang="en-US" b="1" dirty="0"/>
              <a:t>(p), </a:t>
            </a:r>
            <a:r>
              <a:rPr lang="en-US" dirty="0"/>
              <a:t>or </a:t>
            </a:r>
          </a:p>
          <a:p>
            <a:pPr lvl="1"/>
            <a:r>
              <a:rPr lang="en-US" dirty="0"/>
              <a:t>(ii) </a:t>
            </a:r>
            <a:r>
              <a:rPr lang="en-US" b="1" dirty="0"/>
              <a:t>q </a:t>
            </a:r>
            <a:r>
              <a:rPr lang="en-US" dirty="0"/>
              <a:t>is in the set </a:t>
            </a:r>
            <a:r>
              <a:rPr lang="en-US" b="1" dirty="0"/>
              <a:t>N</a:t>
            </a:r>
            <a:r>
              <a:rPr lang="en-US" sz="1000" b="1" dirty="0"/>
              <a:t>D</a:t>
            </a:r>
            <a:r>
              <a:rPr lang="en-US" b="1" dirty="0"/>
              <a:t>(p) </a:t>
            </a:r>
            <a:r>
              <a:rPr lang="en-US" dirty="0"/>
              <a:t>and the set </a:t>
            </a:r>
            <a:r>
              <a:rPr lang="en-US" b="1" dirty="0"/>
              <a:t>N</a:t>
            </a:r>
            <a:r>
              <a:rPr lang="en-US" sz="1000" b="1" dirty="0"/>
              <a:t>4</a:t>
            </a:r>
            <a:r>
              <a:rPr lang="en-US" b="1" dirty="0"/>
              <a:t>(p) ∩ N</a:t>
            </a:r>
            <a:r>
              <a:rPr lang="en-US" sz="1000" b="1" dirty="0"/>
              <a:t>4</a:t>
            </a:r>
            <a:r>
              <a:rPr lang="en-US" b="1" dirty="0"/>
              <a:t>(p) </a:t>
            </a:r>
            <a:r>
              <a:rPr lang="en-US" dirty="0"/>
              <a:t>has no pixels whose values are from </a:t>
            </a:r>
            <a:r>
              <a:rPr lang="en-US" b="1" dirty="0"/>
              <a:t>V </a:t>
            </a:r>
            <a:endParaRPr lang="en-US" dirty="0"/>
          </a:p>
          <a:p>
            <a:pPr lvl="1"/>
            <a:r>
              <a:rPr lang="en-US" b="1" dirty="0"/>
              <a:t>Mixed adjacency </a:t>
            </a:r>
            <a:r>
              <a:rPr lang="en-US" dirty="0"/>
              <a:t>is a modification of 8-Adjacency. It is introduced to eliminate the ambiguities that often arise when 8-Adjacency is used </a:t>
            </a:r>
          </a:p>
          <a:p>
            <a:pPr lvl="1"/>
            <a:endParaRPr lang="en-US" b="1" dirty="0"/>
          </a:p>
        </p:txBody>
      </p:sp>
    </p:spTree>
    <p:extLst>
      <p:ext uri="{BB962C8B-B14F-4D97-AF65-F5344CB8AC3E}">
        <p14:creationId xmlns:p14="http://schemas.microsoft.com/office/powerpoint/2010/main" val="1081530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1026" name="Picture 2" descr="https://miro.medium.com/v2/resize:fit:694/1*gFh1mfAZKixmgIQQudj4S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8385" y="1827494"/>
            <a:ext cx="8249235" cy="276955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4" name="Ink 3"/>
              <p14:cNvContentPartPr/>
              <p14:nvPr/>
            </p14:nvContentPartPr>
            <p14:xfrm>
              <a:off x="2571840" y="124920"/>
              <a:ext cx="8295840" cy="4920840"/>
            </p14:xfrm>
          </p:contentPart>
        </mc:Choice>
        <mc:Fallback xmlns="">
          <p:pic>
            <p:nvPicPr>
              <p:cNvPr id="4" name="Ink 3"/>
              <p:cNvPicPr/>
              <p:nvPr/>
            </p:nvPicPr>
            <p:blipFill>
              <a:blip r:embed="rId4"/>
              <a:stretch>
                <a:fillRect/>
              </a:stretch>
            </p:blipFill>
            <p:spPr>
              <a:xfrm>
                <a:off x="2562480" y="115560"/>
                <a:ext cx="8314560" cy="4939560"/>
              </a:xfrm>
              <a:prstGeom prst="rect">
                <a:avLst/>
              </a:prstGeom>
            </p:spPr>
          </p:pic>
        </mc:Fallback>
      </mc:AlternateContent>
    </p:spTree>
    <p:extLst>
      <p:ext uri="{BB962C8B-B14F-4D97-AF65-F5344CB8AC3E}">
        <p14:creationId xmlns:p14="http://schemas.microsoft.com/office/powerpoint/2010/main" val="40274485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pPr algn="just"/>
            <a:r>
              <a:rPr lang="en-US" dirty="0"/>
              <a:t>Let S represent a subset of pixels in an image. Two pixels p and q are said to be connected in S if there exists a path between them consisting entirely of pixels in S. For any pixel p in S, the set of pixels that are connected to it in S is called a</a:t>
            </a:r>
            <a:r>
              <a:rPr lang="en-US" b="1" dirty="0"/>
              <a:t> connected component </a:t>
            </a:r>
            <a:r>
              <a:rPr lang="en-US" dirty="0"/>
              <a:t>of S. If it only has one connected component, then set S is called a connected set.</a:t>
            </a:r>
            <a:endParaRPr lang="en-IN" dirty="0"/>
          </a:p>
        </p:txBody>
      </p:sp>
    </p:spTree>
    <p:extLst>
      <p:ext uri="{BB962C8B-B14F-4D97-AF65-F5344CB8AC3E}">
        <p14:creationId xmlns:p14="http://schemas.microsoft.com/office/powerpoint/2010/main" val="31997582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Paths</a:t>
            </a:r>
            <a:endParaRPr lang="en-IN" dirty="0"/>
          </a:p>
        </p:txBody>
      </p:sp>
      <p:pic>
        <p:nvPicPr>
          <p:cNvPr id="4" name="Picture 3"/>
          <p:cNvPicPr>
            <a:picLocks noChangeAspect="1"/>
          </p:cNvPicPr>
          <p:nvPr/>
        </p:nvPicPr>
        <p:blipFill>
          <a:blip r:embed="rId2"/>
          <a:stretch>
            <a:fillRect/>
          </a:stretch>
        </p:blipFill>
        <p:spPr>
          <a:xfrm>
            <a:off x="1993231" y="1906288"/>
            <a:ext cx="7582627" cy="4522222"/>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p14:cNvContentPartPr/>
              <p14:nvPr/>
            </p14:nvContentPartPr>
            <p14:xfrm>
              <a:off x="2071800" y="2562840"/>
              <a:ext cx="6081480" cy="3634560"/>
            </p14:xfrm>
          </p:contentPart>
        </mc:Choice>
        <mc:Fallback xmlns="">
          <p:pic>
            <p:nvPicPr>
              <p:cNvPr id="3" name="Ink 2"/>
              <p:cNvPicPr/>
              <p:nvPr/>
            </p:nvPicPr>
            <p:blipFill>
              <a:blip r:embed="rId4"/>
              <a:stretch>
                <a:fillRect/>
              </a:stretch>
            </p:blipFill>
            <p:spPr>
              <a:xfrm>
                <a:off x="2062440" y="2553480"/>
                <a:ext cx="6100200" cy="3653280"/>
              </a:xfrm>
              <a:prstGeom prst="rect">
                <a:avLst/>
              </a:prstGeom>
            </p:spPr>
          </p:pic>
        </mc:Fallback>
      </mc:AlternateContent>
    </p:spTree>
    <p:extLst>
      <p:ext uri="{BB962C8B-B14F-4D97-AF65-F5344CB8AC3E}">
        <p14:creationId xmlns:p14="http://schemas.microsoft.com/office/powerpoint/2010/main" val="31716636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Region and Boundary </a:t>
            </a:r>
          </a:p>
        </p:txBody>
      </p:sp>
      <p:sp>
        <p:nvSpPr>
          <p:cNvPr id="3" name="Content Placeholder 2"/>
          <p:cNvSpPr>
            <a:spLocks noGrp="1"/>
          </p:cNvSpPr>
          <p:nvPr>
            <p:ph idx="1"/>
          </p:nvPr>
        </p:nvSpPr>
        <p:spPr/>
        <p:txBody>
          <a:bodyPr>
            <a:normAutofit fontScale="70000" lnSpcReduction="20000"/>
          </a:bodyPr>
          <a:lstStyle/>
          <a:p>
            <a:r>
              <a:rPr lang="en-US" dirty="0"/>
              <a:t>Let R represent a subset of pixels in an image </a:t>
            </a:r>
          </a:p>
          <a:p>
            <a:r>
              <a:rPr lang="en-US" dirty="0"/>
              <a:t> We call R a region of the image if R is a connected set </a:t>
            </a:r>
          </a:p>
          <a:p>
            <a:r>
              <a:rPr lang="en-US" dirty="0"/>
              <a:t>We can specify the region by using 4-adjacency and 8-adjacency </a:t>
            </a:r>
          </a:p>
          <a:p>
            <a:r>
              <a:rPr lang="en-US" dirty="0"/>
              <a:t>Region = { Set of all pixels which fulfill adjacency criteria } </a:t>
            </a:r>
          </a:p>
          <a:p>
            <a:r>
              <a:rPr lang="en-IN" b="1" dirty="0"/>
              <a:t>Boundary (or border) </a:t>
            </a:r>
            <a:endParaRPr lang="en-IN" dirty="0"/>
          </a:p>
          <a:p>
            <a:r>
              <a:rPr lang="en-US" dirty="0"/>
              <a:t>The </a:t>
            </a:r>
            <a:r>
              <a:rPr lang="en-US" i="1" dirty="0"/>
              <a:t>boundary </a:t>
            </a:r>
            <a:r>
              <a:rPr lang="en-US" dirty="0"/>
              <a:t>of the region R is the set of pixels in the region that have one or more neighbors that are not in R. </a:t>
            </a:r>
          </a:p>
          <a:p>
            <a:r>
              <a:rPr lang="en-US" dirty="0"/>
              <a:t>If R happens to be an entire image, then its boundary is defined as the set of pixels in the first and last rows and columns of the image. </a:t>
            </a:r>
          </a:p>
          <a:p>
            <a:r>
              <a:rPr lang="en-IN" b="1" dirty="0"/>
              <a:t>Foreground and background </a:t>
            </a:r>
            <a:endParaRPr lang="en-IN" dirty="0"/>
          </a:p>
          <a:p>
            <a:r>
              <a:rPr lang="en-US" dirty="0"/>
              <a:t>An image contains K disjoint regions, </a:t>
            </a:r>
            <a:r>
              <a:rPr lang="en-US" dirty="0" err="1"/>
              <a:t>R</a:t>
            </a:r>
            <a:r>
              <a:rPr lang="en-US" i="1" dirty="0" err="1"/>
              <a:t>k</a:t>
            </a:r>
            <a:r>
              <a:rPr lang="en-US" dirty="0"/>
              <a:t>, </a:t>
            </a:r>
            <a:r>
              <a:rPr lang="en-US" i="1" dirty="0"/>
              <a:t>k </a:t>
            </a:r>
            <a:r>
              <a:rPr lang="en-US" dirty="0"/>
              <a:t>= 1, 2, …, K. Let Ru denote the union of all the K regions, and let (Ru)^c denote its complement </a:t>
            </a:r>
          </a:p>
          <a:p>
            <a:r>
              <a:rPr lang="en-US" dirty="0"/>
              <a:t>All the points in Ru is called foreground; </a:t>
            </a:r>
          </a:p>
          <a:p>
            <a:r>
              <a:rPr lang="en-US" dirty="0"/>
              <a:t>All the points in (Ru)^c is called background. </a:t>
            </a:r>
          </a:p>
          <a:p>
            <a:endParaRPr lang="en-IN" dirty="0"/>
          </a:p>
        </p:txBody>
      </p:sp>
    </p:spTree>
    <p:extLst>
      <p:ext uri="{BB962C8B-B14F-4D97-AF65-F5344CB8AC3E}">
        <p14:creationId xmlns:p14="http://schemas.microsoft.com/office/powerpoint/2010/main" val="173247317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Connected Component </a:t>
            </a:r>
            <a:r>
              <a:rPr lang="en-IN" dirty="0" err="1"/>
              <a:t>Labeling</a:t>
            </a:r>
            <a:endParaRPr lang="en-IN" dirty="0"/>
          </a:p>
        </p:txBody>
      </p:sp>
      <p:sp>
        <p:nvSpPr>
          <p:cNvPr id="3" name="Content Placeholder 2"/>
          <p:cNvSpPr>
            <a:spLocks noGrp="1"/>
          </p:cNvSpPr>
          <p:nvPr>
            <p:ph idx="1"/>
          </p:nvPr>
        </p:nvSpPr>
        <p:spPr/>
        <p:txBody>
          <a:bodyPr/>
          <a:lstStyle/>
          <a:p>
            <a:r>
              <a:rPr lang="en-US" dirty="0"/>
              <a:t>Ability to assign different labels to various disjoint connected components of an image</a:t>
            </a:r>
          </a:p>
          <a:p>
            <a:r>
              <a:rPr lang="en-US" dirty="0"/>
              <a:t>Connected component labeling is a fundamental step in automated image analysis (Shape, Area, Boundary)</a:t>
            </a:r>
            <a:endParaRPr lang="en-IN" dirty="0"/>
          </a:p>
        </p:txBody>
      </p:sp>
      <p:pic>
        <p:nvPicPr>
          <p:cNvPr id="4" name="Picture 3"/>
          <p:cNvPicPr>
            <a:picLocks noChangeAspect="1"/>
          </p:cNvPicPr>
          <p:nvPr/>
        </p:nvPicPr>
        <p:blipFill>
          <a:blip r:embed="rId2"/>
          <a:stretch>
            <a:fillRect/>
          </a:stretch>
        </p:blipFill>
        <p:spPr>
          <a:xfrm>
            <a:off x="3595234" y="3490321"/>
            <a:ext cx="4884887" cy="3367679"/>
          </a:xfrm>
          <a:prstGeom prst="rect">
            <a:avLst/>
          </a:prstGeom>
        </p:spPr>
      </p:pic>
    </p:spTree>
    <p:extLst>
      <p:ext uri="{BB962C8B-B14F-4D97-AF65-F5344CB8AC3E}">
        <p14:creationId xmlns:p14="http://schemas.microsoft.com/office/powerpoint/2010/main" val="35362426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Distance measures </a:t>
            </a:r>
          </a:p>
        </p:txBody>
      </p:sp>
      <p:sp>
        <p:nvSpPr>
          <p:cNvPr id="3" name="Content Placeholder 2"/>
          <p:cNvSpPr>
            <a:spLocks noGrp="1"/>
          </p:cNvSpPr>
          <p:nvPr>
            <p:ph idx="1"/>
          </p:nvPr>
        </p:nvSpPr>
        <p:spPr/>
        <p:txBody>
          <a:bodyPr/>
          <a:lstStyle/>
          <a:p>
            <a:r>
              <a:rPr lang="en-IN" b="1" dirty="0"/>
              <a:t>Euclidean distance </a:t>
            </a:r>
            <a:endParaRPr lang="en-IN" dirty="0"/>
          </a:p>
          <a:p>
            <a:r>
              <a:rPr lang="en-US" b="1" dirty="0"/>
              <a:t>City-block distance or D4 distance. </a:t>
            </a:r>
            <a:endParaRPr lang="en-US" dirty="0"/>
          </a:p>
          <a:p>
            <a:r>
              <a:rPr lang="en-US" b="1" dirty="0"/>
              <a:t>D8 distance or chessboard distance. </a:t>
            </a:r>
            <a:endParaRPr lang="en-US" dirty="0"/>
          </a:p>
          <a:p>
            <a:endParaRPr lang="en-IN" dirty="0"/>
          </a:p>
        </p:txBody>
      </p:sp>
    </p:spTree>
    <p:extLst>
      <p:ext uri="{BB962C8B-B14F-4D97-AF65-F5344CB8AC3E}">
        <p14:creationId xmlns:p14="http://schemas.microsoft.com/office/powerpoint/2010/main" val="31413352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b="1" dirty="0"/>
              <a:t>Euclidean distance </a:t>
            </a:r>
            <a:endParaRPr lang="en-IN" dirty="0"/>
          </a:p>
          <a:p>
            <a:pPr marL="0" indent="0">
              <a:buNone/>
            </a:pPr>
            <a:r>
              <a:rPr lang="en-US" dirty="0"/>
              <a:t>The Euclidean distance between p and q is defined as </a:t>
            </a:r>
          </a:p>
          <a:p>
            <a:pPr marL="0" indent="0">
              <a:buNone/>
            </a:pPr>
            <a:r>
              <a:rPr lang="fr-FR" dirty="0"/>
              <a:t>De (p, q) = [(x - s) ^ 2 + (y - t) ^ 2] ^ (1/2) </a:t>
            </a:r>
          </a:p>
          <a:p>
            <a:pPr marL="0" indent="0">
              <a:buNone/>
            </a:pPr>
            <a:r>
              <a:rPr lang="en-US" b="1" dirty="0"/>
              <a:t>City-block distance or D4 distance </a:t>
            </a:r>
            <a:endParaRPr lang="en-US" dirty="0"/>
          </a:p>
          <a:p>
            <a:pPr marL="0" indent="0">
              <a:buNone/>
            </a:pPr>
            <a:r>
              <a:rPr lang="en-US" dirty="0"/>
              <a:t>The distance between p and q is defined as</a:t>
            </a:r>
          </a:p>
          <a:p>
            <a:pPr marL="0" indent="0">
              <a:buNone/>
            </a:pPr>
            <a:r>
              <a:rPr lang="en-US" dirty="0"/>
              <a:t> D4(p, q)= | x - s | + | y - t | </a:t>
            </a:r>
          </a:p>
          <a:p>
            <a:pPr marL="0" indent="0">
              <a:buNone/>
            </a:pPr>
            <a:r>
              <a:rPr lang="en-IN" b="1" dirty="0"/>
              <a:t>D8 distance or chessboard distance.</a:t>
            </a:r>
          </a:p>
          <a:p>
            <a:pPr marL="0" indent="0">
              <a:buNone/>
            </a:pPr>
            <a:r>
              <a:rPr lang="en-IN" dirty="0"/>
              <a:t>D8(p, q)= max (| x - s |, | y - t |) </a:t>
            </a:r>
          </a:p>
          <a:p>
            <a:pPr marL="0" indent="0">
              <a:buNone/>
            </a:pPr>
            <a:endParaRPr lang="en-US" dirty="0"/>
          </a:p>
        </p:txBody>
      </p:sp>
      <mc:AlternateContent xmlns:mc="http://schemas.openxmlformats.org/markup-compatibility/2006" xmlns:p14="http://schemas.microsoft.com/office/powerpoint/2010/main">
        <mc:Choice Requires="p14">
          <p:contentPart p14:bwMode="auto" r:id="rId2">
            <p14:nvContentPartPr>
              <p14:cNvPr id="4" name="Ink 3"/>
              <p14:cNvContentPartPr/>
              <p14:nvPr/>
            </p14:nvContentPartPr>
            <p14:xfrm>
              <a:off x="2518200" y="509040"/>
              <a:ext cx="8626320" cy="4375800"/>
            </p14:xfrm>
          </p:contentPart>
        </mc:Choice>
        <mc:Fallback xmlns="">
          <p:pic>
            <p:nvPicPr>
              <p:cNvPr id="4" name="Ink 3"/>
              <p:cNvPicPr/>
              <p:nvPr/>
            </p:nvPicPr>
            <p:blipFill>
              <a:blip r:embed="rId3"/>
              <a:stretch>
                <a:fillRect/>
              </a:stretch>
            </p:blipFill>
            <p:spPr>
              <a:xfrm>
                <a:off x="2508840" y="499680"/>
                <a:ext cx="8645040" cy="4394520"/>
              </a:xfrm>
              <a:prstGeom prst="rect">
                <a:avLst/>
              </a:prstGeom>
            </p:spPr>
          </p:pic>
        </mc:Fallback>
      </mc:AlternateContent>
    </p:spTree>
    <p:extLst>
      <p:ext uri="{BB962C8B-B14F-4D97-AF65-F5344CB8AC3E}">
        <p14:creationId xmlns:p14="http://schemas.microsoft.com/office/powerpoint/2010/main" val="13700323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3044433" y="1967652"/>
            <a:ext cx="6232209" cy="2241093"/>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p14:cNvContentPartPr/>
              <p14:nvPr/>
            </p14:nvContentPartPr>
            <p14:xfrm>
              <a:off x="124920" y="124920"/>
              <a:ext cx="11626920" cy="6581520"/>
            </p14:xfrm>
          </p:contentPart>
        </mc:Choice>
        <mc:Fallback xmlns="">
          <p:pic>
            <p:nvPicPr>
              <p:cNvPr id="5" name="Ink 4"/>
              <p:cNvPicPr/>
              <p:nvPr/>
            </p:nvPicPr>
            <p:blipFill>
              <a:blip r:embed="rId4"/>
              <a:stretch>
                <a:fillRect/>
              </a:stretch>
            </p:blipFill>
            <p:spPr>
              <a:xfrm>
                <a:off x="115560" y="115560"/>
                <a:ext cx="11645640" cy="6600240"/>
              </a:xfrm>
              <a:prstGeom prst="rect">
                <a:avLst/>
              </a:prstGeom>
            </p:spPr>
          </p:pic>
        </mc:Fallback>
      </mc:AlternateContent>
    </p:spTree>
    <p:extLst>
      <p:ext uri="{BB962C8B-B14F-4D97-AF65-F5344CB8AC3E}">
        <p14:creationId xmlns:p14="http://schemas.microsoft.com/office/powerpoint/2010/main" val="2138470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311</TotalTime>
  <Words>2642</Words>
  <Application>Microsoft Office PowerPoint</Application>
  <PresentationFormat>Widescreen</PresentationFormat>
  <Paragraphs>244</Paragraphs>
  <Slides>53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Arial</vt:lpstr>
      <vt:lpstr>Calibri</vt:lpstr>
      <vt:lpstr>Calibri Light</vt:lpstr>
      <vt:lpstr>Times New Roman</vt:lpstr>
      <vt:lpstr>Verdana</vt:lpstr>
      <vt:lpstr>Office Theme</vt:lpstr>
      <vt:lpstr>Representing Digital Images:</vt:lpstr>
      <vt:lpstr>PowerPoint Presentation</vt:lpstr>
      <vt:lpstr>Spatial resolution</vt:lpstr>
      <vt:lpstr>PowerPoint Presentation</vt:lpstr>
      <vt:lpstr>Measuring spatial resolution</vt:lpstr>
      <vt:lpstr>Gray Level Resolution </vt:lpstr>
      <vt:lpstr>PowerPoint Presentation</vt:lpstr>
      <vt:lpstr>Defining gray level resolution in terms of bpp </vt:lpstr>
      <vt:lpstr>Gray level resolution and quantization: </vt:lpstr>
      <vt:lpstr>Zooming Methods </vt:lpstr>
      <vt:lpstr>PowerPoint Presentation</vt:lpstr>
      <vt:lpstr>Optical Zoom:</vt:lpstr>
      <vt:lpstr>Digital Zoom:</vt:lpstr>
      <vt:lpstr>Zooming methods:</vt:lpstr>
      <vt:lpstr>1.Pixel replication: </vt:lpstr>
      <vt:lpstr>PowerPoint Presentation</vt:lpstr>
      <vt:lpstr> 2: Zero order hold</vt:lpstr>
      <vt:lpstr>PowerPoint Presentation</vt:lpstr>
      <vt:lpstr>Method 3: K-Times zooming </vt:lpstr>
      <vt:lpstr>PowerPoint Presentation</vt:lpstr>
      <vt:lpstr>PowerPoint Presentation</vt:lpstr>
      <vt:lpstr>PowerPoint Presentation</vt:lpstr>
      <vt:lpstr>PowerPoint Presentation</vt:lpstr>
      <vt:lpstr>Shrinking(Down scaling, resizing downward, Down Sampling)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2D Sampling</vt:lpstr>
      <vt:lpstr>PowerPoint Presentation</vt:lpstr>
      <vt:lpstr>Critically Sampled</vt:lpstr>
      <vt:lpstr>Over Sampling</vt:lpstr>
      <vt:lpstr>Under Sampling (Aliasing)</vt:lpstr>
      <vt:lpstr>2D Nyquist Theoram</vt:lpstr>
      <vt:lpstr>Down Sampling (Sampling Rate reduction)</vt:lpstr>
      <vt:lpstr>PowerPoint Presentation</vt:lpstr>
      <vt:lpstr>Upsampling</vt:lpstr>
      <vt:lpstr>PowerPoint Presentation</vt:lpstr>
      <vt:lpstr>Basic Relationships between Pixels </vt:lpstr>
      <vt:lpstr>Pixels Neighbourhood </vt:lpstr>
      <vt:lpstr>Connectivity &amp; Adjacency </vt:lpstr>
      <vt:lpstr>PowerPoint Presentation</vt:lpstr>
      <vt:lpstr>PowerPoint Presentation</vt:lpstr>
      <vt:lpstr>Paths</vt:lpstr>
      <vt:lpstr>Region and Boundary </vt:lpstr>
      <vt:lpstr>Connected Component Labeling</vt:lpstr>
      <vt:lpstr>Distance measures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Representing Digital Images:</dc:title>
  <dc:creator>Admin</dc:creator>
  <cp:lastModifiedBy>Shivam Bhatt</cp:lastModifiedBy>
  <cp:revision>7</cp:revision>
  <dcterms:created xsi:type="dcterms:W3CDTF">2023-10-19T09:22:35Z</dcterms:created>
  <dcterms:modified xsi:type="dcterms:W3CDTF">2025-09-10T05:20:51Z</dcterms:modified>
</cp:coreProperties>
</file>